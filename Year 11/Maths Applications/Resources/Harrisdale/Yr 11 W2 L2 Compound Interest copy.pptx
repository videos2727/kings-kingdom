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4" r:id="rId9"/>
    <p:sldId id="262" r:id="rId10"/>
    <p:sldId id="266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4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18.0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1 121 7699,'0'-17'231,"0"0"1,0 5 158,0 1-212,0 7 212,7-12-374,3 7 1,7-3 13,1 1 0,-1 7 26,0-2 0,-5 4 158,-1 2-266,1 0 1,5 10 144,0 7 1,-7 2-14,-4 10 0,-2 0 62,1 5 1,-3 1-59,4 0 1,-4 1-88,-2 4 1,-8-3 21,-3 3 1,1-9-34,-1-2 1,1-8 202,-2 2 0,-3-9 15,4-3 31,-5-7-160,-1 4 0,2-16-169,3-4 0,-1 1 124,7-6-137,0 3 1,6-11 99,0 8 1,8 1 50,3 5 1,5 3-121,1 8 1,-6 0-48,1 0 1,-1 0 181,7 0 0,-7 6-79,1 0 0,-1 5-450,7-5 317,-1 8 0,0-7-361,1 5 0,-7-5 189,1-7 1,-7 6 140,7 0 0,-6 0-1251,5-6 1435,-7 0 0,4-8 0,-1-2 0,3-7 0</inkml:trace>
  <inkml:trace contextRef="#ctx0" brushRef="#br0" timeOffset="359">537 156 8394,'-12'2'611,"1"3"0,1 5-293,-1 7 0,-3 6-79,8 0 1,1 6-97,5-6 1,0 2 9,0-2 1,2-3-48,3 3 0,5-10 50,7-1 0,6-9-11,0 3 0,6 2-109,-6-2 1,6-2 19,-6-10 0,0-2-202,-6-3 1,1-5 78,-1 5 1,-7-11-232,-5-1 1,3 0 39,-2 6 0,-2 0-79,-10-1 1,2 1 125,-7 0 1,-3 0 103,-9-1 1,4 9-39,-4 3 1,4 4-17,1 2 0,1 0 69,0 0 0,5 0-178,1 0-559,7 0-83,-4 8 162,8 1 750,8 1 0,1 5 0,9-5 0</inkml:trace>
  <inkml:trace contextRef="#ctx0" brushRef="#br0" timeOffset="717">900 173 7569,'10'0'222,"-3"0"665,-7 0-472,0 8 1,-6 1-99,1 9 0,-7 1-122,6 4 0,-5-4 59,5 4 0,0 2-59,6-2 0,0 0-93,0-5 1,0-1-5,0 0 0,2-1 42,4-5 1,4 2-15,7-7 1,2 0-139,4-6 1,-4-2 101,5-4 1,-3-3 14,2-9 1,-4 1-569,4 0 1,-10-2 250,-1-4 1,-8 3-234,2-3 1,-5 4 116,-1 2 0,-1-1-26,-5 1 1,-4 2 154,-7 3 0,0 5 145,-1 7 0,1 0-339,0 0-9,-1 0-256,1 0 222,8 7-209,1 3 645,8 0 0,8 5 0,1-6 0</inkml:trace>
  <inkml:trace contextRef="#ctx0" brushRef="#br0" timeOffset="1014">1246 242 7569,'0'10'1069,"-6"5"-846,0-3 1,-5-1-29,5 7 0,-2-5 256,3 10 1,3 2-69,-4-2 0,4 2 99,2-2-334,8-4 0,7 4-104,8-11 0,6-4-19,-6-8 1,8 0 67,-3 0 1,5-8-58,2-4 0,-6-3 54,-1-2 1,-8-6-343,-3 0 1,-2-6 81,-9 6 1,6-6 34,-7 6 0,-1-6 130,-10 6 0,-3 2 149,-8 9 1,-7-1-142,1 7 0,-5 0 2,5 6 1,-1 0 9,7 0 1,0 2 25,0 4 1,1-2-42,5 7 0,-5 1 0,7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17.1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278 223 7200,'0'-8'231,"0"1"0,2 7-17,3 0 6,-3 0 174,6 0 1,-6-5 0,2-3 499,2-2-980,-1 6 79,-5-3 0,-7 1-35,-5 0 1,2 1 55,-1 5 0,-1 0 1,-5 0-1,0 0 69,0 0 1,-1 0-136,1 0 0,0 1 25,-1 5 99,1-4 0,0 12-37,-1-9 0,7 7 54,-1-6-77,9 7-12,-5-3-39,8 7 0,0 0 69,0 1 0,2-7-27,4 1 10,3-1 0,8 6-30,1 1 1,5-7 10,0 1 1,0-1 0,-6 7 1,1-3 40,-1-3 0,0 3 74,0-4 1,-1 5 47,-5 1 0,3-5-80,-8-1 0,-1-5 77,-5 5 0,0-5-54,0 6 0,-5-7 130,-1 7 0,-10-6 43,-1 5-332,0-7 20,-8 4 132,8 0 1,-7-7-333,1 5 152,0 4 1,6-8-677,0 4 425,-1-5 195,1-1 0,6 0-393,-1 0 176,8 0-64,-11 0 0,11 0-205,-7 0 1,7-1-358,-2-5 655,4-4 0,2-1 330,0-1 0,0 1 0,0-7 0,0-7 0,8-2 0,1-7 0</inkml:trace>
  <inkml:trace contextRef="#ctx0" brushRef="#br0" timeOffset="256">157 35 7569,'0'-9'-459,"0"-1"-573,0 4 2004,0 5-133,0-7-3,0 8-586,0 0 1,0 8 49,0 3 1,0 12-67,0 6 0,0 6-82,0 5 0,0 4 123,0 8-338,0-8 120,-8 6 0,6-8 179,-4 5-848,4 2-80,2-4 616,0 7-1121,0-8 625,0 6 365,0-14 1,0 6 18,0-7 1,6 0-121,0-1 308,0-7 0,-6-2 0,0-8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2.2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191 121 6789,'0'10'-435,"0"-2"567,0-8-39,0 0-47,0-8 0,2 6 161,3-4 0,-3 3 36,4-3 133,-4 4-259,-2-14 1,0 13 144,0-9-115,0 8-59,0-11 1,-2 13-105,-4-4 1,3 4 70,-9 2 1,0 0-62,-5 0 0,0 0 75,0 0 1,-1 2-106,1 4 0,0-2 79,-1 7 1,3-5-69,4 6 56,-5-9 1,14 7 46,-4-4 27,5-4 0,8 11-72,5-7 1,3 5 16,2-5 0,1 2-5,-1-2 0,0-2-16,1 7 0,5-5 23,0 5 0,0-1-101,-6 1 1,0 5 44,1-5 1,-7-1-14,1 2 85,-8-1 1,3 6-51,-7 1 1,0-7 82,0 1 1,-7-7-82,-5 7 1,-3-6 28,-3 5 1,1-5-10,0 6 0,-1-7-127,1 7 0,-6-6-182,0 5-14,0-7 1,6 4 6,-1-8 1,7 5-550,-1 1 304,9 0 132,-5-6 389,8 0 0,-8-15 0,-1-5 0</inkml:trace>
  <inkml:trace contextRef="#ctx0" brushRef="#br0" timeOffset="242">139 70 7110,'0'-12'-318,"0"0"1040,-8 1-361,6-6 6,-13 7 138,13 2-115,-6 8-108,8 0 1,0 8-121,0 4 1,0 9-65,0 2 1,0 2-259,0-2 0,0 2 173,0 4 1,0 1-474,0-7 0,6 8 278,0-2 1,2 2-193,-3-2 0,-3-3 118,4-2 1,2-3 255,-3 7 0,9-6 0,-5 3 0</inkml:trace>
  <inkml:trace contextRef="#ctx0" brushRef="#br0" timeOffset="637">416 277 7116,'0'-17'-77,"0"-1"1,0 7 435,0-1 1,0 1-130,0-6 0,2 5 160,3 1-331,-3 7 50,14-12-59,-7 14 0,8-5 62,1 7 0,-7 0-123,1 0 0,-3 2 45,3 3 1,3 5 41,-3 7 0,-4 1-19,-3-1 0,-3 0 46,-2 0 0,0 7-129,0-1 0,0 0 25,0-6 1,-2 0-27,-3 1 0,1-3 65,-8-4 1,6 3-2,-5-8 0,5 5 21,-5-5 1,5 0 21,-6-6-3,8 0-7,-3 0-179,7 0 68,0 0 0,7 0 44,5 0 1,-2 0-5,1 0 0,1 0-102,5 0 1,0 0 62,1 0 1,-1 0 31,0 0 1,2 0-1,4 0 0,-3 0-677,3 0 0,-4 0-105,-2 0 422,0-8 368,1-2 0,7-7 0,2 0 0</inkml:trace>
  <inkml:trace contextRef="#ctx0" brushRef="#br0" timeOffset="927">883 294 7569,'0'-17'-1470,"0"7"1131,7-5 339,-5 5 1181,6 1-522,-8 1-27,0 8-118,0 0-306,-8 0 1,6 2 315,-4 4-248,5 3-180,-7 9 1,6-1-15,-4 0 1,6 1 15,6-1 1,-2-6-129,7 1 0,1-2-2,5 1 20,0-3 0,1-8-61,-1 0 37,0 0 0,8 0 64,-6-8-149,6 6 1,-13-13-27,-1 3 121,1-3-130,-2-2 0,-3-1 86,-7 1 1,0 0-98,0-1 5,0 9 148,-7-7 0,-3 7-23,-7-8-35,-1 7 125,1 2 0,0 8-129,0 0 7,-1 0-134,1 0 168,0 0 1,5 0-303,1 0-398,7 0 416,-4 8-112,8 2 1,2-1-50,4-3 480,3-4 0,9 6 0,-1 1 0</inkml:trace>
  <inkml:trace contextRef="#ctx0" brushRef="#br0" timeOffset="1267">1246 173 8354,'-2'10'427,"-4"-4"1,2 1-118,-7-1 0,5 8 50,-6-3-130,8 4-47,-3 3 1,7-1-156,0 0-11,0 8 1,0-5 211,0 5-367,0-16 161,7 7 0,-5-15-32,14 15 1,-7-14-30,9 3 26,-1-3 29,0-2-164,1 0 78,-1 0 0,0-7-286,-7-3 218,5-7 1,-7 0 40,3-1-57,-3 1 63,0 0 1,-6-1-251,3 1 139,-10 0 69,3-1 0,-14 1 149,5 0-166,-5 7 16,-1-5 182,0 13-145,0-6 5,-1 8-251,9 0 24,1 0 75,0 0-17,6 8 1,-5-4-222,7 7-116,0-7 597,7 4 0,3 0 0,7 1 0</inkml:trace>
  <inkml:trace contextRef="#ctx0" brushRef="#br0" timeOffset="1528">1505 173 7569,'0'10'-345,"0"5"837,0-5 1,0 7-154,0 0 0,0 1-127,0-1 1,8-2-18,3-3 0,-1 3 2,1-3 1,3-4-15,9-3 1,-2-3-100,8-2 1,-6 0 139,6 0-40,-8 0-212,12-7 0,-14-1 65,4-4-222,-12-3 122,5 5-1,-14-15-46,5 6-15,-7-6 205,0 8-22,0 0-173,-7-1 0,-3 1 159,-7 7-61,-8-5-462,-2 13 303,0-6 1,0 8-192,4 0 1,2 2-231,-8 4 0,8 4 597,-2 7 0,-4 0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4.6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10464,'18'-10'294,"-1"5"0,6 3-136,0 2 0,2 0-211,-2 0 1,-2 0 74,8 0 1,-8-2 137,2-4 1,-4 4-57,-1-4 0,-1 4-787,0 2 1,-5 0 51,-1 0 0,-7 2-978,2 4 478,4-4 1131,-9 13 0,-1-5 0,-9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4.7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10255,'17'0'403,"1"0"0,-1 0 130,0 0-289,1 0 0,1 0-353,4 0 0,-4 0 158,4 0 0,2 0-1252,-2 0 877,0 0 0,0 0-5,0 0-1539,0 0 1870,-13 0 0,13 8 0,-4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8.0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52 7569,'-8'-9'1548,"6"1"-859,-5 0-56,7 6-481,0-13-15,0 13 1,2-6-111,3 8 1,-1 0 126,8 0 1,-1 0-174,7 0 0,-1 0 81,0 0 0,1 0-61,-1 0 1,0 8 6,0 3 1,1 5-104,-1 1 1,-2 2-42,-3 4 1,1-3 12,-7 3 0,0 2-15,-6-2 0,0 7 83,0-1 0,-2-2-26,-4 2 0,-3-8 45,-9 2 0,5-4-15,-4-1 1,3-1-5,-9 0 0,4-5 334,2-1 1,-1-7 95,1 2 30,0-4-354,-1-2 83,9-8-120,1-1 52,8-9 1,8 3 7,3 3 0,5 5-28,1 7 1,0 0 37,1 0 0,-1 0-74,0 0 1,0 2 4,1 3 1,-1-1-463,0 8 0,1-8 217,-1 1 1,0 3-596,0-2 0,1 5 386,-1-5 0,0 0 439,1-6 0,-1 8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8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9444,'-10'0'1180,"3"2"-853,7 4 0,-6 3 67,0 9 0,0 1-166,6 4 1,0-2-20,0 8 1,0-8-226,0 2 1,2-4 79,4-1 0,-2-1-58,7 0 0,1-7 57,5-4 0,-5 1 13,-1-1 1,1 0-252,5-6-199,0-8 0,1-3 75,-1-13 1,-2 5-72,-3-4 0,-4-2 41,-8 2 1,0-6 80,0 6 0,-2-6 182,-4 6 0,-4 2-95,-7 10 0,0-3 212,-1 9 0,1-1-62,0 6 1,5 0-80,1 0 1,1 2-87,-1 3 1,-3-1-130,8 8 0,1-1-357,5 7 1,2-3 31,3-3 630,5 3 0,7-5 0,0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8.8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87 7569,'0'-10'-897,"0"2"1986,0 1 0,-2 5-487,-4-4 1,2 4-248,-7 2 0,5 2-128,-6 4 0,9-3-44,-3 9 1,4 0-21,2 5 0,0 6 32,0 0 0,0 0-12,0-6 1,2 1-222,4-1 0,1 0-105,5 0 1,3-5-77,-3 0 1,3-9 27,2 3-60,1-4 0,-1-4 87,0-4 1,1-3-147,-1-9 1,-6 1 72,1 0 0,-8-2 133,2-4 1,1 1-120,-1-6 0,-2 7 54,-10-3 0,-4 5 393,-7 2 1,0 2-109,0 3 251,-1-3 0,-5 13-200,0-4 0,6 4-216,5 2 1,7 2-163,-7 4 1,8-2-258,-2 7 1,5-5-153,1 5-34,0 1 654,7 5 0,3 1 0,7-1 0</inkml:trace>
  <inkml:trace contextRef="#ctx0" brushRef="#br0" timeOffset="298">399 52 7569,'9'2'500,"-3"4"-221,-4-4 1,-2 7 305,0-3-361,0 4 0,0 7 160,0 0 0,0 2-136,0 4 1,0-3-36,0 3 1,8-4-19,3-2 0,6-7-155,7-4 0,2 1 50,9-1 1,2-2-135,3-10 1,-4-4-31,5-7 1,-7 0-61,-5 0 1,0-3 109,-12-3 0,2 4 24,-13-4 1,0 4 294,-6 2 0,0-1-82,0 1 1,-13 5 343,-5 1 1,-11 7-224,1-2 1,3 4-469,2 2 1,-2 0-295,2 0 0,-1 2-485,7 4 0,0-2-685,0 7 1598,7 1 0,-5 5 0,5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26.6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225 139 6269,'8'-10'2249,"-6"-5"-2235,6 13 1,-8-8 150,0 5-171,0 3 168,0-6 120,0 0-219,0 6-128,0-5 0,-8 7 13,-4 0 0,-3 0 2,-2 0 1,-1 5 150,1 1 1,0 6-57,0-7 0,-6 9 63,-1-3 0,3-1-64,10 2 0,-3-7 6,9 7 1,-7-6 1,6 5 0,1-5-32,5 5 1,0-5 119,0 6-80,7-8 1,3 9-70,7-7 1,0 5 88,1-5-31,7 8-198,-6-13 188,6 15-9,-8-14 7,8 13-144,-6-13 136,6 13-5,-7-13 4,-1 6-17,0 0 13,1-6-32,-9 13 61,-1-13-46,0 6-6,-7-8 188,7 0 2,-8 7-163,0-5 6,-8 6 56,7-8 1,-15 2-43,5 4-1,-5-4-125,-1 3 117,0 5 1,-6-8 49,0 4-407,-1 3 172,7-7 16,0 14 0,-2-15-108,-4 5 73,11 4-467,-11-8 261,13 5 173,-7-7 1,6 6-731,-1 0 263,8 0 289,-3-6 0,7-2 376,0-4 0,0-4 0,0-7 0</inkml:trace>
  <inkml:trace contextRef="#ctx0" brushRef="#br0" timeOffset="234">173 35 7569,'0'-10'25,"0"-5"279,0 13 253,0-6-127,0 8-130,-7 0 0,5 8-86,-4 4 1,-2 11-93,3 6 0,-1 3 84,6 3 1,-6-1-24,0 1 1,1 0-276,5-1 1,0-5-157,0 0 1,0-2-348,0 2 0,0-3 324,0-2 1,0-5-415,0 4 1,7-6 45,5-5 639,-4 3 0,7-5 0,-6 7 0</inkml:trace>
  <inkml:trace contextRef="#ctx0" brushRef="#br0" timeOffset="659">537 173 7569,'9'0'278,"-1"0"-26,-8 0 1,0 2 112,0 4 200,0-4-156,0 13-276,0-5 99,0 7-282,0 1 46,0-1 0,2-2-37,4-3 0,-4-3 35,3-3 0,5-2 64,1 8 0,1-7-119,5 7 1,-9-6 49,9 5 0,2-7-77,5 2 0,-1 3 103,-6 3 0,0-3-59,0 3 0,1-6 55,-1 5 2,0 1-22,-7 5-11,-2 0 222,-8 1 1,-8-3-61,-4-3 0,-5 1-111,-6-7 1,2 5 21,-8-5 0,6 2-238,-6-2 0,8-5-113,-2 5 1,-2-4-162,2-2 1,0 0 68,6 0 1,5-2-270,1-4 0,7 3 82,-2-9 577,4 1 0,2-14 0,0-2 0</inkml:trace>
  <inkml:trace contextRef="#ctx0" brushRef="#br0" timeOffset="850">589 243 7569,'0'-10'-18,"-6"0"422,0 5 688,0 3-353,6-6-231,0 0-467,0 6 36,8-5 1,-4 7 59,7 0 0,7-6-99,5 0 1,2 0-153,-2 6 0,2-5-352,3-1 0,5 0 100,-4 6 1,-2 0-378,2 0 0,-8-2 743,2-4 0,4 5 0,0-7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6.2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35 6078,'0'-9'1165,"0"1"1,0 6-799,0-3 837,0 3-97,0-6-537,0 8-249,0 0-183,-8 0 0,-2 8-26,-7 3 0,-6 6-84,0 6 0,-2-3 120,2 3 0,4-4 35,-4-2 1,5 6-699,7 0-416,-4 0 1,7-5 184,-4-1 1,5-5-1000,7-1 600,0 1 634,0 5 511,0-8 0,0-9 0,0-9 0</inkml:trace>
  <inkml:trace contextRef="#ctx0" brushRef="#br0" timeOffset="216">1 70 6845,'0'-11'1296,"0"-1"-944,0 8 0,2-4-169,3 8 1,-1 0 327,8 0 0,-8 8-158,1 4 0,3 3-138,-2 2 0,5 1-76,-5-1 1,6 0-1,-7 1 0,9-1-553,-3 0 1,5-5-812,1-1 1,-5 1 1224,-1 5 0,1 0 0,5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3.4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191 225 7569,'9'-8'100,"1"0"83,-4-3 1,-4 1 229,3 5-365,-3 3 64,-2-6-205,0 8 36,-7-8 14,-3 6 1,-7-5 38,-1 7 1,1 2 56,0 3 1,0-3-97,-1 4 1,1 2 166,0-3-84,-1 9 32,1-4-111,0 7 1,7-6 30,4 1-5,5-8 27,1 11 0,1-11 3,5 7 0,-2-7-26,8 2 0,-7 2 22,7-2 0,-1 1-4,7-1 0,-1-4-6,0 4 0,1 1-3,-1-1 0,0 6 1,0-7 0,3 7-2,3-6 0,-4 5-9,4-5 0,-10 6 14,-1-7 0,-6 7 155,5-6-144,-7 7-8,4-3 1,-14 1 1,0 1 0,-7-8 121,1 1 0,-3 3-78,-2-2 0,-3 0-36,-3-6 1,4 5-132,-4 1 0,4 0 68,2-6-260,-1 0 0,1 0-49,0 0 268,7 0 1,-3-2-89,7-4-468,0 4 0,6-13 644,0 3 0,8-3 0,1-2 0</inkml:trace>
  <inkml:trace contextRef="#ctx0" brushRef="#br0" timeOffset="341">87 17 7569,'10'-2'93,"-5"-3"46,-3 3-22,-2-6 159,0 8 122,0 0 1,0 10-138,0 7 0,0 2-55,0 10 0,0-4-23,0 10 1,0-5-1,0 11 1,0 1-146,0-2 0,2 3-155,4-3 1,-4-4-118,4 5 0,1-5-416,-1-1 1,6-1 339,-7 1 0,7-2-376,-6-5 0,5 3 686,-5-8 0,7 0 0,-3-5 0</inkml:trace>
  <inkml:trace contextRef="#ctx0" brushRef="#br0" timeOffset="794">502 208 7569,'0'-10'823,"8"2"-477,-6 8-163,5 0 1,-7 2-107,0 4 1,0-2 92,0 7 1,-5 1 12,-1 5 1,-6 0-1,7 1 1,-1-1 22,6 0 1,0-5-197,0-1 0,0 1-337,0 5 0,2-5 166,3-1 1,-1-5 93,8 6 0,-6-7 39,5 7 0,1-6 57,5 5 1,-6-5-15,1 5-22,0 1-34,5 5 1,-6-1 63,1-5-10,-8 5 1,3-13 1,-7 9 4,0-8 0,0 5-8,0-3-11,0-4 1,-7 6 151,-5-8-176,-3 7 0,-2-5-200,-1 4 1,1-4 102,0-2 0,-1-6 100,1 0 0,6-5-410,-1 5 0,6-5 44,-5 5 1,7-8-115,-2 3 1,4 1-60,2-1 560,0-1 0,0-13 0,0-2 0</inkml:trace>
  <inkml:trace contextRef="#ctx0" brushRef="#br0" timeOffset="974">537 225 7569,'7'-10'193,"-5"-5"371,6 13-289,-8-13 146,0 13-145,0-6-136,0 8 1,8 0 42,3 0 1,-1 0-247,1 0 0,1 0 121,5 0 1,0 0 124,1 0 1,-1 0-317,0 0 1,-5 6-1163,-1-1 0,-1 3 1295,1-2 0,13-4 0,-5 6 0</inkml:trace>
  <inkml:trace contextRef="#ctx0" brushRef="#br0" timeOffset="1425">865 294 7569,'0'-17'308,"0"-1"0,0 7 59,0-1-344,0 9 1,2-7 129,4 4 0,-2 4 30,7-4 1,-5 5-1,6 1 1,-1 0-235,6 0 0,-5 0 1,-1 0 1,1 7 94,5 5 1,-1 5-31,-5 6 0,-1-2 48,-4 8 1,-5-2-31,5 2 0,-4 3 50,-2-3 0,0 2-12,0-2 0,-6-4-13,1-8 0,-9 0-224,3 1 1,1-3 35,-2-3 0,1-3 132,-6-3-232,-1-4 145,1 6-75,0-16 122,-1-2 1,9-7 13,1 7 1,10-3 135,4 7-108,3 0 0,9 6 79,-1 0 1,-5 0-50,-1 0 1,-1 2-29,1 4 1,5-4-91,-5 4 0,3-2 101,-3 1 1,5-3-4,-5 4 1,4-4-3,3-2 1,-1 0-1009,0 0 1,-5-2 995,-1-4 0,1-3 0,5-9 0</inkml:trace>
  <inkml:trace contextRef="#ctx0" brushRef="#br0" timeOffset="1775">1298 329 7569,'0'-10'948,"0"2"-752,0 8 98,0 8 1,-6 2-14,0 7 1,0 0 50,6 0 1,0 1-245,0-1 1,0 2 59,0 4 1,0-3-182,0 3 101,0-4 0,8-4 299,3-3-186,5 3 1,1-13-352,0 4 0,1-4 14,-1-2 1,-5-8-267,-1-4 93,1-3 1,-1-2 166,1 0 0,-9-1-160,3 1 1,-4 0 93,-2-1 0,-2 1 115,-4 0 1,-3 1-60,-8 5 0,-1-3 90,1 9 23,0-1 0,-1 6 95,1 0 1,6 0-217,-1 0 1,8 2-65,-2 4-487,5-4 467,1 13 1,1-13 263,5 4 0,11 3 0,10 1 0</inkml:trace>
  <inkml:trace contextRef="#ctx0" brushRef="#br0" timeOffset="2102">1609 363 7569,'0'-9'-1487,"0"1"2495,0 0-122,0 6-454,0-5 0,-6 9-142,0 3 1,1-1-53,5 8 0,0-1-43,0 6 0,0 1-12,0-1 1,0 0-39,0 1 1,0-1-160,0 0 92,7 1 1,3-3-64,7-4 0,0-3-71,1-8 0,-7 0 56,1 0-111,-1 0 0,1 0 48,-1 0 1,-7-8 91,2-3 1,-4 1-138,-2-1 0,0-1-311,0-5 1,-6 0 154,0-1 1,-7 3-67,1 3 0,-3-3 271,-2 4 0,-1 3-40,1 2 1,6 2-81,-1-1-88,8 3 39,-11-6 61,13 8 1,-4 0-185,12 0 1,4 0-13,7 0 363,0 0 0,0 8 0,1 1 0</inkml:trace>
  <inkml:trace contextRef="#ctx0" brushRef="#br0" timeOffset="2371">1851 363 8211,'-12'8'526,"1"3"0,5 5-242,-5 1 0,7 2-101,-2 4 1,4-3 11,2 3 0,0-4 21,0-2 1,8-2-116,3-3 1,-1 1-111,1-7 0,3 0-79,9-6 1,-4 0 83,4 0 0,-4-2-179,-1-4 0,-1-3 98,0-9 1,-1 1 68,-5 0 0,-3 0 2,-8-1 1,0 1-529,0 0 1,-2 1 220,-4 5 0,-5-5 43,-12 5 1,1 3 104,-6 2 1,6 4 25,-1 2 0,-2 2-137,2 4 1,2-2-45,10 8 328,-5-1 0,14 6 0,-5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9.5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35 7569,'9'-2'934,"-3"-3"0,-2 3-713,2-4 1,-2 4 276,7 2-222,1 0-93,13 0-166,-6 0 1,6-2 162,-8-4 4,8 4-47,-6-5 1,8 7 183,-4 0-1020,-3 0-1032,4 0 1126,-14 0 0,5 5-595,-3 1 1200,-4 8 0,7-12 0,-5 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9.6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0 9860,'12'0'1055,"-1"0"-826,-7 0-46,11 0 130,-5 8 1,13-6-25,0 4 0,8-2-83,-2 1 1,-2-3-1264,1 4 0,-1-4 239,2-2 657,4 0 161,-14 0 0,14 0 0,-6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8.7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35 156 7569,'0'-10'20,"0"2"272,0 1 29,0 5-77,0-6-61,-8 8 1,6 8 2,-4 3 1,-1-1-4,1 1 1,0 1-1,6 5 1,0 1-3,0-1 0,0-6-194,0 1 1,0-6-2,0 5 8,0-7 0,8 4-90,3-8 1,-1 0 77,1 0 1,-1-2-62,2-4 1,1-4 10,-7-7 1,5 0 58,-5 0 0,0-1-148,-6 1 0,0 0-329,0-1 1,0 7 219,0-1 0,-2 1 1,-4-6 0,2 5 297,-7 0 1,5 7-103,-5-7 75,7 8-96,-4-3-30,8-1 145,0 6 0,2-6 145,4 8 1,1-2-112,5-3 0,3 3-56,-3-4 1,3 4 35,2 2 1,-5 0-47,0 0-10,-1 0-15,6 0 235,1 0-122,-9 0 0,-1 2 292,-8 4 1,0-2-140,0 7 0,0 1 35,0 5 1,-6 6-178,0 0 1,-7 2 27,1-2 0,3 2 26,-3 4 1,3 4-12,-3-5 0,-3 5-170,3 2 0,3-7 53,-3 1 1,8-6-391,-1 6 0,-3-2 44,2 2 0,0 2-125,6-8 0,0 6-234,0-6 1,0 0-108,0-6 795,0 0 0,0 1 0,0-1 0</inkml:trace>
  <inkml:trace contextRef="#ctx0" brushRef="#br0" timeOffset="261">346 398 7569,'0'9'367,"0"-1"40,0 0-247,0 1 1,-6 9 161,0-1 0,1 0-92,5 1 0,0-1-191,0 0 1,2-5 88,3-1 0,5-5 55,7 6 1,1-9-10,-1 3 0,6-6-294,0-6 0,2-3-46,-2-9 1,-4 1-143,4 0 0,-9 0-25,-3-1 0,-7 1 158,2 0 1,-4-1-56,-2 1 1,-8 2 72,-3 3 0,-7 5 45,-5 7 0,-2 0-86,-4 0 1,-3 1-400,3 5 597,4 4 0,-15 7 0,3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37.7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35 7569,'0'-9'-410,"0"-7"410,0 14 69,0-5 77,0 7 0,-6 2-47,0 3 0,-1-1 54,1 8 1,2-1 25,-7 7 0,-1-1-67,-5 0 1,1 2 25,5 4 0,-4-9-44,3 3 0,2-3 111,-1 3-142,-1 0 0,3-5-267,3-1 250,-4-7 69,8 4-40,-5-8 1,9 0-29,3 0 0,5 0 79,7 0 0,1 0-63,-1 0 1,0 0 10,1 0 0,5 0-25,0 0 1,0 0-113,-6 0 1,6 0 48,0 0 1,0 0-51,-6 0 1,1 0-591,-1 0 273,0 0-79,1 0 0,-7 0-117,1 0 190,-8 0 387,3 0 0,-7-8 0,0-1 0</inkml:trace>
  <inkml:trace contextRef="#ctx0" brushRef="#br0" timeOffset="231">312 104 7569,'0'-9'-493,"0"-6"768,0 5-112,0 0 1,0 1 19,0 3 1,2 4 183,4-4-129,-4 4 0,5 10 96,-7 4 1,-2 3-158,-3 2 0,1 2-108,-8 4 0,7-3-31,-7 3 0,6 2 92,-5-2 1,7 6-517,-2-6 1,4 0 249,2-6 1,0 0 84,0 1 0,0-1-737,0 0 788,0-7 0,8 5 0,1-5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51.1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225 294 7569,'0'-9'39,"0"-7"1,0 7 121,0-8 0,2 1 55,4 5 1,-5-5-34,5 5 1,-4 1-52,-2-1 0,0 5 281,0-6-376,-8 8 1,-1-3 16,-8 7 0,-1 0-64,1 0 0,0 6 97,-1-1 0,-5 9 7,0-3 0,6 5-145,5 1 0,3-6 88,-3 1-107,5 0 1,7 5 80,0 0 0,0-5-93,0-1 1,7-5 110,5 5 0,3-5 0,3 6 0,-1-8-164,0 1 1,0 3-39,1-2 1,-1 5 98,0-5 1,1 8 39,-1-3 0,0 3 0,0-3 1,-7 4-14,-4-3 1,2 3 156,-3 3 0,1-7-46,-6 1 0,-8-1 51,-3 7 1,-5-1-151,-1 0 0,-6 0-59,0 1 0,-6-1-57,6 0 1,-6-1 103,6-5 0,0 3-760,6-9 543,0 1 1,1-8 263,5-4 0,3-11 0,8-10 0</inkml:trace>
  <inkml:trace contextRef="#ctx0" brushRef="#br0" timeOffset="192">173 35 7569,'10'-8'868,"-3"-1"-685,-7-1 1,-2 2-1,-3 8 1,3 2 22,-4 4 1,-2 11-26,2 12 0,1 12-71,5 5 0,-6 4-88,0 2 1,-5 7-212,5 5 0,0 3-418,6 2 1,0 0 463,0 0 0,-8 0 0,-1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57.5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208 191 6142,'0'-10'1318,"0"1"-1288,0 3 1,0 4 203,0-6-92,0 8 71,0 0-95,-8 0-13,-2 0 0,-7 0-29,0 0 0,-1 2 26,1 4 0,0-2 5,0 7 0,5-5 70,1 6 1,-1-8-102,2 11 1,3-11 106,7 7-123,0-7 1,0 6 66,0-4-149,7-5 1,3 13 50,7-8 0,-1 1-85,-5-1 0,5-4-21,-5 4 1,4 1 51,3-1-24,-1 8 0,0-5 50,1 9 1,-7-7-100,1 1 0,-3-7 60,3 7-1,-5-6 39,-7 5 0,0-5 90,0 6 232,0-9-165,0 13 0,-5-12-93,-1 7 0,-7-5-44,1 5 0,2-7 97,-1 2-288,-8 4 1,-6-7-63,-4 9 1,4-8-103,8 2 0,5-4 16,1-2 0,-1 5-589,-5 1 376,7 0 1,-3-8 531,7-4 0,0 4 0,6-13 0,0 5 0</inkml:trace>
  <inkml:trace contextRef="#ctx0" brushRef="#br0" timeOffset="249">138 1 7709,'-9'0'560,"1"0"1,8 9-320,0 9 0,0 1 45,0 10 1,0 0-148,0 5 0,0 3-67,0 3 0,0-4-276,0 5 0,0-5 187,0-1 1,0-1-656,0 1 1,2-6 379,4 0 0,2-2-472,3 1 764,4-3 0,-5-7 0,7-1 0</inkml:trace>
  <inkml:trace contextRef="#ctx0" brushRef="#br0" timeOffset="632">484 191 6103,'0'-10'2478,"-7"3"-2242,5 14 1,-8 3-123,4 7 0,4-5 38,-3-1 1,3 1-70,2 5 0,2 0 66,3 1 1,-1-7-140,8 1 1,-1-3 61,7 3 1,1 3-122,4-3 0,-4-3 98,4 3 1,2-6 32,-2 5 0,0-5-95,-5 6 0,-3-7 46,-4 7 1,-1-6 29,-4 5 1,-4-5-8,3 5-196,-3-7 125,-9 12 1,-3-13-91,-7 9 0,-2-8-169,-4 2 1,3-4 87,-3-2 0,2 0-301,-2 0 0,4 0 173,-4 0 1,4-8-288,1-4 0,3 3-28,3-3 629,-3 1 0,5-14 0,-7-2 0</inkml:trace>
  <inkml:trace contextRef="#ctx0" brushRef="#br0" timeOffset="773">415 312 6103,'8'-10'1828,"-6"1"-1223,4 3-153,3 4-232,-7-6 0,13 8 23,-3 0 0,3 0-284,3 0 1,-1-5 89,0-1 0,0 0-511,1 6 1,5 0 307,0 0 0,6 0-1215,-6 0 1369,8 0 0,-5 0 0,9 0 0</inkml:trace>
  <inkml:trace contextRef="#ctx0" brushRef="#br0" timeOffset="1171">969 226 7569,'0'-10'459,"0"-5"0,0 11 22,0-8-65,0 8-242,0-3 0,0 5 197,0-4-176,0 4 0,1-6-93,5 8 0,4 0-335,7 0 265,-7 8 0,5-4-175,-3 7 0,1 1 72,-1 5 0,1 2-31,-7 5 0,0-3 39,-6 7 1,0 1-130,0 6 0,0-2 35,0-5 0,-6 3 31,0-8 0,-5 0 130,5-5 0,-8-1-14,3 0 1,-5-7 99,-1-5 1,6-3-77,-1-2 58,1 0 0,-5-2-83,5-3 1,3-5 108,8-7 1,-6 5 47,0 1-91,1-1 0,7 1-14,3-1 0,-1 8 1,8-1 0,-1 3 1,7 2 1,-1 0-7,0 0 0,0 2-205,1 3 158,-1-3 0,0 12-416,1-9 0,-1 1-29,0-6 0,0 6-199,1 0 1,-7 0 653,1-6 0,-1 0 0,7 0 0</inkml:trace>
  <inkml:trace contextRef="#ctx0" brushRef="#br0" timeOffset="1474">1314 398 7569,'0'-9'317,"0"1"149,0 8 0,-2 0-112,-3 0 1,3 8 98,-4 3 0,-2 5-183,3 1 0,-1 0-40,6 1 1,0 1-305,0 4 72,0-4 1,2 0 138,3-7 0,5-3 69,7 3 1,1-4-467,-1-8 0,0 0 158,1 0 1,-1-2-234,0-4 1,0-4 130,1-7 0,-7 0-66,1 0 1,-6-1-18,5 1 0,-7-2 45,2-4 0,-6 3 120,-6-3 1,2 4-11,-7 2 0,-1 7 111,-5 5 1,-1-3-76,1 2 0,0 0 245,0 6 1,1 2-89,5 4 1,-3-2-183,8 7-72,1 1 1,5-1-239,0 1 1,0-6 99,0 5 331,7-7 0,3 11 0,7-5 0</inkml:trace>
  <inkml:trace contextRef="#ctx0" brushRef="#br0" timeOffset="1790">1608 398 7569,'0'-9'1239,"0"1"-542,0 8-344,0 0 1,-5 2-82,-1 4 1,0 3 94,6 9 0,0-1-270,0 0-22,0 1 20,0 7 1,8-6-110,3 4 0,5-10 153,1-1 0,0-8 44,1 1 1,-1-3-516,0-2 0,6-5 158,0-1 1,-2-8-178,-9 3 1,3-4 100,-3-3 1,-5 1 1,-1 0 1,-4-1 69,-2 1 1,-2 4 21,-4-5 0,-3 11 37,-8-11 0,-1 5-16,1-4 1,-6 7 233,0 4 1,0 4-65,6 2 1,-1 0 22,1 0-73,7 0 1,3 2-24,7 4-1069,0-4 494,0 13 1,7-7 48,5 4 564,3-5 0,10 1 0,2 1 0</inkml:trace>
  <inkml:trace contextRef="#ctx0" brushRef="#br0" timeOffset="2023">1850 381 7569,'10'0'683,"-2"8"1,-8 1-489,0 9 0,0-1 261,0 0 0,2 1-117,3-1 1,-1 0-182,8 1 0,-6-1-35,5 0 0,1-7-119,5-5 1,2-3 68,4-2 0,2 0-96,4 0 0,-4-7-134,-8-5 0,4 3 128,-3-3 0,3 1-69,-10-7 1,-3 1 54,-2 0 1,-6-1-93,-6 1 1,2 0-13,-7-1 1,-3 7-65,-9-1 1,4 9 24,-4-3 1,-2 4-111,2 2 0,0 2-379,6 4 0,5-3 29,0 9 646,9-1 0,-13 7 0,7-1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36.7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35 9838,'-2'17'518,"-4"0"0,4 1-333,-4-1 0,5 0 16,1 0-38,0 8 1,0-5 111,0 3-91,7-4-35,3-10 0,13 5-120,0-8 18,8-1-103,-4-5 0,5 0-120,-3 0 135,4 0-46,-6 0 1,1 0-336,1 0 348,-8 0-546,4 0 1,-7 0 298,-1 0 1,-5-5 117,-1-1 0,-5 0-152,5 6-1643,-7-8 1998,4 7 0,-8-15 0,0 7 0</inkml:trace>
  <inkml:trace contextRef="#ctx0" brushRef="#br0" timeOffset="177">277 0 7569,'0'10'1177,"0"-3"-940,0-7 0,0 8 115,0 4 1,-2-3-102,-3 3 0,3 5-154,-4 6 0,-2 2-142,2-2 0,-5-2-201,5 8 0,0-8-115,6 2 1,0-2-1058,0 2 1418,0-3 0,8 5 0,2-8 0</inkml:trace>
  <inkml:trace contextRef="#ctx0" brushRef="#br0" timeOffset="511">640 156 7691,'-11'0'962,"-1"0"-666,8 0 1,-5 2 46,3 3 1,4 5 108,-4 7 1,5 3-349,1 3 0,0-2 42,0 8 1,5-8-224,1 2 0,7-4 106,-1-2 1,5-1-16,6-5 0,-3 3 6,3-9 0,2 1-99,-2-6 1,0-8 57,-6-3 1,4-4-62,-4-3 1,5-5 2,-11 0 1,-1-2 87,1 2 1,-7 2 27,2-8 1,-6 8-25,-6-2 1,2 4-1,-7 1 1,-1 9 58,-5 3 1,-2 4 118,-4 2 0,3 0-209,-3 0-185,4 0-473,2 8 0,1 1-11,5 9-230,3-1 1,8 0 35,0 1 881,8-9 0,2 7 0,7-7 0</inkml:trace>
  <inkml:trace contextRef="#ctx0" brushRef="#br0" timeOffset="1009">1176 173 7569,'8'-10'27,"-6"-5"0,8 7 192,-5-3 0,-3-5 71,4 5 0,-4 1 123,-2-1-46,0-1 408,0-5-470,0 0 1,-6 5 204,1 1-360,-9 7 0,4-4-113,-7 8 1,0 0 62,0 0 0,-1 2-105,1 4 0,5-2 50,1 7 1,-1 1-86,-5 5 0,2-6 6,3 1 0,-1 0 111,7 5-59,0 0 0,6 0-81,0 1 1,2-1-27,4 0 1,0 3 74,11 3 1,-7-4-103,13 4 1,-8-4 72,8-2 0,-6 1 107,-5-1 0,3-2-83,-3-3 1,-4 3-15,-3-3 0,-1-3 278,2 3 446,-4-8-1,5 11-436,-14-13 1,-3 6-172,-7-8 1,5 0 209,1 0-175,-1 0 0,-3-8-57,3-4 1,-1 3-119,7-3 1,0-1 33,6-10 1,0 4-125,0-4 1,8 1-383,4-1 0,5 4 263,6-4 1,-4 6-234,4 5 0,-2-1 175,2 7 0,-9-5-317,3 5 1,-3 0 130,3 6 1,-6 0-39,1 0 1,-6 0 174,5 0 1,-5 0 114,6 0 0,-7 6 258,7 0 0,-1 7 0,7-3 0</inkml:trace>
  <inkml:trace contextRef="#ctx0" brushRef="#br0" timeOffset="1233">1453 190 9761,'0'18'994,"0"-1"0,0 0-211,0 0-621,0 1 0,6-1-153,0 0 1,7-7 110,-1-4 0,9-4-51,2-2 1,6-2-32,-6-4 0,2 0 45,-2-11 1,-10 3-201,5-9 1,-11 2 32,5-2 1,-8 4 95,1-4 1,-10 4-75,-7 1 1,-5 3-562,-6 4 0,2-3 334,-8 8 0,2 2 115,-2 10 0,-2-2 174,8 8 0,-8 7 0,5 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36.3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174 1 9226,'-10'7'622,"-5"-5"-616,13 14 143,-14-7 0,9 3 149,-5-1-298,-3 1 46,13 5 0,-6-5 344,8-1 0,0 1-952,0 5 357,0 0 0,2-5 88,4-1 0,3-7-42,9 2 202,-1 4-8,-7-9 1,5 13-28,-4-8 9,5 7 94,1-3-95,0-1-8,-7 7 0,3-7 201,-7 9-184,8-9 45,-12 7 0,5-7 91,-7 9 0,0-7-106,0 1 1,-2-1-6,-3 6 1,-5-5 17,-7-1 0,-6-5 9,0 6 1,-2-8-987,2 1 609,3-3 1,-7-2 33,4 0-1040,12 0 596,-12-7 215,21-3 495,-14-15 0,7-2 0,-8-7 0</inkml:trace>
  <inkml:trace contextRef="#ctx0" brushRef="#br0" timeOffset="155">104 18 8612,'10'0'350,"5"0"-348,-3 0 0,9 0 110,2 0 1,2 0-578,-2 0 1,-2 0 12,8 0 0,-2 0 452,2 0 0,3 8 0,-5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35.5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327 260 7569,'18'0'-1470,"-7"-2"1131,1-4 339,-8-3 750,3-9 160,-7 9 0,-7-1-530,-5 5-243,-11 3 1,2-6-8,-8 8 1,0 6-153,-5-1 0,-1 9 186,0-3 0,7 3-16,-1-3 0,8 5 31,-2-5 1,11-1 22,6 1-220,4-7 0,2 6 46,0-4 1,8-4 104,4 3 1,5-3-70,6-2 0,-2 2-177,8 4 0,0-4-67,5 4 1,1 1 90,0-1 0,-9 6-53,-3-7 0,2 9 78,-1-3 0,-9-1 97,-9 1-63,3 1 0,-9 5-17,0 1 1,-7-1 120,-11 0 0,-7 0 195,-4 1 0,3-7-279,-3 1 1,0-3 52,-6 3 0,1 1-451,-1-7 1,2 6 185,5-7 1,3 1-483,7-6 1,7 0 210,-1 0 1,9-2 492,-3-3 0,12-5 0,3-7 0</inkml:trace>
  <inkml:trace contextRef="#ctx0" brushRef="#br0" timeOffset="200">206 53 7569,'0'-18'0,"0"7"341,0-1 115,0 8 74,0-3-171,0 7 0,-2 2-66,-3 3 1,3 13 58,-4 10 1,2 7-101,-2 5-114,4 5 0,-5 6 29,7 1 1,-6 2-101,0 4 1,0-6-446,6 0 0,0-2 309,0-10 1,2 6-1029,4-6 1,2 1 1096,3-7 0,12-7 0,-3-2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34.9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87 6804,'0'-17'642,"0"0"1,7 7-237,5 5 1,-3-3-111,3 2 1,1-2-202,11 3 1,-3 3 58,7-4 0,-4 4-73,4 2 0,-1 0-142,2 0 1,4 0-232,-4 0 1,-4 0-18,-2 0 0,2 0-921,-2 0 1230,-8 0 0,8 0 0,-4 0 0</inkml:trace>
  <inkml:trace contextRef="#ctx0" brushRef="#br0" timeOffset="157">156 226 8216,'-17'7'388,"7"-5"-388,3 6 196,7-8 0,2 0-62,3 0 1,7 0-30,11 0 0,-2-6-182,8 1 1,0-7-230,5 6 1,1-5-1139,0 5 1444,-1 0 0,8-1 0,3-3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59.8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0 294 7569,'10'0'1273,"-3"0"-772,-7 0 0,2-6 46,4 1-164,-4-1 1,13 6-41,-3 0 0,-3 0-149,3 0 1,-1 0-12,7 0 1,-1 0-93,0 0 0,6 0-153,0 0 0,1 0-571,-7 0 280,0 0 1,0-2-1255,1-4-672,-9 4 2279,7-6 0,-14 1 0,5-3 0</inkml:trace>
  <inkml:trace contextRef="#ctx0" brushRef="#br0" timeOffset="195">173 104 7569,'10'-10'2910,"-3"3"-2611,-7 7 1,-2 7 166,-3 5 1,3 11-102,-4 6 0,-2-2-607,2 1 155,1 1 123,5 6 1,-6-3 170,0-3 23,0 4-773,6-6 1,0 0-1957,0-4 2499,-7 4 0,5-8 0,-6 6 0</inkml:trace>
  <inkml:trace contextRef="#ctx0" brushRef="#br0" timeOffset="32845">847 225 7255,'-7'-10'486,"5"1"-119,-4 3-272,4 4 0,2-8 311,0 5-181,0 3 0,-6-8 195,1 4 0,-1 4-405,6-5 0,0 5 123,0-4 1,2 4-160,3-4 0,-1 4 62,8 2 0,-1 0-7,7 0 1,-5 6-46,4 0 1,-3 7-73,9-1 1,-4 5 41,-2 6 1,1-2-59,-1 8 1,-2-6-33,-3 6 1,-4-2 38,-8 2 1,0 2-6,0-8 0,-2 0 69,-4-6 0,-4-2 16,-7-3 1,0 1 1,-1-7 1,1 0 87,0-6 1,0 0-13,-1 0 1,1-2 168,0-4 1,7 2-70,4-7 0,4 5-86,2-5 0,0 5-170,0-6 1,8 3 105,4-3 1,9 2-50,2 5 1,2 3-31,-2-4 1,-2-2-127,8 3 1,-8-1-49,2 6 1,2 0-206,-2 0 1,0-2-185,-6-4 0,1 4-200,-1-4 826,0 5 0,1-7 0,-1-2 0,0-7 0</inkml:trace>
  <inkml:trace contextRef="#ctx0" brushRef="#br0" timeOffset="33095">1297 259 7560,'0'-9'906,"-2"3"-723,-4 12 1,2-2 108,-7 7 1,7 1-154,-2 5 1,4 0-12,2 1 1,0-1-25,0 0 1,2-5-137,4-1 0,4-7-52,7 2 1,6-4 126,0-2 1,6-2-153,-6-4 0,6-3 34,-6-9 0,0-1-15,-6-4 0,-1 4 0,-5-4 0,-3 3-12,-8 3 1,-2-6 18,-4 0 1,-4 6-4,-7 5 1,-6 8 84,0-1 1,-2 3-46,2 2 1,6 2-162,-1 3 1,1-1-94,6 8 238,3-1 1,0 7-35,8-1 96,8-7 0,9 5 0,10-6 0</inkml:trace>
  <inkml:trace contextRef="#ctx0" brushRef="#br0" timeOffset="33724">1729 242 7569,'18'-7'109,"-7"-3"83,1-7 0,-7-1-12,7 1 1,-6 0-37,5-1 0,-7 1-22,2 0 1,-4 5-73,-2 1 1,0-1 41,0-5-50,0 7 1,-2-3 44,-4 7 1,4-2-116,-4 3 0,-3 3 27,-3-4 1,3 4 89,-3 2 1,1 6 42,-7 0 0,7 7-68,-1-1 1,6-3 5,-5 3 0,7-1 22,-2 7 1,4-1 2,2 0 0,0 0-45,0 1 1,2 1-12,4 4 0,2-4-121,3 4 0,5-2 97,-5 2 1,5-3-141,1 3 0,-6-2 91,1 2 0,-8-4-13,2 4 1,1-9 31,-1-3-13,0 1 1,-8 3 111,-4-3 1,-4-5 171,-7-7 0,0 0-148,0 0 0,-1 0-54,1 0 1,5 0-193,1 0 149,-1-7 1,3-3-280,3-7 1,4-1 119,2 1 0,2 0 85,4 0 1,3-7-248,9 1 1,5 0-379,0 6 1,2 0 183,-2-1 0,-4 7 139,4-1 0,-4 3 183,-1-3 0,-1 3 182,0 3 0,1 4-52,-1-4 149,0-3 1,-5 7 150,-1-4-125,-7 4 264,4 2 247,-8 0 1,-6 8-273,0 3 1,-5 5 195,5 1 0,-6 0-176,7 0 1,-1 7-108,6-1-179,0 0 0,0-6-64,0 0 0,9-7 133,9-4 1,1-4-24,10-2 1,-6-2-192,6-4 0,-2-4 45,1-7 0,-3-6-112,-7 0 1,-9 0 48,-3 5 1,-4 1-112,-2 0 1,-2 5-94,-4 1 0,-5 7-109,-12-2 1,2 4 101,-8 2 0,0 2-40,-6 4 0,1 4 318,-1 7 0,1 8 0,-1 2 0</inkml:trace>
  <inkml:trace contextRef="#ctx0" brushRef="#br0" timeOffset="34403">553 329 7110,'10'-8'-71,"5"6"1,-11-11 459,8 7 1,-7-6-305,7 7 1,-8-3 53,2 2 0,1 2-38,-1-7 0,6 5 55,-7-6 1,3 7-9,-2-7 0,-4 6-4,4-5 0,-5 5-119,-1-5 1,0 5 9,0-6 1,-7 8 41,-5-1 1,-3 3-185,-2 2 0,-3 0 54,-3 0 0,2 5-32,-8 1 1,6 8 47,-6-3 1,8-1 46,-2 1 1,10-5-20,1 6 9,8-8 0,-3 11 1,9-7 10,3 3 1,-1-3 97,8-8 0,-1 6-81,7-1 0,-1 3-49,0-2 0,6-4 19,0 3 1,0 3-7,-5-2 1,-7 5 16,1-5 0,-7 8 1,7-3-2,-8 5 0,4 1-9,-8 0 1,-2 0 13,-4 1 1,-4-1-9,-7 0 1,0 1-179,-1-1 0,1-6-320,0 1-175,0-8-34,-1 3 211,1-7 0,7-7 491,5-5 0,3-11 0,2-4 0,0-7 0</inkml:trace>
  <inkml:trace contextRef="#ctx0" brushRef="#br0" timeOffset="34582">519 208 7110,'0'-18'-1032,"0"1"1401,0 0 1,0-1 332,0 1-191,0 0-144,0 7 276,0 3-437,0 7 0,0 7-38,0 5 0,0 11-22,0 6 0,-6 11-114,0 6 0,1 4-405,5 2 0,-6 6 253,0-1 0,-6 7-229,7-7 1,-3 7 165,2-7 1,2 7 182,-7-7 0,-1 9 0,-5-5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8:49.2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69 7569,'0'-9'-61,"-6"-7"-130,0 5 1,0 1 217,6-1 304,0 7 0,8-4-117,4 8 0,-1 0 94,6 0 1,-3 0 69,9 0-305,4 0 1,-2 8 22,4 3 0,-4 7-6,-8 5 1,4-2-161,-4 8 0,3-3 77,-15 3 0,7 2-78,-6-8 0,-1 6 72,-5-6 0,-7 0 77,-5-6 1,-9 1 6,-2-1 0,-6-2 3,6-3 1,-6-3 23,6-3 1,0-4 368,6 4-250,0-4 1,5-2-17,1 0-322,7 0 1,-2 0 94,12 0 1,5 0-113,12 0 1,-2 6-119,8-1 1,0 1-128,6-6 0,-1 2 21,1 4 1,-1-4-177,1 3 1,0-3 10,-1-2 1,-1 0-42,-4 0 554,3 0 0,-5-7 0,8-3 0</inkml:trace>
  <inkml:trace contextRef="#ctx0" brushRef="#br0" timeOffset="266">675 225 7569,'0'-10'49,"-8"3"0,4 7 368,-7 0 0,7 7 136,-2 5-415,-3 3 1,7 2-19,-4 1 1,6-1-139,6 0 0,-2 1 59,7-1 1,6 0 61,6 1 1,8-9-112,-2-3 0,-2-4 82,2-2 0,-2-8-146,1-3 0,3-5 77,-8-1 1,0-6-224,-5 0 1,-9-2 13,-3 2 1,-4 2-56,-2-8 1,-10 8 169,-7-2 0,-2 9-9,-10 3 1,6 7-151,-6-2 1,2 6 13,-2 6 0,4-2 16,8 7 1,2 1 0,3 5 0,4 0 217,8 1 0,8-1 0,2 0 0</inkml:trace>
  <inkml:trace contextRef="#ctx0" brushRef="#br0" timeOffset="42267">1228 415 7569,'0'-11'94,"0"-1"563,0-1-594,0-3 1,0-1-1,0 0 100,0-1 0,0 1 20,0 0 1,0-2-94,0-5 1,0 5 69,0-4 0,0-2-9,0 2 124,0 0-83,-7 6-252,-3 0 0,-7 7 84,-1 4 0,1 6 73,0 6 0,-1 4-13,1 7 0,6 0-161,-1 0 1,6-5 104,-5-1 1,7 3 40,-2 9 1,4-8-13,2 8 1,2-7 2,4 7 0,4-4-110,7-2 1,2 1 112,4-1 1,-4 0-101,4 1 0,-3 5 46,-3 0 1,0 0-97,1-6 1,-3 6 19,-4 0 0,3 0 20,-8-6 1,-1 1 39,-5-1 0,-5-5-8,-1-1 1,-8-5 114,3 5 1,-6-7-108,-6 2 0,3-4 45,-3-2 0,-2-6-33,2 0 0,0-7 167,6 1 1,5-3-92,1-2 0,7-1-87,-2 1-8,4-8 0,4 6-119,4-4 0,4 6-11,7 5 0,0-1 87,0 7 1,3-8-177,3 3 1,-4 3 49,4 2 1,-2-1-283,2 1 1,-4-6 35,4 7 0,-3-1-79,-3 6 1,0-6 194,1 0 0,-1 1 15,0 5 298,0-8 0,1 6 0,-1-6 0</inkml:trace>
  <inkml:trace contextRef="#ctx0" brushRef="#br0" timeOffset="42492">1522 277 6092,'10'0'1750,"-4"0"-1243,-12 0 0,-2 2-143,-3 3 1,-5 7-69,5 11 1,-5-4-41,-1 4 0,7 2 77,5-2 0,3 6-221,2-6 0,2-2-85,3-9 0,7 1-74,11-7 90,-4 0 1,20-10-9,-5-8 0,10-1-163,-3-16 1,-1 0 9,-5-5 0,-3-1 61,-3 1 1,-6-1-115,-11 0 0,-5 3 86,-7 3 1,-1-2 62,-5 8 1,-10 2-81,-7 10 1,-7 3-96,1 8 1,-4 2-176,-1 4 0,1 5-918,4 12 1290,-4-4 0,14 14 0,-6-6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43.4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35 7569,'-10'-10'2046,"2"2"-960,8 8-377,0 0 0,8 0-526,4 0 1,3 0 11,2 0 0,3-5 0,3-1 0,-4 0-428,4 6 0,2 0-189,-2 0 0,2 0-1283,-2 0 425,-4 0 1280,6 0 0,-8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43.5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 9070,'17'10'938,"0"-5"1,0-3-692,1-2 1,-1 0-87,0 0 1,6 0-1,0 0 0,8 0-1033,-2 0 605,4 0 1,1-2-2017,1-3 2283,-8 3 0,13-14 0,-3 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41.9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122 139 7983,'-12'6'949,"1"0"1,7 7-270,-2-1-408,-4 3 1,3 2-73,-5 1 1,-3-1-38,3 0 1,3 1-42,-3-1 0,8 0 61,-2 0 1,5-5 134,1-1-112,0 1 1,0 0-89,0-1 1,1-7 44,5 2 0,6-2 5,11 1 0,-2-3-84,8 4 0,0-4 23,5-2 1,-5 0-128,0 0 0,0 0 40,5 0 1,-5 0-297,0 0 0,-8 0 159,2 0 1,-4 0-1367,-1 0 1105,-1 0 1,-2-2-178,-3-4-278,-5 4 1,-7-7-76,0 3 0,-1 2 908,-5-7 0,-4-1 0,-7-5 0</inkml:trace>
  <inkml:trace contextRef="#ctx0" brushRef="#br0" timeOffset="185">277 243 7569,'0'-10'-485,"0"1"1126,0 3-74,0 4 472,0-6-660,0 8 0,0 2 129,0 4 0,0 6-217,0 11 0,0-2-94,0 8 1,0-6-186,0 5 1,0 1 113,0 6 1,0-6-622,0 0 1,2-8 345,4 2 0,-2-4-1764,7-2 1395,1 1 0,5-3-867,0-4 1385,1-3 0,-1-8 0,0 0 0</inkml:trace>
  <inkml:trace contextRef="#ctx0" brushRef="#br0" timeOffset="619">606 226 7569,'0'-18'782,"-2"9"-459,-4 3 1,2 4-4,-7 2-137,7 8 125,-4-6 0,2 13 65,1-3-283,-1-5 0,6 9-101,0-5 241,0-3-47,8 0-349,1-1 0,8-5 198,1 4-530,-9-4 401,7-2 1,-7-6-59,9 0 109,-9-7 49,-1 3 1,-2-9-699,-1-4 312,1 4 222,-6-6 1,-2 8-88,-3-1 1,1 1-30,-8 0 117,1-1 238,-7 1 0,9 0 75,3-1 255,-4 9-310,8-7-123,-5 15 168,14-7 0,3 8-77,7 0 1,3 0-69,3 0 1,-4 0 57,4 0 1,-4 0 92,-2 0 0,1 0-32,-1 0 1,0 0 128,1 0 0,-7 6-43,1-1 1,-3 9 122,3-3 0,-5 5 162,-7 1-262,0 0 1,0 3-14,0 3 1,0 2 179,0 3-232,-7 5 0,3-6-151,-8 8 1,3-1 57,-3 1-772,-3-1 519,13-7 0,-8 4 97,5-8-1207,3 8 651,-6-12 249,8 6-817,0-8 491,0 1 409,8-1-608,-6-8 920,13-1 0,-5-8 0,7 0 0</inkml:trace>
  <inkml:trace contextRef="#ctx0" brushRef="#br0" timeOffset="857">969 485 7569,'10'0'871,"-3"0"-595,-7 0 134,0 8-227,0 1 207,0 9 0,0-1-207,8 0 1,-6 1-276,13-1 138,-5-8 46,7-1-71,0-8 1,1 0 115,7 0 1,0-8-222,3-3 0,3-10 5,-8-2-27,-7 0 0,-3 5-132,-7 1 258,0 0 123,-6-1 1,-8 3-136,-4 4 214,-11 3 3,-4 8-174,-7 0-6,7 8 0,-6 1 31,4 8 0,4 3-751,2 3 1,6-4 368,6 4 1,-3-2 305,8 2 0,-7 4 0,3 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41.4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511 17 6651,'-11'-2'106,"-1"-3"245,1 3 1,-1-6 75,0 8 1,1 0 46,-6 0 1,-1 0 67,1 0 1,-6 8-208,0 3 1,0 7-122,6 5 0,-6-2-8,-1 8 1,-4 1-121,5 11 1,-8-5-136,2 5 1,2-5-195,-2-1 1,8-3-94,-2-3 0,6 2-1165,5-8-505,-3 0 883,13-6 1123,2-7 0,10-18 0,7-11 0</inkml:trace>
  <inkml:trace contextRef="#ctx0" brushRef="#br0" timeOffset="164">79 52 8005,'-10'0'1814,"2"2"-1631,8 4 1,2 3 34,4 9-58,-4-1 1,13 2-26,-3 4 1,5-4-1,6 4 1,-2-3-476,8-3 1,-6 0 216,6 0 1,0 1-730,6-1 1,-1-5 458,1-1 0,-6-1 393,-1 1 0,1 5 0,6-7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38.9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258 225 7569,'-18'-10'444,"1"3"-248,0 7 1,-1 0-12,1 0 0,-6 0-39,0 0 0,0 7 49,6 5 0,-1-3 37,1 3 1,2 0 157,3 5-55,-3-8-203,13 7 1,-4-12-89,12 7 0,3-7 18,9 2 0,1-4-141,4-2 1,-4 0-56,4 0 1,2 0 98,-2 0 0,6 0 83,-6 0 0,0 0-41,-5 0 0,-1 2-140,0 3 0,-5-1 16,-1 8 0,-7-1 100,2 7 0,-4-1 56,-2 0 0,0 0 109,0 1 0,-8-7-15,-3 1 1,-5-1-76,-1 7 0,-6-1-17,0 0 1,-2-1 17,2-5 0,4 3-215,-5-9 0,5 1-145,2-6 1,0 0-727,-1 0 591,1 0 0,7-8-287,5-3 1,3-5 143,2-1 579,0 0 0,0-8 0,0-2 0</inkml:trace>
  <inkml:trace contextRef="#ctx0" brushRef="#br0" timeOffset="196">171 52 7569,'10'-10'0,"-3"-5"0,-7 3 0,8 5 0,-6-1 679,6 8-90,-8 8 0,0 7-167,0 8 1,0 14-86,0-3 1,0 9-328,0 3 1,-6-6 73,0 12 0,0-10-450,6 4 1,0-5 293,0 5 1,0-8-341,0 3 1,0-5-128,0-1 0,6-7 539,0 1 0,7-8 0,-3 4 0</inkml:trace>
  <inkml:trace contextRef="#ctx0" brushRef="#br0" timeOffset="524">603 190 7569,'-7'-9'457,"5"1"4,-14 8-179,15 0 0,-9 2 517,4 4-506,4 3 0,-5 9-110,7-1 1,0 0-84,0 1 1,0 5 105,0 0 0,7 0-23,5-6 1,3 2-99,2 4 0,1-4-141,-1 5 0,-5-5 50,-1-2 0,1 0 84,5 1 0,-6-1-98,1 0 0,-8 0 58,2 1 0,-4-7-105,-2 1 1,-2-3 86,-4 3 1,2 1-352,-8-7 0,-5 6 49,-6-7 1,-2 1-84,2-6 0,2 0-88,-8 0 0,8-2-287,-2-3 1,4-11-425,1-7 1164,9-15 0,-7 1 0,7-15 0</inkml:trace>
  <inkml:trace contextRef="#ctx0" brushRef="#br0" timeOffset="700">552 173 7569,'17'0'-58,"-8"0"1,5-2 1220,-8-4-375,7 4-17,-3-5-469,7 7 0,0 2-286,1 3 0,-1-3-21,0 4 1,2 2-11,4-2 1,-3 1-138,3-1 0,-4-4-362,-2 4 1,1 1-297,-1-1 0,4 2 365,-4-2 1,4 1-18,-9 5 1,1-3 461,-1-3 0,3-4 0,-5 6 0,7-8 0</inkml:trace>
  <inkml:trace contextRef="#ctx0" brushRef="#br0" timeOffset="905">1001 277 7569,'10'0'-23,"-1"0"46,-3 0 855,-4 0-231,6 0-295,-16 0 1,0 2-91,-3 3 1,-3 5-2,9 7 0,-7 1-78,6-1 1,-5 2 22,5 4 1,0-4 18,6 5 0,0-5-50,0-2 0,8 0-6,4 1 0,3-3 14,2-3 1,2 1-183,4-7 1,-1-1 76,6-5 0,-5 0-362,6 0 0,-2 0-81,2 0 1,-2-5-270,-4-1 0,-4-2 269,4 3 0,-9 1-159,-3-8 0,-5 6-402,6-5 0,-9 5 926,3-5 0,-4-1 0,-2-5 0</inkml:trace>
  <inkml:trace contextRef="#ctx0" brushRef="#br0" timeOffset="1074">1226 260 7653,'-8'9'440,"6"6"-128,-5-5 1,5 4 39,-4 3 0,4-2 222,-4 14-263,-3-8-128,7 12-154,-14-6 108,15 0 1,-7 3-437,8-7 0,0 6 230,0-6 0,2 0-1212,4-5 689,-5-1 360,15-7 232,-7 5 0,9-5 0,-1 7 0</inkml:trace>
  <inkml:trace contextRef="#ctx0" brushRef="#br0" timeOffset="1338">1434 450 9334,'-6'17'718,"0"0"-535,0-7 398,6 5-222,0-5-134,8 7 1,2-1-295,7-5 80,0-3 63,8-8 1,-4 0-348,8 0 182,0 0-28,-2-8 1,4-2-470,-8-7 459,0 0 26,-6 0 0,-6-6-72,1-1 1,-8 1 92,2 6 1,-6 0-11,-6 0 0,-4-1 142,-7 1 1,-6 7-80,0 5 24,-8 3 0,10 2 68,-8 0 1,8 2-588,-2 3 317,4 5 1,1 7-184,1 1 1,7-1 389,5 0 0,-5 0 0,1 1 0</inkml:trace>
  <inkml:trace contextRef="#ctx0" brushRef="#br0" timeOffset="1991">1987 329 7569,'10'-8'-155,"-3"4"155,-7-7 549,0-1 0,0-5-137,0 0 0,-2 5 368,-3 0-533,-5 9 1,-7-5-78,-1 8 1,1 0-87,0 0 1,-1 0 98,1 0 1,0 2 229,0 4-230,-1 3 1,3 9-199,3-1 0,5-6 54,7 1 0,0-1-72,0 7 0,0-1-21,0 0 1,5 1 13,1-1 1,8 0 129,-3 0-255,5 1 97,1-1-1,0 0 86,0 1 22,1-1-43,-1 8 1,-5-6-95,-1 4-14,-7-4 102,4 6 133,-8-5 123,0 5-133,0-8 303,0-8-52,-8 7-220,-2-14 0,-7 5-28,0-7 0,5-2-213,1-3 60,7-5 52,-12-7 0,15-6-226,-5 0 1,6-8 137,6 2 1,-3-4-534,9-1 0,5 5 49,6 0 0,2 2-167,-2-1 0,-3 4 345,3 13 1,-4-2 43,-2 7 0,0-6 48,1 6-80,-1 1 292,0 5-240,-7 0 995,5 0 63,-13 0 306,6 7-853,-8 3 0,-2 7 658,-4 1-374,4-1-176,-5 0 73,7 8-46,0-6-148,0 14-76,0-14 1,0 6-13,0-8 134,7 1-45,3-1-272,7-7 136,8-3-2,-6-7-133,14 0 126,-14-7-27,6-3 0,-8-7-144,1-1 88,-1 1 0,-7 0-208,-5 0 1,-3-6 22,-2-1 203,0 1 0,-7 6 17,-5 0 0,-9 7-829,-2 4 1,-6 6 8,6 6 829,-8 4 0,4 15 0,-7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3.6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7569,'9'0'5321,"-1"0"-4244,-8 0-4813,0 0 3736,8 0 0,1 0 0,8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4.2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52 7569,'0'-17'0,"0"5"618,0 1 1050,0 7-1341,0-4 0,7 8-146,5 0 1,-3 6-219,3 0 0,-6 13 57,5-2 0,-1 6 126,1 0 0,3 4 18,-8 8 0,5-6-188,-5-1 0,0 1-21,-6 6 1,0-2-5,0-5 0,-2 3 142,-4-8 0,2 0 144,-7-5 1,5-7-5,-6 1 1,6-9-84,-5 3 1,5-4 106,-5-2 80,7 0-423,-4 0 153,8 0-678,0-8 0,8 5 174,3-9 1,5 8 12,1-2 1,0 3 109,1-3 1,-1 4-93,0-4 0,2-2 44,4 3 1,-3-7 111,3 6 0,-4-7 66,-2 1 1,2-3-1,5-2 1,-11 5 155,4 1 0,-3-1 92,3-5 1,-7 0 250,-5-1 710,5 9-803,-8 1 1,4 8 1064,-12 0-911,-4 8 1,-7 7-122,0 8 1,7 0 49,4-6 0,4 1-195,2-1 1,8-2-72,4-3 0,5 1-140,6-7 1,-2 0-147,8-6 0,0-8 174,5-3 0,1-7-82,0-5 0,-9 4 47,-3-4 0,-5 4 36,-7 2 0,-3-1-144,-8 1 272,0 0 1,-10 7-120,-7 4 0,-2 4 6,-10 2 0,2 0-563,-2 0 0,-1 8 65,7 4 555,-1 3 0,-1 2 0,-1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3.0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85 105 7569,'0'-18'4,"0"1"0,2 0 246,4 0 1,-4 5 202,3 0-226,5 9 6,-8-5 1,6 12 312,-8 7 0,0 5-174,0 18 1,0 5-143,0 13 0,-8 1 72,-4 5 1,3-2-88,-3 7 0,8-7-164,-1 1 1,3-8 110,2-3 1,0-10 20,0-1 1,6-3-1,-1-9 1,9-5-382,-3-7 0,5-7 122,1 2 0,0-6 107,1-6 1,-3 0-508,-4-11 1,3 4 245,-8-10 0,5-2-241,-5 2 1,-2-6 193,-10 6 0,-4 0 51,-7 5 1,0 1 17,0 0 0,-6 7 174,-1 4 1,-4 4-30,5 2 1,0 6-110,5 0 0,7 7 257,-1-1 1,8-2-124,-1 1 0,5-5-507,5 5 1,5-7 195,7 2 0,2-4 349,4-2 0,12-8 0,9-1 0</inkml:trace>
  <inkml:trace contextRef="#ctx0" brushRef="#br0" timeOffset="434">483 278 7569,'0'-18'0,"-6"7"817,0-1-496,-7 8 0,9-9 258,-8 7-132,9 0-150,-5 6-143,8 0 0,2 0-157,4 0 1,-3 0 96,9 0 1,0 0 88,5 0 1,0 0-1,0 0 1,-1 8-56,-5 4 1,3-3-367,-8 3 0,5-1-215,-5 7 0,0-7 323,-6 1 0,-8-1 134,-4 6 1,-3-1 117,-2-5 0,-1 5-103,1-5 1,0-1 2,0 1 0,-1-7 134,1 2-15,7 4-192,3-8-82,7 5 0,7-7 28,5 0 1,-3 0 110,3 0 1,0 0-91,5 0 0,0 2 43,0 4 1,1-2-2,-1 7 1,0-5 22,1 6 1,-3-1 91,-4 6 1,-1 1-59,-4-1 0,-4 6 97,4 0 1,-5 0-102,-1-6 1,-7 7-3,-5-1 1,-3 0 280,-2-6 0,-1-2-97,1-3 0,0 1-97,-1-7 0,1 6-18,0-7 1,0 1 38,-1-6 0,7 0-457,-1 0-875,8 0 1014,-3 0 1,9-6 74,3 1 0,5-7-1720,7 6 1846,1 1 0,-1-3 0,0-2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1.7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70 7569,'0'-9'0,"-2"-5"761,-4 8-125,5 1 27,-7-3-206,8 6-274,8-6 1,1 16 11,8 3 0,-5 7-146,0 5 0,-3 4 47,3 7-1,1 1-105,-7-1 0,0 3-43,-6 3 1,0-3-130,0 3 1,-6-11 134,0-6 1,-7 2 96,1-2 0,-9-6-37,-2-5 1,0-8-13,6 2 0,-1-5 209,1-1 0,2-1-105,3-5 0,4-4-149,8-7 0,2-2 51,4-4 1,4 9-131,7-3 1,6 5 52,0 1 0,8 3 89,-2 8 0,-2 0-151,1 0 1,-5 0 66,6 0 1,-8 0-89,2 0 1,-3 6 57,-3 0 1,-6 5-414,1-5 0,-6 5-543,5-5-164,-7 8 1215,4-12 0,0 13 0,1-5 0</inkml:trace>
  <inkml:trace contextRef="#ctx0" brushRef="#br0" timeOffset="249">571 1 9515,'0'25'542,"0"4"1,0 3 23,0 3 1,-6 2-297,1 3 0,-1-4-234,6 5 0,0-5-700,0-1 1,0-1 455,0 1 0,0 0-2041,0-1 2249,0-7 0,0 6 0,0-6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1.2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156 312 7569,'2'-11'-30,"2"-1"1,4-1 4,1-3 0,1 5 642,1-1 1,3 1 227,-8-7-489,7 1 0,-9 0 50,7 0-215,-7 7 1,2-4-109,-12 9 0,2-1 112,-7 6 0,-3 2-234,-9 4 1,2 3 98,-8 9 0,6-1-77,-5 0 0,6-1-5,-1-5 0,6 4 17,6-3 0,-3-2-48,8 1-9,1-7 1,6 9 53,5-7 0,4 0 42,7-6 0,0 0-92,1 0 0,5 0 82,0 0 0,6 2-92,-6 4 0,2-4 64,-2 3 0,-4 5-9,4 1 0,-10 3 63,-1-3 1,-8 11 7,2-5 0,-4 4-54,-2-4 1,-2 6 2,-4 0 1,-6 2 120,-11-2 0,2-3-54,-8 3 0,6-4-172,-6-2 1,8-1 86,-2-5 1,4 3-1022,2-9 458,-1 1 1,3-8-268,4-4 0,3-3 215,8-9 626,0-7 0,0-1 0,0-9 0</inkml:trace>
  <inkml:trace contextRef="#ctx0" brushRef="#br0" timeOffset="190">156 105 7569,'0'-18'48,"0"1"1,-6 0 158,1 0 1,-1 5 887,6 0-373,0 9-347,0-5 0,6 18 65,-1 7-220,1 0 0,-4 23-237,4 1 1,-4 11 84,4 0 0,-5 9-141,-1-9 1,0 9 113,0-3 0,0 0-891,0-6 0,0-1 68,0 1 782,8-7 0,2 4 0,7-4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8.9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0 312 7618,'10'-7'890,"-2"5"1,-6-6-453,3 8-109,-3-8 0,14 6 465,-5-3 1,5 3-371,1 2 0,0 0-81,0 0 0,3 0-365,3 0 1,-4 0 81,4 0 1,2 0-574,-2 0 0,0 0 372,-6 0 1,1 0 172,-1 0 1,-6 0-609,1 0-2422,-8 0 2998,3-8 0,-7 6 0,0-6 0</inkml:trace>
  <inkml:trace contextRef="#ctx0" brushRef="#br0" timeOffset="173">225 1 6080,'10'0'2225,"-3"2"-1536,-7 4 0,0 5-337,0 12 0,-5 6-67,-1 11 1,-8-1-53,3 7 1,1-6-335,-1 6 1,7-5-332,-2 5 0,4-12 423,2 7 9,0-9 0,0 18 0,0-5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6.9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87 8990,'-11'0'146,"-1"0"0,6 6 161,-5 0 0,1 13-254,-1-2 0,-5 4 95,5-3 1,3 1 130,2 4-198,4-4 1,2 6-277,0-8 132,0-7 0,8 3 5,4-7 1,-3 2-28,3-2 1,-1-4 68,7 3 0,-1-1 0,0 2 1,1-2 23,-1 7 0,0-5-8,0 6 37,1-1 1,-9 1 178,-3-1-72,4 1 38,-8 5 0,-2-6-172,-12 1 1,-3-2 43,-3 1 0,-5 3-364,0-9 1,-7 1 159,1-6 1,-2 6 121,2 0 0,4-3-269,8-8 1,0 1-804,-1-8 0,9-5 250,3-6 850,4-8 0,2-3 0,0-11 0</inkml:trace>
  <inkml:trace contextRef="#ctx0" brushRef="#br0" timeOffset="132">105 174 7569,'2'-10'-20,"3"4"1,-3 2-1,4-1 1,-2 3 1238,2-4-274,-4 4-642,13 2 0,-5 0-120,7 0 1,0-6-476,1 0 1,1 1 217,4 5 0,-4 0 172,4 0 0,-4 0 117,-1 0-215,-1 0 0,0 0 0,0 0 0</inkml:trace>
  <inkml:trace contextRef="#ctx0" brushRef="#br0" timeOffset="396">468 70 7754,'10'7'2192,"-3"3"-1828,-7 7 1,-6 6-148,1 1 1,-1 4 19,6-5 1,0 6 89,0-6 1,0 2-93,0-2 1,8-3-19,3 3 0,4-10-32,3-1 0,5-7-2,0 7 1,8-8-169,-3 1 0,5-3 72,2-2 0,-6-2 81,-1-3 1,-1 3-253,2-4 0,-4-2-1257,-8 3 1,1-7-183,-1 6 79,0-7 476,1 3 0,-9-1 968,-3-1 0,-4 1 0,-2-7 0</inkml:trace>
  <inkml:trace contextRef="#ctx0" brushRef="#br0" timeOffset="571">779 70 6215,'-2'17'1537,"-4"0"-706,5 1 0,-13 5-335,8 0 0,-5 8-198,5-3 1,-5 3-286,5-2 1,-6 2-117,6-8 0,1 7-646,5-1 0,0-4 483,0-2 1,2 2 265,3-2 0,5 0 0,7-5 0</inkml:trace>
  <inkml:trace contextRef="#ctx0" brushRef="#br0" timeOffset="846">1073 208 7569,'-8'17'1839,"5"3"-1495,-9 3 1,6-4-96,-5 4 0,7-2 120,-2 2 1,6-4-154,6 4 0,4-5-33,7-7 1,0-1-151,0-4 0,8-4-240,4 3 0,-2-9-239,2-1 352,-8-9 0,4 3-51,-8-12 1,1 3 47,-1-3 1,-7 4-49,-5 2 0,-5 0 19,-5-1 0,-7 1 56,-11 0 0,2 5-33,-8 1 0,0 7-97,-5-2 0,-1 4 1,0 2 1,7 0-183,-1 0 1,10 8-121,1 3 1,3-1 500,9 1 0,-7 1 0,3 5 0</inkml:trace>
  <inkml:trace contextRef="#ctx0" brushRef="#br0" timeOffset="1523">1557 225 7569,'0'-11'1379,"0"-1"-667,0 1-415,0-6 1,0-1 804,0 1-758,0 0 1,-5-1-28,-1 1 1,-8 0-135,3 0 1,1 1-1,-1 5 1,5-3 89,-6 8-472,1 1 1,-1 5 153,1 0 21,7 0 0,-9 2-8,7 3 1,0 5 98,6 7 1,0 1-38,0-1 1,2 2 8,4 4 0,3-2 19,9 8 1,-1-6-1,0 6 0,-3-6-198,3 6 0,-9 0 25,9 5 1,-4-5-17,5 0 1,-9-6 98,-3 6 1,-4-8 13,-2 2 1,0-4 134,0-2 1,-8 1-96,-3-1 1,-5-7-42,-1-5 1,0 3 101,-1-2 0,1 0 185,0-6 1,5-2-161,1-4 1,5-4-192,-5-7 1,7-2-408,-2-4 0,6-4 233,6-8 0,5 6-148,12 1 1,-2-1 137,8-6 0,0 6 26,6 1 0,-3 6-118,-3-1 0,2 6-107,-8 6 1,6-3 268,-6 8 403,0-7 860,-6 11-701,-7-6-321,-3 8 1,-7 10 50,0 7 0,-7 0 392,-5 7 1,3 0 10,-3 0 0,8-1 99,-1-6-524,3 0 1,4-1-151,3-5 1,5-3-70,7-8 1,2 0 95,4 0 1,-3-8 89,3-3 1,2-5-67,-2-1 1,-8 0-125,-9-1 0,2 1-13,-3 0 0,-1 1-192,-10 5 1,-3-3 17,-8 9 0,-8-1-132,-4 6 0,-4 0-518,-2 0 1,3 8 986,3 3 0,-11 12 0,3 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29:56.1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174 243 6594,'9'0'-410,"-1"0"772,0 0-201,-7 0-67,7 0-357,-8 0 152,0-8 86,0 6-11,0-5 0,0 5 71,0-4-37,8 4 10,-6-5-16,5 7 161,-7 0 718,0 0-248,0-8 109,0 6-145,0-13-177,0 13-252,0-14 1,-1 12 261,-5-7-53,4 7-172,-14-4 0,7 8-707,-8 0 376,-1 0 1,1 0 24,0 0 0,-1 2 52,1 4 1,0-2 95,-1 7 1,7-1 19,-1 2-20,9 3-22,-5-5 1,8 1 29,0 1 1,2-9 66,4 3 1,3-2-105,8 2 1,3-4-3,3 3 1,-4-1-23,4 2 0,-2-2 47,2 7 0,-4-1-1,5 2 1,-5 3-6,-2-4 0,-2 5-47,-3 1 0,1 0 23,-7 1 1,0-1 65,-6 0 1,-2 1-18,-4-1 0,-3 0 84,-9 0 1,-1-5-120,-4 0 1,-2-7 23,-4 7 0,-2-8 11,8 1 1,-5-3 9,5-2 0,-1 0-68,7 0 0,6-2 63,-1-3 0,8 1-2204,-1-8 558,3 8 101,2-11 919,7 5 571,3-7 0,7 0 0,0 0 0</inkml:trace>
  <inkml:trace contextRef="#ctx0" brushRef="#br0" timeOffset="198">122 70 7569,'9'-17'132,"-1"0"71,-8-1 1,2 9 300,4 3-165,-4 4 1,5 10 34,-7 3 1,0 12-5,0 6 1,0 11-138,0 7 0,-6 3-50,1 1 1,-1 1-382,6 0 1,0-2 196,0-4 0,0 2 145,0-7 0,0 5-150,0-6 0,8 6-631,3-5 637,-3-1 0,7-6 0,-5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05.2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1 7569,'-11'0'519,"-1"0"749,-1 0-779,-2 0 54,5 0 531,2 0-759,8 0 0,8 0-283,4 0 0,5 0-309,6 0 0,4 0 253,7 0 0,1 0-238,0 0 0,-3 0 111,-3 0 0,2 0-970,-8 0 0,0 2 15,-6 3 1106,0-3 0,1 14 0,-1-7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05.4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7651,'0'10'870,"8"-2"-89,3-8 0,5-6-387,1 0 0,8-1-102,4 1 1,-2 4-110,1-4 1,1-2-1,6 3 1,-6-1-2458,0 6 2274,-8 0 0,11 0 0,-5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02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173 226 7483,'2'-12'351,"4"1"0,-4 5-170,4-6 38,-4 1 0,-2-1-68,0 1 0,0 5-25,0-5-50,-8 7 0,-2-10 311,-7 8-360,0 1 1,0 5 55,-1 0 1,1 0 30,0 0 0,5 5-46,1 1 0,7 2-191,-2-2 135,4-4-77,2 13 0,2-11 53,4 7 0,-2-7 67,7 2 0,1-4-120,5-2 0,0 6 52,1-1 0,5 1 16,0-6 0,0 6-56,-6 0 0,0 5 52,1-5 1,-1 5 41,0-5 1,-1 2 221,-5-2 8,-3-4-202,-8 13 1,-2-11 116,-4 7 1,-11-1-76,-12 2 1,-2 1-14,2-7 0,-3 5-76,3-5 1,2 6-818,-2-7 1,8 1 161,-2-6 1,10 6-1093,1 0 1725,8-1 0,-3-12 0,7-3 0</inkml:trace>
  <inkml:trace contextRef="#ctx0" brushRef="#br0" timeOffset="196">191 53 7569,'-8'-17'80,"6"5"-80,-4 0 0,-3 9 871,7-5 319,-6 8-814,8 0 0,0 2-183,0 4 1,0 9-224,0 8 0,0 10 97,0 1 0,0 1-216,0 5 1,0-3 138,0-3 1,2-1 85,4-4 1,-2 3-80,7-3 3,-7 4 0,11 2 0,-5-1 0</inkml:trace>
  <inkml:trace contextRef="#ctx0" brushRef="#br0" timeOffset="542">519 139 7569,'0'-9'134,"0"-7"1,0 12-135,0-7 201,0 7 383,0-4-387,0 8 0,8 0-135,4 0 1,-3 2-100,3 4 0,-7 6 77,7 11 1,-6-4-54,5 4 0,-7 2 78,2-2 1,-4 6-8,-2-6 0,-2 2-43,-4-2 45,-4-4 0,-7 6 93,0-8 1,0-7 199,-1-4 0,9-2 215,3 1-204,-4-3-33,8 6-127,-5-8 0,14 0-131,5 0 1,3-2-24,3-4 1,-1 4-764,0-3 0,2 3 244,4 2 1,-3-2-632,3-4 413,-4 4 0,-2-6 231,1 8 0,-7 0 456,1 0 0,-1-7 0,6-3 0</inkml:trace>
  <inkml:trace contextRef="#ctx0" brushRef="#br0" timeOffset="754">848 122 8517,'-10'17'783,"5"1"0,3-1-588,2 0 0,0 0-41,0 1 0,0-1-412,0 0 1,0 6-61,0 0 1,2 0-300,3-5 1,-3-1-797,4 0 1413,-4 1 0,6-1 0,1 0 0</inkml:trace>
  <inkml:trace contextRef="#ctx0" brushRef="#br0" timeOffset="1103">1125 36 7732,'-10'7'596,"4"5"-315,-3 3 0,5 2-50,-8 1 0,6 7-36,-5 3 0,5 5 33,-5 2 0,7-1-112,-2 1 0,4-6-9,2 0 0,2-8-132,4 2 1,3-4 8,9-2 0,-1-1 104,0-5 1,1-3-133,-1-8 1,0 0 23,0 0 0,1-8 61,-1-3 0,-5 1-77,-1-2 1,-7 1-410,2-6 0,-4-1 201,-2 1 0,-2 2 51,-4 3 1,2-1 192,-7 7 0,-1 0-91,-5 6 1,-1 2 44,1 4 1,6-2-36,-1 7 0,6-1-74,-5 1 51,7 5 0,-2-9-1018,12 5 1122,-4 3 0,13-13 0,-5 6 0</inkml:trace>
  <inkml:trace contextRef="#ctx0" brushRef="#br0" timeOffset="1569">1436 157 7569,'0'-18'0,"-2"3"457,-4 3 24,4-3-295,-5 13 0,7-8 72,0 5-75,0 3 1,7-6 22,5 8 1,-3 0-164,3 0-209,-8 0 139,11 8 0,-7-4-33,3 7 9,-3 1 0,-8 5 3,0 0 104,0 1 1,-2-1-15,-4 0 1,2-1-3,-7-5 1,5 2 18,-5-7 0,5 6 101,-6-6-167,9-1-200,-5-5-134,8 0 151,0 0-38,0 8 92,0-6 9,8 6 34,1-8 0,8 2 161,1 3 0,-7-1 0,1 8 0,-3-7 258,3 7-152,3-1 1,-11 7-107,8-1 1,-9-5 190,3-1 1,-4 1-65,-2 5 0,-2-6-107,-4 1 1,3-2 13,-9 1 0,1 3 251,-7-9 0,1 7-103,0-6 0,-1-1-140,1-5 0,0 6-47,0 0 0,5 0-155,0-6 1,7 0-890,-7 0 567,8 0 148,-3 0-437,7 0-596,7 0 1,3 0 684,7 0 0,1 0 614,-1 0 0,0 0 0,0 0 0</inkml:trace>
  <inkml:trace contextRef="#ctx0" brushRef="#br0" timeOffset="1750">1730 485 7569,'9'0'4490,"-1"8"-4043,-8-6-1458,0 5 804,0 1-886,0-6 1,0 8 1092,0-5 0,0-3 0,0 6 0</inkml:trace>
  <inkml:trace contextRef="#ctx0" brushRef="#br0" timeOffset="2267">1920 243 8073,'0'-17'1956,"0"5"-1543,0 1-217,0 7 0,2-4 171,4 8-161,3 0 1,7 8-125,-5 3 1,3-1-387,-9 1 0,7 1 307,-6 5 1,1 1 38,-1-1 1,-4 6-206,4 0 1,-4 0 98,-2-6 1,-2 1 245,-4-1 1,2 0-55,-7 1 0,5-7-49,-6 1 0,9-7 173,-3 7 292,-4-8-383,8 3-462,-5-7 135,7 0 1,7 0 95,5 0 0,-3 0-416,3 0 1,5-5 211,6-1 0,0-8 39,-5 3 0,5-4-21,0-3 0,0 7-117,-6-1 1,-1 1 287,-5-7 1,4 7 203,-3-1 1,-4 7 79,-3-7 0,-1 8-80,2-2 868,-4 4-747,6 2 1,-10 2 5,-4 4 0,4 4-10,-4 7 1,4 0 26,2 1 0,0-7-147,0 1 1,8-3-224,4 3 1,3-4 66,2-8 0,2 0 123,4 0 1,-1-2-143,6-4 1,-6-4 52,1-7 1,-4 0-25,-2-1 1,-7 1 31,-4 0 1,-5-1 160,-1 1 1,-2 6-231,-3-1 0,-7 3-251,-11-3 0,-4 4-102,-7 8 0,-1 0 173,0 0 0,-1 14 247,-4 3 0,-12 12 0,-10-2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28.6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18 7569,'0'-9'619,"-2"1"197,-4 8-498,-4 8 1,-1 3 108,-1 12 0,1 4 48,-7 8 0,3 1-183,4 5 1,-3-5-98,8 4 0,1-3-132,5-2 0,7-9 92,5-3 0,11-3-180,6-3 1,3-7-40,3-5 1,-2-3-32,-5-2 1,3 0-182,-8 0 1,-6-7 129,-5-5 1,-8 2 68,2-1 0,-4-1 3,-2-5 0,-10 6-343,-7-1 0,-6 8 133,-6-2 0,-2 5 28,8 1 0,0 5-136,6 1 1,1 8-339,5-3 0,1 2 730,4-1 0,4 3 0,-5-5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27.6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225 258 7569,'0'-17'0,"0"6"473,0-1-227,0 0 0,6 1 410,0-1-127,0 9-209,-6-13 1,-2 14 79,-4-3 0,2 3-272,-7 2 0,-1 0 67,-5 0 0,-6 2-181,0 3 1,-2 5 78,2 7 0,3 0-88,-3 1 1,10-7 3,1 1 0,7-3-51,-7 3 63,8 3-145,-3-5 1,9 1 8,3 1 0,5-8 135,7 2 1,6-4-60,0-2 0,8 5 46,-2 1 1,2 0-97,-3-6 0,5 6 45,-4-1 0,2 7-8,-3-6 0,-3 5-13,-7-5 0,-7 5 39,1-5 0,-8 8 219,1-3 0,-5-1-78,-5 1 1,-5 1-9,-7 5 1,-8 0-49,-4 1 0,-4-7-142,-1 1 0,-1-3 88,1 3 0,5-2 62,0-5 1,8-3-1042,-2 4-623,3-4-287,3-2 866,8 0 1018,1-8 0,8-9 0,0-10 0</inkml:trace>
  <inkml:trace contextRef="#ctx0" brushRef="#br0" timeOffset="203">87 137 7569,'0'-25'44,"8"6"1,-4-6 453,7 8-237,-7 0 0,9 5 240,-7 0-151,0 9 1,-4-3-13,4 12 0,-4 5-57,3 12 0,-3 6-88,-2 11 1,0-1 1,0 7 0,0-2-312,0 2 0,0 2-178,0-7 0,0 7-349,0-2 0,0-2-25,0 2 0,2-6 128,4 7 541,-4-9 0,21-3 0,-4-10 0</inkml:trace>
  <inkml:trace contextRef="#ctx0" brushRef="#br0" timeOffset="567">675 172 7569,'-2'-10'933,"-4"5"-668,4-5 125,-13 8-57,5 2 0,-5 10-89,4 7 1,1 6-139,4 0 1,4 0 6,-4-6 0,5 6-74,1 0 121,0 1 0,5-7-10,1 0 0,8-5-303,-3-1 0,10-1 117,2 1 0,2 3-17,-2-8 0,-3 5 102,3-5 0,2 5-10,-2-5 0,-2 8 51,-10-3 0,3-1 12,-9 1 0,7-5 30,-6 6-4,0-9-55,-6 13 0,-8-9 7,-4 5 1,-9 1-435,-2-7 1,-8 6 177,3-7 1,1 1-580,-2-6 1,2 0 88,-2 0 0,2-2-142,4-3 1,6-1 807,0-12 0,-1-3 0,9-13 0</inkml:trace>
  <inkml:trace contextRef="#ctx0" brushRef="#br0" timeOffset="720">623 224 7569,'10'-8'1055,"-3"4"-259,-7-7-503,8 7 0,2-10-20,7 9 1,0-7-49,1 6 0,1 1-429,4 5 1,-2 0-166,8 0 0,-8 0-383,2 0 0,2 0 437,-2 0 315,0 0 0,-6 7 0,1 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30.8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18 260 7997,'-10'0'1458,"2"0"-2268,8 0 654,0 0 0,8 8 0,2 1 0</inkml:trace>
  <inkml:trace contextRef="#ctx0" brushRef="#br0" timeOffset="531">190 52 7569,'0'-11'716,"0"-1"-412,0 8 1,0-5-16,0 3-3,0 4-175,8-6 0,2 8-7,7 0 1,-5 0 69,-1 0 0,1 8-19,5 4 0,0 3-284,1 2 1,-7 1 102,1-1 1,-3 0-39,3 1 1,-5 5-17,-7 0 1,6 5 21,0-4 1,0 4 83,-6-5 0,-6 0 13,0-5 1,-5-1-12,5 0-17,-8 1 0,5-3 210,-8-3 0,5-5 123,0-7-148,9 0-188,-13 0-245,14 0 100,-5 0 1,14-2-201,5-3 1,3 1 64,3-8 1,5 6 79,0-5 1,5 1 6,-4-1 1,4-5 22,-5 5 0,6 1 64,-6-1 1,0 5 19,-5-6 1,-7 9 130,1-3 1,-7-2 160,7 2 84,-8 1 1,3 7 240,-7 3 0,-1-1-242,-5 8 1,4-1-11,-4 6 0,4 1 259,2-1-510,0 0 0,8-1 89,3-5 0,7-3-145,5-8 1,-2 0 61,8 0 0,-2-8-122,1-3 0,3-5-24,-8-1 1,-2 0 92,-9-1 1,-4 1 17,-8 0 0,0-2-18,0-4 0,-8 9-96,-4-3 0,-9 5-57,-2 1 1,-6 3-148,6 8 0,-6 0-252,6 0 1,-2 2 562,2 4 0,4-4 0,-6 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29.8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1 139 7569,'0'-17'1106,"0"-1"-654,0 9-282,0-6 0,2 7-18,3-4 8,5 5 1,2 5-47,-1-4 0,1 4-105,5-4 1,0 6-114,0 6 0,-1-2 103,-5 7 1,-3 7-72,-8 5 0,6 2 11,0-2 0,-3-2 187,-8 8 0,1-8-34,-8 2 0,3-4 4,-3-2 1,-1-5 130,7-1 264,0-7-319,6 12 1,2-14-58,4 3 1,3-3-119,9-2 1,7 0 90,4 0 0,3-5-536,3-1 0,-1-6 98,1 6 1,-6-5-73,0 5 1,-6-2-80,6 3 0,-6 1-824,5-8 1325,-6 9 0,3-13 0,-8 7 0</inkml:trace>
  <inkml:trace contextRef="#ctx0" brushRef="#br0" timeOffset="237">537 35 7569,'-8'-9'430,"6"1"-17,-13 8-175,13 0 1,-12 8 75,9 3 1,-1 5-120,6 1 0,0 6 4,0 0 1,0 6-20,0-6-42,8 0 0,-3-6 74,13 1 0,-3-3-29,14-4 1,0 3-1,5-8 1,1-1 22,-1-5 1,1 0-306,0 0 1,-7 0 80,1 0 0,-8-2 167,2-3 1,-3 3-1818,-3-4 967,0-4 0,-5 7-248,-1-9 0,-7 6 949,2-5 0,-12-1 0,-3-5 0</inkml:trace>
  <inkml:trace contextRef="#ctx0" brushRef="#br0" timeOffset="404">762 53 8465,'0'17'693,"-2"2"-75,-4 4-353,4 4 0,-11 2-88,7 0 1,-2 0-117,2 5 0,4-5-378,-3 0 0,3-6 239,2 6 0,0-2-803,0 1 0,2-1 881,3-4 0,5-3 0,7 5 0</inkml:trace>
  <inkml:trace contextRef="#ctx0" brushRef="#br0" timeOffset="809">1004 70 7569,'9'-17'501,"-1"5"-306,-8 1 0,2 7-120,4-2 62,-4 4 1,7-4 31,-3 0 0,4 1 14,7 5 1,0 0-157,0 0 0,1 5 85,-1 1 1,-5 8-216,-1-3 0,-1 5-75,1 1 100,-3 0 0,-8 0 82,0 1 1,-2-3 25,-4-3 0,-3 3-11,-9-3 1,1-3 16,0 3-133,-1-8 0,1 9 120,0-7 1,7 1-309,5-1 189,3-4 0,2 8 29,0-4 1,2-5 40,3 5 1,5 2-28,7-2 0,0 1 108,1-1 1,-1-2-97,0 7 1,3-5 190,3 6 1,-10-6 60,4 5 35,-3 1 1,-5 5 18,-3 0 0,-4 0 56,-2 1 1,-8-7-140,-3 1 1,-4-1-53,-3 7 0,-7-1-77,-4 0 0,3-5 59,-3-1 0,8-5-423,-2 6 248,-4-9-1193,7 13 13,3-14-427,9 5 1670,8-7 0,16 0 0,3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43.6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8180,'-18'0'2845,"9"0"-2094,1 0 441,8 0-798,0 0 0,8 0-174,3 0 1,12 0 0,6 0 1,-2-6-153,2 0 1,-2 1-404,2 5 0,1 0-411,-6 0 0,-1 0-2489,-6 0 1843,0 0 1391,-7 7 0,-3 3 0,-7 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43.7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0 7569,'-9'0'2161,"1"8"-599,8-6-1066,0 5 0,2-5-216,4 4 0,9-4 81,8 4 1,6-4 183,-6-2 1,8 0-790,-2 0 1,-2 0-655,1 0 0,-6 0 898,1 0 0,-4 0 0,-2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38.6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200 286 7569,'10'-7'374,"-4"-5"0,1-3 16,-1-2-212,0-1 1,0 1 611,-1 0-66,1-1-92,-6 1-546,0 0 0,-2 7 109,-4 4 0,-3 5-188,-9 1 0,1 1 82,0 5 0,0 4 106,-1 7 0,-5 0-69,0 1 0,0 1-220,6 4 1,1-10 40,5 5 0,3-5-55,8 4 1,0-5 16,0 0 0,2-3 92,4 3 1,4-3-110,7-3 1,8-4 78,4 4 1,1-4 32,-1-2 1,4 0-75,-4 0 1,-2 0-108,1 0 1,-6 2 182,1 3 1,-10-3 25,-1 4 162,-9 4 0,3-1-77,-12 9 1,-3-1 6,-8 0 0,-8 0-53,-4 1 1,-2-1-9,2 0 0,-7-1 3,7-5 1,-6 3-447,12-9 1,0 7-46,6-6 0,0-1-975,-1-5-565,9 0 1071,-7 0 894,14-7 0,2-11 0,10-8 0</inkml:trace>
  <inkml:trace contextRef="#ctx0" brushRef="#br0" timeOffset="179">148 96 7569,'10'-25'920,"5"6"-530,-13-6-43,6 8 188,-8 7 0,0 10-141,0 12 1,6 13-63,-1 9 1,1 3-309,-6 9 0,0-2 50,0 2 1,0 4-598,0-4 1,0 4 399,0 2 0,2-6 142,4 0 1,-2 0-20,7 6 0,1-7 0,5-3 0</inkml:trace>
  <inkml:trace contextRef="#ctx0" brushRef="#br0" timeOffset="513">702 183 8205,'-10'17'940,"4"0"1,-1 1-538,1-1 0,0 0-110,6 0 1,0 1-218,0-1 0,2 0 119,4 1 0,-2-1 0,7 0 0,3 1-59,9-1 0,-4-2-136,4-3 1,2 3 80,-2-3 0,0 1-126,-6-1 0,-7 3 28,-4-4 0,1-1 68,-1 2 1,0-1-86,-6 6 0,-8-5 108,-3 0 1,-7-3-7,-5 3 1,2 3-12,-8-3 1,1-5-338,-7-1 1,6 2-10,0-3 1,8 1-142,-2-6 1,4-9 429,2-9 0,-1-7 0,1-9 0</inkml:trace>
  <inkml:trace contextRef="#ctx0" brushRef="#br0" timeOffset="657">736 252 7569,'18'-17'0,"-3"5"976,-4 1-568,5 7 1,-12-10-77,7 8 0,-5 1 35,5 5-52,1 0 0,5 0 140,1 0 0,-1 0-335,0 0-950,0 0 0,7 0 315,-1 0 0,0 7-501,-6 5 1016,0-4 0,1 15 0,-1-4 0</inkml:trace>
  <inkml:trace contextRef="#ctx0" brushRef="#br0" timeOffset="915">1342 10 8428,'-12'2'99,"0"3"1,-5 7 823,-6 11-121,0 4 0,6 8-247,-1-1 0,1 1-125,0-1 0,7 7-150,5-1 0,3-5-85,2-7 0,7-6-215,5 1 0,11-10 93,6-1 0,3-9 122,3 3 0,0-10-97,-1-1 1,-7-9-697,-4 3 1,-6-5 259,-5-1 1,-4 0 11,-8-1 0,0 7-343,0-1 1,-14 8 275,-3-1 1,-18 5-142,1 5 0,1 5 2,4 7 532,8 8 0,-12-5 0,6 5 0</inkml:trace>
  <inkml:trace contextRef="#ctx0" brushRef="#br0" timeOffset="1747">1636 183 7569,'9'-18'0,"-1"7"0,-8-1 0,0 1 115,0-6 0,0 5 451,0 0 0,6 7-275,-1-7 1,9 8-70,-3-1 0,10 3-113,2 2 0,6 0 27,-6 0 0,6 7-108,-6 5 0,6 9 68,-6 2 0,0 6 30,-6-6 1,-7 8-42,-4-2 0,-4 3-180,-2 3 1,-2-3 154,-4-3 0,-9 2 140,-8-8 1,0-2 93,5-9 1,1 1-69,0-7 1,5 2 164,1-3-64,7-3 66,-4 6-229,8-8 1,8-6-404,3 0 0,7-1 29,5 1 0,-2 4-179,8-4 1,-2 2-409,1-1 0,5 3 382,-4-4 1,-4 4-202,-2 2 1,2 0 181,-2 0 0,-6-6 434,-5 1 0,-1-9 0,7 5 0</inkml:trace>
  <inkml:trace contextRef="#ctx0" brushRef="#br0" timeOffset="1963">2241 148 7569,'0'-9'1378,"-6"14"-917,0 13 0,0 3-13,6-4 0,0 0-120,0 1 1,2-1-54,4 0 1,4 0-81,7 1 0,6-7-1,0 1 1,8-8 19,-2 1 0,3-3-218,3-2 1,0-2-241,-1-3 0,-5 1-301,0-8 1,-8 7-1629,2-7 1624,-4 0 1,-7-3-110,-1 4 658,-7-5 0,-4 7 0,-10-9 0</inkml:trace>
  <inkml:trace contextRef="#ctx0" brushRef="#br0" timeOffset="2115">2500 62 7569,'-9'17'351,"3"0"0,2 1-81,-2-1 209,4 0 1,-7 8-120,3 4 1,4 2-78,-4-3 1,-1 5-474,1-4 0,0 2 192,6-2 0,0 3-863,0-3 1,0 2 269,0-2 591,8-4 0,1 0 0,9 1 0</inkml:trace>
  <inkml:trace contextRef="#ctx0" brushRef="#br0" timeOffset="2505">2794 27 9172,'10'8'472,"3"1"-323,-7 9 1,0-1-56,-6 0 0,0 1-137,0-1 0,0 0 112,0 0 0,-2 1 31,-4-1 0,-4 0-86,-7 1 1,-6-7 96,0 1 1,0-1-138,6 6 0,-1-7 114,1-4 44,7 3-109,3-7 1,7 8-235,0-4 0,9-4 56,9 3 1,-1-3 31,6-2 0,4 0 147,2 0 1,-4 0-49,-2 0 0,2 6 213,-2 0 0,-2 7-76,-10-1 1,3-3-117,-8 3 0,-1 0 82,-5 5 0,-1 0 274,-5 0 0,-4 3-112,-7 3 0,-6-2-129,0 8 0,-8-8-305,2 2 1,-2-4 135,3-2 0,-3-1-564,8-5 0,6-1 36,5-4 439,8-4 1,-4 3 145,8-10 0,16-5 0,3-7 0</inkml:trace>
  <inkml:trace contextRef="#ctx0" brushRef="#br0" timeOffset="2646">3088 459 8083,'-9'-9'904,"1"1"-2004,8 8 295,0 0 805,8 0 0,1-8 0,8-1 0</inkml:trace>
  <inkml:trace contextRef="#ctx0" brushRef="#br0" timeOffset="3124">3348 114 7569,'-18'0'580,"9"-2"885,3-4-263,4 4-852,2-6 0,8 8 84,3 0-228,5 0 0,1 8-103,0 3 1,0-1-12,1 2 0,-7-1-162,1 6 0,-8 6 47,1 1 0,-3 4-46,-2-5 0,0 2 85,0-2 1,-2-3 34,-3 3 1,-5 2 118,-7-2 0,1-6-6,5-5-75,-5-1 1,13 4 38,-9-3-114,8-4-220,-3-8 0,20-8-422,4-4 1,10-3-48,-4-2 0,8-6 306,-2 0 1,2-2 53,-3 2 1,3 3 99,-8-3 1,0 4-153,-6 2 0,1 0 597,-9-1 140,-1 9 0,-8 3 492,0 12 1,-2-2-171,-4 7 1,4 1-310,-3 5 1,3 0-294,2 0 0,2-1 84,3-5 0,5 3 11,7-8 1,3-1-99,3-5 1,-2 0-336,8 0 1,-2-7 181,1-5 1,3-3-79,-8-3 63,0 1 0,-7-6 94,-5 0 1,-3 6-160,-8 5 0,-10 3 63,-7-3 1,-2 2 82,-10 5 0,0 3-194,-6-4 0,-5 8-1073,0 9 1,-3 3 250,3 15 1016,-4 0 0,-8 5 0,0 1 0</inkml:trace>
  <inkml:trace contextRef="#ctx0" brushRef="#br0" timeOffset="3416">2241 926 7569,'-16'-11'780,"5"-1"0,-5 8-461,5-1 1,1 3-137,-1 2 1,-6 7 652,-7 5-367,1 3 0,0 8-131,0 0 0,-6 6-124,6-6 0,-7 8-465,1-2 1,2 2 205,-2-3 0,8 3-747,-2-8 1,4 6 485,1-6 0,9-6 12,3-5-822,-4-8-979,9 3 2095,1-14 0,9-11 0,8-8 0</inkml:trace>
  <inkml:trace contextRef="#ctx0" brushRef="#br0" timeOffset="3549">1878 978 7569,'0'-17'0,"2"2"0,3 3 502,-3-3 1378,14 13-1448,-7-6 1,8 16-136,1 3 1,-1-1-240,0 1 1,3 1 35,3 5 1,4 0-638,7 1 0,3-3 422,3-3 1,-2 3 177,9-3-57,-1-5 0,6 16 0,-1-3 0</inkml:trace>
  <inkml:trace contextRef="#ctx0" brushRef="#br0" timeOffset="3829">2794 926 7569,'0'-9'574,"0"1"1,0 6-426,0-4 0,-2 4-62,-4-3 770,5 3 0,-13 9-320,8 5 1,1-2-244,5 1 0,0 1-58,0 5 0,0 0-106,0 0 1,0 1-20,0-1 0,1-5 42,5-1 1,4-7 195,7 2-165,0 3-1,8-7 1,2 6-154,0-8 0,6 0 190,-4 0-65,11 0-61,-3 0 1,3-6 154,-11 0-558,3 1-975,-5 5 885,0 0 0,-2 0-1405,-8 0 626,-7 0 287,5 0 241,-13 0 650,6 0 0,-23-8 0,-5-2 0</inkml:trace>
  <inkml:trace contextRef="#ctx0" brushRef="#br0" timeOffset="3996">2967 926 7574,'-10'0'1394,"3"0"-616,7 0 0,0 8-392,0 4 0,0 9-247,0 2 0,2 2 67,3-2 1,-1-4-24,8 4 1,-6-4-1295,5-1 0,1-1 650,5 0 1,0 0 460,1 1 0,-1-9 0,0-1 0</inkml:trace>
  <inkml:trace contextRef="#ctx0" brushRef="#br0" timeOffset="4357">3330 961 7569,'0'-17'0,"0"7"1032,0-5-371,-7 13 1,3-6 168,-8 8-274,8 8-503,-3 1 98,7 9-137,0-1 0,2-6 196,3 1-27,-3-8 1,12 2-220,-9-12 0,1 2-642,-6-8 1,0 1 258,0-6 1,0-1 18,0 1 1,0 0 157,0-1 1,0-5 110,0 0 1,0 0 67,0 6 1,6 0-101,0-1 0,7 7 3,-1-1 1,-3 8 70,3-1 1,-1-3 451,7 2 0,-1 0-99,0 6 0,-5 0 405,-1 0-318,1 0 1,3 8-141,-3 4 0,1 3 27,-7 2 0,0 1-34,-6-1 1,0 6-9,0 0 1,-2 8 67,-4-2 1,-4 3-167,-7 3 1,6-4-173,-1 3 1,2-9-234,-1 10 0,1-10-1237,5 4 792,3-1 484,-6-1 1,8-2-62,0-7 329,0-9 0,8 7 0,1-7 0</inkml:trace>
  <inkml:trace contextRef="#ctx0" brushRef="#br0" timeOffset="4579">3624 1082 8101,'0'17'3101,"0"1"-2235,0-1-537,8-8-146,-6 7 1,13-14-350,-5 13 155,7-13 0,2 6 187,4-8-410,-3-8 0,10 4 246,-7-7 1,0-1 123,-5-5 1,-9 0-248,-3-1-330,4 1 1,-16 2 144,0 3 1,-9 4 9,-8 8 1,-4 0-243,-8 0 0,1 2 216,-1 4 0,-5 9 312,-1 8 0,-7 16 0,4-3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45.5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191 260 7248,'10'-2'97,"-4"-4"98,-5 4 0,-1-8 108,0 5 0,0 1-69,0-8 1,0 7 108,0-7 0,0 6 170,0-5-155,0 7-316,-7-11 37,-3 13 1,-7-6-17,0 8 1,-1 2 87,1 4 1,2-3-249,3 9 1,-1-6 66,7 5 0,-6-5-84,7 6 0,-1-7 36,6 7 0,0-6 64,0 5 0,8-7 22,3 2 1,4 1 8,3-1 1,-1 2 1,0-2 0,6-4 1,0 3 1,0 5-39,-5 1 1,-3-1 63,-3 2 0,1-7 174,-7 7-129,0-1 1,-6 7 119,0-1 0,-2-2-126,-4-3 0,-4 3-19,-7-3 1,-2 1 20,-4-1 1,2 1 20,-8-7 0,8 6-585,-2-7 0,-2 1-4,2-6-280,0 0 1,11-8 58,0-3 1,9-5 701,-3-1 0,4-8 0,2-2 0</inkml:trace>
  <inkml:trace contextRef="#ctx0" brushRef="#br0" timeOffset="193">122 87 7124,'0'-18'295,"0"1"639,0 0 169,0 0-758,0 7 0,2 2-79,4 8 1,-4 2-38,3 4 0,-3 9-1,-2 8 1,2 14-103,4-3 0,-4 7-76,4-1 1,-4-3-362,-2 3 1,0 2 238,0-1 1,0-1-848,0-5 1,5-1 475,1 1 1,2-1-662,-2 1 1104,-5 0 0,15-9 0,-7-1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48.1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33 363 9116,'-8'-9'845,"6"1"-963,-5 8-389,-1 0 147,6 0 0,-4 0-968,12 0 1328,-4 0 0,13-8 0,-5-1 0</inkml:trace>
  <inkml:trace contextRef="#ctx0" brushRef="#br0" timeOffset="418">189 52 10087,'9'0'695,"7"0"1,-7 0-660,9 0 1,-7 0-73,1 0 0,-1 0 88,6 0 0,1-2-225,-1-4 0,6 4 113,0-3 1,0 1-60,-6-2 1,-5 4 29,0-4 0,-1 4-117,6 2 199,-7 0 1,0 0 100,-5 0 0,-3 8 188,4 4 1,-6 3-126,-6 2 0,2 1 101,-7-1 0,5 2-67,-5 4 1,5-2-56,-6 8 0,8-6 20,-1 6 1,-3-6-174,2 6 0,0-8-14,6 2 0,0 2-136,0-2 0,0 0-420,0-6 1,0 1 301,0-1 1,0-5-1404,0-1 716,0-7 486,0 4 486,8-8 0,2 0 0,7 0 0</inkml:trace>
  <inkml:trace contextRef="#ctx0" brushRef="#br0" timeOffset="1100">777 121 7569,'-2'-9'271,"-4"3"159,4-4 0,-8 6 434,5-7-559,3 7 1,-6-6 221,8 5-344,0 3 1,2-12-174,4 8 0,3-1 9,9 1 0,1 4-42,4-4 0,-4-1 120,4 1 0,-2 0-66,2 6 1,-9 0-68,3 0 1,-5 2 51,-1 4 1,3-2-2,-9 7 0,1 1 26,-6 5 1,-2 0 15,-4 1 0,-3-3-18,-8-3 1,-1 3-5,1-4 0,-6 5 14,0 1 0,0-2 4,6-3 0,-1-2 93,1-5-52,7-3-187,3 14 107,7-14-76,0 5 1,7-1 45,5 0 0,3 0-101,3-6 1,-1 1 112,0 5 1,0-2-15,1 8 1,-1-7 5,0 7-11,1-1 1,-3 7 159,-4-1 1,3-5 43,-8-1 124,-1 1 0,-5 5 29,0 0 1,-7-5 7,-5-1 1,-3-1-106,-2 1 1,-8 3 32,-4-8 0,2 5-53,-2-5 1,0 2-27,-5-3 0,7-3-566,4 4 0,3-4 172,3-2-1182,0 0 0,5 0 199,1 0 1186,7 0 0,4-8 0,10-1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46.1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35 190 7569,'-11'-5'974,"-1"-1"-933,8 0 122,-3-1 0,9 5 273,3-4-288,5 4 0,7 2 11,1 0 0,-1 6-135,0-1 0,0 9 102,1-3 1,-7 7-100,1 5 1,-8-4 53,1 4 0,-5 2-35,-5-2 0,1 6 57,-8-6 1,1 0-21,-7-6 1,1 1 49,0-1 1,0-2 99,-1-3 0,7 1 50,-1-7-48,8 0-212,-3 1 0,9-5 71,3 4 0,5-4-83,7-2 0,1-6-92,-1 1 0,0-7-192,0 6 1,3-1-22,3 1 1,-4-2-222,4-3 1,-2-5-326,2 5 0,-4 1 373,5-1 1,-5 1-592,-2-2 1058,-7-3 0,5 5 0,-5-7 0</inkml:trace>
  <inkml:trace contextRef="#ctx0" brushRef="#br0" timeOffset="297">364 173 7569,'0'-11'772,"0"-1"-426,0 8-1,0-11 301,0 5-380,0 1 0,8 1 128,3 8-286,4 0 0,3 2-100,-1 4 1,-2 3 61,-3 9 0,1-1-127,-7 0 0,2 6 60,-2 0 1,-4 2-26,3-2 1,-10 2 95,-7 4 1,2 2-21,-1-8 0,1 0 80,-1-6 0,-3-5 152,9-1 1,-1-5 279,6 6-143,0-9-383,0 5 73,0-8 0,7 0-243,5 0 0,3 0-14,3 0 1,1-6-3,4 1 0,-2-9-152,8 3 1,-6 1-319,6-1 1,-8 1-360,2-2 0,-4-3 440,-2 4 1,1 1 534,-1-2 0,0 9 0,1-5 0</inkml:trace>
  <inkml:trace contextRef="#ctx0" brushRef="#br0" timeOffset="573">865 87 7569,'-9'7'1928,"-1"-3"-1257,4 8 1,-1-1-279,-5 7 1,-1-1 3,7 0 0,-6 2-107,7 4 1,-1-3-73,6 3 0,0-4 94,0-2-156,0 1 1,10-3-17,7-4 1,2 3 11,10-8 0,-6-1-175,6-5 0,0-1 46,5-5 0,-1 4-475,-4-4 0,1-2 264,-7 3 0,0-7-739,-5 6 0,-7 1-674,1 5-287,-8-8 939,3 6 949,-7-6 0,-7 1 0,-3-3 0</inkml:trace>
  <inkml:trace contextRef="#ctx0" brushRef="#br0" timeOffset="756">1021 104 10146,'0'17'1667,"0"1"-1446,0 7 1,0-6-88,0 4 0,-6 2-89,0-2 1,1 2-538,5-2 1,0-4 365,0 4 1,0-2-1107,0 2 1,0-3 1231,0 3 0,0-4 0,0-2 0</inkml:trace>
  <inkml:trace contextRef="#ctx0" brushRef="#br0" timeOffset="1922">1419 156 7569,'0'-12'-250,"0"1"464,0-1 0,0 1 163,0-1 0,0 1 77,0-7 103,0 1-35,0 0-109,0 0-294,0 7 1,-8 2-74,-3 8 0,-5 2 131,-1 4 0,-6 5 0,0 13 1,-6-3 18,6 7 1,2-6-53,9 1 0,-1-4-16,7-2 1,0 0 64,6 1-304,0-1 1,8-7-10,3-5 1,11-3-53,1-2 1,7-2-209,-1-3 1,-2-5 194,2-7 0,-8-1 83,2 1 1,-4 0-12,-1 0 1,-3-1-192,-3 1 1,-5 5-65,-7 1 516,0 7 0,-2-4-51,-3 8 1,1 8 198,-8 4 0,1 3 55,-7 2 1,7 3-148,-1 3 0,7-4-46,-7 4 0,8 4 25,-2 2 0,4-3-387,2 3 0,0-6-155,0 6 0,0-6-269,0 6 1,0-6 32,0 6 0,6-8 595,0 2 0,7-4 0,-3-1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7.9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35 138 7569,'-9'-17'0,"-5"6"331,9-1-83,-1 8 316,6-3-117,0 7-168,0-8 1,8 6 170,3-4 1,-1 10-352,1 2 1,1 7 5,5-1 1,0-3-24,1 3 0,-1-1 71,0 7 0,-5-1-160,-1 0 0,-7 1 44,2-1 0,-6 6 83,-6 0 0,2 0 9,-7-6 1,-1 1 142,-5-1 1,5-5 160,1-1-82,7-7-28,-4 11-125,8-13 0,2 6-674,4-8 1,4 0-68,7 0 0,2 0-331,4 0 0,-2-8 140,8-3 1,-6 1 733,6-1 0,0-1 0,5-5 0</inkml:trace>
  <inkml:trace contextRef="#ctx0" brushRef="#br0" timeOffset="250">399 104 7569,'0'-10'0,"0"-5"0,2 11 0,3-7 0,-1 7 0,8-2 422,-1 4 1,7 2 608,-1 0 0,0 2-743,0 4-227,-7 3 0,5 9 134,-3-1 0,-4 2-12,-3 4 1,-3-2-153,-2 8 0,-2-6 12,-3 6 1,-3-8 391,-4 2 1,-1-4-142,7-1 0,0-7 62,6 1 0,0-6 203,0 5-349,0-7 1,8 4-269,4-8 0,9-2-327,2-4 0,8-4-1132,-3-7 1,-1 2 807,2 3 1,0-3 708,6 3 0,7-11 0,2-4 0</inkml:trace>
  <inkml:trace contextRef="#ctx0" brushRef="#br0" timeOffset="611">1004 87 9316,'0'-10'1163,"0"2"-773,0 8 968,0 0 1,2 6-1068,4 0 0,-4 7 37,3-1 1,-1 3-204,2 2 0,2 1 70,3-1 0,4-5-200,-3-1 0,3 1 87,3 5 1,-1-7 111,0-5 1,6-3-266,0-2 1,2 0-816,-2 0 0,-3 0 90,3 0 0,-4-2-435,-2-3 1,-5-3-1063,-1-4 2293,-7-3 0,11 5 0,-5-7 0</inkml:trace>
  <inkml:trace contextRef="#ctx0" brushRef="#br0" timeOffset="803">1263 17 7861,'0'-9'2208,"0"1"-1542,0 8-395,0 8 1,0-4-48,0 7 1,0 6-52,0 7 0,-5 1-208,-1-2 1,-2-2 91,2 8 1,4-8-631,-3 2 0,-3 2 380,2-2 0,0 0-967,6-6 0,0 0 135,0 1 1025,8-1 0,2 0 0,7 1 0</inkml:trace>
  <inkml:trace contextRef="#ctx0" brushRef="#br0" timeOffset="1100">1557 190 7569,'10'-27'288,"-1"1"593,-3 2-582,-4 5 0,6-6 50,-8 8 0,-2 7 26,-4 5 1,2 3-73,-7 2 0,-1 0-166,-5 0 1,0 7 57,-1 5 0,3 3-135,3 3 1,-1-1 77,7 0 1,-1-5 56,1-1 0,4 1-455,-4 5-119,4-7 1,10 3-95,3-7 1,5 0 248,1-6 0,0 0-79,1 0 1,-1-2 44,0-4 1,1 4 368,-1-4 0,-6-1-74,1 1-173,-8 0 0,9 14 747,-7 3 1,0 5-130,-6 1 1,0 6-180,0 0 0,-6 6-44,0-6 0,-1 6-712,1-6 1,4 6 284,-4-6 0,4 2-2383,2-2 2551,0-4 0,-8 6 0,-1-8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7.4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277 295 7569,'0'-17'333,"0"-1"1,0 7-190,0-1 1,0 6 420,0-5-336,0 7 0,-7-4 77,-5 8 1,-3 0-204,-3 0-79,1 0 0,-6 2 152,0 4 0,0-2-8,6 7 1,-1-1 25,1 2 80,7 3-374,3-5 122,7-1 1,7 1-65,5-4 1,11-5 15,6 5 0,-2-4-37,2-2 0,-1 0 66,7 0 0,-2 0-15,-5 0 0,-1 2 16,-4 4 0,-9-4-3,3 3 0,-9 3 255,3-2-236,-7 7 1,2-3 199,-12 7 1,-9 1-88,-8-1 1,-8-6-175,2 1 0,-2-1-77,3 7 0,-5-3-278,4-3 1,-3 1 262,-3-7 1,6 0 113,0-6 0,8 0-1281,-2 0 1,12-2 1299,5-4 0,-4-11 0,1-10 0</inkml:trace>
  <inkml:trace contextRef="#ctx0" brushRef="#br0" timeOffset="175">174 87 7569,'0'-17'0,"5"0"331,1-1 574,0 9 181,-6-7-318,0 15-289,0-7 0,0 10-154,0 4 1,2 5-291,4 12 1,-5 2 63,5 4 0,-4 4-114,-2-5 1,2 5 90,4 2 1,-4-1-843,3 1 1,3-1-44,-2 1 0,7-2-1295,-1-5 2104,3 5 0,3-14 0,-1 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6.6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1 329 7569,'0'-10'4259,"0"2"-3280,0 1-635,0 5 0,1-6-125,5 8 1,-2 0-467,8 0 233,-1 0 0,6 0 26,1 0 0,-1 0-42,0 0 0,1 0-667,-1 0 1,0 0-28,0 0-1541,1 0 1211,-1-8 1054,0 6 0,-7-13 0,-2 5 0</inkml:trace>
  <inkml:trace contextRef="#ctx0" brushRef="#br0" timeOffset="172">208 0 9484,'0'12'779,"0"-1"0,-6 6-485,1 6 1,-7 8-196,6-2 0,-7 0 96,1 5 0,3-3-1045,-3 10 0,1-3-13,-7 2 0,-5-3 863,0 3 0,-8 4 0,5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4.1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87 7987,'-9'-8'1096,"-7"6"-913,7-5 1,-8 14 52,-1 5 1,9-3 233,3 3-333,-4-1 1,8 7-107,-3-1 0,3 0 84,2 1 0,2-1-133,3 0 0,-1 0 32,8 1 0,-1-1-61,7 0 1,5-1 2,0-5 0,-2 5 55,-10-5 1,5 5 44,-5 1 1,-3-6-18,-2 1 1,-4-1 277,-2 7-216,0-1 1,-6 0-128,0 1 1,-9-7 91,-3 1 0,1-7-393,-6 7 1,-2-8-96,2 2 0,0-5-271,6-1 0,-6 0 293,0 0 1,5-7-428,7-5 827,7-11 0,-11-4 0,5-7 0</inkml:trace>
  <inkml:trace contextRef="#ctx0" brushRef="#br0" timeOffset="418">191 70 7569,'17'-18'153,"-7"9"0,4-1 210,-9 4 0,9 2-36,-3-7 0,-1 7 326,1-2-381,1 4 1,5 2-256,1 0 1,-1 0-139,0 0 1,0 0-159,1 0 0,-7 0 41,1 0-120,-1 0-397,7 8 326,-9-6 397,7 6-175,-15-8 621,7 0 94,-8 0 737,0 0-1119,-8 0 1,7 2 386,-5 3 1,2 11-154,-2 7 1,2 8-116,-7-3 0,5 11-62,-5 1 1,1 6-125,-2-5 0,5 5-59,7-6 1,0 0-137,0-5 1,2-8 172,3-4 1,7-4 42,11-2 0,2-7-226,4-4 1,1-4 55,-6-2 1,4-8-105,-5-3 0,-1-5 55,-11-1 1,3-2-150,-9-4 1,1 3 21,-6-3 1,-2 4 29,-4 2 0,-3 1 134,-9 5 0,-5-3 97,0 9 0,-5-1-100,4 6 1,0 6-44,0-1 1,11 9-147,-4-3 1,5-1 119,1 2 0,3-1-1159,8 6 1333,0-7 0,0 5 0,0-5 0</inkml:trace>
  <inkml:trace contextRef="#ctx0" brushRef="#br0" timeOffset="800">848 225 7569,'-17'-17'383,"7"0"-80,-5-1 261,13 1-343,-6 0 1,8 5 194,0 1-243,0 7 0,8-4-140,4 8 1,-3 0 129,3 0 0,-1 0-210,7 0 1,-1 2 108,0 4 0,-5 3-115,-1 9 0,-7 5 39,2 0 1,-4 2 81,-2-2 1,0-2-189,0 8 0,-8-8 16,-3 2 1,-5-4 230,-1-1 1,0-1-116,-1 0 0,3-5 497,3-1-150,-3-7 366,13 4-166,-6-8-262,8 0 0,8 0-144,4 0 1,9 0-160,2 0 1,2 0 189,-2 0 1,-4-2 14,4-4 0,-4 4-1060,-1-4 1,-1 4 440,0 2 1,1-2-723,-1-3 1,-6 3 38,1-4 1103,-8 4 0,11-6 0,-5-1 0</inkml:trace>
  <inkml:trace contextRef="#ctx0" brushRef="#br0" timeOffset="1047">1229 35 7569,'0'10'1035,"0"-1"-639,0-3 0,-6 4-7,0 7 1,-1 0-151,1 0 1,4 1 289,-4-1 1,4 6-181,2 0 1,0 2-57,0-2 1,8-4-57,3 4 0,11-5-23,1-7 1,7 3-233,-1-9 0,2 1 103,-2-6 1,3 0-146,-3 0 1,2 0 95,-2 0 1,-4-2 47,-8-3 1,0 3-876,1-4-1115,-1-4 0,-7 6 857,-5-7 1,-3 5 1048,-2-5 0,0-1 0,0-5 0</inkml:trace>
  <inkml:trace contextRef="#ctx0" brushRef="#br0" timeOffset="1197">1488 87 8297,'-8'17'874,"7"-5"-516,-5-1 1,2 6-13,-2 7 0,4 4-109,-4-5 1,5 6-144,1-6 1,0 6-201,0-6 1,0 6-279,0-6 1,0 6-23,0-6 1,1 0 405,5-6 0,4 1 0,7-1 0</inkml:trace>
  <inkml:trace contextRef="#ctx0" brushRef="#br0" timeOffset="1591">1782 35 7569,'-8'-10'733,"7"3"-483,-7 7 1,10 0 741,4 0-637,-5 0 0,15 0-93,-5 0 0,3 2-269,-3 3 1,5-3-186,-5 4 0,-1 4 181,1 1 0,-5-1 100,6 1 0,-9-5 28,3 6 1,-4-7-365,-2 7 162,-8-1 0,-1 7 115,-8-1 1,-3-5-23,-3-1 0,10-1 61,-4 1-242,3 5 172,-3-7 0,7 3 35,4-1 1,6-7-3,6 2 0,4-2-332,7 1 1,0-3 98,1 4 1,5-2 98,0 2 1,0-2 111,-6 7 1,0-5 176,1 5 0,-9-5 153,-3 6 1,2-1-177,-2 7 0,-3-1 165,-8 0 1,-5 0-114,-7 1 1,-1-1-19,1 0 1,-6-5-24,0-1 0,-6 1 37,6 5 1,-2-5-390,2-1 1,10-7-686,-5 2 0,11-4-1771,-5-2 2633,8 0 0,4-16 0,10-3 0</inkml:trace>
  <inkml:trace contextRef="#ctx0" brushRef="#br0" timeOffset="1747">2093 364 7569,'10'0'1974,"-2"0"-580,-8 0-662,0-8-688,0 6-1737,0-6 1186,7 8 507,3 0 0,15 0 0,2 0 0</inkml:trace>
  <inkml:trace contextRef="#ctx0" brushRef="#br0" timeOffset="2290">2353 104 7569,'-10'-17'0,"3"5"672,7 1 164,0-1 1,0 1 16,0-1-590,0 8 0,7-3-231,5 7 0,3 2 101,2 3 0,-1 5 73,-5 7 1,5 1-124,-5-1 1,-1 2-151,1 4 1,-7 2 144,2 4 0,-4 4-154,-2-5 0,0 5 275,0 2 0,-2-3-67,-4-3 1,2 2-44,-7-8 0,1 6 132,-1-6-76,-5 0 0,9-12 72,-5 1-234,-3-8-49,13 3 1,-6-8-272,8-5 0,2-4-366,4-7 1,3 0 337,9-1 0,1 1-147,4 0 0,-4-1 145,4 1 0,-4-4 302,-1 4 0,-1-4 43,0 9-18,1-3 72,-1-3 0,-6 9 758,1 3 460,-8 4-925,3 2 1,-7 2 122,0 4 0,0 3-135,0 9 0,0 5-205,0 0 0,2 0-1,4-6 0,-2-2-33,8-3 1,1 1 84,10-7 1,-2 0-144,8-6 1,-6 0-62,6 0 1,-6-8 48,6-3 0,-8 1-94,2-1 1,-6-1 91,-5-5 1,1 0-57,-7-1 1,0 1 53,-6 0 0,-2-1 20,-4 1 0,-9 0-192,-8-1 0,-2 7-275,2-1 0,-2 9-128,-4-3 0,-2 4 236,8 2 1,0 2-590,6 4 1,1-3 70,5 9 857,-5-1 0,7 7 0,-9-1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3.5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173 277 7726,'2'-12'469,"4"1"0,-4 5-105,3-5 1,-3 5-62,-2-6 1,0 6-141,0-5 1,6 5 19,0-5 1,0 5-21,-6-6 47,0 9-252,-8-5 1,-4 8 83,-11 0 0,4 0-164,-4 0 1,4 6-4,2-1 1,-1 9 119,1-3 1,7-1 14,5 1-47,-5-7 0,8 12 1,2-9 37,12 5 0,3-2 4,2-5 1,1-3-5,-1 4 1,6-2-5,0 2 1,2-3-11,-2 9 1,-4-6 17,4 5 1,-3-5-24,-3 6 20,-8-1-2,-1 6 0,-8 1 60,0-1 1,-2-6 153,-4 1 1,-5-6-150,-12 5 0,4-1-45,-4 1 0,-2 5-289,2-5 0,-6-1 141,6 1 1,0-7-466,5 2 0,1-2 277,0 2 0,5-4-548,1 3 1,7-5 863,-2-5 0,4-5 0,2-7 0</inkml:trace>
  <inkml:trace contextRef="#ctx0" brushRef="#br0" timeOffset="181">156 17 7569,'0'-9'1559,"0"1"-1353,0 8 1,0 8 171,0 3 0,0 12-78,0 6 0,0 12-261,0 5 0,0-2 17,0 2 1,-2 0-51,-4 6 0,4 0-211,-4 0 1,4-6-524,2 0 1,0-2 727,0 2 0,8 4 0,2-6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01.2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35 7421,'-10'-8'1976,"2"6"-1019,8-13-602,0 13 0,8-6-185,4 8 1,5 0-20,6 0 0,-2 0-43,8 0 1,-6 0-95,6 0 1,-8 0-211,2 0 0,-4 0-1415,-2 0 838,1 0-1196,-1 0 1969,-7 0 0,-3 16 0,-7 3 0</inkml:trace>
  <inkml:trace contextRef="#ctx0" brushRef="#br0" timeOffset="161">52 173 7569,'-9'0'1396,"1"0"1,10 0-1016,4 0 1,-3 0-39,9 0 1,5 0-161,6 0 1,6-6-769,-6 1 1,8-3 445,-2 2 0,-2 2-1996,1-7 2135,1 7 0,-2-11 0,-2 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0:59.8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35 432 7569,'-2'-9'972,"-3"3"1377,3 4-1932,-6 2-95,0 0-539,6 0-256,-5 0 0,9 0-119,3 0 0,-1 0 592,8 0 0,7 0 0,8 0 0</inkml:trace>
  <inkml:trace contextRef="#ctx0" brushRef="#br0" timeOffset="324">191 259 7569,'-10'-7'649,"3"5"1,9-12-467,3 9 0,-1-1-158,8 6 0,5-6 88,6 0 1,8-1-32,-2 1 0,-2 4 30,1-4 1,-1 4 9,2 2 0,-4 0 60,-8 0 1,1 0 94,-1 0 1,-5 2 121,-1 4 1,-7 4-87,2 7 1,-4 8-36,-2 4 1,0-2-41,0 1 1,-6 1-53,0 6 0,-5-6-179,5-1 0,-6-1-198,6 2 0,1-4-126,5-8 1,0 1-398,0-1 1,2-7-335,3-5 0,-1-3 487,8-2 0,-1-2 8,7-3 0,5-11 182,0-7 0,0-8 371,-6 3 0,8-5 0,2-2 0</inkml:trace>
  <inkml:trace contextRef="#ctx0" brushRef="#br0" timeOffset="627">744 138 7569,'0'-26'665,"0"-7"0,0 14-312,0-4-147,0 11 1,6 2 118,0 5 0,7 3-127,-1-4 0,3 4-25,3 2 1,-1 0-23,0 0 1,-1 2-64,-5 4 0,4-2-59,-3 7 0,-4 3 48,-3 9 0,3-4-83,-2 4 1,-2-4 81,-10-2 1,-2 1-111,-3-1 1,-5 0 43,5 1 0,-5-7 64,-1 1 0,6-9-78,-1 3-210,8 4-314,-3-8 389,7 5 1,7-1 99,5 0 0,5 2 8,6-3 0,-4-1-308,4 8 0,2-3 184,-2 3 0,-1 3 226,-11-3 0,3 3-46,-9 3 0,1-1 223,-6 0 1,-2 6-52,-4 0 0,-3-2-59,-9-9 1,-7 3-63,-3-3 0,-5 1 64,-2-1 1,-1 3-1932,-4-3 1791,3-5 0,-21 9 0,5-7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10.0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208 208 7569,'2'-15'397,"2"1"1035,2 3-1183,0 7 1,-8-6-54,-4 5 1,2 3-14,-7-4 1,-1 4-143,-5 2 1,0 6 29,-1-1 1,1 3 232,0-2-10,-1-4-268,1 13 157,7-13-90,3 6 0,14-8-159,5 0 1,3 0 103,3 0 0,7 0-103,3 0 0,-1 0 4,2 0 1,0 0-85,6 0 1,-3 6 59,-3-1 0,2 7-232,-8-6 292,0 7 1,-13-3-19,-5 7 0,-3 0 108,-2 1 1,-7-1-80,-5 0 1,-11 0 280,-6 1 1,0-1-78,-5 0 1,3-1 17,-9-5 0,3 5-202,3-5 0,1-3-446,4-2 470,-4-5 1,14-1 150,-4 0-2711,12 0 1815,3-7 0,8-3 715,0-7 0,8 0 0,1-1 0</inkml:trace>
  <inkml:trace contextRef="#ctx0" brushRef="#br0" timeOffset="208">139 52 7117,'0'-11'-741,"0"-1"2253,0 9-301,0-13-462,8 14-354,-6-5 1,11 14-158,-7 5 0,0 5 144,-6 6 1,0 4-137,0 8 0,0-1-216,0 1 0,0-1-85,0 1 1,-6 0-244,0-1 1,-1 1-787,1-1 0,4 1 581,-4-1 0,4-1 503,2-4 0,-7-4 0,-3-8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11.9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156 121 7569,'0'-10'170,"0"-5"1,0 11 494,0-7-315,0 7-185,0-4 0,2 8 524,4 0-453,-4 0 1,5 2-206,-7 4 0,-2 3 144,-3 9 1,3-1-108,-4 0 1,-2 1-95,2-1 1,1-6 56,5 1 0,0 0 27,0 5 0,0-6-97,0 1 0,2-6-88,3 5 1,-1-5 76,8 5 1,1-5-39,10 6 1,-4-6 82,5 5 0,0-5-13,0 5 1,-1-1-14,-6 1 0,0 3 17,0-8 0,-5 5-38,0-5 25,-9 7 0,5-3 353,-8 7 1,-10-7-165,-7-4 1,-2 1-114,-10-1 0,0 6 23,-5-7 1,-1 1 9,1-6 0,1 0-875,4 0 1,-2-2 385,8-3 0,0-5 198,6-7 1,2-3-122,3-3 330,4-4 0,8-7 0,0-1 0</inkml:trace>
  <inkml:trace contextRef="#ctx0" brushRef="#br0" timeOffset="133">104 138 7569,'17'-9'270,"-7"-7"1,3 13 1120,-7-9-939,8 8 1,-5-4-42,9 8 1,-1-5-322,0-1-55,0 0 1,1 6-169,-1 0 0,6 0-395,0 0 1,6-2-105,-6-3 1,2 3 213,-2-4 418,-4 4 0,6 2 0,-7 0 0</inkml:trace>
  <inkml:trace contextRef="#ctx0" brushRef="#br0" timeOffset="549">623 225 7445,'9'-17'-308,"1"5"418,-4 0 142,-4 1 0,5-6-90,-7-1 0,0 1 61,0 0-124,0-1 0,0 1-3,0 0 1,-5 5-125,-1 1 134,-8 7 1,11-9 103,-9 7-104,8 0 1,-5 6 74,3 0-117,4 8 1,-6 1 23,8 9 1,6-7-9,0 1 1,7 1 34,-1 10 1,-3-2-53,3 8 0,-1-6-7,7 6 0,-7 0-72,1 5 0,-8-5 63,1 0 1,-3-6-17,-2 6 0,0-8 21,0 2 1,-7-4 0,-5-1 0,-3-7 117,-3 1 1,7-8-42,-1 1 0,1-3 229,-6-2 0,1-2-180,5-3 1,-3 1-200,8-8 0,1-5-248,5-6 1,2-2 160,3 2 0,5 2 119,7-8 1,3 8-8,3-2 0,-2 2-343,8-3 1,-6 11-132,5-4 1,-6 9-630,1-4 1,-4 9 500,-2-3 1,0 4-136,1 2 733,-9 0 0,7 8 0,-7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20.3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35 121 7301,'0'-11'391,"0"-1"-155,0 8-112,0-11 1,-2 13 377,-4-4 48,4 4-402,-5 2 1,5 0-171,-4 0 82,4 0 0,-6 2-96,8 4 110,0 4 0,0 7 135,0 0-127,0 1 1,2-1-24,4 0 1,4-5-47,7-1 24,0-7 1,3 9-69,3-7 1,-4 0-49,4-6 1,-4 0-201,-2 0 0,1 0-347,-1 0 1,0-2 302,1-4 0,-1 4 104,0-3 1,-5 1-131,-1-2 349,-7 4 0,4-6 0,-8 8 0</inkml:trace>
  <inkml:trace contextRef="#ctx0" brushRef="#br0" timeOffset="175">225 87 7569,'0'-12'-51,"0"1"197,0 7 233,0-4-161,0 16 1,-2 1-8,-3 9 0,3 7-28,-4 3 1,-2-1-1,2 2 1,1 0-19,5 6 0,0-7-544,0 1 0,0-2 22,0 2 1,0-2-647,0-4 1003,7-4 0,3 6 0,7-8 0</inkml:trace>
  <inkml:trace contextRef="#ctx0" brushRef="#br0" timeOffset="559">606 104 7569,'0'-17'-9,"0"-1"1,0 7 29,0-1 0,-6 7-56,0-7 71,0 8 85,-1-4 42,-3 1-86,-7 5 0,0 0 29,-1 8 0,7 7 0,-1-1 1,1 3 14,-7 2 1,9 1-97,3-1 0,-2-6 86,3 1-192,-1 0 103,6 5 0,8-8-105,3-3 1,-1-4-44,1-2 0,1 0 88,5 0 1,0-6 32,1 1 0,-1-7-64,0 6 1,-5-1-50,-1 1 136,1 4 82,-3-6 1,-1 16-17,-8 3 0,0 7 170,0 5 1,0 2-65,0 4 0,-6 3-88,1-3 0,-1-2-3,6 2 1,0-8-82,0 2 0,0 2-400,0-2 0,0 0-301,0-6 115,0-7 0,7-2 202,5-8 366,-4 0 0,15-16 0,-4-3 0</inkml:trace>
  <inkml:trace contextRef="#ctx0" brushRef="#br0" timeOffset="925">865 52 7569,'-2'-15'0,"-4"3"0,5 3 231,-5 3 468,4 4-191,2-6-351,0 8 0,0 2-41,0 4 0,8 3-132,3 9 0,3 1-3,-3 4 0,4 4 43,-3 8 0,-4-1 99,-3 1 1,3-6-98,-2-1 0,0-1-373,-6 2 1,0-4 213,0-8 0,-8-1 92,-4-5 1,-3-3 99,-2-8 1,-6 0 119,0 0 0,0-2-24,5-4 1,1-3-14,0-9-80,-1 1 1,3 0 152,3-1-71,5 9 1,14-5-67,5 9 1,5-1-5,6 6 1,-3 6-46,3-1 0,2 3-5,-2-2 1,6-2-157,-6 7 0,5-5 57,-5 6 0,0-7 100,-5 7 1,-1-8-202,0 1 0,1 3-788,-1-2 0,-6 0 421,1-6 0,-8 2-209,2 3 752,-4-3 0,5 6 0,3-8 0</inkml:trace>
  <inkml:trace contextRef="#ctx0" brushRef="#br0" timeOffset="1180">1297 363 8122,'0'-9'1677,"0"1"0,0 6-487,0-4-533,0 4-1000,0-5-496,0 7-1815,0 0 2654,8 0 0,-6 0 0,6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23.2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191 208 7569,'0'-18'15,"-2"7"0,-2-1 382,-2-1-202,1-3 0,5-1 130,0 0-244,0-1 0,-2 1 50,-4 0 1,4 5-131,-4 1 1,4 5 14,2-5 1,-2 7 86,-3-2 0,1 4-121,-8 2 1,6 0 14,-5 0 1,-1 8 85,-5 3 0,2 5-29,3 1 0,-3 2 51,3 4 0,-1-4-67,1 4 1,5-3-61,7-3 0,0 0-4,0 1 1,0-7-139,0 1 0,2-9-221,3 3 285,5 4 1,7-8 73,1 4 1,-1-10-93,0-2 0,0-6-79,1 7 0,-7-1 86,1 6 202,-8 0-38,3 0 1,-7 9 184,0 9 0,0 1-104,0 10 1,-7-2-74,-5 1 0,4 3-5,3-8 0,-3 6-58,2-6 1,0 0-360,6-5 1,0-1 55,0 0 0,0-5-652,0-1 606,0-7 351,0 4 0,8-8 0,2 0 0</inkml:trace>
  <inkml:trace contextRef="#ctx0" brushRef="#br0" timeOffset="483">398 69 7569,'0'-17'318,"0"7"0,2-3-179,4 7 165,-4 0-143,13 6 0,-5 0 0,7 0 0,1 0-99,-1 0 0,0 0-17,0 0 1,1 0-179,-1 0 1,0 2 118,1 4 0,-3-2-74,-4 7 1,-3-5-63,-8 6 0,0-7 111,0 7 1,-2-2 23,-4 1 0,-3 3-13,-8-9 0,-1 9 30,1-3 0,-6-3 107,0-2 1,0 1 179,6-1 0,5 2 38,0-2 15,9-4-383,-5 5 1,8-5 82,0 4 0,8-4 55,3 4 1,5-3-70,1 3 1,6-2-235,0 8 1,2-7 90,-2 7 0,-4-6 91,4 5 1,-9-1 46,-3 1 1,-5 5 177,6-5 104,-9 5 1,3 1-119,-12 0 0,-3 0-91,-9 1 1,1-7 101,0 1 1,-8-6 308,-4 5 1,2-5-198,-2 5 1,8-7 42,-2 2-406,-4-4-615,8-2-1366,-6 0 1038,15 0 910,3 0 1,22 0 0,4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34.3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243 312 7569,'0'-12'293,"0"1"380,0-3-398,8-1-69,-7-3 1,7 1 599,-8 0-128,0 7 0,-2 3-251,-4 7-244,-3 0 1,-14 0-1,0 0 1,-2 7-89,2 5 1,2 5-189,-8 6 0,8-4 155,-2 4 1,3-9-74,3-3 0,7-5-44,5 6 1,3-7-121,2 7 88,0-8 1,7 3 85,5-7 1,9 0 28,2 0 0,8 0-76,-2 0 1,-2 0-121,1 0 0,-4 6 118,4 0 0,-12 7 24,1-1 0,-5-2 30,-1 1 0,-3 1 66,-8 5 0,-2 2 86,-4 4 1,0-4-56,-11 4 1,4-3-33,-10-3 1,-2-2-80,1-3 0,-1 3-119,2-3 1,4-5-56,-4-1 1,10-2-863,1 2 46,1-4 130,1-2 1,2-10-504,8-7 813,0-8 560,0 6 0,0-22 0,0 5 0</inkml:trace>
  <inkml:trace contextRef="#ctx0" brushRef="#br0" timeOffset="164">105 260 7569,'5'-35'-268,"1"1"1,2 1 532,-2 4 1,-3-2-20,9 8 1,-6 0 619,5 6-375,-7 0 129,4 7-254,-1 2 0,-5 18-71,4 7 1,-2 10 98,2 13 1,-4 5-219,3 7 0,-5 5-128,-5 1 0,3 5-625,-4-5 0,4 0 408,2-7 1,0 1-2243,0 0 2411,0 0 0,0-8 0,0-1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35.9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156 87 7569,'0'-10'86,"0"3"0,-2 7 251,-4 0 0,-1 2-249,-5 3-18,-3 5 0,11 2 77,-8-1 0,7-1 14,-7 1 17,8 5-63,-3-7 1,8 1-33,5-4 0,4 1-155,7-1 0,-3 0 106,3-6 1,-4 6-65,10-1 1,-3 3 39,-3-2 1,0-2 20,0 7 1,1-1 5,-1 1 0,-5 5 9,-1-5 0,-7-1 21,2 1 0,-4 1 68,-2 5 0,-6-5-50,0-1 0,-13 1-24,2 5 1,-6-5-113,-1-1 1,5-1-16,-4 1 0,-2-3-192,2-8 1,0 0-59,6 0 1,0 0-239,-1 0 0,3-8 112,3-3 1,5-5 441,7-1 0,-8-8 0,-2-2 0</inkml:trace>
  <inkml:trace contextRef="#ctx0" brushRef="#br0" timeOffset="157">87 104 7569,'7'-9'1028,"-5"-7"-419,6 7-242,-8-9-119,0 9 0,6-1-121,0 4 1,7 5-144,-1-5 1,3 4-61,2 2 1,1-2-255,-1-4 1,6 4-31,0-4 0,2 5-287,-2 1 1,-4 0 646,4 0 0,4 7 0,0 3 0</inkml:trace>
  <inkml:trace contextRef="#ctx0" brushRef="#br0" timeOffset="850">588 173 7569,'0'-17'-1491,"0"0"1577,0 0 155,0-1 29,0 9 51,0-7-188,0 7 1,6-3 149,0 1 174,0 7-153,-6-12 40,0 7-108,0-1-143,0 3 0,-2 7 28,-4 0 1,2 0 2,-7 0 1,5 1 2,-6 5 0,3 4-3,-3 7 0,-1 0-92,7 1 1,0-7 80,6 1 0,0-1-82,0 7 1,0-1 35,0 0 0,8 0-111,3 1 1,5-1 78,1 0 1,0 1-116,1-1 1,-7 0 82,1 1 0,-3-1-62,3 0 1,1 2-5,-7 4 80,0-3-13,-6 5 0,0-8 97,0 0-88,-8 0 22,-2 1 0,-7-3 79,0-3 1,0-5-110,-1-7 0,1 6 3,0 0 0,-1-2-15,1-10 0,6-2-6,-1-3 1,8-7-283,-2 1 143,5 0 71,8-16 0,3 12 65,7-8 1,6 8-102,0-2 0,8 2-107,-2-2 1,-4 9 129,-2-3 0,-4 4 110,-2-5 1,1 1-60,-1 0 0,-2 5 158,-3 1-68,-4-1 0,-8 1-41,0-1 0,-2 6-14,-4-5 1,0 5 54,-11-5 0,3 7-16,-9-2 1,4 4-49,2 2 1,-1 0-5,1 0 0,0 0-216,0 0-335,7 0-430,-5 0 493,13 8 262,-6 1 0,14 3 247,0-1 0,7 1 0,-3 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2.9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18 9438,'0'-10'708,"2"2"-533,4 8 0,-2 0 20,7 0 0,1 0-12,5 0 1,0 0-69,1 0 0,-1 0-119,0 0 1,0 0-550,1 0 305,-1 0 207,0 0 1,1 0-1122,-1 0 538,-8 0 303,7 0-792,-14 0 254,13 0 321,-13 0 538,6 0 0,-8 8 0,0 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3.1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9697,'17'0'693,"0"0"1,1 0-511,-1 0 1,0 0-4,0 0 1,1 0-1,-1 0 1,2 0-538,4 0 1,-4 0 280,5 0 1,-5 0-771,-2 0 1,0 2 91,1 4 0,-3-3 754,-3 9 0,11-1 0,-4 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37.8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17 190 7569,'0'-11'4,"0"-1"298,0 8-195,0-11 76,0 13 92,0-6-88,0 8 461,0 0-258,-7 8-196,5 2 1,-6 9-46,8 4 0,0-4-24,0 4 1,0-4 80,0-1-57,8-1 1,1 0-99,9 1 1,-7-7 25,1 1 1,-1-8-127,7 1 0,-1-3-16,0-2 0,0 0-185,1 0 0,-7 0-83,1 0-116,-1 0-310,7 0 1,-3-2 324,-4-3 1,-1 3 433,-4-4 0,-4-4 0,5 1 0</inkml:trace>
  <inkml:trace contextRef="#ctx0" brushRef="#br0" timeOffset="205">242 138 7569,'0'-9'900,"0"-7"-510,0 15-166,0-7 1,0 10 92,0 4 1,0 5-32,0 12 1,0-2-104,0 8 1,-6-2-197,1 2 0,-1 2-139,6-8 0,0 5-174,0-5 1,0 6 276,0-6 1,0 0 94,0-5 1,6-1-464,-1 0 0,9-1-1483,-3-5 1900,5-3 0,1-16 0,0-1 0</inkml:trace>
  <inkml:trace contextRef="#ctx0" brushRef="#br0" timeOffset="533">571 173 7569,'9'-17'111,"-1"-1"73,-8 1 91,0 0-74,0 0 28,0-1 95,0 9 92,-8 1-272,-1 8 0,-9 2 0,1 4 0,0 3 39,0 9 1,5 5 11,0 0 0,3 0-233,-3-6 0,5 6 39,7 0 1,0-6-450,0-5 328,0-1 0,2-1-56,3-4 1,-1-4 46,8-2 1,-1 0-58,7 0 1,-1-8 56,0-3 1,0-3 25,1 3 0,-7-3 80,1 8-121,-8-7 583,11 11-233,-13-6 0,6 16 85,-8 4 0,-2 3-157,-4 2 1,4 6-76,-4 0 1,-1 6-133,1-6 0,0 2-266,6-2 1,0-4-26,0 4 0,0-3 172,0-3 0,2-5-559,4-1 0,-2-7 751,7 2 0,1-12 0,5-4 0</inkml:trace>
  <inkml:trace contextRef="#ctx0" brushRef="#br0" timeOffset="883">830 173 7569,'0'-17'-77,"0"5"-38,0 1 0,0 5 231,0-6 1,0 7 219,0-7 1,0 6-63,0-5 1,2 7-106,4-2 0,-2-1-65,7 1 0,-5 0 120,5 6-210,1 0 1,5 8 82,1 3 0,-7 5-83,1 1 1,-9 6 61,3 0 1,-4 6-102,-2-6 1,0 8 24,0-3 1,-2-1 49,-4 2 1,-1-8-84,-5 2 0,-3-3 118,3-3 1,3-8 252,-3-3-324,1-4 7,-7-2-25,9 0-2,-7-8 0,14 5 106,-3-9-2,10 8-157,5-3 1,7 7 50,1 0 0,-1 0-5,0 0 0,1 0-127,-1 0 1,0 5-188,0 1 1,1 2-87,-1-2 1,0-3-297,1 9 1,-1-8 708,0 1 0,0 5 0,1 0 0</inkml:trace>
  <inkml:trace contextRef="#ctx0" brushRef="#br0" timeOffset="1030">1245 398 8374,'0'9'1521,"0"-1"-976,0-8-126,0 0 1,2 6-328,4 0-1796,-4-1 836,5-5 868,1 0 0,2 8 0,7 2 0</inkml:trace>
  <inkml:trace contextRef="#ctx0" brushRef="#br0" timeOffset="1998">1643 156 7569,'0'-18'216,"0"9"1,0-1-179,0 4 1,0 3 205,0-9 1,0 6 198,0-5-136,0-1-191,0-5 0,-2 5-90,-4 1 1,2 7 99,-7-2 0,1 6 32,-1 6 0,-5-4-73,7 13 1,-7-5 20,5 7 0,-3-5 103,9-1-229,-1 1 37,6 5 0,0-5-141,0-1 1,2-7-86,4 2 0,3-4 104,8-2 1,1 0-108,-1 0 1,0-6 39,1 0 0,-7-5 84,1 5 0,-7 0 107,7 6 175,-8 0 1,3 8-42,-7 3 0,0 12 185,0 6 0,0-2 164,0 2-238,0 0-88,0-2 0,0 3-365,0-7 1,0 6 99,0-6-1035,0 8 437,0-12 53,0 6 168,0-7 0,8-9 76,4-3 390,-5-4 0,16-17 0,-3-5 0</inkml:trace>
  <inkml:trace contextRef="#ctx0" brushRef="#br0" timeOffset="2366">1920 69 7569,'7'-17'-452,"-5"0"1106,6-1-84,-8 9-35,0 1-260,0 8-318,8 0 319,-7 0-110,15 0 1,-7 0-104,9 0 0,-7 0 17,1 0 1,-3 2-147,3 4 1,-2 1-183,-5 5 150,-3 3 1,6-5 54,-8 7 0,0-5 39,0-1 1,-2-1-15,-4 1 0,-1 5 34,-5-5 1,-3-1 4,3 1-9,-3 1 222,-3-2-203,9 5-195,1-13-9,8 13 185,0-13 0,2 8-281,4-4 121,3-4 0,9 5-58,-1-7 176,0 8-7,1-6 1,-1 7-74,0-3 63,0-4-36,1 13 0,-9-11 464,-3 8-207,-4-1 46,-2 7 1,-2-7 320,-4 1-406,-3-1 1,-10 12-111,-4 0 1,-4 2-160,-8-2 0,0-1-280,1 6 1,-3-5 186,-3 6 249,3 0 0,-7 4-22,4-4 0,-4 11 0,-8-4 0</inkml:trace>
  <inkml:trace contextRef="#ctx0" brushRef="#br0" timeOffset="2681">553 986 7756,'0'-10'188,"0"-5"-188,0 13 0,-2-12 103,-3 9 1,-3 1 193,-3 10 0,-5-1 214,5 13-250,-12-5-97,3 12 1,-10-2-127,7 0 0,-8 8-108,2-2 1,-4-2-579,-1 1 534,7 1 20,-6 6 143,14-8 0,-12 4 0,8-8 88,2-2-1162,9-10 1,3 3 1024,3-9 0,4-6 0,-5-9 0</inkml:trace>
  <inkml:trace contextRef="#ctx0" brushRef="#br0" timeOffset="2833">138 1038 7569,'10'-10'269,"5"-5"52,-13 13 155,6-6-92,0 8-108,-6 0 86,13 0 0,-5 2-171,7 4 0,0 3-141,0 9 1,1-1 270,-1 0-616,8 1 0,0-1 0,6-2 264,-2-3 0,-3 3 177,3-3 0,4-3-146,-4 3 0,3-8 0,3 3 0</inkml:trace>
  <inkml:trace contextRef="#ctx0" brushRef="#br0" timeOffset="3660">986 882 6192,'7'-10'-229,"-5"3"296,6 7 125,-8 0 1,0-2 133,0-4-48,0 4-14,0-6-24,0 8 1,0-1-23,0-5-103,0 4 56,0-6 160,0 8 1643,0 0-1776,-8 0-49,6 0 41,-5 0-306,7 0-610,0 0 731,-8 8 0,4 1-5,-7 9 1,5-7 4,-6 1 0,1-1-55,-6 7 1,5-7 0,1 1 0,1-1-12,-2 7 0,-3-7-15,3 1 0,3-3-54,-3 3 102,8 3 0,-11-13 1,13 8-92,-4-5 81,5-3-47,1 6 34,0-8 1,0 2 20,0 4 0,1-4 74,5 3 1,4-3-28,7-2 0,0 0 102,1 0 1,-1 0-19,0 0-108,8 8 10,-6-6 0,6 6 65,-7-8-62,-1 0-18,0 0 0,1 0-72,-1 0 1,-6 0-54,1 0 1,-6 0-580,5 0-24,-7 0-387,4 0 1127,-8 0 0,0 0 0,0 0 0</inkml:trace>
  <inkml:trace contextRef="#ctx0" brushRef="#br0" timeOffset="3864">1072 934 6212,'-2'-12'-452,"-3"1"1342,3 7 1276,-6-4-1216,0 8-594,6 0 1,-7 8-173,3 4 1,4 3-79,-4 2 1,4 2-236,2 4 1,-2-3 155,-3 3 1,3 2 147,-4-2 1,4 0-489,2-6 0,0 0-521,0 1 1,6-1 308,0 0 0,1-5-737,-1-1 1262,4-7 0,7 4 0,0-8 0</inkml:trace>
  <inkml:trace contextRef="#ctx0" brushRef="#br0" timeOffset="4290">1280 986 7569,'0'-10'-1146,"0"-5"2818,0 13-974,0-6-372,0 8-118,0 8 0,-6-4 268,0 7-205,0 1-195,6 5 43,0 0-272,0 1 0,2-9-25,4-3-336,-4-4 179,13-10 0,-11-1 151,8-9 1,-8 1-138,1 0 50,-3 0 226,-2-1 0,0 1-105,0 0 63,0-1 0,0 1 103,0 0 0,0 5-88,0 1 215,0 7-114,8-4 1,2 6-69,7-4 0,0 5 55,0-5 1,7 4-25,-1 2 1,0-2 3,-6-4 0,0 4 20,1-4 1,-1 5 76,0 1 0,-5 0-40,-1 0 1,-7 1 300,2 5-321,-4 4 335,-2-1-204,0 7 1,0-7 43,0 9 135,0-1-118,0 0 0,-8 1 27,-2-1-151,1 8 1,-7-4 15,5 8 0,1-8-100,-1 2 0,5 2-31,-6-2 1,7 0-216,-7-6 0,8 1-764,-1-1 491,3 0 154,2-7-810,0 5 529,0-5 245,0 0 384,7-3 0,3-14 0,7-3 0</inkml:trace>
  <inkml:trace contextRef="#ctx0" brushRef="#br0" timeOffset="4505">1591 1124 7569,'10'0'497,"-3"0"-179,-7 0 70,0 0 0,0 8-67,0 3-13,0-3 0,0 7-124,0-5-1,8 7-302,-6-7 198,13 5-47,-5-13-317,7 6 229,0-8-1,1 0 229,7 0-468,-6 0 116,6-8 128,-8-1-160,-7-9 131,5 1 0,-11 0-11,8-1 55,-9 1 1,-3 2 5,-11 3 1,-4-1 3,-3 7 1,-5 0-235,0 6 1,-8 2 83,3 4 1,1 5-933,-2 13 1109,8-5 0,-12 13 0,6-5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7.9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87 7569,'0'-11'0,"0"-1"0,0 1 0,0-1 288,0 0 0,5 7 1169,1-7-1073,8 8 1,-5-3-164,9 7 1,-1 0-70,0 0 0,-5 0-21,-1 0 0,1 7-83,5 5 1,0 5 134,1 6 1,-9-2-22,-3 8 1,-4 0-145,-2 6 1,0-1-233,0 1 0,-8-1 76,-3 1 1,-7-6 76,-5 0 1,4-8 144,-4 2 1,4-10 20,2-1 18,-1-8-87,1 3 1,7-14 9,5-5 0,3-9-98,2-2 0,2 2-184,3 9 0,5-3 288,7 3 1,2 5-55,5 1 1,-5 4 335,4 2 1,2 8-40,-2 3 134,0 4-228,-6 10 0,-5-5-52,-1 3 1,1-2 175,5 2-519,0-4 1,1 4-1143,-1-11 1028,-7 3-1666,-3-13 889,1 6 1085,-6-8 0,6 7 0,-8 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7.1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0 294 9086,'10'10'-280,"5"-2"0,-5-8 0</inkml:trace>
  <inkml:trace contextRef="#ctx0" brushRef="#br0" timeOffset="363">260 18 7569,'-17'-8'455,"-1"6"1,7-6-66,-1 8 0,8 0 76,-3 0 0,7 0-306,0 0 1,7 0-24,5 0 1,-1 0-161,7 0 0,-3 0 105,14 0 0,-6 0-223,6 0 110,-8 0-93,12 0 1,-12 0-84,8 0 0,-6 0 0,5 0 159,-6 0 1,3 0 101,-8 0 1,-8 2 118,-3 4 0,2 4 402,-2 7-289,-1 0-148,-5 8 1,-5-4 35,-1 8 0,-6-6-32,7 6-516,-9-8 285,12 4 0,-7-2 143,3 0 0,4 0 56,-4-5 0,4-1-531,2 0 1,0-5-1998,0-1 2418,0-7 0,8 12 0,2-7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6.6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87 7569,'8'-10'526,"-6"-5"1,8 7-347,-5-3 46,-3-5-20,14 14 1,-7-11-115,8 7 0,1 1 20,-1 5-162,0 0 1,1 5 94,-1 1 1,-6 2-67,1-3 1,-6-1-65,5 8 115,-7-1 1,4 7 16,-8-1 0,-8-5 2,-3-1 1,-5 1-30,-1 5 1,0-2-5,-1-3 0,7 3 4,-1-3 0,7-3-21,-7 3 1,8-6-106,-2 5 0,4-5 62,2 5 1,2-7-120,4 2 1,-2 2 22,8-3 0,-1 7 100,6-6 1,1 7 25,-1-1 0,-6-3 31,1 3 1,-6-3 123,5 3 0,-7 3 13,2-3 19,-4 3 1,-4 3-68,-4-1 0,-3 0-40,-9 0 1,-5-1-302,0-5 0,-2 5 116,2-5 0,4-1 153,-4 1 1,4-7-694,1 2-178,9-4 1,1-12 836,8-7 0,0-8 0,0-10 0</inkml:trace>
  <inkml:trace contextRef="#ctx0" brushRef="#br0" timeOffset="323">467 104 7569,'17'-17'517,"-7"0"9,-2-1 217,-8 9-368,0 1-118,0 8 0,-8 0-22,-4 0 0,3 2-81,-3 4 1,1 3-36,-7 9 1,1-1-14,0 0 0,7-5-116,4-1 0,-1 1 47,1 5-220,0-7 0,8 3-162,4-7 1,3 0 183,9-6 0,-1-2-161,0-4 1,1 2 70,-1-7 1,2 1 117,4-1 1,-9-3 76,3 8 252,-4 1-87,5 5 1,-9 7 238,-3 5 0,-4 11 80,-2 6 0,-2 3-190,-4 3 1,2-1-137,-7 1 1,5 0-87,-5-1 1,7-5-136,-2 0 0,4-8-104,2 2 1,0-4-1009,0-1 915,0-9 316,8-1 0,1-8 0,9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5.7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53 7717,'-10'-17'-78,"2"7"1,10-3 148,4 7 0,-2 0 461,7 6-267,1 0 1,5 0-140,1 0 1,5 8 3,0 3 0,0 6-103,-6 7 1,-5-3 2,-1 8 1,-5-1 67,5 7 0,-7-1 16,2 1 0,-6-2-70,-6-4 0,2-3-139,-7-2 0,-1-7 227,-5 0 1,0 0-43,-1-5 1,1-4 131,0-3 1,5-3 125,1-2-54,7 0-135,-4 0-142,8 0 1,2 0 109,4 0 1,5 0-5,13 0 1,-5-2-202,4-3 1,2 3 48,-2-4 0,0 4-210,-6 2 0,0 0-415,1 0-402,-1 0 113,0 0-593,1 0 1536,-9 0 0,7 0 0,-7 0 0</inkml:trace>
  <inkml:trace contextRef="#ctx0" brushRef="#br0" timeOffset="472">485 53 7781,'-12'0'188,"1"0"121,7 0-208,-4 0 0,10 0 109,4 0 0,3 0-132,9 0 1,-1 0-37,0 0 0,0 0 57,1 0-12,-1 0 15,0 0-66,1 8 1,-9-5 31,-3 9 0,-4-6-12,-2 5 1,-8-5-40,-3 6 0,-1-9-10,-5 3 0,9 2 18,-9-2-6,3-1 1,-1-3 7,4 4-62,3-4-105,8 6 1,2-8 122,4 0 1,-3 2 3,9 3 1,-1-3-14,7 4 43,-1 4 0,0-3 3,1 5 1,-3 3 16,-3-3 1,1-3 9,-7 3 1,1-1 17,-1 7 1,-4-7 123,4 1 0,-6-1-149,-6 7 0,2-1 60,-7 0 1,-1-5-30,-5-1 1,0-1-105,-1 1 1,1 3-169,0-8 0,-1 1-184,1-1-414,0-4 436,0 6 1,7-10-242,4-4 1,4 2 99,2-7 504,0-1 0,16-5 0,3-1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5.1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191 310 7569,'0'-10'104,"0"-5"1,0 11 45,0-8 1,0 1 76,0-6 0,-2 5 426,-4 1-450,4-1 1,-7-3-12,3 3 0,2 2 119,-7 5-234,-1 3 0,-5-4-96,-1 12 1,1-2 68,0 7 0,1 1-69,5 5-17,-4 0 1,7 1-45,-4-1 1,5-6 50,7 1 19,0-1 1,7 5 4,5-5 0,3-1-71,3-4 0,5-2-15,0 7 0,2-1 89,-2 1 0,-2 5-39,8-5 0,-8-1 67,2 1 0,-10 1 28,-1 5-80,-8 0 14,3 8 0,-9-5 97,-3 3 1,-7-4 165,-11-2 1,2-1-203,-8-5 1,6 2 5,-6-7 1,8 6-326,-2-6 1,4-1-428,2-5 120,-1 0 1,3-2 331,3-3 0,5-5 54,7-7 1,0-2-74,0-5 264,7-2 0,3-17 0,7-1 0</inkml:trace>
  <inkml:trace contextRef="#ctx0" brushRef="#br0" timeOffset="177">156 68 7569,'0'-18'-161,"0"9"858,0-7-96,0 7-235,0-1 0,0 4 127,0 12-198,0 4-146,0 15 1,0 2 45,0 7 0,0 7-12,0-1 1,0 6-199,0-6 0,0 7-271,0-7 0,2 2-498,4-2 1,2-1 430,3 7 1,3-8 352,-9 3 0,9 3 0,-4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9.0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208 243 7689,'6'-12'423,"-1"1"1,3 1-86,-2-1 1,-2-5-83,7 5 0,-7 1 346,2-1-468,3-1 0,-7 0-99,4 1 0,-6 7 74,-6-2 1,-3 4-176,-9 2 0,1 2 14,0 4 1,-6-2 74,0 7 1,-6 1 38,6 5 1,0 1-74,5-1 1,7-2-5,-1-3-18,9 3-58,-5-5 0,16 5 76,3-3 0,4-5-113,3-7 0,-1 6 48,0 0 1,6 5 65,0-5 1,0 8-8,-5-3 1,-7 5 9,1 1 0,-8 0 84,1 0 1,-3 6-25,-2 1 1,0 1 126,0-2 0,-7-4-74,-5 4 0,-3-4-23,-3-2 1,-1 1-204,-4-1 1,4-2 72,-4-3 0,4 1-114,1-7 1,1 0-181,0-6 1,5 0-231,1 0 1,7-2 94,-2-4 0,4-9 480,2-8 0,0-16 0,0 3 0</inkml:trace>
  <inkml:trace contextRef="#ctx0" brushRef="#br0" timeOffset="189">242 53 7569,'0'-18'870,"0"1"-496,-7 7-101,5 3 0,-12 9 222,9 3-317,-9 5 1,12 15 105,-4 4 1,-1 5-179,1 7 1,0-3-105,6 8 0,0-2-124,0 3 0,0 1-336,0-8 0,0 8-515,0-2 1,0-4 158,0-1 814,0-5 0,8 6 0,1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2.5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70 7164,'-5'-12'1265,"-1"1"-763,0 7-135,6-4 88,0 1-133,8 5-213,1-6 1,9 16-118,-1 3 0,0 5-17,1 1 1,-7 2 114,1 4 0,-7 2-140,7 4 0,-8 4-1,1-4 0,-3-3-47,-2 3 0,-5-2 142,-1 2 0,-8 2-10,3-8 0,-4-2-84,-3-10 0,1-1 187,0-4 0,-1-4-162,1 4 1,6-6 48,-1-6 0,8-4-362,-2-7 228,4 0 0,2-1 86,0 1 72,0 7 0,8 3-7,4 7 1,-3 0 16,3 0 1,-1 0 292,7 0-206,-1 0 0,0 5-100,1 1 1,-1 2-634,0-2 293,0-4 163,-7 13-1262,5-13 446,-5 6 948,7-8 0,1 0 0,-1 0 0</inkml:trace>
  <inkml:trace contextRef="#ctx0" brushRef="#br0" timeOffset="146">450 381 7569,'-10'0'1743,"-5"0"-1115,13 0 51,-5 0-921,7 0-762,0 0 571,7 0 1,-3 0-1353,8 0 1785,-1-7 0,6-3 0,1-7 0</inkml:trace>
  <inkml:trace contextRef="#ctx0" brushRef="#br0" timeOffset="488">796 139 7569,'8'-27'166,"-6"2"55,3 8 0,-3 0-19,-2-1 0,0 7 73,0-1-263,-7 9 125,-3-5 1,-7 10 97,-1 4 0,3-3-23,3 9 0,-3 1-29,4 10 1,-3-3 22,3 3 1,-3-2-91,8 2 1,1-4-131,5 4 1,0-4-123,0-1 0,2-7 111,3 1 0,-1-8-127,8 1 0,-1-3-31,6-2 0,1 0-40,-1 0 1,4-2 106,-4-3 0,5-3-29,-11-4-47,5-3-4,1 13 611,-8-6-292,-1 8 0,-8 8 173,0 4 1,-6 3-160,1 2 0,-7 6-177,6 0 1,-5 2 126,5-2 0,0-3 66,6 3 0,0-4-859,0-2 0,0 0 93,0 1 0,0-7-767,0 1 1380,8-8 0,2 3 0,7-7 0</inkml:trace>
  <inkml:trace contextRef="#ctx0" brushRef="#br0" timeOffset="918">1107 70 7569,'-7'-17'175,"5"7"275,-6-5-83,8 13 46,0-14-241,0 15 1,8-7 0,3 8 0,5 0-152,1 0 0,-6 0 35,1 0 1,-1 0 42,7 0 1,-3 2 31,-3 4 0,1-3-116,-7 9 0,0-6 109,-6 5 0,0-5 103,0 5-204,0 1 1,-2 3 15,-4-3 0,-4 1-73,-7-7 0,2 2 64,3-2 1,-3-4 55,3 3-67,4-3-210,-7-2 229,13 8 1,-4-6-4,12 4 1,-2-5-70,8-1 0,-1 0-114,6 0 1,1 6-89,-1 0 1,0 7 76,1-1 0,3-2 153,-4 1 1,4-1-19,-9 1 131,3 5 1,-3-9-108,-1 5 1,-7 3-25,2-3 1,-6-5 189,-6-1 1,0 2 272,-11-2 1,3-1 49,-9-5 1,-2 6-164,2 0 0,-7 0-270,1-6-35,4 0-205,0 0 1,8 0-318,-1 0 0,7 5 379,-1 1 1,6 0 41,-5-6 1,7 2 79,-2 4 0,-3 3 0,-1 9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49.9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173 190 7569,'-2'-9'344,"-4"3"0,3 4-323,-9 2 82,8 0-29,-11 0 0,5 6 92,-7 0 1,5 7 9,1-1 1,1-3-1,-1 3 1,-3-7 91,8 7-116,1 0-35,5 5-234,0 0 1,7 0 43,5 1 0,3-7 68,3 1 1,-1-3 4,0 3 0,6 3 9,0-3 0,0 1-14,-5-1 1,-1 3 79,0-3-35,-7 3 1,3 2 49,-7 1 0,-2-7 130,-10 1 0,-3-3-263,-9 3 1,-1-3-97,-4-3 0,2-4-193,-8 4 1,6-4 219,-6-2 0,8-2 101,-2-4 1,6-3-12,5-9 22,-3-7 0,13-9 0,-6-11 0</inkml:trace>
  <inkml:trace contextRef="#ctx0" brushRef="#br0" timeOffset="152">156 156 8001,'7'-10'129,"-5"-5"1,6 11 515,-8-8-393,8 9 0,-4-5-110,7 8 0,-5 0 184,5 0-524,1 0 0,5 0-474,1 0 77,-1 0 1,0 2 420,0 4 0,-5-3 174,-1 9 0,1-1 0,5 7 0</inkml:trace>
  <inkml:trace contextRef="#ctx0" brushRef="#br0" timeOffset="568">519 260 6661,'15'-12'-279,"-3"0"1,1 1 737,-7-6 0,6-1-187,-7 1 0,1 0-77,-6-1 0,0 1-23,0 0 1,0 0-15,0-1 0,-8 1 14,-3 0 1,1 1 11,-1 5 0,-1 3-122,-5 8 105,0 0-74,7 0 1,-5 0 28,3 0 0,2 8 27,-1 3 0,7-1 9,-2 1 0,4 3-138,2 9 0,0-2 74,0 8 0,2-6-140,4 6 0,4-2 39,7 2 1,0 3-76,1-3 0,-7 2 76,1-2-145,-1 3 68,-1-5 1,-3 0 124,-7-4-49,0 4 1,0-8 25,0 4 0,-7-11 167,-5-6 1,-3 1 116,-2-1-255,-1 0-12,1-14 1,5 2 48,1-11-22,7-4-12,-4-6-155,8-6 64,8 14 0,2-12 94,7 8 1,8-5-2,4 4 0,2 1-248,-3 6 1,5 2-229,-4 3 1,-4-1-754,-2 7 534,4 0 218,-8 6 424,6-7 0,0 5 0,2-6 0</inkml:trace>
  <inkml:trace contextRef="#ctx0" brushRef="#br0" timeOffset="1666">1055 87 7569,'0'-18'1406,"0"1"-1241,0 7 1,-2 3 3,-4 7 1,2 2-29,-7 3 1,5 5 8,-5 7 1,5 3-82,-6 3 1,7-4 6,-7 4 0,6-4-95,-5-2 173,7 1-69,-4-1 125,8 0-106,0-7 0,8-2-44,3-8 0,5 5 9,1 1 0,0 0-45,1-6 1,-1 0-7,0 0 0,1 6-121,-1-1 0,0 1 13,0-6-199,1 0-342,-1 0-373,0 0 555,1 0-59,-9 0-664,-1 0 1172,-8 0 0,0-8 0,0-1 0</inkml:trace>
  <inkml:trace contextRef="#ctx0" brushRef="#br0" timeOffset="1849">1193 87 7569,'0'-10'490,"0"2"-123,0 8 8,0 0 1,0 10 41,0 7 0,-5 1-189,-1 5 0,-2 3-33,2 3 0,3 2-260,-9-2 1,8 2-130,-2-8 0,4 5-574,2-4 0,0 1 420,0-2 1,0-4 60,0 4 287,0-4 0,16-9 0,3-3 0</inkml:trace>
  <inkml:trace contextRef="#ctx0" brushRef="#br0" timeOffset="2179">1608 138 7569,'0'-26'0,"0"1"0,0 7 0,-7 9 615,-5 3-392,-3 4-121,-3 2 0,1 0 151,0 0 0,0 6-100,-1 0 0,-1 13-43,-4-2 1,10 4 18,-5-4 0,11-5-109,-5 0 1,8-1 121,-2 6 0,5-5 11,1-1 0,7-7-223,5 2 0,3-4-290,2-2 0,1-2 52,-1-4 1,0-3 151,1-9 0,-1 1 16,0 0 0,0 5 110,1 1 0,-7 7-35,1-2-67,-8 4 55,3 2 1,-7 10 535,0 7 0,0 2-10,0 10 1,-2 0-287,-3 6 1,3-7-55,-4 1 1,4 0-534,2 6 0,0-7 103,0 1 0,0-8-70,0 2 0,6-3 172,0-3 0,7-7 219,-1-5 0,3-3 0,2-2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4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18 7569,'10'0'695,"-2"0"-441,-1 0 1,-3 0-60,8 0 0,-7 0-30,7 0 1,-1 0 216,7 0 0,-1 0-78,0 0 0,3 0-301,3 0 0,-4 0 53,4 0 1,2 0-115,-2 0 1,0 0-159,-6 0 0,-5 0-267,-1 0 1,-5 0 202,6 0 7,-9 0 273,5 0 0,-8-8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4.3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0 7569,'9'0'531,"-1"0"1,-8 10-337,0 7 0,-2 3 532,-4 8-429,4 1 1,-11 6-62,7-1 0,-5-5-31,5 0 1,0-6-342,6 6 1,0-2-418,0 2 1,2-4-526,4-8 0,0 4 1077,11-4 0,-4 4 0,12-11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4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70 7569,'0'-17'0,"-2"1"390,-3 5 128,-5-5 1,-7 14-234,-1-3 1,5 3-103,-4 2 1,3 0-121,-9 0 0,4 7 71,2 5 0,-1 3-49,1 3 1,6-1 97,-1 0 1,8-5 22,-2-1 1,4 1-240,2 5 1,0-5-319,0-1 0,2-5 167,4 5 15,4-7 219,-1 12-60,7-14 32,-14 5 1,13-1 10,-3 0 1,-3 0 23,3-6-33,-8 7 1,5 1 47,-3 3 94,-4 5 1,4-8 158,-12 3-349,-4 4 1,-7-7 83,0 4 1,-1 1-398,1-7 147,0 7 1,-1-5-290,1 4 323,8-5 8,-7-7-418,14 0 0,-5-7 566,7-5 0,7-11 0,3-4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4.9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7569,'2'-9'-228,"3"3"810,-3 4 589,6 2-678,-8 0 0,0 8 72,0 3 0,0 10-231,0 2 0,0 8-151,0-2 1,-2 4 47,-4 1 1,2 1 22,-7-1 1,7 1-376,-2 0 1,-1-1-201,1 1 1,0-3-766,6-3 0,0 2 556,0-8 0,0 6 530,0-6 0,8 0 0,1-6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5.5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52 7911,'-9'-10'463,"1"3"0,8 5-17,0-4-251,-8 4 0,7-7 195,-5 3 212,4 4-163,2-6-396,0 8 1,2 0 5,4 0 1,-3 0 16,9 0 0,-6 0 62,5 0 0,-5 8-163,5 3 0,-5 5 150,6 1 1,-8 2-38,1 4 1,-1-3-198,2 3 1,-4-4 27,4-2 1,-6 0-64,-6 1 0,2-1 91,-7 0 1,-1-5 35,-5-1 1,-1-5 70,1 6 0,6-8 209,-1 1-267,8-3 10,-3-2 115,7 0 0,7-6 28,5 1 0,5-3 26,6 2 1,-4 4-166,4-3 0,-3 1-115,-3-2 1,0 4-28,0-4 1,1 4-282,-1 2 0,-5 0 249,-1 0 0,-5 0 109,5 0 1,-5 0-944,6 0-895,-8 0 1903,3 0 0,-7-7 0,0-3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6.4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52 7569,'0'-17'729,"0"-1"-64,0 9-90,0 1-185,0 8-195,8 0 0,1 0-91,9 0 1,-1 0-23,0 0 0,-1 2-30,-5 4 0,5-4-33,-5 3 1,-1 3-161,1-2 0,-5 5-39,6-5-174,-9 8 321,5-5 1,-16 7 6,-3-5 1,1 3-79,-1-9 0,-1 7 83,-5-6 1,0 5 105,-1-5 1,7 0-105,-1-6 1,8 2 186,-1 3-167,3-3 0,4 6-33,3-8 1,5 2 53,7 4 0,3-3-1,3 9 1,-2-8-167,8 2-29,-8 3 165,4-7 0,-8 12-38,0-9 32,1 9 0,-7-6 329,1 3-187,-9 4 26,5-13 0,-16 12 67,-3-8 1,-4 5-115,-3-5 0,-1 5-6,-4-5 0,2 6-80,-8-7 0,8 7-214,-2-6 0,4 5 211,1-5 1,7 0-149,-1-6-1359,8 0 797,-3 0 174,7 0 0,2-6 519,3 0 0,13-15 0,9 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6.8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52 7569,'0'-17'662,"0"5"-335,0 1-29,0 7 153,0-4 99,0 8-355,0 0 0,8 0-1,3 0 1,-1 0-238,2 0 0,-1 0-43,6 0 1,1 0 3,-1 0 0,0 0 32,1 0 26,-9 0 1,5 8 56,-9 4 1,1-3-16,-6 3 6,0-1 0,-6 7 11,1-1 1,-9-2 16,3-3-1,-5 3-198,-1-5 130,7-1-75,3 7 0,9-14 5,3 3 0,5-3-90,7-2 1,1 6 117,-1 0 1,2 0-11,4-6 0,-6 1 3,1 5 100,-1-4 1,-13 8 433,7-4-324,-7-5 1,-4 13-15,-11-8 0,-10 5-37,-3-5 1,-1 5-31,2-5 1,4 2 156,-4-2-103,-4-4 1,8 5-1204,-4-7 347,11 0 1,5-2-629,7-3 661,0 3 268,7-14 438,3 7 0,15-16 0,2-2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7.1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87 105 7569,'17'-8'329,"0"-4"1,1 3 37,-1-3-46,0 1-113,-7-7 1,3 7 511,-7-1-490,0 8 0,-8-3-35,-4 7 0,-4 0-15,-7 0 1,0 0-29,0 0 0,-6 7-78,-1 5 1,1 1-25,6-1 1,0 3-158,0-3 134,7 3-242,2 3 192,8-9 0,2 5 46,4-9 1,4 1-457,7-6 0,6-8-9,0-3 0,6 1 147,-6-1 1,0 1 115,-6-1 1,0-3 390,1 8-5,-1 1-97,-7 5 1,-3 2-127,-7 3 0,0 5-4,0 7 1,-2 1 586,-3-1 1,1 2-137,-8 4 1,8-4-594,-1 4 1,1-3 77,-2-3-1452,4 0 396,-6 0 1140,16 1 0,2-9 0,7-1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7.3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10357,'9'0'-1849,"7"0"1849,-7 0 0,9 0 0,-1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7.6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35 7569,'-17'-8'629,"-1"6"0,7-5 125,-1 7-588,9 0-42,-5 0 0,10 0 33,4 0 1,-1 0-77,13 0 0,-5 0-140,10 0 0,-2-6-147,2 0 0,-3 0-50,3 6 0,-4 0 42,-2 0 167,0 0 1,1 0 506,-1 0 78,-7 0-228,5 8 0,-13 2-102,4 7 0,-4 6 61,-2 0 0,0 6-75,0-6 1,-2 6 40,-4-6 0,4 6-256,-4-6 1,-1 0 106,1-6-424,0 8 1,6-6-461,0 4-529,0-3 855,0-11 255,0-1 1,2-8-594,4 0 810,3-8 0,9-9 0,-1-10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1:57.9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53 7569,'0'-18'1800,"0"7"-1226,0-1-425,0 9 0,2-5 81,4 8 1,-2 0 59,7 0 0,-5 0-95,5 0 0,1 0 194,5 0-374,0 8 0,1 1-81,-1 8 0,-5 7-6,-1-1 1,-7 0 62,2-6 1,-4 2-19,-2 4 1,-8-4 178,-4 4 1,-3-3 337,-2-3-281,-1 0-6,1 1 125,8-9 0,1 1 108,8-4 1,8-5-56,3 5 0,12-4-221,6-2 0,6-2-154,5-4 1,-2 5 45,8-5 0,-7-2-145,1 2 0,-5-5 189,-6 5 1,1-2-14,-7 3 1,6 3-502,-6-4 1,-5-2-274,-7 2 1,-7-1-1079,2 1 1267,3 4 1,-9-11-522,0 7 0,-7-2 106,-11 2 917,1 4 0,-8-5 0,-2 7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21.3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329 156 7569,'0'-17'667,"-7"0"0,-3 7-374,-7 4 1,-1 4-111,1 2 1,-8 0-287,-4 0 1,-3 6 148,-3 0 0,6 7 148,0-1 0,10 3-69,2 3 0,2-1-109,9 0 0,0-5 44,6-1 0,8-1-82,3 1 0,12 3 95,6-8 0,4 1 56,1-1 0,3-4-298,3 4 1,-5 1 83,-1-1 1,-1 8 2,-10-3 0,4-1 100,-10 1 1,3 3 40,-15 9 0,1-4 59,-6 4 1,-8-4 175,-3-1 1,-10-1-162,-2 0 0,-10 0-36,-2 1 1,1-1-105,-7 0 0,-1-1 88,2-5 0,5-3-598,6-8 1,8 0-733,-2 0 248,4 0 0,9-10 1001,5-7 0,3-8 0,2-10 0</inkml:trace>
  <inkml:trace contextRef="#ctx0" brushRef="#br0" timeOffset="167">277 70 7569,'10'-17'855,"-2"-1"1,-8 7 102,0-1-455,0 8 0,-2-3 80,-4 7 1,4 7-212,-4 5 0,-3 13 92,-3 9 0,3 5-262,-3 13 1,6-4-324,-5 9 1,5 5-320,-5 1 0,5 6-531,-6 6 0,8-3 971,-1 2 0,3 5 0,2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20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17 173 7569,'-9'-8'0,"1"4"805,8-7-332,0 7-149,0-11 1,2 7 154,4-4 0,3-3-239,9 4 1,-1-3-46,0 3 0,6-3-30,0 8 1,6-5-12,-6 5 0,2-2-208,-2 3 1,-3 3 97,3-4 1,-4 4-1325,-2 2 99,0 0 363,1 0 1,-9 2 306,-3 4 511,-4 3 0,-2 1 0,0-2 0</inkml:trace>
  <inkml:trace contextRef="#ctx0" brushRef="#br0" timeOffset="158">17 311 7569,'-7'10'620,"5"-2"935,-6-8-847,16-8 1,7 0-291,8-3 1,0-5-155,-5 5 0,7-5-296,3-1 0,5 6-284,2-1 1,-1 2 328,1-1 1,-1-3 261,1 9-275,0-1 0,-1-2 0,1-1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0.3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86 7569,'0'-18'264,"0"1"898,0 0-218,0 7 170,0-5-738,0 13 1,0-4-102,0 12 1,0 3 47,0 9 1,-5 7-71,-1 3 1,-11 13-40,5 5 0,-5-2-53,11 2 1,-6-7-24,7 1 1,-1 0-50,6-5 0,0 1-118,0-13 0,8-1-179,3-11 1,4 3 150,3-9 1,5 1-264,0-6 1,2-8 91,-2-3 1,-4-6-44,4-6 0,-6 1-45,-5-6 1,-4 5-124,-8-6 1,-2 6 161,-4-6 1,0 13 69,-11-1 1,4 11 227,-11 1 0,5 3-82,2 2 0,2 7-51,3 5 1,-1 3-123,7 3 0,0-1-461,6 0 530,0 0 1,0 1 164,0-1 0,15 0 0,5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2.4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85 7569,'0'-10'155,"0"3"602,0-1-363,0 6-251,-8-6 0,6 16 344,-4 4 0,2 3-126,-1 2 0,3 2-232,-4 5 0,4 1 66,2 3 0,0-1-58,0-4 1,2-3 4,4 3 0,-2-10-78,7-1 1,1-9 120,5 3 1,0-4-76,1-2 0,-1-2-106,0-4 0,-5-3-59,-1-9 0,-1 1-116,1 0 1,-1-6 101,-4 0 0,-4-6-46,3 6 0,-5-6-21,-5 6 0,-5-6-95,-7 6 0,1 6 109,5 5 0,-5 7 16,5-7 0,-4 8 0,-3-2 1,7 6 278,-1 6-890,8-4 461,-3 13 0,7-5 173,0 7 0,0-5-385,0-1 1,7-1 467,5 2 0,3 3 0,3-5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3.7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0 122 7569,'0'-17'217,"0"7"0,0-5 1079,0 3-335,8-3-100,-6-3-705,13 1 0,-5 7-149,7 5 1,-6 3 149,1 2 1,-2 2 25,1 3 1,5 5-187,-5 7 1,-3 3-267,-3 3 1,-3-2 59,-2 8 0,0-3 79,0 3 1,-2 2 149,-3-8 1,1 6 57,-8-6 0,1 0 338,-6-6-350,-1 1 0,3-7 31,3 1 239,-3-8 326,13 3-714,-6-14 0,8-3 63,0-7 1,8 5-219,4 1 0,3 7 76,2-2 0,-5-2-17,-1 3 1,1-1 83,5 6 1,-5 2-22,-1 3 1,-5-1 47,5 8 0,-7-6-53,2 5 0,-2-5-263,2 5 0,-4-5 107,3 6 1,-3-7-1276,-2 7 779,8-8 742,-6 11 0,6-13 0,-8 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3.9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0 7569,'0'10'1674,"0"-2"1,0-6-225,0 3-557,0-3-205,0 6-475,0-8 0,2 0-411,4 0-734,-4 0-1519,5 0 1594,-7 8 857,0-6 0,-7 5 0,-3-7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2.9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70 226 7569,'17'-10'86,"-7"-5"275,-4 3-143,3-3 0,-5-3-23,8 1 0,-9 0 262,3 0 23,-4-1-90,-2 1-23,0 0-174,0-1 0,-2 9 192,-4 3-304,5 4 28,-15 2 0,9 2 68,-5 4-63,-3 3 1,7 9 8,-4-1 0,3 6-14,3 0 1,4 0-15,-4-6 1,6 6-186,6 1 0,-2 0-85,7 0 0,-1-5-42,2 4 1,3-4 116,-3-2 0,1 6-49,-2 0 0,5 0 78,-5-5 1,-3-1-33,-2 0-52,-4 1 71,-2-1-1,-2-2 326,-4-3 1,-2-3 57,-3-3 0,-10-4-145,3 4 1,-3-4-68,4-2 1,0-8-75,-1-3 0,7-11 19,-1-1 0,9-2 2,-3 2 0,4 4 24,2-4 0,8-2-31,3 2 0,6 0-157,6 6 1,-3 1-200,3 5 0,2-5-68,-2 5 0,0 3 156,-6 2 1,0-1-1061,1 1 360,-1 0 34,0 6 436,1 0 471,-9 0 0,6 0 0,-5 0 0</inkml:trace>
  <inkml:trace contextRef="#ctx0" brushRef="#br0" timeOffset="436">450 70 7569,'0'-10'1739,"0"-5"-828,0 5 68,0 1-636,0 1 0,2 6-148,4-4 0,4 4-99,7-3 0,0 3-159,1 2 1,-1 0-244,0 0 0,0 6-135,1-1 0,-1 9 59,0-3 0,-5-1 171,-1 1 0,-7 1 123,2 5 0,-4 1 118,-2-1 0,-2 0 170,-4 0 0,-3 1-165,-9-1 1,1-2-46,0-3 0,-1 1 227,1-7 1,0 2 833,0-2-498,-1-5-236,1 7-618,7-8-10,3 0 50,22 0 0,-3 0 175,11 0 1,-4 0 55,-2 0 1,0 2-211,1 4 0,-1-2-8,0 7 0,-5-1 216,-1 1 0,-5 5-50,6-5 0,-8 5 268,1 1 1,-3 0 41,-2 0 0,-2-1 19,-3-5 0,1 5-124,-8-5 0,1 3-44,-7-3 0,1 3 156,0-9-180,-1 1 1,1-6-488,0 0 0,5 0 0,1 0-443,7 0 1,-4-2 177,8-3 1,2-5 696,4-7 0,11-8 0,10-2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5.1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70 7569,'9'-10'-261,"7"-5"0,-15 11 1224,5-8-192,-4 9-58,6-5-259,-6 0-87,5 6 115,-7-5 0,0 14-136,0 5 1,-5 5 10,-1 6 0,-8 4-115,3 8 1,-4 5-48,-3 0 0,7 6-45,-1-5 1,8 3 11,-1-9 0,3 3 33,2-9 0,2-4-12,3-2 1,5-4-159,7-2 0,1-7-278,-1-4 1,6-4-157,0-2 1,2 0 245,-2 0 0,-6-8 57,1-4 1,-3-3-160,-9-2 0,0-1-377,-6 1 0,0 0 342,0 0 0,-8 1-6,-4 5 1,-3 3 261,-2 8 0,-1 0 109,1 0 1,0 2-160,-1 4 1,9-2-153,3 7-663,-4-7 202,9 11 298,-7-5 1,10 5-340,4-3 748,-5 3 0,23-13 0,-5 6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36.1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35 7569,'0'-9'1121,"0"1"-708,0 8 795,0 0-1005,-8 0 0,0 8-20,-3 3 1,-3-1-1,9 1 1,-3 1 191,2 5-226,4 0 1,-5 1-137,7-1 1,1 0 130,5 1 1,6-7-177,11 1 1,-2-3-1,8 3 1,-6 3 9,6-3 0,-6-3 106,5 3 0,-6-3 25,1 3-151,-4 3 1,-4-5 109,-3 7 0,-5-5 53,-7-1 1,-7-1-58,-5 1 0,-9 5-170,-2-5 0,-8-1-240,3 1 1,-5-7-318,-2 2 1,1-4 429,-1-2 0,6-4 100,0-7 0,10-3-1029,2-15 0,7-5 1162,10-7 0,8-7 0,2 4 0</inkml:trace>
  <inkml:trace contextRef="#ctx0" brushRef="#br0" timeOffset="149">121 70 7569,'23'-16'531,"1"5"1,-1 1 0,-6 6-48,0-1 0,0-1-301,1 6 1,-1 0 433,0 0 0,1 0 801,-1 0-1317,0 0 0,6 0 59,0 0 0,0 0-1003,-5 0 1,-7 0-97,1 0 0,-1-6 939,7 0 0,-1 1 0,0 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2.6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 7569,'-10'8'570,"5"3"1,1 7-243,-2 5 0,4 3-62,-4 9 0,-1 7 66,1 4 1,0 2-120,6-1 0,0 1-7,0-8 1,0 2-201,0-1 1,8-13-90,3 1 1,5-8-101,1-3 0,0-9 102,1-3 0,-1-4-19,0-2 1,0-8-31,1-3 0,-3-12-102,-3-6 1,-5 2 81,-7-2 1,0 0 54,0-5 0,-6 7-34,1 4 1,-9 9 105,3 3 1,-5 7 106,-1-2 1,2 6-10,3 6 1,-3-2-75,3 7 0,5 1-137,1 5 1,4 0-158,2 1 1,0-1 226,0 0 0,2-1 42,4-5 1,3 5 23,9-5 0,-1 4 0,0 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9.0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 10671,'9'0'925,"9"0"-729,-1 0 0,0 0-145,6 0 0,2-5-555,-2-1 1,0 0 400,-5 6 0,-1 0-2090,0 0 2193,0 0 0,1 0 0,-1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9.1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8609,'0'9'1536,"8"-1"-752,3-8 0,7 0-336,5 0 0,0 0 5,11 0 1,-3 0-496,9 0 0,3 0 80,-3 0 1,6-6-2691,-5 0 2652,-1-7 0,-5 3 0,-1-7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5.5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172 1 7569,'-12'0'455,"1"0"1,5 7-395,-6 5 215,1 3 0,-6 5 426,-1 3 0,3-2-300,3 8 0,-3 1 22,4 11 1,1-5-340,-2 4 1,9-5 22,-3-6 0,6 2-177,6-8 1,3-2-104,8-10 1,3 3-116,3-8 0,-2-1 148,8-5 0,-8-2-42,2-3 0,-4-5-70,-2-7 1,-1-1-112,-5 1 0,-3 4 87,-8-5 1,0 11 103,0-11 1,-2 7 325,-4-1 0,-3 5 66,-9 7 0,1 0 194,0 0 1,0 2-215,-1 3 1,3 5 167,3 7-131,-3 1-51,13-1-1065,-6 0 426,8 0 338,0-7 1,8 0-780,4-5 0,5-3 90,6 4-103,-4-4 453,6-2 453,0-8 0,2-1 0,8-9 0</inkml:trace>
  <inkml:trace contextRef="#ctx0" brushRef="#br0" timeOffset="226">414 226 6670,'0'-18'24,"0"7"1732,0-1-854,0 8-12,0-3-162,0 7 188,0 0-563,0 7 1,6 5-113,-1 11 1,1 2-170,-6 4 1,2 3-19,4-3 0,-4 2-82,4-2 1,-4 3 177,-2-3 1,0-4 31,0-2 1,0-4-237,0-1 1,0-1-364,0 0 0,-2-7-208,-4-4 87,-4 3 0,-7-7-515,0 4 0,1-14 264,5-9 0,-3-4 30,9-14 0,-7 5 759,6-11 0,0-3 0,6 0 0</inkml:trace>
  <inkml:trace contextRef="#ctx0" brushRef="#br0" timeOffset="354">327 260 7569,'10'-8'180,"5"6"141,-13-5 179,14 7 1,-7 0-118,9 0 0,-1 0-27,0 0 1,2-2-300,4-4 0,4 2-184,8-7 1,-6 5 60,0-6 1,-2 7-94,1-7 1,3 8 198,-8-1-40,8-5 0,-12 0 0,6-7 0</inkml:trace>
  <inkml:trace contextRef="#ctx0" brushRef="#br0" timeOffset="734">1175 260 8280,'-10'0'1092,"3"0"1,1 8-735,0 3 1,-2 5-226,3 1 0,1 0 50,-8 1 1,8-1-279,-1 0 140,-5 0-157,8 1 1,-11-1-71,7 0 1,-6 3 84,7 3 1,-9-4-73,3 4 0,-5-4-571,-1-2 0,3 3 315,-3 3 1,8-4-1009,-15 4 1433,9-4 0,-10-2 0,8 1 0</inkml:trace>
  <inkml:trace contextRef="#ctx0" brushRef="#br0" timeOffset="982">864 347 7839,'9'1'781,"-3"5"0,-2-2-319,2 8 0,-3-7-175,9 7 1,-8-1-93,2 7 0,3-1 17,3 0 1,-3 1-117,3-1 0,-6-2-507,5-3 0,-5 3-116,5-3 1,-1-3-404,1 3 1,3-6 388,-8 5 541,7-7 0,-3 11 0,7-5 0</inkml:trace>
  <inkml:trace contextRef="#ctx0" brushRef="#br0" timeOffset="1360">1296 364 10348,'-6'11'665,"0"1"1,1 1-320,5 10 1,0-3-247,0 3 1,0 2-192,0-2 1,1 0-14,5-6 1,-2-5 144,8-1 1,-1-7-559,6 2 278,1 3 1,-1-9-29,0 0 0,1-5 94,-1-7 1,0-9-52,1 4 1,-7-6 11,1 0 0,-9 1 77,3-6 0,2 1 38,-2-2 1,-1-2 2,-5 8 0,-5 0-205,-1 6 252,-8 7 1,5 2 110,-8 8 1,-1 0 20,1 0 131,0 8 0,-1 2-154,1 7 0,6-5 118,-1-1-92,8 1-2,-11 5 1,13 0-849,-4 0 31,4-7 227,2 5 1,2-13 161,4 4 0,-2 2 342,7-2 0,1-1 0,5-5 0</inkml:trace>
  <inkml:trace contextRef="#ctx0" brushRef="#br0" timeOffset="1969">1469 295 7569,'0'-12'-1491,"0"1"1670,0-1 202,7-5 0,-5 5 439,4 1 146,-4 7 544,-2-4-1045,0 8 0,0 2-216,0 4 0,0-2 78,0 7 1,-6 7 191,1 5 1,-9 5-215,3-4 0,1 6-120,-2-1 1,7-4-54,-7-2 1,3 2-95,-3-2 0,-1 0-69,7-6 1,0-5 115,6 0 0,-6-7 274,1 7-317,-1-8-375,6 3 78,0-7-260,0 0 223,0 8 213,0-6 1,2 6 42,3-8 0,-1 5 1,8 1 0,-6 0-32,5-6 1,1 0-8,5 0 0,-6 0-5,1 0 1,0 0-77,5 0 61,8 0 0,-6-6-101,4 0 1,-4-1-240,-1 1 188,-1 4 76,0-6 0,-5 3-318,-1-1 0,-5-2 65,5 2 0,-5 4-65,6-3 0,-8 1-350,1-2-335,-3 4 1173,-2-6 0,0 1 0,0-3 0</inkml:trace>
  <inkml:trace contextRef="#ctx0" brushRef="#br0" timeOffset="2207">1538 347 7569,'0'-12'1214,"0"1"-854,0 7-39,0-4 347,0 0 376,0 6-595,8-5 0,-6 14 25,3 5 1,3 5-183,-2 6 0,0-2-86,-6 8 1,0 0-197,0 6 1,0-3-56,0-3 1,0 2-29,0-8 1,0 6-255,0-6 0,0 2-478,0-2 1,0-4-769,0 4-751,0-11 2324,7 3 0,3-13 0,7 6 0</inkml:trace>
  <inkml:trace contextRef="#ctx0" brushRef="#br0" timeOffset="2625">1884 260 7569,'-17'0'491,"-1"8"1,1-4-260,0 7 1,5-1-38,1 1 0,-1 5 450,-5-5-369,7 5 0,-3-5-69,7 1 1,0-7-160,6 7 0,0-6 66,0 5-272,0-7-335,0 4 294,0-8 1,6-2-159,0-4 0,7-4 151,-1-7 0,-3 0-30,3 0 0,-6-6 77,5-1 1,-1-1-91,1 2 0,3 4 193,-9-4 1,7 4-97,-6 2 0,5 5 202,-5 1 1,2 7 77,-2-2-53,3 4 1,3 2-59,-1 0 1,-5 0 96,5 0 1,-5 0-45,6 0 1,-6 0 164,5 0 1,-7 2 116,2 4 1,1-2-107,-1 7 0,0 1 124,-6 5 1,0 0-27,0 1 1,0 5 4,0 0 0,0 7-205,0-1 1,-6 2-5,0-2 0,-5 3-70,5-3 0,-5-2-196,5 2 0,-6-2-1162,6 2 638,1-4 461,5-8 0,0 0-1423,0 1 734,0-1 372,0-8-258,7-1 359,-5-8 405,14 0 0,-7 0 0,9 0 0</inkml:trace>
  <inkml:trace contextRef="#ctx0" brushRef="#br0" timeOffset="2832">2074 589 7569,'10'-10'633,"-3"2"-20,-7 8 311,0 0 0,0 8-191,0 4-263,0 3-210,0 2-269,8 1 1,2-9-247,7-3 0,0-4 261,1-2 0,5-2-328,0-4 1,0-3 99,-6-9 1,0-5-49,1 0 0,-7-2 75,1 2 0,-9 4 41,3-4 1,-6-2 63,-6 2 1,-5 5 146,-12 7 0,2 7-172,-8-2 1,6 4-145,-6 2 1,2 8-1131,-2 4 1389,-3 3 0,5 10 0,-8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3.0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103 122 7569,'-8'9'622,"6"7"-320,-13-7 0,7 9-40,-3-1 0,-5 8-78,5 4 0,3-2-1,2 1 1,-2-5 22,3 6 1,1-8-59,10 2 0,3-9-205,9-3 0,1-7-129,4 2 0,-2-4 53,8-2 0,-6-10-121,6-7 1,-8-2 98,2-10 0,-12 8 90,-5-2 0,2-4-16,-2-2 0,-3-2-43,-8 2 0,-5 5 180,-7 6 0,-1 7 90,1-1 0,-2 8 63,-4-1 0,4 5-138,-4 5 1,3 5-97,3 7 1,6-5-44,-1-1 1,8-5-401,-2 6 396,5-1 93,1 6-21,0-7 0,7 5 0,3-5 0</inkml:trace>
  <inkml:trace contextRef="#ctx0" brushRef="#br0" timeOffset="870">466 191 7620,'11'-6'558,"-1"-2"-112,-2-1-245,-3 5 1,1-11 105,0 3 1,2 2-125,-3-1 1,-3-1 22,4-5 0,-4 0-93,-2-1 1,0 7-60,0-1 1,0 7-13,0-7 1,-8 8 22,-3-1 0,1 3-78,-1 2 1,-1 2 104,-5 3 0,5-1-6,1 8 0,5-1-2,-5 6 0,7 1-4,-2-1 0,4 6-46,2 0 1,2 6-49,4-6 1,-2 8-35,7-2 1,-1-2 11,1 1 0,3-1-86,-9 2 0,7 2 122,-6-8 1,-1 6-7,-5-6 1,0-6 78,0-5 16,0-1 1,-1 4 87,-5-3 0,-4-4-14,-7-8-169,0 0 1,-1-8-10,1-4 0,7-3-105,5-2 1,3-2 172,2-4 1,0 1-15,0-6 0,7 6-210,5-1 0,3 4-328,3 2 0,-1 5-32,0 1 0,0 7 230,1-2 1,-1-1-278,0 1 0,-5 0 112,-1 6 1,1 0-364,5 0 829,1 0 0,-1-8 0,0-1 0</inkml:trace>
  <inkml:trace contextRef="#ctx0" brushRef="#br0" timeOffset="1283">760 156 7569,'8'-9'219,"-7"-1"124,5 4 0,-4 2 88,-2-7-18,8 7-103,-6-11 0,11 11 345,-7-8-588,7 8 0,-3-3-31,7 7 0,-5 0-111,-1 0 1,-1 2 101,2 3 0,-3-1-162,-3 8 1,-4-6 69,4 5 1,-5 1-225,-1 5 209,0 0 0,-1 1 27,-5-1 0,-4-2 65,-7-3 1,0 3 13,-1-3 1,3-3 247,3 3-262,-3-8 19,13 3-92,-6 1-97,8-6 1,2 6 166,4-8 0,4 5-7,7 1 0,2 0-180,4-6 0,-3 0 111,3 0 0,-4 2 55,-2 4 1,-5-3 0,-1 9 1,-7-6 126,2 5 1,1-5-30,-1 5 0,0-5 184,-6 6 1,-2-3-179,-4 3 0,-3 1-22,-9-7 1,1 6 156,0-7 1,-1 7-130,1-6 1,-6 5-218,0-5-183,0 0-595,6-6-23,-1 0 58,9 0 0,9-8 237,11-3 624,5-5 0,9-1 0,2 0 0</inkml:trace>
  <inkml:trace contextRef="#ctx0" brushRef="#br0" timeOffset="1587">1123 174 7569,'17'-10'566,"-7"-5"-274,5 5 1,-13-2 442,4 1-216,-4 7-290,-2-4 1,2 8-39,4 0-256,-5 0 1,13 2 81,-8 4 0,5 4-114,-5 7 0,6 2-124,-7 4 0,1 2 110,-6 4 1,0 2 15,0-8 1,-2 0 36,-4-6 0,3 0 161,-9 1 64,8-1 417,-11-7-292,5-3-70,1-7-134,1 0 1,10-2 1,4-3 0,3 1-70,8-8 1,1 8 46,-1-1 0,0 3-13,1 2 1,1 0-43,4 0 0,-4 0-216,4 0 7,-4 0 1,-1 0-311,-1 0 1,-5 0-27,-1 0 0,-5 6 533,5-1 0,-7 1 0,4-6 0</inkml:trace>
  <inkml:trace contextRef="#ctx0" brushRef="#br0" timeOffset="1758">1676 433 7569,'-11'0'0,"-1"0"1499,8 0 2007,-3 0-3871,7 0 216,0 0 290,7 0 0,-3-6 135,8 0-276,-8 1 0,11-3 0,-5-2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42.0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208 191 7597,'-7'-10'506,"-3"-5"-222,-7 13 84,0-6-284,-1 8-24,1 0 1,2 2 25,3 4 0,-3-4 21,3 4 1,3 1-11,-3-1 1,2 7 88,-1-1 52,3-4-368,1 7-82,5-5 153,-6 7 1,16-2 89,3-3 1,4-3-114,3-3 0,5-4-6,0 4 1,8-4-82,-3-2 0,5 6 141,2-1 1,-1 7-11,1-6 0,-2 5-254,-5-5 209,-3 7 1,-9-3 121,-5 7 0,-5-5-8,-12-1 1,-5-1 154,-12 2 1,-4 3-108,-8-4 0,1 3-20,-1-3 0,0 3-19,1-8 0,-1 1 33,1-1 0,7-4-849,4 4-417,3-4 351,11-2 842,1 0 0,1-8 0,-3-2 0</inkml:trace>
  <inkml:trace contextRef="#ctx0" brushRef="#br0" timeOffset="202">122 104 7569,'0'-17'0,"0"0"205,0-1 172,0 1 1,2 2 237,4 3-278,-4 5 0,11 9-100,-7 3 0,1 5-24,-1 7 0,-4 10-130,4 8 0,-4-1-61,-2 7 1,0 1-156,0-2 1,0 2 163,0-1 1,6-10 93,-1 3 1,7-5-126,-6 0 0,15 3 0,-2-5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4.3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16 102 7569,'0'-17'0,"0"5"495,0 1 1,-6 5-161,1-6 0,1 3-152,9-3 0,-1 3-10,8 3 1,-1 4 9,7-4 1,5 6-159,0 6 1,8 0 40,-3 11 1,-3-2-107,-2 14 0,-3 2 25,-3 9 1,-2-3-200,-3 3 0,-5 2 170,-7-1 0,-1-1 68,-5-5 1,-4-6-76,-7-1 1,0-8 102,-1-3 1,-1-6 254,-4-5 0,4-4-97,-4 4 0,9-6 215,3-6-300,7-4 86,-4-7-62,8 0 1,8 7-9,3 5 1,11 3-245,1 2 0,2 0-19,-2 0 0,-2 7-161,8 5 1,-8-3-15,2 3 0,-4-6-604,-2 5 100,1 1 142,-1 5 1,-6-2-33,1-3 691,-8-4 0,4-1 0,-8 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6.0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0 327 7863,'12'9'1711,"-1"-3"338,-7-4 251,4-2-889,-8 0-2571,0 0 1,-8 8 0,-1 1 0</inkml:trace>
  <inkml:trace contextRef="#ctx0" brushRef="#br0" timeOffset="909">260 85 7569,'0'-10'1159,"0"-5"-756,0 13-149,0-6 0,0 6 432,0-4-528,0 4 0,7-5-19,5 7 1,-1 2-163,7 3 1,-11-3 75,11 4 0,-5 4-183,4 1 0,-7-1 43,-4 1 0,2 1-117,-3 5 1,-1 0 184,-10 1 0,-3-3 164,-9-3 1,-1 3-162,-4-3 1,2-3-3,-8 3 1,8-8 1266,-2 1-544,12-3-568,3-2 1,10 0-110,4 0 1,5 0-261,12 0 0,6 0 71,11 0 1,-1 0-148,7 0 1,-8 0 185,3 0 1,-7 0-32,-5 0 0,0 8 181,-12 3 0,2-1-269,-13 2 624,0-1 1,-8 6-22,-4 1 1,-3-1 143,-9 0 0,-7 1-239,-4-1 0,3 6 21,-3 0 0,0 0-256,-6-6 0,7-1-273,-1-5 0,8 5-136,-2-5 1,9-1 74,3 1-2189,7-7 1481,-4 4 0,10-8 1010,4 0 0,11-8 0,10-1 0</inkml:trace>
  <inkml:trace contextRef="#ctx0" brushRef="#br0" timeOffset="1076">727 15 8133,'17'-9'2524,"-7"3"-1862,-5 12 1,-3 9 408,-2 8-553,0 16-255,0-10 0,0 13 59,0-8 1,0 7-426,0-1 1,0 8-448,0-2 0,0-4-196,0-1 0,0 1 746,0-2 0,8 9 0,2-5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4.9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1 139 7569,'0'-17'361,"0"-1"0,0 7 112,0-1 210,0 9 65,0-5-180,0 8-216,0 0 0,0 8-118,0 3 0,0 12-14,0 6 0,0-2 23,0 2 0,0-6-93,0 6 0,2-8 0,3 2 0,5-10 9,7-1-138,1-1 116,-1-1 1,2-2-74,4-8-92,-4 0-35,6 0 0,-2 0-271,1 0 1,4-8-71,-5-4 0,0 3-434,-5-3 0,-1 1-455,0-7 349,1 1 0,-9 0-181,-3-1 1125,-4 9 0,-2-6 0,0 5 0</inkml:trace>
  <inkml:trace contextRef="#ctx0" brushRef="#br0" timeOffset="158">208 104 7110,'-9'-17'611,"1"8"0,8 3-230,0 12 1,0 3-75,0 8 1,0 3-125,0 3 1,0 4 83,0 7 1,-2-5 148,-4 0 0,4 0-452,-3 5 1,3-5-369,2 0 1,0-6-686,0 6 1,7-8 171,5 2 917,-4-4 0,15-2 0,-4 1 0</inkml:trace>
  <inkml:trace contextRef="#ctx0" brushRef="#br0" timeOffset="579">502 18 7569,'-9'-8'0,"-7"6"510,7-5 10,-1 7-178,2 0 0,10 0-127,4 0 0,4 0-32,7 0 1,0 7-60,1 5 0,-1-2-148,0 1 1,-1 1-47,-5 5-153,4 0 1,-13 0 109,4 1 1,-4-1-40,-2 0 0,-6-5 166,0-1 1,-7-5-20,2 6 0,-7-3 265,-5 3-166,4 3 0,-4-11 172,11 8-141,-3-9-34,13 13 1,-4-14-79,12 3 1,4-1-121,7 2 1,2-4-29,4 4 0,-2-4 45,8-2 1,-6 5 42,6 1 1,-8 2 66,2-2 0,-4-3 65,-1 9 1,-9 0 20,-3 5 1,-4 0 205,-2 0 1,0 1-33,0-1 1,-10 0 109,-7 1 1,0-1-111,-6 0 0,2 0-98,-2 1 0,3-1-773,-3 0 300,-4-7 104,8 5 1,0-13-171,8 4 0,5-4-156,-6-2 1,8-2-501,-1-4 0,10-5 1013,7-12 0,3-4 0,3-8 0</inkml:trace>
  <inkml:trace contextRef="#ctx0" brushRef="#br0" timeOffset="954">831 139 7569,'9'-17'723,"-1"-1"0,-6 9 22,4 3-519,-4-4 0,7 9-30,-3-5 1,-2 4 9,7 2 1,1 0-24,5 0 1,-5 2-168,-1 4 1,-5-3-187,6 9 1,-9-6 97,3 5 0,-4 1-102,-2 5 0,0-5 20,0-1 0,-2 1 99,-4 5 1,-3-6 493,-8 1-291,-1-1 1,3 1-96,3 0 120,-3-9 51,13 13 0,-6-12-196,8 7 0,2-5-117,4 5 0,4-5-156,7 6 0,6-8 101,0 1 0,2 5 51,-2 1 1,-4-1 151,4 2 0,-3-7 315,-3 7-283,-7-1 0,-3 7 275,-7-1-170,0 0 0,-13 1 193,-5-1 0,-8 0-107,3 0 0,-8 1-77,2-1 1,-2-2-413,2-3 1,-1 1-180,7-7 0,0 6-1234,5-7 727,9 1 212,1-6 1,10 0 680,4 0 0,11-7 0,10-3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3.7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363 363 7569,'0'-9'479,"8"-7"0,-6 7-201,4-9 0,-3 7-46,3-1 0,-4 6 72,4-5 1,-6 1-74,-6-1 1,-3-3-256,-9 9 0,1-7 53,0 6 0,-8 1 42,-4 5 0,-4 0 112,-1 0 1,-1 7-39,0 5 1,7-3-10,-1 3 1,8-6 25,-2 5 1,5-5 36,7 5-73,3-7 1,8 6-238,0-4 84,8-4-43,1 5 0,16-1-80,4 0 1,-2 2 168,2-3 1,2-3 20,9 4 0,-9 4-160,3 1 0,-9-1-204,4 1 1,-8 1 188,2 5 0,-9 2 64,-3 4 0,-7-3 243,2 3 0,-6-4 4,-6-2 0,-9 6 17,-8 0 0,-8 0-128,2-5 1,2-3 2,-2-4 1,3-1-113,-3-4 0,2-4-185,4 4 1,9-6-522,-3-6 0,9-4 380,-3-7 1,7-2-540,-2-4 0,10-4 325,2-8 1,13-7 583,-2-4 0,12-4 0,-2-2 0</inkml:trace>
  <inkml:trace contextRef="#ctx0" brushRef="#br0" timeOffset="167">259 104 7111,'0'-17'-1257,"0"-1"3032,0 1-1094,0 0 1,-1 1 368,-5 5-547,4 3-156,-6 8-105,8 8 0,0 3-48,0 12 1,0 6-1,0 11 0,0 5-145,0 7 0,2-4 39,4 3 1,-2-1-486,7 14 1,-5-8-87,6 1 0,-7-7-413,7 2 1,-3-6 591,3 6 1,3-2 303,-3-10 0,11 8 0,4-3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0.7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33 119 7569,'0'-17'0,"0"0"864,0-1-514,0 9 1,0-7 343,0 5-301,8 3-226,2-7 1,7 13 23,0-4 0,-1 6-177,-5 6 1,3 5 112,-9 12 0,7-1-142,-6 6 1,-1-4 12,-5 4 1,0-1-19,0 2 0,-7 2 17,-5-8 0,-1 0-65,1-6 0,-3 0 168,3 1 0,-3-9 112,-2-3 1,5-4 57,1-2-137,7 0-159,-12 0 41,15 0 1,-5 0-55,12 0 126,3 0 1,8 2-39,1 4 0,-1-4-129,0 3 1,1-1-178,-1 2 0,-6-4-1374,1 4 802,-1 3-931,7-7 1760,-1 14 0,-7-14 0,-3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0.8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1 415 8181,'9'-7'0,"-1"-3"0</inkml:trace>
  <inkml:trace contextRef="#ctx0" brushRef="#br0" timeOffset="309">364 0 7569,'-18'0'633,"7"2"159,-1 4 0,3 4-378,-3 7 0,-9 0 30,4 1 0,1 6 39,5 5 1,1 6-149,-1 5 0,-3-5-324,9-1 1,-1 1-88,6-6 1,2-4-60,3-2 0,-1-4 150,8-2 0,5-5-54,6-1 1,2-7-101,-2 2 0,-4-6-143,5-6 0,-7 2-34,-6-7 0,-1 1 74,-4-1 1,-4-5 230,3 5 1,-10-5-25,-7-1 1,2 8 128,-1 3 1,-1 4-127,-5 2 0,0 0 27,0 0 1,5 0-410,0 0-26,9 0 0,-5 2-1259,8 4 1218,0-4 1,2 11-260,4-7 740,3-1 0,16-5 0,2 0 0</inkml:trace>
  <inkml:trace contextRef="#ctx0" brushRef="#br0" timeOffset="558">537 225 7110,'17'-8'-1032,"-6"-1"1338,1-8 1,-6-1 557,5 1 0,-7 5 641,2 1-566,-4 7-66,-2-11-20,0 13-650,0-6 0,0 10-85,0 4 0,0 3-91,0 9 1,0 7 103,0 3 1,6-1-126,-1 2 0,3 0-28,-2 6 0,-2-3-10,7-3 1,-7 2 39,2-8 0,1 6-14,-1-6 1,0 0 43,-6-6 1,0-5 43,0-1 0,-2-5-184,-4 5 1,-3-7 51,-9 2 1,1-4-757,0-2 0,0 0-23,-1 0 0,1-8-327,0-3 0,1-6 402,5-7 754,3-2 0,0-17 0,-1-1 0</inkml:trace>
  <inkml:trace contextRef="#ctx0" brushRef="#br0" timeOffset="696">623 139 7569,'17'-10'860,"1"2"-360,-9 8 1,7 0 331,-5 0 1,5 0-446,1 0 0,0-5-168,0-1 1,1 0 160,-1 6 1,0-6 268,1 1 0,5-3-1115,0 2 1,0 4 334,-6-4 0,0-1-1158,1 1 1,-7 0 1288,1 6 0,-1-7 0,7-3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9.2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 9994,'-8'26'1086,"4"7"-846,-7-4 0,1 11-45,-2 6 0,-3-1-68,4 1 1,3-6 11,2 6 0,4-13-350,2 1 140,0-11 110,8 2 0,1-9-271,9-5 0,5-3 39,0-8 1,0-2-128,-6-4 1,1-3 153,-1-9 1,-8 1 67,-3 0 0,-4-6-89,-2 0 1,-2-6-149,-4 6 1,-9 6 417,-8 5 1,0 8-41,6-2 0,-6 5 136,0 1 1,1 7-150,11 5 1,-3 9-234,9 2 0,-7 0 166,6-6 1,1 1 71,5-1 1,7 0-415,5 0 1,3-1-623,2-5 1,7 3 1000,-1-8 0,7-1 0,-3-5 0</inkml:trace>
  <inkml:trace contextRef="#ctx0" brushRef="#br0" timeOffset="363">433 173 7569,'-6'-11'378,"0"-1"12,-7 9-291,11-5 1,-8 8 203,5 0-14,3 0 1,-6 8 15,8 3 1,-6 10 75,0 2 1,1 6-174,5-6 0,0 6-40,0-6 1,0 6 14,0-6 1,0 0 11,0-6 0,2-1-409,3-5 246,5 5 1,7-15-170,1 5 1,5-12-28,0-5 0,0-6-115,-6-6 1,-5-2 84,-1-4 1,-7-4-113,2 4 0,-4-3 145,-2-3 1,-2 6-64,-4 0 230,-4 8 1,-7-2-85,0 12 1,-1 3 133,1 8 1,6 0-112,-1 0 0,3 8-172,-3 3 1,4 5-76,8 1 0,0 2-272,0 4 0,2-4 71,4 4 503,4-3 0,7 5 0,0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2:58.4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223 347 7569,'10'0'0,"5"-2"-55,-3-4 126,-4 4 1,5-8 29,-7 5-21,7-5 0,-5-2 160,3 1 1,-3 5 422,-8-5-360,0-1-141,0-5 1,-8 7-99,-3 4 0,-4 5 75,-3 1 1,-7 0-75,-4 0 0,3 5 50,-3 1 0,6 6 8,-6-7 0,10 9 8,1-3-290,1-3 143,15 7 0,-4-11-64,12 8 0,4-8-29,7 1 1,8 3 98,4-2 1,-2 2-54,2-3 1,-8-1 66,2 8 0,2-3-19,-2 3 0,-2 3 44,-10-3 1,-1 3 13,-4 2 1,-4 1 10,4-1 1,-12 0 118,-6 1 1,-5-1-77,-6 0 1,-2-1-50,-4-5 0,-4 4-112,5-3 1,-3-2-85,2 1 0,-2-7-507,8 2 157,0-4 159,6-10 0,7-7-131,4-9 1,6-4 469,6 5 0,12-16 0,8 3 0</inkml:trace>
  <inkml:trace contextRef="#ctx0" brushRef="#br0" timeOffset="180">241 18 7569,'-10'-10'1113,"0"3"-451,5 7-204,3 0 1,-12 7 430,9 5-591,-9 11 0,10 12 2,-7 11 1,7 2-97,-2-2 0,-2 8-161,3-8 0,-1 8-164,6-8 0,0-2-673,0 2 0,0-6 482,0 6 1,6-5-1766,-1 5 2077,1-8 0,2 5 0,1-9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7.5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70 7893,'0'-10'1673,"0"1"-820,0 3-527,8 4 1,2-6 34,7 8 1,0-5-104,0-1 0,8 0-52,4 6 1,-2-2-177,2-4 0,-2 4-233,2-3 0,1 3-254,-7 2 1,1 0-87,-7 0 0,0 0-1749,0 0 2292,-7 0 0,-2 15 0,-8 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7.6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0 7569,'0'10'1480,"0"-2"0,8-8-1230,4 0 0,9 0 322,2 0 1,8-6-353,-3 0 1,5 0-282,2 6 1,-1 0-379,1 0 1,-1 0-1445,1 0 1883,-8 0 0,5 0 0,-5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6.6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53 8253,'-17'0'1526,"0"0"-1046,7 0-134,-5 0-442,13 0 0,2 0 134,11 0 1,-1 0-196,2 0 0,-1 0 106,6 0 0,-5 2-59,-1 4 140,-7-5 1,4 9-69,-8-4 118,0-4 79,0 13 1,-6-11-101,0 7 0,-5-5 76,5 6-194,-7-1-177,11 7-50,-6-1 1,8-6 178,0 1 1,8-8 69,3 2 1,5 1-49,1-1 0,0 0-47,1-6 1,-1 6-97,0-1 1,0 3 163,1-2 1,-3-2 334,-3 7 0,-5-5-2,-7 5 0,0-5 133,0 6 0,-2-3-191,-3 3 0,-5 1-77,-7-7 1,-1 7 89,1-1 1,-6-2 123,0 1 1,-6-5-474,6 5 0,0-7 130,6 2 1,5 2-1678,1-2 152,7-1-282,-4-5 1802,8 0 0,16 0 0,3 0 0</inkml:trace>
  <inkml:trace contextRef="#ctx0" brushRef="#br0" timeOffset="161">484 1 7569,'18'0'575,"-9"0"1,1 0 72,-4 0 1,-4 8-235,3 3 1,-10 6-76,-7 7 0,3 2-385,-3 9 1,2 0-350,-1-1 1,-5 7 410,5-1 1,-6 8-17,-6-2 0,-4 4 0,-8 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4.9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70 104 7569,'-10'-7'339,"0"5"584,5-4-677,3-4 52,-6 9-1,8-7-254,0 8 1,8 2 92,3 4 1,-1-3-121,1 9 1,1-1 45,5 7 0,1 5 68,-1 0 0,-6 6-250,1-6 0,-8 2 15,1-2 0,-3-4 11,-2 4 1,-7-4 92,-5-1 0,1-3 1,-7-4 0,5 3 62,-10-8 0,4-1 74,1-5-96,1 0 0,2-2-17,3-3 1,4 1 315,8-8-213,0 8 0,8-3-36,4 7 0,9 0-13,2 0 0,2 0-4,-2 0 0,-2 0-128,8 0 1,-8 0-193,2 0 1,-4 2-142,-1 3 1,-1-3-25,0 4-1463,0-4 1875,1 6 0,-1-6 0,0 5 0</inkml:trace>
  <inkml:trace contextRef="#ctx0" brushRef="#br0" timeOffset="238">450 53 7569,'0'9'748,"0"1"-514,0-4 0,-2-3 78,-4 9 0,4-6-129,-3 5 1,-3 1 85,2 5 1,1 0 149,5 1 0,0 1-234,0 4 1,1-4-39,5 4 0,4-6-28,7-5 0,0 3-125,1-3 1,5-4 9,0-3 1,6-3-190,-6-2 0,0 0 160,-6 0-714,0 0-401,1 0 0,-9-7 435,-3-5 1,-4 2-417,-2-1 1121,0-1 0,-8-5 0,-1 0 0</inkml:trace>
  <inkml:trace contextRef="#ctx0" brushRef="#br0" timeOffset="381">623 87 7602,'0'12'569,"0"-1"-420,0-7 0,0 11 120,0-3 0,0 5 100,0 6 0,-2-4-250,-4 5 0,4 1-208,-3-2 1,3 2-420,2-2 1,0-4 239,0 4-97,0-4 0,0-2 365,0 1 0,7-1 0,3 0 0</inkml:trace>
  <inkml:trace contextRef="#ctx0" brushRef="#br0" timeOffset="809">882 1 7569,'10'0'1134,"-2"0"-832,-8 0 36,0 0-143,7 7 0,-5-3-127,4 8 1,4-1-36,1 7 1,-3-7-203,-2 1 185,3-1 0,-7 6-131,4 1 0,-4-7-4,-2 1 1,0-6 22,0 5 0,-8-7-48,-3 2 127,-5 3 1,-1-7-31,0 4 110,-1-4-27,1-2 0,6 6 7,-1-1 11,8 1-2,-3-6-23,14 0 0,3 0 6,7 0 1,-5 6-15,-1 0 1,1-1 3,5-5 1,2 6-37,4 0 0,-9 2-8,3-3 1,-4-1 138,5 8-55,-1-1 0,-5 7-5,-1-1 0,-7-6 226,2 1 211,-4 0-304,-2 5 1,-8-2-99,-4-3 1,-3 1-11,-2-7 0,-1 2 18,1-3 1,-2-3-142,-4 4 1,4-4-235,-4-2 0,9 6-69,3 0 0,5-1-296,-6-5 0,9-2-372,-3-3 0,4 1 1009,2-8 0,15 1 0,4-7 0</inkml:trace>
  <inkml:trace contextRef="#ctx0" brushRef="#br0" timeOffset="1198">1211 70 8640,'0'-10'703,"6"1"-546,0 3 0,7 4 0,-2-4 0,-1 4-268,2 2 0,-1 0 170,6 0 0,-1 2-368,-5 4 232,5-4 1,-9 13 16,5-3 0,-4-3 19,-8 3 0,0-6 21,0 5 0,0-5 75,0 5 45,-8-7 1,-2 10-68,-7-8 1,6-1 0,-1-5 0,6 6-97,-5 0 5,7 0 25,-4-6 0,10 0-19,4 0-80,3 7 1,9-5 140,-1 4-13,0 4 1,-1-7 277,-5 9 0,3-6-96,-9 5 1,1-5 150,-6 6 0,6-7-96,0 7 1,-2-3 40,-10 3 1,-4 3-145,-7-3 1,0 3 21,-1 3 1,1-7-142,0 1 0,-1-3-283,1 3 1,6 1-1405,-1-7 870,8 7-896,-11-11 1702,13 6 0,2 0 0,10 1 0</inkml:trace>
  <inkml:trace contextRef="#ctx0" brushRef="#br0" timeOffset="1346">1609 329 10203,'-10'0'-1432,"2"0"1432,8 0 0,8 0 0,2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0.0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173 294 7569,'6'-23'355,"0"0"-154,-1 0 0,-5 6-13,0 0 1,0-6 22,0-1 1,-2 1 81,-3 6 0,-3-6-73,-4 0 0,-3 2-164,3 9 0,-3-1 27,-2 7 0,0 0-50,-1 6 0,1 0 131,0 0 1,5 2-108,1 4 0,7 4-23,-2 7 1,4 0-17,2 1 0,0-1 55,0 0 1,8 6-18,3 0 0,3 6-94,-3-6 0,7 6 25,-1-6 0,-6 6-52,7-6 1,-7 6 68,1-6 0,1 0-16,-7-6 0,0 0 144,-6 1-57,0-1 1,-2-2-60,-4-3 1,-4-2-4,-7-5 1,0-3 116,0 4 0,-1-12-96,1-5 1,0-5-3,-1-1 0,9-6-33,3 0 0,4-8-137,2 2 1,0 4 84,0 2 1,10-2-129,7 2 1,0 2-50,6 10 0,2-3 122,-2 8 1,2 1-227,-2 5 42,-3 0 19,5 0 1,-8 0-279,0 0 0,-5 0 51,-1 0 1,-5 5 499,6 1 0,-1 8 0,6-5 0</inkml:trace>
  <inkml:trace contextRef="#ctx0" brushRef="#br0" timeOffset="389">415 139 7569,'10'-8'686,"-5"-3"-50,-3 3 88,6-8-259,-6 7-154,6-8 0,-6 7-173,3 4 1,-1-1-155,8 1 1,-6 0 54,5 6 1,1 6-143,5 0 1,-6 7 44,1-2 0,-6-1-91,5 2 0,-7-1-50,2 6 1,-4-5 61,-2-1 0,0 1 241,0 5-112,-8-7 0,-2 3 147,-7-7 0,6 0-110,-1-6 0,6 0 66,-5 0-98,7 8-196,-4-6 145,8 5 1,2-5 63,4 4 1,-2-2-27,7 7 1,1-5-3,5 6 1,-5-7 5,-1 7 0,-1-1 18,1 7 1,-1-7 169,-4 1-128,-4-1 1,5 7 12,-7-1 1,-2-2 13,-3-3 1,-7 3-48,-11-3 0,4-3 10,-4 3 0,-2-8-15,2 1 1,0-3 21,5-2-588,1 0-183,0 0 0,7-7 300,4-5 426,5 4 0,16-15 0,4 4 0</inkml:trace>
  <inkml:trace contextRef="#ctx0" brushRef="#br0" timeOffset="4396">588 865 7569,'-2'-11'559,"-4"-1"-298,4 8 0,-5-11 24,7 3 0,-6 3-90,0-3 0,-7 6-171,1-5 0,3 7 48,-3-2 0,-1 4 68,-10 2 1,3 0 54,-3 0 0,-2 2-12,2 4 1,-2-2-84,2 7 1,10-1-158,-5 1 1,11 3 12,-5-8 116,8 7 1,-1-5-72,10 3 0,5 3 40,7-8 1,6 5-112,0-5 1,8 5 128,-2-5 0,2 6-15,-2-7 1,1 9-44,-7-3 1,2-1-118,-2 2 0,-9-3 44,3 3 1,-11 3 79,0-3 0,-4-3 25,-2 3 0,-8-3-26,-4 3 0,-5-3 5,-6-3 1,2-4-3,-8 4 0,0-4 3,-5-2 0,5 6-213,0-1 1,6 1-293,-6-6 0,8-6-912,-2 1 1008,4-9 0,3 5-612,5-9 1008,3 1 0,8-8 0,0-2 0</inkml:trace>
  <inkml:trace contextRef="#ctx0" brushRef="#br0" timeOffset="4565">415 658 7569,'0'-18'-278,"6"7"1036,0-1-101,-1 8 117,-5-3-381,0 7 0,0 7-156,0 5 0,0 9-42,0 2 0,0 10-230,0 1 1,0 1 98,0 5 1,0-3-604,0-3 0,2 1-9,4 0 0,-2-3-289,7-3 1,-1 2 836,2-8 0,11 15 0,-4-1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03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0 190 7569,'10'0'160,"-3"-7"161,-7 5-45,0-6-163,0 8-334,0-8 111,0 7-246,0-7 263,0 8 2752,0 0 1,8 0-2595,4 0 0,3 0 99,2 0 1,2 0-66,4 0-101,-3 0 1,12 0 84,-3 0 1,-2 0-191,2 0 1,-6-2 63,6-4 0,-8 4 106,2-4 0,-4 5-503,-2 1-184,1-8 0,-7 6-432,1-4-627,-8 4 94,3 2 832,-14 0 757,-3 0 0,-7 0 0,-1 0 0</inkml:trace>
  <inkml:trace contextRef="#ctx0" brushRef="#br0" timeOffset="186">138 0 10211,'-5'18'853,"-1"-1"1,-2 6-626,2 0 0,4 8-423,-3-3 0,-5 5-219,-1 2 1,3-1-404,2 1 1,-2-1 620,3 1 196,-9 0 0,-3 7 0,-10 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13.8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241 1 7569,'-18'0'0,"1"6"0,0-1 0,0 9 0,-1-3 0,-5 13 867,0 4 1,0 13-186,6 5 0,5 2-311,1-2 1,7 2-189,-2-8 1,4 1-220,2-7 0,2-1 63,4-4 0,9-4 15,8-8 0,6-2 107,-6-3 1,2-4-8,-2-8 1,-4 0-263,4 0 1,-9-8-393,-3-4 0,-7-3 187,2-2 0,-6-1 128,-6 1 0,-9 0 120,-8 0 1,-8 7 1,2 4 0,2 4-7,-1 2 0,6 0-5,-1 0 42,4 8 1,4 2-414,3 7 0,7-6-750,10 1 1208,-3-8 0,21 11 0,-4-5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14.5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87 6269,'0'-10'2490,"-8"3"-2029,7-1-2,-7 6-85,8-6-46,0 8 39,0 0 46,0-7-245,0 5-132,0-6 1,2 6-51,4-4 27,3 5 1,8-13-95,1 8 1,-1 1 12,0 5 1,1 0-143,-1 0 242,0 0 1,0 0-2,1 0-384,-1 0-18,0 0 270,-7 7 1,-2 3 54,-8 7 1,-2-5 91,-4-1 1,-4 1 9,-7 5 1,-2-5 89,-4-1 1,4-5-126,-5 5 0,5-5-16,2 6 1,5-8 517,1 1-78,7-3-417,-4-2 0,10 0 25,4 0 1,-2 6-107,7 0-49,1 0 116,5-6 1,6 5-88,0 1 1,2 7 95,-2-1 1,-3-2-24,3 1 0,-10 1-53,-1 5 1,-8-5 152,1-1 1,-3 1 235,-2 5 1,0-6-132,0 1 1,-7-6 185,-5 5 1,-5-5-117,-6 6 1,2-9-149,-8 3 1,6-4 50,-6-2 1,8 0 57,-2 0 1,3 0-973,3 0-106,8 0-1458,1 0 1104,8 0 1196,0 0 0,8 0 0,1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17.2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18 415 13523,'-9'0'52,"1"0"-1336,8 0-166,0 0 244,8 0 0,-4 0 1206,7 0 0,1-7 0,5-3 0</inkml:trace>
  <inkml:trace contextRef="#ctx0" brushRef="#br0" timeOffset="357">381 173 7569,'0'-17'0,"0"0"605,0-1-310,0 1 1,0 0-22,0 0 1,-1 5 46,-5 1 1,2 7-265,-8-2 81,1 4 0,-6 2 56,-1 0 1,1 2 0,0 4 0,-1 1-138,1 5 0,0 3-19,-1-3 0,9 3-62,3 2-31,-3 1-166,7-1 1,2-2 36,11-3 0,4-4-83,3-8 1,-1-2 151,0-4 0,3-4 68,3-7 0,-4 6-211,4-1 1,-4 2 27,-2-1 1,-5 3 427,-1 8-134,-7 0 393,4 0 0,-8 10-78,0 7 1,0 2 70,0 10 0,-6 0-196,0 6 1,-5-3 18,5-3 0,-1 4-357,1-5 0,4-1-62,-4 2 1,4-2-698,2 2 0,2-4 435,4-8 0,-2-5-1583,7-1 1991,1-7 0,13-4 0,2-9 0</inkml:trace>
  <inkml:trace contextRef="#ctx0" brushRef="#br0" timeOffset="628">796 70 7569,'-1'9'414,"-5"-3"0,2 2 597,-8-3 1,9 9-482,-3-3 0,4 5 41,2 1 1,0 6-21,0 0-414,0 8 1,2-10 57,4 8 0,-3-8 0,9 2 0,-6 2-55,5-2 1,-1 0 11,1-6 0,3 1-198,-8-1 0,-1 0 70,-5 1 1,-2-3-135,-3-3 0,-5 1-166,-7-7 0,-1 5-276,1-5 1,-6 0 365,0-6 1,-6 0 58,6 0 1,-2-2-1442,2-4 1,6-11-717,0-12 2284,7-4 0,10-9 0,0-2 0</inkml:trace>
  <inkml:trace contextRef="#ctx0" brushRef="#br0" timeOffset="775">727 156 7569,'43'-27'-1473,"-5"8"1303,8 7 1,-6 3 169,7-3 0,-9 5 2280,2 7 0,-3-6-627,-3 0 1,-1 0-1076,-4 6 0,4 0-262,-5 0 1,5-2-765,2-3 1,-8 3-293,-4-4 1,2 2-1708,-2-2 2447,0 4 0,-6-13 0,0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15.6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0 173 7569,'0'-17'579,"0"-1"1,6 7-505,0-1 1,6 7 400,-7-7-339,9 8 1,-5-3 57,9 7 0,-1 0 0,0 0 0,1 7-116,-1 5 0,0 5-55,0 6 0,1-4 171,-1 4 0,-7 4-174,-5 2 0,-3-4-210,-2-2 1,0 2 176,0-2 0,-7-2 72,-5-9 1,-3 3-15,-3-3 0,3-3 3,4 3 290,-5-8 1,12 3 276,-7-7-431,7 0 0,-2 0-56,12 0 0,-2 0-573,7 0 0,7 0-3,5 0 1,7-1-290,-1-5 1,4 2 435,1-8 0,-1 3 58,-4-3 0,4-3-1137,-5 3 1379,-3-3 0,8-10 0,-6-2 0</inkml:trace>
  <inkml:trace contextRef="#ctx0" brushRef="#br0" timeOffset="257">588 35 7569,'0'-18'487,"0"9"184,0 1-370,-7 8 1,3 2 247,-8 4 0,7 11-204,-7 12 1,2 4-19,-1 1 1,-2 3-155,7 3 0,0-3-45,6 3 1,0-4 66,0-1 0,0-2 0,0-5 0,8-3-415,3-7 1,5-1-50,1 0 0,0-7 67,0-4 0,1-4 104,-1-2 0,-7-2-35,-5-4 1,-3-4-40,-2-7 0,0 0-60,0-1 0,-2 1 118,-3 0 0,-5 1 39,-7 5 0,1 1-323,5 5-152,-5 3-564,7-6 763,-1 16 0,3 1-344,7 9 695,7-9 0,11 7 0,8-7 0</inkml:trace>
  <inkml:trace contextRef="#ctx0" brushRef="#br0" timeOffset="533">900 156 7569,'9'-18'0,"-3"1"0,-4 6 0,-2-1 1029,0 8-130,-8-3-154,6 7-439,-5 0-123,7 0 1,0 7-2,0 5 0,5 3-42,1 2 1,8 7-12,-3-1 0,5 7 66,1-1 0,0 2-22,0-2 0,1 1-218,-1-6 0,-2 4-23,-3-5 1,-4 0 168,-8-5-2,0 7 1,-8-6-7,-4 4 0,-5-10-108,-6-1 0,4-8-171,-4 2 1,-2-4 189,2-2 1,-2-8 37,2-4 0,5-5-1286,1-6 0,2-4-1177,9-8 2421,0 1 0,14-16 0,2-4 0</inkml:trace>
  <inkml:trace contextRef="#ctx0" brushRef="#br0" timeOffset="687">1055 69 7569,'10'0'1667,"5"0"-828,-13 0-257,14 0-274,-14 0 1,13 2-116,-4 4 1,-1-4-129,2 4 1,-1-4 324,6-2-195,1 0 0,-1 0-1031,0 0 1,-1 2-1645,-5 3 2480,5-3 0,-7 14 0,8-7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13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226 208 7540,'0'-9'728,"7"-7"-213,-5 7 174,6-9-152,-8 1-354,-8 0 1,-1 7-74,-9 4 0,1 4 136,0 2-296,0 0 191,-8 0 1,5 6 64,-3 0 1,10 6-428,1-7 80,9 9 0,-5-5 24,8 9 1,8-7 110,3 1 1,4-7-61,3 7 1,7-6 52,3 5 1,-1-5-96,2 6 1,-8-3 110,2 3 0,-3 3-45,-3-3 16,0 3 1,-7 2 52,-4 1 0,-4-1 134,-2 0 1,-8-5-55,-4-1 0,-11-1-45,-6 1 0,3 3-41,-3-8 1,6-1-3,-6-5 0,2 0 46,-2 0 1,4 0 34,8 0 1,0-2-503,-1-3 0,9 1-687,3-8 1,4 1-786,2-7 1203,0 1 671,0 0 0,8-8 0,1-2 0</inkml:trace>
  <inkml:trace contextRef="#ctx0" brushRef="#br0" timeOffset="185">87 156 7569,'0'-25'114,"0"6"24,0-6 0,0 8 45,0 0 1,6 5 11,0 1 0,0 5 298,-6-6-23,0 8-287,7-3 1,-3 7 22,8 0 1,-6 2-63,5 3 0,-7 7-79,2 11 0,-4 4-218,-2 7 0,0 1-105,0 0 1,0 5-232,0 0 0,0 1 239,0-7 0,0 1-154,0-1 1,0 1 403,0 0 0,0-1 0,0 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41.8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157 1 6078,'-18'0'0,"1"1"2084,0 5-1245,7 12 1,-5 16 521,3 12-949,4 20 0,-7-1 116,4 16 0,-3-6-382,3 5 1,3-13 109,8 3 0,0-13-27,0 1 0,4-8-46,7-10 1,3-1 22,15-16 0,-6 0-88,5-6 0,-1-7-15,2-5 1,2-5-97,-8-5 1,0-7-142,-6-11 1,-1-4 40,-5-7 1,-3-3-461,-8-3 1,-10-4 291,-7-8 0,-2 2-37,-10 4 1,2 7 63,-2 16 0,-2 0 14,8 12 0,-5 3-70,5 2 0,5 14-36,7 9 1,7 2-530,-2 10 0,4 0 45,2 6 810,8-1 0,17 1 0,11-1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43.1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53 122 7569,'0'-27'470,"0"2"1,0 8 292,0 0-237,0 7 178,0-5-135,0 13-211,0-6 0,2 10-124,3 4 0,-1 3 104,8 9 1,-1 6-81,7 5 0,-1 2-319,0-2 0,0 2 29,1-8 0,1 0 67,4-6 1,-4-2-262,4-3 180,-3-4 1,-3-8 19,0 0 1,-5-10 16,-1-7 0,-5-2-245,5-10 1,-7 2 79,2-2 0,-4 4 135,-2 8 63,0-1 0,0 11-1,0 7 1,0 15 448,0 14 0,0 19-214,0 10 0,0 15 322,0 7 0,-6-1-453,0 2 0,1-2-36,5 1 0,0-3 128,0-8 1,-6-7-190,0-5 1,-2-10 60,3-7 1,1-11 114,-8-6 1,1-6 418,-6-5 56,-8-5-249,5-7 284,-12-15-1137,5-4 264,-15-24-499,13-1 675,-12-8-658,22 0 1,-4-5 35,12-1 530,3 8-693,8 0 488,0 14 0,13-5 5,5 13 1,5 1-131,0 4 0,4 9-27,7-3 1,3 5 137,3 1 0,-3-3 374,3 9 1,2-3-303,-1 2 1,-1 4 17,-6-4 1,1-1 4,0 1 1,5 0 11,0 6 1,-5-7 162,-6-5 1,-2 2-32,1-1 0,-3-1-14,-7-5 0,-3 0 1,-3-1 0,-5-5 172,-7 0 1,0-7-64,0 1 1,-7-4 53,-5-1 1,-9 7 62,-2 4 1,-2 5 143,2 7 0,2 3 177,-8 8 0,8 2-155,-2 4 1,0 11-10,5 12 1,-1 4-96,13 1 1,1 7-33,5-1 1,0 0-90,0-5 1,9-1-135,9 1 0,1-2 43,10-5 1,-1-3-183,7-7 1,5-9-123,1-3 0,-1-4 120,-5-2 1,5-2-27,0-4 0,1-3-19,-7-9 1,-5-7-73,0-3 0,-8-5 76,2-2 1,-6 1 26,-5-1 1,1 1 126,-7-1 0,0 8 299,-6 4 502,0 4-551,0 2 1,-8 7 11,-3 4 1,-5 12-4,-1 5 1,-6 7 86,0 5 1,0 4-87,6 7 0,-1 1-22,1-1 0,7 1-69,5 0 1,3-8-139,2-4 0,0-4-75,0-2 82,0 0-88,7-7 136,3-2 0,7-8-35,1 0 1,-3-2-110,-4-4 1,5-11 62,-5-12 0,5 2-132,1-2 1,-5 6 126,-1-6 0,-1 8 34,1-2 0,-1 4 156,-4 2-9,-5-1-152,7 9 1,-6 1-33,4 8 671,-4 0-414,5 0 0,-7 2 249,0 4-52,8 3-406,2 9 0,7-3 31,0-3 0,1-3-94,-1-3 0,6-4 144,0 4 1,0-5-19,-6-1 1,1-5-359,-1-1 0,-5-7 120,-1 1 1,1-3 3,5-3 1,-2 1 76,-3 0 0,1 5-61,-7 1 65,7-1 1,-9 1 313,8-1 72,-8 8 1,5-3-145,-3 7 1,-4 7 94,4 5 0,-4 9-70,-2 2 1,0 8 223,0-2 1,0 1-102,0-1 1,5 2-122,1-8 1,0 0 338,-6-6-57,0-7 0,2 3-18,4-7 1,-4-2-117,3-10 0,-3-9-209,-2-8 1,6-14 49,0 3 1,1-7-256,-1 1 0,-4 3 148,4-3 1,2 4-616,-3 1 1,3 8-33,-2 4 1,-2 6-412,7 5 0,-5-1 100,5 7 0,-5 0-446,6 6 1,-1 0 254,7 0 1,-1 8 1103,0 3 0,0 5 0,1 1 0</inkml:trace>
  <inkml:trace contextRef="#ctx0" brushRef="#br0" timeOffset="332">2232 623 7569,'2'-9'1863,"3"3"276,-3 4-910,14 2-895,-14 0 1,11 2-152,-7 4 1,0 3 649,-6 9 0,0-1-351,0 0 0,-8 3-1141,-4 3 1,-9-2 234,-2 8 424,-8-1 0,-3 7 0,-10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3:40.0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18 658 7569,'0'-17'703,"0"-1"416,0 1-487,-8 0-40,6 0-333,-6 7 0,10 4 0,2 12 0,4 7 1,-1 9 344,1 6 0,-2 7-328,-6 5-333,7-3 1,-5 11 61,4-8 1,-4 4 11,-2-9 0,2 1 110,4-12-224,-4-1 1,5-12 200,-7 1 0,0-10 192,0-2 1,0-10-251,0-13 0,0-8-13,0-15 1,2-4-285,4-19 1,-2 4 82,7-10 0,-5-4-203,6-2 0,-3 6 238,3 6 0,3 4-166,-3 13 1,3 12 186,2 16 0,1 7 169,-1 6 0,0 5-11,1 12 0,-3 5 346,-3 12 0,3 6 339,-4 11-504,-3 5 1,6 12 7,-9 1 0,3 7-86,-2-1 1,-4 1-449,3-2 1,3-3 355,-2-8 0,5-8-437,-5-4 1,6-5 161,-7-6 1,7-4-834,-6-8-52,7 0-457,-11-7 900,6-2 0,-8-10 660,0-4 0,-16-11 0,-3-10 0</inkml:trace>
  <inkml:trace contextRef="#ctx0" brushRef="#br0" timeOffset="169">104 831 7569,'-12'0'686,"1"0"151,7 0 1,-2-8-459,12-3 1,4-5-27,7-1 1,6 0-227,0-1 1,14-1-114,-3-4 0,12 4-856,0-4 623,4 4 0,2-4 161,0 0 0,0 5 120,0 7 0,0-1-1298,0-5 1,-2 0-19,-4-1 1254,4 1 0,-14-8 0,6-2 0</inkml:trace>
  <inkml:trace contextRef="#ctx0" brushRef="#br0" timeOffset="393">1003 278 7569,'0'-29'252,"0"0"-115,-7 0 1,-3-5 109,-7-1 0,-1 6 104,1 0 0,6 10 2,-1 2 0,0 1 223,-5 11 1,0-1-196,0 6 1,5 2-50,1 4 0,7 13 301,-2 15-361,-4 9 1,8 10 133,-3 5 0,3 9-111,2 8 0,2 8-281,3-2 1,3 3 168,4 3 1,1 5-835,-7 0 1,1-2 571,-1-9 0,-4-12-351,4-11 1,-4-6 216,-2-6 0,0-10 63,0-7 0,0-8-430,0 2 0,-2-9 210,-4-3 1,-3-7-231,-9 2 0,-1-4-87,-4-2 687,4-15 0,-8 1 0,4-15 0,-6-1 0,-4-3 0,-1-2 0</inkml:trace>
  <inkml:trace contextRef="#ctx0" brushRef="#br0" timeOffset="543">640 883 8190,'2'-10'1152,"4"4"0,-2-1-935,7 1 1,1-6-102,5 7-35,0-9 0,2 10-1072,4-7 687,4-1 0,8-5-10,0 0 0,1 5-598,4 1 912,-3-8 0,13-1 0,-6-5 0</inkml:trace>
  <inkml:trace contextRef="#ctx0" brushRef="#br0" timeOffset="710">1159 433 7569,'-17'0'0,"5"0"868,0 0 1248,9 0-1334,-5-7-504,8 5 0,2-8-308,4 4 0,5 2 62,12-7 0,4 5 174,8-5 1,-1 5-24,1-6 1,-1 7-1535,1-7 0,0 6 291,-1-5 1060,-7 7 0,6-12 0,-6 7 0</inkml:trace>
  <inkml:trace contextRef="#ctx0" brushRef="#br0" timeOffset="1245">1470 105 7650,'-17'7'846,"0"5"-504,-1 11 0,7 4 313,-1 7 0,1 9-254,-7 3 0,1 11 98,0 7 0,5 1-166,1-1 0,7 3-210,-2-4 1,4-3 82,2-3 0,6-9-307,0-1 1,13-15 27,-2 3 1,6-14 64,0-4 1,-2-7-164,8-10 133,-8 0 0,12-2 84,-4-4-356,-4-11 0,2-10 134,-4-8 1,-4-7-89,4-4 1,-9 2 77,-3-2 0,-7 7-52,2-1 0,-4 5 130,-2 7 1,0 3 167,0 7 1,-2 9 194,-4 3 0,2 4-163,-7 2 1,-1 8 265,-5 3 0,1 6-162,5 7 1,-3 2-13,9 9 1,-1-2 0,6-4 0,0 1-202,0-7 1,8 6 48,3-6 0,4 0-82,3-5 1,-1-7-103,0 1 92,1-9 1,5 5 134,0-8-215,0 0 1,0-2 41,0-4 1,2-3 69,-2-8 1,-4-1-4,4 1 1,-4-6-289,-1 0 1,-7 6 154,1 5 0,-6 6 18,5-5 240,-7 7 1,6-2-69,-5 12 1,-3 3 187,4 9 0,-4 1-74,-2 4 1,0-2-96,0 8 109,-8-8 897,6 4-67,-5-8-381,7-7 1,0-10-458,0-11 0,0-9 37,0-9 1,0-1-655,0-16 0,7-1 342,5-4 1,3-7 190,2 0 0,8 3 75,4 8 1,-2 5-4045,2 8 3907,0 7 0,5 2 0,1 7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08.5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277 312 7569,'0'-18'0,"0"1"0,0 0 0,0-1 427,0 1 0,0 0 61,0-1-267,0-7 1,0 6 298,0-4-491,0-4 108,-8 8 1,4-4 137,-7 12-297,7-5 0,-11 14 143,3-4 0,-3-1 22,-3 1 18,1 0 1,0 8-87,-1 4 0,1 4-19,0 7 1,5 0-106,1 0 0,7 3-16,-2 3 0,4-2 82,2 8 0,0-8-86,0 2 0,2 4 72,4 2 0,5-3-49,13 3 1,-5-2 53,4 2 1,2 4-155,-2-5 0,6-1 18,-6 2 1,0-8 90,-6 2 0,-5-3 623,-1-3-209,-7 0-148,4 0 301,-8 1 0,-14-7-197,-3 1 1,-12-8-98,0 1 1,-3 3-30,-3-2 0,0 0-191,1-6 0,1-2-370,4-4-692,4 4-1064,16-13 1436,1 5 1,12 0 13,7 5-293,9-5 1,14 6 952,1-7 0,7-8 0,2-8 0</inkml:trace>
  <inkml:trace contextRef="#ctx0" brushRef="#br0" timeOffset="177">588 415 9657,'-10'8'673,"1"-4"-381,3 7 1,4-5-91,-4 6 0,4-1 156,2 6-669,0-7 289,0 5 1,8-5 99,4 7-587,3-7 0,2 3 306,1-7 0,-1 6 224,0-7 1,6 1-74,0-6 0,0 0-1781,-5 0 1833,-9-7 0,7-3 0,-7-7 0</inkml:trace>
  <inkml:trace contextRef="#ctx0" brushRef="#br0" timeOffset="753">432 277 7569,'0'-17'38,"0"-1"1,8 1-30,4 0 1,3 5 48,2 1 1,8 7 80,4-2 1,2 4 8,-2 2 1,3 0-134,-3 0 0,2 0 6,-2 0 0,1 2 33,-6 4 1,-1 3 127,-6 9 0,-2 1-115,-3 4 1,1-2 188,-7 8 0,0-2-47,-6 2 0,2 1-46,3-6 1,-3 4-27,4-5 0,-4 0 9,-2-5 0,0-1 168,0 0-159,0-7 1,0 0 241,0-5-142,0-3 1,2 4-246,4-12 1,-2-5 95,7-12 1,-5-4-378,5-8 1,1 1 176,5-1 0,1 0-55,-1 1 0,-6 5 82,1 0 0,-1 8-7,7-2 1,-7 10-587,1 1 395,-1 8 1,1-4 233,-1 8 1,-5 8-44,6 4 1,-9 3 208,3 2 1,-4 8-53,-2 4 0,6 2-39,0-2 0,-1 1-95,-5-6 0,6 0-54,0 0 1,2-11 145,-3 4 1,-1-5 32,8-1 248,-8-3-264,11-8 1,-7-2-58,3-4 1,5-3-10,-5-9 0,4 1-89,3 0 1,-1-6 22,0 0 1,1 0-223,-1 5 158,0 1 1,1 0 103,-1 0 0,-6 7 54,1 4 1,-6 4-82,5 2 0,-7 2 170,2 4 0,1 4-101,-1 7 0,0 0 54,-6 0 1,2 3-58,4 3 1,-2-4-184,7 4 0,-5-4 128,5-2 1,-1 1-541,1-1 0,5-2-814,-5-3 716,5-4 688,1-8 0,8 0 0,2 0 0</inkml:trace>
  <inkml:trace contextRef="#ctx0" brushRef="#br0" timeOffset="1336">1885 329 7569,'-11'0'157,"-1"0"0,6 0 564,-5 0-410,7 0 0,-10 4 196,9 7-369,-1 1 0,0 13 84,0-8 0,1 2-27,5 4 0,0-4-236,0 5 1,0-5 100,0-2 1,7-2 329,5-3-299,3 3 1,8-13-293,0 4 1,0-4 112,-5-2 1,-1-8-41,0-3 0,1-5-77,-1-1 1,-2-6 78,-3 0 0,1-2-55,-7 2 0,0-2 48,-6-4 1,0-2 69,0 8 0,-8-6-149,-4 6 199,-3 0 1,-2 8 253,0 3 0,5 3-15,0 3 137,9 4-109,-5-6-221,8 8 1,2 2 42,4 4 1,3-4-96,9 4 1,-1-2 23,0 1 1,0-1 21,1 8 1,-1-1 15,0 7 0,1-1-20,-1 0 1,-6 6 66,1 0 1,-6 6-60,5-6 0,-7 6-25,2-6 1,-4 0 33,-2-6 1,2 1 162,3-1 0,-3-5 114,4-1-84,-4-7 1,4 2-96,0-12 1,5-4 19,-5-7 0,7-2-332,-1-4 1,3-4 108,2-8 1,7 1-318,-1-1 0,2 1 182,-2-1 1,-4 8 15,4 4 0,-4 11 124,-2 7 0,-1 5 51,-5 5 0,3 7 154,-8 11 1,5 4 393,-5 8 1,0-1 227,-6 1 1,5-3-342,1-3 1,2 2-139,-2-8 1,-3-2-89,9-9 0,-6 1-523,5-7 0,-5 5 247,6-5 1,-7 0 218,7-6 1,-1-2-267,7-4 0,-3-3 123,-3-9 0,11-7 0,-4-2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12.3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52 520 7569,'0'-12'711,"0"1"0,-6 14 0,1 3-511,1 8-16,2 3-160,2 8 0,0-4 114,0 8 0,2-8-330,3 2 1,5 2 195,7-2 0,1-2 124,-1-9 0,0 1-371,1-7 1,-7 0-665,1-6 0,-1 0 243,6 0 664,1-8 0,-9-2 0,-1-7 0</inkml:trace>
  <inkml:trace contextRef="#ctx0" brushRef="#br0" timeOffset="348">0 329 7441,'10'-7'-326,"5"5"334,-3-4 0,9-2 146,2 3 1,6-1 15,-6 6 1,6 0 234,-6 0 1,7 7 69,-1 5-352,-4 3 0,0 5-37,-8 3 1,1-2 62,-1 8 0,-2-1-162,-3 7 1,1 0 101,-7-1 1,2-5-116,-2 0 0,-4-6 53,3 6 0,-3-14 301,-2 2-123,8-3 3,-6-5-26,6-1 0,-1-10-88,5-4 1,-3-11-232,3-12 0,1-5 85,10-7 0,-3 5 148,3-4 0,2 3 2,-2 2 1,0 9-630,-6 2 0,0 13-76,1 5 474,-1 4 0,-2 6 79,-3 8 0,-3 1 83,-3 16 1,-4 0-118,4 5 0,-4 1 38,-2-1 1,0 1-542,0 0 0,2-1 222,4 1 1,-3-3 368,9-3 0,-1 4 0,7-6 0</inkml:trace>
  <inkml:trace contextRef="#ctx0" brushRef="#br0" timeOffset="633">986 485 7569,'0'-17'0,"0"5"0,0 1 752,0 7-30,0-4-416,0 8 0,0 4 159,0 7 1,0 3-147,0 15 0,0-2-180,0 1 0,0 5 67,0-4 1,2 4-196,4 1 1,3-7 68,9-4 1,-1-4 125,0-1 1,0-3-19,1-3 1,-1-5 11,0-7 1,1-2-67,-1-3 1,0-7 2,0-11 0,1-4-237,-1-7 1,-5-1 114,-1 0 1,-1-7-722,1-4 0,3-2 385,-9 2 0,7 0 164,-6 11 1,1-1-1772,-1 13 408,-4-1 851,6 15 1,-8 3 371,0 12 0,0 11 297,0 12 0,0 4 0,0 1 0</inkml:trace>
  <inkml:trace contextRef="#ctx0" brushRef="#br0" timeOffset="1136">1314 675 7569,'10'10'222,"0"3"26,-5-7 1,-1 0 272,8-6-135,-1 0 1,7-2-100,-1-4 0,6-3 58,0-9 0,2 1-346,-2 0 1,-4-3 78,4-3 0,2 4 3,-2-4-91,0-4 15,-5 8 1,-7-12-136,1 8 0,-8-6-14,1 6 0,-3 0-454,-2 6 510,0 7 1,-3 3 54,-9 7 1,0 9 624,-11 9-406,-4-1 1,8 16 35,-4-5-64,4 13-57,2-5 1,7 6-86,4-7 1,4-6 92,2 0 1,2-8-247,4 2 1,4-4 95,7-2 0,0-5-144,1-1 1,1-7-88,4 2 0,-4-6-93,4-6 1,2-3 38,-2-9 0,0-7 63,-5-3 0,5-5-172,0-2 1,-2 1 91,-10-1 0,5 3 316,-5 3 0,-1 4-125,1 7 1,-7 1 574,2 0 32,4 7 379,-9 3-638,7 7 1,-8 1 110,0 5 0,0 6 209,0 11 0,2-2-175,4 8 1,-4 0-65,4 5 1,1-5-70,-1 0 0,6-2-115,-7 2 0,3 1 131,-2-7-147,-4 8 1,5-12 245,-7 4-195,0-11 1,-7 1-103,-5-7 0,1 0 57,-7-6 1,5 0-847,-10 0 622,4-8 0,1 4-1147,1-7 618,7 7-255,3-11 0,7 11 395,0-8 1,7 6 8,5-5 521,3 7 0,10-19 0,2 4 0</inkml:trace>
  <inkml:trace contextRef="#ctx0" brushRef="#br0" timeOffset="1883">2266 18 6079,'9'0'1161,"-1"0"-883,-8 0 0,2-2 378,4-4-75,-4 4-120,5-5-85,-7 7 393,0 0-563,0 7 1,0 3-12,0 7 0,-2 10 73,-3 8 0,-5 7 8,-7 10 83,7 0-156,-5 7 0,7-5-92,-4 4 0,-1-6-125,7-6 99,0 4-32,6-21 0,6 11 202,0-11-179,15-4 0,-9 0 43,11-8 1,-2-2-127,2-3 1,-2-4-209,8-8 0,-8 0-1161,2 0 929,-4 0 1,-1-2-267,-1-4 1,-6-4-1369,1-7 2081,-8 0 0,3 0 0,-7-1 0</inkml:trace>
  <inkml:trace contextRef="#ctx0" brushRef="#br0" timeOffset="2040">2006 399 7569,'-17'0'2579,"0"0"-1848,7 0-257,2-8-229,16-2 0,2 1 206,7 3 1,8-2-357,4 2-82,3-7 0,9 11-1815,-1-4 1256,8 4 1,-9-3 164,7-1 381,-8 0 0,12-2 0,-6-1 0</inkml:trace>
  <inkml:trace contextRef="#ctx0" brushRef="#br0" timeOffset="2820">2525 537 7569,'-6'-17'480,"-1"1"0,-1 3 1063,0 1-1469,2 8 1,6-1 228,0 10 1,0 13 44,0 11-165,8 3-60,-6 3 1,6 1 71,-8 5 0,5-5-112,1 4 54,0-3 1,-4-8-220,4 0 64,-4-8-1,5 4 0,-1-14-136,0 1 146,0-8 122,-6 3 0,5-16-44,1-9 1,2-1-238,-2-10 0,-3-1 67,9-11 0,-1-3-27,7-8 1,-7 0-135,1 0 0,-1 8-159,7 4 0,-1 11 177,0 6 0,1 6 28,-1 5 0,0 5 263,0 7 1,-5 9-101,-1 8 0,-7 8 194,2 10 0,-2 2-87,2 3 0,-4-4-20,3 5 0,-3-5 50,-2-1 1,0-8-21,0-4 1,6-4 27,0-2 1,1-7 243,-1-4-127,-4-4 1,14-10-97,-5-4 0,-1-5-244,1-6 0,1-6 74,5-11 0,0 1-16,1-7 0,-1 8 3,0-2 0,1 3-98,-1 2 0,-6 10 107,1 8 0,-6 2-23,5 9 253,-7 0 1,4 14-94,-8 3 0,0 13 188,0 4 1,0 5-104,0 2 0,0-1-54,0 1 0,5-3-80,1-3 1,2 2-129,-2-8 0,-3 6-1,9-6 1,0-6-209,5-5 0,0-6-356,0 5 0,1-7 314,-1 2 1,0-4-482,1-2 0,-1 0 28,0 0 805,0-8 0,1 6 0,-1-6 0</inkml:trace>
  <inkml:trace contextRef="#ctx0" brushRef="#br0" timeOffset="3641">3355 796 7569,'-8'10'576,"6"5"-393,-5-13 1,9 6 404,3-8-271,5-8-113,7-1 0,3-9 89,3 1-144,-4 0 0,12-3-178,-8-3 1,2 2 78,-2-8 0,-4 1-248,4-7 0,-4 0 163,-2 1-123,-7-1 1,-2 1-175,-8-1 1,0 8 133,0 4-8,-8 4 95,-2 9 398,-15 3-209,6 14 1,-11 11 353,6 10 1,1 5-203,6 2 1,8 5-76,3 0 0,4 1-28,2-7-82,0 1 1,8 0-125,3-1 0,6-7 29,6-4 41,4-11 0,6 1 11,-4-7 1,2 0-163,-8-6 0,7-8 3,-1-4 0,-4-11 125,-2-6-35,-4-3 0,-1-3 8,-1 1 0,0-3 38,1-3 0,-3 5 4,-4 1 1,-1 1 130,-4 10-50,-4 0 1,5 11 230,-7 1-190,0 7-43,0-4 1,-5 16 102,-1 3 0,-8 13-72,3 4 0,-3 5 99,3 2 0,-2 1-140,7 4 1,0-5-92,6 0 0,0-3 2,0-9 86,0 0 1,2-5-128,4-1 0,-2-7 78,7-5 0,-5-3-66,5-2 1,1-2 70,5-3 1,0-7-298,1-11 1,1 0 90,4-12 1,-4 5-72,4-11 0,-4 5 54,-1 1 0,-7 3 98,1 3 0,-3 4 12,3 7 118,3 9 227,-13 1 0,6 18-141,-8 7 0,0 8 297,0 10 1,0-3-194,0-3 1,2 4 25,4-4 0,-4-3-15,3 3 1,5-8-41,1 2 1,-1-5-45,2-7-89,-1 5 1,6-14-42,1 3 0,-7-3 47,1-2 1,-1-7-128,7-5 0,-1-3 88,0-3 1,-1-7-185,-5-3 1,4-5 68,-3-2 0,3 1 106,3-1 0,-3-1-248,-3-5 1,9 5 11,-4-5 0,4 5 85,-4 1 1,-5 3 56,-1 3 0,-1 4 272,2 8-130,3-1 462,-13 1-103,6 7 136,-8 3-392,0 7 0,0 7 98,0 5 1,0 3 54,0 3 1,-2 7-46,-4 3 0,2 5-157,-7 2 1,5 5 74,-6 0 1,8 1-243,-1-7 1,3 7-143,2-1 0,0-2-179,0-9 0,0 8 147,0-8 0,2 5-64,3-11 0,-1 0-518,8-5 1,-3-7-168,3 1 78,3-9 1,-5 5 913,7-8 0,0-8 0,1-1 0</inkml:trace>
  <inkml:trace contextRef="#ctx0" brushRef="#br0" timeOffset="3791">4445 329 7569,'-10'0'2722,"2"-2"-1998,8-3 0,10 3-99,7-4-326,0 4 7,16 2 1,-12 0 96,8 0 1,0-2-648,5-4 1,7 4-611,-1-3 0,2 3 854,-1 2 0,-12 0 0,3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11.4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0 9068,'-9'8'275,"1"-4"-92,8 7 1,0 1-146,0 5 1,0 0 119,0 0 0,0 1-500,0-1 1,0 0 147,0 1-1042,0-9 545,0 7 691,0-7 0,-8 9 0,-1-1 0</inkml:trace>
  <inkml:trace contextRef="#ctx0" brushRef="#br0" timeOffset="518">364 398 7569,'0'-12'576,"0"1"-453,0 7 152,0-4 21,0 0 0,-2 1-83,-4-5 0,2-3-116,-7 3 1,5 5 80,-6 1 0,1 4-33,-6 2-18,-1 0-135,1 0 0,2 2-12,3 4 0,4 3-24,8 9 0,2-1-23,4 0 0,4 0 70,7 1 0,8-1-61,4 0 0,-2 6 51,1 0 1,-4 1-26,4-7 0,-7 0 58,3 0 0,-13-5 0,-5-1 0,-4-5 96,-2 6 1,-4-6 192,-8 5 0,-7-7-177,-15 2 1,-1-4-71,0-2 1,-1 0-201,-4 0 0,9 0 97,-4 0 1,12 0-660,0 0 426,12 0 268,3-8 0,8 6 0,0-6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33.3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1 537 7569,'0'-25'60,"0"6"0,1-6 198,5 0 0,-4 6-75,4-4 1,-4 9 22,-2 3 1,2 7 293,4-2-150,-5 4 1,9 12-112,-4 7 1,-4 8-57,4 10 1,-5 1-120,-1 4 0,6-3 16,0 3 1,6-3-140,-7-3 0,9-1 143,-3-4 0,5-4-1,1-8 1,0-2-214,1-3 0,-1-4 34,0-8 0,0-2-16,1-4 1,-1-4 90,0-7 1,1-8-95,-1-4 1,-6-3 0,1-3 1,-8 4-77,2-3 1,1 11 47,-1-6 14,0 8 43,-6 11 1,0 4 135,0 12 0,0 11 82,0 12 1,0-2-58,0 2 0,0-2-33,0 2 0,2 1 7,3-7 1,3 1 5,4-7 0,3-2-8,-3-3 1,3-5 18,2-7 0,0 0 65,1 0 1,-7-7 103,1-5 1,-6-11-222,5-6 0,-7-3 18,2-3 0,-4-1-68,-2-5 1,-8 3-39,-4-8 1,3 9-180,-3 3 0,3 1 197,-3 10 0,3 7-24,3 11-713,4 3 240,-6 2 0,8 7-116,0 5 0,8 5 260,3 6 0,7-3-148,5 3 556,-4-4 0,21 6 0,-3 2 0</inkml:trace>
  <inkml:trace contextRef="#ctx0" brushRef="#br0" timeOffset="457">831 537 7460,'9'0'1804,"-1"0"-1501,-23 8 0,5 3-20,-7 12 0,5-4-77,6 5 1,4 1-1,-3-2 1,5 2-223,5-2 0,-1-6-26,8 0 1,-1-1 98,7-11 1,5 1 123,0-6 1,6 0-234,-6 0 0,0-8-247,-6-3 0,0-10 189,1-2 0,-9-6 46,-3 6 1,-4-8-385,-2 2 0,-2-9-3,-4-3 0,-3 1 170,-9 6 1,7-1 97,-1 0 1,6 8 1,-5 4 0,7 4 124,-2 2 307,4 7 1,4 3-209,4 7 1,-2 0-85,7 0 1,3 7 321,9 5 0,-4-1-51,4 7 0,2-5-82,-2 10 0,6-2-97,-6 2 1,6-3 51,-6 3 1,0 4-22,-6 1 1,1-1-3,-1 2 1,-6-6-25,1 6 0,-8-8 1,2 2 1,1-4 155,-1-1 1,0-1 374,-6 0 143,0-7-207,0-2-359,0-8 0,2-8-19,4-4 0,-5-5-97,5-6 0,4-4 136,1-8 1,-1-1 27,1-4 0,1 3-991,5-3 1,1 9-138,-1 2 1,0 8-89,0-2 1,1 11 469,-1 7 0,0 3-52,1 2 0,-7 0 586,1 0 0,-1 7 0,7-5 0,-1 6 0</inkml:trace>
  <inkml:trace contextRef="#ctx0" brushRef="#br0" timeOffset="672">1972 70 7569,'12'-17'0,"-3"0"546,-1-1 1,-2 9 23,-6 1 0,-2 18-228,-4 7 1,2 10 6,-7 13 1,-1 4-131,-5 8 0,-1-4-68,1 4 1,6-4 31,-1 10 1,6-10 22,-5-2 1,7-6-606,-2 6 0,4-7-803,2 1 0,0-5-1035,0-6 1092,0-4 1145,0-16 0,8-9 0,2-9 0</inkml:trace>
  <inkml:trace contextRef="#ctx0" brushRef="#br0" timeOffset="1050">1799 433 7569,'-10'-17'0,"-3"5"0,7 1 0,0 5 368,6-5 645,0 7-715,8-12 1,4 14-116,11-3 1,-2 1 260,8-2-284,-8 4 1,11-6-154,-3 8 1,-2 0-106,2 0 1,-2 0-48,2 0 0,1 0 106,-6 0 1,-1 0-48,-6 0 0,0 6 27,0 0 0,-5 6 38,0-7 0,-9 9-12,3-3 1,-4 5 12,-2 1 1,0 0 115,0 1 1,-8 1 69,-3 4 1,1-4-1,-1 4 1,1 2 22,-1-2-129,-5 0-41,14-6-114,-5-7 0,16-2 119,9-8 1,6-10 27,11-7 1,0-4-254,-1-14 1,1 10-352,-1-9 1,-1 11 491,-4-1 1,-4 7-50,-8 6 0,0 3 652,1 8 1,-3 4 60,-3 7 1,3 9 329,-3 14 1,-3 3-569,3 3 0,-1-4 1,7 5 0,7-10-160,3-3 1,3-6-51,-2 1 1,4-4-1062,-5-2 1,3-7 587,-2-5 0,-4 3 258,-8-2 58,1 0 0,-1-14 0,0-2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32.0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68 346 7569,'0'-17'0,"0"-1"649,0 1-82,0 7-38,0-5 80,0 5-88,0 1-398,0 1 1,0 10-108,0 4 0,0-2 131,0 7 1,6 3 47,0 9 0,7-4-275,-1 4 1,-3-4-35,3-2 1,-6 1-399,5-1 1,-1 0 51,1 1 0,5-1-194,-5 0 0,-3-5 213,-2-1 1,3-7 440,3 2 0,-5-4 0,1-2 0</inkml:trace>
  <inkml:trace contextRef="#ctx0" brushRef="#br0" timeOffset="183">68 35 7569,'-17'-2'192,"0"-4"-96,7 4 0,0-8-66,5 5-14,3 3 0,-4-6 14,12 8-19,-4 0 0,21 0 4,0 0 1,6 2 1,-1 4 0,5 1-566,-4 5 1,9 3 548,3-3 0,-1 3 0,-5 2 0</inkml:trace>
  <inkml:trace contextRef="#ctx0" brushRef="#br0" timeOffset="450">604 86 7213,'-17'0'494,"0"0"1,-6 0-56,0 0 1,0 2-300,5 4 0,1 2-15,0 3 1,-1 7-156,1-1 0,7 0 147,5 6 1,5-2 55,5 3 0,5-5-135,7 4 0,8 2-204,4-2 0,12 2-481,5-2 342,-4-4 154,8 6 0,-14-8 29,5 1 1,-5-3 159,-1-3 0,-14 1 357,-4-7-372,-11 7 1,-2-11-32,-16 4 1,-7-4 206,-15-2 1,-9 0 261,-3 0 0,-4 0-240,-2 0 0,2 0-74,4 0 1,4 0-815,7 0 344,16 0-153,-4 0 0,15 7 476,-3 5 0,11 3 0,9 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36.3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0 7569,'-11'2'754,"-1"4"-285,8 11-183,-11 10 1,6 17 120,-9 8 1,1 8-101,0 9 0,-1 8 45,1 3 0,2-3-124,3-2 1,4-6-34,8-5 0,2-7-167,4-11-69,4-3 1,15-18 94,4-8 0,-1-2-10,7-9 0,-6-2-12,5-10 1,-1-9-28,-10-8 0,0-8-305,-6 2 0,-7-3 135,-4-3 1,-4-5 123,-2-1 1,-8 1-94,-3 5 1,-5 8-272,-1 4 1,-6 12 256,0 5 1,-2 4 100,2 2 1,3 2-62,-3 4 1,6 3-18,6 9 0,-3-5-249,8 4 1,1-3 115,5 9 1,0-4 128,0-1 129,7-9 0,11 14 0,9-4 0</inkml:trace>
  <inkml:trace contextRef="#ctx0" brushRef="#br0" timeOffset="434">675 242 7569,'-2'-11'0,"-4"-1"0,4 1 0,-5 1 0,7 2 1089,0 1-402,0 5-381,0-6 1,2 8-97,3 0-81,5 0 0,7 0-198,0 0 0,1 8 90,-1 3 1,6 5-34,0 1 0,0 0 82,-5 0 0,-3 1 2,-4-1 0,3 0-134,-8 1 0,-1-1-198,-5 0 0,-2 1 169,-3-1 1,-5-6 124,-7 1 0,0-3-15,-1 3 1,-5 1-24,0-7 0,6 0 10,5-6 0,7 0 12,-7 0 5,8 8 0,-2-4-31,12 7 0,6-5-140,11 5 0,-2 1 141,8 5 1,0 0-2,5 1 1,6-1 140,1 0 0,-7-1-92,-5-5 0,-8 5 93,2-5 1,-5 5-70,-7 1 1,-3-6-18,-8 1 1,-2-3 211,-4 3 1,-9 3 326,-8-3 0,-8-2-445,2 1 0,-9-7-350,-3 2 1,-1 1-721,2-1 0,3 0 517,-3-6 1,5 6-788,7-1 1198,-5 9 0,6-5 0,-8 9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35.7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380 502 7569,'0'-17'0,"0"-1"0,-7-3 433,-5 4-141,5-4 120,-9 11-294,7-7 0,-9 7-28,1 4 0,-2 4-138,-4 2 0,-2 0 176,-4 0 0,-4 2-11,4 4 0,3 2 2,-3 3 0,8 5 0,-2-5 1,9 3-76,3-3-208,7 5 175,-4-7 0,10 7 27,4-5 0,11 3-51,12-9 0,5 7 75,7-6 0,-3 7-116,8-1 0,6-3 50,6 3 0,-2-1 23,-10 7 0,-2 5-47,-4 0 1,-11 0 19,0-6 1,-8 6 62,-4 0 0,-7 0 80,-4-5 1,-14 5 150,-9 0 0,-10 0-70,-14-6 1,3 0-52,-8 1 1,0-7-56,-6 1 0,6-9 44,0 3 1,7-4-126,-1-2 1,5 0-861,6 0 0,4-8 493,8-3 0,8 1 142,3-1 1,6-1-966,6-5 1,3-2 1160,8-4 0,8-4 0,2-8 0</inkml:trace>
  <inkml:trace contextRef="#ctx0" brushRef="#br0" timeOffset="190">398 104 7569,'9'-19'0,"-3"-4"0,-2 6 0,2-1 535,-4 1 36,5 15-277,1-6 1,-4 18 257,7 7-414,-7 8 0,4 12-7,-8 3 1,6 6 74,-1 12 1,1-8-286,-6 7 0,0-5 99,0 12 0,2-7 174,4 7 1,-2-1-409,7 6 0,1-5 214,5-1 0,8 1 0,2 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40.1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294 364 7569,'0'-27'-117,"0"2"1,0 8 816,0-1-258,0 1-130,0 0-309,-8 7 53,-1 2 0,-8 3 89,-1-1 1,1 0-1,0 6 1,-6 8-27,0 3 1,-6 10-32,6 2 0,-6 6 124,6-6-174,0 0 70,13 2 1,-3-5-203,7 3 55,0-4 1,6-2-98,0-7 93,8-3 1,3-7 106,12 0 0,-1 0-20,6 0 1,1-7-34,6-5 1,-6-5-95,-1-6 0,-6 4-118,1-4-26,-4 3 100,-2 3 0,-2 6 163,-3-1-77,3 8 232,-13-3 1,6 7-215,-8 0 564,0 7-360,0 3 1,0 13-31,0 0 0,0 8-60,0-3 0,0 5 212,0 2-222,0-1 0,0 1 157,0 0-879,0-1 365,0-7 180,0-2-468,8 0 1,-4-12 289,7 5 1,-5-7-779,5 1 674,1-5 1,-1-7-149,1 0 526,7 0 0,0-15 0,6-4 0</inkml:trace>
  <inkml:trace contextRef="#ctx0" brushRef="#br0" timeOffset="345">726 208 7749,'0'-10'669,"0"-5"1,-1 13-174,-5-4-277,4 4 1,-8 2 170,4 0-92,5 0-161,-7 0 1,8 8-83,0 4-73,0-5 1,0 9 62,0-5 0,0 5-11,0 1 0,0 6-48,0 0 0,6 0-20,-1-6 143,9 1-145,-5-1 94,9 0 0,-1 6 16,0 0 1,3 0-10,3-5 1,-6-1 41,0 0-86,0 1 0,-9-1 83,4 0 42,3-7-46,-13 5 166,6-5-119,-8 7 0,-2-5-25,-4-1-96,-4-7 1,-7 9 70,0-7 1,-6 0 5,0-6 1,-2 0-55,2 0 1,3 0-833,-3 0 0,-2-10 159,2-7-1070,8 0 1072,0-16 1,13 0-832,-4-7 1453,4-8 0,10 4 0,1-8 0</inkml:trace>
  <inkml:trace contextRef="#ctx0" brushRef="#br0" timeOffset="461">744 225 7569,'17'-7'359,"0"-1"149,1-4 1,-1-3 721,0 4-815,1 3 1,-1-8 530,0 5-611,0 3 1,1-7 149,-1 3-829,0 5 1,6-7 233,0 8 174,0-7 1,0 5 118,1-3 1,4 1-184,-5 4 0,16-3 0,-3-8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37.9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52 173 7569,'-11'-15'667,"-1"3"1,8 2-478,-2 5 0,-1 1 225,1-8 480,0 8-797,6-11 1,8 13 33,3-4 0,7 4-207,5 2 1,4 10 108,7 7 0,-3 3-186,4 8 0,-10 3 97,9 10 1,-11-5 115,0 4 0,-3 3-96,-3-3 1,-8 2-170,-3-1 1,-6-7 126,-6 1 0,-3-8 95,-8-10 1,-7 0 183,1 1 0,-2-9-63,2-3 0,4-4 343,-4-2-129,4 0-99,2 0-139,7-8 1,4-1-158,12-9 0,4 7-53,7-1 0,8 6-209,4-5 0,3 5-389,3-5 0,1 5 326,5-6 0,-3 7-388,8-7 1,-1 6 10,1-5 744,-4 7 0,0-19 0,2 4 0</inkml:trace>
  <inkml:trace contextRef="#ctx0" brushRef="#br0" timeOffset="291">865 52 7569,'0'-17'0,"-2"1"0,-4 5 0,2 3 463,-7 8-174,7 8 0,-11 9 619,3 12-606,-3 11 0,-3 1 90,1 10 0,0-1-94,0 14 0,5-7-244,0 7 1,9-14 85,-3 2 1,10-12 65,1 0 1,15-11-24,-3-6 1,12-11-330,0-6 0,1-5 12,-1-1 0,2-9-169,-8-8 1,4-7-118,-10-4 1,2-5 211,-13 4 0,0-3-54,-6-3 0,-2 8 68,-4 4 1,-3 4 83,-9 1 0,-5 9 47,0 3 1,0 4 207,6 2 0,0 6-119,-1 0 0,7 5-87,-1-5 1,8 7-1038,-1-1 566,3 3 180,9-5 0,5 3 352,11-7 0,4 0 0,7-6 0</inkml:trace>
  <inkml:trace contextRef="#ctx0" brushRef="#br0" timeOffset="550">1263 190 7569,'0'-17'453,"0"0"926,-8 7-987,6 2 1,-6 16 131,8 4-309,0 3 1,0 4-95,0 4 39,0 4 1,8 10-13,4 3 1,-1-4-70,6 5 1,-3-5 126,9-1 0,-6-6-23,-5 0 1,3-8-123,-3 2-88,-5-4 1,1-2 50,-8 1 103,0-9-46,0 7 1,-8-15-229,-3 5 120,-5 4 1,-9-8-215,-3 4 0,-3-5-375,2-1 1,-2-7 421,8-5 0,-6-11 76,6-6 0,2-3-1659,10-3 139,3-15 1638,8 4 0,0-14 0,0 9 0</inkml:trace>
  <inkml:trace contextRef="#ctx0" brushRef="#br0" timeOffset="672">1228 156 7569,'19'-6'53,"4"0"0,-2-2 153,8 3 1,-6 3-24,6-4 1,-8 4 699,2 2 16,4 0-515,-8 0 0,12 0-67,-8 0 1,6 0-296,-6 0 0,8 0-180,-2 0 1,-4 0-239,-2 0 0,-4 0-1183,-2 0 1579,1 0 0,-1 0 0,0 0 0</inkml:trace>
  <inkml:trace contextRef="#ctx0" brushRef="#br0" timeOffset="1775">2041 674 7569,'-12'-11'0,"1"-1"1667,7 9-465,-11-5-325,13 8-417,-6 0-477,8 0-857,0 0 429,0 8 1,6-5-268,-1 9 0,9-8-872,-3 2 1584,13-5 0,2 7 0,9 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45.6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105 813 6649,'0'-17'1180,"0"7"-328,-8 3-506,-2 7 1,-1 0-39,-1 0 1,1 2-103,-6 3 1,5 5 63,0 7 0,9 0 129,-3 1 1,4 5-391,2 0 1,0 0 29,0-6 1,8 1-488,3-1 271,5 0 225,1 0-1118,0-7 748,8-2 1,-4-8 134,8 0 1,-2-2-14,2-4 1,-4-11 199,-8-12 0,0-4 0,1-1 0</inkml:trace>
  <inkml:trace contextRef="#ctx0" brushRef="#br0" timeOffset="350">53 502 7630,'2'-10'-301,"4"5"1,3 3-15,8 2 1,6 0 965,1 0-288,6 0-185,-11 7 512,14 3-433,-14 7 1,12 6 108,-8 0-60,0 8-103,-5-4 0,-3 9-71,-4 5 1,3-5 4,-8 5 1,-1-5-146,-5-1 0,2-3 129,4-3 0,-4 2-189,4-8 33,-4-8 32,-2 1 307,7-14-164,-5 5-13,14-7-253,-7-7 87,9-3 0,1-15 101,4-4 1,-2-5-1,8-7 1,-6-3-249,6-8-377,-8 8 389,11 2 1,-12 9-47,3 4 195,-4 4 1,-4 14 151,-3-1-74,3 8 1,-11-1-128,8 10 516,-9 5-308,5 7 0,-8 3-10,0 3 0,0 4 23,0 7 0,2-1-336,4-4 1,-2 3 107,7-3 0,-5-2-1178,5 2 570,1-8 322,5 4-1016,1-8 1383,7-7 0,1-2 0,9-8 0</inkml:trace>
  <inkml:trace contextRef="#ctx0" brushRef="#br0" timeOffset="523">1108 450 8188,'-18'0'766,"1"0"-277,8-8-473,1 6 0,8-7 55,0 3 1,9 4 256,9-4-229,-1 4 25,16-5-999,-6 5 604,7-6 0,-5 8-51,0 0-378,0-8 1,-2 7 699,-4-5 0,-4-4 0,-2 1 0</inkml:trace>
  <inkml:trace contextRef="#ctx0" brushRef="#br0" timeOffset="704">1350 70 7698,'0'17'1189,"0"8"-876,0 9 619,-8 11-561,-1 7 1,-3 1 230,0 5-155,1 3-211,1 1 1,-5 5 104,3-3-1638,5 3 1290,-1-6 1,6 1 258,-4-5 0,4-5-69,-3 0 1,9-2-1337,1-9-552,9-9 880,-5-7 825,9-8 0,7-7 0,2-2 0</inkml:trace>
  <inkml:trace contextRef="#ctx0" brushRef="#br0" timeOffset="1022">1488 779 7569,'-8'9'892,"7"1"-587,-5-4-254,4-5 1,4 7 103,4-8 1,3 0 30,8 0 1,3-2-73,3-4-137,-4 5 161,14-15 0,-7 5-586,9-12 243,-8 3 53,6-5 1,-20 2-155,4 0 1,-5-7 129,-1 1 0,-3-2-17,-8 2 1,-2 4 187,-4 8 1,-3 7 214,-8 5 1,-3 5 156,-3 5-211,4 5-62,-6 15 1,6 2 639,-4 7-331,11 1-193,-11 0 0,21 5-43,-3 0 1,3 1-165,2-7 1,7 1-279,5-1 1,3-7 6,2-4 0,3-5-238,3-7 0,2-3 49,4-8 0,3 0 139,-3 0 1,2-10-482,-2-7 477,3 0 322,-13-16 0,6 14 0,0-22 0,2 5 0</inkml:trace>
  <inkml:trace contextRef="#ctx0" brushRef="#br0" timeOffset="1249">1990 744 7569,'7'-44'-1468,"-3"9"1578,8 12 0,-8 4 1309,1 2-714,-3-1-493,-2 9 1,0 3 751,0 12-437,0 11-187,-7 10 0,3 8 76,-8-1 1,3 1-193,-3-1 0,2 1-23,5-1 0,1-1 11,-8-4-222,8 4 0,-3-14 345,7 4 32,0-12 30,0-3 0,7-27-547,5-4 106,3-12 1,8 3-135,0-9 0,2-7-278,-1 2 1,-5-4 48,4-2 0,-2 8-368,2 4 0,-4 11-28,4 6 0,-9 6 345,-3 5 1,1 4-222,5 8 348,-7 0-317,-3 8 648,1 2 0,-6 15 0,6 1 0</inkml:trace>
  <inkml:trace contextRef="#ctx0" brushRef="#br0" timeOffset="1541">2318 813 7569,'10'0'535,"5"0"170,-3 0 1,3-2-304,2-4 1,1-3-62,-1-8 1,0-1-291,1 1-3,-1 0 21,0-1 1,6 1-68,0 0 44,0-8-88,-5 6 1,-1-8-82,0 4 0,-5-4 13,-1-8 1,-7 8-242,2 4 0,-4 4 243,-2 2 0,-2 7 65,-4 4 0,-5 4 122,-12 2 0,-2 10 265,-4 7 1,-2 8 192,8 10-369,-8-1 1,12 3 197,-4 3 0,6-3 117,5 3-396,4-3 0,8-5-72,0-3 0,0 2-125,0-8 1,2 0-400,4-6 0,4-1-422,7-5 1,8-3 468,4-8 0,3 0-591,3 0 508,0-15 545,-1 3 0,8-21 0,3 6 0</inkml:trace>
  <inkml:trace contextRef="#ctx0" brushRef="#br0" timeOffset="1812">2993 450 7569,'9'-17'721,"-3"-1"-269,-4 9-50,-10 1 1,4 8 173,-7 0 0,-1 0-155,-5 0 0,0 0 52,-1 0 1,1 8-265,0 3 0,2 5-54,3 1 1,-1 0-39,7 1-137,0 7 158,6-6 0,0 12 45,0-8 1,8 5-78,3-5 0,5 8-192,1-2 1,0-2 65,0 2 0,1-8-16,-1 2 1,0 2 45,1-2 0,-1 0-98,0-6-76,-7 1 143,-2-1 52,-8 0 1,-8-7-210,-4-4 0,-5-4-275,-6-2 0,2 0-12,-8 0 1,8-2-396,-2-4 0,0-4 225,5-7 0,-1 0-776,13-1 1411,1-7 0,5-2 0,0-7 0</inkml:trace>
  <inkml:trace contextRef="#ctx0" brushRef="#br0" timeOffset="1962">3114 485 7569,'11'-16'229,"1"5"0,-6-3 366,5 8 1,-1-1 698,1 1-670,5 4-321,-7-13 1,3 13 304,-1-4-379,1-4-167,13 9 0,-6-13-68,4 8 1,2-1-150,-2 1 0,6 4-353,-6-4 1,0 2 7,-6-1 1,1 1-1423,-1-8 1922,-8 8 0,7-19 0,-7 4 0</inkml:trace>
  <inkml:trace contextRef="#ctx0" brushRef="#br0" timeOffset="2165">3460 70 7448,'-10'7'-303,"-5"3"1386,3 7-419,4 8-377,-7 2 1,5 15 1115,-7 4-639,0 4-326,0 2 0,5 8 121,0 3 1,3-3-42,-3-3 0,5-5 122,7-6 0,0-3-179,0-9 0,7-1 24,5-4 0,9-4-291,2-8-11,8-7-46,-4-3 1,7-7-1624,1 0 834,-1 0 170,1-7 0,-2-9-318,-4-7 1,3-8-206,-3 3 1,4-5 1004,1-2 0,-7 1 0,-2-1 0</inkml:trace>
  <inkml:trace contextRef="#ctx0" brushRef="#br0" timeOffset="2397">3875 18 7569,'11'-10'704,"1"4"-215,-1 4-254,6 2 0,1 4-19,-1 8 1,6 1 400,0 16 0,8 6 528,-2 5 0,-2 14-406,1-2 1,-4 9 231,4-3 0,-8 5 405,-3-5-740,-8-1-329,-1 3 1,-6-6-461,4 4 113,-4-5 76,-10-9 0,-2 5 114,-7-9 0,-10 6-820,-7-6 0,-11-5-2513,-12-6 3183,-5 0 0,-22 5 0,-5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42.6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329 79 7533,'-17'0'325,"0"0"-152,0 0 1,-1 0 9,1 0 1,-2 2 91,-4 4-91,3 11-24,-5 2 1,6 8-46,-4-4 266,4 4-197,-6 16-458,8 1 443,-1 8 15,9 0-47,1 7 1,2-5-89,1 4 0,-1-5 204,6-1-113,0-8 1,8 4 141,3-7-98,-3-1-623,15-5-658,-12-1 572,14 1 228,0 0-927,-6-9 527,14-1 309,-14-7 388,14-1 0,-12-2 0,8 1 0,2-3 0,1 1 0,3-3 0</inkml:trace>
  <inkml:trace contextRef="#ctx0" brushRef="#br0" timeOffset="961">727 218 7569,'0'-12'243,"0"1"504,0 7-542,0-4-201,0 16 0,-2 1 85,-4 9 1,3 7 93,-9 3 1,1 13 59,-7 5 1,1 4 31,0 2-91,7 0-863,-5 7 729,13-5 1,-6-2-99,8-12 105,0 4 1,8-9 217,3 0-333,12-9-252,-3-8 195,12-1 342,-5-7 0,8-3-351,-1-7 0,3-4 21,3-7-61,-3-1 61,5-20 0,-7 9-154,-1-12 1,-7 4 55,-4-9 0,-6 4 45,-5 1 0,-4 6-68,-8 0 299,0 8-49,0 4-112,0 1 1,-2 15 423,-4-5-244,4 4 0,-13 10 210,3 3 1,-3 10-152,-3 2 1,9 8 64,3-2 0,4-2-84,2 2 0,0-6-80,0 5 0,8-6 29,3 1 0,7-6-104,5-6 0,-4 3 67,4-8 0,2-1-93,-2-5 1,0-7-6,-6-5-44,1-3 113,-1-10 19,0 6-168,-7-14 1,-2 6 133,-8-7 8,0-1-87,0 0 1,-8 1 63,-4-1 11,-3 1-4,5 7-6,-5-6-22,5 14 397,1-6-179,-7 15 0,14 3-116,-5-1-48,7 6 17,0-6-11,0 8-139,0 0 0,7 0 167,3 0-19,7 0-41,1 8 0,5 2 76,0 7-28,0 0-10,2 0-3,-14 1-47,20 7 168,-19 2-151,5-1 16,-2 7-35,-5-6 35,-1 0 7,7 6-4,-14-6-180,5-1 180,-7-1 31,0-7-13,8-1-5,-6 0-81,6-7 233,-8-2 0,0-16 33,0-4-331,7-11 62,-5-4 0,12-7-142,-8-1-14,7 1 217,-3-9 1,5 7-202,-3-4 182,3 11-4,-5-4 0,5 14-8,-4-4 0,-1 11-32,-4 6-26,-4 5 1,5 8 34,1 3 290,-6 15-129,6 2 0,-8 7 52,0 1 20,0-1-177,0 9-1,0-7-135,7-1 147,-5-2 1,14-14 42,-5 4-131,5-4 90,-7-2 0,7-7-20,-5-4 0,4-4-28,3-2 45,-9 0-75,7-8 56,-7-2 0,9-15-343,-1-4 153,0-3 0,0-3 168,1-7-262,-1 5 150,0 3 1,-1 3-80,-5 8 121,5 0-51,-7 13 191,1 3-125,-2 7-48,-1 0 135,-5 0 0,6 13 182,-8 4-121,0 5 0,2 1 43,4 0 1,-3 6-168,9-6-172,-8 7 112,11-10 0,-5 5 116,7-8-15,0 8 13,1-14-175,-1 12 1,0-15-482,0 4 1,3-5 153,3-7 500,-4 0 0,6-7 0,-8-3 0</inkml:trace>
  <inkml:trace contextRef="#ctx0" brushRef="#br0" timeOffset="2253">2405 494 7569,'-10'0'501,"0"0"-175,5 0-274,3 0 0,-6 8 380,8 4-171,0 3 1,0 10 419,-8 2-272,6 15-158,-5 2 0,7 8 70,0 0-138,0 0-232,0 7 232,0-5-1084,7 6 807,-5-8 139,6 0 0,-8-8 184,0-2-46,8-7-276,-6-8-415,5-3 902,-7-14 166,0-2-152,0-8 0,0-14-603,0-3 149,0-19 0,-5-1-100,-1-15 0,0-13-253,6-4 1,0-14 133,0-3 0,8-1 368,3-5-1259,5 11 215,1 4 431,0 24-87,0 3 668,1 23-284,-1 2 66,0 7 0,1 9 712,-1 3-438,-7 12 491,5-4 1,-7 19 43,3-4-115,4 12-429,-13-2 0,6 6 129,-8-5-75,0 5 1,-2-6-59,-4 7-29,-3 1-156,-9 0 0,1-3-218,0-3 1,0-4-184,-1-8-285,1 1 119,0-1 144,7-7 1,4-12 33,12-16 6,11-7 1,5-5 453,6-5 0,1 4 0,6-9 0,-1 5-375,1 7 375,-8 3 0,-2 3 0,-8 5 550,0-4-384,1 11-189,-9 1 513,7 1 546,-14 8-755,5 0 209,-7 8 0,-2 1-97,-3 9 0,-5 5 80,-7 0-289,7 8-1,-5-5-261,5 9 107,1 0 0,1-8 155,8 5-405,0-13 189,0 6 43,0-7 63,0-1-127,8-7-61,1-3 217,8-7-122,1 0 1,-3-2 25,-3-3 0,3-7-82,-3-11 116,3-4-130,-5-7 1,-3-1-142,-7 0 0,0 1 114,0-1 1,-2 1-90,-3-1 0,1 2 151,-8 5 1,6 3 183,-5 7 40,7 1-193,-4 0 44,8 7-62,0 2 66,8 8 1,2 0 6,7 0 1,-4 2 2,5 4 0,-9 2-12,14 3 0,-9 5 10,3-5 1,0 10 13,-5 2-35,3 8 18,3-4-16,-9 0-8,7 6 1,-9-8 104,5 3-96,3 5 15,-13-14-49,6 6 37,-1-7 0,-5-1 22,4 0-18,4 0-102,-8-7 104,13-2 76,-13-8-43,13 0 1,-5-8-170,7-4 1,-5-5 82,-1-6 0,-1 2 40,1-8 0,3 0-139,-8-5 0,5 5-414,-5 0 382,0 8-42,1-4 425,-5 15-277,6-5 272,-8 13 0,0 2 45,0 12-292,0 11 592,0 4-362,0-1 0,0 5 57,0-8-107,0 8 0,0-6 131,0 4-168,8-4 0,-1-8 147,5 0-439,3 1 182,-5-9 7,7-1 1,0-8-199,1 0 88,-1 0-63,8-8 0,-6-3-309,4-12 350,-4 4-47,-1-14 0,-1 6-286,0-8 152,1 1 144,-9-1 0,7 1 18,-5-1 1,-1 6 120,1 0 25,-7 8-165,4 4 32,-8 2 664,0 13-313,7-14-155,-5 14 453,6-5-243,-8 7-155,0 7 1,-2-1 383,-4 11-287,4-3-20,-13 11 0,13 0-54,-4 4 0,-1 3-51,1 3 1,-2-1 9,3 1 1,3-4-71,-4 3 1,4-9-187,2 10 1,0-12-135,0 0 1,0-9 59,0-3 0,0-7 40,0 4 87,8-8 1,-5-10-314,9-7 297,-1-8-44,7-2 1,-1-12-213,0 5 0,3-7 62,3 1 0,-4 2-40,4-8 1,-6 13 189,-5-2 1,3 12 196,-3 0 0,-3 12 379,3 5-282,-8 4 191,11 2-249,-13 8 0,6 3 163,-8 12 1,-2 2 214,-4 4 0,4 4-238,-4-4 1,4 1 11,2-1 0,0 2-608,0-8 182,0 8 154,0-12 6,0 14-1226,0-14 608,8 6 328,-6-8-646,13 0 971,-5-7 0,15-2 0,2-8 0</inkml:trace>
  <inkml:trace contextRef="#ctx0" brushRef="#br0" timeOffset="2610">4290 581 7569,'0'-18'51,"0"1"1,-2 0 650,-4 0-417,-4 7 1,-1 2 167,-1 8-110,1 0-1,-7 0-182,-7 0 1,6 14 22,-4 3 1,-2 10-8,2-4 1,0 8 130,6-2-124,7 3 1,2-5-264,8 6 1,0-14 94,0 4 215,0-4-335,8-1 0,2-9 96,7-3 1,8-6 4,4-6 0,2-9 61,-3-8 0,5-14-40,-4 3-132,4-5 0,1-3-208,1-4 1,-1-8-13,1-9 1,-1-1-365,1-11 0,-8 4-50,-4 2 361,4 15 120,-16 4 266,12 23 1,-19 2 478,8 8-513,-8 7 909,3 18 0,-9 13-511,-3 20 1,-5 5 223,-7 11 0,5 5-218,1 7 0,5-6 53,-6 1 1,7-6-93,-7 5 1,8-9-1010,-1-2 0,3 0 121,2-6 559,0-4 0,0 8 0,0-6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54.8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 8476,'-10'0'1867,"3"0"-1502,7 0-47,0 0-134,7 0-84,-5 0 38,21 0 0,-9 0-4,15 0 0,-4 0-92,9 0 1,-1 0-1106,13 0 588,-8 0 333,5 0 0,-5 0-1651,-3 0 1793,3 7 0,-19 3 0,6 7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54.9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0 6651,'-10'0'540,"-5"8"2549,13-6-2460,-6 5 0,18-7-173,7 0 0,8 0-170,10 0 0,5 0-91,0 0 0,8 0-1075,-1 0 485,3 0 364,-6 0 0,6 0 31,-4 0 0,11-7 0,5-3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52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18 312 7569,'0'-11'352,"0"-1"-76,0 8 30,0-11 0,0 11 561,0-7-603,0 7 0,-6-2 34,1 12 0,-1 3-115,6 9 1,0 9 31,0 7 1,0 1 41,0 5-203,0-3-44,0-3 1,2-1-114,3-4 1,5-4-25,7-8 0,1 0-294,-1 0 1,6-7 23,0-4 1,2-6-343,-2-6 1,-4-4 392,4-7 1,-3-2 345,-3-4 0,0-4 0,0-8 0</inkml:trace>
  <inkml:trace contextRef="#ctx0" brushRef="#br0" timeOffset="354">70 139 7569,'0'-9'-192,"2"-7"-193,4 5 193,3 3 326,9-7 0,1 11 246,4-8 0,-2 8-85,8-1 0,-6 3 116,6 2 1,-8 2-131,2 3 1,2 5 82,-2 7 1,0 8-224,-6 4 42,1 4-71,-1 1 1,-8 3 158,-3 3-87,4-3-109,-8 13 0,5-14-49,-7 5 1,6-5 174,0-1-265,0-8 103,1-2 1,-3-16 53,8-3 0,-8-6-336,1-6 134,5-3 61,0-16 0,13-4-206,0-12 124,7-3-145,-10-8 1,10 0-179,-7 1 0,6 1 237,-6 4 1,0 5-22,-5 12 0,-1 6 178,0 12 1,-5 3 199,-1 8 1,-7 10 459,2 7-368,-4 8-165,-2 10 0,-2-1 148,-4 1-38,4-8-178,-5 13 1,7-11-149,0 11 0,0-9-44,0-2 0,5-2-469,1 1 0,8 3 306,-3-8 355,4 0 0,3-13 0,-1-2 0</inkml:trace>
  <inkml:trace contextRef="#ctx0" brushRef="#br0" timeOffset="829">1159 208 7569,'0'-17'788,"0"8"-651,0 1 1,-2 8 344,-3 0-138,-5 0-86,-7 8 0,0 3 196,-1 12 1,1 4-158,0 8 0,-1 7-114,1 4 1,7-2 46,5 2 0,3-7 117,2 1 1,7-3-579,5-3 162,3 1 111,10-8 1,4-4 132,12-12 0,-5-3-365,4-8 1,-1 0-565,1 0 0,-3-8 263,3-3 1,-9-10-236,-2-2 0,-8-6 258,2 6 1,-4-8-9,-2 2 1,-1-9 210,-5-3 81,-3 1 46,-8-2 1,0 11-24,0-4 1,0 12 398,0 0 1,0 10 682,0 1-369,0 8 5,0-3 0,0 14-170,0 5 0,0 9 149,0 2 0,0 8-9,0-2-164,0 3-226,0 3 1,0 0-45,0-1 1,0-1 2,0-4 1,0 1 37,0-7 0,0-5 279,0-7-67,8-7-194,-7 4 0,7-12 25,-8-8 1,2-1-321,4-16 99,-4-7 47,5-1 1,-1-13-285,0 4 0,0-6 72,-6-5 1,7 5-38,5 0 1,3 2-64,3 9 0,-5 7-162,4 5 1,-3 14-415,9-3 230,-4 13 1,-2-3-495,1 8 580,-1 15 192,-7-3 377,5 20 0,-5-5 0,7 8 0</inkml:trace>
  <inkml:trace contextRef="#ctx0" brushRef="#br0" timeOffset="1430">1903 502 7724,'0'10'272,"0"-2"546,0-8-248,0 0-287,0-8 1,8 4-146,3-7 0,5-3-70,1-9 1,6 4-362,0-4 162,0-4 127,2 0-382,-6 0 276,6-5 1,-9 5 75,-5-8 0,3 2-69,-9 5 1,1-3 63,-6 8 0,-2-4-58,-4 10 1,1-3 137,-13 15 1,5 1 224,-10 9 0,-4 7 526,-2 11-547,-4 12 0,5 1 0,-1 5 1,10 1 63,1-2 0,9 6-80,9-5 0,0 1 31,0-2 1,7-5-658,5-1 1,5-1 251,6-10 1,4-7-305,8-11 0,5 3 238,0-2 0,1-2-386,-7-10 1,7-6 108,-1-11 0,-1 4 24,-11-4 0,3-4 186,-8-2 0,6-3 71,-6-3 1,0 0-13,-6 1 0,-7 1 219,-4 4 177,3-3-10,-7 12 0,4 3 225,-12 11 1,-5 6-108,-12 6 0,2 6 231,-8 11 1,6 4-254,-6 7 1,8 1 2,-2-1 0,3-5 65,3 0 0,6-2-104,-1 2 0,8-4-201,-1-8 1,3 0 48,2 1 1,2-9-176,3-3 0,-1-4-18,8-2 0,1-8-135,10-3 1,-4-5-127,4-1 0,-1-6 172,1 0 1,-4-2 41,4 2 1,-4 4 65,-2-4 1,-5 5 181,-1 7-214,-7 3 335,4 8 0,-8 2-27,0 4 0,0 3 100,0 9 0,-6-1-338,0 0 0,1 2 122,5 5 0,0-11-371,0 4 203,7-3 1,1 3-175,4 0 0,3-7-359,-4-4 1,5-4-334,1-2 536,8 0 437,-6 0 0,6-16 0,0 5 0,2-14 0</inkml:trace>
  <inkml:trace contextRef="#ctx0" brushRef="#br0" timeOffset="1875">2820 157 7569,'-2'-18'294,"-4"1"-136,-4 7 98,-7 3 416,0 7-294,-8 0-144,5 0 1,1 2 155,8 3-181,-1 5 0,-3 13-12,3 0 0,5 2-36,7-2 0,5-2-67,1 8 0,8 0-95,-3 5 46,4 1 0,3 0-236,-1-1 147,0 1 0,1-2 121,-1-5-255,0 5 135,1-14 0,-9 8 25,-3-4 0,2-4-12,-3 4 126,1-3-49,-6-3 0,-2-7-35,-4-5-19,5-3 17,-15-2 1,7 0-399,-9 0 185,9-7 1,-7 5-95,7-14 166,-1 7 0,0-9 39,5 1 1,3 0 4,-4-1 1,4 7-70,2-1 67,0 1 1,8-4 225,3 3-77,5-3-50,1 13 1,2-14 107,4 5-60,-4-5 0,12-1 107,-8 0-171,0 0 1,0-1 16,0 1 1,0-8 15,-5-4 0,-1 2-110,0-2 1,-5 3-183,-1-3 1,-7-2-36,2 8 183,-4 0 0,-2 11 118,0 1 156,0 7 1,-6-2 299,0 12 0,-7 11-108,1 12-244,5-4 0,-7 8-44,9-4 0,-1 3-25,6 3 1,0-1 42,0 1 0,7-2-1488,5-5 660,3 5 749,10-14 0,2 14 0,8-6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51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52 364 7569,'0'-18'1514,"0"1"-1239,0 0-70,0 7-162,-8 3-30,7 14 124,-15 3 1,14 7 68,-4 0 1,-1 8-24,1 4 1,0 2-40,6-2 0,0 2-104,0-8 1,0 5 68,0-5 1,8 1-11,3-7 0,3 0-170,-3 0-2,5-7 190,-7-2-154,9-8 40,-1 0 0,0-10 162,1-7-434,-1-1 1,4-14 88,-4 3 81,4-4 0,-19-3-49,4-5 1,-4 11-139,-2-5 44,0 4 232,-8 5 1,-7 1-44,-8 7-43,0 1 28,6 7 213,-1-5-40,1 13-231,0-6 279,-1 8-5,9 0-187,1 0 42,8 0 0,2-2 53,4-3-38,11 3-9,2-14 1,14 9 11,-4-5-13,3-3 1,3 5-38,0-7 33,-1 0 0,-1-1 4,-4 1 118,3 0-123,-12 7 1,5-5 20,-8 3 0,-6 5 42,1 1 136,-8-4-6,3 8-150,-7-5 131,0 7-84,0 0 31,0 7 1,-1 5-31,-5 11-21,4 4 206,-14 7-118,15 16 1,-13-4-44,8 12 0,-7 5 89,1 7 1,3 3-1504,-3 13 1382,1-3 1,-7 11 101,1-8-688,-8 8 281,14-13 151,-20 4-1470,27-16 1328,-19-8 1,15-3-86,-3-12-281,3-4 134,8-7-186,0-8 227,0-2 1,8-16 565,3-3-698,5-19 533,1 1 0,8-22 0,0 7 0,0 2 0,-2-4 0,0-2 0</inkml:trace>
  <inkml:trace contextRef="#ctx0" brushRef="#br0" timeOffset="222">657 882 8432,'-17'18'1233,"0"-1"-892,0 8-158,-1-6 266,1 14-212,7-6 0,-3 2 151,7-1-159,0-6 46,6 3-92,0-8 1,10-2 22,7-3 1,8-6-143,10-12-91,-1-4-23,1-7 1,-2-6-184,-5 0 1,-3-6 17,-7 6 1,-9-6-162,-3 6 0,-6-6 73,-6 6 0,-11 6-97,-12 5 1,-5 8 132,-7-1 0,5 10 32,-5 7 0,1 11-389,6 6 624,3-4 0,6 15 0,-2-3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04.7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18 813 8452,'0'-9'1218,"0"1"-1013,0 8 0,0 4 112,0 7 0,0 3-178,0 15 1,-6-1-66,0 7 0,1 1-145,5 5 1,0-5-318,0 5 0,1-5-552,5-1 0,4-1 548,7 1 0,0-8 392,1-4 0,7-4 0,2-2 0</inkml:trace>
  <inkml:trace contextRef="#ctx0" brushRef="#br0" timeOffset="599">519 831 7569,'-17'0'170,"0"0"132,-1 0 0,1 13-87,0 4 0,0 6 23,-1 0 0,3 0-87,3 12 0,5-10-66,7 10 1,0-5-204,0 5 64,0-8 60,7-2 1,3-4 127,7-4 0,2 2-123,5-13 1,-5 0-216,4-6 0,2-8 66,-2-3 0,-2-7-21,-9-5 1,1-4 20,-7-7 0,5-1-34,-5 1 1,0-9 81,-6-3 0,0-2 36,0 2 0,-2 2-12,-4 4 0,4 11 121,-4 0 0,5 8 482,1 4-299,0-1-183,0 9 1,7 1 0,5 8 0,3 8 13,2 3 0,-1 7 232,-5 5-18,5 3-240,-7 9 1,7 0 16,-5-1 0,-1 1 41,-4-1 1,-5 1 14,5 0 0,-4-1-14,-2 1 0,6-6 23,0-1 0,7-6-25,-1 1 1,3-6-2,2-6 0,1 3-87,-1-8 72,0-1-22,8-5 0,-4-7-194,8-5 83,-8-3-30,12-3 0,-14-5-58,4 0 0,2-5-8,-2 5 1,-2-6-192,-9 6 1,1-6 153,-7 6 0,0-2 77,-6 2 0,-2 5 134,-4 1 34,-3 0-142,-9 7 0,-5 1 303,0 3-116,0 4 87,-2-6-160,6 6 1,-6-5 31,8 7 80,7 0-231,2 0-264,8 0 39,0-8 59,0 6 223,0-13 0,-2 13-278,-3-4 231,3-4-108,-6 8 62,0-5 0,5 7-13,-9 0 0,6 0-95,-5 0 0,5 0 108,-6 0 1,7 0 0,-7 0 0,3 2-320,-3 3 193,-3-3 0,13 14 246,-14-14 0,7 21 0,-9-4 0</inkml:trace>
  <inkml:trace contextRef="#ctx0" brushRef="#br0" timeOffset="1176">1488 329 7549,'-18'-10'1257,"1"3"-930,-8 14 263,6 11-300,-6 1 0,2 16-33,0-1 0,0 1-74,6 5 1,7-3-132,4-3 0,4-5-142,2 0 1,2-8 36,4 2 1,4-10-96,7-1 1,0-8-280,0 2 197,8-5 166,-5-8 0,5-5-505,-8-11 249,0-4 179,-7 0 0,3-7-42,-7-1 0,0-1 23,-6-10 0,0 5-115,0-5 0,0 2 203,0-2 0,0 4 91,0 7 0,0 2 331,0 4-191,0 5-121,0 6 324,0 1-229,0 0 1,7 5-52,5 1 54,-4 7-52,15-4 0,-12 2-10,12 1 0,2-3 27,-2 2 0,6 4 4,-6-4 1,6 4-4,-6 2 0,0 0 118,-6 0-149,1 0 2,-1 0 276,-7 8-184,5 2 1,-13 9 60,4 4 245,-4 4-240,-2 8 0,-8 7 6,-4 4 1,-3 4 3,-2 2 1,-8 2 36,-4 3-14,4 5-1243,-8 7 1162,6 8-482,-15-6 222,13 6 130,-11-1-6,13-4-1291,-8-3 629,9-2 360,1-6-1972,15 1 1441,-5 5-166,13-21 634,-6 12-512,8-21 490,0-3 0,2-3 494,4-8 0,3-8-154,9-9 0,7-4 0,1-2 0</inkml:trace>
  <inkml:trace contextRef="#ctx0" brushRef="#br0" timeOffset="1410">1730 1107 7569,'0'-9'689,"0"1"1,-2 8 152,-4 0-433,4 8 0,-13 1-226,13 8 116,-6 1-1,8-1-69,0 0-322,0 1 138,0-1 23,0-7 1,8 3 206,3-7-115,5 0 1,7-6 115,0 0-395,0-8 0,0-2 148,0-7-223,-7 0 0,-1-8 99,-4-4-2,-3-11 0,0 3-196,-8-3 139,-8 3 4,-2 3 1,-7 7 130,0 2 12,-8 7-25,6 1 0,-6 7-75,7 5 79,-7 3-1239,6 2 579,2 7 211,2 3 477,5 7 0,-7 8 0,-1 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4:56.3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639 87 7569,'0'-17'774,"0"7"-637,0 2 1,-2 10 177,-4 4-131,-4 4-35,1 15 0,-7 9 284,5 12-249,-12 4-52,4 10 1,-6-4 57,7 7 0,7-3-32,-1-3 1,8-1-84,-1-16 0,3 1 54,2-7 0,2-7-106,3-4 0,7-5-56,11-7 176,-4-3-51,14-8 1,-12 0-178,8 0 64,0-8-52,-3-9 1,-1-2-34,-7-4 1,-7-2 44,1 1 0,-8-4-115,1 5 0,-5 0 99,-5 5 0,-7 3 30,-11 3 0,4 5 219,-4 7-194,4 0-20,-6 0 0,7 7-276,1 5 155,0 3-15,15 3 0,-12-1-85,9 0 0,1 0-62,10 1 0,3-7-279,8 1 0,3-3 604,3 3 0,11-4 0,10-8 0</inkml:trace>
  <inkml:trace contextRef="#ctx0" brushRef="#br0" timeOffset="431">1227 225 7675,'-12'-11'1068,"0"-1"-665,9 8-111,-5-3 115,0 7-91,6-8-244,-5 6 0,9-4 47,3 12 1,5-4-122,7 4 0,8 3-181,4 3 142,-4-4 1,8 7-165,-6-5 140,-1 7 0,1-6 68,-4 1 0,-9 0 26,3 5-101,-11 0 0,2 0-136,-8 1 1,-4-3 170,-8-3 1,-1 1 97,-16-7 1,0 5 137,-5-5-90,7 8-53,-6-12 0,14 5 360,-4-7-179,4 0-95,9 0 1,2 2 42,8 4-133,0-4 0,10 7-6,7-3 0,8-2 8,10 8 0,5-7-106,0 7 0,7-3-15,-7 3-52,0 3 149,-5-5 0,-6 7-100,-1 1 75,-14-9 1,9 7 1,-21-7-5,4 8 1,-12-5 84,-6-1 0,-11 1 132,-6 5 1,-9 1-197,-2-1 0,-6-6-142,5 1 1,-5-6-477,6 5 396,7-7 0,8 4-72,8-8-674,7 0 399,3 0 225,7 0-849,0-8 494,7 6 676,11-13 0,16 5 0,10-7 0</inkml:trace>
  <inkml:trace contextRef="#ctx0" brushRef="#br0" timeOffset="789">2005 225 7569,'-18'-17'873,"1"0"-345,8 7-172,1-5 170,0 13 52,6-6-103,-5 1-281,7 5 0,7-6-34,5 8 0,3 8-23,2 3 0,6 5-209,1 1 82,-1 8 64,-6 2 0,0 7-178,0 1 0,-7 7 117,-2-5-152,-8 5 0,0-8-36,0 1 201,-16 0 1,3-8-27,-16-4 0,6-4 36,-6-2 1,6-2 70,-6-3 0,8-4 141,-2-8 13,12 0-177,-5 0 225,14 0-226,-5 0-14,7-8-151,0 6 73,7-6 0,9 3 36,7-1 0,8 0-117,-3 6 1,5-6-92,2 1 1,-1-1-380,1 6 1,-1-2-1005,1-4 1020,7 4 1,-7-11-138,-1 7-362,1 0 1043,-8-1 0,7-3 0,1-7 0</inkml:trace>
  <inkml:trace contextRef="#ctx0" brushRef="#br0" timeOffset="1067">2610 139 7569,'0'-10'1023,"0"3"-840,-8 7 1,-1 9 230,-9 9 0,1 7 236,0 9 1,0 6 164,-1 1-413,1-1-133,0-5 1,7 1-224,4 5 91,4-5 1,4 1-304,4-9 161,4-6 0,15-3 133,3-8 1,5-7 54,2 2 1,-1-6-307,1-6 0,-8-2-514,-4-3 0,-6-4-245,-5 3 447,-5-3 240,-7-3 1,0 1-154,0 0 177,-15 7 44,3 2 193,-20 8 1,5 0-76,-8 0-87,1 0 1,1 8-21,4 4 1,4 3-82,8 2 1,2 1-215,3-1 1,4 0 410,8 1 0,0-1 0,0 0 0</inkml:trace>
  <inkml:trace contextRef="#ctx0" brushRef="#br0" timeOffset="1617">3354 243 7569,'-6'-18'422,"0"1"1,0 6-67,6-1 1,-2 8 135,-3-2-300,3-3 0,-8 7 46,4-4 0,2 4-32,-7 2 1,5 8-24,-5 3 1,5 5 264,-6 1-91,9 0-197,-5 8 1,8 0-108,0 4-91,0 4 93,8-6 1,1 0-61,8-4 0,6 2 83,1-2 0,4 0-98,-5-6 0,6 0 118,-6 1 0,0-1-48,-5 0 1,-1-5-135,0-1 27,-7 1 0,-2-1 132,-8 1 60,0-8-81,-8 11-64,-9-5 0,-8 1-95,-4 1 0,-4-6-71,4 5 1,-3-7-300,-3 2 1,2 1 44,5-1 0,-3-2-305,8-10 0,5-3-205,7-9 619,7-7 0,-4 2-292,8-11 1,2-5 612,4-13 0,4-7 0,15-3 0,2-7 0</inkml:trace>
  <inkml:trace contextRef="#ctx0" brushRef="#br0" timeOffset="1746">3284 208 7569,'18'-25'-703,"-7"8"981,1 0 0,-6 1 1358,5 10-663,-7 1-511,4 5 343,-1 0-234,-5 0 0,14 0-288,-5 0 0,4 0-106,3 0 0,-1 0-184,0 0 1,6 5-239,0 1 0,8 0-164,-2-6 1,-2 0-549,2 0 1,-6 6-653,6-1 1609,-8 9 0,4-4 0,-8 7 0</inkml:trace>
  <inkml:trace contextRef="#ctx0" brushRef="#br0" timeOffset="1947">3976 623 7569,'-2'-11'944,"-4"-1"1343,5 8-1273,-7-3-568,8 7 101,0 0-177,0-8-187,-8 6-532,6-6-649,-5 8 358,14 0 1,3 0-1863,7 0 2502,-7-7 0,13-3 0,-4-7 0</inkml:trace>
  <inkml:trace contextRef="#ctx0" brushRef="#br0" timeOffset="2357">4599 277 7569,'-2'-29'255,"-4"1"1,4 6 422,-4-1 0,4 4-384,2 2 0,-2 7-252,-3 5 1,-5 3 160,-7 2 1,0 0-24,-1 0 1,-1 7 2,-4 5 1,2 5 79,-8 6 0,8 4 28,-2 8-107,4-1-161,9-7 0,-3 6-122,7-4 1,0-4 51,6-2 1,0-4-53,0-2 0,10-7 92,7-4 1,0 1-106,6-1 1,2-2-384,-2-10 272,8-4 98,-12-7 0,12-2-224,-8-4 304,0 4 16,-6-6 1,1 7-14,-1 1 1,-5 0 162,-1 0 397,-7 7-99,11 2-76,-13 8 1,6 2 526,-8 4-430,0 4-179,-8 15 1,4-4-26,-7 7 0,7 1-140,-2 6 1,4-6-172,2 0 1,0-6-158,0 5 1,0-5-451,0 6 1,2-8 120,4 2 1,-2-3-495,7-3 1,-5-2-484,6-3 813,-1-4 376,6-1 0,7-7 349,-1 0 0,7-7 0,-3-11 0</inkml:trace>
  <inkml:trace contextRef="#ctx0" brushRef="#br0" timeOffset="2608">5048 312 7569,'10'-27'878,"5"2"-278,-13 15-3,6-5-413,-8 13 359,0-6 471,0 8-320,0 0-352,0 8 1,0-2-129,0 11 0,0-3-54,0 9 0,2 4-101,4 1-92,-4 5 157,13 2 1,-11-7-49,7 1 0,-1-2 70,1 2 1,3 2-20,-8-8 1,5 0-6,-5-6-112,0 0 1,-1 1 36,1-1-157,0-7 1,-14-1-775,-3-3 475,-5-4 255,-1 6 0,-2-8 77,-4 0 1,4-2-642,-4-4 1,-1-4-867,7-7 1,-4-4 1583,10-8 0,3-7 0,0-16 0</inkml:trace>
  <inkml:trace contextRef="#ctx0" brushRef="#br0" timeOffset="2716">5100 243 7256,'17'-18'-312,"-5"3"312,0 3 0,-1-1 570,6 7 1,1 1 816,-1 5 0,6-6-986,0 0 0,8 0-263,-2 6 1,3-6-306,3 1 1,-1-3-502,1 2 0,0 4 668,-1-3 0,1-5 0,-1 0 0</inkml:trace>
  <inkml:trace contextRef="#ctx0" brushRef="#br0" timeOffset="3082">5567 537 7569,'17'0'1762,"-7"-8"-790,5 6-394,-13-6-555,6 8-1,0 0 18,-6 0 1,13 0-278,-4 0 139,-3 0 182,15-7-221,-11 5 89,13-6 0,-6 2-173,4 1 1,2-7-383,4 6 1,3-1 280,-3 1 322,4 4 0,9-21 0,2 4 0</inkml:trace>
  <inkml:trace contextRef="#ctx0" brushRef="#br0" timeOffset="3382">6363 122 7569,'-25'0'511,"13"-8"1,-11 6-65,11-4-241,-3 12 1,-2 4 93,0 7 0,7-6 145,4 1 1,4 5-123,2 6 1,0 2-53,0-2 1,8-2-189,3 8-91,13-8 131,-5 12 1,13-12-70,-3 8 129,4 0-46,-6-2 1,4 0 68,-8-4 1,0-4-76,-6 4 0,0-4-132,1-1 1,-9-7 127,-3 1 1,-4-7-14,-2 7 1,-4-6-87,-8 5-4,1-7 1,-22 9 178,4-7-901,-3 0 373,-3 2 197,1-6-1307,-1 5 952,0-7 0,1-2 8,-1-3 0,6-5-151,1-7 0,8-3 63,3-3 563,7-3 0,10-17 0,0-1 0</inkml:trace>
  <inkml:trace contextRef="#ctx0" brushRef="#br0" timeOffset="3741">6363 122 7569,'17'-10'0,"0"-3"266,0 7 0,1 0 413,-1 6 1,0-2-100,1-4-201,-1 4-219,8-5 1,-4 7 22,8 0 1,-2 0 91,2 0-1850,3 0 1141,-5 0 0,2 6 131,0-1 1,-6 3-64,6-2 0,-8-2 33,2 7 0,-4-7-118,-2 2 1,1-4 450,-1-2 0,0 0 0,-7 0 305,-2 0-201,-8 0-152,7 0 1314,-5 7-867,6-5 1,-16 8-4,-3-4 0,1 3 185,-2 9 1,1 5-74,-6 0 1,7 5 57,4-5 1,4 6-120,2-6-217,0 8-175,0-12 0,8 6-109,4-7 72,11-1 166,4 0-431,7-7 236,8-3 0,-5-8-6,3-5 0,-3-4-92,-3-7 0,-7 0-133,-4-1 0,-3-7-200,-3-3 0,-8 1-397,-3-2 374,-12 0 188,-3-6 0,-10 7-369,-4-1 347,-12 8-1,-2 3-156,-5 11 318,0 7 1,0 0-47,-4 0 1,5 9 183,12 9 0,-3-1 0,5 8 0</inkml:trace>
  <inkml:trace contextRef="#ctx0" brushRef="#br0" timeOffset="4366">7694 277 9498,'-17'0'1713,"0"0"-1400,-1 16 1,3-3 95,3 16 1,-1-6-126,7 6 0,-5 0-101,5 5 1,2-5 22,10 0 1,3-8-311,9 2 0,5-6 71,0-5 1,8-4-30,-3-8 1,-1 0-58,2 0 0,-2-6-151,2 0 1,-4-13-181,-8 1 0,-2-10 192,-3-1 1,-4 2 117,-8-2 0,0 0 14,0-5 0,-10-1-275,-7 1 0,-6 7 177,-6 4 1,-4 5 208,4 7 0,-1 3 153,1 8-103,-4 0 0,14 2-135,-4 4-165,11-4 1,-1 13 119,7-3 0,2 3-308,10 2 1,4-5-26,7-1 317,8 1 1,2 3-33,7-3 193,1-5 0,0 1 0,-1 2 0</inkml:trace>
  <inkml:trace contextRef="#ctx0" brushRef="#br0" timeOffset="4866">8092 277 7569,'9'-9'924,"-1"1"-324,-8 8 34,0 0 166,-8 0-535,-1 8 0,-6 7-44,3 8 0,4 2-134,8-2 1,0-4-133,0 4 0,0-1 192,0 1 0,8-6 36,4 0 1,3-1-833,2-11 358,0 9 98,1-12 1,-1 5-46,0-7 0,-1-7 42,-5-5 1,3-3 8,-9-3 0,7 1-14,-6 0 0,0-6-94,-6 0 1,0-8 92,0 2 1,-2-3 32,-4-3 1,-2 2 103,-3 4 4,-5 5 1,9 0 288,-5 1 0,-1 6-77,7 6 140,-8 7-133,12-12-275,-5 14-69,7-5 1,2 7 96,3 0 1,11 2-134,7 3 1,6-3-74,-6 4 240,7-4 0,-5 4 59,4 0-14,4-1 0,-14 1 18,4 0 0,-4 2 404,-1-3-209,-1 5 1,-2 7 143,-3 1 1,-4 1-129,-8 4 1,0-4 87,0 4 1,5 2-41,1-2-136,0 8 1,0-12-57,-1 4 1,9-4 50,-3-1 1,11-9 92,1-3 0,7-4-81,-1-2 0,-2-2-102,2-4 1,-6-9 98,6-8 0,-14-2-113,2 2 1,-9-6 23,4-11 1,-10 3-35,-2-3 1,-8-3-239,-9 3 0,-8 6 75,-4 5-110,4 8 1,-8 3-219,4 12 1,-3 5-118,-3 1 0,0 3 596,1 9 0,-1 7 0,1 16 0</inkml:trace>
  <inkml:trace contextRef="#ctx0" brushRef="#br0" timeOffset="5837">16 1263 7598,'-10'-8'205,"5"6"21,10-3 1,7 1-57,11-2 1,4 4 304,8-4-195,-1 4-92,8 2 0,3 0 200,6 0-279,1 0 0,14 0-118,3 0-26,12 0 1,-1 0 252,12 0-1117,-40-3 1,0-1 972,1 3 0,0 0 9,6-3 0,1 0-131,0 0 1,1 0 0,1 3-1,1 0 12,3-1 1,1-1 22,-1-2 1,0 0 0,3 3 0,0 0-112,0-4 1,1 1 72,7 3 1,0 0 41,-11-2 1,2 0-87,16 0 0,-1 1 96,-15 2 0,-1 0 0,13-3 0,1 0-57,-6 3 0,0 2-6,-2-1 1,0 0 47,0 0 0,0 0 6,4 0 1,0 0-1,0 0 1,1 0-11,5 0 0,2 0-20,0 0 1,1 0 0,-7 0 0,-1 0 2,3 0 0,0 0 1,1 2-1,1 2-337,0-1 0,1-1 0,0 2 0,1-2 236,-1-1 1,-1-2 0,1 1 0,-1 0 80,-5 0 1,0 0 0,7 0-1,1-2 17,-5 0 1,-1-1 0,6-1-1,-1 0 295,-4-1 0,0-2-140,0 0 0,-1-1-82,-6 3 1,0 0-1,2-2 1,0-1-45,-4 2 1,0 0 0,0-1 0,0-1-36,-2 2 0,-1 1 0,-4 0 0,0 0 331,-1-1 0,-1 0 0,1 4 1,1-1-191,-2-3 1,1 0-1,-2 4 1,-1 0-42,-6 0 0,-1-2 1,1 1-1,0-1-8,43-2 1,-48 2 0,-1 0-36,49-1 1,-5 3 256,-13-4-137,5 4-47,-22 2 1,12 0-20,-11 0 1,1 0 593,-2 0 0,3 0-610,-9 0 0,1 0-16,-6 0 0,0 0 557,0 0 1,-8 0-561,-4 0 0,-3 0 376,-3 0 1,-5 0-165,0 0 377,-8 0-593,4 0 0,-2 6-4,0 0 1,0-1 21,-5-5 0,-1 0 5,0 0 1,6 0 0,0 0 1,0 0 2,-5 0 0,-1 0-30,0 0 0,0 0-11,1 0 1,-1 0-604,0 0 277,8 0 196,-13 0 1,11 0-1246,-12 0 675,-3 0 259,0 0-246,-8 0 1,-2 0-13,-4 0 685,-11 0 0,-18 0 0,-9 0 0</inkml:trace>
  <inkml:trace contextRef="#ctx0" brushRef="#br0" timeOffset="7989">10098 744 7569,'9'-8'-82,"-1"-1"176,-8-1 1,-2 3 1249,-4 7-703,-3 0-257,-8 15 0,-3 0 73,-3 20 1,2-2-73,-8 13-513,1 0-171,-7 6 327,0 0-642,1-1-287,-9 1 529,7 0 266,-6-8 135,15-1 0,2-11-239,8-3 0,1-4-2093,5-8 2303,-5-7 0,14-2 0,-5-8 0</inkml:trace>
  <inkml:trace contextRef="#ctx0" brushRef="#br0" timeOffset="8155">9648 640 7569,'-9'0'885,"-7"0"0,14 4-507,-3 8 0,3 1-129,2 16 1,7 0-12,5 5 1,5 3-1,6 3 1,10-3-33,7 3 1,14-3-129,-2-3 0,4-1-643,-4-4 0,-1 3-58,1-3 0,-6 2-1372,1-2 1995,-1 3 0,-2-12 0,-2 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03.3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208 173 7569,'-27'-7'0,"2"-1"930,8-4-396,7 5-175,-5 7-19,13 0-125,-14 0 1,7 0 106,-9 0 343,9 7-377,-7-5 0,9 14-14,-5-5 0,-1 5-68,7 1 0,0 0-96,6 0 0,2 1-111,4-1 0,0 0-139,11 1 109,-4-9 1,12 7-252,0-14 246,2 5 0,2-7 63,0 0-604,0 0 401,5-7 0,-7-3 14,-4-7 1,2-1 81,-2 1 1,-5-6-242,-7 0 0,-7-8-346,2 2 0,-6 4-80,-6 2 402,-4-4-1,-7 8 662,-8-6-298,-2 16 0,-7 1-152,-1 8 454,0 0 1,3 2-178,3 4-128,-4 3 1,14 3-69,-4-1 1,11 1-5,7 5 1,3 0-42,2 1 0,7-7-615,5 1 320,11-1 174,4-1-395,15 5 614,2-13 0,8 6 0,0-8 0</inkml:trace>
  <inkml:trace contextRef="#ctx0" brushRef="#br0" timeOffset="489">536 173 7569,'10'0'-112,"5"0"928,-13 0-317,-2 0 329,-2 0-490,-13 0 1,5 0 224,-7 0-170,7 8-256,-5-6 1,7 13 45,-3-3 1,3 3 22,8 2 1,0 1-159,0-1 0,8-2-170,3-3 1,5 1-172,1-7 140,0 8 152,8-12-574,2 5 409,0-7 1,4-7-63,-8-5-276,0-3 321,2-3 0,-6 1-1,4 0 0,-11-6 57,-7 0 1,-3-2-150,-2 2 0,-9 3-229,-8-3 0,-3 4 525,-9 2 0,1 7 1,-15 3 539,7 7-434,1 0 1,5 0-58,6 0 224,1 0-80,6 0-148,8 7-368,1-5 208,8 14 0,4-13 35,7 9 1,3-8-61,14 1 0,3 3-666,10-2 359,-5 0 217,14-6 0,-13 0-82,3 0 1,-4 0 333,-1 0 1,-2 0 24,-5 0 1,-3 5 80,-7 1 1,-7 2 324,1-2 1,-8-2-368,1 7 1,-3 1 10,-2 5 0,6 0 1186,0 0-650,0-7-398,1 13 1,3-17-108,7 11 1,6-3-38,0 3 1,8-7-166,-2-5 0,9-3 60,3-2 0,1-7-144,-2-5 1,-9-9 89,4-2 0,-12-2 29,0 2 1,-6-2-353,-5-4 233,-5-4 1,-14 8-195,-5-3 296,-3 3 1,-10 7 41,-4 1 0,-6 2 120,-5 3 1,3 4-348,-3 8 0,5 2-756,7 4 977,-5 4 0,14 15 0,-6 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02.6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346 53 7569,'-23'-12'0,"0"1"364,0 7 46,6-4-273,0 8 1,5 2-2,1 4-91,-1-4 253,-5 13-103,0-13 0,-1 14 52,1-5 0,7-1 107,5 1 1,3-5 11,2 5-315,0 1 0,7 5-126,5 1 56,3-9-36,3 7 172,7-7-12,-6 8 0,13-5 28,-3 0 0,2-3-38,-2 3 1,3 3-37,-3-3 0,2 3 15,-2 2 1,2-5-35,-8-1 1,-2 1-98,-10 5 1,-3-5 39,-8-1-33,0-7 97,0 11 1,-2-7-195,-4 4 68,-11 3 35,-10-13 1,-7 13 35,-1-3 1,-13-3-376,-4 3 1,2-8-518,4 2 1,2-5 541,-2-1 0,5-7 61,12-5 1,5-11 296,6-6 0,1-11 0,0-4 0</inkml:trace>
  <inkml:trace contextRef="#ctx0" brushRef="#br0" timeOffset="321">260 122 7569,'37'-17'235,"3"-1"127,-11 1 1,3 6-16,3-1-118,-8 1-45,6 1-72,-14 2 25,13 1 1,-7 5 137,4-4-200,4 4 62,-14 2 1,12 0 19,-8 0 1,0 0 11,-6 0 1,1 2-33,-1 4 1,-2 3-167,-3 9 0,1-1 11,-7 0 6,0 0 146,-6 8 0,0-5 290,0 3-318,0 4 8,0-8 25,0 13-52,0-12 1,2 5 22,3-8 1,7-6 13,11 1 1,-2-8-46,8 2 1,6-4-118,5-2 1,0-8-348,-5-4 212,-1-3 4,-7-2 1,-2-1-383,-7 1 387,-9 0 0,-1-8-375,-8 6 336,0-14 0,-16 14 34,-7-4 1,-13 3 45,-4 3 1,-8 8 28,1 3 1,-6 4 134,1 2 0,0 8-285,17 3 99,-3 4 67,19 3 1,1-5-1321,13 4 1398,3-3 0,17 11 0,4-8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06.9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87 346 8328,'0'-17'728,"0"5"389,0 1-298,0 7-531,7-4 0,3 8-143,7 0 0,1 0 1,-1 0 0,2 0-110,4 0 0,-2 0-93,8 0 0,-2 0-336,2 0 1,2 0-31,-8 0 0,6 2-530,-6 4 0,0-4 235,-6 4 1,-6-2 717,1 1 0,-8-3 0,4 6 0</inkml:trace>
  <inkml:trace contextRef="#ctx0" brushRef="#br0" timeOffset="137">18 536 7569,'-10'10'1711,"2"-2"-1073,8-8 1,2 0 553,4 0-828,-4 0 0,13 5-194,-3 1 1,9 0-337,2-6 0,8 0-331,-2 0 0,5 0-1501,7 0 1998,-5 0 0,6 8 0,-7 1 0</inkml:trace>
  <inkml:trace contextRef="#ctx0" brushRef="#br0" timeOffset="13849">623 191 7569,'0'-18'60,"6"7"107,-1-1 1,7 1 245,-6-7 1,1 7 239,-1-1-345,-4 1 0,11-7-83,-7 1 0,6 6 142,-6-1 0,7 8-172,-3-11 0,7 13-104,0-4-70,0 4 1,1 10-78,-1 4 1,-5 11 52,-1 5 1,-7 13-45,2 5 1,-4-2-24,-2 2 1,0 0-44,0 6 0,-2 0 107,-4 0 1,-2-8 21,-3-4 1,-3-3-101,9-2 0,-7-9-17,6-2 1,-1-7 263,1-6 1,2-1 29,-8-4 247,9-4-182,-13 5-232,14-14 0,-5-3 56,7-7 0,0 5 32,0 1 1,2 7-230,3-2 1,5-2-128,7 3 0,0-1 8,1 6 1,-1 0 64,0 0 0,6 2-31,0 4 0,1-3-91,-7 9 0,0-6-94,0 5 0,1-5 158,-1 6 1,0-7 63,1 7 1,-3-6 162,-4 5 0,13 1 0,-5 5 0</inkml:trace>
  <inkml:trace contextRef="#ctx0" brushRef="#br0" timeOffset="14292">1332 121 7569,'0'-17'252,"0"6"516,0-1-369,-8 8 0,4-4-106,-7 8 1,-1 10-88,-5 7 1,0 8 26,-1 10 0,-5 7 0,0 4 0,-2 4-50,2 2 1,10 4 11,-4-4 0,11 2-177,0-14 0,4 0 7,2-5 0,8-2-31,3-5 1,5-3 42,1-7 1,6-7-76,0 1 0,6-8 0,-6 1 1,0-3-115,-6-2 1,-5-7 145,-1-5 0,-7-3 26,2-3 0,-4 1-473,-2 0 0,0-1-250,0 1 400,-8 8 0,-1 1 38,-9 8 0,1 0-13,0 0 1,5 8-57,1 3 0,1 4-84,-1 3 0,3-1 189,8 0 1,0 3 228,0 3 0,8-4 0,1 6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23.2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0 658 10824,'0'9'-2309,"0"7"2309,0-7 0,0 1 0,0-2 0</inkml:trace>
  <inkml:trace contextRef="#ctx0" brushRef="#br0" timeOffset="340">121 398 7437,'-9'-9'217,"1"1"391,8 8-386,0 0 1,2 6 204,4 0-265,-4 7 1,7-3-45,-3 7 0,-2 0 2,8 1 0,-7 5 30,7 0 0,-8 2-9,1-2 0,5-4-13,2 4 1,-5 2-42,-1-2 0,2 2 33,-3-2 0,1-4-71,-6 4 1,0-3 40,0-3 0,0 0-20,0 0 0,-2-5 7,-3 0 0,-5-3-60,-7 3 0,-1 1-239,1-7 1,0 0 116,-1-6 1,1 5-473,0 1 0,5-2 299,1-10 1,1 1-616,-1-13 0,3 3 893,8-14 0,-8-15 0,-1-10 0</inkml:trace>
  <inkml:trace contextRef="#ctx0" brushRef="#br0" timeOffset="498">173 381 7882,'0'-9'2161,"0"1"-1689,0 8 209,0-8-996,8 6 316,2-5 1,7 7-684,0 0 0,1 0 84,-1 0 1,6 0 597,0 0 0,8 7 0,-4 3 0</inkml:trace>
  <inkml:trace contextRef="#ctx0" brushRef="#br0" timeOffset="948">485 277 7569,'9'-7'261,"5"3"-29,-9-8 75,9 9-114,-4-5 1,5 6 130,-4-4-224,5 4 40,-14-5 1,11 8 0,-7 5-49,0-4 1,-6 14-124,0-5 0,0 4-227,0 3 208,0-1 0,-2 0-83,-4 1 0,4-1 0,-4 0 1,2-5 109,-1-1 0,3-5-4,-4 6-37,-4-9 23,9 13 0,-7-12-58,8 7-105,0-7 176,0 11 0,0-11-10,0 8 0,2-7 29,4 7 0,-3-6 5,9 5 1,-6-5-33,5 6 0,-5-3-8,5 3 0,-5 3 123,6-3 0,-8-3-70,1 3 84,5-1 0,-8 7-89,4-1 0,-3-6 274,3 1-146,-4-1 1,6 1 60,-8 0 0,0-7-16,0 7-94,0-8 0,-6 5 188,0-3-179,-7-4 1,3 8-328,-7-5 1,5-3 38,1 4-356,-1-4 1,1-2 23,-1 0 1,9-2 527,-3-4 0,4-11 0,2-10 0</inkml:trace>
  <inkml:trace contextRef="#ctx0" brushRef="#br0" timeOffset="1499">882 226 8356,'-9'7'913,"-5"3"-651,9 7 1,-7-5 104,6-1-395,1 1 20,5 5 0,0-5-110,0-1 129,0-7 1,1 4-105,5-8 0,-2 0 104,8 0 0,-9-2-9,3-4-499,4-4 1,-8-7 194,3 0 0,-1-1-79,2 1 1,-4-6 148,4 0 1,-4-2 89,-2 2 1,0 4 51,0-4 1,0 3 132,0 3 0,0 6-13,0-1 0,2 3 158,3-3 0,-1 2 58,8 5-143,-1 3 0,7-12 72,-1 8 1,0 1 278,0 5-230,1 0 1,-1 0-115,0 0 0,-5 0 116,-1 0-158,-7 0 1,6 0-82,-4 0 0,-4 2 151,3 3-55,-3 5 1,-2 13-8,0 0 0,0 2 44,0-2 1,0 4 0,0 8 0,-6-1-7,1 1 1,-9 5 93,3 1 1,-5 7-129,-1-2 0,0 9 8,-1 3 1,-1 7-68,-4-1 0,4-3 56,-4 3 0,4-7-375,1 7 0,7-10-59,-1-3 0,8 1-226,-1-6 0,3-3 161,2-3 0,0-5-193,0-7 0,0 3 615,0-8 0,7 0 0,3-5 0</inkml:trace>
  <inkml:trace contextRef="#ctx0" brushRef="#br0" timeOffset="1794">1142 900 8662,'0'17'974,"0"1"-751,0-1 0,0 0 11,0 0 0,0 1 156,0-1-246,0 0 1,2-1-13,3-5 1,5 3 42,7-9 0,1 1-12,-1-6 0,0-2-62,1-3 0,-7-5-155,1-7 1,-7-1-175,7 1 1,-8-6 171,1 0 0,-5-6 103,-5 6 1,-5 0-4,-7 6 1,0 1-231,-1 5 1,1 3-109,0 8-1,-1 0-175,1 0 0,6 8-70,-1 3 1,0 5-1089,-5 1 1628,0 0 0,0 8 0,-1 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40.61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1 431 7569,'0'-17'643,"0"0"1,0 5 38,0 1-350,0 7-121,0-4 0,7 8-102,5 0 75,3 0-1,10 0-296,2 0 139,8 0 1,-1 0 41,1 0 0,7-2-146,4-4 1,4 4-160,2-3 1,-6 3-459,0 2 0,-13 2-880,2 3 757,-5-3 818,-10 14 0,3-7 0,-14 9 0</inkml:trace>
  <inkml:trace contextRef="#ctx0" brushRef="#br0" timeOffset="145">485 414 7252,'-10'0'95,"3"0"1,7 8 102,0 3 0,2 4-34,3 3 0,-1 1-66,8 4 1,-1 4-110,7 8 1,-7-1-82,1 1 0,-3-1-276,3 1 1,1 5-542,-7 1 909,0-1 0,1-5 0,3-1 0</inkml:trace>
  <inkml:trace contextRef="#ctx0" brushRef="#br0" timeOffset="354">243 1071 7569,'-10'0'509,"3"-8"1,9-1-124,3-1 1,7-5-204,11 3 1,6-3 138,11-2 0,-2 5 196,9 1 1,1-1-296,9-5 0,-3-1-40,4 1 1,1 6-495,-1-1 1,2 6 172,-3-5-1287,-11 7 997,12-11 1,-22 13 193,5-4 1,-7 4 15,-5 2 0,-4 0-172,-8 0 390,-7 0 0,5 8 0,-5 1 0</inkml:trace>
  <inkml:trace contextRef="#ctx0" brushRef="#br0" timeOffset="623">1108 777 7569,'-6'-11'0,"0"-1"394,0 8 699,6-4-293,0 8-393,0 0-157,0 8 0,0 4 101,0 11 1,-5-2-126,-1 8 1,0-8-176,6 2 0,0-4 155,0-2 1,0-5 160,0-1-376,0-7 1,8 2-275,3-12 0,6-5-226,7-12 0,-3-10 121,7-7-399,9-8 570,0 3 0,5-6 0,-8 1 0,1 4-114,0 5 0,-7 9 122,1 8 1,-2 3-4,2 16 0,-4-1 366,-8 6 1,-1 9 497,-5 9 1,3 7 84,-9 9-394,1 1-205,-6-1 0,6 1-779,0 0 326,7-1-215,-11 1 0,13-3 530,-3-3 0,11 4 0,4-6 0</inkml:trace>
  <inkml:trace contextRef="#ctx0" brushRef="#br0" timeOffset="912">1678 379 7569,'-17'-7'0,"0"-1"1651,-1-4-733,9-3-184,1 13-96,8-6-230,0 8-224,0 0-361,8 0 180,1 8 0,16-6 158,4 4 1,4-4 21,1-2 1,9 0-247,3 0 0,-2 0-288,2 0 0,-2 0-1251,2 0 630,-3 0 359,-1-8 0,-7 6-958,-1-4 1571,-7 4 0,-10-5 0,1-3 0</inkml:trace>
  <inkml:trace contextRef="#ctx0" brushRef="#br0" timeOffset="1115">2041 16 7569,'0'-9'0,"0"3"1412,0 12-614,0 3-469,0 16 1,-5 12 347,-1 15 0,-8 1-267,3 11 1,1-1-65,-1 6 1,5-5-408,-6-1 1,9-1-357,-3 1 1,6-1-97,6-5 1,3-9-643,9 4 1,-1-6 1154,0 0 0,8 4 0,2-6 0</inkml:trace>
  <inkml:trace contextRef="#ctx0" brushRef="#br0" timeOffset="1674">2214 812 8564,'-9'0'593,"3"0"-208,12 0 1,3 0-145,9 0 1,1 0-52,4 0 1,4-2-91,7-4 1,9-6-112,3-11 1,-4 4-100,-2-4 0,3 2 104,-3-2 0,-5 2-261,-7-8 1,-12 8 55,1-2 1,-11-4-64,0-2 0,-6-2 93,-6 2 0,0 4 39,-11 8 0,3 6 196,-9-1 0,-4 10 413,-1 2 1,3 8-163,2 9 0,3 8-137,3 4 0,7 9 440,5 3-310,3 7-214,2-4 0,2 0-144,3-3 0,11-5-22,7-1 1,8-8-351,-3-4 0,5-6 182,2-6 1,-1-3-177,1-8 0,-6 0-3,-1 0 109,-6-8 151,3-9 0,-10-4 185,-4-8-33,5 0 86,-14-5 1,7-1 142,-3 1 0,-4-5-3,4 5 1,-4-3 550,-2 14-249,0 0 236,0 6-511,0 7 1,0 10-4,0 12 1,0 5 112,0 6 0,-6 4-233,0 7 1,0 1-146,6 0 0,0-3 141,0-3-209,0 4 1,0-14 210,0 4 110,0-11-82,0-5-33,0-30 1,6 8 232,0-20-252,7-3-122,-3-6 1,13-3-121,0 1 1,0 0-88,-5-6 1,1 2-391,4 4 1,2 4 189,4 7 1,-4 9-283,-8 2 0,0 13 328,0 5 0,1 6-45,-1 6 1,-7 11-873,-5 12 1090,-3 4 0,-2 1 223,0 1 0,0 7 0,0 2 0,0 8 0</inkml:trace>
  <inkml:trace contextRef="#ctx0" brushRef="#br0" timeOffset="1938">3200 777 7569,'0'17'874,"0"-7"-487,0-2 16,8-8 1,-4 0 148,7 0 0,1-2-220,5-4 0,2-4-146,4-7 1,-2 0-94,8-1 0,-6-7-113,6-3 1,-2 1-178,2-2 1,1 0 212,-6-5 0,-1-1-118,-6 0 97,-8 1-102,7 7 1,-14-4-311,4 8 416,-5 0 0,-4 13 267,-9 5 1,-1 5-99,-16 5 1,6 7 161,-6 11 0,6 4 124,-6 7-223,8 1-57,-4 7 1,10-5-102,3 3-89,4-3-156,8-3 0,0 1-443,0-1 1,2-1 112,4-4 1,6-4-465,11-8 0,4-1 312,7-5 1,6-3-722,1-8 1375,-1-8 0,10-9 0,4-10 0</inkml:trace>
  <inkml:trace contextRef="#ctx0" brushRef="#br0" timeOffset="2215">3961 500 7569,'10'-34'-241,"3"1"547,-7 4 0,-1 4 486,-5 8 0,-1 6-285,-5-1 0,-4 8-130,-7-2 1,0 6-133,-1 6 0,1 4-11,0 7 0,-1 2-1,1 4 1,0-2-77,0 8 0,7-2-122,4 2 0,4 4 64,2-5 1,2-1-115,4 2 1,4-6-17,7 6 1,2-2 95,4 2 0,-4-2 41,4-4-74,-3-4 36,5 14 1,-6-14 1,4 4 1,-10-4 40,-1-2 1,-8 1 78,1-1 0,-5 0-95,-5 1 1,-11-3 23,-7-4 1,-7 3-545,1-8 0,-4-1 232,-2-5 1,9 0 167,2 0 1,5 0-559,2 0 1,7-13-837,5-4 0,3-12 584,2 0 1,9-13 834,9-10 0,14-8 0,12-9 0</inkml:trace>
  <inkml:trace contextRef="#ctx0" brushRef="#br0" timeOffset="2429">4445 16 7569,'10'0'1351,"5"0"-825,-13 0 1,6 2 219,-8 4 1,-2 5 743,-4 12-759,4 4-422,-13 16 0,5 3 300,-7 11 1,5 3-222,1 3 0,1 5-148,-1-5 1,-3-3-112,8-3 1,1-9-138,5-2 0,2-7-29,3 1 1,3-11-166,4-6 1,9-6-624,-4-5 0,6-4 155,0-8-1520,4 0 1437,0 0 0,4-8 69,-8-4 1,0-5-536,-6-6 1219,0-4 0,1-15 0,-1-2 0</inkml:trace>
  <inkml:trace contextRef="#ctx0" brushRef="#br0" timeOffset="2587">4324 206 7569,'-25'0'701,"6"0"0,2-2 956,11-3 1,12 1-729,5-8 1,12 7 181,6-7 1,17 6-593,6-5 0,6 1-184,-1-1 1,-1-5-1366,7 5 0,-1 3 306,1 2 1,-3 4-21,-8 2 1,-8 0 624,-4 0 119,-11 0 0,-4 0 0,-8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39.76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0 104 7569,'6'-23'146,"2"0"723,1 2-549,-5 2 0,6 9 68,-4 5 1,-5 10-80,5 7 1,-4 11 68,-2 6 1,0 17-59,0 6 1,-6 5 125,1 1 0,-7-4 150,6 3-412,-7-3-47,11-2 1,-6-8 212,8-3-121,0-13-38,8-3 1,-4-7 153,7-1 0,7-7-120,5-5 1,7-3 60,-1-2 0,6-4-218,5-7 0,-3 5-133,3-11 1,-2 3-938,3-3 537,-5 0 350,-1 0 0,-4 7 16,-8 4-629,7-3 0,-10 7-2487,3-4 1532,-4-4 88,-2 8 1595,1-5 0,-9-9 0,-1-3 0</inkml:trace>
  <inkml:trace contextRef="#ctx0" brushRef="#br0" timeOffset="242">761 70 7569,'10'-8'788,"-3"6"0,-7-2 148,0 16-476,0-1-219,-7 22 0,-3 2-12,-7 11 1,1-2 190,5 2 1,-3-6 269,9 7 1,-1-9-254,6 2 1,2-3-59,4-3 0,5-7-157,12-4 1,6-3-26,11-3 0,3-8-242,3-3 1,4-4 84,-4-2 0,-2 0-528,2 0 1,-7-6 106,1 1 0,-5-7-144,-7 6 1,3-5-102,-8 5 1,-6-7-487,-5 1 1,-8 2-243,2-1 500,-4-1 0,-12-7 854,-7-4 0,-8-4 0,-10-7 0</inkml:trace>
  <inkml:trace contextRef="#ctx0" brushRef="#br0" timeOffset="367">969 329 7569,'-18'0'1142,"1"0"-310,7 0 1,5 2-456,10 4 0,7-4-152,11 4 0,-2-5-586,8-1 203,0 0-30,-2 0 0,3 0-602,-6 0 284,-1 0 1,-8-1 505,-4-5 0,5-4 0,-7-7 0</inkml:trace>
  <inkml:trace contextRef="#ctx0" brushRef="#br0" timeOffset="498">830 104 7569,'-27'0'0,"2"0"1350,8 0-345,8 0-277,1 0-487,31-7 1,0 5-518,23-4 0,0-4 190,6-1 0,6 1-879,-1-1 0,14 5 148,-1-6 542,3 9 0,3-13 0,3 7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38.09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441 396 7569,'9'-17'304,"-1"0"-45,0-1 1,-1-5 218,5 0-216,3-7 1,-11 8-2,8-6 0,-8 7 14,1-3-102,-3-2 1,-2 6 45,0-3 1,0 4-56,0 2 1,-7 5 11,-5 1 1,-5 7-120,-6-2 6,3 4 14,-12 2 1,-1 10 45,-7 7-59,-1 0 0,1 10 13,0-4-52,-1 4 0,13 2 92,-1 0 1,10-8-21,1 2 0,3-4-60,9-1 1,0-1-98,6 0 1,2 0 342,4 1-201,4-1 1,15 0-154,-6 1 134,13-1 0,1 2 14,7 4 1,1-4-9,-7 4 1,7 2 11,-1-1 0,-1 4 15,-11-5 0,3 6-144,-8-6 0,-2 2-209,-9-2 1,1-3 155,-7 3 1,0-4 134,-6-2 1,-16 0 411,-7 1-242,-7-1-6,-5-7 8,-7 5-83,-2-13 1,-4 11-36,-4-7 0,9 0 29,-8-6 0,10 0-138,1 0 0,11-6-392,6 0-868,4-7 863,1 3 0,11-5-9,7 3 223,7-3 0,13 11-26,3-7-2425,11 7 1235,11-12 1300,-1 7 0,13-8 0,-3-1 0</inkml:trace>
  <inkml:trace contextRef="#ctx0" brushRef="#br0" timeOffset="231">839 344 7569,'0'-17'146,"0"8"-9,0-7 1,0 7 289,0-9-197,0 9 267,7-7-36,-5 14 1,8-5 39,-5 7-306,-3 0 0,8 4 140,-4 7 1,-4 6 202,3 12 0,-3 10-439,-2-5 1,0 7 39,0-1 0,-5-2-629,-1 8 0,0-5 239,6 5-1606,0-8 1268,8 12 0,-1-13 45,5 3 544,3-3 0,3-3 0,9 1 0</inkml:trace>
  <inkml:trace contextRef="#ctx0" brushRef="#br0" timeOffset="757">1167 466 7569,'-8'-18'510,"6"1"1,-5 5-17,7 1-74,0 7-30,0-4-195,0 8 0,0 2 102,0 4 1,0 9 182,0 8 0,0 8-239,0-2 1,6 4-59,-1 1 1,7 1-198,-6-1 1,5-5-31,-5 0 0,5-8-107,-5 2 206,8-11 1,-11-4 31,9-8 1,-6-4-31,5-8 1,-5-1-54,6-16 0,-3-6-239,3-5 0,3-8 108,-3 2 1,-3-2-148,3 2 129,-8-4 13,11 13 0,-11-5-44,7 7 1,-5 10 133,6 8-59,-8 0 0,11 15 0,-11 2 3,7 11 1,-7 12 593,2 6 1,-2 6-244,1 5 1,-1-3-72,8 3 0,-6-3-107,5-3 1,1-1-185,5-4 1,6-4 151,0-8 1,2-8-105,-2-3 1,-2-6 4,8-6 1,-6-5-158,6-12 0,-6-4-8,6-8 1,-6-7 59,6-4 0,-8 4-137,2 1 1,-4 1 114,-2 5 1,-5-1 240,-1 13 1,-5 8 35,6 9 137,-8 4 1,5 6 15,-3 7 0,-4 8 206,4 16 0,-4 2-78,-2 3-108,0-4-136,0 14 1,0-7-472,0 3 0,7 2-150,5-8 1,3 2-459,2-1 0,3-5 428,3 5 520,-4-13 0,14 5 0,-7-6 0</inkml:trace>
  <inkml:trace contextRef="#ctx0" brushRef="#br0" timeOffset="1157">2360 448 7569,'-2'-19'388,"-3"-4"-319,3 11 410,-6-11 731,8 21-848,0-5 1,2 7 121,4 0 1,-2 9-130,7 9 1,-5 7 27,5 9 0,-5 7-145,6-1 1,-7 6-56,7-6 1,-6 7-180,5-7 0,-7-2-78,2-9-88,3 4 336,-7-14 49,6-2 0,-8-13-272,0-15 0,-2-5-146,-4-18 1,4-3 181,-3-9 1,1-12-10,-2 1 1,4-11-598,-4-6 0,12-1 154,6 0 1,5 2-86,6 15 0,-2 8 323,8 10 1,-6 11 189,6 6 0,-8 11 76,2 7 1,-4 5 280,-1 5 0,-3 11-324,-4 7 0,3 7 132,-8-1 0,-1 4 651,-5 2 0,0-1-418,0 1 1,-7-1-216,-5 1 0,-9-1-242,-2 1 1,-6-2-463,6-4 1,-6-4-31,6-8 0,-6 0-1500,6 0 2088,8 1 0,-8-9 0,4-1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46.76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87 35 7569,'-18'0'1470,"1"0"-642,0 0-20,-1-8-29,9 6-388,1-5-273,8-1 1,14 6 10,3-4 0,12 4-108,0 2 1,3 0-170,3 0 0,-6 0-510,-1 0 0,1 2-575,6 4 0,-8 2 1233,-4 3 0,-4 5 0,-2-7 0</inkml:trace>
  <inkml:trace contextRef="#ctx0" brushRef="#br0" timeOffset="139">139 294 7569,'-18'0'2506,"9"0"-2180,1 0 0,10 0-135,4 0 1,3 0-9,9 0 1,7-5-1,3-1 1,7-8-357,5 3 0,-1 1-1138,7-1 1311,0-1 0,14-5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46.10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1 139 8983,'11'0'418,"1"0"1,-6 0-326,5 0-7,-7 0 196,11 0-41,-5-7-106,-1 5-212,7-6 0,-8 6 125,3-4 40,-3 4 48,-1-5 23,-5 7 77,14 0-158,-14 0 47,5 0 56,1 0-115,2 0 1,5-2-65,-3-4 78,3 4-149,-6-6 0,3 8 68,0 0-13,-9-7 81,13 5-33,-14-14-19,13 15 243,-13-7-212,6 8-5,-1-8 0,1 4 13,4-7 1,3 7 3,-4-2 1,-1 4 4,2 2 1,-1-2 38,6-3-59,1 3 1,-1-6-171,0 8 176,-7 0 20,5 0-212,-5 0-24,7 0 134,0 0 1,-5 0-234,0 0 168,-9 0 0,7 0-406,-4 0-10,-4 0-273,5 0-113,-7 0 4,0 0 0,0 0 0</inkml:trace>
  <inkml:trace contextRef="#ctx0" brushRef="#br0" timeOffset="291">398 122 9513,'-9'0'685,"1"0"0,6 10-555,-4 7 0,5 8-107,-5 9 1,4 1-31,2 0 1,0 1-307,0 5 1,0-5-1114,0 4 691,0 5 250,0-9 1,0 12 484,0-8 0,8 1 0,1-7 0</inkml:trace>
  <inkml:trace contextRef="#ctx0" brushRef="#br0" timeOffset="471">208 727 7569,'-9'0'0,"1"0"476,8 0 1,8-2 675,3-3 1,4 3-781,3-4 0,7 2-368,4-2 1,5 2-536,7-7 512,3 7-399,8-11 0,-1 7-467,1-4 1,2-1 556,4 7 328,-4-7 0,5 3 0,-7-7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0.12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17 35 7569,'-9'0'3835,"1"0"-3485,31 0-152,-9 0 0,26 0-15,-11 0 1,4 0-213,1 0 0,1-2-281,-1-4 0,3 5 325,3-5 0,-5 2 124,-1-2 1,-1 4-2086,-10-4 1946,0 5 0,-6 1 0,1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0.26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17 87 7569,'-7'9'1977,"5"-1"-851,-6-8-495,8 0-308,16 0-186,-5 0 1,22-6-107,-4 0 0,3-5-206,3 5 1,7-7 234,4 1 1,4 3 214,2-3-275,0 8 0,0-11 0,0 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6.62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18 35 7569,'-10'-7'3403,"2"5"-2925,8-6 0,2 2-227,4 0 1,5 1 223,13 5-96,2 0-132,9 0 0,0 0-249,-1 0 36,1 0-309,7 0 0,-5 0-318,3 0 1,2 0-52,-1 0 1,-3 0-1733,-9 0 2376,3 0 0,-20 7 0,3 3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6.74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 1 7569,'-18'9'0,"9"7"0,1-13 0,8 9 0,2-6 737,4 5 0,5-7 1013,12 2 1,8 2-1962,15-3 0,2-1 24,16-10 187,7-3 0,0-16 0,6-2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5.44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329 312 7569,'-15'-18'475,"2"3"-55,1 3 1,6-1 164,-5 7-247,7 1-54,-11 12 0,5 10 37,-7 12 0,-1 27-126,1 13 0,-6 18-65,0 5 0,8-40 0,-1 2-38,2-3 1,-1 1 0,3 1 0,-1 0 171,2-4 0,-1 0 1,3 1-1,1 0 60,-3 42 0,3-2-261,8-9 1,2-6-681,4-11 399,11-5 188,10-15 1,9-1 152,5-9 1,5-9-187,11-8 0,-3-5-701,4-6 764,-12-4 0,8 5 0,-4-7 0,0 0 0,0 0 0,-4 0 0</inkml:trace>
  <inkml:trace contextRef="#ctx0" brushRef="#br0" timeOffset="494">848 571 7569,'0'-25'719,"0"6"1,0-6-91,0 8-243,0 7-191,0-5 0,0 20 0,0 1 0,-7 17 236,-5 12 241,-3 15-371,-10 19 1,5 8 599,-3 4-1796,4 11 1213,2-19-194,0 11 25,7-22 0,4 1 150,12-11-332,4-4 62,15-13 0,2-8 166,7-4 0,3-6 0,3-6 0,-4-3-251,5-8 1,-12-4 493,-6-7 1,-6-1-1375,-5-11 446,3-4 272,-13 0 0,-2-5-72,-12 3 1,-11-2 307,-6 8 0,-9 8 249,-2 9 1,-3 4-265,3 2 1,5 0-122,1 0 1,7 8 196,10 3 0,5 3-175,1-3 0,7 5-1269,-2-5 634,12-3 58,3 0 1,11-3-480,3 1 1,5-2 1151,13-10 0,3-11 0,8-10 0</inkml:trace>
  <inkml:trace contextRef="#ctx0" brushRef="#br0" timeOffset="715">1315 121 7569,'10'-36'0,"-1"3"0,-3 16 0,4 2 1270,7 3-503,8 4-436,-6 24 1,14 3 528,-4 16 0,9 9-175,3 8 0,1 15 73,-2 14 0,-3 9-787,-17-44 0,0 0 1,-2 6-1,-1 2 198,-2-3 1,-2 2-1,1 3 1,-3 1-73,-1-2 1,-2-1-1,-3-1 1,-1-2-157,2 47 1,-4-2-274,-2 2 0,-4-5-196,-7-13 0,-3 1-374,-15-12 1,-1 4 437,-11-9 0,-5-5-2097,-12-1 2561,-3-4 0,-24-10 0,40-23 0,-2-2 0,-2-1 0,-2-3 0,0-3 0,-1-1 0,0-4 0,0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47.45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0 336 8025,'12'0'0,"-1"0"0,1 0 425,5 0 1,0 10 612,1 7 1,3 10-707,-4 13 0,4-1-126,-9 7 1,-3-6-160,3 6-91,-8 1 227,3-3-329,-7-2 179,0-7 0,0-3 103,0-3 0,0-4 89,0-8-79,0-7 1,-2-2-92,-3-8 0,3-10-529,-4-7 250,-4-8 170,8-18 0,-5-3-787,7-11 439,0-5-812,0-15 241,7 6 587,3-13 1,15 15 61,4-1 1,-2 17 72,2 12 0,-3 14 125,3 10 1,4 2 236,-4 9 1,-4 2 352,-2 10-287,-4 3-151,-2 16 0,-1-3 1717,-5 6-1414,-3 9-188,-8-1 311,-15 7-224,3-9 1,-21 1-35,5-1 1,-7-5-68,-5 0 0,3-8-50,-3 2 0,5-4-289,6-1 0,4-9-810,8-3 506,0-4 324,7-2 1,4-2-1494,12-4 1685,11 4 0,10-21 0,8 4 0</inkml:trace>
  <inkml:trace contextRef="#ctx0" brushRef="#br0" timeOffset="482">1055 319 7569,'-17'-27'799,"-1"2"727,1 8-578,8 7-512,-7 3 0,14 14-40,-4 5 1,5 11 8,1 6 1,0 9-178,0 2 1,1 6-41,5-5 1,-2 5 17,8-6 0,-9 6-23,3-5 1,2-7-429,-2-5 1,-1-13 228,-5 1 75,0-4-21,0-3 1,0-12-64,0-15 1,0-8-79,0-10 0,0-7-180,0-4 1,6-6 189,0-6 1,7-3 114,-1-8 0,9-4-1018,2 3 1,6 7 405,-6 17 0,6 5 235,-6 13 0,6 8 212,-6 9 0,0 9 146,-6 2 0,-5 8-145,-1 9 1,-7 6-43,2 0 1,-4 8 286,-2-2 1,-2 5 491,-4 7 0,-4-5-349,-7 4 0,-6 3-90,0-3 0,-8-5 125,2-7 0,3-1 173,-3 2 0,8-6 208,-2-11 1,9 1-236,3-7 1,5 6 71,-6-7 0,8 3-139,-1-2 0,10 1-32,7 5 1,11 1-245,6-7 1,5 6-92,7-7 0,-1 1-289,12-6 0,-12 2-175,6 4 1,-1-4-554,-5 4 1,6-4 56,-6-2 1,1 1-1775,-7 5 2741,1-4 0,7 6 0,2-8 0</inkml:trace>
  <inkml:trace contextRef="#ctx0" brushRef="#br0" timeOffset="732">1902 284 7569,'-17'-7'1698,"2"3"-998,3-8 449,4 8-813,8-11 1,2 13-154,4-4 1,10 5-1,7 1 1,13-6 254,-1 0 1,11 0 498,0 6 1,4-6-709,2 1 1,-2-1-389,-4 6 0,2-6-138,-8 0 1,4 1-376,-9 5 1,2 0-781,-14 0-1484,0 0 2035,-6 0 901,-7 0 0,-3 7 0,-7 3 0</inkml:trace>
  <inkml:trace contextRef="#ctx0" brushRef="#br0" timeOffset="901">2335 233 10282,'0'19'1174,"0"4"0,5-2-724,1 8 0,0 5-26,-6 7 1,0 7-193,0-2 0,0-2-337,0 2 1,0-4-2138,0 10 1477,0-4 638,0 4 1,-8 6 0,-1-4 0</inkml:trace>
  <inkml:trace contextRef="#ctx0" brushRef="#br0" timeOffset="3743">847 1823 7569,'12'-5'625,"0"-1"0,-9-2-593,3 2 91,-4 5 43,-2-7 0,0 10-28,0 4 1,-6 3-24,1 8 1,-13 7-29,7-1 0,-12 2 5,11-2 0,-7-4 52,7 4 0,-1-4 149,1-2-247,5 1 70,7-1 1,7-5-115,5-1 1,11-5 68,6 5 1,3-5-2,3 6 0,7-1 1,4 6 1,-7 3-5,1 3 0,-7-2-47,7 8 1,-3-6-81,-3 6 1,-7-6 31,-4 5 91,-3-6-25,-11 10 1,-1-13 107,-8 5 1,-2-5-34,-4-2 0,-5-2 49,-12-3 0,-4 3-97,-8-3 1,-7-5 20,-4-1 0,1-4-441,-1-2 1,6 0-190,-6 0 0,7-13 373,-1-5 0,9-5-131,3 0 1,8 2 301,3-8 0,0-7 0,7-8 0</inkml:trace>
  <inkml:trace contextRef="#ctx0" brushRef="#br0" timeOffset="3909">899 1875 10337,'12'0'287,"-1"0"1,3 0-255,9 0 1,4 0 138,7 0 1,3-5-242,3-1 0,3 0-767,3 6 1,4 0 217,-4 0 0,-2 0 618,2 0 0,0 0 0,6 0 0</inkml:trace>
  <inkml:trace contextRef="#ctx0" brushRef="#br0" timeOffset="4199">1695 1910 7122,'-6'11'-670,"0"1"0,-7-6 670,1 5 0,-3 1 1584,-2 5 1,-1 10-471,1 8 1,6-1-506,-1 7 1,2 1-260,-1-2 1,3 0-128,8-5 1,2-2-90,4-4 0,11-4-91,12-8 1,4-2 109,1-3 1,3-5 41,3-7 0,-3-9-261,3-8 1,2-8-400,-1-10 1,-7 0-56,-5 1 0,-14-3 278,3-3 1,-13 2-18,1-9 0,-13 3-27,-11-2 1,-7 0-109,-9 11 0,-1 5 143,0 12 0,-5 9-4,0 3 0,-1 6 352,7 6 1,5 3-43,0 9 0,16-1-592,1 0 1,8 1 163,4-1 1,4 0-394,8 0 766,7 1 0,16-1 0,-1 0 0</inkml:trace>
  <inkml:trace contextRef="#ctx0" brushRef="#br0" timeOffset="5003">2196 1996 7569,'-17'0'2684,"0"16"-2207,-1-5 0,9 16-44,3-4 0,4-4-137,2 5 1,0 1-114,0-2 1,8 0-117,3-6 0,11-2-161,1-3 0,7-5 181,-1-7 1,-2 0 107,2 0 0,-6-5-476,6-1 1,-8-13-99,2 1 1,-6-5-4,-5 0 0,1 2 162,-7-8 0,0 2 129,-6-1 0,-8-5-179,-3 4 1,-11-3-227,-1-3 1,-7 8 213,1 4 0,-4 6 8,-1 5 0,1 4 544,4 8 0,-2 0 138,8 0 1,6 0 79,5 0-195,9 0-283,-5 0 0,12 0-18,7 0 1,3 0-258,15 0 1,-1 0 179,7 0 1,0-5 42,-1-1 0,5 0-406,-5 6 1,8 0 109,-13 0 0,8 0 322,-8 0 82,-4 0-162,-1 0 1,-6 2 736,-1 4-304,0 3-149,1 9 0,-9 1 92,-3 4 0,-4-2-88,-2 8 1,0 0-50,0 5 0,0 1 384,0 0 1,0-3-114,0-3 1,0 2-270,0-8 1,2 0 17,4-6 0,3-1-87,9-5-95,-1-3 112,0-8 0,0 0-85,1 0 0,-1-2 97,0-4 1,-1-4-18,-5-7 0,5-6-256,-5 0 1,-3-6-369,-2 6 0,-5-8-243,-1 3 392,-7-5 231,-11-2 1,-3 1-197,-7-1 52,6 1 241,-10 7 0,11 2 36,-8 7 0,8 3-147,-2 4 1,9-3-7,3 8 1,7-1 479,-2 1 1,6 4-62,6-4 1,3 4-139,9 2 0,7 0-123,3 0 0,5 0-22,2 0 0,-1 0 40,1 0 0,-1 2-17,1 4 0,0 4-15,-1 7 1,-7 6-25,-4 0 0,-4 8 336,-1-2 1,-3 3 112,-3 3 0,-3-1 59,-3 1 0,-4-2-168,4-5 1,3-3 61,3-7 0,3-3-22,2-3 1,1 1-108,-1-7 0,6-2-34,0-10 1,6-6 22,-6-11 1,0 2-275,-6-8 1,-1 1-345,-5-7 0,-3-2-409,-8-3 426,-8 4 270,-1-7 0,-16 5-786,-4 3 408,-4-3 271,-1 19 0,-1-4-82,0 11 0,-5 4 95,0 8 1,7 0 10,10 0 1,6 8-141,5 4 0,-1-3-206,7 3 1,2-6 553,10 5 0,11-7 0,10 4 0</inkml:trace>
  <inkml:trace contextRef="#ctx0" brushRef="#br0" timeOffset="5223">3511 1478 7569,'0'-18'1202,"0"1"1,7 2-873,5 3 0,3 4-147,2 8 1,3 2 22,3 4 0,-2 6 193,8 11 1,0 9 39,5 9 1,-5 7-159,0-2 0,-2 4-235,1 2 1,1 2-172,-11 3 1,1-1-99,-13 7 1,-1-7-362,-5 2-1,-7-5 474,-5-1 1,-13-2 21,-9-4 0,-3-1-684,-9-5 1,-2-9-967,-10 3 1467,-3-3 0,-16-4 0,-2-2 0</inkml:trace>
  <inkml:trace contextRef="#ctx0" brushRef="#br0" timeOffset="5543">692 1443 7569,'-16'-10'324,"3"3"122,-16 7 0,6 0 26,-6 0 1,1 11-148,-7 12 1,-5 20 698,-1 20-466,-7 20-536,12 5 0,14-33 0,1 1 236,3 2 0,2 0 0,2 0 0,3 1-111,1-1 0,3-1 0,1 1 0,2 0-44,3-6 0,2-1 1,2 0-1,2-2-83,6 38 1,20-3-105,9-3 1,18-14-1535,11-15 809,8-8 698,-27-25 1,2-3 0,-4-3 0,2-1 110,4-2 0,1-3 0,4-7 0,-1-6 0,0-5 0,0-5 0,0-3 0,-1-4 0,3-4 0,-1-4 0</inkml:trace>
  <inkml:trace contextRef="#ctx0" brushRef="#br0" timeOffset="5957">4565 1270 7569,'10'17'881,"-10"1"1,-10 1-480,-7 4 0,-2 13-175,-4 16 1,-4 8-22,-8 9 1,1 2 222,-1 4 1,3-4 116,3 4 0,4-6 356,8-5-469,7-5-135,2-7 0,18-2-482,7-4 0,10 0-186,13-11 0,5 1-392,6-13 0,3 1 664,4-7 1,3-8 73,9-3 24,-17-4 0,7-2 0,-12 0 0,2 0 0,-2 0 0</inkml:trace>
  <inkml:trace contextRef="#ctx0" brushRef="#br0" timeOffset="6528">5032 1581 7569,'0'-17'-741,"0"0"681,-7 7-67,5-5 20,-6 5 485,8 1 28,0 1 1,0 6-8,0-4-66,0 4 425,0-5-26,0 7-423,0 0 0,0 9 261,0 9-386,-8-1-59,-1 23 1,-8-11 45,-1 11 0,-5-1-2,0 1 1,-8-5-97,3-1 0,3-1 110,2-10 1,3 0 22,3-6 1,5-1-58,1-5-205,7-3 78,-4-8 1,16 0 89,4 0 23,11 0-49,11-8 0,12 4 64,12-7-27,-4-1-106,5 3 1,-7 1-115,0 8 1,0 0 143,0 0 0,-10 0 32,-7 0 0,-3 0-1112,-9 0-1525,1 0 1220,-7 0 758,-8 0 128,-1 8 0,-16-6-684,-3 3 737,-4-3 399,-3-2 0,-7 0 0,-2 0 0</inkml:trace>
  <inkml:trace contextRef="#ctx0" brushRef="#br0" timeOffset="6690">5153 1651 7569,'10'-18'-1491,"4"7"1930,-9-1 243,9 8 0,-10-3 10,7 7-453,-7 0 0,4 9 274,-8 9 1,0 7-78,0 9 1,0 6-314,0 1 1,-6 5-229,0-6 1,0 6-261,6-5 0,2-1-22,4-5 1,0-6-1390,11-1 1776,-3-7 0,11 4 0,-8-7 0</inkml:trace>
  <inkml:trace contextRef="#ctx0" brushRef="#br0" timeOffset="7058">5655 1529 7569,'-8'-9'164,"-3"3"0,1 4 285,-1 2 1,-1 0-155,-5 0 0,5 8-130,1 3 0,1-1 38,-1 2 1,1-7-14,4 7-285,4-8 0,-5 5 350,7-3 158,0-4-798,0 6 0,0-16-17,0-4 1,2-3 271,3-2 1,3-2-37,4-4 0,3 1-25,-4-6 1,-1 6 102,2-1 0,-1 4 133,6 2 1,3 1-101,3 5 1,-4-3 1,4 9 0,-2-1 148,2 6 0,-4 0 37,4 0 0,-3 0 86,-3 0 1,-6 10-83,1 7 0,-8 8 118,2 9-9,-5 9-81,-1 1 1,-1 4 178,-5 4 1,-2-2-161,-3 13 0,-5-5 2,5 5 0,1-7 186,-1 2-854,7 3 395,-12-15 1,14 10-1177,-3-16 653,3 1 414,2-7 0,5-1-363,1-4 1,8-6-64,-3-12 623,5-3 0,9-8 0,1 0 0</inkml:trace>
  <inkml:trace contextRef="#ctx0" brushRef="#br0" timeOffset="7284">6087 1962 8068,'-17'7'1285,"5"3"-949,1 7 1,5 3-131,-5 3 1,7-4 191,-2 4 0,4 2-199,2-2 1,8-2-244,3-9 1,7 1 20,5-7 0,2 0 36,3-6 1,3-6 39,-8 0 0,6-7-317,-6 1 0,-2-9 178,-9-2 0,1-8-27,-7 2 0,-2 2-144,-10-1 0,0 6 33,-11-1 1,4 6 78,-10 6 0,-2-3-2,2 8 0,-6 1-373,6 5-313,0 0 833,5 0 0,1-8 0,0-2 0</inkml:trace>
  <inkml:trace contextRef="#ctx0" brushRef="#br0" timeOffset="7509">6191 1011 7569,'0'-10'445,"2"4"555,4 12-457,3 4-303,16 7 1,2 10-89,8 7 1,7 11 263,4 12 1,-2 1 408,2 11 0,-1-4-734,1 10 0,-4 4 151,-7 2 1,-8-2-245,-4 1 1,-6-5-248,-6 6 0,-3-14-378,-8 2 0,0-11 374,0 0 1,-9-6 179,-9-6 0,-9 2-579,-13-8 1,-4 2 651,-8-1 0,-13-20 0,-5-4 0,-1-11 0,0-6 0,2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09.52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18 35 7569,'0'9'920,"-8"-1"1311,6-8-836,-6 0 322,8-8-1322,0 6 0,2-5-42,4 7 1,5-6-286,13 0 1,2 0 19,9 6 0,7-5 107,4-1 0,-1 0-104,1 6 0,-2 0-1212,2 0 1,-4 0 12,-7 0 1,-2 0-1670,-5 0 2777,-3 0 0,-7 8 0,-1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09.74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87 10798,'19'0'2428,"4"0"0,-2 0-1919,8 0 0,0 0-530,5 0 0,3 0-155,3 0 0,4-8-135,8-4 1,0 3-454,0-3 0,0 7-2150,0-7 2914,0 8 0,7-11 0,3 5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04.18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52 293 7569,'-17'-2'1819,"0"-4"-922,7 4-26,3-6-721,7 1-189,15-3 188,4 1 0,16-9 46,-1 1 0,14 0-139,4-6 0,12 3-164,-1 3 0,4 0 43,2-1 1,-1 1-127,-5 0 0,1 7-402,-13 5 1,3 3 294,-13 2 0,-1 0-1151,-5 0 905,-9 0 1,-3 2 104,-11 3 1,-6 7 438,-12 11 0,-11-4 0,-10 6 0</inkml:trace>
  <inkml:trace contextRef="#ctx0" brushRef="#br0" timeOffset="189">381 345 7569,'12'0'606,"-1"0"1,-7 2-279,2 3 1,-2 7 6,1 11 0,-3 2-242,4 4 0,-4 5-52,-2 1 1,0-1-205,0 7 1,0-3 22,0 3 0,0-3-138,0 8 1,8-9-71,3-3 0,1-7-374,5-10 0,-2-7-131,14-4 853,-8-4 0,20-10 0,-5-2 0</inkml:trace>
  <inkml:trace contextRef="#ctx0" brushRef="#br0" timeOffset="425">865 535 7744,'0'17'526,"-7"2"133,-5 4 0,-1 2-258,1 4 1,4 2-173,8-8 0,0 0-198,0-6 0,2-1 107,4-5 0,4-3 44,7-8 0,6-2-57,0-4 0,0-5-124,-6-12 1,1 2 3,-1-8 1,-7 6-176,-5-6 0,-5 6-47,-5-6 0,-5 8 40,-7-2 1,-1 4 128,1 1 0,-6 9 33,0 3 1,0 4-36,6 2 1,1 2-163,5 4 0,3 3-204,8 9 1,0-1-6,0 0 1,13 0-175,5 1 0,13-7 595,3 1 0,1-8 0,7 3 0</inkml:trace>
  <inkml:trace contextRef="#ctx0" brushRef="#br0" timeOffset="589">1315 466 7569,'-27'0'1343,"-6"0"-1000,14 0 0,-4-2 529,11-4-638,-3 4 0,13-8-28,-4 5 0,6 3-174,6-4 1,6-2-190,11 3 0,0-7 58,11 6 1,-3-5-161,10 5 0,1-6-569,-2 7 1,0-7 214,-5 6 613,-8 1 0,6-3 0,-6-2 0</inkml:trace>
  <inkml:trace contextRef="#ctx0" brushRef="#br0" timeOffset="1198">1419 154 7993,'-18'-9'646,"9"1"1,1 10-385,8 4 0,0 11 117,0 12 1,-2 11 104,-4 6 0,4 6-158,-3 6 1,3-2-49,2 7 1,0-2-284,0 3 0,7 3-288,5-3 1,9-5 67,2-1 1,8-14-168,-2-9 0,9-5 249,2-12 1,3-5-94,-3-13 1,-3-2-160,3-4 0,-5-11-70,-7-12 1,3-5 10,-8-7 1,0 5 181,-5-5 1,-9 5 247,-3 1 0,-4 7-188,-2-1 729,0 15-433,-8-9 1,-1 21 2,-9-4 1,-5 6 38,0 6 1,-2 6 416,2 11 0,-2 2-268,-4 4 0,4 3 42,8-3 0,0-2-96,-1 2 0,9-6-229,3 6 260,4-8-547,10 4 239,-6-16 1,13-1 55,-3-8 0,3-2-85,2-4 1,6-9 23,0-8 1,0-8 37,-5 2 0,-1-1-880,0 1 438,1-4 202,-1 14 184,-7-6-77,5 8 698,-13 7-405,6 2 0,-8 16 23,0 4 1,0 5 52,0 6 1,1-2 38,5 8 1,-2-8 100,8 2 0,-1-4 143,6-1-208,1-9-67,7-1 1,2-8-73,7 0 1,1-8 134,-1-3-401,1-12 153,-1-4 0,1-10 5,0-3 1,-7-2-124,1-4 1,-9-6-101,-3 0 1,-2-2-261,-9-9 0,0-1-681,-6-5-412,0 0 1278,-8 0 0,-2 15 98,-7 8 1,0 15-56,0 8 0,-7 11-19,1 7 0,0 18 530,6 10 0,-6 16 691,0 7 0,6 6-677,5 5 0,8-3 434,-1 4 0,10-5-641,7-1-103,11 0-362,4 0 0,7 0-1696,1 0 2057,7-8 0,2 6 0,8-6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11.29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329 570 7569,'11'0'367,"1"0"-138,-8-8 0,9 4 73,-7-7 1,5-1 119,-5-5 1,6 0-111,-7-1 1,7 1 507,-6 0-356,-1-8 1,-7 5-138,-3-3 1,-5 4-265,-7 2 1,-8 7-24,-4 5 1,-4 3-95,-1 2 1,-7 7 211,1 5 1,0 3 24,5 2 1,2 7-130,5-1 1,5 0-234,11-6 1,-1 0 45,7 1 0,2-3 46,10-4 1,3 5-2,9-5 1,9 3 30,7-3 1,3 5-54,9-5 1,0-1 60,6 1 1,-6-5-119,0 6 0,-6-1 92,6 6 0,-7 1-34,1-1 1,-11 0 82,-6 1 0,-11-7-42,-7 1 1,-3-1 406,-2 7 1,-9-7-96,-9 1 1,-8-1 21,-15 6 0,-3-1-87,-8-5 0,-2 3-90,-3-8 0,3 1-55,-4-1 1,12-4-84,6 4 0,5-6-1297,6-6 1030,4 4 1,16-13-2283,3 3 1462,4-3 1136,17-10 0,5-2 0,14-8 0</inkml:trace>
  <inkml:trace contextRef="#ctx0" brushRef="#br0" timeOffset="199">277 86 7569,'0'-18'877,"-8"1"0,6 0-211,-4-1-460,-3 9 0,7 3 257,-4 12 1,4 13 40,2 16 1,0 9 170,0 13 0,0 7-273,0 11 1,0 3-367,0 9 0,6-8-133,0-4 0,-1-2-403,-5 2 1,6-4-69,0 4 0,6-10-698,-7-2 1,7-7-528,-6 2 1793,7-4 0,-3-3 0,7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5:57.99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814 235 7569,'0'-10'1132,"0"1"-871,0 3-261,0 4 0,0-4 845,0 12 1,0 4-156,0 7 0,0 8-394,0 4 1,0 5-114,0 7 1,0-5 11,0 5 0,0-3-261,0 2 0,0-3-350,0 3 1,2-3 406,3-3 1,-1-5-67,8 0-1795,-1-8 1870,7-4 0,6-9 0,3-8 0</inkml:trace>
  <inkml:trace contextRef="#ctx0" brushRef="#br0" timeOffset="621">312 391 7569,'0'-18'0,"0"1"0,0 0-132,0-1 886,0 1-427,0 0 1,-2 0 290,-4-1-310,-3 1 0,-1 7-311,-5-5 59,5 13 0,-13-6 103,0 8 0,-6 0-13,6 0 1,-6 8 46,6 4 1,0 3-1,6 2 0,0 1-114,-1-1-312,9 0 188,1 0 0,8 1-97,0-1-1,8 8 228,9-6-180,2 6 69,14-7 1,-4-1 74,11 0 0,-1-5-21,7-1 0,-8 1-48,3 5 1,-5 0-127,-1 1 0,-8 1-9,-4 4 127,-12-4 16,-3 6 0,-8-6 237,0 4-105,-8-3-20,-2 4 1,-14-6 2,-5-1-71,-4 0-5,-9 1 1,5-9 33,-3-3 0,-2 2-82,1-3 1,3-1-163,9-9 1,-2-5-223,8-7 1,6-3-533,5-3 1,9 2-529,-3-8 788,4 1 677,10-7 0,9-7 0,10-2 0</inkml:trace>
  <inkml:trace contextRef="#ctx0" brushRef="#br0" timeOffset="791">191 200 7569,'0'-34'0,"0"5"299,0 0-103,0 8 0,0-10 526,0 8-65,0 8-68,0-1-351,0 15 1,6 2-33,0 17 1,7 9-24,-1 13 1,3 10-7,2 8 0,1 13-132,-1-2 1,0 6-311,0 0 1,1 4-421,-1 7 1,0-7-285,1-4 1,7-4 490,3-2 478,-3 0 0,16-7 0,-5-3 0</inkml:trace>
  <inkml:trace contextRef="#ctx0" brushRef="#br0" timeOffset="1216">1229 356 7644,'-8'-17'633,"6"-1"0,-6 1-186,8 0 1,0 5 519,0 1-758,0 7 1,8-4-116,4 8 0,3 0 112,2 0 1,6 8-24,0 3 1,6 13-202,-6 4 1,6 7-104,-6 5 1,-6-1-343,-5 7 1,-8-6 245,2 6 0,-5-7 47,-1 1 0,-5-11 252,-1-6 1,-13-4 181,1-2 0,-5-1-245,0-5 1,4-3-54,-4-8 1,-2-8 259,2-3 1,6-5 408,5-1-285,8 0-48,-3 0-280,7 7 0,2 2-48,3 8 1,11 0 104,7 0 0,6 2 1,-6 4 1,7 2-221,-1 3 1,4 5-332,1-5 1,1 3-321,0-3 1,-7 3-190,1-9 1,-2 1-469,2-6 1448,4 0 0,-6-8 0,7-1 0</inkml:trace>
  <inkml:trace contextRef="#ctx0" brushRef="#br0" timeOffset="1521">1869 460 8306,'-18'-10'646,"1"3"1,2 14-281,3 5 0,-1 5 93,7 6 0,0-2-49,6 8 0,8-6-369,3 6 1,12-10-55,6-2 0,4-1 2,1-10 1,3-1 54,3-5 1,3-7-100,3-5 0,-4-5 75,-8-6 1,-7 2 5,-4-8 1,-5 6-253,-7-6 0,-3 0 34,-8-5 1,-8 5-80,-3 0 1,-12 8 112,-6-2 1,-6 3 97,-5 3 0,2 8 51,-9 3 0,9 6 109,-2 6 1,5 5-168,6 12 0,4-4 13,8 4 0,2-3-190,3-3 0,4 0-94,8 1 1,10-1-909,7 0 621,8-7 625,10 5 0,-1-5 0,1 7 0</inkml:trace>
  <inkml:trace contextRef="#ctx0" brushRef="#br0" timeOffset="1820">2422 460 7649,'0'-10'941,"0"-5"0,-2 13-571,-4-4 1,4 6-188,-3 6 1,3 5 253,2 12 1,0-1-72,0 6 1,2-4-314,3 4 1,5-7-53,7 3 1,8-5-6,4-2 0,4-7 68,1-5 1,1-3-113,-1-2 1,-1-7 79,-4-5 0,0-3-41,-12-3 1,2-5-56,-13 0 1,0-2-53,-6 2 0,-4 4-46,-8-4 1,-7 2-11,-15-2 0,-1 9-17,0-3 0,-5 9 51,0-3 1,-1 7-76,7-2 0,7 12 115,4 6 0,6-3-16,5 3 0,4-1-428,8 7 86,0-1 1,8 0-408,4 0 0,9-7 863,2-4 0,7 3 0,-3 1 0</inkml:trace>
  <inkml:trace contextRef="#ctx0" brushRef="#br0" timeOffset="2067">2906 425 7569,'17'-9'-235,"-7"-7"1410,5 14-705,-13-5 1,8 14 11,-4 5 0,-4 5 94,3 6 1,-1-4-240,2 4 1,-2 2-155,7-1 1,3-1 40,9-6 1,4-2-68,7-3 0,3-5-64,3-7 0,2-7 5,5-5 1,-5-9-57,-8-2 0,-1-8 105,-4 2 1,-6-1-124,-12 1 1,-3-2 70,-8 8 1,-9-6-42,-9 6 0,-12 2-26,-11 10 1,-7 3 29,2 8 0,-4 0-244,-2 0 0,8 8-339,4 3 0,3 10-454,3 2 1,9 0 404,7-5 574,1 7 0,15-6 0,-6 6 0</inkml:trace>
  <inkml:trace contextRef="#ctx0" brushRef="#br0" timeOffset="7779">554 2293 7569,'0'-17'409,"0"7"122,0 2 0,-2 8-110,-3 0 0,3 8 60,-4 3 0,4 13-250,2 4 0,0 5-179,0 2 1,0-1 100,0 1 0,8-6-129,3-1 1,5-6-371,1 1 0,0 0 47,0-6 1,1 2-232,-1-13 0,2 0 60,4-6 1,-4-8-331,5-3 0,-5-9 800,-2-9 0,0 1 0,1-15 0</inkml:trace>
  <inkml:trace contextRef="#ctx0" brushRef="#br0" timeOffset="8151">450 2016 7569,'2'-11'11,"4"-1"0,6 8 164,11-1 0,-2 3 8,8 2 1,0 0-138,5 0 1,1 2 150,-1 3 1,7 5 137,-1 7 0,0 2-149,-5 4 1,-6 4 27,0 8 0,-8 0-63,2-1 1,-6 6-82,-5 1 1,1 5 155,-7-6 1,5 6-44,-5-5 1,0-1-344,-6-5 1,2-8 89,4-4 11,-5-4 1,9-8 83,-4 1 0,-2-10-61,7-2 0,-5-10-34,6-13 0,-1-6-179,6-11 1,1 2-54,-1-9 0,0-4 126,0-7 1,-5-5 16,0 5 1,-1 0 141,6 6 0,1 14 137,-1 3 1,-6 18 46,1 0 114,0 11 1,3 6-24,-4 12 1,3 11 136,-8 5 1,-1 11-158,-5 1 1,6 6-98,0-5 0,5-1-169,-5-5 0,8 5-216,-3 0 0,5-5-419,1-6 1,0-2 81,0 1 0,1-3-1285,-1-7 1866,0-9 0,8 7 0,2-7 0</inkml:trace>
  <inkml:trace contextRef="#ctx0" brushRef="#br0" timeOffset="8453">1661 2189 7569,'0'-17'1226,"0"7"-508,0-5-290,0 13 0,0-4-64,0 12 0,0 5-55,0 12 1,0 4 22,0 8 0,8 0-164,3-1 1,5 1-98,1-1 0,0 1 12,0-1 1,3-7-151,3-4 1,-4-11 122,4-6 1,-2-4 87,2-2 1,-4-4-107,4-8 0,-5-1-21,-7-16 0,5-7-89,-5-11 0,3-3-46,-3-1 1,-3-3-130,-8-4 1,0-1-35,0-5 1,0-1-206,0 7 1,0 4 169,0 14 1,0 2-109,0 15 1,0 5 122,0 7 0,0 9-9,0 2 0,0 9-195,0 14 1,0 4 66,0 8 0,0 7 438,0 4 0,0-1 0,0 1 0,0 7 0,0 9 0</inkml:trace>
  <inkml:trace contextRef="#ctx0" brushRef="#br0" timeOffset="8699">2076 2397 7569,'10'7'478,"5"3"-146,-13 0-16,13-3 1,-5-7 153,7 0 0,0 0-215,1 0 1,1-2-53,4-3 0,-2-7-188,8-11 1,-8 2 53,2-8 0,2 6 114,-2-6 1,-2-2-95,-9-9 0,-4 3-384,-8-3 0,0 4 73,0 1 0,-8-5-83,-4-1 1,-9 9 209,-2 9 1,-2 11 259,2 6 0,-2 4 143,-4 2 1,-1 16-145,7 7 1,-1 8 8,7 3 0,2 3-122,3 3 0,5-3-81,7 3 0,7 2-87,5-1 1,9-1-373,2-6 1,8 1 24,-2 0 1,3-8-439,3-4 0,-1-6-200,1-6 1102,0-3 0,7-8 0,2 0 0</inkml:trace>
  <inkml:trace contextRef="#ctx0" brushRef="#br0" timeOffset="8970">2716 2120 7569,'8'-44'-285,"-7"9"0,7 4 1528,-8 8-809,0 0 1,-2 8 3,-4 3 0,3 5-57,-9 7 1,1 7-147,-7 5 1,1 3-13,0 3 0,7 7 23,4 3 0,4 5-63,2 2 1,2 5-1,4 0 1,4 3-67,7-3-313,8-4 191,-6 7 0,6-9-109,-8 1 1,5-8 82,-5-4 0,4 2 78,-9-2 0,-3 0-15,3-6 0,-8-5-4,1-1 0,-10-1-35,-7 1 0,-5 3-83,-6-8 1,2-1-367,-8-5 0,0 0 207,-6 0 0,6-1-615,1-5 1,7-4 251,-3-7 1,5-8 71,2-4 0,7-6 154,5-5 0,5-4 386,5-8 0,5 0 0,7 0 0</inkml:trace>
  <inkml:trace contextRef="#ctx0" brushRef="#br0" timeOffset="9083">2681 2068 7569,'18'-17'100,"-1"-1"1,6 1 503,0 0-444,0 0 1,-4 1 22,4 5 1,-2-3 42,8 8 1,-6-7 108,6 1 1,-6 3-329,6-3 1,0 7-222,5-7 1,-5 6-109,0-5 0,-6 5-1048,6-6 1370,-16 9 0,18-13 0,-12 7 0</inkml:trace>
  <inkml:trace contextRef="#ctx0" brushRef="#br0" timeOffset="9236">3165 1601 7569,'-9'0'500,"-6"8"1,13 3-83,-4 12 1,-2 6 225,2 12 0,1 3 710,5 8-918,0 7 1,0-3-62,0 7 0,0-1 12,0 1 0,0-3-299,0-8 1,7-2-201,5-4 1,3-4-857,2-7 1,1-3 637,-1-3 0,0-4 330,1-8 0,-1 1 0,0-1 0</inkml:trace>
  <inkml:trace contextRef="#ctx0" brushRef="#br0" timeOffset="9903">3494 2155 7895,'8'-18'266,"-6"1"1,7 0 216,-3-1 0,-2 9-168,7 3 0,-5 4-92,6 2 0,-8 10 128,1 7 0,3 4-81,-2 14 0,0-5 67,-6 11 0,0 1-145,0-2 0,0-3-174,0-3 1,-6-9 131,0 10 1,0-12 55,6 0 1,0-9-389,0-3-297,0-7 1,0 2 72,0-12 1,2-6 212,4-11 1,4-4-332,7-7 1,0-6 143,0-1 0,-5-7 24,-1 2 0,1 4 125,5 1 1,1 7 9,-1 5 1,-6 6 191,1 11 0,-6 5 212,5 7 0,-7 7 167,2 5 1,-4 11-229,-2 6 1,0 9 336,0 3 0,0 7-160,0-2 1,0 2-5,0-2 1,0-4-103,0-7 1,6-3-1,-1-3 0,7-4-139,-6-7 0,1-9-185,-1-3 1,-2-4 76,7-2 0,-5-10 41,6-7 1,-1-8-378,7-10 0,-1-7 73,0-4 1,-2-4-66,-3-2 1,3-2 170,-3-3 0,3 11 78,3-1 1,-3 11-219,-4 7-89,5 4 695,-7 16 0,3 3 129,-1 12 0,-7 11 161,2 12 1,-4 3-256,-2 3 0,0 1-58,0 5 1,0-5-263,0 5 1,6-7-192,0-5 0,5 2 49,-5-8 1,7 6-133,-1-6 1,-3 0-775,3-6 0,-1 0 1078,7 1 0,-1-1 0,0 0 0</inkml:trace>
  <inkml:trace contextRef="#ctx0" brushRef="#br0" timeOffset="10680">4393 2518 7569,'-9'0'2249,"-7"0"-1656,14 0-364,-5 0 0,7-2-82,0-4 0,9 2-95,9-7 0,5-1 83,5-5 0,11-6-85,-4 0 0,1-8-305,-7 2 1,2-2 178,-8 3 0,0-5-212,-6 4 1,-7-4 46,-5-1 0,-3-1-11,-2 1 1,-7 1 115,-5 4 0,-3 4-37,-3 8 0,-5 7 324,0 5 1,-6 6 330,6 11 0,-2 7 17,2 16 0,6 1-252,0 5 1,1 3-13,11 8 0,1 0-250,10-1 0,5-1-321,12-3 1,-2-5 311,8-8 0,0-1 88,6-4 1,-1-6-353,1-12 1,-3-3-581,-3-8 0,2-2 260,-8-4 1,6-11 256,-6-12 1,0-3 36,-6-3 1,-1-1 160,-5-5 0,4 1 96,-3-12 1,-2 12 45,1-6 1,-1 3 221,1 9 0,-1 3-113,-4 14 1,-4 5 83,3 1 1,-3 9 413,-2 2 0,0 9-296,0 14 1,-7 4 327,-5 8 1,-1 5-174,1 1 1,-3 10-133,3-4 1,3 4-49,-3-10-391,8 7 124,-3-19 0,7 11 72,0-11 1,0-10 10,0-2-595,0-11 284,7 2 180,3-16 1,7-3-696,0-13 331,1-2 98,7-9 1,-6-2-100,4-3 0,-4 2 155,-2-8 1,1 5 76,-1-5 0,-5 13-12,-1-1 1,-5 13-245,5 3 717,-7 1 181,12 23-367,-14-4 1,5 17 902,-7 4-484,0 12-219,0 1 0,0 8 35,0-3 0,0-5-193,0 5 1,2-7-207,4-5 0,3-4 195,9-8 1,1-5 54,4-1 0,-2-9-593,8-2 0,-2-7 64,2-11 0,1-7-45,-6-4 1,4-9 91,-5-2 0,8-10 13,-2-2 1,-4-10 110,-2-13 0,-2-3-228,2-9 1,-4 1 348,4-1 1,2-5 132,-1 0 0,-3 1 122,-10 11 0,5 13-137,-5 15 0,-3 15 1392,-2 14-849,-5 12 1,-1 20 106,0 20 1,-7 19-268,-5 15 1,-3 10 16,-2 2 1,-1 10-504,1 1 1,0 1 130,-1 5 0,1-11-285,0-6 129,7-4 105,3-10 1,7-1-1976,0-8 1031,0-8 232,7-9 1,-3-7 665,8-10 0,-5 7 0,7-14 0,-1 1 0,-5 3 0,-4 4 0</inkml:trace>
  <inkml:trace contextRef="#ctx0" brushRef="#br0" timeOffset="10824">5414 1895 7569,'-18'0'2709,"1"0"-1797,7 0 1,10 0-159,12 0 1,3 0 27,3 0 0,7 0-424,3 0 1,11-2-143,1-4 0,10-3-1334,2-8 1,0 1 361,6 5 756,3-5 0,0 7 0,9-9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12.75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206 27 7882,'-8'-9'966,"6"-1"-232,-3 4-508,3 5 0,-6 2-20,-4 17 1,3 9 101,-3 13 1,1 6 156,-7 12 0,1 7-128,0 4 1,5 4-44,1-9 0,7 1-181,-2-2 1,4-5-84,2-12 1,14-4-104,3-7 0,12-10 124,0-8 0,-2-7-85,1-10 0,1-2-28,6-4 0,-8-9 27,-4-8 1,-6-8-29,-5 2 0,-7-5-136,-10-7 0,-7 5 115,-11-5 1,2 7 44,-8 5 1,0 6 92,-5 11 0,-1 5-77,0 7 1,3 2-190,3 3 0,4 5-55,8 7 0,7 8-65,4 4 0,6-2-195,6 2 1,6-6-379,11 6 1,4-8 904,7 2 0,1 4 0,-1 0 0</inkml:trace>
  <inkml:trace contextRef="#ctx0" brushRef="#br0" timeOffset="357">673 391 7719,'0'-27'377,"-2"-6"-145,-4 4 1,-2 4 272,-3 2 1,-3-2 133,9 2-392,-1 8 1,6-1 211,0 5-289,0 3 0,8 0-17,3 8 0,4 2-40,3 4 1,5 10-116,0 7 1,8 13 70,-3-1 1,-3 5-158,-1 0 1,-5-1-9,-2 7 1,-2-6 5,-3 6 0,-4-5 80,-8 5 0,-2-13-133,-4 1 1,-6-11 272,-11 0 0,2-5 200,-8-7 1,1 3-123,-7-9 1,-5-1-105,-1-10 0,3-3 147,9-9 0,4 1-84,8 0 0,1 0-12,5-1 0,3 1 137,8 0-179,0 7 1,10 2-67,7 8 1,8 0-145,10 0 1,-1 8-502,1 4 0,1 1 342,5-1 0,-3 3-877,8-4 0,-2-3 503,2-2 0,3 2 73,-9-3 557,0 1 0,3-6 0,1 0 0</inkml:trace>
  <inkml:trace contextRef="#ctx0" brushRef="#br0" timeOffset="658">1330 391 7569,'0'-10'932,"-8"2"1,-1 14-353,-9 0 1,1 9-225,0 2 0,5 3 101,1 9 0,7-1-202,-2 7 0,4 0-217,2-1 1,8-5 82,3 0 1,7-8-105,5 2 0,4-6 59,7-5 0,1-5-118,-1-7 0,1-1-248,0-5 1,-1-4 164,1-7 0,-10-6-90,-8 0 1,-2-8 15,-9 2 1,-2-3 3,-10-3 0,-5 0 131,-12 1 0,1 1 0,-6 4 1,-3 4 130,-9 8 1,1 7 189,-7 5 0,8 5-97,-3 5 1,7 5-101,5 7 1,10 1-604,7-1 1,8 0-64,-2 0 1,6 1-300,6-1 0,6 0 905,11 1 0,4-1 0,7 0 0</inkml:trace>
  <inkml:trace contextRef="#ctx0" brushRef="#br0" timeOffset="965">1780 442 7569,'9'0'1899,"-17"0"1,-3 8-1482,-12 4 1,9 5-61,3 6 1,7 4-310,-2 8 1,6-7-167,6 1 0,4-8 137,7 2 1,2-3-52,4-3 0,4-6 49,8 1 0,-1-8-147,1 2 1,-1-12-164,1-6 1,-8-3 129,-4-2 1,-4-3 78,-1-3 0,-9 2 23,-3-8 1,-4 1 9,-2-7 0,-10 0 10,-7 1 1,-8 1 22,-10 4 0,1 2 27,-1 4 1,1 10 50,-1-4 0,2 11-119,5 0 0,-3 4 44,8 2 0,2 8-484,9 3 0,-1-1-43,7 1 1,0 1-242,6 5 0,8 1 201,3-1 581,5-8 0,16 7 0,5-7 0</inkml:trace>
  <inkml:trace contextRef="#ctx0" brushRef="#br0" timeOffset="1200">2229 391 7569,'17'0'0,"-7"2"461,-4 3 0,-4 7 680,-2 11 0,0-2-146,0 8 0,6 0-493,-1 5 0,9-1-104,-3-4 0,7-4-170,5-8 1,4-2-180,7-3 0,6-4 51,1-8 0,5-2-153,-6-4 0,6-6 158,-5-11 1,-9 2 46,-9-8 1,-11 6-164,-6-6 0,-6 6-30,-6-5 1,-4 6-125,-7-1 0,-8 4-179,-4 2 1,-5 7-221,-7 5 0,5 3-196,-5 2 0,-1 0-700,2 0 1,1 5 1459,11 1 0,-5 8 0,6-5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2.1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17 104 8190,'-9'-8'1999,"1"6"-1815,8-5-47,0-1 1,2 6 68,4-4 1,9-1-24,8 1 1,8-6-334,-2 7 138,3-1 0,3 0-36,0 0 1,-1 1-228,1 5 0,-1-2-852,1-4 544,-8 4 289,6-6-872,-14 8 731,6 0 1,-14 0-96,1 0 530,-8 0 0,11 0 0,-5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2.3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15 7605,'-10'0'517,"3"-1"-127,7-5-258,0 4 1,0-4 11,0 12 0,2 0 51,3 11 0,3-2-12,4 14 1,1 2-301,-7 9 147,7-3-45,-3 5-959,0 0 710,5 2 0,-11 3 181,7-1 0,-5-6 83,6 6 0,-1-7 0,6 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2.5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87 7569,'-18'-8'986,"9"6"-561,1-6-247,8 8 0,4 0 65,8 0-95,-1 0-245,29 0 1,-9 0 45,15 0 159,-7 0-896,11-7 402,-6 5 249,8-14 1,0 14-250,-1-3 0,-4 1 84,-1-2 302,-8 4 0,4-13 0,-7 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2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35 191 7569,'-8'-10'582,"4"2"-284,-7 8 43,7 0-204,-4 0 1,8 2 123,0 4-31,0 4-47,0 7-196,0 0 52,0 1 1,0-1 235,0 0-417,0 1 133,0-1 138,8 0 0,-6-5 146,4-1-405,3-7 1,-5-4-174,8-12 0,-1-5-58,6-6 200,1-4 0,-1-15-42,0-2 1,3 0 43,3 3 1,-4 7 238,4 5 0,-4 6-107,-2 11-68,1 5 48,-1 7 1,-2 1 207,-3 5 1,3 10 315,-3 7 1,-3 5-103,3-4-234,-8 6 1,11-11-587,-3 5 308,3-5 0,2-2 35,1 0-1003,-1 1 746,0-9 0,0-1 24,1-8 335,-1 0 0,8-8 0,2-1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2.9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87 7569,'-21'0'420,"4"0"688,11 0-564,-2 0-128,8 0-232,8-7-199,2 5 153,15-6 0,2 2 137,7 1-838,1-1 429,-1 6 1,1-6 118,0 0 0,-3-5 140,-3 5 1,4 0-538,-4 6 1,-4-2 411,-2-3 0,-4 3 0,-2-6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3.1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18 7569,'-11'-9'-733,"-1"3"0,6 4 1775,-5 2-578,7 0 0,-10 10 377,9 7-537,-1 8 0,0 11 82,0 5-217,1-5-31,5 14 0,0-11 45,0 7 1,0-6 11,0 6 0,7-2-342,5 2 0,3-1-452,2-5 0,1-3 599,-1 3 0,0-4 0,1-1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3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33 329 7569,'-7'9'751,"3"5"-384,-8-8-161,9 7 1,-3-11-68,12 4 0,-1 2 0,13-3 0,-5 1-24,10-6-138,4 0 31,0-8 0,7-1-127,1-9 0,-6 1 19,0 0 0,-8 0-188,2-1 1,-6 1 117,-5 0 1,1-1-108,-7 1 0,0 0 133,-6 0 1,-8-1 10,-4 1 0,-9 2 262,-2 3-44,0 4 108,-2 8 1,6 2 135,-4 4 0,4 9-107,1 8 0,3 2 88,4-1 1,3 2-108,8 9 1,0 0-74,0-1 1,8-7 43,3-4 0,4 0 24,3-6 0,7 3-543,4-15 174,-4 1 51,7-6 0,-7-2-100,4-3 1,2-7 118,-8-11 0,0 2-46,-6-8 1,-1 6 122,-5-6 1,4 2 3,-3-2 1,-4-1-26,-3 7 1,-3 0-47,-2 5 460,8 1-74,-6 7 93,6 3-262,-8 7 1,0 7 58,0 5 1,-2 5 95,-4 6 0,4 4-149,-4 8 1,4-1-92,2 1 0,0-6 31,0 0 0,6-8-120,0 2 1,0-4 31,-6-2-17,7-7 238,-5-2 40,6-8 1,-2-2-219,-1-4 0,1-11 0,-6-12 0,6-4-66,0-2 1,-1-1-148,-5-4 0,6 1 11,0-7 0,6 8-213,-7-3 0,9 11-171,-3 1 305,-3 15-58,7-9 1,-11 16-243,8-5 0,-7 4 149,7 8 1,-2 2-14,1 4 1,3 4 133,-9 7 1,3 6 283,-2 0 0,3 0 0,9-6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3.9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1 415 7569,'9'10'1712,"-1"-3"-1341,0-7 0,-1-7 45,5-5-233,3-3-122,-5-10 1,13 0-68,0-4 0,2-2 18,-2 8 0,-4-6-198,4 6 1,-4-6 56,-1 6 1,-9-2-112,-3 2 1,2-2 100,-2-3 1,-3 5-90,-8 11 0,-5-1 181,-7 7 113,-1 0 32,1 14 0,-6 3 264,0 12 0,-6-2-109,6 8 0,6 0 74,5 6 1,3-1-137,-3 1 0,4-3-134,8-3 0,2 2-70,4-8 1,4 0-302,7-6 1,0 1 280,1-1 1,1-7-88,4-5 0,-2-3-1583,8-2 942,-8 0 221,12-7 0,-14-3 540,4-7 0,4-8 0,0-2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4.2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190 18 7345,'0'-10'2476,"0"2"-2021,0 24 0,0-5-194,0 12 0,0 4-41,0 2 0,8 2 209,4-2-246,-5 3-87,9-5 0,-7 8-74,9-1 1,-7-5 46,1 0 1,-3-8-67,3 2 1,1 2 47,-7-2 0,0-6-74,-6-5 1,-2-2 6,-4 1-16,-4 5 3,-7-15 1,-8 7-89,-4-8 1,-3 0-62,-3 0 0,4-2-220,-3-4 0,11-1-41,-6-5 1,8-9-272,3 4 1,9-6 164,3 0 0,4 2-674,2-8 1219,16-8 0,3-7 0,15-8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4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36 7769,'10'-8'1477,"-2"-2"-1104,-8 1 1,-2 1-27,-4 8 0,4 10-40,-4 7 1,-2 10 131,3 13 0,-3 6-148,2 12 1,4-2 45,-3 7 0,3-7-189,2 1-487,0-3 353,0-10 0,2 3 7,3-13 1,5 3-83,7-14 1,1 0-302,-1-6 1,2-7-45,4-5 0,-4-3-462,4-2 1,-3-2 118,-3-3 1,-6-5 849,1-7 1,-8-16 0,3-3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4.5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105 53 7569,'-27'0'2446,"-6"0"-2136,14 0-146,2 0 1,9 0 0,8 0 0,0 0-32,15 0 1,4-2-1075,16-4 433,0 4 267,7-13 144,2 13 1,8-14 0,0 7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5.0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1 579 8217,'0'-12'1073,"0"1"1,9-1-1097,8-5 0,3-1-119,8 1 136,1-8-82,6-2 0,-1-7-182,1-1 289,7-7-8,-5 5 0,5-7-33,-7 4 0,-8 3 26,-4-3 0,-6 11-199,-6 6 1,-3-2 5,-8 2 1,-2 6 30,-4 5 0,-5 10 500,-12 2-167,4 8 0,-14 17 572,6 2-495,0 15 0,-4 2 0,8 8 1,6 0 10,6 0 0,9 0-97,2 0 1,7-6 64,11 0 1,9-13-171,7 1 0,3-11-387,9 0 1,6-11-754,5-6 750,9-4 0,-11-16-1225,9-3 1046,-9-4 1,5-6 47,-8-8 1,-8 4-246,-4-9 705,-3 0 0,-10-12 0,-2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5.5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398 226 7569,'-17'-27'66,"0"4"-46,-8 11 163,6 5 273,-14 7-216,14 0 0,-14 9 54,4 8 1,-3 8-57,-3 10 0,2 5-46,5 1 1,-1 5 22,11-6 0,-1 1-91,13-7 1,1 1-89,5-1 1,0-7-84,0-4 0,7-5 54,5-7-262,11-3 193,-4-8 1,6 0 94,-8 0 0,7-8-15,-1-3 1,0-11-72,-6-1 0,0-7-92,0 1 0,1 2-65,-1-2 1,-2 0-89,-3-5 0,1 7 285,-7 4 90,0 3-133,-6 3 442,8 8-113,-6-7-238,5 14 1,-7-3-18,0 10 1,0 5 199,0 7 0,0 2 281,0 4 0,0-3-261,0 3 1,8-4-188,3-2 0,5 1-38,1-1-2,8-8 0,-6-1-229,14-8 165,-14 0 0,12 0 91,-8 0 0,0 0-7,-6 0 1,1-8-135,-1-3 1,0-4-175,1-3 0,-9 1-70,-3 0-11,4-1 467,-9 1 38,7 0-202,-8 7 267,0 2-145,0 8 0,6 2-64,0 4 584,-1 4-391,-5 7 0,2 2 1,4 4 0,-4-2 35,4 8 0,1-2-57,-1 2 1,6 2 225,-6-8 54,7 0-283,-3-6-18,-1-7 333,7-3-235,-15-7 1,9-7 149,-4-5-556,-4-11 162,5-4 0,-1-9 52,0-5 1,6 1-57,-7-12 1,3 8-238,-2-14 1,-2 8-467,7-7 0,3 11-841,9 5 754,-4 12 344,6 5-888,-8 6 834,0 9 0,1 1-112,-1 8-201,-7 8 476,5 1 1,-7 14 77,3 0 0,5 2 255,-5-2 0,4 4 0,3 8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6.4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69 460 7933,'10'0'771,"-2"0"1,-8 2-143,0 4 1,-6 3 258,0 8-471,-7 8-117,11 2 91,-13 8-150,13 0 1,-12-7 79,8 1-302,-7 0 36,11-2 0,-6 4 312,8-8 46,0 0-328,0-6-242,0-7 1,0-6-45,0-16 109,8-7-1,2-16-593,7 1 476,0-9 0,2 1-69,4-4-473,-3-4 479,5 6 1,-8 0 24,0 3 0,6 7 82,0 5 1,0 4 42,-5 8 1,-7 7 48,1 4 0,-3 6 577,3 6-240,-4 4-199,-8 7 546,0 8-431,0-6 0,0 14 61,0-4-362,7 3 88,-5 3 1,6-6 131,-8-1 1,8-5 45,3 6 1,-1-6-1377,1 6-169,-7-8 910,11 4 1,-5-9-987,7-5 792,1 5 251,-1-15 370,0 7-14,1-8 1,-7 0 238,1 0 0,-7 0 95,7 0 0,-8-2-300,1-4 0,3 3-163,-2-9 1,2 3 646,-3-3 1,-1-3 939,8 3 1,-6-3 70,5-3-867,1 1-200,5 0-341,0-8 24,0 6 0,1-12 11,-1 8 1,-2-6-183,-3 6 0,1-6 191,-7 6 1,0-2 325,-6 2-550,0 4 1,-2-4-492,-4 11 0,-5 5 146,-12 7 316,3 7 0,-12 11 288,13 8-81,-6 9 0,7-6-168,1 0 175,7-1-82,3 15 0,7-12 3,0 3 1,2-3 46,3 3 1,7-7-275,11-4 0,4-5-324,7-7 1,1-3-419,0-8 522,7 0 163,-6 0-84,7-8 154,-9-1 0,-5-9-76,0 1 451,-8 0-150,4-8 1,-8 4-80,1-8 1,-9 6 98,-3-6 0,-4 2 248,-2-2 0,0 4 336,0 8 624,-8 0-556,-1 7-303,-9 2 469,1 8-469,7 0 1,-5 8 248,4 4-543,-5 11 82,-1 3 1,1 3 137,5 0-45,3 0-47,8-2-46,0 6 1,0-14-346,0 4 150,0-4 20,8-2 0,2-5-142,7-1 0,2-7 43,4 2 1,-2-18 60,8-5 1,-6-12-72,6 0 0,-2-5 15,2-6 134,3-5-919,-12-7 734,12-7 1,-11-3-55,8-7 0,-8 0-76,2 0 0,-3 15-281,-3 8 431,-8 15 123,7 6 196,-14 16 0,5 11 40,-7 15 0,-1 16 886,-5 13-841,-4 11 92,-7-3 0,2 10-3,3-13-164,-3 13 0,13-20 73,-4 8-17,4 0 0,2-8-222,0 8 0,0-4 0,0 0 0,0 0 0,0-2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6.7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 9870,'19'0'379,"4"0"0,-2 0-365,8 0 0,0-2-239,5-4 1,7 4-101,-1-4 0,0 4 195,-5 2 0,-2 0-1347,-5 0 1477,-3 8 0,0 2 0,2 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6.8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35 121 7569,'-17'8'2167,"7"-6"-948,3 5-861,7-7 1,7 0-143,5 0 0,5-5-271,6-1 0,10-8-318,7 3 1,8 1-677,-2-1 552,4-1-270,2-5 767,0 0 0,0-1 0,0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7.3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432 137 7569,'0'-27'-92,"0"-4"462,0 8 112,0 0 0,0 11-296,0 1 1,-7 7-254,-5-2 1,-5 6 287,-6 6-114,-4-4-27,-8 13 0,3-5 271,3 7-22,-4 1-192,14-9 1,-10 6 43,12-3 1,-4 3-23,9 3-196,5-1 1,1 0 71,12 1 0,5-1-97,12 0 0,-2 0-168,8 1 156,8-1-24,-1 0 0,12 1 67,-7-1 0,1 0-31,-2 0 0,-3 1-79,3-1 0,-5 0 67,-7 1 1,-4-1 0,-13 0 1,2-5 79,-7-1 1,-8-1 114,-9 1 0,-14 3-29,-10-8 21,-7 7-112,-10-11 1,-2 6 17,-3-8-25,3 0-53,-6 0 0,10-2-122,4-4 1,4-6-93,7-11 0,10 4-316,8-4 0,2 4 154,9 2 1,0-1 433,6 1 0,16-8 0,3-2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7.5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35 7702,'0'-17'400,"0"7"-400,0 2 893,0 8-355,0 8-177,0 2 0,0 15 409,0 9-464,7 11 1,1 14 32,4 4 1,1 5 18,-7 1 0,7 4-541,-1-4-838,3 4 916,2-11 1,1 5-111,-1-4 1,0-3-218,1-8 1,5-2-590,0-4 0,8-4 446,-3-7 575,5-8 0,2-2 0,-1-8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7.9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0 7494,'-15'4'1026,"3"8"0,-3 15-513,3 19 276,-3 4-1716,5 9 1258,-5 3 1,13 7 90,-4 0 1,4 0-288,2 0-70,8-7 36,2-3 1,17-18-37,7-1-22,1-15 1,15 2 229,-4-16 1,-4-7-309,-1 2 1,-1-10-44,-6-2 0,-3-9-277,-14-2 0,-7-2 346,-4-10 1,-4 0-207,-2-6 1,-10 7 286,-7-1 0,-2 13-120,-10-1 1,0 11-5,-6 1 1,1 3-131,-1 2 1,8 0-120,4 0 1,10 7-138,1 5 1,8-3-376,-1 3 1,5-2 812,5 1 0,13 4 0,9-5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8.2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104 139 7569,'-8'-27'1050,"-1"2"0,-9 8-668,1-1 1,8 7-42,3-1 0,4 6 261,2-5-220,0 7 1,9-4-203,9 8 1,1 2-107,10 4 1,0 4-266,5 7 0,1 0 157,-1 1-686,-7 7 557,6-6 0,-16 6 11,0-8 1,-1 0-77,-10 1 0,-1-1 28,-5 0 1,-7 1-18,-5-1 0,-5-6 137,-6 1 0,2-3 97,-8 3 0,8-2 166,-2-5 0,9-3 20,3 4-85,7-4-59,-4 6 0,8-4-39,0 7 1,10-5 28,7 5 0,8 1-32,10 5 1,-1-3-9,1 3 1,-6-4 50,-1 10 0,-6-3 71,1-3 0,-4 0 112,-2 0-16,-7 1-194,-3-1 1,-10 0 191,-9 1 0,-1-1-82,-16 0 1,-6-5-34,-5-1 1,-6-1-371,5 1 0,-5 3-520,6-8 1,-2 1 421,1-1 358,12-4 0,-11 6 0,13-8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8.7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1 104 7569,'0'-17'0,"2"0"1009,3-1-413,-3 9-206,14-7 6,-14 14 114,13-5-212,-13-1 21,13 6-182,-5-6 1,1 8 85,1 0 0,1 2 0,10 4 0,-1 4-82,6 7 0,-6 10-73,1 8 0,2 1-422,-2 10 152,-8-7 180,0 3 1,-13-2-491,4 1 288,-4-1 137,-2-13-78,-8-2 68,-1 0 1,-16-12 39,-4 5 1,-2-11-57,2 5 0,-1-8 251,6 1 250,1-3 1,8-9 0,5-3-352,10 0 0,10-3-249,13 7 277,-4-7-986,22 11 629,-12-14 1,15 13 109,-4-9 1,-2 6 55,9-5 0,-7 5-424,6-6 1,-8 7-1404,3-7 1953,-12 1 0,11-14 0,-3-2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8.9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174 85 7569,'0'-26'0,"-6"1"230,0 7 1,-7 9 222,1 3 0,2 6 483,-1 6-485,-1 11-134,-5 10 146,0 15 1,0 2 118,-1 8-268,9 0-597,-7 8 493,14-7 0,-5 1-15,7-8 0,7-7 0,5 1 0,9-5-176,2-6 0,8-4-193,-2-8 0,-4-2-321,-2-3 250,-4-5 805,-2-7-1223,0 0 456,-7-7 1,-2-9-103,-8-7-264,0-7 349,0 10 0,-14-12-29,-3 3 1,-4 4 66,4 2 0,-6 6-21,-1 5 0,1-1-229,6 7-231,0 0 301,0 6 1,7 0-473,2 8 352,8-6 486,8 13 0,9-5 0,10 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9.2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52 7554,'0'-17'0,"-7"7"0,-3-5 0,-7 13 0,-1-4 1901,9 4-529,-7 2-454,15 0-532,-7 8 0,8 2-261,0 15 0,2 0 196,4 3-251,3 5 0,8 0-55,1 7 0,5 0 146,0-5 1,0 0 33,-6-1 0,0-1-220,1-4 1,-3 1-7,-3-7 0,-5 1-21,-7-7 0,0 0 4,0 0-63,0-7 160,-7 5 1,-5-13 41,-11 4-1061,-4 4 666,0-8 1,-5 3 129,3-10 1,2-5 89,-2-7 0,2-6-647,-2 0 0,4-16 731,8-1 0,0-16 0,-1-5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9.3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7569,'17'0'0,"0"0"0,6 6 445,0-1 1,2 7 659,-2-6 1,-3 1 185,3-1-699,4-4-460,0 13 0,5-11-194,-3 8 0,4-8-282,-4 1 0,3-3-572,3-2 1,-6 6 650,-1 0 265,-6 0 0,10 1 0,-5 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29.5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70 9206,'0'-18'1631,"0"9"0,0-1-774,0 4-346,0 4-629,0-5-964,8-1-1054,1 6 1597,9-6 265,-9 8 274,7 0 0,-14 0 0,5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0.1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415 174 7569,'0'-12'123,"0"1"1,0 5 678,0-6-543,0 1 0,-1-6 34,-5-1 0,-4 1-87,-7 0 1,0 1-24,-1 5 1,-5-3-77,0 9 1,-8-1-91,3 6 1,1 8 128,-2 3 0,0 8 3,-6 10 0,3 0-57,3 11-54,4 4 1,10-7 70,3 3 1,4-3-22,8-3 1,2-1-3,4-4 1,9-10 44,9-7 1,6-8-584,-1 1 1,4-5 233,1-5 0,1-11 116,0-7 1,-1-8-264,1 3 0,-3-5 140,-3-2 1,-4 3 114,-8 3 0,-1-2-60,-5 8-20,-3 0 72,-8 13 390,0 3 1,-8 20-156,-3 4 1,-5 12-72,-1 0 1,2 4 591,3 1 1,-1 7-235,7-1 1,0 0-406,6-5 0,0-1 36,0 1 1,0-2 83,0-4 1,2 1-331,4-7 0,-2 6-1382,7-6 1,1-5 385,5-7 1207,0-7 0,8 11 0,2-5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0.4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69 7569,'0'-17'461,"-2"2"784,-4 3-888,4-3 0,-7 13 124,3-4-297,4 4 45,-6 2-92,8 8 1,0 3 149,0 12 0,2 4 275,4 8 1,2 0-337,3-1 1,8 3 0,-5 1-63,-1 2 1,7 3-65,3-3 0,-6-7-14,-6 7 1,-1-15-146,2 4 1,1-8 365,-7-4-237,0 1 0,-14-3-214,-4-4 1,-5-3-261,-6-8 1,0 0-1234,-12 0 828,5-8 313,-13-1 1,7-10-202,-5-4 0,7-4 171,-1-8 526,1-7 0,14-2 0,-4-8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0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35 7569,'34'-7'557,"1"3"173,-1-8 1,-5 8-305,0-1 0,0 3 41,6 2 1,-7 0-168,1 0 1,0 0-118,6 0 1,-7 0-120,1 0 1,-2 0-324,2 0 0,4 0-1645,-5 0 1003,-3 0 495,0 0 406,0 0 0,2 7 0,8 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0.7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87 7569,'-19'0'0,"-4"0"0,11 0 1217,5 0 1730,-1 0-1983,8 0-531,0 0 1,9-6-228,9 0 1,7-1-456,9 1 0,7 2-540,-1-8 0,8 7 725,-2-7 1,-4 8 63,-1-1 0,3-5 0,0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1.2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398 139 7569,'-11'-27'240,"-1"4"-190,9 4-1,-5 1 233,8 9-213,0-7 0,0 13 218,0-9 283,0 8-177,0-4-86,8 8 0,-8 0-57,0 0-186,-8 0 1,-15 8-26,0 4 1,0 1 74,5-1 1,-5 3-109,0-3-1,0 3-15,14 2 1,-7 1-43,5-1 116,3 0 1,0 0-31,8 1 1,8-3-70,4-3 1,5 3-119,6-4 0,4 5-77,7 1 55,1 0 172,7 1 0,-3-7-91,7 1 73,-15-1 15,9 7 1,-15-7-11,4 1 1,-10-7-49,-8 7 28,-7-8 0,2 9 259,-12-7 1,-11 6 140,-12-7 0,-5 3-72,-7-2-68,-3-4-160,-8 13 1,0-13-23,0 4-62,0-4 12,1-2 0,8 0-91,9 0 1,1 0 190,10 0-21,0-8-1133,13-2 1,3-7-1131,7 0 2192,7-1 0,11-6 0,9-3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1.4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51 7569,'0'-18'718,"0"9"-63,0-7-371,0 14 0,0-3-101,0 10 1,0 7 120,0 11 0,2 6 123,4 11 0,-2 10-13,8 8 1,-7 7-162,7-1 1,-6-9-667,5 3 0,1-8-167,5 8 0,0-5-1253,1-1 1301,-9 0 422,14 0 1,-11-8-1,13-2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1.9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364 1 7784,'10'0'799,"-3"0"-624,-7 0 1,-7 6-48,-5 0 1,-5 5 392,-6-5 1,2 7 11,-8-1 1,6 3 48,-6 2-282,8 1 0,-4-1-238,8-7 37,-1 5 1,9-5-1,3 7 1,4 0-126,2 1 0,0-1 190,0 0 1,10-5 18,7-1 1,6 1-415,6 5-145,11-7 295,-11 5 0,13-7-238,-7 3 167,-1 5 0,1-7-77,0 8 102,-8-7 1,-3 5 85,-6-3-7,-1-4 17,-7 7 1,-3-11-24,-7 7 0,-7-1-3,-5 2 0,-11 1 89,-6-7 0,-9 5 150,-2-5 1,-3 6-783,3-7 237,-4 1 160,-1-6-1223,3 0 900,0 0 0,11-4-30,-3-7-454,11-1 1010,-2-13 0,7 0 0,1-2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2.0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35 6651,'17'-10'1062,"0"-5"-363,1 13 0,-7-6 276,1 8-496,-8 0 172,11 0 1,-5 0-171,7 0 0,0 2-518,0 4 0,3-2-252,3 7 1,4-7-228,7 2 0,-5-2 15,0 2 1,0-3-600,5 9 1,-5-6 1099,0 5 0,-8 1 0,4 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2.4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122 104 7569,'0'-10'945,"0"-5"51,0 13-643,0-6-1,0 8 322,-8 0-384,-1 0 1,-9 8 7,1 4 1,6 5-116,-1 6 1,0 4 256,-5 7-175,8 1-104,1 0 0,8-1-235,0 1 84,0-1-129,8-7 1,7-4-62,8-11 0,8 1 169,-2-7-628,11 0 452,-4-14 1,7-2 20,-9-7 0,1-6 65,-1 0 0,-7-8-612,-4 3 133,-11-5 332,3-9 0,-15 5-222,0-3 107,0 3 282,-23 3 0,10 3 55,-16 8 1,0 2-15,-5 15 0,1 0 141,4 6 0,-2 2-180,8 4 1,0 9-2,6 8 0,5 0-537,1-5-280,7 7 897,-4-6 0,16 6 0,2-8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2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69 137 8134,'0'-10'2018,"-7"3"-1614,5 7-220,-6 0 45,0 0-45,6 0-1,-5 7 1,7 3-1,0 15 1,0-6 178,0 6-45,7 0-133,3-6-627,7 6 1,8-9 191,4-5 0,-2-1-36,2-4 0,0-5 120,5 5 1,-1-12-116,-4-5 1,-4-4 119,-8-3 0,-2 1-13,-3 0 0,-4-6 41,-8 0 0,0-8 200,0 2 1,-10 2 74,-7-2 0,-6 8 97,-6-2 1,-4 12 83,4 5 1,-3-2-125,-3 2 0,2 2-89,5 10 0,-3 4-15,8 7 1,2 0 22,9 1 0,-1-7-605,7 1-1027,0-1 1017,6 7 1,8-1-595,3 0 594,5 1 498,9-1 0,2 0 0,7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3.0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35 173 7569,'9'-2'506,"-3"-3"598,-4 3-668,-2-6-45,-8 8-208,7 0 1,-15 8-1,7 1 227,-1 9-241,2 7 1,8-4-53,0 8 1,0-6-105,0 5 40,0-6-438,8 3 262,2-8 145,15 0 1,-4-7-458,7-4 165,1-5 189,6-1-65,-8 0 0,5-15-64,-12 11 156,5-27 1,-8 18 56,0-16 1,-7 6-32,-4-6 1,-4-1 22,-2-11-19,-8 5 182,-2 1 34,-7 2-194,0 14 1,-8-6 295,-4 8-128,-4 7-61,6-5 0,0 13-32,4-4 30,12 4-209,-12 10 0,15-4-1519,-3 7 900,3 1 334,8 5-465,0 1 366,0-1 490,0 0 0,15 0 0,4 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3.2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0 138 7569,'8'10'0,"-6"5"1177,6-5-497,-8 15-248,0-6 122,0 6-185,7 0-116,-5-6 0,16 6 23,-1-7-93,8-1-109,2-7 0,13 3-332,1-7 215,-1 0 68,10-6 0,-12-10 158,8-7 1,-13-1-78,2-5-154,-12-4-1,-6 1 87,-9-9-68,-8 0 1,-2 1 104,-4-1 1,-11 6 17,-12 1-27,-12 6 1,-3-1-899,-8 12-1534,-7 3 2101,-3 8 1,-22 8-1,-5 1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3.7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35 7569,'-17'0'0,"-1"0"0,1 0 815,0 0-173,7 0-179,3 0 0,7-2 219,0-4-292,0 4-183,0-6 1,13 8 11,4 0 1,6 0-25,0 0 0,4-1-12,8-5 1,5 4-115,1-4-1258,-1 4 862,-13 2 0,5 0-1483,-3 0 948,-4 0 485,8 0 1,-20 0 376,5 0 0,-13 8 0,3 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3.9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70 7569,'-17'0'0,"0"0"175,7 0 0,12 0 226,15 0 0,4 0-257,14 0 0,3 0-130,14 0 1,8-8-584,3-4 0,4 3 569,3-3 0,6 1 0,3-7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4.2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589 121 7569,'-18'-15'1324,"-7"3"-1121,-3-11 1,1 4-195,-2 2 0,0 5 148,-5 1 1,-1 7 25,0-2 1,-5 4-117,0 2 1,-1 2-7,7 4 1,7 4-50,4 7 1,5-6 18,7 1 1,-2-1-109,7 7 0,2-3 117,10-3 0,5 1-70,12-7 0,4 5 96,8-5 1,1 2-43,5-2 1,1-3-98,4 9 0,2-1 86,-8 7 1,1-1 30,-7 0 1,-7 6 43,-4 0 1,-5 2 99,-7-1 1,-5-3-75,-12 7 0,-5-6 65,-13 1 1,-8-4-98,-9-2 0,-7 0 19,2 1 1,-2-3-165,2-3 1,-4-5-238,4-7 0,4 0-427,1 0 0,7-13 9,5-4 0,6-12-1008,11 0 1726,5-11 0,14-5 0,3-6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4.4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69 7569,'0'-27'0,"0"2"163,-8 16 0,-2 1 284,-7 8 0,2 10 234,3 7 0,-3 8-4,3 10 0,5 13-281,1 4 1,4 3-305,2-3 0,0 6-343,0-1 0,6 1 286,0-6 0,7 0 160,-1 0 0,3-2 103,2-4-298,8 4 0,2-14 0,8 7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4.7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0 7569,'-17'0'552,"7"0"-493,3 0-112,7 8 0,0 1 1049,0 9-423,0 7-190,0-6 0,0 19 158,0-3 1,0 9-293,0-4 1,-6 7-204,0-7 1,0 0 148,6-5 0,0-1-12,0 1 1,0-6-767,0 0 1,2-8-472,4 2 1,-2-6 1053,8-5 0,7 3 0,8-5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5.1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105 18 7569,'-12'-2'0,"0"-4"185,9 4 0,-3-6 312,12 8 1,-3 0-335,9 0 172,0 0-197,12 0 0,-2 2-121,6 4 1,-4 4-60,4 7 0,-7 0-91,3 1 0,-7 1 148,-6 4-231,-3-4 172,-8 6 0,-2-8 6,-4 1 1,-5 5 56,-12 0 1,-4-2 139,-8-10 1,6 5 123,1-5 0,6-3 446,-1-2-291,12-4-409,3 5 0,10-5 21,4 4 1,11-4-115,12-2 0,6 6 158,5-1 0,-2 7 12,9-6 1,-7 7-358,6-1 0,-10 1 83,-1-1 1,-8 3 232,-10-3 17,-7 3-87,-2 2 710,-8-7-471,0 5 0,-16-5 80,-7 7-79,-15-7-157,-6 5 0,-3-7 60,1 3 1,0 3 49,-6-8 1,8 1-390,4-1 0,5-4-889,6 4-1169,4-4 2259,8-2 0,7 7 0,3 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5.6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68 18 8033,'0'-10'1400,"0"3"-449,0 7-431,0 0-154,8 0-264,1 0 1,14 3 45,1 9 1,6-1-109,-1 13 1,-2 2-163,2 3 0,-2 4 189,2 1 0,-6-1 54,-12-4 0,-3 4-589,-8-5 0,0-3 145,0-2 0,-14-3 359,-3-3 1,-18-2 34,1-3 0,-5-4 238,5-8 1,-5 0-3,5 0 0,1-2 192,10-4 1,10 2 34,-5-7-247,13 7 1,-1-10-12,12 8 0,11-1-129,12 1 0,3 4-537,3-4 0,5 4-48,1 2 1,5 0-337,-6 0 0,6 0 170,-5 0 0,-1 0-410,-5 0 1,-1-5 597,1-1 0,-3-2 186,-3 2 1,-4 3 229,-8-9 0,1-7 0,-1-8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5.8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173 102 7569,'10'-29'41,"-5"0"1,-3 14 265,-2-2-124,0 11 1,0 0 892,0 12 26,-7 3-678,-3 16 1,-9 8 49,-4 7 0,3 8-85,-3-1 1,6-3-77,6 2 1,3-8-250,8 3 0,0-7-127,0-5 0,8-4 156,3-8 1,10-1 89,2-5 1,8-3-801,-2-8 0,-2 0-33,2 0 0,-10-8 126,-2-3 311,0-5 14,-15-1 1,4-4 17,-12 4 1,-3-5 96,-9 11 1,-7 1 178,-3-1 0,-5 7-149,-2-2 1,3 4 1,3 2 1,4 8 458,8 3-918,-1-3 110,9 8-104,1-7 1,10 6-44,4-3 0,11 1 548,12-7 0,11 0 0,4-6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6.1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294 70 7569,'-11'-12'1653,"-1"1"-1337,8-1 0,-5-3 51,3 3 301,4 4-240,-6 8 32,8 0-196,0 0-107,8 8 0,-4 2-23,7 7 0,3 6-24,9 0 0,-4 8-87,4-2 0,-4 1 102,-1-1 0,5 4-28,0-4 1,-6-4-160,-6-2 0,-7 2-52,2-2 1,-4 0 132,-2-6 0,-2 0 1,-4 1 0,-9-3-11,-8-3 0,-8 1-137,2-7 1,-3 0-239,-3-6 1,4 0 225,-3 0 1,9-2 96,-10-4 1,4-6-1862,-3-11-233,-1-4 2137,8-7 0,2-16 0,8-4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6.2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7569,'27'0'0,"-4"0"0,-2 0 1088,2 0 294,-4 0-870,14 0 1,-8 6-142,4-1 0,3 1-50,-3-6 1,4 0 55,2 0 0,-7 6-459,1 0 1,-6 0-396,6-6 1,-8 1 469,2 5 1,2-4 6,-2 4 0,0 4 0,-5-1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6.5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35 9164,'-10'0'1704,"-5"-2"-401,3-4-943,5-4 0,-3 1 95,4 3-88,4 4 0,-5 2-1052,7 0-1654,7 0 1560,-5 8 0,14-6 779,-5 3 0,5 5 0,1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6.9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294 225 7569,'0'-17'0,"0"-6"0,0 0 0,0-6 0,0 6 0,0 0 1290,0 6-742,0 0-274,0-1 0,0 7-51,0-1-183,-8 8 102,-1-3 0,-8 12 22,-1 1 1,-7 13 74,-4-1 1,-1 11 133,1-1 0,-2 5-229,8 2 0,-4-3-90,10-3 0,-2 2 355,13-8-743,0 8 299,6-12 0,0 0-502,0-7 311,8-9 161,1 5 0,16-8 49,4 0 0,4-8-248,2-3 1,-1-4-450,1-3 0,-6-1 373,-1-4 1,-7 6-5,3-1 1,-11 1 140,-2 6 1029,-7 3-415,4 0 654,-8 8-551,0 0-346,0 8 1,-6 1 18,0 9 0,-5 5 167,5 0 0,-5 8 260,5-3 0,0 5-67,6 2-364,0-1 1,0 1-1,0-8-197,0 5-785,0-5 484,0 0 178,0 6-1331,0-14 690,0 14 387,0-14-1421,0 6 818,0-8 395,0 1 207,0-9 392,8 7 0,1-15 0,9 7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7.2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226 17 7569,'9'-7'1091,"-1"5"0,-10-6-463,-4 8-224,4 0-175,-5 0 429,7 0-237,-8 0-195,6 0 1,-6 14 19,8 3 0,0 4 52,0-4-160,0 1 0,0 5 45,0 0 1,8 6 74,4-6-187,3 0 1,2 0 203,1 0-230,-1 8 1,0-10 213,0 8-217,1-8 11,-1 4 0,-5-6 48,-1 4 1,-7-4-90,2 4 1,-4-4 100,-2-1 0,-2-1-11,-4 0 1,-9-1-381,-9-5 1,-6 3-196,1-9 1,-6 1-1936,-5-6 1149,3 0 523,-5 0-1442,8 0 2178,-1-15 0,0-4 0,1-16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6:37.3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1 121 7569,'26'0'2378,"7"-7"53,-6 5-1592,8-6 1,-1 6-128,1-4 0,-6 2 52,-1-7 0,1 7-426,6-2 0,-1-1-124,1 1 1,0-6-40,-1 6-2356,1 1 1580,-1-3 0,-5 6-3389,0-4 3990,-16 4 0,10-5 0,-13-3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2.7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53 7759,'-17'0'1718,"0"0"-926,7 0-491,-5 7 107,13 3-271,-14 7 1,14 8 208,-3 4 1,3 4-137,2 1 1,0 5-63,0-5 1,2 5-30,3-10 1,5-4-113,7-2 0,3-6 61,3-6 0,2 3-98,3-8 0,3-1 22,-8-5 1,6-7-87,-6-5 1,0-5-61,-6-6 0,1-2 13,-1-4 1,-7-9 14,-5 3 1,-3-5-17,-2-1 0,-7 7-126,-5-1 1,-3 2 200,-3 10 1,1 0 156,0 6 0,-6 7-145,0 5 1,0 3 99,5 2 1,1 7-432,0 5 0,5-2 49,1 1 0,7 1-47,-2 5 0,4 0-90,2 1 0,8-1-275,3 0 0,11 0 749,1 1 0,7-9 0,-3-1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3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70 7569,'9'0'2149,"-1"0"-1758,-8 0-208,-8 0 1,6 1 82,-3 5 0,3 10 107,2 7 1,-6 7-200,0-1 1,0-2-113,6 2 0,2-6 50,4 6 1,-2-8-136,7 2 1,1-10-90,5-1 118,1-8 0,-1 4 51,0-8 1,0 0 14,1 0 0,-1-8-197,0-4 1,-5-3 102,-1-2 1,-7-8-106,2-4 0,-4-2 45,-2 2 0,0-3-142,0 3 0,-8-2 58,-3 2 0,1 4 116,-1 8 0,1 5-303,-2 1 43,-3 7-64,5-4 105,-7 8 1,8 2-426,3 4 87,4 4 0,2 7 137,0 0 1,8-5 469,3-1 0,4-7 0,3 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3.3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69 10766,'-10'19'840,"5"5"1,3-3-527,2 7 1,0-4-21,0 4 0,2-1-247,3 2-12,13-4 0,3-8-154,8 1 1,5-9 152,6-3 1,3-4-18,-3-2 0,-3-2-4,3-4 1,-11 2-193,-6-7 1,-4-6 60,-2-6 0,-7-6 16,-4 6 0,-4-8 18,-2 2 0,-8-2 9,-4 3 1,-9-3 63,-2 8 0,-6 2-16,6 9 1,-5-1-262,4 7 1,1 0 92,6 6 0,0 2-833,0 4 0,7 3-3,4 9 1031,-3-9 0,7 14 0,-6-3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2.0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87 7569,'-2'-10'2007,"-4"5"-1732,4 3-92,-6 17 223,8-3-146,0 20 0,0-11-114,0 8 0,6 0-111,0 6 0,2-1 46,-3 1-17,-3-1 0,8 1-867,-4-1 575,-4 1 0,7-2-178,-3-4 0,-4-4-397,4-8 0,-3 0 316,3 0 0,-2-5-397,8-1 884,-9-7 0,13-4 0,-7-9 0</inkml:trace>
  <inkml:trace contextRef="#ctx0" brushRef="#br0" timeOffset="326">242 70 7569,'10'-12'532,"-4"1"4,-4-1-148,-2-5-67,0 7-307,0 2 91,0 8 1,7 2 145,5 4 0,3 0-90,3 11 0,-1-1-167,0 12 1,0 1 73,1 6 1,-3-1-216,-3 1 0,1 1 18,-7 5 1,5-5 21,-5 5 0,0-12-14,-6-6 0,-2 2 80,-4-2 1,-1-6 282,-5-6 0,-5-7-106,-1 2 1,1-4-148,-6-2 1,4-2 19,2-4 1,-6-3 251,-1-9 0,7 1-46,6 0 0,1-1-77,-1 1 0,3 6 320,8-1-160,0 8-268,8-3 1,3 9 39,12 3 0,-2 5-193,8 7 1,-2-5 87,2-1 0,3-1-808,-3 1 0,4 5 412,2-5 1,-1-1 430,1 1 0,7-7 0,2 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1.4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519 381 7569,'0'-17'435,"0"0"1,-2-1 101,-3 1 1,1 0-375,-8-1 1,1 3 19,-7 3 1,-1-1-102,-4 7 0,2 1 60,-8 5 0,2 0 41,-2 0 1,-3 0 22,3 0 0,4 5-173,2 1 0,4 6-60,1-7-17,1 9-178,7-5 169,3 9 0,7-7 89,0 1-138,15-8 0,-1 9 92,14-7 1,-5 5 38,6-5 1,6 8-25,5-3 0,1-1-271,-7 1 1,-1 1 79,-4 5 0,1 0 86,-7 1 1,-1-1 240,-11 0-70,5 0 0,-15 1-139,5-1 389,-12 0 0,-3 1-155,-8-1 1,-8 0-104,-4 1 1,-10-1 12,-1 0 1,-6-5 277,5-1 1,-5-5-187,6 5 1,-4-7-213,9 2 0,-3-4-600,9-2 1,4-2 107,2-4-476,4-3 0,9-14 453,4 0 1,4-2 7,2 2 551,8-4 0,9-8 0,10 0 0</inkml:trace>
  <inkml:trace contextRef="#ctx0" brushRef="#br0" timeOffset="182">243 156 7569,'0'-27'0,"0"4"0,0 4 0,0 2 773,0 0-199,0-1 56,0 1 25,0 7-75,7 3-346,-5 14 1,6 3 40,-8 7-63,8 8 1,-7 8-30,5 7 1,2 8-354,-2-2 1,1-1 198,-1 1 1,-2 0 118,7 6 1,-5 0-739,6-1 0,-1-1 590,7-3 0,-1 3 0,0-6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0.8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35 7937,'-17'0'780,"8"0"-405,1 0-261,8 0 0,0-2 10,0-4 0,8 4 1,3-3 0,4 3 0,3 2 1,5 0-85,0 0 1,6 0-101,-6 0 1,6 0-851,-6 0 641,7 0 0,-8-6 62,6 0-537,-6 0 0,2 6 26,-6 0 717,-1 0 0,0 8 0,1 2 0</inkml:trace>
  <inkml:trace contextRef="#ctx0" brushRef="#br0" timeOffset="157">70 208 7569,'-17'0'0,"-1"0"0,7 0 0,-1 0 784,9 0 1141,-5 0-1673,8 0-91,0 8 0,8-7-128,3 5 1,12-4 60,6-2 0,6-6-666,5 1 0,-2-7 375,8 6 1,3-7 178,8 1 18,-3-3 0,13-2 0,-5-1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39.9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121 157 8614,'-7'-10'1400,"5"12"-1064,-4 15 1,4 8-248,2 10 0,0-1 0,0 1 1,0 1-1,0 3 0,0 1 1,0-1-1,0-3-436,0-1 1,0-3 198,0-3 0,0 2-172,0-8 0,0 0 123,0-6 1,0 1-1340,0-1 648,8-7 888,-6 5 0,13-13 0,-5 6 0</inkml:trace>
  <inkml:trace contextRef="#ctx0" brushRef="#br0" timeOffset="285">35 226 7569,'-10'-18'-270,"-5"1"686,13 0 1,-6 0-67,8-1 1,0 1-56,0 0 0,0-1-67,0 1 1,8 6-17,4-1 0,5 2-17,6-1 0,2-3-102,4 9 0,3-1 13,-3 6 1,4 2-108,1 4 0,1 3-171,0 9 138,-8-1 1,3 6 71,-7 0 1,-5 8-73,-7-3 0,-7-1 67,2 2 1,-6-6-15,-6 6 1,-4-8 107,-7 2 0,-8-4 162,-4-1 1,-3-1 85,-3 0-297,8-7 0,-6 3-298,5-7 0,1 0 156,-2-6 1,14 0-652,-3 0 555,5 0 0,3 2-1970,4 4 2130,5 3 0,16 9 0,4-1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6.1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1 208 7569,'0'-11'1162,"0"3"-386,0 6 1,0 6-195,0 13-459,0 8 0,0 2 46,0 8 1,2-1-31,3 1 1,-1 0-123,8-1 0,-7 1 14,7-1 0,-6 1-92,5-1 0,-1-7 4,1-4 0,-1-5-61,-4-7 0,-4-1 575,3-4-273,-3-4 0,-2-2-110,0-12 1,0-11-68,0-6 0,0-11 10,0-6 0,0 0-56,0-6 1,0-2-190,0-10 1,0 5 92,0 7 0,8 2-100,4 4 1,1 11-9,-1 12 0,3 6 38,-4 5 1,-1 5 67,2 7 0,-1 2 41,6 3 1,-5 5 143,-1 7 1,-5 3-99,6 3 0,-8-4 99,1 4 1,-3 4-9,-2 2 0,-7-2-25,-5 1 0,-3-5 102,-3 6 1,1-8-3,0 2 1,0-9 78,-1-3 0,1-5 278,0 6-50,-1-8 0,3 5-101,3-3 0,5-2 49,7 7 1,2-5-65,3 6 0,1-1 19,12 6 1,-3 3-285,14 3 0,0-4 86,5 4 1,-1-4 54,-4-2 1,3 1-209,-3-1 0,-2-2-334,2-3 0,-8 3 35,2-3 0,-4-4-361,-1-3 0,-7-1-541,1 2 229,-1-4 0,6 4-1132,1-12 2129,-1-4 0,8-15 0,2-2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6.4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52 7656,'-17'-8'1920,"8"6"-767,1-5-722,8-1 1,2 6 34,4-4 1,3-1-122,8 1-208,1 0 1,1 6-413,4 0 252,-4 0 0,8 0-62,-4 0 0,-4 0-345,4 0-97,-3 0 1,-3 0-1610,0 0 2136,-7 0 0,5 8 0,-5 2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6.6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52 8336,'-10'0'2630,"3"0"-2424,7 0 1,1-2 16,5-4 1,4 4-41,7-3 1,2 3-1239,4 2 722,4 0 1,8-6 332,-1 0 0,9-7 0,1 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47.3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173 520 7569,'0'-18'27,"0"1"0,0 0 164,0 0 1,0 3-32,0-3-49,0 3 1,0-11 197,0 8 0,0-6-58,0 0 1,0 0-196,0 6 0,0-6 81,0-1 0,-2 3 63,-4 10 1,2-3-81,-7 9 0,5-7-269,-5 6 123,-1 1 1,-5 5-112,0 0 58,-1 0 1,1 7 95,0 5 1,7 3-58,4 2 1,-1 3 68,1 3 0,0 2-7,6 3 1,8 5-21,3-4 0,10 6 29,2 5 0,8-4-32,-2 5 1,-2-5-5,2-1 1,-6-1-101,6 1 0,-8-6 72,2 0 1,-4-6 85,-2 6 1,-7-14-61,-4 2-6,-4-3 1,-10 1 143,-4-3 0,-5-5 308,-6-7 0,2-2-225,-8-3 0,-2-7-83,-9-11 0,5 2-11,1-8 1,1 2 12,10-2 0,8-1 6,9 6 0,4-4-2,2 5 1,2 0-259,4 5 1,5 1-94,12 0 0,4 1-285,8 5 1,-1-3 109,1 9 0,0-7-178,-1 6 1,1 1-748,-1 5 860,1 0 0,-6 0-88,0 0 542,-8 0 0,11 0 0,-5 0 0</inkml:trace>
  <inkml:trace contextRef="#ctx0" brushRef="#br0" timeOffset="502">761 295 7569,'-2'-12'0,"-4"1"635,-3 7-255,-9-4-345,1 8 1,6 2 125,-1 4 0,2-2-102,-1 7 170,3-7-301,8 12 70,0-7 137,0 1-168,0-3 1,2-1 99,4 0 0,-2-2 21,7-10 0,1 2-28,5-7 0,-5-1-171,-1-5 0,-7 0-12,2-1 1,1 1 9,-1 0 0,0-3-24,-6-3 138,0 4 1,0-6-2,0 8-84,0 0 69,8-8 0,-1 5-15,5-3 0,3 12-1,-3 5 0,3-2 83,2 3 0,1-1-61,-1 6 0,0 0 4,1 0 1,-1 0 17,0 0 1,0 0-21,1 0 1,-1 8 121,0 3 0,-5 4-71,-1 3 0,-7-1-33,2 0 1,2 3 2,-3 3 0,1 4 188,-6 7 1,-7 1 5,-5-1 1,-3 7-6,-3-1 1,1 8-162,0-2 0,-1-2 60,1 2 0,0-7-267,0 1 1,-1 2 88,1-1 0,2-3-436,3-9 0,4 2 254,8-8 1,0 0-186,0-6 0,0 1-15,0-1 1,8-8 457,4-3 0,3-4 0,2-2 0</inkml:trace>
  <inkml:trace contextRef="#ctx0" brushRef="#br0" timeOffset="743">1159 641 7569,'0'11'607,"0"1"0,-6-6-376,0 5 1,0 1-65,6 5 1,0-6-20,0 1 1,2-2-94,4 1 1,6 3 127,11-9 1,4 1 10,7-6 1,1-8-476,-1-3 225,1-5 0,-2-7-279,-5 0 0,-3-5 161,-7 4 0,-3 0-6,-3 0 1,-5 3 105,-7-8 1,-7 10 142,-5 2 0,-11 2-77,-6 9 1,-3 0-54,-3 6 1,2 8 119,4 3 1,3 7 201,2 5 1,7-4-980,0 4 1,2-4 717,9-2 0,0 1 0,6-1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1.1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208 104 7569,'0'-9'-537,"0"-7"777,0 5 690,0-4-668,0-3 1,-6 7-80,1-1 1,-9 8 16,3-1-135,-5 3 1,-1 4 84,0 3 1,-6 5-19,0 7 0,0 2-133,5 4 0,7-3 101,-1 3 1,8-4-430,-1-2 281,3 1 1,4-3 89,3-4 0,5-3-9,7-8 0,6 0-206,0 0 1,2-2 9,-2-4 0,-1-3-17,6-8 1,-6-1 39,1 1 92,-4 0 0,-2-1 351,0 1-116,-7 7-203,-2 3 13,-8 7 1,0 7 287,0 5 1,0 3 69,0 3 0,0-1-74,0 0 0,0 6-553,0 0 1,5 0 157,1-5 0,6-1-666,-6 0 1,7-5 390,-1-1 1,3-7 388,2 2 0,0-4 0,1-2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1.2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70 7569,'10'0'4100,"-3"0"-3431,1 0 854,-6 0-1065,6-8 0,-8 4-2028,0-7 1305,0 7 1,5-6 264,1 4 0,15-3 0,-1-8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0.4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173 190 7650,'-9'2'1513,"3"4"-1376,4 4 1,-4 15 332,1 3-135,-1 5 1,4 2-73,-4-1 0,4 9-212,-4 3 0,5-4-191,1-2 0,0-3 167,0-3 1,-6 1-436,0 0 0,0-3 239,6-3 1,0-4 134,0-8 1,0-5-219,0-1-122,-7-7 0,3 2 99,-8-12 0,6-3 4,-5-9 1,1-7 70,-1-3 1,-3-13 31,9-5 0,-7-12 63,6-5 1,1-4-17,5-2 1,0 1 79,0 5 1,7 3 84,5 9 0,3 8 335,2 9 1,3 7-159,3 9 0,-4 9 91,4 3 1,2 4 216,-2 2-341,8 8 0,-12 3 119,4 12-180,4-3 0,-8 10 40,4-7 1,-6 6-3,-5-6 0,1 8 6,-7-2 1,0-4-31,-6-2 1,-14 2-329,-3-2 0,-10 0 8,4-6 0,-7-5 50,1-1 0,-4-5 130,-2 6 0,7-8-444,-1 1 1,8-3-66,-2-2 432,11-7 1,4 3-227,8-8 1,8 8-1140,4-1 1441,11-5 0,4 0 0,7-7 0</inkml:trace>
  <inkml:trace contextRef="#ctx0" brushRef="#br0" timeOffset="223">675 277 7850,'-17'0'94,"-1"0"157,9 0 1,-5-2 1383,9-4-1004,-9 4-17,12-5-16,-13 7-563,13 0-14,-6 0 163,8 0-748,0 0 1,8 7 0,1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8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17 139 6381,'0'-10'60,"0"3"1,0 5-41,0-4 1,2 4 266,4-4-66,-4 4 34,6 2-91,-8 0 299,0 0-268,0 8 1,0 2-108,0 7 0,0 8-5,0 4 1,-6-2 282,0 2-404,0-1 113,-1-1 1,5 6-100,-4-4 0,4-2 52,2 1 1,0-6 20,0 1 0,0-4 7,0-2-36,0-7 0,0-1 50,0-3-52,0-4 1,0 4 227,0-12-336,0-4 53,0-7 1,0-6-84,0 0 0,0-8 14,0 3 1,6-11-6,0-1 1,7-6 54,-1 5 0,-3 1-108,3 5 0,-1 3 100,7 3 0,-1 4-36,0 8 1,0-1 200,1 1 17,-1 7-72,0 3 1,1 7 132,-1 0 1,0 0-23,1 0 1,-1 7-23,0 5 1,0 5-27,1 6 1,-1 4 96,0 8 0,-1 5-85,-5 0 1,3 1-7,-9-7 1,7 1-72,-6 0-142,7-1 74,-11 1 1,12-6-64,-9-1 0,3-6-7,-2 1 1,-2-4-17,7-2 1,-7-5-282,2-1-9,3-7 1,1 9 204,7-7 1,0-2-13,1-10 207,-1 4 0,8-21 0,2 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9.9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18 7675,'0'-10'547,"0"18"1,0 3-353,0 12 0,5-3-77,1-3 1,8 0-100,-3 1 1,-1-1-102,1 0 0,3-7 103,9-4 0,-4-5-83,4-1 0,-4 0-30,-2 0 1,3-1-15,3-5 0,-4-4 130,4-7 0,-4-6-29,-1 0 0,-1 0-140,0 5 0,-7 1-218,-5 0 384,5 7-59,-8 3 1,6 16 305,-8 8 1,0 12 23,0 17 0,-6 6 140,0 12 1,-5 11-213,5-1 0,-8 7-200,3 0 1,1 2 162,-1-9 1,5-6-166,-6-11 0,7-7 215,-7-9 0,6-3-64,-5-15 0,5-6 573,-5-5-327,-1-8-289,-13-4 0,4-10-136,-8-7 0,6-14 272,-6-3 0,6-18-56,-6 0 0,14-10-386,-2 5 0,11-5-113,0 10 0,6-1 78,6 12 1,4 3-67,7 9 1,6-2-114,0 8 1,8 2 43,-2 9 0,9-1-73,2 7 1,8 0 172,-2 6 0,-1 0 71,1 0 1,-2 0-367,2 0 0,2 0-75,-8 0 0,1 6 620,-7 0 0,-7 7 0,-2-3 0</inkml:trace>
  <inkml:trace contextRef="#ctx0" brushRef="#br0" timeOffset="488">690 346 7569,'-15'-2'80,"3"-3"149,-3 3-91,13-14 0,-12 13 144,9-9 0,-7 6-66,6-5 1,-5 5 216,5-6-250,0 1 1,0-1 206,1 1-446,-1-1-120,6-5 0,0 0-366,0-1 307,0 9-46,0-7 270,0 15 23,0-7-89,-8 8 36,-1 0 0,-3 0 522,1 0-2,7 8-58,-4 1-216,0 8-125,6 1 139,-5-1-116,14 0 0,-3-5 62,8-1-11,-8-7-141,11 12 1,-11-14 75,7 3-128,-7 5 73,4-1 39,0 9-52,-6-1 1,5 0-5,-7 1 1,0-7 12,0 1 0,2-7 1,4 7 0,-4-6 70,4 5 1,3-5-39,3 6 0,3-9 59,2 3 1,8-4-67,4-2 1,6-2-60,5-4 0,-1-3-49,7-8 1,-2-3-178,2-3 1,2 4 198,-8-4 0,6-4 34,-5-2 1,-3 2-863,-9-1 1,2 6 94,-8-1 1,-2 4-633,-9 2 559,3 7 836,-13 3 0,6 7 0,-16 0 0,6 0 0,-13 7 0,5 3 0</inkml:trace>
  <inkml:trace contextRef="#ctx0" brushRef="#br0" timeOffset="1148">1278 156 7569,'8'10'-254,"-5"-3"574,9-7-183,-8 0 1,9-1 98,-7-5 1,2 2 402,-3-8-272,-3 9-172,14-13 0,-14 12 36,3-7 1,-5 7-12,-5-2 0,-7 4-201,-11 2 1,2 8 37,-8 3 1,0 7 16,-5 5 0,1-2 31,4 8 1,-1-2-91,6 2 1,7-5 184,6-6-109,7 7 0,-4-6-211,8 4 1,2-11-12,4-7 0,3 3 71,9-2 1,-1-2 90,0-10 1,3 2-215,3-8 0,-4 1 7,4-6 0,-4-6 46,-2 0 0,-1-1 82,-5 7 1,3 0-75,-9 0 268,1 7 163,2-5-209,-6 13 1,4-4-107,-12 12 0,4 3 203,-4 9 1,-2 1-51,3 4 1,-1-4-116,6 4 0,0-4 45,0-1 0,2-3 17,4-3 0,-3 1-158,9-7 0,0 0-16,5-6 0,0 0 75,0 0 0,6-2 22,1-4 0,-1-6-61,-6-11 0,2 2-12,4-8 1,-4 6-116,4-6 1,-3 1 162,-3-7 1,-2 2-9,-3 5 1,1 3-134,-7 7 1,6 1 3,-7 0 127,1 7-105,-6 2 165,0 8 0,0 2 35,0 4 1,-8 6 114,-3 11 0,1-2-128,-1 8 1,5-8-21,-6 2 1,9 2-29,-3-2 1,4 0-91,2-6 0,0-5 69,0-1 1,8-7 31,3 2 0,4-4-42,3-2 0,1-4-18,4-8 1,4 1-76,8-12 0,-1-4 86,1-2 1,-1-2 3,1 3 0,-1-3-261,1 8 211,0 0 0,-3 7 0,-1 5 49,-2 5 1,-8 4 235,2 2 1,-4 4 85,-1 7 0,-7 3 46,1 15 1,-9 0 230,3 5 1,-4 6-288,-2 1 1,0 5 2,0-6 0,-8 1-114,-3-7 1,-6-1-177,-6-4 0,-4-4 153,-8-8 1,1-5-7,-1-1 1,-5-7-94,-1 2 0,-7 1-60,2-1 0,-4 8 0,-2-5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9.0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18 173 7569,'-2'-17'1126,"-4"0"-919,4-1-92,-6 9 252,8-7 22,0 14 202,0-5-579,0 14 125,0 3 1,0 13-233,0 0 140,0 8-47,8-4-649,-6 7 504,6 1 0,-8 0-23,0-1 1,2-1-106,3-4 0,-3 1 118,4-7 1,2 0-181,-2-5-698,7-9 270,-3-1 765,7-16 0,0-9 0,1-10 0</inkml:trace>
  <inkml:trace contextRef="#ctx0" brushRef="#br0" timeOffset="256">243 52 7569,'0'-17'1000,"0"7"-839,0-5-124,0 13 147,0-6-110,0 8 63,0 8 1,5-4 57,1 7 0,8 3 0,-3 9 0,4-2-38,3 8 0,-1 0 11,0 5 1,-1 1-270,-5-1-228,-3 1 1,-8-6 103,0 0 1,0-6-79,0 5 149,-8-6 586,-1 3-262,-9-16 1,1 5-106,0-9 0,1 3-54,5-2 220,-5-4 356,7 5 224,-1-7-638,10 0-40,10 0 1,9 0-987,4 0 444,4-7 243,15 5-1799,2-13 509,8 13 1456,0-14 0,0 7 0,0-9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37:58.5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70 7569,'-6'-17'1187,"0"0"-912,1-1-92,5 9 1,2 1-80,3 8 0,5 0-177,7 0 0,3 2-507,3 4 348,-4-4 197,6 13 1,-2-5 96,0 7 1,0 0-63,-6 0 0,1 1 0,-1-1 0</inkml:trace>
  <inkml:trace contextRef="#ctx0" brushRef="#br0" timeOffset="150">33 295 7845,'-18'0'414,"9"0"0,3-6 409,12 0-328,3 1-249,16-3 1,2 0-778,8-3 231,7-5 174,2 14-2009,8-13 1296,8 13 839,-6-13 0,21 5 0,-4-7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2T00:41:18.7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235 87,'20'-29,"-5"-2,-15 29,8-13,-45 59,12-17,-7 9,-3 3,-17 13,16-8,3-9,16-10,7-16,48-32,-11 0,46-27,-21 0,10 4,-1-6,-1 10,-16 23,-17 3,-4 16,-44 39,7-22,-36 54,6-32,-8 28,-7-6,13-7,-4-4,23-15,9-16,11 4,53-44,-4 0,43-31,-24 8,-1 9,-16 10,-9 16,-11 1,-14 8,-25 31,1-8,-41 34,24-20,-35 20,13-3,-9 8,10-10,18-10,9-15,15-2,2-16,47-1,-14-16,48-17,-27 4,6-11,-10 22,-15-5,6 5,-64 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2T00:41:31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235 277,'-47'-27,"15"10,16-6,7 12,-1-14,2 7,8 1,0 0,0-1,0 1,8 0,2 7,15-5,9 5,3 1,13-7,-21 14,3-5,-22 14,-10 26,-23 23,-12 19,-3-2,3-16,1-3,-1 4,0-4,-7 5,13-13,-3-3,22-26,64-63,-16 7,2 1,1-4,19-28,-14 1,-4 8,-7 3,-1-3,8 7,-20 10,1 19,-69 77,-12 22,26-29,2-1,-10 19,-4 12,7-19,-5 19,7-6,9 2,8-9,18-20,25-25,27-40,13-13,5-28,-5-3,-29 5,14-7,-3 0,-5 8,-2 3,-3 20,13-10,-20 34,3 14,-35 48,-15 27,-8 2,-10-14,-7 12,6-11,-7 13,9-8,7 0,-6-8,22-9,-5 6,16-27,31 1,23-47,26-20,5-13,-22-9,5 3,-7-13,-1 20,-8-10,-16 28,-3 4,-16 17,-15 47,-19 17,-4 40,3-45,3 1,5 44,3-25,22-13,12-23,32-8,12-2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2T00:41:46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217 79,'0'-38,"0"7,0 23,-23 52,10-24,-28 68,14-32,1 21,1-16,7-17,1-11,7-23,3-3,-1-37,6 14,2-40,2 20,13-16,-5 16,7 3,-7 23,5 3,3 14,-7 3,4 23,-7 11,-6 17,6 1,-1-3,-5-22,14-12,-7-10,16-13,10-17,7-26,4-22,-9 0,-8 11,-6 4,5-4,-6 11,3-16,-16 28,7-4,-15 16,7 7,-23 49,11-5,-11 13,-1 4,12 30,-11 0,15-14,0-17,15-14,5-9,14-11,8-32,3-18,7-28,-8-16,-10 14,-9 6,0 16,-13 13,3 4,-15 18,-8 53,-1-19,-1 61,3-32,7 5,0-18,15-26,4-25,23-26,-5-28,13-1,-6 3,8 33,-16 12,-3 30,-16 20,1 19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2T00:41:47.8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260 382,'-42'-44,"13"33,-4 15,16 30,-8 24,-2 13,-8 10,8 3,10-30,10-12,7-25,15-61,8-19,8-20,3 20,-1-4,-4-3,9-5,-3 1,3 6,-3 11,-1 11,1 3,0 24,-1 42,-15 29,-7 34,-8 5,-4 3,2-42,3 2,3-1,2-1,17 35,23-43,3-21,15-50,-5-8,-9-13,-8 8,-6-8,6 2,-7-12,9-7,-8-4,-7 11,0 8,-14 14,-2 9,-9 19,-31 64,9-20,-5 11,-2 2,-6 15,0 7,2-12,15-24,10-18,25-9,12-29,15-8,-6-7,0 1,-7 0,26-15,-9 4,5 2,-19 19,-24 17,-49 70,6-16,-5 3,2 2,9 10,4-9,15-17,15-18,12-9,17 0,8 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2T00:42:08.4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22412 692 7569,'0'-11'1079,"0"-1"-585,0 9 140,0-5-198,0 8 429,0 0-498,0 8 0,0 9-38,0 12 0,-6 3-162,0 3 0,1 5-23,5 1 0,0 5-158,0-6 1,0 2 101,0-1 0,5-5 95,1 5 1,0-7-107,-6-5 1,0 2-1092,0-8 1,2 0 142,4-6 1,-4-5-1128,3-1 1998,-3-7 0,6 4 0,2-8 0</inkml:trace>
  <inkml:trace contextRef="#ctx0" brushRef="#br0" timeOffset="241">22654 1004 8028,'0'-10'1768,"2"2"-1654,4 8 1,-2 0 226,7 0 0,1 0-38,5 0 0,2 0-273,4 0 1,-4 0 60,4 0 1,2 0-48,-2 0 1,6 0-276,-6 0 1,0 0-336,-5 0 0,-3-1 67,-3-5 0,3 4-1120,-3-4 1619,-5 4 0,9-6 0,-7-1 0</inkml:trace>
  <inkml:trace contextRef="#ctx0" brushRef="#br0" timeOffset="454">22879 658 9765,'0'17'1512,"0"8"-1053,0 4 0,-8 11-90,-3 6 1,-3 4-141,3 2 0,1-6-243,4 1 0,4-3-386,-3 2 1,3 4-457,2-4 1,2-2 855,3 2 0,5-7 0,7 3 0</inkml:trace>
  <inkml:trace contextRef="#ctx0" brushRef="#br0" timeOffset="-2180">20008 814 8015,'-9'19'821,"3"4"1,4 4-414,2 7 0,0 1-103,0-1 0,0 1-531,0 0 0,0-1 183,0 1 0,8-1-663,3 1 0,4-8 229,3-4 0,-7 2 477,1-2 0,7 0 0,8-6 0</inkml:trace>
  <inkml:trace contextRef="#ctx0" brushRef="#br0" timeOffset="-1862">20233 814 7569,'-10'-10'1158,"3"2"-1061,7 8 1,2 0 131,3 0 1,7 6-78,11 0 0,-2 13-12,8-2 1,-8 4-2,2-3 0,-4 7-112,-1 4 1,-3-3-14,-3 3 1,1 0 62,-7 6 0,0-3 8,-6-3 0,0 2 21,0-8 0,-2 6 97,-4-6 0,-2 0-27,-3-6 0,-5-1 249,5-5-249,3 4 1,-2-13 215,5 4-479,3-4 0,-4-2 95,12 0 1,3-2-250,9-4 0,7 3 134,3-9 0,5 0-666,2-5 1,-1 2 376,1 3 1,-2-3 131,-5 3 0,-1-3-306,-4-2 0,-3-1 570,3 1 0,-4-8 0,-2-2 0</inkml:trace>
  <inkml:trace contextRef="#ctx0" brushRef="#br0" timeOffset="-1588">20786 1004 7569,'-7'-10'1066,"-3"2"-883,0 8 1,-3 2 603,7 4-504,1-4 1,5 13 73,0-3 0,0 9-114,0 2 1,0 6-214,0-6 1,7 6 12,5-6 1,-3 0-62,3-6 1,1 1 65,10-1 1,-3-6-124,3 1 1,-4-8 69,-2 2 1,0-6-64,1-6 0,-1-6-124,0-11 0,1 2 58,-1-8 1,-7 2-249,-5-1 0,-3-5 144,-2 4 0,-7-4-171,-5-1 1,-3 7 96,-3 4 1,-5 6 120,0 5 0,-2-1 145,2 7 0,4 2 396,-4 10-190,4-4 0,3 13-100,5-3 0,3-3-395,8 3 1,8-3 131,3 3 1,5 1-286,1-7 0,2 0 488,4-6 0,4 7 0,8 3 0</inkml:trace>
  <inkml:trace contextRef="#ctx0" brushRef="#br0" timeOffset="-1305">21098 969 7349,'11'-6'654,"1"1"279,-8-1 125,3 6-358,-7 0-345,-7 0 0,-1 8-62,-4 3 0,-1 10-161,7 2 0,0 6 62,6-6 1,0 6-252,0-6 1,0 6 88,0-6 1,6 0-253,0-6 0,7-5 73,-1-1 1,3-7-338,3 2 343,-1-4 0,0-4-22,0-4 0,-5-3-102,-1-9 1,-7-1 52,2-4 0,-4-2-93,-2-4 0,-8-3 10,-3 3 1,-7 2-35,-5-2 0,4 8 242,-4-2 1,-2 6 123,2 5 1,0 4-218,6 8 120,-1 0-170,1 0 116,8 0 0,9 6-242,11 0 0,4 5 356,3-5 0,7 0 0,2-6 0</inkml:trace>
  <inkml:trace contextRef="#ctx0" brushRef="#br0" timeOffset="-1054">21374 935 9056,'0'17'1121,"0"-6"-59,0 1-704,0-1 1,0 7-23,0-1 0,0 0-134,0 1 1,8-1-161,4 0 0,5-7 105,6-4 1,-2-4-141,8-2 1,0-2 63,5-4 1,1-4-236,-1-7 1,-7-6 21,-4 0 0,-5-2-138,-7 2 1,-3 2 144,-8-8 0,-2 6 79,-4-6 0,-9 8-373,-8-2 1,-8 9 105,2 3 1,-3 7 16,-3-2 1,2 10 52,4 2 1,-1 7-177,7-1 1,7 3-110,11 2 0,3 1 538,2-1 0,0 0 0,0 1 0</inkml:trace>
  <inkml:trace contextRef="#ctx0" brushRef="#br0" timeOffset="-708">22049 554 7569,'-16'-11'1327,"5"-1"-337,-4 8-138,13-11-438,-14 13 1,14-4-35,-3 12 0,-3 11-135,2 12 1,-5 6 197,5 5 1,-8 4-112,3 8 0,1 8 36,-1 3 0,7-3-110,-2-3 0,-2 3-197,3-3 0,-1 1-132,6-6 1,6-6-333,-1 0 0,15-7-127,-3 1 1,6-11 305,0-6 0,-2-4-2451,8-2 2675,0 1 0,5-1 0,1 0 0</inkml:trace>
  <inkml:trace contextRef="#ctx0" brushRef="#br0" timeOffset="-171730">17760 571 7569,'0'-17'48,"0"0"0,2 5 379,4 1-265,-4 7 1,5-6-45,-7 5 98,0 3 4,0-6 66,0 8-18,0 0-210,0 8 1,0-4-201,0 7 98,0 1 1,0 5 116,0 0 0,0-5-2,0-1-42,8 1 1,-4 3 3,7-3 1,-7 3 29,2-3 1,2 3 6,-2 2 0,1 0-121,-1 1 0,-4-1 54,4 0 1,1 3-18,-1 3 0,2-2 46,-2 8 0,-3-8-52,9 2 1,-6 2 20,5-2 1,-5 6 0,6-6 1,-7 6 8,7-6 0,-8 2-6,1-2 1,3-2-62,-2 8 0,0-6 34,-6 5 1,5-4 18,1 4 0,0-5 1,-6 6 0,0-6-2,0 6 0,0-6 1,0 6 1,2-8 3,4 2-6,-4 4 1,13-8 1,-13 8-1,4-4 1,1-4 43,-1 5 0,6 0-33,-7 0 1,3 4-75,-2-5 1,-4 2 66,3-2 1,-1-3-107,2 3 1,-4-2 48,4 2 0,-4-4 24,-2 4 1,0-4-1,0-1 0,0 5-12,0 0 0,0 0 164,0-6 1,0 6 35,0 0 1,0 2-132,0-2 0,0-2 0,0 8 1,-2-6-25,-4 6 18,4-8-17,-6 12 0,8-8-3,0 4 1,-5 3 18,-1-3 1,0-2-12,6 2 1,0 0-57,0 5 1,0-5 43,0 0 0,0 0 4,0 5 0,0 1 1,0 0 1,0-1-1,0 1 1,2 1 0,4 5 0,-4-5 0,3 4 0,-1-1 0,2 1 0,-4-3 0,4 3 0,-2 4-8,1 2 1,-3-1-1,4 1 0,-4 0-7,-2 6 1,0 0 11,0-1 0,6 1 3,-1 0 1,1 0 55,-6 0 0,6 2 99,0 3 0,1-1-111,-1 8 0,-4-3-6,4 2 1,4 5 0,-7-9 0,7 7 0,-2-3 0,-1 0 10,-1 7 1,-4-7 14,4 0 0,1 1-148,-1 5 1,0-6 69,-6 1 1,6 1 34,0 10 0,1-4-22,-1 4 1,-2-4-123,7-2 0,-5 1 111,6-1 0,-8 2 9,1 4 1,3 2 12,-2 3 0,1 3-28,-1-8 1,-4 2-18,4-2 1,-4 2 70,-2 3 0,0 5 1,0-5 1,-6-1-41,0 2 1,0-2 3,6 1 0,0-1 143,0-4 1,0-2 3,0 8 0,2-2-193,4 1 1,-4 3 90,4-8 1,2 2-118,-3-2 1,1 2 69,-6 3 1,6 5-82,0-4 0,-1 3 77,-5 3 0,0-1-254,0 0 0,-2-5 282,-3 0 0,3-4 1,-4 9 0,2-9 86,-2 9 1,4-3-107,-3 4 0,1-7 54,-2 1 1,4 0 17,-4 5 1,4 1 6,2-1 1,0-5-39,0-1 0,0-1 5,0 2 1,-1 2-137,-5-8 1,4 7 74,-4-1 1,2 3-22,-1 3 0,3-6 47,-4-1 1,2-5 21,-2 6 0,4 0-7,-3 5 0,1-5 5,-2-1 0,4-3-25,-4 10 1,4-10 8,2 9 1,-5-5 29,-1 0-131,0 3 94,6-5 1,0 7-34,0 1 1,-2-3 33,-4-3 1,4 4 2,-3-5 1,3 5 24,2 1 1,0-5 85,0 0 0,0-1-111,0 7 0,0-1 8,0 1 0,0-3 136,0-3 0,2 4 33,3-5 1,-1 5-81,8 1 0,-1-5-27,7 0 1,-7-6-27,1 5 0,-1 1-35,6 5 0,1-5 0,-1 0 0,-5-6 43,-1 5 0,-5-3-6,5-2 1,-7 0-150,2-11 0,-2 3 113,2 2 0,-4 0-38,3 0 0,-3-7 47,-2-4 1,0-5-5,0-1 0,0-2-179,0-4 0,6 2-137,0-7 0,0-1 119,-6-5 0,0-1 340,0 1 0,0-6-1686,0-1 1512,0-6 0,5 6 0,1-6 0,-2-1 0,-2 2 0</inkml:trace>
  <inkml:trace contextRef="#ctx0" brushRef="#br0" timeOffset="-112331">11552 1523 7569,'10'-2'71,"-5"-4"75,-3 4 279,-2-6-162,0 8-1,0 8 260,0 2-275,0 7 0,2 6 101,4 0-273,-4 8 74,5 3 0,-7 3 46,0 3 0,6-3-12,0-3 1,0-1-250,-6-4 1,6 3-349,-1-3 1,3-4-912,-2-2 665,-4-4 336,13-9-704,-5-2 475,-1-8 553,7 0 0,1-16 0,10-3 0</inkml:trace>
  <inkml:trace contextRef="#ctx0" brushRef="#br0" timeOffset="-112015">11794 1523 7569,'0'-10'-134,"0"-5"687,0 5-173,0 0-227,8 3 0,1 7-31,9 0 0,-1 7 0,0 5 1,2 3 83,4 3-111,-3 7 1,5 0-206,-8 3 74,0 5 0,1-6-12,-1 7 1,-8-7-154,-3-4 1,-4 2 156,-2-2 0,-2 1-46,-4-7 1,-3 0 89,-8 0 0,-3-7 80,-3-4 0,4 1 22,-4-1 6,-4 0 179,8-6 73,-6-8 0,10 4 165,3-7-234,4 7 0,10-4-131,4 8 0,4 0-152,7 0 0,8 0 24,4 0 0,3 0-216,3 0 1,0 0-279,-1 0 276,1 0-162,-1 0 0,1 0-372,-1 0 1,-1 0 386,-4 0 1,-4-5-91,-8-1 423,1 0 0,-1-2 0,0-1 0</inkml:trace>
  <inkml:trace contextRef="#ctx0" brushRef="#br0" timeOffset="-111720">12347 1661 7364,'-9'8'923,"3"3"0,2 4-558,-2 3 0,4-1-236,-3 0 54,3 1-114,2-1 0,6 0-75,-1 1 0,9-3 33,-3-4 0,5 3-141,1-8 1,0-1 117,1-5 1,-1-2-148,0-3 1,0-5 14,1-7 1,-1 0-111,0-1 0,-7-1-57,-4-4 176,3-4 1,-7-2-370,4 0 286,-12 8 1,2-4 93,-7 8 1,-1 2 142,-5 3 1,0-1-78,-1 7 1,1 0 166,0 6 0,0 0-96,-1 0 0,3 8 95,3 3 0,5-1-95,7 1 0,0-5-140,0 6 0,0-6-505,0 5 449,7-7-67,3 4 0,13-3 234,0 1 0,8 0 0,-4-6 0</inkml:trace>
  <inkml:trace contextRef="#ctx0" brushRef="#br0" timeOffset="-111213">12762 1609 7792,'-11'2'641,"-1"4"1,7 3-285,-7 9 0,8-1-141,-2 0 0,-1 0-34,1 1 0,0-1-36,6 0-89,0 1-13,0-1 1,6-6-84,0 1 0,7-8 82,-1 2 0,-3 1-157,3-1 1,-1-2-25,7-10 0,-7 2-70,1-7 0,-3-1-348,3-5 290,-4 0 96,-8-8 0,0 5-70,0-3 1,0-2 31,0 2 0,-8-2-75,-4 2 1,-1 4 160,1-4 0,-3 6 182,3 5 0,3-3-41,-3 3 344,9 5-79,-5-1-193,8 0 1,8 6 102,3-3-181,4 3 1,5 2 29,3 0 1,-4 0-11,4 0 1,2 0-22,-2 0 0,0 5-27,-6 1 1,1 8 63,-1-3 0,-2 5 69,-3 1 1,-3 0 151,-3 0-10,-4 8-190,6-5 0,-8 10 86,0-7 1,2 0-29,3-5 1,-3-1 20,4 0 0,4-5-19,1-1 0,5-7-7,1 2 1,0-4-49,1-2 0,5-8-110,0-3 1,6-10-483,-6-2 293,0-8 96,-6 12 0,-7-14-83,-5 4 1,3-2 42,-2 3 1,-2-3-95,-10 8 0,-4 0 127,-7 5 0,-6 3 123,0 3 1,-6 5-92,6 7 0,-6 7 119,6 5 0,0 3-653,6 3 379,-1-1 1,9 0 257,3 1 0,4-1 0,2 0 0</inkml:trace>
  <inkml:trace contextRef="#ctx0" brushRef="#br0" timeOffset="-110820">13765 1177 7596,'0'-10'642,"0"2"0,-7 8-270,-5 0-189,5 8 47,-17 9 198,13 3-199,-14 20 1,6-5 15,-4 11 0,3 6 54,-3-1 0,4 1-82,2 6 0,5 0 0,1-7 1,7 3-81,-2-13 0,6-1-128,6-5 1,9-1-750,8 1 419,8-8 271,4-2-1563,1-8 1096,7-8 1,-9 5-1,1-8 1,5-1 516,0-5 0,1 0 0,-7 0 0</inkml:trace>
  <inkml:trace contextRef="#ctx0" brushRef="#br0" timeOffset="-110414">14180 1246 7644,'-5'-17'386,"-1"-1"519,0 9-559,6 1 0,0 10 2,0 4 1,2 9 85,4 8-91,-4 8-183,5-4 1,-1 13-91,0 0-91,0 1 158,-6 1 1,0-5 68,0 3 1,6-4-465,-1-1 0,1 0-611,-6-1 1,2-1 521,4-4 347,-4 3 0,5-12 0,-7 5 0</inkml:trace>
  <inkml:trace contextRef="#ctx0" brushRef="#br0" timeOffset="-109824">14474 1540 8766,'18'0'252,"-1"0"1,0 0 0,8 0-134,4 0 0,4 0 7,1 0 1,1 0 91,0 0-479,7 0 186,-6 0 0,7 0-792,-9 0 469,-7 0 194,6 0 121,-14 0-94,6 0 195,-8 0-18,-7-8 0,5 6 0,-5-5 0</inkml:trace>
  <inkml:trace contextRef="#ctx0" brushRef="#br0" timeOffset="-109629">14734 1263 7569,'0'17'0,"0"1"285,0 7 1,0 2 948,0 7-810,0 8-75,0 3 162,0 7-250,0-8 0,0 6-569,0-4 158,0-4 186,0 0 0,8-1-1554,3-1 775,4 0 743,3-5 0,-1 0 0,0-1 0</inkml:trace>
  <inkml:trace contextRef="#ctx0" brushRef="#br0" timeOffset="-108271">15408 1280 7569,'0'-9'-733,"0"-7"710,8 7 0,-6-3 96,4 1 0,-4 5 87,-2-5 1,0 5 152,0-6-164,0 8-56,0-11 0,-2 11-64,-4-7 79,4 7 0,-12-6-174,9 4 0,-3 5 97,2-5 8,4 4-95,-13-6 1,5 6 99,-7-4 0,6 5-13,-1 1 0,6 0-11,-5 0 1,7 1 5,-2 5 0,2-2 42,-1 8-45,3-9 1,-6 13 8,8-5 0,2 3 6,4-3 1,-3 10 55,9-3 0,-6 3-52,5-4 0,1 2 53,5 4 1,0-1-31,1 6-31,-1-6 0,0 8-11,1-7 0,-7 6-78,1-6 1,-7 6 50,7-6 1,-8 6-6,2-6 0,-5-6 77,-1-5 0,-1-8 97,-5 1 0,2 3-99,-8-2 0,1-2 82,-6-10 1,-1 2-4,1-7-97,0-9 1,1 1 21,5-4 1,-3-2 8,9 2 0,-1-6-127,6 6 88,0 0 0,7 6-192,5 0 1,3 7 55,3 4 1,-1-2-149,0 3 0,6-1-67,0 6 0,0 0-67,-5 0 0,5 0-34,0 0 1,0 0 88,-6 0 0,-5 0 323,-1 0 0,1 0 0,5 0 0</inkml:trace>
  <inkml:trace contextRef="#ctx0" brushRef="#br0" timeOffset="-107729">15720 1194 7569,'-10'-10'159,"0"3"140,5 7-156,3 0 1,-12 7-62,8 5 0,1-2 94,5 1-234,0 1 1,0 5 128,0 0-203,0-7 0,7-3 36,3-7 79,7 0 1,1-1 22,-1-5 1,-6 2-30,1-8 1,-3 1-78,3-6 1,-4-1 27,-8 1 1,0 5-102,0 1 1,0-1 64,0-5 1,-8 0-58,-4 0 1,-1 5 218,2 0 11,-5 9-84,7-5 1,-3 2 49,0 0 1,7 1-39,-7 5 274,8 0-244,-3 0 1,14-6 9,5 0 0,3 0-12,3 6 0,1 0-10,4 0 1,-4-5-28,4-1 30,-4 0 0,-1 6-4,-1 0 1,0 0-13,0 0 241,1 0-185,-9 0 0,5 2 93,-8 4 1,-1-2-65,-5 7 1,-2-5 191,-3 5-128,3 1 1,-12 5 100,9 1 7,-9-1-189,12 0 1,-11 6 43,7 0 0,-6 6-6,7-6 1,-3 8-14,2-2 1,4 3-24,-4 3 1,-1-6-104,1 0 0,0-3 56,6 3 0,0 2-130,0-8 0,0 6-433,0-6 390,0 0 0,0-6-701,0 1 299,0-1-92,0 0 25,0-7 233,0-3 388,8-14 0,2-3 0,7-7 0</inkml:trace>
  <inkml:trace contextRef="#ctx0" brushRef="#br0" timeOffset="-107438">16048 1402 7590,'-11'0'510,"-1"0"-238,8 7 94,-11 3-228,13 7 0,-12 0 24,9 1 1,-1-1 0,6 0 0,0 1-60,0-1 1,2 0-119,4 0 1,3-1 79,9-5 0,-1-3-91,0-8 0,0 0-100,1 0 128,-1 0-24,0-8-231,1-1 171,-1-9 1,-6 1 28,1 0 1,-8-2-80,2-4 0,-5 3 63,-1-3 1,0 4-123,0 2 0,-7 1 136,-5 5 1,-5 3 20,-6 8 0,4 0-12,-4 0-36,3 8 21,3 2-468,0 7 299,7 0 0,-3 6 7,7 0 1,0 0-231,6-5 453,0-1 0,0 8 0,0 2 0</inkml:trace>
  <inkml:trace contextRef="#ctx0" brushRef="#br0" timeOffset="-106804">15183 1817 7569,'-11'5'-619,"-1"1"649,1 0 1,-1-6 126,1 0 1,7 2 39,-2 4 0,2-5 342,-1 5-235,3-4-151,-6-2 1,10 0 147,4 0 1,-1 0 53,13 0-172,-5 0 110,20 0-156,-6 0 1,15-6 12,4 1 0,6-7 11,6 6 0,-1-5-30,12 5 0,-1-2-112,12 3 0,-7 1-1126,2-8 1096,-11 8-36,3-3-388,-13 7 329,5 0 1,-14 0-10,-5 0-557,-11 0 229,-4 0-73,-8 0 239,-7 0 0,-3 2 394,-7 3 0,-7-3-585,-5 4 1,-9 4 467,-2 1 0,-16 5 0,3 1 0</inkml:trace>
  <inkml:trace contextRef="#ctx0" brushRef="#br0" timeOffset="-106538">15598 2007 7732,'8'-10'710,"2"2"-460,7 1 1,0 5-69,1-4 1,5-2 11,0 3 0,6-1-82,-6 6 0,5 8-142,-4 3 0,-1-1-324,-6 1 262,-8 1 90,7 13-279,-14-6 196,5 6 1,-8-6 84,-5 4 183,-4-4-100,-7-1 1,0-3-88,-1-3 1,7-3-51,-1 3 395,8-8 124,-3 3 1,11-7-248,7 0-58,8-7-55,16-3-810,7-15 520,-5 6 1,13-12 15,-4 8-1180,4-8 905,2 12 0,-6-6 444,0 8 0,-8-8 0,4-2 0</inkml:trace>
  <inkml:trace contextRef="#ctx0" brushRef="#br0" timeOffset="-106037">16307 831 7569,'8'-10'-59,"-6"-5"167,6 13-46,-1-6 105,3 8-30,0-7 1,5 5 137,-3-4 6,3 4-144,2 10 1,1 3 45,-1 12 1,2 4 11,4 8 0,-2 7 24,8 4 0,-6 6-12,6 6 0,-6 5-1191,6 12 1030,-16-4-3,10 6 0,-13-2-243,7 0 1,-7 0 223,-4-6 0,-4-2-113,-2-3 0,0 1 79,0-7 0,-6-1-99,0-5 0,-9-2 128,-3-4 1,-1-4-34,-10-7 1,0-6-574,-5 0 272,-1-8-142,1 11 0,-1-12 457,1 3 0,-7-2 0,1-2 0,1 2 0,3 0 0,1 2 0</inkml:trace>
  <inkml:trace contextRef="#ctx0" brushRef="#br0" timeOffset="-104904">16601 606 7824,'0'17'713,"0"1"-547,0-1 1,0 0-85,0 0 0,0 7-52,0-1 1,0 0-176,0-6 0,0 2-581,0 4 383,0-11-65,8 11-220,-6-14 628,6 9 0,-1-9 0,3-1 0</inkml:trace>
  <inkml:trace contextRef="#ctx0" brushRef="#br0" timeOffset="-104632">16671 571 7569,'9'0'30,"-1"0"103,0 8 0,-6 2 33,3 7-33,5 0-34,-8 1 1,7-1 33,-3 0 0,-4 6-95,4 0 0,-4 0-201,-2-5 1,6-1 162,-1 0 1,1 1 39,-6-1 0,0-6 62,0 1 0,0-6 95,0 5-127,0-7-17,0 4-5,0-8 1,2 0 100,4 0-154,-4 0-147,13 0 1,-5 0-10,7 0 0,-4 0-205,5 0 1,-5 0 23,10 0 0,-4-6-472,-1 0 814,7 0 0,-6-1 0,6-3 0</inkml:trace>
  <inkml:trace contextRef="#ctx0" brushRef="#br0" timeOffset="-104423">17138 675 7569,'0'-9'-53,"0"1"-5,0 8 1,0 8 406,0 3-77,-8 4-146,-2 3-170,-7-1 49,7 0 0,-5 1 64,3-1 1,-3 6-131,-2 0 0,5 0-73,1-6 1,5 1-654,-6-1 787,9-7 0,-13 5 0,7-5 0</inkml:trace>
  <inkml:trace contextRef="#ctx0" brushRef="#br0" timeOffset="-104231">17017 623 7569,'-10'8'185,"2"-6"0,2 8-23,1-5 1,-1-1 116,6 8 113,0-8-174,0 11 1,2-7-177,4 3 0,3 3-204,9-9 1,-1 3-595,0-2 394,0-4 201,1 5-826,-1-7 471,8 0 516,-6 0 0,14 0 0,-6 0 0</inkml:trace>
  <inkml:trace contextRef="#ctx0" brushRef="#br0" timeOffset="-103971">17276 537 8750,'10'8'-52,"3"1"213,-7 8 0,5 1 13,-5-1 1,2 0-169,-3 1 1,-3 1-229,4 4 0,-4-4 141,-2 4 1,0-4-58,0-1 0,0-7 447,0 1-150,0-8 1,0 3 140,0-7-25,0 0-100,8 0-359,1 0 147,9 0 0,-1-2-43,0-3 0,2-3-138,5-4 1,-3-1 217,7 7 0,-6-7 0,3 3 0</inkml:trace>
  <inkml:trace contextRef="#ctx0" brushRef="#br0" timeOffset="-102221">11465 3200 7569,'10'-8'0,"-2"4"-33,-8-7 0,0 5 104,0-5 113,7 7-1,-5-4 1,6 0 213,-8 6 46,0-5-260,0 7 394,0 0-394,0 7 47,0 3-47,0 7 1,-8 1 74,6 7-121,-5 2 12,7 7 0,0-1-280,0-4 107,0 11 0,0-17 144,0 12-583,7-12 1,-3 7 288,8-7 1,-6 1-1025,5-7 556,-7-8 136,11 7 44,-5-14 462,7 5 0,0-14 0,1-3 0</inkml:trace>
  <inkml:trace contextRef="#ctx0" brushRef="#br0" timeOffset="-101890">11656 3200 7569,'0'-10'157,"7"-5"3,-5 13 1,14-6-12,-5 8 0,-1 0-10,1 0 0,7 2 8,5 4-121,0 4 51,-6 7 0,0 0-37,1 1 1,-1 5 35,0 0 1,-1 6-172,-5-6 0,-3 5 88,-8-5 1,0 6-62,0-6 0,-2 0 89,-4-5 1,-4-3 28,-7-3 0,0 1 132,0-7 0,-1 0 69,1-6 106,0 0-66,-1 0 217,9 0-396,1 0 1,10 0-133,4 0 0,5 0-116,12 0 89,-3 0 47,12-8 1,-7 0-722,4-3 486,4-5 0,-6 12-488,7-7 485,-7-1 0,4 1-190,-8-1 0,0 7-779,-6-7 1207,1 8 0,-1-19 0,0 4 0</inkml:trace>
  <inkml:trace contextRef="#ctx0" brushRef="#br0" timeOffset="-101546">12174 3286 7496,'0'10'294,"0"0"391,0-5-198,0 5-303,0 7-90,0 1 1,0-7 57,0 1 0,2-1-42,4 6 1,-2-1-138,8-5 0,-1 3 102,6-8-179,1-1 1,-1-5-77,0 0-6,1 0 1,-3-7-275,-4-5 258,5-3 98,-14-3 0,5 1-11,-7 0 0,0-2 52,0-4 0,-7 3-37,-5-3 0,-1 4-101,1 2 1,-3 5-322,3 1 511,-3 7 1,-2-4 481,-1 8-18,9 0-257,1 0-26,8 0 43,0 8-175,0-6 1,8 7 6,3-3 1,5-4-102,1 4-145,0-4 0,1-2-17,-1 0 1,0 0-542,0 0 131,1 0 366,-1 0 262,-7 0 0,5-8 0,-5-1 0</inkml:trace>
  <inkml:trace contextRef="#ctx0" brushRef="#br0" timeOffset="-101046">12451 3217 7521,'0'10'790,"0"5"-563,0-13 0,-6 14 245,1-5-191,-1 4-143,6 10 0,0-11 11,0 3 1,0-3-91,0 3 1,0 0 27,0 0 0,8-1-124,3-5 0,-1 3-172,1-8 124,1-1-1,-3-5-52,7 0 80,-7 0 0,9-5 68,-1-1 1,-6-8-99,1 3 1,-6-10-12,5-2 0,-7 0-164,2 5 1,-4-1 83,-2-4 0,0 4-127,0-4 0,-8 4 247,-3 1-55,-5 1 15,-1 0 307,0 7-173,-1 2 0,1 8-38,0 0 166,-1 0-97,1 0 91,8 8 1,3-4-180,12 7 1,-1-7 10,13 2 1,-5-4-304,10-2 138,-4 0 0,-1 0-77,7 0 109,-6 0 0,6 0 101,-8 0 0,0 0-26,1 0 0,-1 6 81,0 0 167,-7-1 0,3 3-6,-7 3 0,0 5 230,-6 1 0,0 0 394,0 1-376,0 7-163,0-6 57,0 14-96,0-14 0,0 6-58,0-8 0,8-2 50,3-3-28,4-4 1,3-8-171,7 0 1,-4-2 61,8-4 1,-2-4-196,1-7 0,1-2 84,-12-4-499,5 4 267,-20-6 159,5 0-546,-7 5 434,0-5 0,-7 10 31,-5 4 1,-5-3 81,-6 8 0,2 1-133,-8 5 0,2 1-169,-2 5 0,4 4 410,8 7 0,-8 0 0,-2 1 0</inkml:trace>
  <inkml:trace contextRef="#ctx0" brushRef="#br0" timeOffset="-100637">13592 2785 8155,'-7'17'465,"-3"2"-201,-7 5 0,0 8 163,-1 9 0,-1 7 405,-4-2-427,4 4-888,-6 9 859,8-5-131,-1 13 0,9-15-130,3 0-257,4 0 158,2-8 0,0 0 138,0-3 0,13-5 41,5-1 0,11-8-381,-1-4 1,5-4-513,2-2 0,5-7-1207,0-4 917,1-5 449,-7-1 539,9 0 0,-7 0 0,4 0 0,-3 0 0,-3 0 0,1 0 0</inkml:trace>
  <inkml:trace contextRef="#ctx0" brushRef="#br0" timeOffset="-100262">13990 2923 7547,'0'-9'658,"0"1"-474,0 8 525,0 0-128,0 8-398,0 1 253,0 9-204,0 7 1,0 3-7,0 13 1,-7 1-32,-5 4 0,2 2-56,-1-7-349,7-1 211,-11 2 1,13-7-1155,-4-1 603,4 1 335,2-8-1600,-8 0 1815,6 5 0,-5-12 0,7 5 0</inkml:trace>
  <inkml:trace contextRef="#ctx0" brushRef="#br0" timeOffset="-99830">14319 3252 7569,'-18'0'0,"1"0"592,8 0 926,1 0-1261,8-8-239,0 6 59,8-5 0,9 7-34,12 0 1,5-2-14,7-4 0,-3 4-173,8-4 1,-5 4 190,5 2 1,-10 0-130,-1 0 0,-3 0-217,-9 0 0,1 0-735,-7 0 1033,0 0 0,0 0 0,1 0 0</inkml:trace>
  <inkml:trace contextRef="#ctx0" brushRef="#br0" timeOffset="-99648">14561 3027 7569,'10'-10'446,"-3"3"0,-1 14-201,0 5-94,-1 3 0,-5 10 27,0 10 0,0 1 97,0 5-438,0-5 152,0-1 1,0 5-542,0 1 0,0-1 338,0-6 0,6-5 214,0 0 0,15 0 0,-2 6 0</inkml:trace>
  <inkml:trace contextRef="#ctx0" brushRef="#br0" timeOffset="-99348">15166 2992 7569,'-15'2'374,"3"4"466,-3 4-470,5 15-108,-7-6 0,0 8 83,-1-4 0,3-2-150,3 8 0,-1-8 0,7 2 0,-5-4-245,5-1 1,0-1-58,6 0 0,0-5 49,0-1 197,8-7-71,-6 11 1,13-13-54,-3 4 1,3-2 43,2 2 1,1-4-10,-1 3 1,6-3 5,0-2 1,0 0 12,-6 0 1,6 0-275,1 0 1,-1 0-146,-6 0 0,0 0-268,0 0 335,1 0-459,-9 0 40,7 0 1,-12 0 129,7 0 572,-7-7 0,4-3 0,-8-7 0</inkml:trace>
  <inkml:trace contextRef="#ctx0" brushRef="#br0" timeOffset="-99173">15270 3096 7306,'0'18'1548,"0"1"-926,0 4-317,-8 4-156,-1 0 1,-1 3-101,4-7 0,4 8-122,2-2 1,0-2-379,0 2 0,0-8 411,0 2 0,8 2 155,4-2-115,3-8 0,2 1 0,0-7 0</inkml:trace>
  <inkml:trace contextRef="#ctx0" brushRef="#br0" timeOffset="-98763">15598 3062 7569,'-9'-10'0,"-7"2"66,5 8 131,-4 0-197,-3 0 237,9 8 90,-7 2 1,9 7-189,-5 0 1,4-5 42,8-1-233,0 1-413,0-3 210,0-1 72,0 0 1,2-8 76,4 0 1,-4-2 34,4-10 1,1-5-43,-1-6 0,8-8-111,-3 2 0,-1-1 81,1 1 1,-5-4 26,6 4 1,-7 4-63,7 2 329,-8 4-129,11 2 0,-11 1 334,8 5-208,-9 3-35,13 1 1,-12 5-6,7-4 1,-5 4-21,5 2 1,-1 2 123,2 4 1,1-3-84,-7 9 1,5 0-1,-5 5 0,0-4 69,-6 5 1,6-3-35,-1 14 0,1-2 34,-6 1-87,0 5 2,-8 2 1,5 1 38,-9 5 0,6 1-49,-5-2 1,5 1-7,-6-7 1,7 7 39,-7-1 1,8 0-11,-1-5 1,3-3-414,2-3-809,0 4 751,0-14 1,0 6-983,0-8 689,0 1-57,7-9 693,3 7 0,15-22 0,2 4 0</inkml:trace>
  <inkml:trace contextRef="#ctx0" brushRef="#br0" timeOffset="-98532">15927 3304 7755,'-11'11'572,"-1"1"1,6-3-268,-5 3 0,7 3-99,-2-3 1,-2 3-24,3 2 1,-1 1-37,6-1 0,2-5-185,4-1 0,3-5-298,8 5 255,1-7 43,-1 4 1,0-8-43,1 0 1,-1-8-228,0-3 14,-7-5 0,-1-1 130,-3 0 1,-4-1-155,4 1 39,-12 0 12,4 0 170,-13 7 0,5 0-264,-7 5 59,7 3 125,-5-6-36,13 8 212,-6-8 0,8-1 0,0-9 0</inkml:trace>
  <inkml:trace contextRef="#ctx0" brushRef="#br0" timeOffset="-98271">15979 2577 7569,'-10'8'422,"3"-6"0,9 13 304,3-3-312,5 3-190,7 3 1,2 7 10,4 3 1,4 13 35,8 5 0,0 4 131,-1 2 0,-1 0-152,-4-1 0,1 7-67,-7 0 1,0 5-140,-5-5 1,-3-1-90,-3-5 1,1-2-208,-7-4 180,0 4-1,-6-13-138,-8 5 160,-2-7 1,-7-8-14,0-4 1,-8-2-112,-4 2 0,-6-4 95,-5 4 1,2-4 15,-8-1 0,-1-1 64,-4 0 0,6 1 0,3-1 0</inkml:trace>
  <inkml:trace contextRef="#ctx0" brushRef="#br0" timeOffset="-97221">16601 2560 7422,'-9'0'376,"1"0"-57,8 0-186,0 0 102,0-8-33,0 7-238,0-7 0,8 6 117,3-4 0,5 4 104,1-4-100,0 5 1,1 1-60,-1 0-104,0 7 159,1-5 0,-1 15-84,0 1 69,-7-1 13,-3 16-81,-7-6 60,0 0 1,0 5 35,0-3 149,-15-4-192,11 0 0,-25-2 29,12 0 0,-4-6 69,4-5 260,-1-1-71,1-1 35,7-2-261,3-8-107,7 0 115,0 0-339,7 0 190,3 0 1,13-2 107,0-4-1013,8 4 652,-4-13 1,7 13 120,1-4 1,-6-2 55,0 3 1,-6-7 104,6 6 0,-1-15 0,7 2 0</inkml:trace>
  <inkml:trace contextRef="#ctx0" brushRef="#br0" timeOffset="-96981">17051 2526 7569,'-10'0'794,"3"0"-519,7 7 306,0 3-295,-8 7 1,6 0-31,-4 1 0,5-1-73,1 0 1,0 3 212,0 3-133,0-4-103,7 6 1,3-14 140,7 1-117,8-1-1,2-1-323,8 5 179,-1-13 0,-5 6 155,0-8-1016,0 0 612,5 0 0,-7-2 112,-4-4 1,-4 4 88,-1-3 0,-3-5-1489,-3-2 109,3 5 482,-13-9 907,6 14 0,-16-13 0,-2 5 0</inkml:trace>
  <inkml:trace contextRef="#ctx0" brushRef="#br0" timeOffset="-96829">17224 2526 7734,'0'17'1586,"0"0"-896,0 8-395,0 2 1,-6 10 5,0 3 1,1-2-119,5 8 1,0-7-339,0 1-609,0 4 628,0-7 1,0 7 135,0-4 0,0-3 0,0 5 0</inkml:trace>
  <inkml:trace contextRef="#ctx0" brushRef="#br0" timeOffset="-94704">11604 4756 7914,'0'18'628,"-2"1"-482,-4 4 1,4 12 98,-4 11 1,3 4-101,-3 1 0,4 5-9,-4-4 1,4 8-112,2-14-244,0 0 166,0-4 1,6-11-701,0 3 417,7-10 193,-11 0-793,13-6 619,-5-9 0,2-1 317,-1-8 0,1-8 0,5-1 0</inkml:trace>
  <inkml:trace contextRef="#ctx0" brushRef="#br0" timeOffset="-93731">11880 4877 7569,'10'0'40,"5"0"126,-3 0 149,3 8-131,10 2-90,-5 7 1,5 2-66,-8 4 1,0 2 143,0 4 1,-1 4 10,-5-4 0,3 3 0,-8 3 0,-1-6-11,-5-1 1,-2-4-439,-3 4 1,1-7 13,-8 3 0,1-11 526,-7-2-93,1-7-80,0 4-20,7-8 374,3 0-228,7 0 1,7 0-33,5 0 1,11-2-24,6-4 1,3 2-106,3-7-734,-1 7 482,1-11 0,5 11 69,1-8 1,-1 1 152,-5-6-1933,7 7 1239,-13-5 0,9 5-61,-15-7 340,0-1 377,-13 1 0,3 0 0,-7 0 0,0-1 0,-6 1 0,-8 0 0,-3-1 68,-5 1-68,7 7 0,-7 3 732,5 7-349,-5 0-222,-1 7 590,0-5-480,7 21 1,-3-11 181,7 11-386,0-4 68,6-1 1,0 5 75,0 0 0,2 0-12,4-6 0,4-5-118,7-1-492,0-7 318,0 4 0,1-8-252,-1 0 187,0 0 0,-7 0-14,5-8 75,-5-2 1,0-13 83,-5 0-291,-3 0 171,-2-2 0,0 4 48,0-8 1,-2 0 28,-3-5 1,1 7-314,-8 4 101,1-4 389,1 8-53,2-6 46,8 15-73,0 2 0,8 8-120,4 0 162,3 0-44,2 0 1,2 2-41,4 4 1,-3-2 28,3 7 1,-4 1 64,-2 5 93,1 1-89,-1-1 0,-2 6 85,-3 0-8,-5 8-138,-7-4 194,0 0-189,0 5 0,0-13 107,0 4-61,0 4 0,0-7 79,0 3 3,0-12-68,0-3-144,8-8 26,2 0 1,1-8-112,1-3-41,7-5 216,0-9-436,-2 6 237,-1-14 0,-8 12 56,3-8-336,-3 1 241,-8-7 1,0 6 37,0 0 1,-2 8 48,-4-2 1,-4 4-64,-7 2 229,8 7-54,-7 2 1,7 8 256,-9 0-133,1 0-1,0 0 188,7 0-59,2 0-190,8 0 12,0 0-56,0 8 1,8-6 52,4 4 1,9-4-15,2-2 1,8 0-115,-3 0-15,5 0 31,2 7 0,-7-3-82,1 8 123,-8-1 13,4 7 156,0-1-93,-5 0 0,3 6-64,-12 0 313,5 0-188,-7 2 1,3-5-44,-1 3 0,1 0-36,5-6 1,-4 4 181,5-9 142,-5-5-199,12 1 0,-7-8 75,-1 0-114,0 0-20,0-8-309,1-1 145,-9-9-1,5-1 132,-9-4-727,1-4 458,-6-7 0,-2 5 66,-3 0 0,-13 0 88,-11-5 0,-3 7-424,-3 4-218,1 11 399,-1-3 0,0 13-97,1-4 173,-1 12 40,8 3-465,2 9 240,16-1 368,1 0 0,0 1 0,-1-1 0</inkml:trace>
  <inkml:trace contextRef="#ctx0" brushRef="#br0" timeOffset="-83689">13956 4635 8093,'0'-17'1544,"-2"7"-1036,-4 5-28,4 3-297,-6 2 1,3 15-1,-1 8 1,-6 10 97,7 7-98,-9 12-93,12 2 0,-7 11 45,3-7 1,4 5-19,-4-5 1,4-2-174,2-10 1,8 4 3,3-4 0,5-4-141,1-2 1,0-5-80,1-6 1,-1 2 140,0-8 0,6 0-730,0-6 1,0-7 29,-5-5 831,-1-3 0,8-2 0,2 0 0</inkml:trace>
  <inkml:trace contextRef="#ctx0" brushRef="#br0" timeOffset="-83415">14405 4635 7569,'0'-9'1716,"0"1"-1393,0 8 0,0 13-132,0 5 1,-6 11 141,1-1 1,-1 7-170,6 5 0,-6-1-130,0 7 1,1-8-55,5 3 1,0-3-259,0 2 1,2-9-53,3 4 0,-3-6-325,4-1 1,2-3 283,-3-7 371,9-1 0,-4 0 0,7 1 0</inkml:trace>
  <inkml:trace contextRef="#ctx0" brushRef="#br0" timeOffset="-83271">14647 5171 8052,'0'-11'452,"0"-1"-498,0 8-289,-7-3-484,5-1 819,-6 6 0,16-13 0,1 5 0</inkml:trace>
  <inkml:trace contextRef="#ctx0" brushRef="#br0" timeOffset="-82964">14959 4826 7569,'-18'7'640,"1"-3"171,0 8 1,5-7-413,1 7 1,5 1-48,-6 10 0,7-1-92,-7 6 1,8-1 29,-1 2 1,3 2-345,2-8 0,7 6 106,5-6 1,5-6-3,6-5 0,-2-9-56,8 3 0,0-4-139,6-2 0,-1-8 7,1-3 1,-8-10-177,-4-2 0,-6-6 121,-6 6 0,-3-8-60,-8 2 1,-2-3-69,-4-3 0,-5 2 86,-12 5 1,2-3 64,-8 8 50,0 0 46,2 13 0,-4 2 68,8 8 0,0 0-372,6 0 200,0 8 0,7 2-94,4 7 1,6-6-196,6 1 1,4-6-165,7 5 631,0-7 0,8 4 0,2-8 0</inkml:trace>
  <inkml:trace contextRef="#ctx0" brushRef="#br0" timeOffset="-82740">15270 4756 7569,'17'-9'804,"-7"-7"3,5 14-334,-13-5-154,6 7 1,-10 9 180,-4 9 1,2 7-162,-7 9 0,1 1-113,-1-1 0,1 7-84,4-1 0,4-5-1,-3-6 1,8-3 41,3 3 1,13-4 11,-1-7 0,10-7-168,1 1 1,4-9 11,2 3 0,1-4-203,4-2 1,-5-6-85,0 1 1,-1-9-282,-5 3 1,-2 1-14,2-2 0,-8 3-447,2-3 1,-10-1-789,-1 7 1777,-8-7 0,3 3 0,-7-7 0</inkml:trace>
  <inkml:trace contextRef="#ctx0" brushRef="#br0" timeOffset="-82580">15529 4843 7569,'0'17'787,"0"0"-656,-7 1 0,5 7 314,-6-6 0,8 12-108,0-8 0,0 6-150,0-6-195,0 7 172,8-10-1369,-6 12 598,13-13 301,-13 6 147,13 0 159,-13-5 0,14 5 0,-7-8 0</inkml:trace>
  <inkml:trace contextRef="#ctx0" brushRef="#br0" timeOffset="-82304">15754 4514 8421,'10'18'1060,"7"7"-124,0 3-473,1 5-227,14 9 1,-11 2 47,8 8 0,-6 0-146,6 0 1,-2 2-126,2 4 1,2-3 17,-8 9 0,0-9-206,-6 3 1,-7 4-440,-5 1-388,-3-3 907,-2-9 20,0-1 0,-7-13 0,-5 3 0,-11-11-19,-6-6 0,2 2-49,-2-2 0,-5-2-303,-6-9 1,-1 1 155,7-7 0,-1 0-1016,0-6 1306,1-8 0,5 6 0,0-4 0,-2 4 0,-1 2 0</inkml:trace>
  <inkml:trace contextRef="#ctx0" brushRef="#br0" timeOffset="-81979">16221 4428 7777,'0'-18'519,"0"7"15,0-1 16,0 9 0,2-5 116,4 8-326,-4 0-113,13 0 1,-11 2-140,7 4-113,1 3 208,5 8-357,-7 1 179,5 7 1,-11 0 74,8 4 0,-9 3-74,3-3 1,-4 2 48,-2-2 0,-6 3-176,1-3 1,-9-4 256,3-2-112,-5-11-1,7 3 0,-1-13 199,4 4 3,4-4-176,-5-2-205,7 0 97,7 0 0,3-8 49,7-4 0,8-5-110,4-6 0,4 4-143,1-4 1,1 4-358,-1 1 0,-7 3-891,-4 3 707,4-3 460,-8 13 0,1-11 344,-9 7 0,1-8 0,5 5 0</inkml:trace>
  <inkml:trace contextRef="#ctx0" brushRef="#br0" timeOffset="-81804">16636 4410 7569,'0'-9'-101,"0"1"777,0 8 975,0 0-1273,0 8 0,0 1-4,0 9 0,2 5-66,4 0 0,1 2-138,5-2 1,3-4 0,-3 4 0,9-5-437,2-7 180,0 4 133,-6-13 1,5 8-1245,-5-4 601,4-4 359,-11 5-1516,7-7 534,-8 0 1219,7-7 0,-14-3 0,5-7 0</inkml:trace>
  <inkml:trace contextRef="#ctx0" brushRef="#br0" timeOffset="-81679">16844 4359 7569,'0'17'364,"0"-4"126,0 5 0,0-3-159,0 14 0,-6 0-34,0 5 0,0 3-394,6 3 94,-7-3 59,5 13 0,-8-6-56,4 8 0,-3 0 0,-9-1 0</inkml:trace>
  <inkml:trace contextRef="#ctx0" brushRef="#br0" timeOffset="-71249">11829 6814 8157,'0'-17'0,"2"0"0,1-1 720,3 1 1,0 6-59,-6-1-194,8 0-193,-7-5-114,7 0 0,-8 5-91,0 1 1,-2 7-170,-4-2 0,-9 4-224,-8 2 240,-8 8 106,4 2 0,-5 13-294,3 0 136,-4 7 19,6-10 158,0 5-31,2 0 1,14-12-44,-1 4-21,9-3 44,-5 3 0,16-5 34,3-1 1,10-7 326,2 2-149,8-4 0,-4-2-355,8 7 190,7-5 0,-6 6 53,5-8-184,-5 8 53,-1-6 1,-3 13 65,-3-4 1,-4 5-8,-7 1 0,-7 2-51,1 4 0,-9-3-106,3 3 1,-12 2 285,-5-2 0,-12 2-97,-6-2 1,-4-4 133,-1 4 8,-1-4-162,1-1 0,1-7 18,4 1 0,-2-9 4,8 3 1,0 2 107,6-2-625,0-1-207,7-12 0,2-3-715,8-7 682,0 0 400,8-8 0,2 3-742,7-6 1046,0-1 0,8-6 0,2 1 0</inkml:trace>
  <inkml:trace contextRef="#ctx0" brushRef="#br0" timeOffset="-71032">11794 6555 7569,'0'-27'150,"0"2"394,0 8-132,0 7-129,8 2 1,-4 16 461,7 4 0,-7 13-305,2 9 0,-4 8-96,-2 10 1,0 8-5,0 3-962,0 5 603,-8-7 0,4 6 150,-7-3 1,7 1 63,-2-2 0,6-5-1591,6-12 0,-2 2 206,7-7 1190,1-1 0,13 2 0,1 2 0</inkml:trace>
  <inkml:trace contextRef="#ctx0" brushRef="#br0" timeOffset="-70515">12538 6607 7569,'0'-12'183,"0"1"0,2 7-390,3-2 101,5 4 26,7 2 0,0 0 697,1 0-262,-1 0-211,0 0 0,1 0 22,-1 0 0,6 8-168,0 3 0,-2 5-99,-9 1 1,1 0 59,-7 1 1,0-1-82,-6 0 0,0 0 63,0 1 74,-8-1-14,-2-7 1,-7 5 125,0-3-6,-8-5-82,6 9 0,-8-9 134,4 5 0,3 1-62,-3-7 1,6 7 292,6-1-337,3-4 0,8 7 2,0-3 0,8-3-88,3 3 101,4-8-10,10 11 0,2-5-160,8 7-27,0-8 108,-9 7 1,5-7-60,-8 9 0,0-1 140,-5 0 0,-1-3 126,0 3 0,-7-9-50,-4 9 0,-5-4 197,-1 5 1,-7-1 145,-5 0-250,-11 1-57,-4-1 1,-7-6 148,-1 1-16,1 0-266,-1 5 1,0-6-159,1 1 0,5-6-30,0 5 1,8-7-347,-2 2 0,9-4-475,3-2 24,7 0 0,0 0-420,16 0 1352,-1-8 0,30-9 0,-5-10 0</inkml:trace>
  <inkml:trace contextRef="#ctx0" brushRef="#br0" timeOffset="-70224">13195 6814 7569,'9'-9'1094,"-9"1"1,-7 16-639,-5 3 1,-1 10 61,7 2 1,0 8-216,6-2 0,0 2-108,0-3 0,8 3-172,3-8 1,12-2-10,6-9 1,6-4-8,5-8 0,2-2 25,5-4 0,-5-4-194,-8-7 0,-1-2 51,-4-4 1,-4 2-128,-8-8 1,-7 2 128,-4-2 0,-14-2-36,-9 8 1,-8 0-61,-10 6 1,0 7 142,1 5 1,-7 3 162,1 2 0,0 9-206,5 9 1,3 1-47,3 10 1,6-6-249,11 5 0,-1-4-1176,7 4 1575,0-7 0,14 4 0,1-7 0</inkml:trace>
  <inkml:trace contextRef="#ctx0" brushRef="#br0" timeOffset="-68854">13714 6814 7569,'7'-9'232,"-3"-1"-30,8 4 1,1 4 320,10-3 1,-2-3-366,8 2-170,0-7 98,13 3 0,-5-1-110,3-1-34,-3 8 127,-3-4 1,-5 3 22,0-1 1,-8 0 9,2 6 0,-10 0-15,-1 0 0,-8 8 94,2 3 0,-5 12 183,-1 6 1,-1 4 210,-5 2-286,4-1-92,-14 8 1,9-5-94,-5 3 134,-3 4-60,13-15-475,-6 19 248,8-27 0,-5 18 55,-1-16 0,0 6-105,6-6 1,2 0-195,4-6 0,-4-5-376,3-1 1,5-7-360,1 2 1,5-4 462,1-2 1,2-10 564,4-7 0,4-8 0,8-10 0</inkml:trace>
  <inkml:trace contextRef="#ctx0" brushRef="#br0" timeOffset="-68588">14509 6762 7569,'-2'-11'600,"-4"-1"884,4 8-1053,-5-3 0,7 14 47,0 5 0,0 0 65,0 5-177,0-4-229,0 20 1,5-8-67,1 4 1,8 3 143,-3-3-294,5 4 118,1 1 1,0-7 81,0-4 0,-1 2-65,-5-2 0,3 0-7,-8-5 1,-1-1-164,-5 0 1,0-5 2,0-1 1,-2-5 49,-3 6 1,-5-8-252,-7 1 0,-2-3 139,-4-2 0,1 0 104,-6 0 1,4-2-459,-4-3 1,7-5-663,-3-7 1,5-8 1188,2-4 0,0-11 0,-1-5 0</inkml:trace>
  <inkml:trace contextRef="#ctx0" brushRef="#br0" timeOffset="-68446">14474 6762 7569,'12'-11'0,"-1"-1"0,-5 7 431,6-7 0,-6 8 631,5-2 0,-5 4 177,5 2-681,-7 0-187,12 0-616,-7 0 233,8 0 1,7 0 202,-1 0-1629,0 0 1069,2 0 0,-4 0 311,8 0 0,-3 0 58,3 0 0,4 8 0,-6 2 0</inkml:trace>
  <inkml:trace contextRef="#ctx0" brushRef="#br0" timeOffset="-68094">15201 6710 7569,'0'-23'608,"0"0"-213,0 0-151,0 6 0,0 5 24,0 1 0,-8 7 30,-3-2 89,-5 4-250,-1 2 1,-6 8 57,0 4 0,-6 3 0,6 2 0,0 6-42,6 0 1,5 0-50,0-5 1,9-1-326,-3 0 220,4 1 0,10-7-186,3 1 1,10-8 15,2 1-262,8-10 305,-12-5 1,14-7 23,-4-1 1,-4 3 58,-2 3 0,-4-1-161,-2 7-24,1-7 0,-7 11 814,1-4-281,-8 12-202,3 3 1,-14 15 788,-5-1-423,-3 7-216,5-3 204,-5 8-220,5 7 1,-5-5 19,3 3 0,-1-4-25,7-1 0,-6-6-369,7 0 1,-1-2-431,6 1 1,0-3-828,0-7 686,0-9 450,0-1 1,2-8-1378,4 0 726,-5 0 911,15 0 0,-7-8 0,9-1 0</inkml:trace>
  <inkml:trace contextRef="#ctx0" brushRef="#br0" timeOffset="-67890">15547 7125 11613,'0'-9'3715,"0"1"-2686,0 8-226,0 0-73,0-7-363,0 5-1248,0-6-1514,0 8-1007,7 0 3402,-5 0 0,14-8 0,-7-1 0</inkml:trace>
  <inkml:trace contextRef="#ctx0" brushRef="#br0" timeOffset="-66389">16135 6572 7569,'0'-9'1720,"0"1"-1583,-8 8 1,4 8 390,-7 3-296,7 4 0,-6 10 27,4 4 1,4 6-55,-3 5 0,-3-1-43,2 7 0,0-2 23,6 2 0,0 2-164,0-8 0,10-1 108,7-10 1,3-4 76,8-8 1,-5 0-173,6 0 0,-6-7-229,6-4 0,-6-4 171,6-2 1,-8-2 69,2-4 0,-6-4-266,-5-7 1,1-6-288,-7 0 1,-2 0 314,-10 6 1,-5-1 62,-12 1 1,-4 8-13,-8 3 0,-5 4 108,-1 2 0,1 8 283,6 3 0,5 10-215,0 2 0,10 2-70,1-2 1,9-2-194,9 8 0,2-8-377,3 2 0,7-5 184,11-7 421,12 5 0,9-14 0,8 5 0</inkml:trace>
  <inkml:trace contextRef="#ctx0" brushRef="#br0" timeOffset="-65729">16688 6641 7569,'10'-9'-671,"-3"-7"998,-7 14 49,0-5 279,8-1-212,-6 6 296,6-6-541,-8 8 298,0 0 0,-2 6-334,-4 0 0,4 7-12,-4-1 1,-2 3-43,3 3 0,-9 1 6,3 4 1,1-4-63,-1 4 1,5 2 11,-6-2-66,8 0 90,-11-5 1,13-7-105,-4 1-92,4-1 151,2-1 0,2-3-53,4-7 0,4 0 12,7 0 1,2 0-143,4 0 0,2 0 63,4 0 1,2 0-90,-8 0 1,6 6 93,-6 0 36,0 0 12,-6 1 275,0-5-167,-7 14 1,4-7-58,-9 9-40,1-1 0,-6 0 186,0 0 1,0 1 273,0-1 1,-8 0-129,-3 1 0,-5-1 22,-1 0 0,-2-1-82,-4-5 0,4 4-105,-4-3 1,-4-2-488,-2 1 1,2-5 227,-2 5 1,6-7 159,-6 2 1,8-4-550,-2-2 0,4 0-877,2 0 1,-1 0 519,1 0 0,7-10 851,5-7 0,3-8 0,2-10 0</inkml:trace>
  <inkml:trace contextRef="#ctx0" brushRef="#br0" timeOffset="-65573">16740 6745 7569,'17'-15'701,"0"3"0,-5-3 1238,-1 3-932,1 5-217,-2-9 181,5 14 0,-5-11-583,7 7 0,0-5-407,0 5 1,3 0-15,3 6 1,2-6-232,4 0 1,3-5-356,-3 5 1,2-5-1765,-2 5 2383,3 0 0,-5-2 0,8-1 0</inkml:trace>
  <inkml:trace contextRef="#ctx0" brushRef="#br0" timeOffset="-113171">10670 1644 8056,'-10'-8'1637,"-5"6"-1584,13-6 104,-6 8-50,8 0 1,2 0-131,4 0 0,6 0-95,11 0 1,2 2-284,3 4 0,5-2-826,-4 7 622,-4-7 605,8 12 0,-14-7 0,6 8 0</inkml:trace>
  <inkml:trace contextRef="#ctx0" brushRef="#br0" timeOffset="-113015">10635 1886 8149,'-7'9'1358,"5"-1"-689,-6-8-148,8 0-338,0 0 1,8 0-47,9 0 1,10-6 74,8 0 0,1-7-387,4 1 1,5-1-497,6 2 1,-1-5 670,-3 5 0,3-5 0,-6-1 0</inkml:trace>
  <inkml:trace contextRef="#ctx0" brushRef="#br0" timeOffset="191144.729">5136 1713 7569,'0'-18'6,"-7"1"1,-5 2 0,-3 1 213,-3 3 1,1-1 112,0-5 0,-2 7-84,-5 5 0,5 3-188,-4 2 1,-4 2 73,-2 3 1,3 7 90,-3 11 1,6 6-46,-6 11 0,8-1 108,-2 7 1,5-8-181,7 2 1,3-3-106,8-2 1,0-9-1,0-2 0,8-5 86,3-2 0,5-7-114,1-5 1,6-3 76,0-2 1,6-7-109,-6-5 1,8-11-98,-2-6 0,1-5-161,-1-7 0,-4 5 107,-8-5 0,1-1-23,-1 2 0,-5 7 312,-1 10-148,-7 4 377,4 2-241,-8 7 1,-2 12 45,-4 15 0,2 6 108,-7 6 1,7 4 96,-2-4 1,4 3-169,2 3 0,2-6-175,4-1 0,3-6-43,9 1 1,-1-6 53,0-6 1,2 3-88,4-8 0,-3-1 32,3-5 1,-4-1-31,-2-5 0,1-10 8,-1-7-247,-8-7 159,7 3 1,-9-8-13,5 1-40,-4-1 82,-1 0 1,-5 1 228,4-1 0,-4 8-72,-2 4 1,0 10 440,0 1-245,0 8-95,0-3 0,0 9-8,0 3 0,-2 11 135,-4 7 0,4 8-33,-3-3 0,3 5-52,2 2 1,0-7-174,0 1 1,0-2 84,0 2 0,0-4-167,0-8 1,0 1 10,0-1 219,0-8-158,0 7-119,0-14 1,2-2 50,3-12 0,3-11-143,4-6 0,3-3-114,-3-3 1,3-5 124,2-1 0,0 1 197,1 5 0,-7 9-219,1 3 5,-1 3 162,7 3 0,-7 9 238,1 8 1,-8 4 47,1 13 1,-3 3 182,-2 9 0,0 3-127,0-3 0,2 4-65,4 1 0,-4-1-288,4-4 1,3 1 77,3-6 0,3-1-442,2-6 1,1 0 107,-1 0 0,-5-1-50,-1-5 0,1-3-21,5-8 0,-6 0-167,1 0 0,-1-10 174,7-7 0,-7-2 414,1-10 0,-6 2 0,5-2 0,-7-1 0,2 7 0,-4-2 224,-2 2 73,0 3 205,0-5 259,0 8 579,0 7-750,0 3 0,-6 14-221,0 5 0,-2 5-88,3 6 1,1 4-87,-8 8 0,7-1-106,-7 1 0,8-2 53,-2-5 0,4 3-72,2-8 0,0 0 37,0-5-267,0-1 0,0-6-325,0 1 373,0-8 1,0 2-40,0-12 0,8-11 87,4-12 1,3-6-333,2-5 1,1-4 134,-1-8 0,0 2-4,0 4 0,-1 0 177,-5 11 1,3-2 51,-8 14 243,7 0-176,-11 14 316,6 1-240,-8 8 0,0 13 101,0 5 0,0 11-28,0-1 1,0 5-83,0 2 0,2-3-112,3-3 1,-3 4-59,4-4 1,4-2-122,1 1 0,3-7-55,-3 3 93,12-5 1,-5-4 61,10-3 1,-3-5-96,-7-7 1,-1-2 106,0-3 1,0-5-21,1-7 1,-7-2 57,1-5 0,-3 5-19,3-4 0,3-2 77,-3 2-84,-4 0 1,1 6 291,-3 0-116,-4 7 203,6 2-86,-8 8-197,0 0 1,0 10 152,0 7 0,0 0-65,0 6 0,0-1-141,0 1 0,0-4 97,0 4 0,5-4-172,1-2 1,8-1 43,-3-5 1,2-1 72,-1-4 1,3-4-58,-3 3 1,3-5-143,3-5 1,5-5 64,0-7 1,0-8 26,-6-4 0,0-4-133,1-1 1,-7-7 99,1 1 0,-3 0 148,3 5 0,1 2-184,-7 5 862,0 3-357,-6 7 14,0 9 1,0 9 3,0 11 0,0 7-99,0 5 1,0-2 16,0 8 0,0-1-37,0 7 0,0 0-335,0-1 0,0-5 107,0 0 0,7-6-620,5 6 0,3-8 328,3 2 1,-5-6-654,4-5 0,-3 1 269,9-7 1,-2 0 659,2-6 0,4 0 0,8 0 0</inkml:trace>
  <inkml:trace contextRef="#ctx0" brushRef="#br0" timeOffset="192192.729">7073 1799 7569,'0'-17'427,"0"7"-184,0-5 0,-8 13 227,-3-4 0,-6 6-203,-7 6 1,3 4 10,-8 7 0,3 0-103,-3 1 1,4 5-23,7 0 0,1 2-219,0-2 79,7-4 62,3 6 0,7-8-132,0 0 74,0 1-352,0-9 33,7-1 0,3-8 81,7 0 1,2-8-130,4-3 0,-3-6 83,3-7 0,-4-2-101,-2-9 1,-1 6 198,-5 0 115,5 8 1,-13-2-297,9 12 13,-8-5 925,3 14 1,-7 2-334,0 12 0,0 5 281,0 6 0,0 2-234,0 4 0,0 2-69,0-8 0,0 6-179,0-6 1,8 0-135,4-6 1,3-2 194,2-3 1,3-4 18,3-8 0,-2 0-661,8 0 1,-6-8 262,5-4 1,-6-9-75,1-2 0,2-8 65,-2 3 0,2-5 10,-2-2 0,-6-5 134,0 0 1,-1-3 25,-11 3 1,3 2 309,-2-8 0,-4 5-322,4-5 0,-5 8 180,-1-3 1,-1 7-39,-5 5 0,4-2 287,-4 8 1,-2 6-124,3 5 1,-3 8 327,2-1-283,4 3 0,-7 2-70,3 0 0,4 9 9,-4 9 0,-1 1 93,1 10 1,-6 1-153,6 11 1,1-3 34,5 8 0,0 0-40,0 6 1,0 0 35,0 0 1,0-2-122,0-4 0,0 4-114,0-4 1,7-2-206,5 3 0,3-11-8,3-1 1,-1-7-178,0-5 0,2-5 79,4-1 1,-3-7 97,3-10 0,-2 0-102,2 0 1,-4-14 66,4-3 1,-4-14 2,-1-3 1,-1-11 148,0-12 1,1 1 183,-1-7 0,-6-1 0,1-5 0,-6 0 0,5 0 0,-5 1 0,5 5 0,-7 5 0,2 12 0,-4 4 808,-2 7-422,0 9 268,0 8 1,-2 12-109,-4 12 0,-1 10-16,-5 7 1,-3 9-201,3 3 1,-1 7-124,1 10 1,3 0-102,3 0 0,4-2 89,-4-4 0,4 2-248,2-8 1,0 6 106,0-5 0,6-3-434,0-9 1,7 2 33,-1-8 0,3 0-107,2-6 1,-5-7 222,-1-4 0,1-5-4,5-1 1,-5-7 83,-1-5 0,-1-3-34,2-2 0,1-1 276,-7 1-145,7 0 211,-11-1 0,8 9 135,-5 3 118,-3 4-266,6 2 0,-8 8 80,0 3 0,0 5-111,0 1 0,0 0 83,0 1-273,8-1 1,1-2 112,9-3 1,-7 1-133,1-7 1,-1 0 41,7-6 1,-1-10-38,0-7 0,6-2 49,0-10 1,6 0-67,-6-6 1,0 3 73,-6 3 0,1 4-30,-1 8 306,0-1 1,-5 9-92,-1 3 0,-7 8 466,2 9 0,-4 16 129,-2 19 1,0 6 364,0 6 0,-2-2-525,-4 7 0,-1 1 51,-5 5 0,-1-8-280,7-3 1,-8-12-176,3-6 1,-5-3-142,-1-3 1,0-9 116,0-7 1,-6-3-624,-1-9 1,-6 0-241,1-6 0,-4-2-666,-1-4 1,-7-4 166,1-7 1,0 5 1202,5 1 0,-7-8 0,-2-8 0</inkml:trace>
  <inkml:trace contextRef="#ctx0" brushRef="#br0" timeOffset="187379.729">242 1159 7459,'-17'0'324,"5"0"-133,1 0 0,5 2 91,-5 4-134,-1 4 0,-5 9 10,0 4 0,5 6 64,0 11 1,1 2-7,-6 5 1,7 8-61,4-3 0,4 0-129,2 0 0,0-10 121,0 10 0,2-12-101,4 1 0,4-11 20,7-1 1,2-8-110,4 2 1,-2-5-46,8-7 0,-2-3 100,2-8 0,4-2-149,-5-4 1,-1-5 48,2-12 1,-6 2-119,6-8 1,-10 0 54,-2-6 0,-1 1 16,-10-1 1,-1 1 81,-5-1 0,0 8-2,0 4 0,-2 6 315,-3 5-73,3 5-182,-14 7 141,14 0 0,-13 7-105,4 5 1,1 11 91,-2 6 0,9-2-49,-3 1 1,4 1-64,2 6 1,0-8 8,0-4 1,8-4-111,3-2 0,4-1 64,3-5 0,5-3-22,0-8 1,0 0 22,-6 0 0,1-8 11,-1-3 1,-2-7-66,-3-5 1,1 2 57,-7-8 1,0 0-90,-6-5 0,0-1 88,0 1 0,-6 1-109,0 4 0,-2 2 137,3 4 0,1 10 254,-8-4-244,9 3 0,-5 3-52,8-1-77,0 8 0,8-3 95,3 7 1,1 0 19,5 0 0,-4 0-9,10 0 1,-3 1 102,-3 5 1,0 6-121,0 11 162,1-4-73,-1 14 1,-2-12 39,-3 8 0,1-2-76,-7 1 1,0 3-50,-6-8 0,6 6 105,-1-6-83,1 0 143,-6-6 124,0-7-230,0-2 1,0-10 5,0-4 1,0-11-276,0-12 1,0 2 92,0-2 1,6 0-27,0-5 1,5 5 28,-5 0-3,7 8 1,-3-2 6,7 11-43,-7 5 91,5 7 0,-7 7 129,4 5 1,1 3 61,-7 3 1,0 5-47,-6 0 1,5 5-38,1-4 0,6 4-34,-7-5 0,3 0 14,-2-5 0,-2-3-11,7-3 1,-5-5-192,6-7 192,-9 0 1,11-2-11,-8-3 0,7-13-237,-1-10 1,-3-5 64,3-2 1,-1-3 49,7 3 1,-7-1-1,1 13 42,-1 0 1,1 13 13,-1 4 269,1 4 1,-1 18 49,1 7 0,-7 4 160,7 7 0,-8-3-118,2 9 1,1-3-45,-1-3 1,8-5-510,-3 0 1,-1-8 180,1 2 1,1-3 170,5-3 0,-5-2-541,-1-3-1404,1 3 1854,5-13 0,0-2 0,0-10 0</inkml:trace>
  <inkml:trace contextRef="#ctx0" brushRef="#br0" timeOffset="187877.729">1505 1505 7569,'0'-9'603,"0"1"0,0 10-538,0 4 0,0 3 340,0 9-202,0 7 0,5 1 38,1 9 0,0 5 45,-6 1 1,2 7-230,4-2 0,-4 4 107,3 2 0,-1-6-325,2 0 1,-4-6 166,4 6 1,-4-13-211,-2 2 1,1-18 116,5 0 1,-4-9 19,4 3 266,-4-7 0,-4 2 88,-4-12 1,-2-9-490,-3-8 0,-3-16 78,9-1 0,-7-10-296,6-8 1,1-9 197,5-8 0,3-5-218,9 5 0,0 2 173,11 9 1,-4 14 2,-2 16 1,6 7 211,0 10 0,0 7 10,-5 4 330,-1 4 1,0 10-230,0 3 1,-7 12 438,-4 6 0,-4 4-239,-2 2 0,0-1 23,0 1 0,-8 1-42,-3 5 0,-5-5-355,-1 4 0,0-9 5,-1-2 0,1-2-25,0 2 0,5-10-369,1-8 0,7-5 10,-2 6-248,4-8 1,4-6 741,4-16 0,11-7 0,10-9 0</inkml:trace>
  <inkml:trace contextRef="#ctx0" brushRef="#br0" timeOffset="188719.729">1954 1574 7711,'-17'8'1089,"5"2"-394,1 7-430,-1 0 1,-5 6-52,0 0 0,7 6-66,4-6 1,-1 0-203,1-5 0,0-1 182,6 0-227,8 1 1,2-3 9,7-4 123,0-3 0,0-8-128,1 0 1,-1-2-55,0-4 89,1-3 1,-3-14-40,-4 0 0,3-8 92,-8 2 1,-1 2-182,-5-2 0,0 1 58,0-7 0,0 2 79,0 5 0,-1 3-1,-5 7 0,4 1 409,-4 0-82,4-1-98,2 9-171,0 1 29,0 0 1,2 6-59,4-3 73,3 10 1,9 5-77,-1 7 1,0 3 49,1 3 0,-1-2-2,0 8 0,-5-6-7,-1 5 1,-5 1 0,6 6 1,-7-6-1,7 0 1,-8-8 4,1 2 1,-3 2 95,-2-2 0,6-6-55,0-5 32,0-9 0,-4 11-16,3-8-69,-3-1 1,12-7-50,-9-3 1,3-5-128,-2-7 1,2 0 152,3-1 0,3-5 26,-9 0 0,7-8-470,-6 3 1,1 3-87,-1 2 456,-4 3-33,6 3 0,-6 7 326,3 5-168,-3 3 1,6 9 308,-8 5 0,0 5-176,0 6 1,0-3-27,0 3 1,6 2 32,0-2 1,7-6-46,-1-6 0,-3-1-196,3 2 1,-1-3 137,6-3-136,1-4 1,-1 0 57,0-8 1,1-13-101,-1 2 0,-6-7 49,1 1 1,-2-4-125,1-7 0,-1 1 105,-4 4 1,-5-1 32,5 7 1,-4 5 273,-2 7-196,0-1 257,0 3 177,0 1-319,0 23 0,-6 3 51,1 10 66,-1 5-96,-2-6 1,6 8-59,-4-1 1,-1 1 24,1-1 1,0-5-191,6 0 0,0-8 163,0 2-200,0-4 1,0-7-70,0-1 158,8-7 1,-4-4-96,7-11 0,1-7-173,5-5 1,0-5 19,1-13 0,-1 5 85,0-5 1,-1 5-20,-5 1 0,5 8 80,-5 4 1,-1 12 275,1 5-2,-7 4 1,10 4 140,-9 4 1,1 9-127,-6 8 0,0 8 79,0-2 0,0-2-370,0 2 0,0-6 185,0 5 0,6-6-962,0 1 1,7-4 454,-1-2 0,3 0-694,2 1 1,1-9 1116,-1-3 0,0-4 0,0-2 0</inkml:trace>
  <inkml:trace contextRef="#ctx0" brushRef="#br0" timeOffset="189237.729">3130 1609 7569,'0'-17'544,"0"-1"193,0 1 1,-7 8-83,-5 3-428,-3 4 0,3 10-1,1 3 1,-1 6-21,-5 6 1,5-1-106,1 6 1,7-1 81,-2 2 1,-2 2-221,3-8 0,-1 0-66,6-6 0,8-1-96,3-5 1,-1 3 103,1-9 1,3-1-23,9-10 1,-4-5 110,4-12 1,2-4-54,-2-8 1,2-1-130,-2-4 1,-4-5 85,4-7 0,-5 1-140,-7-1 1,3-6 63,-9 0 0,7 3-294,-6 9 678,-1 3-170,-5 16 1,-1 10-155,-5 11 1,-4 14-1,-7 9 1,0 16 908,-1 13 1,7 6-367,-1 6 0,8-3 32,-1 9 1,3-7-103,2 7 0,2-8-342,3 1 0,-1-9-115,8-2 1,5-9-135,6-3 1,0-7-138,-6-9 1,6-9 191,1-3 1,-1-4-43,-6-2 0,6-4 57,0-7 0,0-3-102,-6-15 0,1 0 8,-1-5 1,-2-1 94,-3 1 0,1-1 100,-7 0 0,0 3 173,-6 3 1,0 4 544,0 8-533,0 7 1,-8 2 90,-3 8 0,1 8-89,-2 4 1,1 9 342,-6 2 0,1 6-129,5-6 0,3 6-251,8-6 0,0 5-138,0-5 0,8 6-381,3-6 0,5 0-461,1-5 0,0-3 465,1-3 1,5-5-182,0-7 1,5 0 163,-4 0 1,0-5-195,0-1 641,-5-15 0,13 1 0,-5-14 0</inkml:trace>
  <inkml:trace contextRef="#ctx0" brushRef="#br0" timeOffset="189518.729">3874 1592 7569,'-2'-21'113,"-4"3"0,-3 13 162,-9-1 52,1 4 0,0 11 230,-1 9 1,1 1 280,0 10-540,-1 0 1,3-1 189,4 1-285,3 0 0,8 4 72,0-4-345,0 3 1,0-13 132,0 4 1,8-5-49,3-7 0,6-3 79,6-8 0,-3-4-315,3-7 0,2-3-82,-2-15 0,7-7-166,-1-10 1,-2-4 253,2-2 0,-8-8 13,2-3 0,-4-6-433,-1-6 0,-1 13 198,0 5 0,-5 12-30,-1 17 272,-7 10 0,4 13 930,-8 10 0,0 20-109,0 16 0,-2 7 198,-4 4 1,4 3-483,-3-3 0,3 4-51,2-10 0,0 2-1075,0-2 1,0-4 520,0-7 0,0 0 263,0-1 0,7-7 0,3-2 0</inkml:trace>
  <inkml:trace contextRef="#ctx0" brushRef="#br0" timeOffset="209968.729">173 3425 8074,'0'-10'944,"0"2"-642,0 8-210,0 0 0,0 8 59,0 4 1,0 5 20,0 6 0,0 4 85,0 8-164,0-1 0,0 3 93,0 3 0,-2 2-220,-4 4 1,4 2 19,-3-7 1,3-1-34,2-5 1,0-3 110,0-3 0,0-4-168,0-8 180,0 1-89,0-9 102,0-1 170,0-23 0,0 1-270,0-15 1,0-7 4,0-10 0,0 0-43,0-6 0,0 4 24,0-10 0,6-1-170,-1 1 1,7 2 144,-6 10 0,7 0 6,-1 11 0,-3-1-166,3 13 173,-8 0 1,9 11 29,-7 1 1,5 5 216,-5-6-92,8 9-130,-5-5 1,3 8 45,-1 0 1,1 0 7,5 0 0,-5 0-9,-1 0 1,1 0 9,5 0 0,0 6-19,0-1 1,1 9-18,-1-3 1,0 11 80,1 1 0,-7 5-63,1-5 0,-3 8-3,3-2 0,1 4-14,-7 1 0,0 1 9,-6-1 1,6 1 12,-1 0 0,1-3 4,-6-3 0,0 2-313,0-8-341,0 0 413,0-6 1,0 1-738,0-1 621,0 0 0,0-5-121,0-1 276,0-7 0,-2 9 168,-4-7 0,-3 8 0,-8-5 0</inkml:trace>
  <inkml:trace contextRef="#ctx0" brushRef="#br0" timeOffset="210176.729">311 3719 7569,'-17'-8'1013,"8"-2"-546,1 1 1,2-1 224,0 5-409,1 3-97,12-6 0,3 8-11,7 0 0,6-2 88,0-4-551,0 4 1,0-5-599,0 7 0,2 0-705,-2 0 846,-3 0 745,12 0 0,-5 0 0,8 0 0</inkml:trace>
  <inkml:trace contextRef="#ctx0" brushRef="#br0" timeOffset="210368.729">865 3563 8457,'11'-9'-22,"1"3"1,-1 4-186,7 2 1,-1 2-61,0 4 244,1-5 0,-1 9 23,0-4 0,0 3 0,1 9 0</inkml:trace>
  <inkml:trace contextRef="#ctx0" brushRef="#br0" timeOffset="210531.729">882 3788 10412,'10'0'678,"5"0"1,-5 2-473,7 4 1,2-4-24,4 3 1,-2-3-132,8-2 1,-6 0-261,6 0 1,-6-2 207,6-3 0,0 3 0,5-6 0</inkml:trace>
  <inkml:trace contextRef="#ctx0" brushRef="#br0" timeOffset="211743.729">2041 3650 5963,'0'-10'2328,"0"2"-1572,-8 16-367,6 9-46,-6 3-135,8 12 0,0 1-25,0 7 1,0 2-88,0-1 0,0-3 179,0 8-137,0-7 0,0 3 56,0-7 1,0-8-296,0-4-29,0-12 233,0 4 357,0-13-335,0 6-196,0-16 58,0-9 0,-5-4 163,-1-8-256,0-7 0,6-9 79,0-6 1,0-3-436,0-4 325,0 4 0,0-11-13,0 7 0,2 3-41,4 9 0,3 3-142,9 9 107,-9 7 100,7 9 0,-7 5 15,9 7 0,-1 0 35,0 6 1,-1 2 120,-5 4 1,4 4-150,-3 7 1,3 2 20,3 4 0,-7-2 146,1 8 1,-8-2 46,1 2 1,-3-4 18,-2-8-146,0 1 0,0-1 181,0 0-77,-7-7 0,1 3-138,-11-7 0,3 0 6,-9-6 1,4 0 48,1 0 0,1 0 5,0 0 1,5 0-348,1 0-118,7-8 0,-4 4 456,8-7 0,16 7 0,3-4 0</inkml:trace>
  <inkml:trace contextRef="#ctx0" brushRef="#br0" timeOffset="-213495">1020 5292 10568,'18'0'575,"-7"0"-345,1 0 0,-1 0-266,7 0 48,-1 0 1,2-1 128,4-5 1,-4 4-344,4-4 1,-1 4-614,1 2 0,-4 0 560,4 0 0,-4 0 61,-2 0 0,-5 8 194,-1 3 0,-7 5 0,4 1 0</inkml:trace>
  <inkml:trace contextRef="#ctx0" brushRef="#br0" timeOffset="-213356">1072 5517 7569,'0'10'706,"8"-2"-5,4-8-316,3 0-202,2 0-46,8 0 1,-4 0 183,8 0-521,0 0 171,6-8 0,1 6 131,4-4-102,-3 4 0,5-5 0,-7-3 0</inkml:trace>
  <inkml:trace contextRef="#ctx0" brushRef="#br0" timeOffset="-208361">1228 6797 7569,'-17'0'1655,"-1"0"-109,9 0-895,1 0-375,8 0 0,2 0-43,4 0 1,5 0-28,12 0 1,4 0-24,8 0 1,-1 0-180,1 0-1344,0 0 1002,-8 0 1,3 0-754,-7 0 453,8 0-1285,-12 0 1923,6 0 0,-15 8 0,-2 1 0</inkml:trace>
  <inkml:trace contextRef="#ctx0" brushRef="#br0" timeOffset="-208223">1228 7022 7569,'-6'11'2086,"0"1"-1651,1-8 0,7 3 41,3-7 0,11 0-173,7 0 1,9-2-121,3-3 1,5 1 380,7-8-1540,2 8 774,-4-11 1,7 11-1137,-1-7 1338,1 7 0,8-19 0,1 4 0</inkml:trace>
  <inkml:trace contextRef="#ctx0" brushRef="#br0" timeOffset="-209154">7194 4653 7569,'0'-10'0,"0"-5"640,0 13 160,0-6 0,0 16-64,0 3-74,0 12-352,0-4 0,0 12-105,0-8-153,0 8 132,0-4-978,8 0 649,-6 6 0,5-14 176,-7 4-1595,8 4 1069,-6-8 1,6 0-204,-8-7 698,7-9 0,3-3 0,7-9 0</inkml:trace>
  <inkml:trace contextRef="#ctx0" brushRef="#br0" timeOffset="-208914">7453 4514 7569,'0'-9'-148,"8"1"0,-4 8 855,8 0-262,-9 0-130,5 8 74,-8-6-126,0 21 1,6-12 11,0 12-283,-1 4 49,-5 0 1,0 2 164,0 0 1,0-2-24,0 1 1,-2 3-103,-3-8-133,3 0 82,-6-5 0,2-7 576,1 1-269,-1-9-69,6 13 1,2-14 97,3 3 0,7-5-327,11-5 0,4-5-172,8-7 0,-1 5 246,1 1 0,-1 1 70,1-1 1,-8-3-1927,-4 8 1743,-4 1 0,-2-3 0,1-2 0</inkml:trace>
  <inkml:trace contextRef="#ctx0" brushRef="#br0" timeOffset="-210595">5603 5431 10436,'-10'0'58,"3"0"-799,7 0 741,0 0 0,15-8 0,4-2 0</inkml:trace>
  <inkml:trace contextRef="#ctx0" brushRef="#br0" timeOffset="-210162">5949 5137 7838,'-12'0'0,"1"0"0,7 2 387,-2 3 0,-3 5 564,-3 7 1,3 3-544,-3 3 0,6 2-171,-5 3 1,7 5 300,-2-4-175,4 4-214,2-6 0,0 3-139,0-7 29,0 0 1,8-13-198,1 5 179,9-13 0,-1 6 44,0-8 0,6-2-120,0-4 0,6-9 21,-6-8 1,0-8 17,-5 2 0,3-3-650,-4-3-163,4 0 526,-19 1 0,6-6-195,-8-1 249,-8 1 0,-1 13 652,-9 2-338,-7 8 0,4 7-33,-8 4 1,8 4 36,-2 2 1,-2 6-96,2 0 1,2 7 32,9-1 1,5 3 198,7 3-873,0-1 450,0 0 0,2 2-1099,3 4 625,5-3 287,15 5-419,-6-8 823,14 0 0,2 0 0,9 1 0</inkml:trace>
  <inkml:trace contextRef="#ctx0" brushRef="#br0" timeOffset="-209711">6347 5275 7569,'9'-17'679,"-1"0"-479,-8-1 1,6 1 150,0 0 1,-1-1-94,-5 1 0,0 0 298,0 0-361,-7-1 0,3 3 0,-8 3 0,1 5 40,-7 7-273,1 0 76,0 0 0,5 0 70,1 0 76,-1 7-1,3 3-217,-7 7 162,14 1 1,-5 5-4,7 0 0,0 7-95,0-1 1,2 2 81,3-2 1,5 1 4,7-6 1,6 6-184,0-1-119,0-4 146,2 8 1,-5-14-85,3 4 77,-4-4 0,-8 0-7,1 5 17,-8-13 1,3 12 52,-7-11 1,0-3-9,0 3 0,-1-8-29,-5 1 0,-4 3-8,-7-2 1,-6 0-122,0-6-217,0-8 207,-2-2 1,2-7-82,0 0 178,-8-1 10,27 1-175,-19-8 87,21 6 1,-6-12 49,8 8 0,8-8-9,4 3 1,5 3-57,6 2 0,-4 3 0,4 3 1,2 0-75,-2-1 259,8 1 1,-12 6-226,4-1 319,-11 1-1,3 1-214,-13 2 208,6 1-31,-8 5-133,0-14 0,-10 14 29,-7-3 1,0 3 30,-6 2 0,-2-6 67,1 0 1,-4 0-42,5 6-217,0 0 0,11 0 39,0 0-758,9 0 397,-5 0 212,8 0-656,0 0 944,8 8 0,1-6 0,9 6 0</inkml:trace>
  <inkml:trace contextRef="#ctx0" brushRef="#br0" timeOffset="-209447">6554 4964 7569,'-2'-17'1040,"-3"-1"-879,3 1 0,-6 0 22,8-1 1,0 7 99,0-1-36,0 9-87,0-5 1,8 8 249,3 0-226,5 0-1,1 8-37,8 9 14,2 10 1,2 9 115,-1 5 32,1 3-108,6 8 0,-3 0 6,-3-1 1,2 1-24,-8 0 1,-2 6 97,-9-1-882,-5 1 649,-7-6 0,0-2-526,0-4 428,-7 4-1,-11-14-227,-1 7 217,-13-9 1,5-7-256,-8-4 1,2-5-447,5-7 0,-3 3 503,8-9 0,-6 1-67,6-6 326,0-8 0,7 7 0,5-9 0,1 0 0,-3-1 0,-6-1 0</inkml:trace>
  <inkml:trace contextRef="#ctx0" brushRef="#br0" timeOffset="-210994">5032 4964 7569,'-17'0'203,"0"0"-203,0 0 0,-1 2 0,1 4 0,0 3 1001,-1 8-72,1 8-547,-8 10 0,8 7-48,0 4 1,-1 8-93,7-8 0,3 8 99,2-8 0,4 2-204,2-2 1,2-3-172,4-9 1,4 1 185,7-1 0,6-7 43,0-4 0,8-3-960,-2-3-1007,3-8 1174,-5-1 1,6-8 225,-4 0 1,-2-2 371,1-4 0,-6-18 0,2-13 0</inkml:trace>
  <inkml:trace contextRef="#ctx0" brushRef="#br0" timeOffset="-210753">5309 5033 9512,'-2'29'553,"-4"0"1,5-2-359,-5 1 0,2 11 241,-2-5-515,4 5 130,-5-12 0,7 5-996,0-3 508,0-4 138,0 8 1,5-12-194,1 8 1,2-8 491,-2 2 0,3-4 0,8-1 0</inkml:trace>
  <inkml:trace contextRef="#ctx0" brushRef="#br0" timeOffset="-212487">2473 5344 7475,'0'-17'-156,"0"0"598,0-1 737,0 9-415,0-7-204,0 15-341,0-7 0,0 17-13,0 9 1,0 1-163,0 10 0,0 0 93,0 5 0,0 7 69,0-1 0,0-4-71,0-1 1,0-6-849,0 5 0,6-1 72,0-10 1,1 0-276,-1-6 0,-2-7-235,7-4 1151,1-4 0,13-18 0,2-3 0</inkml:trace>
  <inkml:trace contextRef="#ctx0" brushRef="#br0" timeOffset="-212170">2732 5223 7820,'10'-7'84,"-2"5"-355,-8-6 192,0 8 23,7 0 1,3 2-1,7 4 1,-5 5 413,-1 12 292,9-4-409,-9 14 1,12-8 115,-11 4-118,3 4-144,2-7-203,-7 1 183,5 6 0,-13-14 42,4 4 0,-4 2-1,-2-2 0,-6-5 0,0-7 0,-7-5-15,1 5 1,-3-7 24,-2 2-149,0-4 1,-1-2 156,1 0 124,7 0 1,-5 0-169,13 0-215,-6 0 283,8 0 2,0 0-191,8 0 98,2 0 0,13 0 67,0 0-31,7 0-20,-10 0 4,12 8-128,-5-6-640,8 5 357,-1-7-13,1 0 0,0 0-732,-1 0 752,-7 0-763,6 0 649,-14-7 1,12-1 51,-8-4 0,0-5 379,-6 0 0,0-8 0,1-10 0</inkml:trace>
  <inkml:trace contextRef="#ctx0" brushRef="#br0" timeOffset="-211862">3338 5344 7304,'-10'0'-88,"1"6"88,3 0 0,4 9 186,-4 3 0,-2-1 281,3 6 1,-1 2 275,6-2-385,0 0-122,0-6 1,8 2-307,3 5 59,4-13 0,3 12-152,-1-21 0,0 11 66,1-7 106,-1 0 0,0-8-112,0-4 1,1-3 110,-1-9 0,-5-1-71,-1-4 0,-7 4-117,2-4-188,-4-4 199,-2 0 1,-2-2-203,-4 0 312,-11 8 70,-3-4 0,-5 8 90,8 0 1,-6 5-56,0 1 1,0 7 175,6-2 0,5 4-148,1 2 1,1 2 30,-1 4 146,3-4-364,8 13 0,2-11 143,4 7-606,3-7 292,8 4 21,8 0 0,-5-6-222,3 3 0,2-3 202,-2-2 1,6 6 282,-6 0 0,0 0 0,-6-6 0,0-8 0,1-2 0</inkml:trace>
  <inkml:trace contextRef="#ctx0" brushRef="#br0" timeOffset="-211419">3597 5344 7569,'17'-9'-67,"-7"1"350,-2 8-12,-8 0 1,0 8-1,0 3 395,0 5-438,0 1 1,-2 2-4,-4 4 0,4-2-30,-4 8 0,4-8 69,2 2-253,0 4 52,0-8 0,8 1-146,4-9 77,3-7 1,2 9-128,1-7 124,-9 0 1,7-8-38,-5-4 0,4-3-88,3-9 0,-7-1 102,1-4 1,-8 4 15,1-4 1,-3-4-106,-2-2 0,-2 2-172,-3-2 1,-5 3-536,-7-3 433,7-4 260,-5 14 1,5-6 86,-7 8-36,7 7 433,-5 2-420,13 8 21,-6 0 0,16 0 120,3 0 0,5 0 82,1 0 0,0 0 29,1 0-168,-1 0 58,8 8 0,-6 0-12,4 3 1,-3 5 20,-3-5 0,-2 6 107,-3 6 1,1-1-116,-7 6 1,5-5-10,-5 6 1,2-6 381,-2 6-200,-4-8 1,7 4 160,-3-7-179,4-1-102,7 0 50,0-7 0,8-3 38,4-7 0,2-2-133,-2-3 1,1-7-152,-7-11 0,0 2 164,-5-8 1,-3 6 25,-3-6 1,-5 0-640,-7-5-474,0-1 666,-7 1 0,-9 5-303,-7 0 355,-8 8 31,4-4 0,-7 15-147,-1 5 0,6 3-81,1 2-199,7 7 672,-4 3 0,7 15 0,1 2 0</inkml:trace>
  <inkml:trace contextRef="#ctx0" brushRef="#br0" timeOffset="-214653">5430 3096 7569,'0'-9'892,"0"1"-583,0 8 1,0 10-127,0 7 1,0 2 22,0 10 1,0 0 4,0 5 0,0-1 0,0-4 1,0 2-794,0-8 296,0 7-82,0-10 0,0 10-361,0-7 1,2-2 728,4-9 0,3 3 0,9-5 0</inkml:trace>
  <inkml:trace contextRef="#ctx0" brushRef="#br0" timeOffset="-214403">5638 2992 7569,'9'8'570,"-1"2"1,-2 7-438,0 0 0,1 3-46,-1 3 1,-4-2-142,4 8 0,-4-6 160,-2 5 1,0-4 13,0 4 0,0-12-19,0 1 309,0-4-17,0-3 102,0 5-163,7-13-236,3 6 0,15-10 64,4-4 1,3-5-195,3-12 1,-1 4-359,1-5 0,0 5 348,-1 2 1,-5 5 43,0 1 0,-8-1 0,4-5 0</inkml:trace>
  <inkml:trace contextRef="#ctx0" brushRef="#br0" timeOffset="213510.729">4081 3684 7569,'0'-11'0,"0"-1"0,-2 6 198,-3-5 1,3 5 328,-4-5 0,2-1-291,-2-5-134,4-1 1,-13 1-75,4 0-92,3 0 223,-8-8-63,7 5 0,-8-5-30,-1 8 1,1 2 46,0 3 0,1 3 21,5 3-93,-5 4-103,14-6-160,-5 8 154,-1 0 1,6 8-132,-4 3 244,5 5-4,1 9 129,7 2-132,-5 7-7,13 9-19,-5-7 0,7 12 4,1-8 1,-3 12 10,-3-6 1,1 6 4,-7-11 0,5-1-146,-5-5-13,0-1 142,-6 1 0,0-8 331,0-4-154,0-4-8,0-9 68,-8-3-111,-1-7 1,-9 0-103,1 0 1,0 0 18,-1 0 0,-5-13 49,0-5 1,2-5 38,10 0 0,-3-2-76,8-3 0,1-5-149,5 4 0,7-2-1201,5 3 603,3-5 325,10 14-518,-6-14 536,14 14 1,-8-4-60,4 11 0,4-3 17,-5 3 1,-1 3 375,2-3 0,0 8 0,5-3 0</inkml:trace>
  <inkml:trace contextRef="#ctx0" brushRef="#br0" timeOffset="213959.729">4323 3459 7569,'-17'0'901,"8"8"-676,-7-6 41,14 13-67,-13-5 0,7 7-22,-3 1 1,3-1 75,8 0-111,0 0 0,0-5-281,0-1-273,0-7 238,8 4-130,1-8 185,9 0-1,-1-8-175,-8-1 0,5-9 39,-8 1 156,-1 0 0,-5-2 22,0-4 1,0 3-44,0-3 1,-5-2-123,-1 2 1,-6-2 98,7 2 268,-1 4-202,6-6 0,0 8 128,0-1 84,0 1-216,0 8 218,8-7-75,1 14 1,3-11-132,-1 7 263,8 0-95,1 6 0,5-2-95,-8-3 1,6 3 15,0-4 0,0 6 153,-6 6 42,1-4 1,-3 15 110,-3 0-72,3 0 7,-13 16-185,6-6 195,-8 8-104,0-1 0,-2 8 31,-4 5-38,-4-5 1,-7 14 44,0-5-100,-1 5 0,-5-4 60,0 0 0,0 0-154,6 0 0,5-2-189,1-4 0,1-4-608,-1-7 393,3-1 216,8 1-701,0-8 264,0-2 378,0-8 1,8-7-22,3-5 1,5-7 257,1-9 0,0-8 0,0-16 0</inkml:trace>
  <inkml:trace contextRef="#ctx0" brushRef="#br0" timeOffset="214193.729">4635 3874 7735,'0'18'275,"0"-9"0,-8 7-69,-4-5 1,5 7 242,1 5-124,-4-4-187,9-2 0,-7-2-171,8-3 39,0-4 1,8 7-21,1-13 0,8 6 180,1-8 54,-1-8-472,0 6 207,1-13 1,-7 5 74,1-7 1,-9-1-12,3 1 1,-4-6-122,-2 0 1,-2 0-176,-4 6 1,-3 1 155,-8 5 1,-6-3 93,-1 9-130,1-1 65,6 6 0,0 0 18,0 0-586,7 0 419,-5 0 1,13 2-158,-4 4 398,4-5 0,10 7 0,1-8 0</inkml:trace>
  <inkml:trace contextRef="#ctx0" brushRef="#br0" timeOffset="214509.729">4808 3131 7569,'-10'-12'0,"4"1"42,4-1 0,2 1 364,0-1-218,0 8 0,2-3-1,4 7 1,4 7 351,7 5-402,0 3 1,1 10 209,-1 4-209,8 11 0,-6 5 183,4 6-98,4 1-200,-8 8 0,6 3 160,-8 12 1,-1-4 22,-5 4 1,3 4-180,-8 2-1250,-1-4 1229,-5-1 1,0-8-38,0-5-602,-7-3 762,-3-8-104,-7-1 0,-2-6-164,-5-5 260,-2-4-401,-1-1 195,-6-8 1,6-4 181,-7-11 1,5 1-49,0-7 1,8 0-598,-2-6-1156,3-8 1704,3-2 0,2-11 0,3 0 0,3 0 0,-5-6 0,-5-4 0</inkml:trace>
  <inkml:trace contextRef="#ctx0" brushRef="#br0" timeOffset="212034.729">2715 3165 7569,'0'-9'529,"0"1"1,-2 12-307,-4 7 0,-3 5-28,-8 18 0,-1-1 348,1 13 0,0 8-51,-1 9 0,1 3-19,0-3-533,0 4 120,7-13 1,-4 12-70,9-9 0,-1-1 1,6-10 0,2-4-167,4-7 0,3-2 235,9-5 0,5 3 30,0-8 1,7-6-1489,-1-5-960,-4 0 2462,8-3 1,-14-1-1,6-8 1</inkml:trace>
  <inkml:trace contextRef="#ctx0" brushRef="#br0" timeOffset="212500.729">2992 3425 8446,'6'19'679,"-1"4"1,1 6-495,-6 11 1,0-1 71,0 7-120,0 0 1,0 0-303,0 0 147,0 0 0,0-2 101,0-3 1,0-5 98,0-1 1,6-8-1951,0-4 933,7-4 0,-3-9 260,7-5 575,0-10 0,1-13 0,-1-9 0</inkml:trace>
  <inkml:trace contextRef="#ctx0" brushRef="#br0" timeOffset="212666.729">3234 3736 7569,'-10'0'1221,"-5"0"-966,13 0 202,-6 0-162,8 0 0,8 0-112,4 0 1,-3 6 11,3 0 0,1-1-108,10-5-644,-4 0 437,6 0 0,-2 0-1036,1 0 614,-1 0 232,-6 0 0,0 0-492,0 0 802,1 0 0,-1 0 0,0 0 0</inkml:trace>
  <inkml:trace contextRef="#ctx0" brushRef="#br0" timeOffset="212868.729">3407 3407 7520,'-15'18'493,"3"-1"0,2 8-226,5 4 0,3 4 32,-4 1 1,-2 6-117,2 1 1,1 7 11,5-2 0,0-2-105,0 2-1194,0-7 589,0 11 293,0-14 222,0 6 0,7-7 0,3 0 0</inkml:trace>
  <inkml:trace contextRef="#ctx0" brushRef="#br0" timeOffset="-191070">5569 6693 7569,'0'-17'0,"-6"5"1083,0 1-449,-7-1-225,11 3 387,-6-7-481,0 14 0,4-7 172,-7 3-108,7 4 114,-4-6-103,8 8 249,0 0-592,0 8 0,0 2 21,0 7-32,8 0 113,-6 8 0,13 0-131,-3 4-26,-4 4-1,7-6-248,-5 7 195,7 8 1,-2-5 92,-3 3 1,1-3 31,-7-3 0,5-1-184,-5-4 0,0 2-672,-6-8 758,0 7-25,-8-10 16,-1 5 1,-9-16 271,1-3-106,0-4 0,-8-2 100,6 0-221,-14 0 0,14-8 23,-4-3 1,5-5 41,7-1 0,3-8-113,8-4 0,2-3-217,4-3 0,11 2-419,12 5 355,11-5 189,-3 6 1,7-6-273,-4 4 225,-3-3 0,5 13 109,-7-4 1,-3-2-57,-3 2 1,-4-1-149,-8 7 148,-7 0 1,4 0 313,-9-1 360,1 1 1,-14-4 30,-3 4-405,-12-5 0,-2 15 2,-4-5 0,-6 5 213,1 7-306,-1 0-113,-7 0 1,7 1 105,1 5 1,1 2 26,4 3 0,4 5 56,8-5-2192,0 5 1098,-1 9 942,9 2 0,1-1 0,8-1 0</inkml:trace>
  <inkml:trace contextRef="#ctx0" brushRef="#br0" timeOffset="-190122">7056 6693 7569,'0'-17'800,"0"5"-63,0 1 44,0 7 0,-2-4-432,-4 8 1,2 2 28,-7 4 0,5 4 749,-6 7-810,9 8 0,-5 2 355,8 7-390,0 1 0,2-6-41,4 0 0,3-3-40,8 3 0,3-4-71,3-7 0,4-3-138,7-4 1,-5-1-813,0-4 494,0-4 295,-2 5 0,3-8-884,-7-5 481,8 4-262,-12-14 1,6 13-1990,-7-9 1892,-9 1 793,-1-7 0,0-7 0,1-2 0</inkml:trace>
  <inkml:trace contextRef="#ctx0" brushRef="#br0" timeOffset="-189962">7332 6520 8457,'2'18'3990,"4"-1"-3129,-4 8-489,6 2 0,-8 15 598,0 4-482,0 4-278,0 10 0,-2-5-7,-4 9 0,4-7-619,-4 7 1,2-7-750,-1 7 0,3-7 1165,-4 7 0,4-1 0,2 6 0</inkml:trace>
  <inkml:trace contextRef="#ctx0" brushRef="#br0" timeOffset="-190670">6260 6970 10009,'-15'-2'0,"1"-2"2359,3-2-2061,-1 1-344,3 5-1048,1 0 701,8 0-55,0 7 0,2-5-1327,4 4 1775,3-4 0,16 6 0,2 1 0</inkml:trace>
  <inkml:trace contextRef="#ctx0" brushRef="#br0" timeOffset="-190356">6520 6849 7569,'0'-10'1432,"0"3"-1136,0 7 0,0 7-66,0 5 1,-6 3 278,0 2 0,0 6-175,6 1 0,0 4-98,0-5 1,2 6-54,4-6 1,4-5-1,7-7 1,0-7-110,1 2 1,-1-4-189,0-2 0,6-10 198,0-7 0,0-2-36,-5-10 0,-1 0-938,0-6 508,-7 1 118,-3-1 0,-8 1-92,-5-1 0,-4 0 161,-7 1 0,-6 7 68,0 4 1,-8 6-15,2 5 1,4 4 205,2 8 0,4 2-67,2 4-102,7 4-81,-5 7 0,13 0-384,-4 0 263,12 1 5,-4-1 0,19 0-900,-4 1 1201,12-9 0,-2 14 0,7-3 0</inkml:trace>
  <inkml:trace contextRef="#ctx0" brushRef="#br0" timeOffset="-191755">4514 6624 7569,'0'-17'1663,"0"-1"-1205,0 9 54,0-7 160,0 15-499,0-7 1,2 8-31,3 0 1,-1 2-160,8 4 54,-1-5 38,14 22 1,-6-9-156,4 15 74,-3 0 0,-3 5-383,0 1 305,-7-1 1,3 3-1,-7 3 1,0-3-70,-6 3 0,0-3 148,0-3 1,-8-7-10,-3-4 1,1-4 587,-1-1-268,-9-9-182,1 7 0,-6-14 366,8 3-240,-8-3 1,6-9-7,-6-3-147,7-7 1,7-6 16,-1 0 0,8-1 17,-1 7 0,5 0 66,5 0 0,7 5-17,11 1 0,-2 7-859,8-2 319,0 4 267,5 2 1,-1 0-678,-4 0 371,4 8 193,-7-6-887,9 13 687,-8-13 1,4 11-11,-8-7 1,6 2-67,-6-2 1,0-5 6,-6 5 474,0-4 0,1 6 0,-1 1 0</inkml:trace>
  <inkml:trace contextRef="#ctx0" brushRef="#br0" timeOffset="-191554">5084 6710 7569,'0'-17'0,"0"0"1157,0 0-487,0 7-243,0-5 835,0 13-289,0-6-610,0 8 1,0 10-147,0 7 1,-2 8 81,-3 9 0,3 1 157,-4 0 0,2-1-662,-2 1 97,4-1 148,-5 9 1,7-9-1479,0 1 768,0-1 421,0-7-2224,0 0 1615,7 6 1,-3-16 858,8 0 0,7 1 0,8-9 0</inkml:trace>
  <inkml:trace contextRef="#ctx0" brushRef="#br0" timeOffset="-192497">3424 6659 7569,'-17'-18'963,"7"9"-788,3 1-13,7 0 0,2 4-12,3-7 1,5 7-14,7-2 1,2 2-115,4-1 0,2 3-121,4-4 75,4 4 57,-14 2 0,12-6 120,-8 1 0,6-1-251,-6 6 0,-6 6-368,-5-1 357,-9 9 0,5-5 91,-8 9 1,-8-1 43,-3 0 0,-10 1 100,-2-1 1,-8 6 164,2 0-134,-3 0-58,5-13 0,2 5-15,7-3 52,1-5 1,7 3 372,5-4-408,3-4 1,9 7-144,5-3 1,5-4 89,6 4 0,-2-3-125,8 3 0,-8-2 8,2 8-39,4-9 117,-7 13 0,5-7 12,-8 9 1,-2-7 47,-3 1 127,3-1 0,-13 7-59,4-1 0,-6-2 176,-6-3 1,-4 3-120,-7-3 1,-8-3 68,-4 3 1,-3-3-279,-3 3-83,1-4 245,-1-1-523,0-5 292,1 6 1,5-2-137,0-1-174,8 1-460,-4-6 9,15 0 1,5 0 229,10 0 1,7 0-759,11 0 1372,4-7 0,15-11 0,2-9 0</inkml:trace>
  <inkml:trace contextRef="#ctx0" brushRef="#br0" timeOffset="-192213">4029 6745 7569,'0'-10'1371,"0"3"-1121,-7 7 0,-3 0 31,-7 0 1,0 7 70,-1 5 0,1 9 184,0 2 1,5 8-216,1-2 1,7-2-119,-2 1 1,4-4-250,2 4 69,8-7 46,1-3 0,11-5 12,3-7-114,4 0 126,-1-6 0,7-8-63,-4-3 0,-4-5-52,-2-1 1,0-8-238,-6-4 0,3 2 70,-15-2 0,1 2-46,-6-1 0,-8-5-410,-3 4 335,-12 4 148,4 0 1,-12 14-300,8-1 214,-8 8 39,12-3 0,-12 9-111,8 3 0,2 7-35,9 11 0,-1-4-548,7 4 902,0-4 0,14-1 0,2-1 0</inkml:trace>
  <inkml:trace contextRef="#ctx0" brushRef="#br0" timeOffset="-193437">2784 6780 7569,'6'-12'14,"2"1"0,-1-3 230,1-1-46,6-3-61,-12 1 1,5 6 56,-7-1 1,0 6 56,0-5-147,0 7 1,-2-6 54,-3 5 1,-5 3 11,-7-4 0,-1 4-18,1 2 1,-6 6 7,0 0 0,-2 5-28,2-5 0,9 5-2,-3-5 26,11 8 95,-9-13-348,13 7 66,-6 0-19,8-6 0,8 7 8,4-3 0,5-4 67,6 4 0,-2 3-124,8 3 1,-6-2 70,6 1 0,-6-1-115,6 1 0,-8 5 78,2-5 68,-12 5-18,5 1 0,-14 0 209,3 0-200,-3 1 64,-2-1 0,-2 2 112,-3 4 0,-11-5-75,-7-1 1,-2 0-13,2-5 1,-4 1-83,-7-1 0,5 1-128,0-7 0,6 0-188,-6-6 159,8 0 5,-12 0-1110,14 0 585,-6-8 124,16-2 0,1-1 551,8-1 0,0-7 0,0-8 0</inkml:trace>
  <inkml:trace contextRef="#ctx0" brushRef="#br0" timeOffset="-193236">2750 6555 7569,'0'-23'633,"0"0"-136,0 0 213,0 5-527,0 1 1,2 7 68,3 5 0,-3 5 525,4 5-503,-4 13 1,-2 9 17,0 7 0,0 9-86,0 3 1,0 4-338,0 1 0,0 7 157,0 0 1,2-1-925,4-5 0,-2 2 496,7 4 1,1-4 401,5 3 0,0-11 0,1-3 0</inkml:trace>
  <inkml:trace contextRef="#ctx0" brushRef="#br0" timeOffset="-186911">9114 814 7357,'0'-18'170,"0"1"1,0 5-669,0 1 182,0 7 291,0-11 102,0 13-31,0-6 1,0 6 248,0-4-32,0 4-183,0-5 214,0 7 481,0 0-578,0 7-133,7 3 32,-5 7 0,6 1 52,-8-1-253,0 0 188,0 8-50,0-6 0,0 6 11,0-7 1,0-1-9,0 0 1,0 6-3,0 0 1,2 0 33,4-5 0,-5 5-14,5 0 1,-4 6-156,-2-6 154,0 0-21,8 2 0,-6-4-65,4 8 75,-5-8-58,7 12 0,-6-12 6,4 8 0,-4-3 1,-2 3 1,0 2-4,0-8 1,2 6 26,3-6 0,-3 8-9,4-3 1,-4-1-95,-2 2 95,0 0-10,0-2 0,6 6 99,0-5-93,-1 5 15,-5 2 1,2-3 5,4-3 0,-4 10-67,4-5 0,-4 5-4,-2-5 0,5 1 56,1-1 1,0 1-2,-6 0 1,0-1-193,0 1-7,0-1 169,0 1 0,-6-1 36,0 1-39,1 0 37,-3-1 1,6-1 2,-4-4 0,4 3-4,2-3 1,0 4 80,0 1 0,0 1-48,0 0 0,0-1 72,0 1 1,-2-1 21,-3 1-105,3 0-1,-6 7 0,8-6-65,0 5 69,0 3-34,-8-8 0,6 14 1,-3-4 1,1-1 3,-2 1 0,4-6-5,-4 6 0,3 0 62,-3 6 0,4 0 0,-4 0 1,4-6-81,2 0 43,-8 0-12,7 6 0,-7 0 68,8 0-58,0 0-9,-8-8 0,6 6 6,-3-4 0,1 4-23,-2 2 1,4 0-5,-4 0 0,2-2 0,-1-4 1,3 4-8,-4-4 0,-2 10-11,2 1 37,1 1-8,5-6 1,-6 5-47,0 1-629,0 7 651,6-11 0,0 6-2,0-8 1,-5 5 40,-1 1 0,0 1 1,6-1 1,-6-2 14,1 7 0,-3-5 6,2 5 1,4-1-34,-4 1 1,-1 4 4,1-3 0,0 3 21,6 2-905,-7 0 872,5 1 0,-6-1 2,8 0 0,0 2-77,0 4 0,0-4 125,0 4 0,0-4-74,0-2 0,6 0-1,-1 1 1,1 5 38,-6-1 1,6 1 4,0-5 0,0 6-126,-6 5-406,7-4 493,-5 0 1,6-8-2,-8 0 0,0 8-132,0 4 0,2-2 160,4 1 1,-5-7 29,5 2 1,-4 8 13,-2-2 1,0 5-47,0-11 1,0 6 7,0-6 1,6 7 114,0-1-350,-1 3 241,-5-5 0,0 4 3,0-8 1,0 7-43,0-1 1,0-2 53,0 2 0,0-3-29,0 3 1,0 4-3,0-5 1,0-1 14,0 2 1,0-2 0,0 1 1,0 5-140,0-5-45,0 5 159,0 1 0,6-1-2,0-4 1,2 3-66,-3-3 1,-1 4 28,8 1 0,-8 0 25,1 1 1,5-1-1,2 1 0,-3-1 36,3 1 188,-9-1-216,13 1 0,-12-1 14,7 1-16,1 7 0,-3-6 1,7 4-2,-5-11 1,3 11-64,-3 1 0,5-1 78,-5 0 1,5 2 41,1-2 1,-6 6 3,1-5 1,-1 1 19,7-2 108,-9-4-173,-1-37 1,0 0 0,1 45-5,0-44 0,0 0 5,-5 0 1,1 0-7,3 0 0,0 0 1,-6-1-1,-1 1 1,5 0 0,0 0 0,-4 0 0,0 0-7,0 0 1,2 0 0,-1-1 0,1 1 26,-1 0 1,0 0 0,0 2 0,0 0 14,-3-2 1,0-1 0,2 4 0,2 0 58,-2-3 1,1 0 0,1-1-1,-2 2 8,-2 1 1,0 1-59,0 43-16,0-47 0,0 0-3,4 1 0,0 0 0,-3 0 1,0 1 27,1 2 0,1 0 0,1 45 154,2-2 0,-4-6-120,4 6 0,-4-8-120,-2 3 0,2-7 78,3-5 0,-3-4 53,4-8 0,-4 0-456,-2 0 1,0-7-716,0-5 865,0-11 0,2 2-765,4-7 472,-4-1 641,5-13-141,1-2 0,0-6 0,3 0 0,-5 2 0,-4 1 0,-2 1 0</inkml:trace>
  <inkml:trace contextRef="#ctx0" brushRef="#br0" timeOffset="-176606">5966 7938 7439,'0'-9'112,"-7"-7"434,5 14-208,-6-5 57,0 7-258,-1 15 1,-3 6 68,1 20 1,-3 7-24,-9 15 1,2 2 229,-8 16-1469,16 0 1282,-10 5 0,15-9-143,-4-8-475,5-7 529,7-10 1,13-10-62,4-8 1,12-9 4,0-13 1,11-4-83,7-8 1,1-10 163,-2-7 1,-2-10 589,-4-14 0,-7 5-1216,-4-4 0,-6-5 379,-17-1 0,-1 4-355,-5 2 0,-9 5 59,-9 6 447,-7 4-159,-9 16 1,-6 3-53,-1 12 1,-5 11-39,6 12 0,5 3 126,6 3 0,10-4 253,2 3 0,7-5-837,10 6 640,0-1 0,8-7 0,1 8 0</inkml:trace>
  <inkml:trace contextRef="#ctx0" brushRef="#br0" timeOffset="-179704">225 8492 7569,'0'-18'117,"0"1"0,-2 2 153,-4 3 1,-3 4-23,-9 8-149,1 0 0,0 2 0,0 4 232,-1 6-179,-7 11 0,6 0 46,-4 11 0,6-3 38,5 9 1,-1-1 11,7 1 0,0-1-119,6 7 23,0-8 17,0 5-186,0-9 61,0 1 0,8-3 89,3-3 0,5-4-19,1-8 1,0 1-36,1-1 0,5-7-150,0-5 0,6 3-29,-6-2 0,5 0-192,-4-6 1,-1-8-281,-6-4 0,2-9 277,4-2 1,-9-6-330,3 6 238,-4-7 172,-3 3 1,-2-6 32,-8 4 1,0 4-1,0 8 326,0 7-22,-8 3 1,0 9 232,-3 3 1,-5 11 421,5 7-377,3 0-194,-7-6 91,13 8-149,-6-6-78,8 6 0,8-7 13,3-1 0,5-8 73,1-3 1,6-4-18,0-2 1,6-9-275,-6-9 1,6-1-367,-6-10 1,0 2-140,-6-2 335,1-3 153,-9 5 0,-1-8-77,-8 1 106,0 7 47,-8-6 0,0 14-46,-3-4 1,-4 9 23,3 3 1,2 1 36,-1-1 688,7 3 148,-4 8-249,8 0-188,0 0-83,8 8-185,2-6 0,9 13 44,4-3 17,-4 3-53,14 2 0,-14 1 27,4-1 0,2 2-42,-2 4 1,0-4-37,-6 4 1,-5 4-24,0 2 0,-9-2 20,3 2 0,-4-6 35,-2 6 3,0-8-1,0 4 115,0-16-78,0 7 28,0-14-67,0 5 0,0-8 20,0-5 1,0-10 11,0-7 0,0-9-226,0-3 1,8 0-298,3-5 1,5-2 61,1 2 200,0 7 1,-7 0 181,5 14-67,-5 2 0,7 3-68,0 8 185,-7 1-52,5 5 0,-13 7-85,4 5 1,-2 5 31,2 6 1,-4 2 207,3 4 1,-3 4 72,-2-4 0,0-3-117,0 3-83,0-8-13,8 4 0,-4-9-115,7-5 135,-7 5-15,4-14-40,0 5 30,-7-7 1,13-2-50,-8-3 1,7-11-16,-1-7 1,-3-8-79,3 3 0,-3-5-177,3-2 0,1 7-61,-7-1 65,8 8 169,-12-4 151,13 15 16,-13 2-125,13 8 410,-13 0-230,6 16 1,-6 1-115,3 12 1,-3 2-22,4-8 1,2 7 60,-2-1 0,7-2 114,-1 2 0,-3-8-762,3 2 413,7-4 0,0-9-76,4-4-673,-4 3 373,6-7 254,-5 6-362,5-16 348,-8 6 348,0-13 0,0-2 0,1-10 0</inkml:trace>
  <inkml:trace contextRef="#ctx0" brushRef="#br0" timeOffset="-179354">1470 8647 7569,'0'-17'541,"0"7"-346,0 3 0,0 9 190,0 3 1,0 7-151,0 11 1,0 4-41,0 7 0,0 7 176,0-1 1,0 14-29,0-2 0,2 4-17,4-5 0,-2 3-259,7 4 1,-5-4-257,5 3 302,-7-3-167,4-10 0,-2-3-77,-1-13 0,1-3 162,-6-7 21,0-9 0,0-3 121,0-12 0,-2-11-138,-3-12 0,1-9-370,-8-3 1,8-16-50,-1-7 0,3-7-207,2-15 1,0 1-9,0-13 1,3 10 232,9 1 1,0 13 68,11 16 1,-4 10 64,-2 19 0,0 4 344,1 8-91,-1 7 1,0 10 533,1 12-334,-9 3-193,-1 10 0,-8 2 1285,0 8-904,0-1-193,0 1 0,-8 5 0,-3 0 1,-5 3-85,-1-3 1,0-3 59,-1 3 1,1-6-623,0-5 0,0 0-326,-1-12-315,9 5 547,1-21 307,8 7 1,8-21 216,3-5 0,12-18 0,4-1 0</inkml:trace>
  <inkml:trace contextRef="#ctx0" brushRef="#br0" timeOffset="-178564">1937 8647 7569,'0'18'498,"0"-1"0,-6 2-171,0 4 0,-7-2 112,1 8 1,-1 0-194,1 6 1,-1-7-52,7 1 0,1-8-163,5 2 0,0-3-6,0-3 0,7-8-65,5-3 1,3-4 84,2-2 0,-3-2-95,3-4 1,-5-9-87,5-8 0,0-8-30,-5 2 1,-5-1 90,-1 1 1,-4-4 39,-2 4 1,0-1-33,0 1 1,0-2-343,0 8 472,-8-8 1,1 12 87,-5-4 108,5 12-132,7 3-84,0 8 1,1 0-10,5 0 1,4 8 43,7 3 0,2 4-21,4 3 0,-3-1 3,3 0 1,-4 8 35,-2 4-49,0-4-20,1 0 1,-1 0-143,0 4 154,-7-4-52,5 0 0,-7-8 5,4 0 0,-3-1 67,-3-5-20,-4 5 92,13-14 1,-11 3-75,8-10 0,-7-5-281,7-7 112,-8-8-71,11-2 1,-11-8-109,7 1 0,-7 1 122,2 4 0,2-2-2,-2 8 0,-1 0 53,-5 6 204,0 7-339,0 3 97,0 22 1,0 4 1162,0 16-486,0-8-251,0 5 1,6-7 64,0 4 1,7 2-177,-1-8 1,-3 0-150,3-6 0,-1-1 150,7-5 1,-1-3-4,0-8 0,1 0-97,-1 0 0,0-2-169,1-4 1,-3-3-336,-4-9 266,5-7 95,-7 6 0,3-12-420,-1 8 272,1-7 94,-2 3 0,-1-2-68,-3 0 0,-2 8 108,7-2 0,-7 9-146,2 3-79,-4 7 120,-2-4 1,0 10 840,0 4-320,0 11-200,0 3 1,-2 12 221,-4-3 1,4-2-131,-3 2 0,3-2-96,2 2 0,0-4-18,0-8 1,0 0 143,0 0-264,0-7 1,2-2 86,3-8 1,-1-2-175,8-4 177,-1-11-191,6-10 0,-1-2-404,-5 0 398,5 0-41,-7-13 1,9 6-66,-1-5 0,0 12 117,1 6 1,-7 10 7,1 1 1,-7 9 106,7-3 0,-8 6 286,1 6 1,-3 5 55,-2 12-214,0 4-39,0 0 1,0 4-211,0-8 134,8 7-241,-6-10 1,11 10-428,-7-7 1,8 2 436,-3-2 1,5-3-21,1 3 241,-8-4 0,15-2 0,-5 1 0</inkml:trace>
  <inkml:trace contextRef="#ctx0" brushRef="#br0" timeOffset="-178045">3355 8803 7569,'-6'-17'1865,"0"-1"-1359,-7 1-75,3 0 176,-7-1-433,0 9 0,1 3 0,5 12 0,1 3 32,5 9 1,3 1-24,-4 4 1,4-4-298,2 4 1,0 2-230,0-2-50,0 0 239,8-13 32,1 5 0,9-13 0,1-2 55,4-11 1,-4-12 36,4-6 0,-2-4-27,2-1 1,-2-9-2,8-3 0,-8-4-79,2-2 1,-3-1-159,-3-5 0,-7 4 206,-5-3 1,3 5-26,-2 6 1,0 11-195,-6 12 214,0 11 198,0 5 0,-2 11 282,-4 7 1,-4 10-305,-7 20 0,2 5-110,3 11 0,-1 5 1314,7 7-936,0 0 154,6-7 0,4 3-143,7-7 0,1-3-178,11-9 1,10-3-429,1-9 182,5-7 21,-5-10 1,1-3-65,-1-8 0,-5-2 139,0-10 0,-6-4-50,6-7 0,-8-6-388,2 0 1,-9-14 361,-3 3 0,-5-7-151,5 1 0,-7 2-41,2-9 0,-4 9-339,-2-2 285,0 11 263,0 4 185,-8 8 1,-1 7-262,-9 4 0,-1 14-35,-4 9 0,6 6 801,0 6 94,-1 11-487,16-11 1,-5 8-375,7-8 19,0-1-44,0 7 1,7-2-104,5-5 1,5-3-173,6-7 1,-4-3-415,4-3 0,2-5 455,-1-7 0,4 0 362,-5 0 0,8 0 0,-4 0 0</inkml:trace>
  <inkml:trace contextRef="#ctx0" brushRef="#br0" timeOffset="-177720">4237 8682 7569,'0'-17'0,"0"5"0,0 1 0,-2 7 1126,-4-2 74,4 4-722,-13 2 1,7 2-35,-3 4 1,-3 5-135,9 12 1,-7 2-96,6 4 1,0 2-102,6-8 0,0 6-104,0-6 1,2 0 161,4-6 0,4-7 11,7-5 1,0-3-374,1-2 1,1-13-103,4-4 0,-2-14-452,8-4 388,0-7 155,-2-10 1,3-4-119,-7-7 0,6 3-104,-6-14 1,6 1-342,-6-8 1,0 12 389,-5 11 0,-3 14-83,-4 9 489,5 16 1134,-14 11-897,5 31 1,-7 8 1855,0 27-1113,0-4-444,0 13 0,0-6 215,0 8 1,0-7-378,0-4 0,6-10-66,0-2 0,7-14 23,-1 3 1,3-14-181,3-4 1,1-1-1007,4-10 1,-10-1-473,5-5 1,-5 0 1294,4 0 0,1-7 0,-1-3 0</inkml:trace>
  <inkml:trace contextRef="#ctx0" brushRef="#br0" timeOffset="-175003">813 9996 7569,'-17'0'430,"-1"0"80,9 0-98,1 0-274,8 0 1,0 10-143,0 7 26,0 0 78,8 8 1,-1 0-98,5 4-58,3 4 80,-13 1 0,8-7-74,-4-4 0,-3-3 146,9-3-38,-8 0 49,11-7-67,-13-3 1,12-14 188,-9-5-350,1-11 152,2-4 1,-4-9-348,7-5 196,-7-3 0,9-6-251,-7 4 250,8-4 0,-10 14 54,7-5 0,-5 12-17,5 6-7,-7 4 0,10 12-27,-9 7 0,1 15 123,-6 14 0,6 9 216,0 3 1,-1 8 495,-5 3-481,0 0 0,2 8-70,4-8 0,-4-8-70,4-4 0,3-5 53,3-6 1,-2-6 63,1-12-121,1 5 0,5-16-28,0 0 1,2-16 88,4-13 1,-1-11-41,6-6-628,1-4 374,-2-2 0,-2-6-145,-8 1 0,1 1 112,-1 10 0,-2 4 118,-3 7 1,3 8-20,-3 4 1,-3 6-143,3 5 46,-8 5 103,3 22 0,-5 4 168,4 16 1,-4 7 701,4 4-546,-4 4 0,-2-4 2,0 0 1,0-5 35,0 5-237,7-8 0,3-3 9,7-12 1,1 2 48,-1-2 1,0-8 2,1-9 1,-1-4-142,0-2-120,8 0 1,-6-8-7,4-3 1,2-12-103,-2-6 26,0-4 1,-11-7-115,0 0 0,-9-3 117,3 3 1,-4 5-5,-2 1 1,0 7 70,0 10 0,0 5-41,0 1 1,-8 7 311,-3-2 205,3 12 0,-7 3-152,3 9 0,-1 5-5,1 0 0,5 0 17,7-6 0,0 6 61,0 0-171,0 0 0,7-7-3,5-5 0,3 4 18,2-3 0,1-4 1,-1-3 0,6-3-177,0-2 1,0-2-9,-5-3 1,-1-11-140,0-7 130,0 0 0,-1-2-102,-5-4 1,-1 2 55,-4-1 0,-4-1 0,3-6 1,-5 1 28,-5-1 0,3 8 5,-4 4 1,2 4-27,-2 2 1,4 5 950,-3 1-369,3 7-268,2-4 1,2 8 16,3 0 0,5 0-73,7 0 0,2 8-22,5 3 0,-3 5 6,8 1 0,-8 8-3,2 4 1,-4-2-46,-2 1 1,0 1-117,1 6 0,-3-1 87,-3 1 1,1-6-8,-7 0 1,5-8-150,-5 2 162,0-4 0,-4-4 342,4-3-236,-4-4 0,5-12-98,-7-8 0,0-1-2,0-16 1,6 6-277,0-6 1,7 6 100,-1-6 1,1 0 160,-1-5 0,3 7-132,-3 4 1,3 4-277,2 1 343,1 1 1,-1 7-36,0 5 0,-5 3 0,-1 2 1,-1 7 24,1 5 1,3 5 383,-8 6 0,7-1-144,-1 6 0,3-5-115,2 6 1,1-8-158,-1 2 1,2-5-52,4-7 0,-2-1-132,8-4 1,-6-6 83,6 0 1,-6-8 132,6-9 1,-6-8-69,6-4 1,-8-4-556,2-1 0,-6-3 286,-5-3 0,1-4 96,-7-8 1,0 0 165,-6 0 0,0 0-55,0 0 1,0 8 341,0 4 0,0 11-164,0 6-89,0 3 1,0 13 20,0 7 1,0 9 1242,0 14 0,-6 8-504,0 15 0,-5 0-188,5 12 1,0 2-155,6-3 1,0 9-141,0-3 1,0-2-351,0 3 0,0-8 198,0 1 1,8-5 116,3-6 1,-1-3-4,1-9 1,-5-9-1557,6-8 1,-6-7 504,5-10 1,-7-4-159,2-7 666,-4-9 398,-2-14 0,-8-16 0,-2-4 0</inkml:trace>
  <inkml:trace contextRef="#ctx0" brushRef="#br0" timeOffset="-174587">2698 9685 7569,'-17'-10'405,"-1"4"1,1 5-108,0 1 127,7 0-242,2 0-37,8 0 1,2 0 56,4 0 1,11-2-9,12-4 0,4-4-12,1-7 1,9-2-241,3-4 0,6 2-130,5-8 0,-5 2-107,0-2 0,-2 4 176,-10 8 0,1 1-21,-7 5 0,-7-3 143,-4 9 0,-5 1-22,-7 10 1,3 5-47,-9 12 0,1 12 8,-6 11 1,0 6 691,0 5 1,-2 5-19,-4 7 0,5-2-453,-5-3 0,2 3 31,-2-4 1,4-11-2,-4-6 1,6-9-142,6-8 1,-2-6-292,8-12 0,-7-3 215,7-8 1,-6-8 23,5-3 0,1-14-64,5-10 1,-5-5-241,-1-6 0,-1-10-13,1 4 1,3 2 116,-9 4 0,7 10 148,-6 1 0,-1 8 42,-5 10 71,8 7 0,-4 2-184,8 8 0,-9 8 6,3 4 1,-4 11 437,-2 6 131,8-4-299,-6 7 1,11-5-251,-7 8 0,7-6 78,-1-1 1,3-7 49,3 3 1,-1-5-341,0-2 0,0-5-484,1-1 1,1-7 465,4 2 0,-4-12 26,4-6 0,-4-9 299,-1-2 0,-1-15 0,0 1 0</inkml:trace>
  <inkml:trace contextRef="#ctx0" brushRef="#br0" timeOffset="-174123">3839 9529 7569,'0'-25'0,"-6"6"0,1-4 605,-1 11 185,-2 5-478,6 7 1,-7 2-25,3 3 1,4 11-10,-4 7 1,4 15 208,2 3 1,0 7-180,0 4 0,0 5-115,0 1 1,8 0 0,4-7 0,3-1-12,2-4 1,6 1-460,0-13 0,6 1-398,-6-18 0,0 2 301,-5-13 114,7 0-361,1-14 393,-6-2 0,3-14-1,-12-5 1,-3-4 73,-2-2 0,-4 3-2,-2 3 0,5-2 44,1 8 1,0 0 10,-6 6 428,0 0 126,0 7-214,-8 2 66,6 24-183,-5-5 1,7 14-55,0-8 0,0 6-1,0 1 0,0-1 29,0-6 0,7-2 9,5-3 1,3 1-249,2-7-191,1 0 207,-1-6 1,0-4-349,1-8 263,-1 1 0,8-14-39,-6 0 205,6 6 0,-2-6 8,0 7 1,0 3 54,-5 3 1,5 5-116,0 7 0,6 15 3,-6 8 0,2 10 1029,-2 7 976,-4 4-1252,6 8 0,-8 2 871,0 4-1455,1-4 366,-9 5 92,-1-7-281,-8 0 0,-2-2-30,-4-4 1,-5-10-27,-12-7 0,-6-10 55,-11-1 0,-3-9 99,-3-9 0,-4 0-987,4 0 1,-4-2-2430,-2-3 3067,0-5 0,2-5 0,0-1 0,2 3 0,0-1 0,2 3 0</inkml:trace>
  <inkml:trace contextRef="#ctx0" brushRef="#br0" timeOffset="-170248">121 11397 7463,'-6'11'390,"1"1"0,-3-1-27,2 7-161,4 7 0,-5 2 0,7 7 56,0 1 0,0-1-75,0 1 1,0-2-37,0-5 1,2 3-135,3-8 1,5 0-117,7-5 0,-5-3-30,-1-3 0,1-5-113,5-7 1,0 0-85,1 0 1,-1-7-322,0-5 1,-5-5 310,-1-6 340,1-4 0,5-8 0,0 1 0</inkml:trace>
  <inkml:trace contextRef="#ctx0" brushRef="#br0" timeOffset="-169828">17 11328 7569,'2'-12'51,"4"1"1,-2 7 137,8-2 0,-1-2 145,6 3 46,1-1-197,7 6 1,-4 0-1,8 0 1,-8 0-113,2 0 1,-4 8-22,-2 3 0,-1 12 53,-5 6-88,5 4 74,-7 1 1,1 1-119,-4-1 0,-5 7 92,-1-1 1,2 0-93,4-5 0,-4-6 112,4 0 1,-4-8-7,-2 2 0,2-10-12,3-1 47,-3-8-155,6 3 0,-2-14-12,0-5 0,7-5-187,-1-6 0,3-10 69,2-7 0,0-3-139,1 3 0,-1 4 150,0-5 0,1 7-71,-1 5 69,0 4 1,1 10 21,-1 3 1,-6 6 1053,1 12-454,-8 4-148,11 15 1,-13 1 185,4 9 0,1 2-238,-1 3 1,2-4 26,-2 5 1,-2-10-42,7-3 1,1-1-25,5 2 0,-6-4-190,1-8 1,-1-1-272,7-5 1,-7-3-2243,1-8 1547,-1 0 0,7-2 936,-1-4 0,0-11 0,1-10 0</inkml:trace>
  <inkml:trace contextRef="#ctx0" brushRef="#br0" timeOffset="-169382">796 11345 9460,'2'-10'526,"3"5"1,5 1-427,7-2 1,2 4 82,4-4 1,-1-1 11,6 1 0,-4-2-328,4 2-1039,-7 5 863,4-7 1,-7 8-912,-1 0 653,0 0 567,1-8 0,-9 6 0,-1-5 0</inkml:trace>
  <inkml:trace contextRef="#ctx0" brushRef="#br0" timeOffset="-168287">1003 11034 7569,'-8'27'900,"7"5"0,-7-3-603,8 11 0,-6 3-24,0 3 1,-1 10 107,1-5 0,4 11-212,-4-4 1,4-1-136,2-5 0,2-8 117,4-3 0,4-7 44,7-5 0,0-6-181,0-11-337,8 3 260,-5-13 1,7 6-134,-4-8 0,-2-10 61,8-7 1,-8-2-61,2-10 0,0 0-24,-6-6 0,2 1-156,-13-1 0,0 1 183,-6-1 0,0 2 64,0 4 0,-6 4-414,0 8 571,-7 0-73,3 7 0,-7 3 324,0 7 1,5 7-115,1 5 1,1 9 23,-2 2 0,-1 8 18,7-2 1,1 1 93,5-1 1,7-2-106,5-4 1,3-4 18,2 4 0,6-9-75,0-3 0,8-7-107,-2 2 1,-2-4-78,2-2 1,-8-8 2,2-3 0,-4-7-16,-2-5 0,1 2 19,-1-8 0,-2 6-122,-3-6 1,-4 1 117,-8-7 1,0 2-19,0 5 1,0-3-190,0 8 231,0 0 424,0 5-226,0 9 1,0 9-27,0 11 0,-2 12 11,-4 6 0,4-2 112,-4 2 0,4-6-134,2 6 1,0-6 87,0 6 0,0-14-283,0 2 1,2-5-204,4-1 101,-4-3 124,6-8 1,-3-2 22,1-4 1,2-5-165,-2-12 0,-4-2-224,3-4 1,3-7 217,-2 7 0,5-8 79,-5 8 1,8 4-659,-3 2 399,4 4-72,-5 2 465,5 7-111,-5 3-57,0 7-212,5 0 372,-5 0 1,1 0 578,1 0-507,-1 0 1,6 0 74,1 0 165,-1 0-201,0 0-81,1 0-14,-9 7-19,-1 3 0,-8 3 9,0 5 1,-2-3 98,-4 14 0,-3 0 155,-9 5 0,1-5-177,0 0 1,-1-6-24,1 6 0,8-8 139,3 2 1,-2-4-87,2-2 0,1-5-83,5-1 26,0-7 0,7 4 14,5-8 0,3-2-157,2-4 0,1-5-218,-1-12 0,0 2 170,1-8 1,-1 8 90,0-2 0,1 1-380,-1-1 0,-6 6 94,1 0 1,-6 1 265,5 11 111,-7-9-48,4 12 215,-8-5-207,0 7 0,5 2 93,1 3 0,0-1-67,-6 8 1,2-7 16,4 7 1,-4-6 128,3 5 0,3-5-31,-2 6-339,7-9 17,-3 5 0,5-10-106,-3-4 0,1-3 124,-7-9 0,7 1-102,-1 0 0,1-6 98,-1 0 1,1-8-9,-7 2 0,6 4-309,-7 2 1,3 6-154,-2 5 935,-4-3-116,13 13 1,-13 2 209,4 12 1,-4 5-241,-2 6 0,0 4 100,0 7 1,0 1-76,0 0 0,0-1 15,0 1 1,-2-8 439,-4-4-561,4 4 30,-6-8 1,8 0-301,0-7 0,-5-7-312,-1 7-510,0-8 376,-1 3 102,5-14 1,-6-9 241,8-7 1,0 0-55,0 6 1,0-2 318,0-4 0,8-4 0,1-8 0</inkml:trace>
  <inkml:trace contextRef="#ctx0" brushRef="#br0" timeOffset="-168045">2421 10844 7569,'16'-39'166,"-5"4"63,4 5 46,-13 12 1,8 3 710,-4 4-688,-4 3 0,5 16-103,-7 3 0,-2 20 70,-3 9 1,1 10 133,-8 8 0,7 9 467,-7 8 1,6 2-213,-5-2 1,7-4-368,-2 4 0,4-14 11,2-9-447,0 0 162,0-15 0,8-3 140,3-11 1,5-4 41,1-1 0,0-9-90,1-3 1,-7-4-109,1-2 0,-7-2-1656,7-4 1,-8-9-231,2-8 1,-4-16 1888,-2-1 0,5-6 0,1-4 0,-2-2 0,-2-7 0,-2-7 0</inkml:trace>
  <inkml:trace contextRef="#ctx0" brushRef="#br0" timeOffset="-167924">2300 11137 7569,'-17'0'663,"5"0"991,1 0-655,7 8-706,-4-6 1,16 6-233,3-8 0,13 0 134,4 0 0,5 0 0,2 0 0,1-6 80,4 0-275,-3 0 0,21-1 0,-5-3 0</inkml:trace>
  <inkml:trace contextRef="#ctx0" brushRef="#br0" timeOffset="-167177">3303 11241 7569,'-9'-17'1388,"1"7"-861,8 3 0,0 14-125,0 5 1,0 17 3,0 5 0,0 12-41,0 1-264,0 2-27,0-4 0,0 1 109,0-12 1,0 5 206,0-10-215,8-4-242,-7 0 110,15-16 1,-12-1-25,7-8 135,-7 0-208,11-8 0,-5-9-207,7-12 1,-5-4 125,-1-1-415,-7-8 381,12 5 0,-13-11 45,9 8 1,-6-6 78,5 5 1,-5 9-338,6 8 113,-9-2 76,13 6 1,-7 1 135,9 8 36,-1 7-12,-7-4 0,5 8 100,-4 0 1,5 0-211,1 0 309,0 0-112,-7 0 1,5 6-49,-3 0 1,3 5-5,3-5 1,-1 5 136,0-5-55,-7 8-85,5-12 1,-11 11-156,8-7-1,-9 7 152,13-3-94,-14 15 89,5-6 0,-7 8-11,0-4 24,-7 4-21,-3 7 1,-7-5-16,-1 0 1,-5 0-12,0 6 1,0-9 67,6-3 100,0-3-64,-1-3 1,7-7 199,-1-5-109,9-3-4,-5-2-136,8 0 13,0 0 1,2-7 30,4-5-292,-5-3 157,15-3 1,-1-1 5,8-4 1,2 2-84,-2-8 1,-4 6-6,5-6 0,-5 8-166,-2-2 1,0 4 145,1 2 0,-3 5 194,-3 1 1,-3 7 184,-3-2 0,-4 12-53,4 5 1,-4 5 125,-2 1 1,0 2-151,0 4 1,5-2-37,1 8 1,2-8 399,-3 2-270,-3 4-54,14-8 1,-7 4-640,9-11 261,-1 3-81,0-13 0,1 6-300,-1-8 0,0-2 164,0-4 1,1-3-315,-1-9 0,-2-5 749,-3 0 0,11-15 0,-4 1 0</inkml:trace>
  <inkml:trace contextRef="#ctx0" brushRef="#br0" timeOffset="-167029">4012 11189 7569,'-17'-7'1221,"0"-3"-1026,7-7 0,4 7 96,12 4 0,0-1-75,11 1 1,-2-6-129,14 7 1,-6-3-146,6 2 0,-6 4-253,6-3 1,-2-3-36,2 2 1,-4 0-344,-8 6 1,0 0 687,1 0 0,-9-7 0,-1-3 0</inkml:trace>
  <inkml:trace contextRef="#ctx0" brushRef="#br0" timeOffset="-166714">4220 10792 7569,'0'17'252,"0"6"132,0 0 0,0 15 393,0 3 1,-6 7-180,0 4 0,-5 5 4,5 1 1,-2 7-210,2-1 1,4 1-53,-3-2 1,5-3-183,5-8 1,5-8-125,7-4 0,6-11 160,0-6 0,8-5-12,-2-7 1,-2-3-467,2-8 1,-2-10-73,1-7 0,3-8-314,-8-10 0,0-7 143,-5-4 0,-3-4-302,-3-2 1,-5 2 419,-7 4 1,-2 4-268,-3 7 660,-5 8 1,-13 10 236,0 11 0,-2 20 14,2 9 1,4 13-29,-4 5 0,3 11 255,3-6 0,5 6-382,1-12 1,7 0-228,-2-5 1,6-1-92,6 1 1,4-8-1308,7-4 1544,0-4 0,1-2 0,-1 1 0</inkml:trace>
  <inkml:trace contextRef="#ctx0" brushRef="#br0" timeOffset="-165929">5015 11431 11542,'17'-9'180,"-7"1"0,7 8 0,-1 0-10,5 0 1,2 0-52,-6 0 1,2 0-160,4 0 0,-3 0-57,3 0 0,-2 2-274,2 4 1,-10-4-1155,5 4 752,-5-5-572,4 7 637,-7-6 332,-2 13 1,-8-11 375,0 8 0,-8-8 0,-2 3 0</inkml:trace>
  <inkml:trace contextRef="#ctx0" brushRef="#br0" timeOffset="-165749">5015 11639 7569,'-9'0'1813,"1"0"0,10 0-1021,4 0 1,3 0-270,8 0 0,1 0-176,-1 0 1,0 0-376,1 0 0,7 0 70,3 0 1,5 0 140,2 0 1,-1 0-650,1 0 0,-6-6-952,-1 0 0,1-1 670,6 1 748,-8 4 0,5-13 0,-5 5 0</inkml:trace>
  <inkml:trace contextRef="#ctx0" brushRef="#br0" timeOffset="-161987">6762 11898 7569,'-8'-9'672,"6"-7"-370,-6 7 0,8-3 271,0 1-206,0 7-76,0-4 0,8 8 144,4 0 0,3 0-244,2 0-188,1 8 146,-1 1 0,0 9-275,0-1 0,-1 8 12,-5 4 1,3 4-112,-8 1 0,-3-5 175,-8 0 0,-7 0 45,-11 5 1,2-1-28,-8-4 0,8-4-2,-2-8 0,6-6 1231,5 1-882,-3-8 1,15 4 536,0-8-369,7 0-252,18-8 1,2-2-7,8-7 1,5 0-31,1-1 0,7 3-12,-2 3 1,2-3-629,-2 4 0,-4 1-862,-7-2 0,3 7 1307,-3-7 0,-4 8 0,-14-3 0</inkml:trace>
  <inkml:trace contextRef="#ctx0" brushRef="#br0" timeOffset="-163805">6450 11086 7563,'0'-12'89,"0"1"0,0 5 40,0-6-84,0 8 1,0-11 68,0 4 0,8-5 6,4-1 0,-3-2 22,3-4 0,-6 3-6,5-3 1,-5-2-13,5 2 0,-7-2-66,2 2 1,-4 4-71,-2-4 1,0 4 79,0 1 1,-8 1-134,-3 0 0,-5 5 100,-1 1 0,0 5-92,-1-5 1,-5 7 107,0-2 0,0 4-27,6 2 0,0 0 100,-1 0 1,7 6-48,-1 0 0,7 5 106,-7-5-69,8 7 1,-3-3 115,7 7-120,0 0 0,7 1 74,5-1 0,-3 6-125,3 0 0,-1 2 35,7-2 1,-7-2-93,1 8 0,-1 0 4,7 6 1,-3-3-75,-4-3 1,3 4 52,-8-4 1,5 3-150,-5 3 0,0-3 162,-6-3 1,0-4 36,0-7 0,-2-1-56,-4 0 1,-4-5-9,-7-1 1,0-7 505,0 2-225,-1-4-163,1-2 0,-2-8-36,-4-4 1,4-9-5,-5-2 0,11-7-80,1 1 1,9-4 42,-3-2 1,6 1-126,6-1 0,5 3 120,12 3 1,-2 4-36,8 8 0,0-1-669,6 1 329,-9 7-4,7-5 0,-8 13-269,4-4 0,2 4 119,-8 2 1,0 0-614,-6 0 1135,0 0 0,1 8 0,-1 2 0</inkml:trace>
  <inkml:trace contextRef="#ctx0" brushRef="#br0" timeOffset="-162968">6987 10619 7569,'0'-10'-674,"0"-5"1629,0 13-548,0-6 56,0 8-86,0 0-220,-8 8 1,-2 3 0,-7 12 0,0-1 46,-1 6-26,9-7-33,-7 12 0,14-14 44,-3 4 0,3 2-75,2-2 1,0-5-299,0-7 212,7-7-66,3 4 0,7-8 30,1 0 0,-1-2 13,0-4 1,1-3-147,-1-9 0,-6-5 22,1 0 1,-2-2-136,1 2 0,-3 2 171,-8-8 1,0 8-70,0-2 0,0-2-157,0 2 0,-8 0 50,-3 6 254,3-1-28,-8 1 1,9 5 312,-5 1-41,5 7-226,7-4 1,7 3-55,5-1 24,3-8-13,2 12 0,3-13 0,3 4 1,-4 1 15,4-2 1,-4 9-57,-2-3 86,1 4 148,-1 2 69,-7 0 1,-3 8-74,-7 3 0,0 10 217,0 2-154,-7 8-59,5-4 1,-12 8 67,9-1 1,-9 3-97,3 3 1,1 2-3,-2 4 0,7 4-46,-7-4 1,3 4-157,-3 2 1,-1-6-223,7 0 1,-8-1 175,3 1 1,1-4-451,-1-7 284,7 7 102,-4-13 0,6 5-390,-4-11-126,5-3-283,-7 5 552,8-16 0,2-1 425,4-8 0,-5-15 0,7-5 0</inkml:trace>
  <inkml:trace contextRef="#ctx0" brushRef="#br0" timeOffset="-162707">7298 10965 7569,'0'17'1198,"0"0"-616,0 0-433,0-7 0,0 5 84,0-3 0,0 3 63,0 3 0,2-7-148,4 1 1,3-8-94,8 1 0,6-3-116,1-2 0,4-2 97,-5-3 1,6-5-240,-6-7 1,0-6 118,-5-1 1,-3 1 76,-3 6 1,-5-6-155,-7 0 1,0 0-254,0 6 0,-9-1 156,-9 1 1,-1 7 111,-10 5 1,6 5-8,-6 5 1,3 5 30,-3 7 1,-2 6-345,8 0 0,0 6-7,6-6 473,7 8 0,-5-4 0,5 8 0</inkml:trace>
  <inkml:trace contextRef="#ctx0" brushRef="#br0" timeOffset="-162279">6191 11535 7569,'-17'8'0,"-1"-6"0,1 4 183,0-4 0,2-1 802,3 5-596,-3-4 1,7 8 459,-4-5-498,5-3 1,9 12-116,3-8 0,5-1 284,7-5-114,8 8-300,2-6 0,10 6 57,3-8 1,6-2-1,12-4 1,-2-4-12,7-7 0,6 2-7,6 3 0,0-3-101,-6 3 0,6-3-1177,0-2 1122,0 7 32,-6-5 0,-7 13-869,-5-4 678,-3 4 126,-2 2-658,-8 0 548,-2 0 0,-7 0-65,0 0 1,-9 0-366,-2 0 590,-5 8 1,-10-4-853,-3 7 1,-4-5 123,-2 5 1,-8 1 721,-3 5 0,-12-3 0,-2-1 0,0 4 0,2 3 0,0 3 0</inkml:trace>
  <inkml:trace contextRef="#ctx0" brushRef="#br0" timeOffset="-160771">225 12971 7115,'-10'0'603,"1"0"-642,3 0 0,2 0 154,-7 0 1,5 7 62,-6 5 1,7 3-5,-7 2 1,1 3 135,-7 3 1,7 6-163,-1 11 0,3 0-26,-3 12 0,-1-4 465,7 10 1,-6-3-208,7 3 1,-1-2-99,6 7 1,0-13-164,0 2 1,2-12-126,3 1 1,5-1-54,7-5 1,6 1-258,0-13 0,6 0 278,-6-5 1,8-7 18,-2 1 0,4-8 19,1 1 0,8-10 0,3-5 0</inkml:trace>
  <inkml:trace contextRef="#ctx0" brushRef="#br0" timeOffset="-151436">2421 13161 7569,'-9'-10'653,"-7"2"-187,7 8-134,-9 0 0,3 2-126,3 4 1,-3 11 8,4 12 0,-3 6 89,3 5 0,-3-1-58,8 7 1,-5-2-24,5 2 1,0 2-107,6-8 1,0-1-78,0-10 1,2 1 55,4-6 1,4-3-64,7-10 1,0-3-49,0-8 0,1 0 41,-1 0 0,0-2-18,1-4-61,-9-3-65,7-16 1,-9 3-210,5-6 1,-5 6 74,-7-1 1,0-2-50,0 2 1,-1 2 163,-5 10 1,-4 3 76,-7 8 0,0 0 43,-1 0 1,1 2-100,0 4 0,-1 3-26,1 9 0,8-7-81,3 1 1,4-1-148,2 7 1,2-7 32,4 1 0,5-7 337,12 7 0,4-8 0,8 3 0</inkml:trace>
  <inkml:trace contextRef="#ctx0" brushRef="#br0" timeOffset="-150670">2663 13403 7655,'10'0'932,"-2"0"-588,-8 8-161,0 1 1,0 1-131,0 5 30,7-13 1,-5 8 246,4-5-146,-4-3 52,-2 6-238,0 0 122,0-6 1,0 5 209,0-14-235,0 5 49,0-14 156,0 14-165,0-13-47,0 13 1,-2-6 163,-4 8 25,4-7 9,-5 5-74,-1-6 12,6 8-134,-6 0 27,8 0 243,0 0 0,8 0-286,4 0 0,-3 0-67,3 0 1,-1-6 10,6 1 0,7-1-112,-1 6 1,0 0-440,-6 0 279,0 0 154,-7 0 0,5 0-695,-3 0 371,-5 0 162,1 0 0,-2 2-133,0 4 0,-1-3-98,-5 9 0,2-6-804,4 5 778,-4 1 1,6 5 518,-8 0 0,7 1 0,3-1 0</inkml:trace>
  <inkml:trace contextRef="#ctx0" brushRef="#br0" timeOffset="-149610">3147 13403 7569,'-11'-2'0,"-1"-4"0,7 4 345,-7-4 564,8 5-254,-3 1-317,-1 0 1,6 1 11,-4 5 1,4 6 9,2 11-355,0-4 144,0 6 1,0-2 44,0 0 1,0 6-12,0-6 1,0 0-170,0-6-512,8 1 422,-6-1 1,8-7 15,-5-5 0,-3-10 24,4-7 0,4-9 53,1-2 1,-1-8-198,1 2 0,1-3 188,5-11 0,0 5 10,1-8 0,-7 7-170,1-1 1,-1 5-250,7 7 1,-3 3 59,-4 7 162,5 9 562,-7 1-188,1 23-148,-2-3 0,-8 21 529,0-5-292,0 5-143,0 2 44,0 7-66,-8-6 0,6 7-85,-4-9 0,4-7 25,2-4 1,2 0 53,4-5-244,-4 3-4,13-19-17,-5 5 165,0-7 1,3-7-183,-7-5-15,7-11 186,-3 4-399,7-14 232,-7 6 0,5-1 36,-3-1 1,3 6 30,2-6 0,-5 8 63,-1-2 1,-5 9-21,6 3 0,-7 7 159,7-2-60,-8 4-43,4 2 1,-8 8 394,0 3-190,0 5-113,0 1 203,0 0-166,0 8 0,-6 0-68,0 4 1,0 2-13,6-8 1,0 8-152,0-3 1,0-3-255,0-2 0,2-3-592,4-3 461,-4-7 100,13 5-467,-5-13 317,7 6 206,0-16-166,1 6 241,-1-13 1,0-1 254,1-7 0,-1-2 0,0 2 0,-5 2 0,-1-8 0,-1 8 0,1-2 0,-3 10 537,-8 1-219,8 8-175,-6-4 1021,5 8-503,-7 0-310,-7 0 492,5 8-499,-14 2 0,13 7-13,-9 0 0,8 1 59,-2-1-287,4 0 1,2 1-111,0-1-195,0-8 176,0 7 79,0-14-327,0 5 132,8-7 108,-6-7-460,6 5 340,-1-14 1,-5 5 13,4-12 0,-2 2 68,2-8 0,-4 6-97,3-6 1,3 2-141,-2-2 1,2-1 261,-3 6 95,5-6-127,0 18 1,3-11 345,-7 12-155,7 3 19,-3 0 400,-1 8-366,7 0 0,-12 2-31,7 4 0,-5 4-57,5 7 1,-7 2 158,2 4 1,2-2 225,-2 8 0,-1-2-347,-5 2 60,8 3-51,-6-5 1,6 2-267,-8 0 119,0-8-32,7 4-174,-5-15 105,6 5 148,-8-13-10,8 6-71,-7-8 0,13-2-116,-8-4 0,7-9-246,-1-8 192,3 0 97,2-2 1,1 5-192,-1-3 222,0 4 29,0 2 293,-7-1-114,5 9-209,-5-7 3,7 15 1,-1-5 247,-5 12 1,-1 1 357,-4 5 1,-4 3-114,3-3-197,5 3-52,-8 2 0,13 1-810,-3-1 469,3 0 1,2-1-1197,1-5 952,-1 4 1,0-13 160,1 4 0,-1-4 26,0-2 1,-5-8-198,-1-3 1,1-10-191,5-2 0,-5-8 638,-1 2 0,1-11 0,5-4 0</inkml:trace>
  <inkml:trace contextRef="#ctx0" brushRef="#br0" timeOffset="-149445">4548 13022 7569,'6'-17'0,"0"0"211,0 7 1,-6 4 355,0 12 1,-6 12 532,0 10-557,0 5-271,-1 9 1,-1-3 463,-4 7-321,-3 0-45,13 6-474,-6 0 1,3-6 89,-1 0 163,0-8 0,6 5 46,0-9 0,0-1-613,0-4 1,6-4-830,0-8 0,5-5-502,-5-1 852,7-7 369,-11-4-97,14-10 625,-14-15 0,13-2 0,-5-7 0</inkml:trace>
  <inkml:trace contextRef="#ctx0" brushRef="#br0" timeOffset="-149061">4444 13178 7569,'-9'-10'547,"-7"3"-363,7 7 488,-1 0-68,-5 0 1,13 7-207,-6 3-252,8 7 0,2-5-99,4-1 1,6-7 135,11 2 1,3-4 11,9-2 0,-2 0-560,-4 0 1,3-6 242,-3 0 1,-2-5-297,2 5 0,-8-5 189,2 5 0,-4-2 22,-2 2 0,-5 4 188,0-3 1,-7-3 177,7 2-330,-8 0 20,3 6 505,-7 0 0,0 8-135,0 4 0,0 11 166,0 6 1,0 5-113,0 7 1,-5 1-14,-1 4 1,0 2-130,6-8 0,0 6-160,0-5 0,0-7 176,0-5 0,2-8 12,4 2 1,-2-11-351,7-6 101,-7-4 44,11-2 1,-11 0-590,8 0 318,-8-8-79,11-9 0,-5-5-323,7-6 0,-6 6 325,1-1 0,-3 4-473,3 2 595,3 0 0,-11 5-195,8 1 252,-8 7 31,3-4 1,-7 8 183,0 8 0,0-6 0,0 5 0,-7 1 0,-3 2 0</inkml:trace>
  <inkml:trace contextRef="#ctx0" brushRef="#br0" timeOffset="-148603">4894 13524 7579,'0'-17'798,"0"7"-661,0-5 1,0 11 274,0-8-47,0 8-165,0-3-131,0-1 1,8 4 31,3-7 1,-1 7-147,1-2 1,1 4 121,5 2 1,1 0-35,-1 0 0,-6 0 56,1 0 0,-1 2-51,7 4 0,-7-2 145,1 7-84,-8 1-92,11 5 0,-13 0 36,4 1 1,-2 5 0,1 0 1,-3 0-140,4-6 60,-4 0 1,-2 1-364,0-1 338,0-7-374,0-3-905,8-7 799,-6 0 70,13 0 0,-11-2 460,7-3 0,1-5 0,5-7 0</inkml:trace>
  <inkml:trace contextRef="#ctx0" brushRef="#br0" timeOffset="-148004">5344 13005 7412,'0'-9'1299,"0"16"-783,0 16 1,0 8 61,0 4 0,-6 5-205,0 0 1,-5 12-23,5-6 0,-2 6-282,2-11-31,5-1 27,-7-6 0,8 1-120,0 0 0,8-3-169,3-3 1,-1-4-248,1-8 1,1-7 189,5-4 0,0-4-198,1-2 0,-1-4 158,0-8 1,0-1-46,1-16 0,-7 6 178,1-6 191,-8 8-141,11-12 1,-13 14 136,4-4-89,-4 12 325,-2-5 205,0 14-45,0-5-5,0 14 1,2 9-161,3 7 1,-3 6 98,4-6 1,-2 2-310,2-2-35,-4-4 59,13 6 0,-11-14-64,7 1-34,1-8 14,5 11 1,0-13-152,1 4 0,-1-12 31,0-6 0,1-3-74,-1-2 0,0-8 31,0-4 0,-1-4-56,-5-1 0,5 5 121,-5 0 0,-1 8-95,1-2 278,-7 4 29,12 9 87,-14 2 0,5 16 327,-7 4 0,0 11-31,0 5 1,0 7 394,0 5 0,0 5-300,0 7 1,0-1 95,0 1 0,0 0-99,0 0-214,0-8-198,0 6 1,0-13 68,0 3 1,-2-3-56,-3-3 1,-5-7-64,-7-4 0,-6-9-16,0-3 1,-8-7-191,2 2 1,-9-4 69,-3-2 0,-1-2-57,2-4 1,1 2-737,-7-7 452,8-1 252,-5 2 0,14 1-11,1 3 1,7 4-662,-3-4 0,5 4 809,2 2 0,0 0 0,-1 0 0</inkml:trace>
  <inkml:trace contextRef="#ctx0" brushRef="#br0" timeOffset="-147164">6278 13386 7428,'7'-10'220,"-5"16"395,4 11 1,-4 20 299,-2 3-456,0 8-219,0 4 1,0 5 23,0 1 0,0-6-81,0-6 1,0-2-1,0 2 1,2-9-84,4-8 0,-5-8-182,5 2 1,-2-10 406,2-1-112,-4-8 1,5 1-204,-7-10 1,0-13 62,0-10 1,0-13-269,0-5 1,0-11-48,0-7 1,0-9-170,0-2 0,0-7 67,0 1 1,2 4 86,4 2 1,2 14 48,3 9 1,5 15-65,-5 14 0,5 6 377,1 5-77,0 5-60,0 22 1,-5-2 375,0 16 0,-7 2-91,7 9 442,-8 5-354,3 6 1,-9 1-105,-3 0 1,1-6 23,-8 0 0,1-7-151,-7 1 0,1-3-61,0-3 0,0-9-388,-1-7 175,9-1 110,-7-15-1186,14 5 593,-5-7 321,7 0-1254,0-7 1005,7 5 1,3-15-131,7-1 705,1 1 0,7-8 0,1 8 0</inkml:trace>
  <inkml:trace contextRef="#ctx0" brushRef="#br0" timeOffset="-146553">6641 13576 7569,'0'9'1090,"0"-1"0,0-6-380,0 4-467,0-4 1,2 5-61,3-7 1,7-7-191,11-5 1,-2-3-135,8-2 0,-6-3-120,6-3 0,-8 2 314,2-8 0,-6 6 40,-5-6 1,1 6-425,-7-5 1,-2 1-345,-10-2 1,-4 4 572,-7 8 1,0 1-43,0 5 1,-6 3 549,0 8 1,-6 10-30,6 7 0,0 2 144,5 10 1,3 0-308,3 5 0,5 3 9,7 3 1,2-3-24,3 3 0,7-9-82,11-2 0,-2-8-185,8 2 0,0-12 73,5-5 1,7-4-369,-1-2 0,-5-2 58,-7-4 1,-1-3-79,2-9 1,2-7 160,-8-3 0,-2-5 79,-9-2 0,1-5-51,-7 0 0,0 1-26,-6 10 0,5 4 598,1 8-291,0 0 191,-6 0 1,0 9 263,0 8-137,0 8 1,-2 15-182,-4 0 1,4 7-78,-3-1 1,3 4 48,2 1 1,0-5 118,0 0 1,0-8-334,0 2-1,2-3 56,3-3 1,-3-6-98,4 1 26,4-8 0,-9 3-51,7-7 52,0 0 0,-6-9 81,4-9 0,3-1-38,3-10 0,1 1-197,-1-7 1,3 0-270,-3 1 1,3 5 187,2 0 1,1 8 124,-1-2 1,0 12 293,0 5-88,-7 4 1,5 2 608,-5 0-478,0 8 0,-3 3-82,-7 12 1,6-2-75,0 8 0,0 0 259,-6 5 1,0 1 374,0 0 1,5-7-592,1 1-38,8-8 30,-13 4 1,13-13-715,-8-1 0,1-7 18,-1 2 1,-2-4-265,8-2 0,-9-2 520,3-4 0,2-5 19,-2-12 1,-1 2 346,-5-8 0,8-8 0,2-7 0</inkml:trace>
  <inkml:trace contextRef="#ctx0" brushRef="#br0" timeOffset="-146154">7402 13109 6680,'-18'-10'-889,"1"5"889,7 3 977,-5 2 1428,13 0-1469,-6 0-765,16 0 1,2 0-228,7 0 1,0 5-131,1 1 0,5 0-296,0-6 1,0 6 443,-6-1 0,0 7 41,1-6 1,-1 7-488,0-1 1,1-3-419,-1 3 0,-2-6 902,-3 5 0,3-7 0,-7 6 12,3-5 320,-3 5 0,-8 9 352,0 4 1,0-4-202,0 4 1,0 4 336,0 2 1,-6-2-388,0 2 0,1-6-46,5 6 0,5-8-225,1 2 1,10-4 20,1-1 1,0-9-134,6-3 1,2-4-56,-2-2 1,2-2-119,-2-4 0,-3-3-8,3-9 1,-4-5-270,-2 0 1,-2-8 286,-3 3 0,-4-5-61,-8-2 0,-2 1-534,-4-1 1,2 2 273,-7 5 1,-1 3 331,-5 7 0,-1 9 37,1 3 1,0 4 69,0 2 0,1 2-206,5 4 1,1-2 3,4 7 0,4 1 88,-3 5 1,5 0 24,5 1 0,5-1-498,7 0 0,1 0 582,-1 1 0,0-1 0,0 0 0</inkml:trace>
  <inkml:trace contextRef="#ctx0" brushRef="#br0" timeOffset="-145774">8041 13403 7569,'10'-10'0,"0"-3"51,-5 7 225,-3-7-1,6 11 53,-8-14 0,-2 14 395,-4-3-346,-3 3 0,-9 4-88,1 3 1,6 1-62,-1 11 0,2-1-72,-1 13 0,1-6 23,5 6 1,3-6-137,-4 5 1,6-6 93,6 1 0,-3-10-195,9-1 9,0-9 1,5 5-80,0-8 1,2-4 49,4-7 1,-3-3-102,3-15 1,-4 4 15,-2-9 0,2 1-126,4-13 1,-3 0 17,3-6 1,-6 0 132,-5 0 0,1-1-140,-7-5 1,1 12 101,-1 0 1,-4 9 225,4 8 1,-4 4 61,-2 8 212,0 7 0,0 5-18,0 10 0,0 11 185,0 7 1,-2 10-86,-4 1 1,4 1-100,-4 5 0,5 2 77,1-1 0,0 5-245,0-6 0,1 1-191,5-7 1,-2 1-5,8-1 0,-1-5-277,6 0 1,1-8-24,-1 2 1,0-9-1182,1-3 751,-1-7 0,0 4-26,0-8 812,1 0 0,-1-8 0,0-2 0</inkml:trace>
  <inkml:trace contextRef="#ctx0" brushRef="#br0" timeOffset="-145504">8543 12780 7569,'0'-9'0,"2"1"647,4 8 0,3 0 2,9 0 1,5 13 733,0 5-931,0 11 0,0 5 61,0 12 0,2 4 77,-2 2 0,-4 6-86,4-1 0,-9 9 119,-3-3 1,-7 2-302,2-1 1,-4 3-95,-2-3 0,-8-3-22,-4 2 1,-5-13-299,-6 2 0,2-11-344,-8-1 0,0-4-215,-5-1 1,5-8-926,0-4 1,-6-4 1575,-5-1 0,-8-1 0,4 0 0</inkml:trace>
  <inkml:trace contextRef="#ctx0" brushRef="#br0" timeOffset="-136112">865 14562 8328,'0'-10'723,"0"-5"-448,0 5 115,7-7-374,3-1-147,7 1 134,-7 7 0,5-3 44,-3 7 0,-2-5 109,1 5-234,1 0 150,5 6 0,-2 2 41,-3 4 0,1 3-41,-7 9 1,0 5-2,-6 0 1,0 8 46,0-3 1,0 5-70,0 2 0,0-7-121,0 1-24,0-8 139,0 4 17,0-7 127,0-9 160,0-1-320,0-8 1,0-8-15,0-3 1,0-12-107,0-6-309,7-4 254,-5-1 1,14-9-262,-5-3 228,-3 4 96,7-8 1,-5 15 44,7 1 1,1 1-1,-1 10 0,-2 6 122,-3 5 0,3 8-177,-3-1 1,1 5 29,-1 5 1,1 7 587,-7 11 1,5 4 7,-5 8 0,6-1-78,-7 1-180,1 7-154,2-5 1,-6 5-66,4-8 0,1-5-43,-1 0 1,5-8-248,-5 2 1,8-4 202,-3-1 0,-1-9 12,1-3 1,-5 2-909,6-2-861,-1-1 1168,-1-5 0,5-7 622,-3-5 0,3-3 0,2-3 0</inkml:trace>
  <inkml:trace contextRef="#ctx0" brushRef="#br0" timeOffset="-134620">2231 14579 7790,'-10'0'1834,"3"0"-1467,7 0 270,0 0-431,7 0 1,3 0-236,7 0 0,-5 0-303,-1 0 0,1 0-119,5 0-230,0 0 533,8 0 1,-5 0 58,3 0 0,-4 0-488,-2 0-525,0 7 1102,-7-5 0,5 6 0,-5-8 0</inkml:trace>
  <inkml:trace contextRef="#ctx0" brushRef="#br0" timeOffset="-134429">2283 14717 7569,'-17'10'106,"-1"-3"0,1-7-106,0 0 337,7 0 0,0 0 1387,5 0-687,3 8-707,-6-6 1,16 6-391,3-8 0,5 0-214,1 0 0,8 0-341,4 0 0,0 0 86,5 0 1,-3-6 528,9 0 0,4-7 0,1 3 0</inkml:trace>
  <inkml:trace contextRef="#ctx0" brushRef="#br0" timeOffset="-134022">3372 14389 7569,'0'17'298,"0"0"1,0 8 353,0 4-276,-7-4-260,5 8 1,-8-8-119,4 3 0,4 3-7,-3-8 1,3 6-223,2-6 1,0 0 226,0-6 1,0-5 63,0-1 0,2-7 20,3 2-80,5-4 0,7-10 0,1-1 0</inkml:trace>
  <inkml:trace contextRef="#ctx0" brushRef="#br0" timeOffset="-133731">3614 14319 7569,'0'-9'2018,"0"1"-1342,0 8-479,8 0 0,7 8-15,9 3 0,-1 5 176,-6 1-502,8 8 148,-6-6 0,6 14-107,-8-4 0,1-1-59,-1 7 0,-6-10-110,1 10 1,-8-12 217,2 0 1,-6-4 75,-6-2 0,-4-7-83,-7-4 0,0 1-50,-1-1 1,1 0 772,0-6 0,5 0 756,1 0-563,7 0-683,-12 0 1,16-6-271,0 0 1,8-1-71,9 1 1,8 2-406,4-8 1,10 3 453,1-3 1,8-3-68,-2 3 186,4 5 0,2-16 0,0 4 0</inkml:trace>
  <inkml:trace contextRef="#ctx0" brushRef="#br0" timeOffset="-133473">4756 14354 7569,'-10'0'0,"-5"0"1420,3 0-641,5 8-411,-1-6 0,2 13 19,0-4 0,-7 5-208,1 1 0,3 6-166,-3 0 0,1 6 136,-7-6 1,7 6 56,-1-6 1,1 2-765,-6-2-1011,7-4 1083,-5 6 0,5-7-577,-7-1 610,-1-8 18,9-1 435,-7-8 0,-1 8 0,-10 1 0</inkml:trace>
  <inkml:trace contextRef="#ctx0" brushRef="#br0" timeOffset="-133304">4323 14406 7569,'0'-10'1157,"8"3"0,-4 7-743,7 0 0,-5 5-185,6 1 1,-1 8-24,7-3 1,-1 4 208,0 3 1,6-1-94,0 0 1,6 1-198,-6-1-138,8 0 54,-4 1 0,7-3-950,1-4 0,0 5 0,-1-5 0,1-1 909,-1 1 0,1-7 0,0 4 0</inkml:trace>
  <inkml:trace contextRef="#ctx0" brushRef="#br0" timeOffset="-132949">5102 14389 7213,'0'-10'3034,"-8"2"-2736,6 8 1,-4 0 33,12 0 0,-2 0-149,7 0 1,1 2 22,5 4 1,2 4-67,4 7-302,-3 0 170,5 8 1,-8-4-258,0 8 1,-5 0 131,-1 6 0,-7-1-15,2 1 0,-4-3 89,-2-3 0,0 2 41,0-8 1,-8 0-99,-3-6 12,3 1 1,-2-3 1844,5-3-816,3-5 1,-2-7-166,15 0 1,3 0-346,15 0 0,5 0-95,7 0 1,7-6-214,-2 1 1,2-9-149,-2 3 1,2 1 166,-8-1 0,1 7 64,-7-2 1,1-2-1096,-1 2 1,-7-1-335,-4 1 0,-4 4-1567,-1-4 1467,-9 4 569,-1 2 754,-8 0 0,0-7 0,0-3 0</inkml:trace>
  <inkml:trace contextRef="#ctx0" brushRef="#br0" timeOffset="-120598">381 13437 7569,'-10'-7'1781,"2"5"-965,8-6-435,0 8-298,0-8 1,8 5 1,4-9 0,5 6 58,6-5 0,-2 1 40,8-1 1,-6-3-165,6 8 0,-8-5-326,2 5 0,-4-5 71,-2 5 0,1 0-246,-1 6 0,-5-6-268,-1 1-413,-7-1 54,4 6 1109,-8 0 0,0-8 0,0-1 0</inkml:trace>
  <inkml:trace contextRef="#ctx0" brushRef="#br0" timeOffset="-119564">588 13074 8205,'-9'0'461,"1"0"1,8 8-190,0 4 1,0 5-65,0 6 1,0 4-23,0 7 0,0 7-22,0-1 1,0 8-62,0-2 1,2-2 33,4 3 0,-3-7-95,9 6 0,-6-13-87,5 1 1,-1-5 51,1 0 1,3-4-99,-8-8-62,7 0-80,-3 1 25,7-1 1,-6-7-207,1-5 1,-6-3-258,5-2 108,1-7 1,5-3 21,0-7 0,-1-1 207,-5 1 0,5 0 228,-5 0 0,-1-1 106,1 1 0,-7 0 0,2-1 0,2 1 0,-3 0 0,1 0 230,-6-1 280,0 1 364,0 7-463,0 3-33,0 7 778,0 0-924,0 7 0,0 3 73,0 7 1,0 1-142,0-1 1,0 0-62,0 0 1,6 6 91,0 1-214,7-1 0,-9-8-134,7-4 0,-5 3 91,6-8 0,-6-1-50,5-5 0,-5 0 34,5 0 1,-1-7 60,1-5 0,-1 3-97,-4-3 0,-4 1-143,4-7 1,-3 1 164,3 0 0,-4 5-28,4 1 234,-4 7-139,-2-4 160,0 8 24,0 0-195,0 8 29,7 1 1,-3 9 59,8-1 1,-6-2 296,5-3-380,1 3 0,5-7-256,0 3 49,1-3 43,-1-8 182,0 0 0,-2-8-144,-3-3 1,1-4 57,-7-3 1,2 1 13,-2 0 1,-4-3-57,3-3 1,-3 4-97,-2-4 0,0-2 180,0 2 0,-6 0 79,1 6 0,-7 5 235,6 1-126,-7 7-17,11-4 109,-13 0-102,5 7 3,0-7 21,3 8-109,-1 0-22,6 0 28,-5 0-6,7 0-106,7 0 1,3-2-34,7-4 106,0 4-3,1-5 1,-1 1 84,0 0 1,1 0-24,-1 6 122,0 0-164,0 0 39,1 0 28,-1 0-11,0 0 12,1 8-9,-9 2 0,-1 7-34,-8 0 0,0 0 72,0 1 1,0 5-42,0 0 177,-8 8-212,6-12 0,-5 12 58,7-8 0,0 5 12,0-4 0,0 4-4,0-5 1,0 0 15,0-5 0,7-9-73,5-3 1,3 2 42,2-2 0,1-1 7,-1-5 1,0-7-106,1-5 1,5-9-180,0-2 1,0-8 138,-6 2 0,-2-3-78,-3-3 0,-4 1 66,-8-1 0,0 2-134,0 4 1,-2-1 188,-4 7 77,-4 0-113,-15 13 0,4 2 270,-8 8-118,8 0 6,-11 0-281,12 8 80,-5 2 1,10 7-69,4 0 0,-3 0-183,8 1 1,1-7 111,5 1 219,0-1 0,7 7 0,3-1 0</inkml:trace>
  <inkml:trace contextRef="#ctx0" brushRef="#br0" timeOffset="-113537">9736 1505 7569,'-6'-11'639,"1"-1"-487,-1 8-101,6 4 0,0 10 164,0 7 0,0 8 137,0 4-176,0 11-46,0 5 1,0 6-8,0 1 0,0-2 6,0-4 0,0 2-50,0-7 1,0 3-168,0-9 0,0 3 192,0-9-168,0-4 375,0 0-158,0-16 0,-2-1-47,-4-8-41,4 0 1,-5-4-11,7-7 1,-6-5-48,0-18 0,0-3 110,6-9 1,0-11 18,0-1 0,2-7-281,4-5 1,-2 3-419,7 4 1,1 9 213,5 8 210,0 15 0,1-7 68,-1 15 0,0 5 158,1 7-142,-1 7 1,0-4-23,0 8 1,1 0 146,-1 0 0,0 8 213,1 3 1,-1 1-110,0 5 1,1-3 18,-1 9 0,0 2-89,0-2-55,1 8 0,-7-3-71,1 13 0,-3-5 55,3 5 0,1-5 30,-7-1 1,6-1-7,-7 1 1,1-1-345,-6 1 1,6-6 121,0 0 0,-1-8-316,-5 2 0,0-4-450,0-2 300,0 8 1,-1-5 67,-5 3 562,4-12 0,-21 4 0,4-5 0</inkml:trace>
  <inkml:trace contextRef="#ctx0" brushRef="#br0" timeOffset="-113346">9805 1851 7569,'-9'0'1217,"1"0"-1287,8 0 0,8 0 143,1-8-14,9 7 1,1-7 19,4 8 0,4 0 5,7 0 1,7 0-294,-1 0 1,2-2-416,-1-4 1,-3 4 623,8-4 0,0-3 0,6-1 0</inkml:trace>
  <inkml:trace contextRef="#ctx0" brushRef="#br0" timeOffset="-103048">10376 3321 7569,'10'0'653,"5"0"1,-5 0-501,7 0 1,0 0-15,0 0 0,7 0-129,-1 0 1,5 0-26,-5 0 1,8 0-164,-2 0 1,-2-2 45,2-4 0,-2 4-124,1-3 1,-3 3-941,-7 2 1196,-9 0 0,7 0 0,-7 0 0</inkml:trace>
  <inkml:trace contextRef="#ctx0" brushRef="#br0" timeOffset="-102879">10462 3529 8503,'0'9'1543,"0"-1"-1406,8-8 1,2 0 45,7 0 1,6 0-140,0 0 0,8 0-361,-2 0 328,3 0-1372,3 0 688,0 0 343,-1 0 330,-7 0 0,13-8 0,-3-1 0</inkml:trace>
  <inkml:trace contextRef="#ctx0" brushRef="#br0" timeOffset="-95554">10566 4964 7569,'-9'0'0,"-7"0"627,7 0 916,-1 0-1003,2 0-220,8-8-213,0 6 1,8-7 45,4 3 1,3 2-62,2-7 1,8 5-126,4-6 1,2 8 181,-2-1 1,3 3 33,-3 2 1,2 0-1352,-2 0-839,-4 0 1351,-8 7 1,-2-3 655,-3 8 0,-5 7 0,-7 8 0</inkml:trace>
  <inkml:trace contextRef="#ctx0" brushRef="#br0" timeOffset="-95438">10566 5258 7569,'-25'8'1646,"14"-7"-1291,-5 7-172,16-8-93,8 0 0,4 0-77,11 0 0,5 0-111,13 0 1,3-6-359,8 1 1,-2-7 455,-4 6 0,12-7 0,-5 3 0</inkml:trace>
  <inkml:trace contextRef="#ctx0" brushRef="#br0" timeOffset="-81113">10549 6814 9499,'0'-9'1397,"8"1"1,1 8-881,8 0 1,7 0-470,-1 0-25,7 0 0,-3 0-1223,8 0 906,-1 0 1,1 0 217,0 0-1990,-1 0 1407,-7 0-1,-2 2 660,-8 4 0,1 3 0,-1 9 0</inkml:trace>
  <inkml:trace contextRef="#ctx0" brushRef="#br0" timeOffset="-80996">10583 7143 7569,'-15'17'2562,"4"0"-2014,-5-7-195,14 5 0,-3-11-250,10 8 80,5-8-34,15 3 1,9-7-990,13 0 1,6-9 839,11-9 0,-1-7 0,14-9 0</inkml:trace>
  <inkml:trace contextRef="#ctx0" brushRef="#br0" timeOffset="-54828">139 7990 7524,'0'-17'623,"0"7"-561,0 3 1,1 8 31,5 5 0,4-2-241,7 8 0,2-7 3,4 7 0,-1-8-40,6 2 0,1-5 134,6-1 0,-1-7-53,1-5 0,5-9 75,1-2 0,5-6 24,-6 6 0,0-6-42,-5 6 0,0-6-8,-1 6 0,1 0 352,-1 6 0,-5 2-36,0 3 0,-6-1 52,6 7 0,-2 0-99,2 6 1,3 6-218,-3 0 0,-2 13 68,2-2 0,-2 6-156,2 0 1,5-3 145,1 3 1,-1-2 25,7 2 1,-3-10-336,2 5 0,-1-7-79,7 1 1,-6-5 121,6-7 0,1-7 101,4-5 0,1-3 120,0-3 1,0-7 25,0-3 0,-6 1 138,0-2 1,-2 8-163,2-2 0,3 5 5,-9 7 1,2 3 211,-2 8 1,-3 0 60,3 0 1,-3 2-178,-3 4 0,1 5-23,0 12 1,1-3 24,4 3 1,-1 2-177,7-2 0,-4-6-356,10-5 1,-10-3 262,10 3 1,-2-5 76,8-7 1,-8-2 0,8-3 0,-3-5 26,9-7 0,1-2 72,-7-4 1,5 3-42,-5-3 0,5 4 244,-5 2 0,-1-1-26,-5 1 0,0 8 48,0 3 1,0 4-141,0 2 1,-6 0 11,0 0 0,0 8-9,6 3 1,-6 4-112,0 3 0,2-1-211,10 0 0,-2 1 119,7-1 0,-5-7-178,5-5 1,0-3 77,7-2 0,-1-2-1,0-3 0,2-5-69,4-7 1,-8-3 95,8-3 1,-11 4 277,11-4 1,-14 4 38,8 2 1,-11 1 244,-1 5 0,-1 3-222,2 8 1,-4 0 131,3 0 0,-3 8-125,-2 3 1,2 7-177,3 5 1,-1-2 125,8 8 1,1-8-61,10 2 1,-2-6-314,8-5 0,-3 1-120,3-7 1,4-2 99,-5-10 1,12-4 125,6-7 1,-1-6 25,-48 12 0,0-1 0,41-13 327,2 2 1,-2 9 104,3-3 0,-5 4-175,4-5 1,-5 9-4,-7 3 0,-1 6-226,-4 6 0,-2 5 30,8 12 0,-8-2-776,2 8 0,-2 2 432,2 9 1,2-3 395,3 3 0,3 2 0,-8-1 0,-2-3 0,-2-1 0,-2-3 0</inkml:trace>
  <inkml:trace contextRef="#ctx0" brushRef="#br0" timeOffset="-53076">9459 8544 7569,'0'-18'279,"0"9"1,2 1-107,4 8 0,-2 0-304,8 0 0,1 0 0,10 0 0,-2 0 42,8 0 0,-4 6-36,10-1 0,-5 1 128,11-6 1,-5 0-11,-1 0 0,1-2-138,5-3 1,-3 1 73,8-8 0,-6 1 150,7-7 1,-3 1-102,2 0 0,-2 5 107,-4 1 1,-3 1-12,3-1 0,-9 3 120,-2 8 0,-2 0-116,2 0 0,1 0-8,-7 0 1,6 8 144,-6 3 0,6 6-77,-6 6 0,8-1-211,-2 6 1,3-1 97,3 2 1,0 2-106,-1-8 0,6-2 18,1-9 0,7-5-84,-2-7 0,4 0 131,2 0 0,5-13-68,1-4 0,7-12 120,-1 0 0,3 0-167,2-6 1,-5 11 273,-1-11 1,-5 4-97,5-3 0,-7 7 48,2 4 1,-5 5 35,-1 7 1,-2 3 78,-4 8 0,2 2-141,-7 4 0,1 3 48,-2 9 0,-3 1-45,3 4 0,2 4-123,-1 7 0,7-5 29,-2 0 0,10-8-70,1 2 0,11 2 117,1-2 0,-4-5-111,10-7 0,-6-7-115,12 2 1,-6-6-131,5-6 0,1-4 215,6-7 1,-5 0 110,5 0 1,-10-1 50,9 1 1,-3 0 78,3-1 1,-3 1-97,3 0 1,-9 7-35,10 4 1,-13 4 77,1 2 1,-4 0-16,-1 0 1,-5 2 20,4 4 1,-3 4 11,8 7 1,-1 0-229,2 1 1,-2-1-110,8 0 0,0 1 90,5-1 1,-3-6 121,3 1 0,-1-3-196,13 3 1,-4-4 251,-42-8 1,0 0 0,-2 0-1,2 0 24,5 0 0,1 0 1,-1 0-1,-1 0-54,2 0 0,0 0 0,-2 0 1,1 0 12,-2 0 0,-1 0 1,0-3-1,0-2 110,4-1 0,-1 0 0,-3 2 1,-2 1 234,0 0 0,0 0 1,38-1-139,-9-2 1,-10 5-36,-2-5 1,-6 4-534,-5 2 0,-4 6 39,4-1 0,-12 9 46,-6-3 1,-3 5 269,-3 1 0,-5-4 0,0 1 0,2 3 0,1 2 0,3 4 0</inkml:trace>
  <inkml:trace contextRef="#ctx0" brushRef="#br0" timeOffset="-43564">10013 9460 7569,'0'-35'221,"0"9"0,0 3 0,0 3 528,0 3 1,-6 0-28,0-1-404,1 9-113,-3 1 0,0 10 105,-3 4-81,-5 3-91,7 16 0,-14 4 360,0 12-314,-1 3-561,0 8 494,4 0 21,-5 7 0,2-3 137,0 7-347,0-7 125,14 4 1,-5-9 64,8 1 1,1-9-84,5-9 0,1-1-161,5-10 105,4 0 7,15-6 0,0-7-316,4-4 717,3-5-561,3-8-618,1-10 529,14-10 1,-7-10-109,3-3-558,-4-4 565,0-8 0,-7 6-12,-1-1 1,-7 7 65,-9-6 0,-7 9 299,1 3 1,-8 1-75,1 10 1,-3 6 609,-2 5-308,0 9-201,-7-5 877,-3 8-632,0 0 1,-5 2-69,3 4 443,5 3-390,-9 8 1,14 3 46,-3 3 0,3-2-68,2 8 0,0-2-215,0 1 0,7-1 64,5-4 0,3-3-321,3 3 122,7-12 126,2 4-356,-1-13 259,7 6 1,-8-10-27,4-4-140,-4 4 151,-8-21 1,-1 12 32,-5-12 1,-3-2 5,-8 2 1,0-8-193,0 2 44,-8-3 92,-2-3 0,-7 0 144,0 1-106,0 7 186,-1 2 1,1 6 198,0-4 0,7 9 42,4-3-116,4 3 0,2 3-127,0-1 1,8 9 6,4-3 1,5-2-133,6 2 88,-4 1 34,14 5 0,-6 2-87,7 3-44,-7-3 56,-2 14 0,-6-5 2,4 12 1,-5-4-11,-1 4 1,-2 4 11,-9 2 1,2 2 16,-2-2 0,-4 1 6,3-6 1,-3-1-154,-2-6 71,0 0 56,0-7 1,-2 3 269,-3-7-134,3 0-87,-6-6 0,8-8-42,0-3 0,2-13-93,4-4 0,3-5-188,9-2 0,-1-1 141,0-4 0,0 3-88,1-3 1,-1 11 8,0 6 105,1 4 1,-1 9 106,0 4-89,-7 4 59,5 2 0,-13 10 151,4 7 0,-4 8-70,-2 10 1,0 1 87,0 5 0,0-7-75,0 1 1,6-3-37,-1-8 1,3 4-12,-2-5 0,1-5 34,5-7-108,3-7 78,-5 4-80,7-8 0,-1-8-107,-5-3 0,8-11-22,-7-1 1,7-13-149,-7 1 0,3-3 92,2 3 1,-1 1-10,-5-1 0,5 6-103,-5 0-27,-3 16 765,-1-2-305,-7 15 0,0 9 243,0 8 1,0 3-103,0 9-121,0-1 0,0 7 98,0 0 1,0-7-113,0 1 0,8-8-141,4 2 0,3-3 139,2-3 0,1-2-2,-1-3 1,6-5-854,0-7 364,0 0 102,-6 0 0,1-1-137,-1-5 1,0-6 169,1-11 1,-3-4-43,-4-7 0,3 1 119,-8 4 1,-1-9 170,-5 3 0,6 4-188,0 8 1,0 4-185,-6 2 1500,0 7-550,0 3-121,0 22 1,-2 6 261,-4 19 0,2 5-219,-7 7 0,5 5 142,-6 1 0,9 13-277,-3-2 1,4 8-312,2-8 0,0 10-74,0-10 0,0-4-282,0-7 1,0-6 47,0-6 235,0-4 142,8-22 39,-7 3-144,7-22 1,-8-8 26,0-16 1,6-16-219,0-7 1,5-19-175,-5-10 0,7-12-101,-1-11 1,-5 47 0,1-1 148,1-6 1,0 0 0,2 0 0,1 1 27,-1 5 0,1 0 148,3 1 1,0 2 0,5-25 95,3 10 0,2 12 49,-2 18 0,0 14 365,-6 9-398,0 7 1,-1 14 932,-5 7-625,-3 8 0,-8 10 35,0-1 0,0 3 466,0 3 1,-6-2-389,0 9-198,-7-9 1,3 4-261,-7-7 1,-2-6-4,-4-1 83,4-6 0,-6 1-171,7-12 1,1 3-27,0-9 0,-1 1-236,1-6 0,2-2-22,3-4 0,-1-3-320,7-8 0,0-1-235,6 1 663,0 7 0,8-5-273,4 3 0,5 3 237,6-3 1,-4 9 103,4-3 1,2 2 256,-2-2 0,2 4 0,-2-4 0,-4-1 0,5 1 0,0-6 49,0 7-49,-1-9 0,-6 7 207,0-5-193,0-3 619,1 13 73,-9-6 1,1 8-193,-4 0 0,-4 2 206,3 4 1,-5 3-310,-5 9 1,-3 7 8,-4 3 0,-1-1-313,7 2 0,0-8 193,6 2-219,0 4-91,8-8 137,2 6-146,7-15 0,0-2 51,1-8 0,-1-2-172,0-4 1,1-5 0,-1-13 0,-2-1-101,-3-3 1,1-5-51,-7 4 1,0-5 109,-6-7 0,0 5 118,0-5 0,-6 7 12,0 5 0,-5 4-44,5 8 66,0-1 311,6 1-180,0 8 0,2 3 144,4 12 1,1-3-19,5 9 1,3-1-55,-3 7 1,1 1-68,-1 4 1,3-2 1,-3 8 0,1-2-108,-1 2 0,1 3 42,-7-3 1,6 2-118,-7-2 1,7 1 84,-6-6 1,7-1-222,-1-6 156,-5 0 0,7-5 64,-9-1 0,9-7-10,-3 2 0,-1-12-43,2-5 0,-1-11-61,6-1 1,-5-7-18,-1 1 1,-1-10-172,2-1 0,1-2 150,-7 1 1,5 11-28,-5-5 1,6 18 364,-7-1-135,1 13-45,-6-3 366,0 8 0,0 10-118,0 7 0,-2 8 28,-4 9 0,5 1-58,-5 0 1,4-1 102,2 1 1,0-3-125,0-3 0,0 2-191,0-8 1,8 0-96,3-6 1,4-5 79,3 0 1,-1-9-191,0 3 0,-1-6 47,-5-6 1,5-3-38,-5-9 0,10-7-35,2-3 1,0-5-124,-5-2 1,-7 1 98,1-1 0,-1-5 78,7 0 1,-7 5 168,1 6 0,-9 8-98,3-2 0,2 4 420,-2 1-79,-1 9-49,-5 1-130,0 8 0,-5 10 178,-1 7 0,-6 2-45,7 10 1,-7 0 38,6 5 0,-1 1-205,1 0 0,4-7 76,-4 1 1,4-6-97,2 6-68,0-8 141,0-3-38,0-3 0,2-13 106,4 4-134,-4-4 0,13-10-189,-3-4 1,3-9-258,2-2 1,1-8-59,-1 3 1,0-11 190,1-1 1,5 1 114,0 11 0,0 3 47,-6 7 0,-5 3 45,-1 3 1,-5 5 94,5 7 1,-7 7 263,2 5 1,2 9-79,-3 2 1,1 8 144,-6-2 1,0 1-482,0-1 1,0 2 82,0-8 0,8 6-905,3-6 1,-1 0 253,2-6 1,-1-5-10,6-1 0,1-7 142,-1 2 562,8-4 0,2-10 0,7-1 0</inkml:trace>
  <inkml:trace contextRef="#ctx0" brushRef="#br0" timeOffset="-42756">13368 9564 7536,'9'-17'-33,"-1"5"33,-8 0 0,0 9 0,-2-5 1783,-4 8-1134,-3 0 0,-9 0-155,1 0 1,0 2-63,0 4 1,-1 3-153,1 9 1,0 5-50,-1 0 0,3 2-194,3-2 1,5-4 69,7 4 0,0-4 88,0-2 0,2-5-137,3 0 0,5-9-178,7 3 1,3-8 52,3-9 1,2-3-31,3-15 1,9 1-53,-8-7 41,7 0 126,-9-7 1,8-2-304,-1-8 142,-7-8-95,6-1 1,-14-2-157,4-1 1,-6 5 218,-5 1 1,-4 10 67,-8 19 0,5 4 129,1 8 0,-2 7 188,-10 4 0,-9 20 918,-8 9-565,0 8-384,-2 19 0,6-2 679,-4 15-377,11-7-516,-3 11-27,13-13 83,-6 13 0,8-19 107,0 4 0,2-12-76,4 1 1,5-10-106,12-3 1,-2-8-270,8-3 1,-2-2-644,2-9 811,4 0-49,-6-6 1,1-10-747,1-7 418,-8 0 145,12-16-524,-14 6 545,14-8 1,-12-1-8,8-4 0,-8 3 10,2-3 0,-10 5 108,-1 6 240,-8 4 1,2 10 329,-12 3-180,-4 5-154,-7 14 0,-8 3 1088,-4 7-534,4 8-341,0 2 460,8 0-415,0 6 0,7-12-16,4 8 1,4-2-40,2 1 1,0-3-154,0-7 0,8-1-285,4 0 1,5-7-598,6-4 423,-4 3 292,14-7 1,-6 4-759,7-12 385,1-3 182,-1-9-141,1 1 218,0 0 1,-3-3 47,-3-3 0,2-2 21,-8-3 0,4-5 67,-10 4 0,4-2 105,-9 3 0,-5-3 275,-1 8 0,-4 0-199,-2 5 1,-2 9 762,-4 3-389,-3 4-234,-9 2 638,1 0-535,-8 8 1,6 1 15,-4 9 0,10-1 9,1 0 1,2 8-128,-1 4 1,-3-2-24,9 2 0,-1-6-194,6 6 0,0-8 118,0 2-127,8-4 24,1-9 39,8-3-188,1-7 118,-1 0 1,6-7 57,0-5 0,2-9 6,-2-2 1,4-15-146,8-3 0,-7-9-177,1-7 0,0-5-1342,6-7 1157,-1 0 286,1-8 0,-2 17 192,-5 8 185,5 8 1,-14 27 342,4 0 0,-11 24-434,-6 22 0,-4 12-114,-2 10 0,-8 9 628,-4 3 0,-3-1 892,-2 1 0,7-7-1577,4 2-480,-3-5 556,7-8 0,-6 3-962,8-8 1,0-5 103,0-7 848,0-6 0,-6 1 0,1-8 0,1 2 0,2 4 0</inkml:trace>
  <inkml:trace contextRef="#ctx0" brushRef="#br0" timeOffset="-41914">15270 9149 7569,'0'-18'390,"0"1"1,0 0 0,0 0 647,0-1 1,0 1-575,0 0-216,8-1 0,3 1 50,12 0-175,4 7 0,2-3 46,0 7 1,0 0 10,5 6 1,1 0-24,-1 0 1,1 10-123,-1 7 0,-5 2-46,0 10 0,-8-6-116,2 6 0,-5 0 59,-7 5 0,-3-5-84,-8 0 0,-8-6 117,-3 6 0,-11-8 6,-1 2 0,-7-4 177,1-1-144,-4-9-13,6 7 0,-3-14 201,6 3-184,1-3 15,6-2-23,8 0 0,9 0 6,11 0 1,12 2 18,6 4 0,11 4-4,6 7 0,4-4 107,2 5 107,0-5-221,0 12 1,-8-8 241,-3 1 3,-5 7-45,-9-6 0,-2 6 227,-8-8 0,-7-5-9,-4-1 0,-8 1 200,-10 5 1,-9-5-306,-19-1 0,-5-1-144,-6 1 1,-3-1 45,-4-4-224,4-5 43,-5 7 0,13-2-904,0 0 474,15-1-388,-2 3 0,16-4-2716,0 8 2418,7-1 1068,2 6 0,16 8 0,2 2 0</inkml:trace>
  <inkml:trace contextRef="#ctx0" brushRef="#br0" timeOffset="-40425">9892 11051 7569,'-27'-12'165,"4"1"1,4-1 809,1 3-585,9-7-137,-7 15 0,14-15 30,-3 5-145,3 3 0,2-7 9,0 3 0,2-1-49,3 1 0,5-1 85,7 7 1,1-6-1,-1 7 1,2-1-121,4 6-235,-4 0 151,6 15 1,-13-1 75,-1 14 0,-1 1-9,2 6 0,1-1-9,-7 1 1,0-2 8,-6-4 1,1 1 7,5-7 0,-4 0 33,4-5 0,-4-7 90,-2 1-64,0-8 1,0-1-35,0-14 1,2-3-179,4-14 1,-3-9-1,9-9 1,-6-4-136,5-2 0,-1-7 118,1-5 0,5 7-81,-5 5 1,-1 7 129,1 11 0,-5 7 100,6 4 0,-7 11 106,7 7 1,-6 5-80,5 5 1,-5 13 129,6 10-95,-9 13 63,5 3 0,-8 8 59,0 0 1,6 0-124,0 0 0,1-8-34,-1-4 0,-2-5 8,7-6 1,1-1-96,5-10 1,-3 1-39,3-13 131,-11-1-26,17-5 0,-14-9-117,9-9 123,-1-7-139,0-9 0,6-8-158,0-4 1,0-6 95,-5-6 1,-3 6-92,-3 0 0,3 8 186,-3 9 1,1 9 35,-1 2 1,1 11 190,-7 2-90,7 7-64,-11 4 1,6 11 170,-8 12-99,0 12 84,0 1 0,0 16 110,0 0 0,0 0-43,0 6 1,0-10-72,0-2 0,2-12-71,3 7 0,5-16-102,7 4 0,1-8-36,-1-4 1,2-6 39,4 1 1,-2-10 68,8-2 1,-6-10-265,6-13 1,-6 0-319,6-11 0,-8 3 223,2-9 0,-6-3-90,-5 3 1,1 0 171,-7 5 1,0 6 187,-6 0 1,0 14 317,0-2-157,0 11-136,-8-2 1,4 8-86,-7 0 0,-1 8 244,-5 3 1,6 5 745,-1 1-664,8 8-100,-4-6 1,8 8 1,0-4 1,0-4-88,0 5 0,6-5-122,0-2 1,7-5 7,-1-1 0,3-7 63,3 2 0,-1-4 17,0-2 0,1-2-88,-1-4 1,-2-6-86,-3-11 1,3 2 100,-3-8 0,-3 1-66,3-7 0,-8-2 70,1-3 1,3 4-6,-2-5 0,5 7 158,-5 5-53,8 4 1,-7 8-103,5-1 276,3 1-122,-5 7-7,-1 3 1,7 7 29,-5 0 0,-1 0-25,1 0 1,1 13 120,5 4 0,1 12-65,-1 0 0,0 4 62,0 1 1,-1 7-48,-5-1-84,5 8 0,-9-10 102,5 9-355,-4-9 133,-1 4 19,-5-15 1,12-2-8,-9-8 89,1 1-60,2-9 1,0-5-30,3-15 1,4-9-119,-3-14 0,3-3-201,3-3 1,-1-4 133,0-8 1,2 0-77,4 0 98,-3 0 141,5 8 0,-8 4-22,0 11 1,1 4 32,-1 8 0,-6 1 169,1 5-30,-1 3 1,5 18 227,-5 7 0,-1 8 448,-4 10-380,-4-1-233,13 1 0,-11 5 19,7 0-77,1-7 1,5-2-66,0-8 0,3 6 86,3-6 1,-2-2-379,8-10 0,-8 3 154,2-8 1,2-1-1338,-2-5 980,8 0 1,-10-7-241,8-5 0,-8-5-365,2-6 1,-4 2-594,-2-8 1125,1 0 0,-1-5-261,0-1 777,1 0 0,-1-7 0,0-2 0</inkml:trace>
  <inkml:trace contextRef="#ctx0" brushRef="#br0" timeOffset="-40236">12365 10480 7569,'7'-27'-765,"-5"-5"1388,6 13-165,-8-6 191,0 7 197,0 9-484,0-7 1,-6 16 138,0 0 1,1 4-127,5 13 0,-2-1 41,-4 13 1,4 1-156,-4 11-231,4 3 107,-5 0 1,5 6-757,-4-4 355,4-4 257,2 8 0,0-7 134,0 3 1,0 2-673,0-8 1,0 1-2679,0-7 2505,0-7 0,-2-4 280,-4-11 0,3-7 438,-9-10 0,1-13 0,-7-9 0</inkml:trace>
  <inkml:trace contextRef="#ctx0" brushRef="#br0" timeOffset="-39828">12192 10913 7569,'-19'-25'0,"-5"-4"0,5 4 198,-4 2 1,4 4 314,2 1 1,5 1-113,1 0 0,7-1 71,-2 1 1,12 0-164,5 0-125,5-1-47,9 1 1,3-2-91,13-4-45,-5 3 181,7-12-784,-1 13 596,-6-14 0,12 12 92,-7-8 1,-1 8-114,-5-2 1,-3 0 49,-3 5 0,2-3-219,-8 10 356,0 3 1,-11 0-72,-1 8 1,-7 4 847,2 8-613,-4 7-20,-2 16 156,0 7-232,0 2 1,-2 8-57,-4 0 1,4 4-76,-4-5 0,4 5-71,2-10 1,0-5-431,0-7 318,0 1 164,8-16 87,2-2-110,7-9 10,0-16-410,1-9 221,-1-10 0,0-13 20,0-1 1,1-7-66,-1 2 1,4-2 58,-4 2 0,5 6-121,-11 11 1,3 4 230,-3 8-97,4 7-53,-13 2 521,14 8-204,-14 8-109,5 9 358,1 10-288,-6 8 1,6-1-72,-8 1 0,0 3-39,0-3 0,5 7-231,1-13 1,6 6-412,-7-12 1,9 0-1178,-3-6 864,5 0 554,-7-7 1,13-2-916,-5-8 623,4 0 363,-4-8 1,1-9 310,-1-12 0,0-11 0,0-5 0</inkml:trace>
  <inkml:trace contextRef="#ctx0" brushRef="#br0" timeOffset="-39354">13229 10256 7569,'0'-27'481,"0"4"-297,0 3 466,0 11-150,0 1-266,0 8 1,0 10 174,0 7 0,0 10-84,0 13 1,-2-1 117,-3 7 1,3 0-190,-4 6-71,4 7-45,2-5 0,0 10-560,0-13 303,0 5 128,0-19-747,8 5 560,1-15 1,9-2 131,-1-8 1,6-7-39,0-5 1,0-3-160,-6-2 0,1-9-116,-1-9 1,0 1 171,1-6 0,-3-2 42,-4 2 1,3 0 201,-8 6-60,-1-1 27,3 1 286,-6 8-109,6-7-198,-8 14 0,0-4-39,0 12 1,-6 0 185,0 11 0,-5-3 263,5 9 0,0 2-81,6-2-231,0 0 40,0 2-313,0-6 116,0 6-19,8-8-191,1-7 178,1-2 1,7-10 72,1-4 0,1-6 6,10-11 0,-6 0-267,6-11 0,-1 3-372,7-9 0,-6 9 383,0 2 0,-8 10 98,2 2 1,-4 1 1112,-2 10-489,1 8 166,-9 8 0,5 17 601,-9 7 0,1 9-555,-6 9 1345,0 7-1319,0-5 0,-6 13-216,1-3 1,-7-5-103,6-1 1,-7-6-144,1-6 0,-5-6-51,-6-11 1,4-4-565,-4-8 282,-4-7-455,0-2 1,-8-8-645,1 0 1,-1-8 810,1-4-3342,-9-3 1796,7 5 1933,-14-5 0,-2 5 0,-9-7 0</inkml:trace>
  <inkml:trace contextRef="#ctx0" brushRef="#br0" timeOffset="-34182">10272 12037 7658,'6'-12'432,"0"1"-230,0 7 83,-6-4-75,0 8 0,-2 2 171,-4 4 0,4 5-168,-4 12 1,-2 4-22,3 8 1,-1-1-119,6 1 0,0 0-134,0-1 1,0-5-409,0 0 0,2-8 169,4 2 0,3-6-21,9-5 1,-1 1-30,0-7 0,0-8-732,1-9 1081,-1-12 0,0-12 0,1-9 0</inkml:trace>
  <inkml:trace contextRef="#ctx0" brushRef="#br0" timeOffset="-33846">10255 11864 7569,'-6'-18'0,"0"1"117,1 8 68,5 1 0,9 8 88,9 0-188,-1 0-16,15 0 1,-10 0 210,6 0-53,1 0-125,6 8 1,-1 7 38,1 8 0,-6 2-56,0-2 0,-8 4-6,2 8 0,-4-3-14,-2-3 0,-7 8-107,-4-9 1,1 13 35,-1-12-71,0 7 133,-6-24 1,0 11 258,0-12-47,0-3-90,0 0 187,0-8-340,0 0 1,0-14-106,0-3 1,0-12 25,0 0 1,8-4-205,3-1 1,5-1-157,1 1 216,8 7 75,-6 2 1,6 9 72,-8 5 0,1 3 25,-1 8 1,0 4-23,0 8 0,-5-1 6,0 12 0,-7 4 151,7 2 1,-8 2-203,1-3 1,3 3-93,-2-8 1,2 6-780,-3-6 430,5 0 223,7-13 310,-7-2 0,13-8 0,-4 0 0</inkml:trace>
  <inkml:trace contextRef="#ctx0" brushRef="#br0" timeOffset="-33678">11050 11898 7569,'-9'-2'725,"3"-3"-596,4-5 0,10 0 165,3 5 0,12-3-363,6 2 0,4-5 39,1 5 0,1-6-662,0 7 318,-1-1 230,1-2 0,-3 6 144,-3-3 0,4-5 0,-6 0 0</inkml:trace>
  <inkml:trace contextRef="#ctx0" brushRef="#br0" timeOffset="-33096">11396 11466 7398,'-9'17'-285,"3"1"573,-4 7 0,8 2 426,-3 7 1,-5 8-130,-2 4 1,3 6-219,-3 6 0,7 2-180,-7 3-4,8 4-45,-11-5 0,13-1 57,-4-3 0,6-12-147,6-6 0,4-9-196,7-2 1,0-10 130,0-2 1,1-7-61,-1-10 1,8-4-372,4-7 217,-4-9 137,7-14 1,-7-1-386,4 1 0,-4-12 79,-8-1-51,1-6 232,-9 16 1,-1-5 84,-8 7 1,0 8 8,0 4 1,-2 6 36,-4 5 0,3 5 166,-9 7 1,-5 13 650,-6 5-393,0 10-250,5-1 0,1 8 296,0-1 1,7 1-162,4 0 0,4-3-95,2-3 1,8-4-53,4-8 1,5-1 1,6-5 0,2-3-53,4-8 0,7 0-177,-7 0 0,8-14-188,-9-3 1,-1-6 168,2 0 1,-10-2-9,-1-4 1,-3-3 107,-9 3 0,5-4 24,-5-1 1,0 7-41,-6 4 1,0 3-94,0 3 335,0 7 1,-2 3 355,-4 7 0,4 13 326,-3 5-413,-5 10-233,0-1 1,1 14 177,3-1-71,4 8-237,2-11 1,0 5-39,0-8 0,0-7 344,0-4-47,0 4-223,8-8 1,-4-1-140,7-13 1,-5-5 218,5-5 0,-5-11-78,6-7 1,-1-13-302,6 1 1,-5-11 87,0 0-857,-1-4 671,6-10 0,1 9 131,-1-1 0,6 7 80,0 11 0,-2 7-333,-9 4 0,3 4-475,-3 1 1,-3 9 251,3 3 0,-6 6 259,5 6 1,-7 3 387,2 9 0,-4-1 0,-2 0 0</inkml:trace>
  <inkml:trace contextRef="#ctx0" brushRef="#br0" timeOffset="-32797">12157 12071 7569,'0'18'745,"0"-1"-190,0-8 218,0 7-306,0-7-284,0 1 1,6-4 106,0-12 1,13-4 143,-2-7 1,6-2-485,0-4 1,-2-4-12,8-8-327,-8 1 332,4 7 1,-7-6-71,-1 4 0,-5-3-180,-1-3 0,-7 3 156,2 3 1,-6 4 63,-6 7 0,2 9-28,-7 3 0,-7 8 154,-5 10 0,-2 1 321,2 16 1,4 0-170,-4 5 1,6 1 13,5-1 1,-1 7-128,7-1 0,0 0-153,6-5 0,6-6 153,0 0 1,7-8 38,-1 2 1,9-6-381,2-5 1,2-5-547,-2-7 1,-4 0-150,4 0 1,2-7 81,-2-5 875,8-3 0,-12-10 0,6-2 0</inkml:trace>
  <inkml:trace contextRef="#ctx0" brushRef="#br0" timeOffset="-32571">12659 11829 7569,'0'-9'739,"0"1"-157,0 8-188,0 0 0,-2 8 388,-4 3-474,4 4 0,-6 9-61,8-1 1,0 7-65,0-1 1,0 4 53,0 1 0,0 1 83,0 0 1,0-1-245,0 1-91,0-1 164,0 1 0,0-8-76,0-4 1,-5-4-12,-1-2 0,-6-5-94,7-1 1,-9-7 115,3 2 1,-5-4 0,-1-2 1,0-8-443,-1-3 1,1-7-616,0-5 0,5-3-256,1-9 1,7 0 579,-2 1 0,4-3 648,2-3 0,8 3 0,1-5 0</inkml:trace>
  <inkml:trace contextRef="#ctx0" brushRef="#br0" timeOffset="-32374">12866 11362 7569,'0'-9'1339,"0"3"-873,0 12 0,-2 11 105,-4 12 1,-3 11-248,-8 6 0,1 12-129,5 5 0,-5 5 228,5 1 0,3-6-85,2 1 1,4-14-477,2 1 1,0-12 25,0-5 1,8-1-59,4-10 0,3-6-195,2-5 0,1-8-514,-1 2 0,0-12 328,0-6 551,1-3 0,-1-10 0,0-2 0</inkml:trace>
  <inkml:trace contextRef="#ctx0" brushRef="#br0" timeOffset="-32248">12659 11725 7569,'-18'10'978,"1"-2"0,7-6-854,5 3-72,3-3 31,9 6 1,5-10 43,11-4 1,0 3-296,12-9 0,-5 2-1003,11-1 1171,3-5 0,0-1 0,8-10 0</inkml:trace>
  <inkml:trace contextRef="#ctx0" brushRef="#br0" timeOffset="-31514">13592 11881 8214,'16'10'0,"-3"5"1825,-1 6-1559,-8 10 1,9 2-1,-7 7 1,0 0-51,-6-5 0,2-2 93,3-5-236,-3 5 1,8-14 293,-4 4-172,-4-11 0,11-6-160,-7-12 0,7-6-165,-1-11 1,1-6-164,-1-11 0,3-2 104,-3-4 1,1-6-163,-1 0 0,3 8 141,-3-2 1,1 9-89,-2 8 1,5-1 114,-5 7 1,5 7-34,1 10 0,0-1 249,1 1-16,-1 0 0,0 12 16,1 0 1,-1 5-61,0-5 1,0 6-21,1-7 1,-1 7-2,0-6 1,1 5-67,-1-5 114,0 7-56,-7-3 1,-3 7-5,-7 0 1,-3 7 141,-9-1 1,1 5 211,-13-5 1,0 8-103,0-2 0,-1-2 32,2 2 0,6-8-110,0 2 1,1-4 49,11-2-16,-1-7-61,6 5-4,0-13 1,8 4-74,3-12 82,5-3-173,8-9 0,-2-7-176,6-3 1,-4-5 51,4-2 1,-5 1-89,6-1 0,-8 1 159,2-1 1,-5 8 42,-7 4 1,3 4 445,-9 2-232,9 7 15,-12 2 0,5 18 80,-7 7 0,0 1 80,0 5 0,-1 3-184,-5 3 0,4-2-105,-4 2 0,4-8-120,2 2 0,6 2-375,0-2 0,7-5-910,-1-7 716,3-7 396,2 11 0,1-13-591,-1 4 875,0-12 0,8-11 0,2-10 0</inkml:trace>
  <inkml:trace contextRef="#ctx0" brushRef="#br0" timeOffset="-31362">14423 11656 7569,'-2'-15'0,"-4"3"0,4-3 171,-6 5 0,8-1 293,0-1 1,8 7-355,3-7 0,7 6-333,5-5 1,-4 5-361,4-6 0,2 7 344,-2-7 0,6 1-242,-6-7 254,0 9 227,-6-14 0,8 3 0,2-14 0</inkml:trace>
  <inkml:trace contextRef="#ctx0" brushRef="#br0" timeOffset="-31072">14734 11224 7569,'0'-25'-360,"0"6"993,0-4-338,-8 11 0,-1 18-100,-9 11 0,3 20 159,3 3 1,-5 16 225,0 7 1,5 10-214,-5 2 0,3 8-338,-3-3 1,2-3 75,3-2 1,5-6-135,7-5 0,2-1-11,3-11 0,7-6 128,11-17 0,2-4 107,4-8 0,9-7-269,-3-4 0,3-6-153,-3-6 1,-1-11-24,1-12 1,-2-12-133,-5-5 1,3-5-1,-8-7 1,-2 4 67,-9-4 1,1 12 19,-7 6 156,0 3-40,-6 11 1,-2 8 427,-4 12 1,-9 8-66,-8 10 0,-8 7 67,2 16 1,4-1-168,2 1 1,4 5-113,2 1 0,7-1 193,4-5 1,4-1 121,2 1 0,8-3-1604,4-3 583,3-4 361,2-8 372,8-7 0,2 5 0,8-5 0</inkml:trace>
  <inkml:trace contextRef="#ctx0" brushRef="#br0" timeOffset="-30870">15495 11743 7569,'-10'-8'0,"-3"4"1131,7-7-218,0 7-168,6-4-387,8 8-211,1 0 0,9 0-137,-1 0 0,6 0-238,0 0 1,0 0-494,-6 0 1,-1 2 257,-5 4 1,3 3 462,-8 9 0,7-1 0,-3 0 0</inkml:trace>
  <inkml:trace contextRef="#ctx0" brushRef="#br0" timeOffset="-30728">15477 11950 7569,'-9'0'2452,"1"8"-2074,16-6 0,1 6 851,9-8-612,-1 0-382,0 0 1,6 0-40,0 0 0,8-6-388,-2 0 1,2-6-470,-2 7 0,3-7 661,-3 6 0,4-7 0,1 3 0</inkml:trace>
  <inkml:trace contextRef="#ctx0" brushRef="#br0" timeOffset="-29891">16498 11276 7221,'0'-17'-131,"0"5"606,0 0 1,0 1 165,0-6-306,7-1-99,-5 1 1,12-2-50,-8-4 1,5-2-61,-5-4 0,0-4 23,-6 5 0,0-5 33,0-2 1,0 1-1,0-1 1,-2 8-95,-4 4 1,2 4-188,-7 2 1,5 7 83,-6 4 0,6 4 83,-5 2 0,1 4-17,-1 8 1,-3 1 17,9 16 1,-7 7 8,6 11 1,1-1 2,5 6 1,1-2 5,5 13 1,-2-7-37,8 1 1,-1-1-118,6 2 1,1-6 0,-1-1 0,-2-4 72,-3-7 0,1-9-77,-7 3 1,0-11 221,-6 0 28,0-3 1,-2-11-161,-4-3 1,-3-4-1,-9-2 1,-1-10-4,-4-7 0,4-10 15,-4-13 1,4 1-102,1-7 0,7 6 116,-1-6 0,8 2-164,-1-3 0,10 5-82,7 8 1,3 5-112,3 0 0,7 8 162,3-2 1,5 9 59,2 3 1,-1 5-411,1-6 0,-4 9-1117,3-3 1614,-3 4 0,11-6 0,-7-1 0</inkml:trace>
  <inkml:trace contextRef="#ctx0" brushRef="#br0" timeOffset="-29437">16999 10965 7569,'-17'-8'89,"0"6"-181,-1-4 57,1 4 0,6 10 246,-1 3 1,8-1 998,-2 2-1061,4-1-172,2 6 117,0-7 1,8 0-103,4-5 1,-3-3 10,3 4 0,-3-6-132,3-6 192,3-3 1,-7-10-22,4-5 0,-5 5-234,-7-4 0,0 2-144,0-2 0,0-4 114,0-7 1,0-1 42,0 0 1,0 3 292,0 3-208,0 4 21,0 8 296,0-1-114,0 1-124,8 7 1,2 1-21,7 3 0,0 4 117,0-4 1,6 2 29,0-1 0,1 3-70,-7-4 1,6 4-11,0 2 0,0 0 149,-6 0-156,1 0 0,-9 0 144,7 8-69,-14 1 0,5 9-65,-7-1 1,0 8 11,0 4 0,0 3 150,0 3 1,-7 0 197,-5-1 1,-1 7 91,1-1-225,-3 16-67,5-18 1,-7 20-261,-1-12 65,1 4-505,8 2-172,-7 0 515,14-8 1,-11 4 82,7-8 0,0 0 102,6-5 1,0-2-416,0-4 0,0 1-1587,0-7 1979,0 0 0,-6-13 0,1 0 0,1-1 0,2 3 0,2-1 0</inkml:trace>
  <inkml:trace contextRef="#ctx0" brushRef="#br0" timeOffset="-29189">17397 11224 8611,'-17'17'1372,"7"-7"-1149,-5 13 0,7-12-1,-4 12 1,7-3-17,10-3 1,-1-7-24,8-5 1,7-3-359,10-2 1,-2-2 201,2-3 0,-1-5-333,7-7 0,-8-6 99,-4 0 0,-6-8-143,-5 2 1,-5 2 123,-7-2 0,0 8-64,0-2 1,-7 4 117,-5 2 1,-11 7 71,-6 4 1,2 12-111,-1 6 1,5 11 60,-6 5 0,6 5-508,-6 2 657,8-1 0,-4 9 0,7 1 0</inkml:trace>
  <inkml:trace contextRef="#ctx0" brushRef="#br0" timeOffset="-28753">16359 11898 7569,'-17'-7'2518,"7"5"-1941,3-6-186,7 8 201,7 0 0,7 0-173,15 0 0,3 0-51,20 0 0,0 2-240,17 4 1,4-4-111,14 3 0,-1-3-122,1-2 0,5-2 44,0-3 0,0 1 20,-5-8 0,-8 8 84,-4-1 0,-12 3-418,-5 2 180,-12-8 28,-4 6 0,-15-6-82,-4 8 1,-10 0-28,-1 0 111,-8 0-481,4 0 4,-16 0 1,-2 0 353,-7 0 0,0 6 287,-1 0 0,-1 4 0,0-3 0,-2 5 0,0-4 0,-2-5 0</inkml:trace>
  <inkml:trace contextRef="#ctx0" brushRef="#br0" timeOffset="-27262">16792 12158 7675,'9'0'310,"1"-6"-107,-4 0 164,-4 0-186,5 6 86,-7 0 7,0 0-41,0-7-76,0 5-105,0-6 96,0 8 970,0 0-1101,-7 0 0,5 2 27,-4 4 0,-4-2-122,-1 7 105,3 1 0,-7 7-50,3 4 1,-9-4-14,-2 4 1,-2 2-79,2-2-12,4 8 124,-6-12 1,7 6-182,1-7 166,0-1 2,0 0 1,-1-1-16,1-5 0,7-1 42,5-5 153,3-3-39,2 6 292,0-8 176,0 0-550,7 0 1,-3 2-84,8 4 91,-1-4 0,7 5 44,-1-7 0,6 0-210,0 0 0,0-2-298,-6-3 1,8-3 138,4-4 1,-2-1-40,2 7 1,-2-5-333,2 5 257,-4-8 153,0 13 1,-6-13-341,4 8 240,-4 1 109,-2 5 0,-5 0-165,-1 0 173,-7 0 1,4 2 45,-8 3 1,0-1 170,0 8 0,0-7 0,0 7 0,-8-8 0,-1 11 0,-9-5 0</inkml:trace>
  <inkml:trace contextRef="#ctx0" brushRef="#br0" timeOffset="-27029">16826 12140 7515,'0'-9'2321,"0"1"-1668,0 8 0,0 16-280,0 7 0,-2 9-69,-3 9 1,-3-3-208,-4 8 1,-1 0-160,7 6 1,-5 0-1005,5 0 0,0 0 1066,6 0 0,-8 0 0,-1-1 0</inkml:trace>
  <inkml:trace contextRef="#ctx0" brushRef="#br0" timeOffset="-26223">10047 13282 7569,'-17'0'366,"0"0"286,0-8-393,-1 6 0,1-4-20,0 12 1,-1 4-78,1 7 1,0 10 132,-1 8 1,1 7 168,0 10 1,5 7-84,1 5 0,7 3-135,-2 2 1,4 0-281,2 0 1,0-7-215,0-4 0,2-10-283,4-2 1,4-10 135,7-1 1,6-2-386,0-10 1,2-6 310,-2-6 469,4-7 0,8 4 0,-1-8 0</inkml:trace>
  <inkml:trace contextRef="#ctx0" brushRef="#br0" timeOffset="-25390">10341 13489 7569,'0'-9'-856,"0"1"743,0 8 56,0-8 122,0 6 1,0-7 72,0 3 226,0 4-2,0-6 0,0 7-34,0-5 5,0 4 557,0-6-208,0 8-15,0 0-448,0 8 1,0 3 10,0 12 1,0 4-66,0 8 1,0 1-72,0 5 0,0-3 101,0 8 0,0-7-104,0 1 0,0 2-468,0-1 1,0-3 45,0-9 0,0 2-782,0-8 378,0 0-356,0-6 636,0-7 1,0-10-475,0-12 929,8-3 0,-6-18 0,6-3 0</inkml:trace>
  <inkml:trace contextRef="#ctx0" brushRef="#br0" timeOffset="-25196">10376 13420 7569,'0'-9'73,"0"-7"495,0 7 198,0-1 175,0 2-697,8 8 1,1 0-81,9 0 0,-1 0-62,0 0 1,2 0-151,4 0 1,-3 0-436,3 0 1,-4 0 314,-2 0 0,0 0-539,1 0 285,-1 0 0,-5 6-260,-1 0 1,-7 7 681,2-1 0,-12 3 0,-4 2 0</inkml:trace>
  <inkml:trace contextRef="#ctx0" brushRef="#br0" timeOffset="-25033">10376 13662 7569,'-10'10'139,"-5"5"783,13-13-172,-6 6-338,8-8 0,2 0-213,4 0 0,0 0-4,11 0 0,-1-2-166,12-4 1,-5 2-175,6-7 1,-2 5-330,2-5 1,4 7 63,-5-2 1,-1 2-1137,2-2 1546,-8 4 0,4-5 0,-7 7 0</inkml:trace>
  <inkml:trace contextRef="#ctx0" brushRef="#br0" timeOffset="-24238">10791 13559 7569,'-10'0'689,"3"7"1,1 5-507,0 11 1,0-4 65,6 4 1,0 2 109,0-2 1,0 6-254,0-6 1,0 0-102,0-6 108,8 1-193,2-1 0,7-7-87,0-5 0,-5-10 99,-1-7 0,-5-3 131,6-3 1,-9-1-317,3-4 1,-4 2-253,-2-8 1,0 0 267,0-5 0,0 1-42,0 4 1,-6 4 223,1 8 0,-1 0 329,6-1-84,-8 9 1,6-1-109,-3 4 0,10 4-136,7-3 1,3 3 198,2 2 1,1 0 154,-1 0 0,0 6-76,1-1 0,5 9-60,0-3 0,0 5-14,-6 1 0,0 2-3,1 4 1,-3 2-64,-3 4 1,-3 4 21,-3-5 0,-4 3-170,4-2 1,-4 2 64,-2-8 0,5 0 31,1-6 1,0 0 86,-6 1-19,0-9-87,8-1 1,-5-10-9,9-4 1,-2-5-393,1-12 185,4 4 99,-5-14 1,5 6-132,-3-8 1,1 3 60,-7 3 0,6-2 33,-7 8 123,1 0 1,-4 8 154,4 3-53,-4 5 0,6 8 180,-8 5 1,0 6 433,0 11-331,0 4-215,0 0 0,0 3 14,0-7 1,0 6-85,0-6 0,7 0 0,5-5 0,3-7-18,2 1 0,6-8-135,1 1 1,0-5 39,0-5 1,-5-5-129,4-7 0,-4-3-110,-2-3 157,1 4 40,-1-14 1,-6 12-132,1-7 10,-8-1 162,3-6 1,-7 2-65,0 5 113,8-5 0,-6 14 228,4-4-53,-4 11 291,-2 4-77,-8 24 1,4 1-169,-7 12 1,7 4 16,-2-5 0,2 5-81,-1 2 0,3-3 127,-4-3-145,4 4 1,2-14 177,0 4 196,0-11-103,0-5 1,6-16-84,-1-9 0,9-7-163,-3-9 1,5-8 28,1-5 1,6 3-7,0-2 0,6 8-23,-6-3 1,8 7-131,-2 5 1,-2 4-140,1 8 0,-7 5-246,3 1 0,-3 7-505,2-2 1,-10 4-719,4 2 0,-5 2-38,0 4 154,3 3 0,-11 9 1439,7-1 0,-7 0 0,4 1 0</inkml:trace>
  <inkml:trace contextRef="#ctx0" brushRef="#br0" timeOffset="-16939">13212 13420 7569,'-8'-11'1542,"-3"-1"-805,3 1-175,0 1-374,8-5-175,8 13 17,2-14 0,7 14-82,0-3 0,8 3 25,4 2 1,-2 0-126,2 0 0,-6 0 185,6 0 0,-8 5 19,2 1 1,-6 8-294,-5-3 1,1 6 19,-7 7 0,-4-5 282,-14 4 1,1-4-63,-12-2 1,-4 1 190,-2-1 1,2 0 8,-2 1 1,8-7 18,-2 1 0,10-9 31,1 3-163,8 4 1,-1-6-48,10 7 1,5-5-102,7 5 0,8 1-108,4 5 0,4-5 13,1-1 1,1 1-33,-1 5 1,-5 0 155,0 1 0,-8-1 11,2 0 0,-5-5-124,-7-1 88,-3 1 1,-16 3 499,-3-3 0,-11-3-90,-1-3 0,-7-4-163,1 4 1,-4 2-55,-1-3 1,-1 1-646,0-6 237,8 0-166,3 0 1,12 6-1352,0 0 1216,9-1 574,-5-5 0,23-7 0,5-3 0</inkml:trace>
  <inkml:trace contextRef="#ctx0" brushRef="#br0" timeOffset="-16787">13644 13662 7569,'10'-9'3894,"-2"-7"-3233,-1 14 1,5-7-533,11 3 1,-2 2-452,8-7 0,0 7-413,5-2 0,1-2 635,-1 3 0,1-7 100,0 6 0,-1-7 0,1 3 0</inkml:trace>
  <inkml:trace contextRef="#ctx0" brushRef="#br0" timeOffset="-15487">14371 13524 7569,'-10'0'-67,"2"0"0,8 2-166,0 4 1,2 3 329,4 9 1,-2 1 348,7 4 0,-5-2 97,6 8 1,-8-2-225,1 1 1,-1 3-285,2-8 0,-4 0 9,4-5-81,-4-1 285,-2-7-75,0-3-234,0-22 0,5-4-55,1-16 1,2-1 9,-2-5 1,-3-3 129,9-8 0,-6 0-214,5 0 1,-5 6 99,5 0 1,-1 10 136,2 1-96,3 8 1,-5 18-22,7 3 1,-6 6 376,1 6 1,-8 5 62,2 12 1,-3 4-46,3 8-90,-4 7-146,6-6 0,-8 14-84,0-4 1,-2-3 40,-4-3 0,4-5-160,-4-7 0,4-3 155,2-7 0,0-7 55,0 1-164,0-8 0,6 1-19,0-10 1,2-7 6,-3-11 0,5-2 71,7-4 1,-5-5-209,-1-1 0,1 6 90,5-5 0,1 5 111,-1 0 1,0 4-43,0 8 1,-5 7-20,-1 4 0,-5 4 229,6 2 1,-8 2 33,1 4 1,-3 6-16,-2 11 1,0 6-93,0 11 1,0-4 70,0 5 0,0-5-82,0-1 1,0-6-144,0-1 1,2-1 156,4 2 1,4-10-2,7-7 1,0-8-280,0 2 0,1-5-41,-1-1 0,2-7-4,4-5 100,-3-11 92,12-4 0,-13-7-101,4-1 0,-3-1 32,-3-5 1,0 5 39,1-5 0,-3 7-91,-4 5 3,-3 4 279,0 8 399,-6 7-360,5 2 1,-14 16-50,-5 4 0,-1 5-28,1 6 0,-1 2 377,7 4-249,-7 3-80,11-12 0,-6 10-143,8-6 1,0-1 131,0-6 0,6-6-10,0 1 1,7-6-373,-2 5-39,-3-7 192,8 4 0,-9-10 58,5-4 0,3-4 10,-3-7 0,-3-2-69,3-4 100,-8 4-46,3-14 1,-7 6-74,0-7 0,0-1 99,0 0 0,0 3 10,0 3 0,0 4 75,0 8 251,0-1-91,0 9 18,0-7-70,0 14-133,0-5 221,8 7-218,2 0 84,7 0 1,-2 7 14,-3 5 1,3 5-22,-3 6 1,1-2-5,-1 8 1,3 0-135,-3 6 1,-3-3-7,3-3 1,-7 2-155,7-8 102,-8 8 50,4-12 0,-3 0 5,1-7 61,0-9 36,2 13 62,-7-14 0,9 4-128,-4-12 1,-2 2-7,7-8 1,-5-5-1,5-6 1,1-2 18,5 2 0,-5 2-433,-1-8 206,1 0 103,5 2 1,0 0-67,1 4-42,-1 4 182,0-6 0,-5 14-199,-1-1 105,1 8 0,-1-3 7,1 7 0,-8 7 234,2 5 0,-3 5 421,3 6 0,-4-2-170,4 8-125,-4-8-163,-2 12 1,6-14-78,-1 4-3,9 4-98,-12-8 1,13 4-498,-3-11 512,3 3 0,2-7 69,1 3 1,-7-3-1012,1-8-513,-9 0 684,13-8 870,-14-1 0,13-16 0,-5-2 0</inkml:trace>
  <inkml:trace contextRef="#ctx0" brushRef="#br0" timeOffset="-15254">15979 13092 7569,'0'-18'-423,"0"1"211,0 0 453,0 7 960,0-5-540,0 13-294,0-6 101,0 8 1,0 10-63,0 7 1,0 2-292,0 10 1,0 6 79,0 5 0,0 8 0,0-2 0,0 4-236,0 2 1,0 2-302,0 3 0,-6-9 317,0 4 0,1-11 23,5-1 1,0-11-1867,0-6 340,7 4 78,-5-8 1450,6-2 0,0-17 0,1-9 0</inkml:trace>
  <inkml:trace contextRef="#ctx0" brushRef="#br0" timeOffset="-14765">15823 13282 7569,'-17'-8'0,"7"6"724,3-5-165,7 7-146,0 0 1,7 0-219,5 0 0,5 0-260,6 0 1,-2-2 13,8-4 0,0 4 45,6-4 0,-7-2 116,1 3 0,0-9-45,6 3 1,-8-3-477,-4 3 1,-4-10 86,-2 3 1,0-3 323,1 4 1,-9 0-59,-3-1 0,2 1 567,-2 0-91,-1-1 91,-5 1-171,0 8-191,-7 24 1,-3 12 312,-7 19 0,1 4-55,5-4 1,-5 10-349,5 1 0,3 1-150,2-6 1,-1 0-267,1 0 0,0-10 265,6-8 0,0-7 136,0-9-60,0-1-33,8-7 1,2-7 267,7-14 1,0-3-17,0-14 1,1-7-313,-1-5 1,0-3 50,1 3 0,5 5-26,0 1 1,-6 7 26,-5 10 27,-1 7-20,6 2 1,-1 10-50,-5 4 1,-3 6 186,-8 11 0,0 2-27,0 3 0,0 5-208,0-4 0,0-2 110,0 2 1,0-6-824,0 6 0,8-8 245,3 2 0,-1-12 23,1-5 0,1 2-16,5-2 610,0-8 0,8-8 0,2-7 0</inkml:trace>
  <inkml:trace contextRef="#ctx0" brushRef="#br0" timeOffset="-14294">16705 13057 7569,'10'-44'0,"-2"9"0,-8 10 790,0 8 238,0 15-641,0-4 1,-6 29 201,0 0 0,-6 10-217,7 7 1,-7 3-283,6 3 1,-5 10 46,5-5 0,0 5 58,6-4 0,0-8-56,0-3 1,0-1-123,0-6 0,8-3-728,4-13 0,3-3 157,2-4 0,1-3 40,-1-8 257,0 0-1,-7-8 19,5-9 154,-5-2 0,7-6-36,0 8 0,-5-6 12,-1 0 0,-5 1 22,6 11 110,-9-5 0,7 9 151,-4-5 179,-4 5-98,5 7-216,-7 0 0,0 1 32,0 5 1,0 4 225,0 7-120,0 0-144,0 1-133,0-9 60,0 7 1,2-12 73,4 7 1,-2-7-9,8 2 0,-7-4-117,7-2-50,-1 0 63,7-8 0,-1-4 54,0-11 1,1 4-52,-1-4 1,0-2 72,0 2 98,1 8-120,-9-1 0,7 14-11,-5-3 1,-3 5 245,-2 5 1,1 13 350,-1 10 1,0 13 399,-6 5 640,0 4-1036,0-6 1,-2 10 28,-4-8-262,4 8-184,-13-18 0,5 7 576,-7-9-328,-8 1 0,6-8-573,-14-2 190,6-16 0,-7 5 136,-1-9 0,0 1 33,1-6 1,-3-2-1549,-3-3 1,2-3 1364,-9-4 0,-6-11 0,-9 4 0</inkml:trace>
  <inkml:trace contextRef="#ctx0" brushRef="#br0" timeOffset="-12960">10583 14613 7569,'-9'0'1245,"1"0"1,8 10-664,0 7-178,0 8-237,0 18 1,6 1 115,0 8 0,5 5-88,-5 1 0,2 5-12,-3-5 1,-3-6-159,4-6 0,-2-8-26,2 3 52,-4-12 261,5-4 74,-7-16-261,0-9 17,0-9-364,0-24 181,0 4 1,0-29 105,0 1 0,0-14 47,0-4 1,8-10-586,4-1 0,-3 1-69,3-1 0,-1 15 174,7 13 0,1 18 131,4 5 1,-6 18-116,0-1 355,8 13 0,-13 7 205,11 15 0,-6 8-212,-5 9 1,1 9-64,-7 3 0,0 4 709,-6 2 1,-8-2-276,-3-4 0,-5 2-119,-1-8 0,0-1-174,-1-11 0,1-3 3,0-7 1,-1-3-437,1-3-260,0 3 0,1-15 427,5 0 0,-3-10 67,9-13 0,-1-4-1197,6-7 1,6 1 412,-1 4 0,9 4 574,-3 8 1,5 7 334,1 5 0,-5 3-55,-1 2 1,-5 0 294,5 0 0,-5 0 620,6 0-848,-8 7 91,11-5 1,-5 12 1603,7-8-401,0-1-817,0-5 1,3 0 356,3 0-447,4 0-175,0-7 1,5-3-126,-3-7 1,4-2-31,1-5 0,-1 3-161,-4-8 0,-4 6 229,-8-5 1,-5 5 45,-1-6 1,-7 6-261,2-6 0,-6 10-407,-6 1 0,-4 3-142,-7 9 351,-8 0 224,6 14 0,-12 9 186,8 12 1,0 4-76,6 2 1,-1 5 102,1 0 1,8 1-93,3-7 1,6 5 23,6-5 0,5 3 19,12-14 0,2 4-47,4-10 1,4 2-59,-5-13 55,5 0-23,2-6 1,-7-10-133,1-7-38,0-1 109,-2-14 1,0 3-59,-4-11 1,-6 1 97,1-7 1,-3 6-5,-9-6 1,5 7-62,-5-1 0,0 5-109,-6 6 0,5 10-25,1 8 150,0 7-53,-6-4 171,0 8 22,0 0-49,0 8 1,0 9 124,0 12 0,6 4-129,0 1 1,-1 1-14,-5-1 1,0-1 172,0-4-23,8 4-77,-6-14 0,6 6 0,-8-8-46,0-7-1,7-3 1,-5-5 117,4 4-216,-4-4 0,4-2-163,-1-12 1,9-9 175,-3-2 1,-1-8 33,2 3 1,-1-13-541,6-5 1,-5 2-41,-1-2 0,1 9 101,5 3 148,1-1 162,-1 24 1,0-10 170,0 15-42,1 0 153,-9 6 1,5 10 211,-8 7 0,5 2-306,-5 10 1,0 6-21,-6 5 1,2 6 672,3-6-345,-3 1-161,6-14 0,-2 3-314,-1-7 45,9 8 102,-12-12 1,11 1-1110,-7-9 518,0-7-523,-6 4 135,0-8 1,6-2 516,-1-4 1,1-11 442,-6-12 0,-15-4 0,-5-1 0</inkml:trace>
  <inkml:trace contextRef="#ctx0" brushRef="#br0" timeOffset="-12813">11673 14268 7569,'-8'-18'63,"4"7"-63,-7-1 0,7 8 1792,-4-11-1067,8 13 0,8-6-415,4 8 0,3 0-269,2 0 0,6 0-192,0 0 0,8 6-154,-2 0 1,2 7-392,-3-1 0,3 3 563,-8 3 1,6-1 132,-6 0 0,0 0 0,-5 1 0</inkml:trace>
  <inkml:trace contextRef="#ctx0" brushRef="#br0" timeOffset="-12547">12071 14458 7569,'0'17'539,"-8"0"0,6 1-301,-4-1 0,-1 2-55,1 4 1,-2-2 429,2 8 223,5-8-509,-7 12 0,8-14-30,0 4 1,2 2-121,4-2 1,3-5-69,8-7 0,1-7 38,-1 2 0,0-4-62,1-2 1,5-8 108,0-4 1,0-9-12,-6-2 1,-2-6-521,-3 6 1,-4-7-56,-8 1 0,0-4 278,0-1 0,-2-1-92,-4 0 0,-4 3-281,-7 3 1,2 4 266,3 8 0,-3 7-27,3 4 92,-3 4 0,-1 10-1,5 3 1,3 5-45,8 1 1,0 0-218,0 1 1,2-7-263,4 1 1,-2-1 23,7 7 655,1-9 0,13 7 0,2-7 0</inkml:trace>
  <inkml:trace contextRef="#ctx0" brushRef="#br0" timeOffset="-12178">12486 14458 7569,'7'0'1079,"-7"0"-855,-7 0 1,-11 0-42,1 0 1,0 2 233,0 3 1,1 11-9,5 7 0,-5 8-242,5-3 17,3 5-24,0-6 1,8 4-87,0-8 0,0 0 220,0-6-88,8 0 0,2-1-93,7-5 0,2-5-162,4-12 1,-4-5-44,5-12 0,0-4-20,0-8 0,1-1-134,-2-5 1,-4-3 128,4-8 0,-6 0-54,-5 1 1,1-9-107,-7-3 0,5 1-138,-5-1 1,0 17-33,-6 5 64,0 12 782,0 20 1,-6 11 220,0 15 1,-5 18 242,5 16 0,-5 3-337,5 10 1,0-3 119,6 3-322,0 3-181,8-21 1,1 10-99,9-16 0,-1-7 106,0-10 1,2 0 31,5-6 1,-5 2-561,4-13-1610,4 0 1352,-8-6 0,6-2-2115,-8-4 1440,-7-3 1310,5-9 0,-5-14 0,7-5 0</inkml:trace>
  <inkml:trace contextRef="#ctx0" brushRef="#br0" timeOffset="-10245">13385 14717 7569,'0'-9'1209,"0"1"-727,8 8 129,-6 0 1,7 0-310,-3 0 0,-4 2-138,4 4 1,-4 3 18,-2 8 1,0 1-1,0-1 1,-6 6-694,0 0 0,-7 2 510,1-2 0,-11 4 0,-4 8 0</inkml:trace>
  <inkml:trace contextRef="#ctx0" brushRef="#br0" timeOffset="-9514">11171 15686 7569,'-7'-18'0,"-3"9"1170,1-7-421,1 14-274,8-5-333,0 7 0,0 7-127,0 5 0,6 11 44,-1 6 1,7-2-76,-6 1 0,5-1 116,-5 2 0,6-4 33,-7-8 0,1 1-377,-6-1 93,8-7 487,-6-3-300,5-7 0,-7-9-25,0-9 1,2-3-46,4-13 1,-2 1-147,7-13 1,-5 0 180,6-6 0,-3 0 41,3 0 1,3 8-412,-3 4 1,3 5 103,2 6 1,1 6 257,-1 12 90,0 3 1,1 10 245,-1 4 1,-6 11-72,1 12 0,-8 3 94,2 3 0,1 5-156,-1 1 1,0 7 34,-6-2 1,5-4-78,1-1 1,6-5-163,-6-1 1,5-8 137,-5-4 0,7-4-53,-1-2 0,-3-5-1406,3-1 695,-1-7 1,7 2-276,-1-12 1,-5-4 278,-1-7 630,1 0 0,5-1 0,0 1 0</inkml:trace>
  <inkml:trace contextRef="#ctx0" brushRef="#br0" timeOffset="-9330">12053 15530 7569,'0'-10'519,"0"1"1039,0 3-690,0 4-456,0-6 0,8 8-185,4 0 0,5-5-32,6-1 0,2 0-582,4 6 1,3 0-227,-3 0 0,-2 0-484,2 0 0,-6 8 1097,6 3 0,-8 5 0,4 1 0</inkml:trace>
  <inkml:trace contextRef="#ctx0" brushRef="#br0" timeOffset="-9179">12071 15824 7569,'-18'0'692,"9"0"998,1 0-1326,8 0 0,8 0-133,3 0 0,12 0 1,6 0 0,10 0-334,1 0 0,8-2-1051,-2-4 1,2 2 1152,-2-7 0,12-1 0,-4-5 0</inkml:trace>
  <inkml:trace contextRef="#ctx0" brushRef="#br0" timeOffset="-8653">12970 15392 7569,'0'-10'3142,"0"2"-2775,0 24 0,0 1-172,0 12 0,2 2-12,4-8 1,-3 5 11,9-5 0,-6 2-635,5-2 1,-1-1-251,1 6 0,-1-6-1179,-4 1 893,-4-4 976,5-2 0,1 0 0,2 1 0</inkml:trace>
  <inkml:trace contextRef="#ctx0" brushRef="#br0" timeOffset="-8291">13299 15392 7612,'0'-10'907,"0"2"1,1 8-711,5 0 1,4 0-138,7 0 1,6 8 77,0 3 0,0 11-270,-5 1 0,3 2-45,-4-2 1,2-2-43,-13 8 1,5-8 138,-5 2 1,-2 2-49,-10-2 1,-3 0 85,-9-6 1,1-1-122,0-5 90,-8-3 0,6-8 352,-4 0 1858,11 0-1541,-3 0 1,15 0-247,0 0 1,7 0-163,11 0 1,7 6-140,3-1 1,5 1 133,2-6 1,-1 0 11,1 0 0,-2 0-1460,-5 0 0,9 0-1349,-8 0 2614,7 0 0,-9-8 0,8-1 0</inkml:trace>
  <inkml:trace contextRef="#ctx0" brushRef="#br0" timeOffset="-8099">14094 15322 7569,'-8'18'2294,"1"1"-1887,-5 4 0,-3-2-41,3 8 0,-1 0-457,1 5 0,-3-1-156,3-4 1,-1 3-292,1-3 0,-3 4 501,3 2 0,-1-7 194,1 1-157,-3-8 0,5 4 0,-7-7 0</inkml:trace>
  <inkml:trace contextRef="#ctx0" brushRef="#br0" timeOffset="-7921">13800 15392 8379,'0'9'1253,"0"1"-744,0-4 0,0-3 37,0 9 0,6-6-371,0 5 0,1-5-298,-1 6 0,4-1 47,7 6 0,8-1-88,4-5 0,-2 5-286,1-5 0,1-1 450,6 1 0,7 1 0,2 5 0</inkml:trace>
  <inkml:trace contextRef="#ctx0" brushRef="#br0" timeOffset="-7613">14544 15271 9690,'0'11'1059,"0"1"1,0 1-754,0 10 0,0-2-128,0 8 1,0-6-3,0 6 1,2-8 10,3 2 1,-1-4-15,8-1 0,5-1-12,6 0 0,2-7-82,-2-4 0,4 1-29,8-1 1,-1 0-126,1-6 0,-1 0-116,1 0 1,-2-6-240,-5 0 1,3-1 174,-8 1 0,6 2-171,-6-8 1,0 7-713,-6-7 0,-5 8 510,-1-1 1,-7 1 627,2-2 0,-4-4 0,-2-7 0</inkml:trace>
  <inkml:trace contextRef="#ctx0" brushRef="#br0" timeOffset="-7432">14820 15340 9539,'0'17'903,"0"0"1,0 1-506,0-1 0,6 8 170,0 4 1,5-2-714,-5 1 1,8-5-251,-3 6 0,4-6-406,3 6 1,-7-6 638,1 6 162,-1-8 0,7 12 0,-1-6 0</inkml:trace>
  <inkml:trace contextRef="#ctx0" brushRef="#br0" timeOffset="-6540">15529 15564 7569,'-9'-9'1881,"1"1"-1648,8 8 1,0-2 232,0-3-157,0 3 0,2-8-180,4 4 0,3 4-98,9-3 1,1 3 31,4 2 0,-4 0-177,4 0 1,2 0-203,-2 0 1,6 0-250,-6 0 0,6 0-1127,-6 0 1692,0 0 0,-6 0 0,1 0 0</inkml:trace>
  <inkml:trace contextRef="#ctx0" brushRef="#br0" timeOffset="-6387">15650 15686 7569,'-17'0'756,"0"0"0,5 0 360,1 0-749,7 0 0,-2 0-15,12 0 0,3 0-412,9 0 1,7 0 71,4 0 0,3 0-279,3 0 0,1 0-286,5 0 0,-3-6 553,8 0 0,-7-7 0,3 3 0</inkml:trace>
  <inkml:trace contextRef="#ctx0" brushRef="#br0" timeOffset="-6087">16273 15288 7569,'-10'0'1230,"3"0"-617,7 7 0,0 3-141,0 7 1,-2 3-101,-4 3 0,4-2-200,-4 8 1,4-6-112,2 6 1,0-8 121,0 2 184,0-4-76,0-2 0,0-5-59,0-1 0,8-7 0,4 2 1,3-4-103,2-2 0,8 0 8,4 0 0,-2-6-100,2 0 1,0-1-200,5 1 0,-5 4-636,0-4 0,-6 2 453,6-1 1,-8 3-786,2-4 0,-10 4 364,-1 2 0,-6 0-485,5 0 1250,-7-8 0,-4 6 0,-10-5 0</inkml:trace>
  <inkml:trace contextRef="#ctx0" brushRef="#br0" timeOffset="-5905">16515 15322 7884,'10'0'2355,"-3"8"-1503,-7 4 1,0 3-452,0 2 1,0 8-230,0 4 0,-5-2-147,-1 2 0,0 0-250,6 5 1,0 1-191,0-1 0,0-1-470,0-4 1,0 2 884,0-8 0,15 7 0,5-3 0</inkml:trace>
  <inkml:trace contextRef="#ctx0" brushRef="#br0" timeOffset="-5399">16965 15374 7676,'0'-17'323,"-6"5"408,0 1-423,-7-1 1,5 1 35,-4-1 1,-3 8 233,4-1-143,-5 3 182,-1 2-562,0 0 1,7 2 85,4 3 0,-1-1-77,1 8 1,0-1 71,6 7 0,2-3 36,4-3 0,-2 9-76,7-4 1,-5 4-160,5-4 1,1 7 19,5-1 1,0 2-21,1-2 1,-1-4 57,0 4 0,-5 4-80,-1 2 1,-5-4 16,6-2 1,-8 2 86,1-2 0,-3 2-19,-2-2 0,-2-4-49,-3 4 1,1-10-103,-8-1 1,1-6 90,-7 5 0,-5-7-7,0 2 0,-2-4-57,2-2 1,4-2 50,-4-4 0,6 2 122,5-7 1,-1-1-97,7-5 0,0 0 0,6-1 1,8-5-49,3 0 1,10-6 4,3 6 1,6 0 10,-1 6 1,4-6-9,1 0 1,1 0 120,0 5 0,-7 1-84,1 0 0,-8 5 152,2 1-38,-3-1 1,-5-5 187,-4 0 1,-3 5-162,-8 1 1,-8 1 71,-3-1 1,-6-5-87,-6 5 1,1 1 29,-6-1 0,5 7-107,-6-2 1,6 2 86,-6-2 1,8 4-603,-2-3-306,3 3-650,3 2 575,8 0-100,1 7 996,8-5 0,8 14 0,1-7 0</inkml:trace>
  <inkml:trace contextRef="#ctx0" brushRef="#br0" timeOffset="-4962">17362 14804 7643,'12'-10'381,"-1"4"1,1 4 304,5 2 1,1 8 258,-1 4 0,0 16-260,0 7 1,6 19 12,1 3 0,4 16-320,-5 8 0,0-2-440,-5 2 1,-7-1 189,1 7 1,-3-7 22,3 1 0,-4-14-609,-8 3 1,0-5 370,0 4 0,-8-6-1067,-4 1 518,-3-16-101,-10 10-1802,-2-22 1664,-15 14 0,-2-13 875,-8 3 0,-2-4 0,0-1 0,-1 0 0,-1-1 0,-2 1 0</inkml:trace>
  <inkml:trace contextRef="#ctx0" brushRef="#br0" timeOffset="-2915">18469 986 7569,'0'-17'-270,"0"0"680,0 0 1,6-1-66,0 1 0,5 0-32,-5-1 1,2 7 493,-3-1-244,-3 9 81,14-13-498,-7 14 0,3 2 49,-1 12 0,-5 3 0,6 2 0,-7 10-55,7 8 0,-8 1-187,2 11 0,-5-7-29,-1 6 1,0-2-132,0 2 0,2 0 56,4-11 1,-4 2-470,4-14 478,-4 0 0,0-8-21,3-3 75,-3-5 1,6-14 16,-8-5 1,0-11 53,0-6 1,0-5-86,0-7 0,2-9-76,4-7 0,-4-3 85,3 2 0,3-1-105,-2-5 0,2 5 175,-3 7 0,3 14-83,4 3 0,1 12-24,-7 0 1,7 11-17,-1 7 1,-3 3 9,3 2 1,-3 2 238,3 3 0,3 5 245,-3 7 1,1 6-43,-1 0 0,3 10 198,-3 2 0,-3 1-350,3 10 1,-2-5-49,1 5 1,3-6-370,-9 6 1,7-2 155,-6 2 1,-1-3-215,-5-9 1,6-1-87,0-4 1,0 2-272,-6-8 1,5-6 154,1-6 523,0-7 0,-14 4 0,-1-8 0</inkml:trace>
  <inkml:trace contextRef="#ctx0" brushRef="#br0" timeOffset="-2717">18677 1108 7909,'-10'-2'1561,"4"-4"-1361,4 4 1,10-8-81,4 5 1,3 3 85,2-4 1,8 2-368,4-2 135,4 4 1,1-5-183,1 7 1,-1 0-411,1 0 1,0 0 617,-1 0 0,1 0 0,-1 0 0</inkml:trace>
  <inkml:trace contextRef="#ctx0" brushRef="#br0" timeOffset="-2571">19230 1004 7569,'0'-10'608,"0"-5"142,0 13 1,2-6-712,4 8 0,3 0 46,9 0 1,5 0-629,0 0 0,7 0 290,-1 0 1,-2 0 252,2 0 0,0 8 0,5 1 0</inkml:trace>
  <inkml:trace contextRef="#ctx0" brushRef="#br0" timeOffset="-2416">19299 1229 7569,'-9'0'887,"1"0"177,8 0 1,8-2-774,3-4 0,6 2-96,6-7 0,4 5-752,8-6 1,5 6 391,1-5 1,5 1 195,-6-1-31,8-5 0,-11 7 0,5-8 0</inkml:trace>
  <inkml:trace contextRef="#ctx0" brushRef="#br0" timeOffset="5562">19334 2526 7569,'-10'0'1853,"2"-8"-1680,8 6 0,2-12 7,4 9 1,6-7 12,11 6 0,-2-1-249,8 1 1,0-2-118,5-3 1,1 3-149,-1 8 0,1-6 17,-1 1 1,-5-1-208,0 6 0,-8 2 117,2 3 0,-3-3 394,-3 4 0,-8 11 0,-1 3 0</inkml:trace>
  <inkml:trace contextRef="#ctx0" brushRef="#br0" timeOffset="5700">19368 2716 7569,'2'9'1214,"4"-3"1,6-4-850,11-2 1,4 0-149,7 0 1,1 0-681,-1 0 327,1-8 1,7 6-294,4-3 1,-2-3-1128,3 2 1556,-1 0 0,6-9 0,-1-4 0</inkml:trace>
  <inkml:trace contextRef="#ctx0" brushRef="#br0" timeOffset="2497">23328 900 7569,'-7'-10'0,"5"-5"952,-14 5-589,15-7 0,-7 6 165,8-1-310,0 1 1,0-7-53,0 1 1,0 0-104,0-1 0,2 7 15,4-1 0,3 3 93,8-3 1,3 4-202,3 8 0,-2 0 85,8 0 1,-6 2-49,6 4 1,-10 6-88,-2 11 0,-2 4-56,-9 7 1,6 7 81,-6-1 1,-3 8 35,-8-2 1,-11-4-31,-7-1 1,-2-5 65,2-1 0,4-8 163,-4-4 0,-2-4-109,2-2 1,0-7-54,5-4 1,1-4 262,0-2 73,7 0 1,3-8-225,7-4 1,0 3-151,0-3 1,2 6 21,3-5 1,7 1 77,11-1 1,-2-3-276,8 9 0,0-7 82,5 6 1,-5 1-373,0 5 0,-6-6-24,6 0 1,-6 0-217,6 6 1,-8-6 181,2 1 0,-2-1-80,2 6 0,-6-8 622,1-3 0,7-5 0,-6-1 0</inkml:trace>
  <inkml:trace contextRef="#ctx0" brushRef="#br0" timeOffset="2912">23899 710 7569,'-2'-10'199,"-4"4"1,-3 6 329,-8 6 1,5 2-171,0 3 1,1 5-17,-6-5 1,5 5 23,1 1-172,7 0 0,-4 1-548,8-1 222,0-8 254,0-1 83,0 0 0,6-8-652,0 0 0,7-8 219,-1-9 0,-3 0-245,3-1 0,-8-7 140,1-4 0,-3 3 25,-2-3 0,0 0 137,0-6 1,0 8 143,0 4 1,-2 0 470,-3 6-339,3-4 25,-6 11-127,8-7 1,2 7 128,4 5 1,3-3 142,9 2-116,-1 0 0,0 6-52,0 0 1,1 6 49,-1 0 0,-2 7 43,-3-1 0,3 3-73,-3 3 1,-5 5 51,-1 0 1,-2 7-9,2-1 0,-4 6 134,4 5 1,-6-3-158,-6 3 0,2 2 1,-8-1 1,3 5-76,-3-6 0,-3 2-202,3-1 1,5-7-468,1 1 1,2 0 360,-2-7 0,4-3-251,-3-2 1,3-3 196,2-3 0,2-2-532,3-3 0,-1-5 819,8-7 0,7-7 0,8-3 0</inkml:trace>
  <inkml:trace contextRef="#ctx0" brushRef="#br0" timeOffset="3146">24245 1038 7708,'-8'12'69,"-3"-1"1,1-5-70,-1 6 0,5-3 1575,-6 3-1003,9 3 1,-5-11-315,8 8-115,0-9 1,0 7-110,0-4 1,8-4 103,3 3 0,10-5 47,2-5 0,0-3-357,-5-3 0,-3-5-527,-4 5 0,3-11 428,-8-1 1,-1 0 24,-5 6 0,-9 0 239,-8-1 0,-7 7-86,-4-1 1,-5 9 116,4-3 1,4 4-80,2 2 0,4 6-185,2-1 1,1 9-138,5-3 0,3-1 377,8 2 0,-8-1 0,-1 6 0</inkml:trace>
  <inkml:trace contextRef="#ctx0" brushRef="#br0" timeOffset="3559">24314 260 7262,'0'-9'-52,"2"1"432,4 8 0,-2 0-100,7 0 1,-5 0 49,6 0 0,-7 2 182,7 4-274,-1 11 0,7 10 41,-1 7 1,6 9 69,0 3 0,0 6-102,-6 5 0,1 3-53,-1 3 1,-2 4-201,-3-3 1,-3 7 18,-3-2 0,-4 2 10,4-13 0,-6 5-42,-6-5 0,-3-2-217,-9-10 1,-7 2 10,-4-8 1,-3-5-137,-3-6 1,-5-8-498,0 2 0,-7-4 69,7-2 789,-8-7 0,4 5 0,-8-5 0</inkml:trace>
  <inkml:trace contextRef="#ctx0" brushRef="#br0" timeOffset="4208">24712 122 7569,'10'-17'2056,"-3"-1"-1243,-7 9-142,0 1-217,0 8-335,0 0 35,0 8 0,0 1 59,0 9 1,0-1-42,0 0 1,0 0 11,0 1 1,6-1-19,0 0 1,13 1-32,-2-1 0,6 0-186,0 0 0,2-7 80,4-4 0,2-2-331,-8 1 0,6-3 178,-6 4 0,0-4-701,-6-2 0,0 0-364,1 0 544,-9-8 0,1 6 83,-4-3 562,-4-5 0,-2 0 0,-10-7 0</inkml:trace>
  <inkml:trace contextRef="#ctx0" brushRef="#br0" timeOffset="4379">24850 139 7569,'0'-17'0,"2"7"463,4 4-198,-4-3 0,7 7 429,-3-4-222,4 4 0,-1 4-89,-3 4 1,2 5 1,-2 13 0,-1-3-178,-5 7-133,0 1 1,0 4-121,0-4 0,0 3-314,0-3 1,0 4-840,0 2 0,0-3 1199,0-3 0,0 4 0,0-6 0</inkml:trace>
  <inkml:trace contextRef="#ctx0" brushRef="#br0" timeOffset="4837">25317 35 7569,'-11'-9'80,"-1"3"-80,1-4 339,-7 8-158,1-5 198,0 7 1,5 0-77,1 0 1,7 2-178,-2 3 0,2-1 160,-2 8-134,5-1 1,-7 7-9,8-1 1,0 2 2,0 4 1,2-2-124,4 8 0,1-6 71,5 6 1,1-6-151,-7 6 1,5-6 1,-5 6 0,2-6-27,-2 6 1,-4-8 136,3 2 1,-3 2-20,-2-2 1,-5 0-36,-1-6 1,-8-5-15,3-1 1,1-5 31,-1 6 0,-1-9 2,-5 3 0,0-4-141,-1-2 0,1-2 91,0-4 0,5 3-161,1-9 1,7-1-11,-2-10 0,6 1-23,6-6 1,3 5 97,9-6 1,7 8 5,3-2 0,5-2 109,2 2 1,-3-1-70,-3 7 0,4 0 310,-4 0 0,-4 1-132,-2 5 1,-4-5 234,-2 5 1,-5 1 98,-1-1-193,-7-1 0,2-5-143,-12 0 0,-3 5-77,-9 0 1,-5 7-514,0-7 1,-10 8 283,-1-1 1,-3 3 206,-9 2 0,0 15 0,-6 4 0</inkml:trace>
  <inkml:trace contextRef="#ctx0" brushRef="#br0" timeOffset="18984">20389 2543 7569,'17'-8'384,"-7"4"1,-5-7-69,-3-3 125,-2-1-98,0-2-262,-7-1 1,-3 7 101,-7-1 1,-3 8-1,-3-1 1,4 3 6,-4 2 0,-2 2-9,2 3 0,0-1-123,6 8 0,-1-8 124,1 1 1,6 3-102,-1-2 1,8 2 32,-2-3-171,5-3 1,2 12 140,5-9 0,10 7 9,7-6 1,7 1-325,-1-1 1,10-2-60,1 8 1,0-3 160,-5 3 0,5 3 79,1-3 0,-1 1-120,-5-1 1,-3 3 112,-3-3 0,-4 3 54,-8 2 1,-5-5-55,-1-1 1,-7 1 0,2 5 0,-12 0 208,-5 1 0,-12-1 284,-6 0 1,0-1-271,-6-5 1,5 5-94,-11-5 1,5-1-170,1 1 1,1-7-150,-1 2 0,2 1-239,5-1 1,3 0 313,7-6 1,7 0 27,-1 0 1,8-8-109,-1-3 250,10-5 0,5-1 0,7 0 0</inkml:trace>
  <inkml:trace contextRef="#ctx0" brushRef="#br0" timeOffset="19192">20475 2093 7569,'0'-17'717,"0"0"0,0 5-136,0 1-398,0 7 1,2-2 209,4 12 1,-4 7 209,3 16 1,3 4-271,-2 19 1,0-1-128,-6 19 1,-8-9-24,-4 14 1,-3 0-626,-2 11 1,1 1-185,5-1 1,-3-5 499,9 0 126,-1-1 0,-2 7 0,-1-1 0</inkml:trace>
  <inkml:trace contextRef="#ctx0" brushRef="#br0" timeOffset="20083">21150 2456 7569,'-8'-9'1518,"6"-1"-738,-4 4-257,4 4-502,2-13 59,8 13 0,2-11 126,7 7 0,2 0-60,4 6 0,-4 0-103,4 0 1,-1 0-232,1 0 1,-4 0-20,4 0 0,-4 2-18,-2 4 0,-7-2 98,-4 7 0,-4-5-76,-2 6 152,0-1 1,-8 6 9,-4 1 0,-5-7 23,-6 1 0,4-7 0,-4 7 1,-2-6 37,2 5 0,0-7 265,5 2-84,9-4 0,-5 0 68,9 4-228,-1-5 1,14 9 11,3-4 1,4-4 16,3 4 1,5 3-46,0 3 0,8 1-10,-3-1 1,-1 3-41,2-3 0,-8 3 22,2 2 0,-3 6 140,-3 0 1,-8 0-106,-3-5 0,-4 5 189,-2 0 0,-2 0-5,-4-6 0,-9 0 21,-8 1 0,-8-7-131,2 1 0,3-3 25,-3 3 1,2-2-156,-2-5 1,-2-3-94,8 4 1,0-4-948,6-2 608,0 0-1309,7-8 1053,2-1 1,16-9-640,3 1 1351,5 7 0,9-13 0,2 4 0</inkml:trace>
  <inkml:trace contextRef="#ctx0" brushRef="#br0" timeOffset="20433">21651 2387 7348,'10'-7'0,"-1"-1"0,-3-4 271,-4-3 0,6 11 1290,-8-7-763,7 7-238,-5-4 1,6 10-192,-8 4 0,0 11 21,0 12 0,0 4-159,0 1 0,0 3-195,0 3 1,0-2 146,0 8 1,-6-3-1,0 9 1,1-10-845,5 10 0,0-12-59,0 0 0,0-5-596,0-6 1,2 2-10,3-8 1325,-3 0 0,14-6 0,-7 0 0</inkml:trace>
  <inkml:trace contextRef="#ctx0" brushRef="#br0" timeOffset="20779">22101 2474 7569,'-10'0'1726,"-3"7"-513,7 5-789,-8 11 0,11 4-83,-9 7 0,8 1-158,-2 0 1,4-1 24,2 1 0,0-6-63,0-1 0,2-6-127,4 1 1,4-6 88,7-6 1,6-3-147,0-8 1,8 0-56,-2 0 0,-2-8-98,1-3 0,-6-12 125,1-6 0,-6-4 49,-6-1 1,-3-1-497,-8 1 0,-2-7 98,-4 1 1,-3 1 100,-8 11 1,-3 3 16,-3 7 0,2 9 294,-8 3 0,8 6-75,-2 6 0,4 3-82,2 9 1,1 5 28,5 0 0,3 2 16,8-2 0,0-2 116,0 8 0,8-8 0,1 4 0</inkml:trace>
  <inkml:trace contextRef="#ctx0" brushRef="#br0" timeOffset="21496">22637 2353 7569,'-6'-18'1917,"0"1"-1412,0 7-92,6 3 40,0 7 1,0 9-65,0 9 0,-5 7-98,-1 9 1,-2 1-109,2-1 1,5 1 11,-5 0 0,4-3-148,2-3 0,0 2-83,0-8 0,8 0 73,3-6 0,-1 0 95,1 1 1,1-7-155,5 1 0,2-8-65,4 1 1,-3-3 12,3-2 0,2 0 80,-2 0 0,5 0 24,-5 0 0,6-5-393,-6-1 0,0 0-1438,-5 6 1130,-1 0 0,-2-2 264,-3-4 1,-2 4-1067,-5-3 1473,-3 3 0,6 9 0,-8 3 0</inkml:trace>
  <inkml:trace contextRef="#ctx0" brushRef="#br0" timeOffset="21716">22862 2405 7637,'-12'0'69,"0"0"-69,9 0 0,-7 1 794,4 5 1,4 4-215,-3 7 1,1 8-110,-2 4 0,2 9-195,-7 3 0,7 7-81,-2-2 0,-2-2-382,3 2 0,-3-2-233,2 2 1,4 4 444,-4-3 0,4-5 44,2-2 1,2-5-2698,4-6 2628,4-4 0,7-8 0,0 0 0</inkml:trace>
  <inkml:trace contextRef="#ctx0" brushRef="#br0" timeOffset="21954">23086 2422 7569,'10'0'448,"-2"7"-286,-16-5 1,6 14-78,-4-5 0,-1 10 0,1 2 0,0 2 762,6-1 1,-6-3-317,1 7 0,-1-6-186,6 1 1,6-4-133,-1-2 1,9 0-19,-3 1 0,5-9-56,1-3 1,0 2-167,1-2 0,1-1-441,4-5 1,-4 0 316,4 0 1,-4-2-393,-1-3 0,3 1-191,-4-8 0,4 7 734,-9-7 0,3-7 0,2-8 0</inkml:trace>
  <inkml:trace contextRef="#ctx0" brushRef="#br0" timeOffset="22129">23225 2387 9232,'0'18'735,"0"-1"0,0 8-352,0 4 1,-6 3-167,0 3 1,-5-1-266,5 1 1,-2 5 182,2 1 0,5 5 60,-5-6 0,-2 8-195,2-2 0,-7 4 0,3 2 0</inkml:trace>
  <inkml:trace contextRef="#ctx0" brushRef="#br0" timeOffset="22329">23536 2837 7569,'-10'-8'0,"-3"4"0,7-7 2421,-7 7-1370,11-4-233,-6 8-303,8 0-125,0-7-23,0 5-1666,0-6 1299,0 16 0,8 1 0,1 9 0</inkml:trace>
  <inkml:trace contextRef="#ctx0" brushRef="#br0" timeOffset="22983">23986 2577 8482,'7'-17'993,"-3"0"-810,8 0 1,-7-7 11,7 1 0,-2-2 110,1 2 0,4 2 153,-3-8 1,-2 6-289,1-5 0,-7 5 25,2-6 0,-4 8-214,-2-3 0,0 5 53,0 2 0,-2 5 16,-4 1 1,-4 7 42,-7-2 1,-6 4-40,0 2 0,-2 2-90,2 4 0,4-2-146,-4 7 1,3 3 137,3 9 1,0-4 70,0 4 0,5 2 159,0-2 1,9 8-83,-3-2 1,4 2-39,2-3 1,8 5 8,3-4 1,-1 4 21,1 1 1,1-1 118,5-4 1,0 3-117,1-3 0,-3-2-93,-3 2 0,1-8 56,-7 2 1,5-4-24,-5-1 36,0-1 1,-6 0-10,0 0 0,-8-7-26,-3-4 1,-5 1-7,-1-1 1,0 0-48,-1-6 0,-5 0-120,0 0 1,0-8 6,6-3 1,2-5 83,3-1 1,-1 0-50,7 0 0,0-1 26,6 1 1,8-6-114,3 0 0,7 0 114,5 5 1,4-1-10,7-4 0,1 10-480,-1-5 1,1 5-190,-1-4 0,1 1-357,0 5 1,-3-3 131,-3 9 966,4-9 0,1 5 0,11-9 0</inkml:trace>
  <inkml:trace contextRef="#ctx0" brushRef="#br0" timeOffset="26246">24522 2370 7580,'0'-17'572,"0"7"-381,0-5 1,2 13 255,3-4-113,-3 4 41,6 2-51,-8 0-305,0 0 40,0 8 0,-6 1 81,0 9 1,-7-1-145,1 0 1,-3 1 59,-2-1 0,0 6 3,-1 0 1,3 0 15,3-6 0,-3 6 10,3 0 1,-1-5-239,1-7 76,-3 1 0,11 3 304,-7-3-144,7 3 240,-4-13-115,8 13-100,0-13 1,2 12-23,4-9 1,3 1 31,9-6 1,-1 6 53,0 0 1,3-1-183,3-5 1,-4 0-306,4 0 1,4 0 161,2 0 1,-2 0-412,1 0 0,-7 0 266,3 0 1,0-5 66,0-1 0,-1 0-55,-6 6 0,0 0 286,0 0 0,1 0 0,-1 0 0</inkml:trace>
  <inkml:trace contextRef="#ctx0" brushRef="#br0" timeOffset="26679">24643 2387 7569,'0'-17'1462,"0"0"-210,0-1-428,0 9-128,0 1-490,0 8 1,0 10 316,0 7 0,-2 16 49,-4 13 0,-2 4-344,-3 2 1,-5 5-46,5 1 1,-4 7-1271,-3-1 1,7-3-74,-1 2 1,8 1 1159,-1 5 0,3 0 0,2 0 0</inkml:trace>
  <inkml:trace contextRef="#ctx0" brushRef="#br0" timeOffset="28405">18469 4393 7111,'0'-9'220,"0"1"-58,0 8 1926,0 0-2118,8 0 0,-4 6 128,7-1 0,-5 7-31,5-6 1,1 5-188,5-5 0,1 0-3,-1-6 0,0 0 69,0 0 0,3-2 66,3-4 8,-4 4-79,14-13 0,-12 5 41,8-7 1,-6 2-4,5 3 0,-6-1 12,1 7 1,-2 0 0,2 6 0,-8 0 162,8 0 0,-7 0 28,7 0 0,-4 8-112,-2 3 1,0 5-26,1 1 0,-1 0 1,0 0 1,3 1 24,3-1 1,2-5-9,3-1 0,5-7-6,-4 2 1,6-4-13,5-2 0,-2-2-108,8-4 1,1-4-74,4-7 1,-1-6-20,-4 0 0,4 0 107,-3 6 0,-5 1 0,-2 5 1,2-3 47,-1 9 0,-1-1 86,-5 6 1,5 0-131,0 0 0,1 2-4,-7 3 1,1 5 156,0 7 96,-1 1-198,8-1 0,-5 0 13,3 0 1,3-5 10,-3 0 0,6-7 13,-6 7 0,8-8 1,-2 1 0,4-3 4,2-2 0,2-2-29,4-3 1,-4-5 2,3-7 0,-3-1-52,-2 1 0,0 0 28,0 0 0,0-1-2,-1 1 1,-1 0 21,-4-1 0,3 7-96,-9-1 1,6 9 9,-6-3 0,1-2-39,-7 2 0,1 1 79,-1 5 1,1 0-5,0 0 1,-1 1 65,1 5 0,-1-2-35,1 8 0,5-7-27,1 7 0,7-6 3,-2 5 0,-2-5 118,2 6 0,0-7-84,6 7 0,0-8 0,0 1 0,2 3-3,3-2 1,1 0-4,11-6 1,2-6-10,10 0 0,3-7-190,-3 1 0,4-3 183,1-3 1,1 1-276,-1 0 0,1 0 469,-1-1 1,-1 3-16,-5 3 0,3-3-28,-8 3 1,0 3-104,-6-3 1,-2 7 64,-3-7 0,3 8 65,-4-2 1,5 3-95,1-3 1,0 4-32,0-4 0,-2 4 37,-3 2 0,1 0 16,-7 0 1,-3 0 29,-8 0 1,1 0-2,-8 0 0,2 0 108,-1 0 0,-11 0-163,5 0 0,-4 0 206,3 0 0,-5 0-372,0 0 1,-8 0-375,2 0 0,2 0 200,-2 0 1,-6 0-199,-5 0 1,-3-2-136,3-3 0,3 1 605,-3-8 0,3-7 0,3-8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9.xml"/><Relationship Id="rId170" Type="http://schemas.openxmlformats.org/officeDocument/2006/relationships/image" Target="../media/image86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1.png"/><Relationship Id="rId181" Type="http://schemas.openxmlformats.org/officeDocument/2006/relationships/customXml" Target="../ink/ink90.xml"/><Relationship Id="rId216" Type="http://schemas.openxmlformats.org/officeDocument/2006/relationships/image" Target="../media/image109.png"/><Relationship Id="rId237" Type="http://schemas.openxmlformats.org/officeDocument/2006/relationships/customXml" Target="../ink/ink118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71" Type="http://schemas.openxmlformats.org/officeDocument/2006/relationships/customXml" Target="../ink/ink85.xml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27" Type="http://schemas.openxmlformats.org/officeDocument/2006/relationships/customXml" Target="../ink/ink113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80.xml"/><Relationship Id="rId182" Type="http://schemas.openxmlformats.org/officeDocument/2006/relationships/image" Target="../media/image92.png"/><Relationship Id="rId217" Type="http://schemas.openxmlformats.org/officeDocument/2006/relationships/customXml" Target="../ink/ink108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75.xml"/><Relationship Id="rId172" Type="http://schemas.openxmlformats.org/officeDocument/2006/relationships/image" Target="../media/image87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5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image" Target="../media/image61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2.png"/><Relationship Id="rId183" Type="http://schemas.openxmlformats.org/officeDocument/2006/relationships/customXml" Target="../ink/ink91.xml"/><Relationship Id="rId218" Type="http://schemas.openxmlformats.org/officeDocument/2006/relationships/image" Target="../media/image110.png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customXml" Target="../ink/ink65.xml"/><Relationship Id="rId152" Type="http://schemas.openxmlformats.org/officeDocument/2006/relationships/image" Target="../media/image77.png"/><Relationship Id="rId173" Type="http://schemas.openxmlformats.org/officeDocument/2006/relationships/customXml" Target="../ink/ink86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14.xml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163" Type="http://schemas.openxmlformats.org/officeDocument/2006/relationships/customXml" Target="../ink/ink81.xml"/><Relationship Id="rId184" Type="http://schemas.openxmlformats.org/officeDocument/2006/relationships/image" Target="../media/image93.png"/><Relationship Id="rId219" Type="http://schemas.openxmlformats.org/officeDocument/2006/relationships/customXml" Target="../ink/ink109.xml"/><Relationship Id="rId230" Type="http://schemas.openxmlformats.org/officeDocument/2006/relationships/image" Target="../media/image116.png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0" Type="http://schemas.openxmlformats.org/officeDocument/2006/relationships/image" Target="../media/image111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164" Type="http://schemas.openxmlformats.org/officeDocument/2006/relationships/image" Target="../media/image83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80" Type="http://schemas.openxmlformats.org/officeDocument/2006/relationships/image" Target="../media/image91.png"/><Relationship Id="rId210" Type="http://schemas.openxmlformats.org/officeDocument/2006/relationships/image" Target="../media/image106.png"/><Relationship Id="rId215" Type="http://schemas.openxmlformats.org/officeDocument/2006/relationships/customXml" Target="../ink/ink107.xml"/><Relationship Id="rId236" Type="http://schemas.openxmlformats.org/officeDocument/2006/relationships/image" Target="../media/image119.png"/><Relationship Id="rId26" Type="http://schemas.openxmlformats.org/officeDocument/2006/relationships/image" Target="../media/image14.png"/><Relationship Id="rId231" Type="http://schemas.openxmlformats.org/officeDocument/2006/relationships/customXml" Target="../ink/ink115.xml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75" Type="http://schemas.openxmlformats.org/officeDocument/2006/relationships/customXml" Target="../ink/ink87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82.xml"/><Relationship Id="rId186" Type="http://schemas.openxmlformats.org/officeDocument/2006/relationships/image" Target="../media/image94.png"/><Relationship Id="rId211" Type="http://schemas.openxmlformats.org/officeDocument/2006/relationships/customXml" Target="../ink/ink105.xml"/><Relationship Id="rId232" Type="http://schemas.openxmlformats.org/officeDocument/2006/relationships/image" Target="../media/image117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7.xml"/><Relationship Id="rId176" Type="http://schemas.openxmlformats.org/officeDocument/2006/relationships/image" Target="../media/image89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2.png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4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7.png"/><Relationship Id="rId233" Type="http://schemas.openxmlformats.org/officeDocument/2006/relationships/customXml" Target="../ink/ink116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9.png"/><Relationship Id="rId177" Type="http://schemas.openxmlformats.org/officeDocument/2006/relationships/customXml" Target="../ink/ink88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11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customXml" Target="../ink/ink62.xml"/><Relationship Id="rId146" Type="http://schemas.openxmlformats.org/officeDocument/2006/relationships/image" Target="../media/image74.png"/><Relationship Id="rId167" Type="http://schemas.openxmlformats.org/officeDocument/2006/relationships/customXml" Target="../ink/ink83.xml"/><Relationship Id="rId188" Type="http://schemas.openxmlformats.org/officeDocument/2006/relationships/image" Target="../media/image95.png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customXml" Target="../ink/ink106.xml"/><Relationship Id="rId234" Type="http://schemas.openxmlformats.org/officeDocument/2006/relationships/image" Target="../media/image118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40" Type="http://schemas.openxmlformats.org/officeDocument/2006/relationships/image" Target="../media/image21.png"/><Relationship Id="rId115" Type="http://schemas.openxmlformats.org/officeDocument/2006/relationships/customXml" Target="../ink/ink57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3.png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168" Type="http://schemas.openxmlformats.org/officeDocument/2006/relationships/image" Target="../media/image8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8.png"/><Relationship Id="rId235" Type="http://schemas.openxmlformats.org/officeDocument/2006/relationships/customXml" Target="../ink/ink117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8.png"/><Relationship Id="rId21" Type="http://schemas.openxmlformats.org/officeDocument/2006/relationships/image" Target="../media/image130.png"/><Relationship Id="rId42" Type="http://schemas.openxmlformats.org/officeDocument/2006/relationships/customXml" Target="../ink/ink139.xml"/><Relationship Id="rId63" Type="http://schemas.openxmlformats.org/officeDocument/2006/relationships/image" Target="../media/image151.png"/><Relationship Id="rId84" Type="http://schemas.openxmlformats.org/officeDocument/2006/relationships/customXml" Target="../ink/ink160.xml"/><Relationship Id="rId138" Type="http://schemas.openxmlformats.org/officeDocument/2006/relationships/customXml" Target="../ink/ink187.xml"/><Relationship Id="rId159" Type="http://schemas.openxmlformats.org/officeDocument/2006/relationships/image" Target="../media/image199.png"/><Relationship Id="rId170" Type="http://schemas.openxmlformats.org/officeDocument/2006/relationships/customXml" Target="../ink/ink203.xml"/><Relationship Id="rId107" Type="http://schemas.openxmlformats.org/officeDocument/2006/relationships/image" Target="../media/image173.png"/><Relationship Id="rId11" Type="http://schemas.openxmlformats.org/officeDocument/2006/relationships/image" Target="../media/image125.png"/><Relationship Id="rId32" Type="http://schemas.openxmlformats.org/officeDocument/2006/relationships/customXml" Target="../ink/ink134.xml"/><Relationship Id="rId53" Type="http://schemas.openxmlformats.org/officeDocument/2006/relationships/image" Target="../media/image146.png"/><Relationship Id="rId74" Type="http://schemas.openxmlformats.org/officeDocument/2006/relationships/customXml" Target="../ink/ink155.xml"/><Relationship Id="rId128" Type="http://schemas.openxmlformats.org/officeDocument/2006/relationships/customXml" Target="../ink/ink182.xml"/><Relationship Id="rId149" Type="http://schemas.openxmlformats.org/officeDocument/2006/relationships/image" Target="../media/image194.png"/><Relationship Id="rId5" Type="http://schemas.openxmlformats.org/officeDocument/2006/relationships/image" Target="../media/image122.png"/><Relationship Id="rId95" Type="http://schemas.openxmlformats.org/officeDocument/2006/relationships/image" Target="../media/image167.png"/><Relationship Id="rId160" Type="http://schemas.openxmlformats.org/officeDocument/2006/relationships/customXml" Target="../ink/ink198.xml"/><Relationship Id="rId181" Type="http://schemas.openxmlformats.org/officeDocument/2006/relationships/image" Target="../media/image210.png"/><Relationship Id="rId22" Type="http://schemas.openxmlformats.org/officeDocument/2006/relationships/customXml" Target="../ink/ink129.xml"/><Relationship Id="rId43" Type="http://schemas.openxmlformats.org/officeDocument/2006/relationships/image" Target="../media/image141.png"/><Relationship Id="rId64" Type="http://schemas.openxmlformats.org/officeDocument/2006/relationships/customXml" Target="../ink/ink150.xml"/><Relationship Id="rId118" Type="http://schemas.openxmlformats.org/officeDocument/2006/relationships/customXml" Target="../ink/ink177.xml"/><Relationship Id="rId139" Type="http://schemas.openxmlformats.org/officeDocument/2006/relationships/image" Target="../media/image189.png"/><Relationship Id="rId85" Type="http://schemas.openxmlformats.org/officeDocument/2006/relationships/image" Target="../media/image162.png"/><Relationship Id="rId150" Type="http://schemas.openxmlformats.org/officeDocument/2006/relationships/customXml" Target="../ink/ink193.xml"/><Relationship Id="rId171" Type="http://schemas.openxmlformats.org/officeDocument/2006/relationships/image" Target="../media/image205.png"/><Relationship Id="rId12" Type="http://schemas.openxmlformats.org/officeDocument/2006/relationships/customXml" Target="../ink/ink124.xml"/><Relationship Id="rId33" Type="http://schemas.openxmlformats.org/officeDocument/2006/relationships/image" Target="../media/image136.png"/><Relationship Id="rId108" Type="http://schemas.openxmlformats.org/officeDocument/2006/relationships/customXml" Target="../ink/ink172.xml"/><Relationship Id="rId129" Type="http://schemas.openxmlformats.org/officeDocument/2006/relationships/image" Target="../media/image184.png"/><Relationship Id="rId54" Type="http://schemas.openxmlformats.org/officeDocument/2006/relationships/customXml" Target="../ink/ink145.xml"/><Relationship Id="rId75" Type="http://schemas.openxmlformats.org/officeDocument/2006/relationships/image" Target="../media/image157.png"/><Relationship Id="rId96" Type="http://schemas.openxmlformats.org/officeDocument/2006/relationships/customXml" Target="../ink/ink166.xml"/><Relationship Id="rId140" Type="http://schemas.openxmlformats.org/officeDocument/2006/relationships/customXml" Target="../ink/ink188.xml"/><Relationship Id="rId161" Type="http://schemas.openxmlformats.org/officeDocument/2006/relationships/image" Target="../media/image200.png"/><Relationship Id="rId182" Type="http://schemas.openxmlformats.org/officeDocument/2006/relationships/customXml" Target="../ink/ink209.xml"/><Relationship Id="rId6" Type="http://schemas.openxmlformats.org/officeDocument/2006/relationships/customXml" Target="../ink/ink121.xml"/><Relationship Id="rId23" Type="http://schemas.openxmlformats.org/officeDocument/2006/relationships/image" Target="../media/image131.png"/><Relationship Id="rId119" Type="http://schemas.openxmlformats.org/officeDocument/2006/relationships/image" Target="../media/image179.png"/><Relationship Id="rId44" Type="http://schemas.openxmlformats.org/officeDocument/2006/relationships/customXml" Target="../ink/ink140.xml"/><Relationship Id="rId65" Type="http://schemas.openxmlformats.org/officeDocument/2006/relationships/image" Target="../media/image152.png"/><Relationship Id="rId86" Type="http://schemas.openxmlformats.org/officeDocument/2006/relationships/customXml" Target="../ink/ink161.xml"/><Relationship Id="rId130" Type="http://schemas.openxmlformats.org/officeDocument/2006/relationships/customXml" Target="../ink/ink183.xml"/><Relationship Id="rId151" Type="http://schemas.openxmlformats.org/officeDocument/2006/relationships/image" Target="../media/image195.png"/><Relationship Id="rId172" Type="http://schemas.openxmlformats.org/officeDocument/2006/relationships/customXml" Target="../ink/ink204.xml"/><Relationship Id="rId13" Type="http://schemas.openxmlformats.org/officeDocument/2006/relationships/image" Target="../media/image126.png"/><Relationship Id="rId18" Type="http://schemas.openxmlformats.org/officeDocument/2006/relationships/customXml" Target="../ink/ink127.xml"/><Relationship Id="rId39" Type="http://schemas.openxmlformats.org/officeDocument/2006/relationships/image" Target="../media/image139.png"/><Relationship Id="rId109" Type="http://schemas.openxmlformats.org/officeDocument/2006/relationships/image" Target="../media/image174.png"/><Relationship Id="rId34" Type="http://schemas.openxmlformats.org/officeDocument/2006/relationships/customXml" Target="../ink/ink135.xml"/><Relationship Id="rId50" Type="http://schemas.openxmlformats.org/officeDocument/2006/relationships/customXml" Target="../ink/ink143.xml"/><Relationship Id="rId55" Type="http://schemas.openxmlformats.org/officeDocument/2006/relationships/image" Target="../media/image147.png"/><Relationship Id="rId76" Type="http://schemas.openxmlformats.org/officeDocument/2006/relationships/customXml" Target="../ink/ink156.xml"/><Relationship Id="rId97" Type="http://schemas.openxmlformats.org/officeDocument/2006/relationships/image" Target="../media/image168.png"/><Relationship Id="rId104" Type="http://schemas.openxmlformats.org/officeDocument/2006/relationships/customXml" Target="../ink/ink170.xml"/><Relationship Id="rId120" Type="http://schemas.openxmlformats.org/officeDocument/2006/relationships/customXml" Target="../ink/ink178.xml"/><Relationship Id="rId125" Type="http://schemas.openxmlformats.org/officeDocument/2006/relationships/image" Target="../media/image182.png"/><Relationship Id="rId141" Type="http://schemas.openxmlformats.org/officeDocument/2006/relationships/image" Target="../media/image190.png"/><Relationship Id="rId146" Type="http://schemas.openxmlformats.org/officeDocument/2006/relationships/customXml" Target="../ink/ink191.xml"/><Relationship Id="rId167" Type="http://schemas.openxmlformats.org/officeDocument/2006/relationships/image" Target="../media/image203.png"/><Relationship Id="rId7" Type="http://schemas.openxmlformats.org/officeDocument/2006/relationships/image" Target="../media/image123.png"/><Relationship Id="rId71" Type="http://schemas.openxmlformats.org/officeDocument/2006/relationships/image" Target="../media/image155.png"/><Relationship Id="rId92" Type="http://schemas.openxmlformats.org/officeDocument/2006/relationships/customXml" Target="../ink/ink164.xml"/><Relationship Id="rId162" Type="http://schemas.openxmlformats.org/officeDocument/2006/relationships/customXml" Target="../ink/ink199.xml"/><Relationship Id="rId183" Type="http://schemas.openxmlformats.org/officeDocument/2006/relationships/image" Target="../media/image211.png"/><Relationship Id="rId2" Type="http://schemas.openxmlformats.org/officeDocument/2006/relationships/customXml" Target="../ink/ink119.xml"/><Relationship Id="rId29" Type="http://schemas.openxmlformats.org/officeDocument/2006/relationships/image" Target="../media/image134.png"/><Relationship Id="rId24" Type="http://schemas.openxmlformats.org/officeDocument/2006/relationships/customXml" Target="../ink/ink130.xml"/><Relationship Id="rId40" Type="http://schemas.openxmlformats.org/officeDocument/2006/relationships/customXml" Target="../ink/ink138.xml"/><Relationship Id="rId45" Type="http://schemas.openxmlformats.org/officeDocument/2006/relationships/image" Target="../media/image142.png"/><Relationship Id="rId66" Type="http://schemas.openxmlformats.org/officeDocument/2006/relationships/customXml" Target="../ink/ink151.xml"/><Relationship Id="rId87" Type="http://schemas.openxmlformats.org/officeDocument/2006/relationships/image" Target="../media/image163.png"/><Relationship Id="rId110" Type="http://schemas.openxmlformats.org/officeDocument/2006/relationships/customXml" Target="../ink/ink173.xml"/><Relationship Id="rId115" Type="http://schemas.openxmlformats.org/officeDocument/2006/relationships/image" Target="../media/image177.png"/><Relationship Id="rId131" Type="http://schemas.openxmlformats.org/officeDocument/2006/relationships/image" Target="../media/image185.png"/><Relationship Id="rId136" Type="http://schemas.openxmlformats.org/officeDocument/2006/relationships/customXml" Target="../ink/ink186.xml"/><Relationship Id="rId157" Type="http://schemas.openxmlformats.org/officeDocument/2006/relationships/image" Target="../media/image198.png"/><Relationship Id="rId178" Type="http://schemas.openxmlformats.org/officeDocument/2006/relationships/customXml" Target="../ink/ink207.xml"/><Relationship Id="rId61" Type="http://schemas.openxmlformats.org/officeDocument/2006/relationships/image" Target="../media/image150.png"/><Relationship Id="rId82" Type="http://schemas.openxmlformats.org/officeDocument/2006/relationships/customXml" Target="../ink/ink159.xml"/><Relationship Id="rId152" Type="http://schemas.openxmlformats.org/officeDocument/2006/relationships/customXml" Target="../ink/ink194.xml"/><Relationship Id="rId173" Type="http://schemas.openxmlformats.org/officeDocument/2006/relationships/image" Target="../media/image206.png"/><Relationship Id="rId19" Type="http://schemas.openxmlformats.org/officeDocument/2006/relationships/image" Target="../media/image129.png"/><Relationship Id="rId14" Type="http://schemas.openxmlformats.org/officeDocument/2006/relationships/customXml" Target="../ink/ink125.xml"/><Relationship Id="rId30" Type="http://schemas.openxmlformats.org/officeDocument/2006/relationships/customXml" Target="../ink/ink133.xml"/><Relationship Id="rId35" Type="http://schemas.openxmlformats.org/officeDocument/2006/relationships/image" Target="../media/image137.png"/><Relationship Id="rId56" Type="http://schemas.openxmlformats.org/officeDocument/2006/relationships/customXml" Target="../ink/ink146.xml"/><Relationship Id="rId77" Type="http://schemas.openxmlformats.org/officeDocument/2006/relationships/image" Target="../media/image158.png"/><Relationship Id="rId100" Type="http://schemas.openxmlformats.org/officeDocument/2006/relationships/customXml" Target="../ink/ink168.xml"/><Relationship Id="rId105" Type="http://schemas.openxmlformats.org/officeDocument/2006/relationships/image" Target="../media/image172.png"/><Relationship Id="rId126" Type="http://schemas.openxmlformats.org/officeDocument/2006/relationships/customXml" Target="../ink/ink181.xml"/><Relationship Id="rId147" Type="http://schemas.openxmlformats.org/officeDocument/2006/relationships/image" Target="../media/image193.png"/><Relationship Id="rId168" Type="http://schemas.openxmlformats.org/officeDocument/2006/relationships/customXml" Target="../ink/ink202.xml"/><Relationship Id="rId8" Type="http://schemas.openxmlformats.org/officeDocument/2006/relationships/customXml" Target="../ink/ink122.xml"/><Relationship Id="rId51" Type="http://schemas.openxmlformats.org/officeDocument/2006/relationships/image" Target="../media/image145.png"/><Relationship Id="rId72" Type="http://schemas.openxmlformats.org/officeDocument/2006/relationships/customXml" Target="../ink/ink154.xml"/><Relationship Id="rId93" Type="http://schemas.openxmlformats.org/officeDocument/2006/relationships/image" Target="../media/image166.png"/><Relationship Id="rId98" Type="http://schemas.openxmlformats.org/officeDocument/2006/relationships/customXml" Target="../ink/ink167.xml"/><Relationship Id="rId121" Type="http://schemas.openxmlformats.org/officeDocument/2006/relationships/image" Target="../media/image180.png"/><Relationship Id="rId142" Type="http://schemas.openxmlformats.org/officeDocument/2006/relationships/customXml" Target="../ink/ink189.xml"/><Relationship Id="rId163" Type="http://schemas.openxmlformats.org/officeDocument/2006/relationships/image" Target="../media/image201.png"/><Relationship Id="rId184" Type="http://schemas.openxmlformats.org/officeDocument/2006/relationships/customXml" Target="../ink/ink210.xml"/><Relationship Id="rId3" Type="http://schemas.openxmlformats.org/officeDocument/2006/relationships/image" Target="../media/image121.png"/><Relationship Id="rId25" Type="http://schemas.openxmlformats.org/officeDocument/2006/relationships/image" Target="../media/image132.png"/><Relationship Id="rId46" Type="http://schemas.openxmlformats.org/officeDocument/2006/relationships/customXml" Target="../ink/ink141.xml"/><Relationship Id="rId67" Type="http://schemas.openxmlformats.org/officeDocument/2006/relationships/image" Target="../media/image153.png"/><Relationship Id="rId116" Type="http://schemas.openxmlformats.org/officeDocument/2006/relationships/customXml" Target="../ink/ink176.xml"/><Relationship Id="rId137" Type="http://schemas.openxmlformats.org/officeDocument/2006/relationships/image" Target="../media/image188.png"/><Relationship Id="rId158" Type="http://schemas.openxmlformats.org/officeDocument/2006/relationships/customXml" Target="../ink/ink197.xml"/><Relationship Id="rId20" Type="http://schemas.openxmlformats.org/officeDocument/2006/relationships/customXml" Target="../ink/ink128.xml"/><Relationship Id="rId41" Type="http://schemas.openxmlformats.org/officeDocument/2006/relationships/image" Target="../media/image140.png"/><Relationship Id="rId62" Type="http://schemas.openxmlformats.org/officeDocument/2006/relationships/customXml" Target="../ink/ink149.xml"/><Relationship Id="rId83" Type="http://schemas.openxmlformats.org/officeDocument/2006/relationships/image" Target="../media/image161.png"/><Relationship Id="rId88" Type="http://schemas.openxmlformats.org/officeDocument/2006/relationships/customXml" Target="../ink/ink162.xml"/><Relationship Id="rId111" Type="http://schemas.openxmlformats.org/officeDocument/2006/relationships/image" Target="../media/image175.png"/><Relationship Id="rId132" Type="http://schemas.openxmlformats.org/officeDocument/2006/relationships/customXml" Target="../ink/ink184.xml"/><Relationship Id="rId153" Type="http://schemas.openxmlformats.org/officeDocument/2006/relationships/image" Target="../media/image196.png"/><Relationship Id="rId174" Type="http://schemas.openxmlformats.org/officeDocument/2006/relationships/customXml" Target="../ink/ink205.xml"/><Relationship Id="rId179" Type="http://schemas.openxmlformats.org/officeDocument/2006/relationships/image" Target="../media/image209.png"/><Relationship Id="rId15" Type="http://schemas.openxmlformats.org/officeDocument/2006/relationships/image" Target="../media/image127.png"/><Relationship Id="rId36" Type="http://schemas.openxmlformats.org/officeDocument/2006/relationships/customXml" Target="../ink/ink136.xml"/><Relationship Id="rId57" Type="http://schemas.openxmlformats.org/officeDocument/2006/relationships/image" Target="../media/image148.png"/><Relationship Id="rId106" Type="http://schemas.openxmlformats.org/officeDocument/2006/relationships/customXml" Target="../ink/ink171.xml"/><Relationship Id="rId127" Type="http://schemas.openxmlformats.org/officeDocument/2006/relationships/image" Target="../media/image183.png"/><Relationship Id="rId10" Type="http://schemas.openxmlformats.org/officeDocument/2006/relationships/customXml" Target="../ink/ink123.xml"/><Relationship Id="rId31" Type="http://schemas.openxmlformats.org/officeDocument/2006/relationships/image" Target="../media/image135.png"/><Relationship Id="rId52" Type="http://schemas.openxmlformats.org/officeDocument/2006/relationships/customXml" Target="../ink/ink144.xml"/><Relationship Id="rId73" Type="http://schemas.openxmlformats.org/officeDocument/2006/relationships/image" Target="../media/image156.png"/><Relationship Id="rId78" Type="http://schemas.openxmlformats.org/officeDocument/2006/relationships/customXml" Target="../ink/ink157.xml"/><Relationship Id="rId94" Type="http://schemas.openxmlformats.org/officeDocument/2006/relationships/customXml" Target="../ink/ink165.xml"/><Relationship Id="rId99" Type="http://schemas.openxmlformats.org/officeDocument/2006/relationships/image" Target="../media/image169.png"/><Relationship Id="rId101" Type="http://schemas.openxmlformats.org/officeDocument/2006/relationships/image" Target="../media/image170.png"/><Relationship Id="rId122" Type="http://schemas.openxmlformats.org/officeDocument/2006/relationships/customXml" Target="../ink/ink179.xml"/><Relationship Id="rId143" Type="http://schemas.openxmlformats.org/officeDocument/2006/relationships/image" Target="../media/image191.png"/><Relationship Id="rId148" Type="http://schemas.openxmlformats.org/officeDocument/2006/relationships/customXml" Target="../ink/ink192.xml"/><Relationship Id="rId164" Type="http://schemas.openxmlformats.org/officeDocument/2006/relationships/customXml" Target="../ink/ink200.xml"/><Relationship Id="rId169" Type="http://schemas.openxmlformats.org/officeDocument/2006/relationships/image" Target="../media/image204.png"/><Relationship Id="rId185" Type="http://schemas.openxmlformats.org/officeDocument/2006/relationships/image" Target="../media/image212.png"/><Relationship Id="rId4" Type="http://schemas.openxmlformats.org/officeDocument/2006/relationships/customXml" Target="../ink/ink120.xml"/><Relationship Id="rId9" Type="http://schemas.openxmlformats.org/officeDocument/2006/relationships/image" Target="../media/image124.png"/><Relationship Id="rId180" Type="http://schemas.openxmlformats.org/officeDocument/2006/relationships/customXml" Target="../ink/ink208.xml"/><Relationship Id="rId26" Type="http://schemas.openxmlformats.org/officeDocument/2006/relationships/customXml" Target="../ink/ink131.xml"/><Relationship Id="rId47" Type="http://schemas.openxmlformats.org/officeDocument/2006/relationships/image" Target="../media/image143.png"/><Relationship Id="rId68" Type="http://schemas.openxmlformats.org/officeDocument/2006/relationships/customXml" Target="../ink/ink152.xml"/><Relationship Id="rId89" Type="http://schemas.openxmlformats.org/officeDocument/2006/relationships/image" Target="../media/image164.png"/><Relationship Id="rId112" Type="http://schemas.openxmlformats.org/officeDocument/2006/relationships/customXml" Target="../ink/ink174.xml"/><Relationship Id="rId133" Type="http://schemas.openxmlformats.org/officeDocument/2006/relationships/image" Target="../media/image186.png"/><Relationship Id="rId154" Type="http://schemas.openxmlformats.org/officeDocument/2006/relationships/customXml" Target="../ink/ink195.xml"/><Relationship Id="rId175" Type="http://schemas.openxmlformats.org/officeDocument/2006/relationships/image" Target="../media/image207.png"/><Relationship Id="rId16" Type="http://schemas.openxmlformats.org/officeDocument/2006/relationships/customXml" Target="../ink/ink126.xml"/><Relationship Id="rId37" Type="http://schemas.openxmlformats.org/officeDocument/2006/relationships/image" Target="../media/image138.png"/><Relationship Id="rId58" Type="http://schemas.openxmlformats.org/officeDocument/2006/relationships/customXml" Target="../ink/ink147.xml"/><Relationship Id="rId79" Type="http://schemas.openxmlformats.org/officeDocument/2006/relationships/image" Target="../media/image159.png"/><Relationship Id="rId102" Type="http://schemas.openxmlformats.org/officeDocument/2006/relationships/customXml" Target="../ink/ink169.xml"/><Relationship Id="rId123" Type="http://schemas.openxmlformats.org/officeDocument/2006/relationships/image" Target="../media/image181.png"/><Relationship Id="rId144" Type="http://schemas.openxmlformats.org/officeDocument/2006/relationships/customXml" Target="../ink/ink190.xml"/><Relationship Id="rId90" Type="http://schemas.openxmlformats.org/officeDocument/2006/relationships/customXml" Target="../ink/ink163.xml"/><Relationship Id="rId165" Type="http://schemas.openxmlformats.org/officeDocument/2006/relationships/image" Target="../media/image202.png"/><Relationship Id="rId27" Type="http://schemas.openxmlformats.org/officeDocument/2006/relationships/image" Target="../media/image133.png"/><Relationship Id="rId48" Type="http://schemas.openxmlformats.org/officeDocument/2006/relationships/customXml" Target="../ink/ink142.xml"/><Relationship Id="rId69" Type="http://schemas.openxmlformats.org/officeDocument/2006/relationships/image" Target="../media/image154.png"/><Relationship Id="rId113" Type="http://schemas.openxmlformats.org/officeDocument/2006/relationships/image" Target="../media/image176.png"/><Relationship Id="rId134" Type="http://schemas.openxmlformats.org/officeDocument/2006/relationships/customXml" Target="../ink/ink185.xml"/><Relationship Id="rId80" Type="http://schemas.openxmlformats.org/officeDocument/2006/relationships/customXml" Target="../ink/ink158.xml"/><Relationship Id="rId155" Type="http://schemas.openxmlformats.org/officeDocument/2006/relationships/image" Target="../media/image197.png"/><Relationship Id="rId176" Type="http://schemas.openxmlformats.org/officeDocument/2006/relationships/customXml" Target="../ink/ink206.xml"/><Relationship Id="rId17" Type="http://schemas.openxmlformats.org/officeDocument/2006/relationships/image" Target="../media/image128.png"/><Relationship Id="rId38" Type="http://schemas.openxmlformats.org/officeDocument/2006/relationships/customXml" Target="../ink/ink137.xml"/><Relationship Id="rId59" Type="http://schemas.openxmlformats.org/officeDocument/2006/relationships/image" Target="../media/image149.png"/><Relationship Id="rId103" Type="http://schemas.openxmlformats.org/officeDocument/2006/relationships/image" Target="../media/image171.png"/><Relationship Id="rId124" Type="http://schemas.openxmlformats.org/officeDocument/2006/relationships/customXml" Target="../ink/ink180.xml"/><Relationship Id="rId70" Type="http://schemas.openxmlformats.org/officeDocument/2006/relationships/customXml" Target="../ink/ink153.xml"/><Relationship Id="rId91" Type="http://schemas.openxmlformats.org/officeDocument/2006/relationships/image" Target="../media/image165.png"/><Relationship Id="rId145" Type="http://schemas.openxmlformats.org/officeDocument/2006/relationships/image" Target="../media/image192.png"/><Relationship Id="rId166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2.xml"/><Relationship Id="rId49" Type="http://schemas.openxmlformats.org/officeDocument/2006/relationships/image" Target="../media/image144.png"/><Relationship Id="rId114" Type="http://schemas.openxmlformats.org/officeDocument/2006/relationships/customXml" Target="../ink/ink175.xml"/><Relationship Id="rId60" Type="http://schemas.openxmlformats.org/officeDocument/2006/relationships/customXml" Target="../ink/ink148.xml"/><Relationship Id="rId81" Type="http://schemas.openxmlformats.org/officeDocument/2006/relationships/image" Target="../media/image160.png"/><Relationship Id="rId135" Type="http://schemas.openxmlformats.org/officeDocument/2006/relationships/image" Target="../media/image187.png"/><Relationship Id="rId156" Type="http://schemas.openxmlformats.org/officeDocument/2006/relationships/customXml" Target="../ink/ink196.xml"/><Relationship Id="rId177" Type="http://schemas.openxmlformats.org/officeDocument/2006/relationships/image" Target="../media/image20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8.png"/><Relationship Id="rId18" Type="http://schemas.openxmlformats.org/officeDocument/2006/relationships/customXml" Target="../ink/ink219.xml"/><Relationship Id="rId26" Type="http://schemas.openxmlformats.org/officeDocument/2006/relationships/customXml" Target="../ink/ink223.xml"/><Relationship Id="rId39" Type="http://schemas.openxmlformats.org/officeDocument/2006/relationships/image" Target="../media/image231.png"/><Relationship Id="rId21" Type="http://schemas.openxmlformats.org/officeDocument/2006/relationships/image" Target="../media/image222.png"/><Relationship Id="rId34" Type="http://schemas.openxmlformats.org/officeDocument/2006/relationships/customXml" Target="../ink/ink227.xml"/><Relationship Id="rId42" Type="http://schemas.openxmlformats.org/officeDocument/2006/relationships/customXml" Target="../ink/ink231.xml"/><Relationship Id="rId47" Type="http://schemas.openxmlformats.org/officeDocument/2006/relationships/image" Target="../media/image235.png"/><Relationship Id="rId7" Type="http://schemas.openxmlformats.org/officeDocument/2006/relationships/image" Target="../media/image215.png"/><Relationship Id="rId2" Type="http://schemas.openxmlformats.org/officeDocument/2006/relationships/customXml" Target="../ink/ink211.xml"/><Relationship Id="rId16" Type="http://schemas.openxmlformats.org/officeDocument/2006/relationships/customXml" Target="../ink/ink218.xml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.xml"/><Relationship Id="rId11" Type="http://schemas.openxmlformats.org/officeDocument/2006/relationships/image" Target="../media/image217.png"/><Relationship Id="rId24" Type="http://schemas.openxmlformats.org/officeDocument/2006/relationships/customXml" Target="../ink/ink222.xml"/><Relationship Id="rId32" Type="http://schemas.openxmlformats.org/officeDocument/2006/relationships/customXml" Target="../ink/ink226.xml"/><Relationship Id="rId37" Type="http://schemas.openxmlformats.org/officeDocument/2006/relationships/image" Target="../media/image230.png"/><Relationship Id="rId40" Type="http://schemas.openxmlformats.org/officeDocument/2006/relationships/customXml" Target="../ink/ink230.xml"/><Relationship Id="rId45" Type="http://schemas.openxmlformats.org/officeDocument/2006/relationships/image" Target="../media/image234.png"/><Relationship Id="rId5" Type="http://schemas.openxmlformats.org/officeDocument/2006/relationships/image" Target="../media/image214.png"/><Relationship Id="rId15" Type="http://schemas.openxmlformats.org/officeDocument/2006/relationships/image" Target="../media/image219.png"/><Relationship Id="rId23" Type="http://schemas.openxmlformats.org/officeDocument/2006/relationships/image" Target="../media/image223.png"/><Relationship Id="rId28" Type="http://schemas.openxmlformats.org/officeDocument/2006/relationships/customXml" Target="../ink/ink224.xml"/><Relationship Id="rId36" Type="http://schemas.openxmlformats.org/officeDocument/2006/relationships/customXml" Target="../ink/ink228.xml"/><Relationship Id="rId10" Type="http://schemas.openxmlformats.org/officeDocument/2006/relationships/customXml" Target="../ink/ink215.xml"/><Relationship Id="rId19" Type="http://schemas.openxmlformats.org/officeDocument/2006/relationships/image" Target="../media/image221.png"/><Relationship Id="rId31" Type="http://schemas.openxmlformats.org/officeDocument/2006/relationships/image" Target="../media/image227.png"/><Relationship Id="rId44" Type="http://schemas.openxmlformats.org/officeDocument/2006/relationships/customXml" Target="../ink/ink232.xml"/><Relationship Id="rId4" Type="http://schemas.openxmlformats.org/officeDocument/2006/relationships/customXml" Target="../ink/ink212.xml"/><Relationship Id="rId9" Type="http://schemas.openxmlformats.org/officeDocument/2006/relationships/image" Target="../media/image216.png"/><Relationship Id="rId14" Type="http://schemas.openxmlformats.org/officeDocument/2006/relationships/customXml" Target="../ink/ink217.xml"/><Relationship Id="rId22" Type="http://schemas.openxmlformats.org/officeDocument/2006/relationships/customXml" Target="../ink/ink221.xml"/><Relationship Id="rId27" Type="http://schemas.openxmlformats.org/officeDocument/2006/relationships/image" Target="../media/image225.png"/><Relationship Id="rId30" Type="http://schemas.openxmlformats.org/officeDocument/2006/relationships/customXml" Target="../ink/ink225.xml"/><Relationship Id="rId35" Type="http://schemas.openxmlformats.org/officeDocument/2006/relationships/image" Target="../media/image229.png"/><Relationship Id="rId43" Type="http://schemas.openxmlformats.org/officeDocument/2006/relationships/image" Target="../media/image233.png"/><Relationship Id="rId8" Type="http://schemas.openxmlformats.org/officeDocument/2006/relationships/customXml" Target="../ink/ink214.xml"/><Relationship Id="rId3" Type="http://schemas.openxmlformats.org/officeDocument/2006/relationships/image" Target="../media/image213.png"/><Relationship Id="rId12" Type="http://schemas.openxmlformats.org/officeDocument/2006/relationships/customXml" Target="../ink/ink216.xml"/><Relationship Id="rId17" Type="http://schemas.openxmlformats.org/officeDocument/2006/relationships/image" Target="../media/image220.png"/><Relationship Id="rId25" Type="http://schemas.openxmlformats.org/officeDocument/2006/relationships/image" Target="../media/image224.png"/><Relationship Id="rId33" Type="http://schemas.openxmlformats.org/officeDocument/2006/relationships/image" Target="../media/image228.png"/><Relationship Id="rId38" Type="http://schemas.openxmlformats.org/officeDocument/2006/relationships/customXml" Target="../ink/ink229.xml"/><Relationship Id="rId46" Type="http://schemas.openxmlformats.org/officeDocument/2006/relationships/customXml" Target="../ink/ink233.xml"/><Relationship Id="rId20" Type="http://schemas.openxmlformats.org/officeDocument/2006/relationships/customXml" Target="../ink/ink220.xml"/><Relationship Id="rId41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9B89-268A-8041-8B0F-1ACB63F33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2A72B-345A-2743-96F6-1B7143047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0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95" y="1487606"/>
            <a:ext cx="9357210" cy="42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7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151" y="351666"/>
            <a:ext cx="8543925" cy="6253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Simon has invested $50,000 </a:t>
            </a:r>
            <a:r>
              <a:rPr lang="en-US"/>
              <a:t>for 6 </a:t>
            </a:r>
            <a:r>
              <a:rPr lang="en-US" dirty="0"/>
              <a:t>years with Star Bank.  The interest rate is 4% pa, compounded annually.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would the investment at the end of one year, two years, three years, six years respectively?</a:t>
            </a:r>
          </a:p>
          <a:p>
            <a:r>
              <a:rPr lang="en-US" dirty="0"/>
              <a:t>What is the percentage increase on Simon’s original investment at the end of year 6?</a:t>
            </a:r>
          </a:p>
          <a:p>
            <a:r>
              <a:rPr lang="en-US" dirty="0"/>
              <a:t>What is the total interest at the end of year 6?</a:t>
            </a:r>
          </a:p>
          <a:p>
            <a:r>
              <a:rPr lang="en-US" dirty="0"/>
              <a:t>What if the bank paid simple interest?  What would be the amount of the interest in this case after year 6?</a:t>
            </a:r>
          </a:p>
          <a:p>
            <a:r>
              <a:rPr lang="en-US" dirty="0"/>
              <a:t>Is Simon better off with compound or simple interest?</a:t>
            </a:r>
          </a:p>
          <a:p>
            <a:pPr lvl="0"/>
            <a:r>
              <a:rPr lang="en-AU" dirty="0"/>
              <a:t>What can you conclude?  Can you think of a formula to use to calculate compound interest?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0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13" y="65657"/>
            <a:ext cx="5882184" cy="68425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10">
                <a:extLst>
                  <a:ext uri="{FF2B5EF4-FFF2-40B4-BE49-F238E27FC236}">
                    <a16:creationId xmlns:a16="http://schemas.microsoft.com/office/drawing/2014/main" id="{B762815B-6CD8-B541-B088-7D775271C229}"/>
                  </a:ext>
                </a:extLst>
              </p14:cNvPr>
              <p14:cNvContentPartPr/>
              <p14:nvPr/>
            </p14:nvContentPartPr>
            <p14:xfrm>
              <a:off x="4193231" y="1580991"/>
              <a:ext cx="559800" cy="180720"/>
            </p14:xfrm>
          </p:contentPart>
        </mc:Choice>
        <mc:Fallback xmlns="">
          <p:pic>
            <p:nvPicPr>
              <p:cNvPr id="9" name="Ink 10">
                <a:extLst>
                  <a:ext uri="{FF2B5EF4-FFF2-40B4-BE49-F238E27FC236}">
                    <a16:creationId xmlns:a16="http://schemas.microsoft.com/office/drawing/2014/main" id="{B762815B-6CD8-B541-B088-7D775271C2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8111" y="1565511"/>
                <a:ext cx="5904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11">
                <a:extLst>
                  <a:ext uri="{FF2B5EF4-FFF2-40B4-BE49-F238E27FC236}">
                    <a16:creationId xmlns:a16="http://schemas.microsoft.com/office/drawing/2014/main" id="{332ABA5C-3B61-C140-A703-095A0F9094C9}"/>
                  </a:ext>
                </a:extLst>
              </p14:cNvPr>
              <p14:cNvContentPartPr/>
              <p14:nvPr/>
            </p14:nvContentPartPr>
            <p14:xfrm>
              <a:off x="3944111" y="1512231"/>
              <a:ext cx="112320" cy="330480"/>
            </p14:xfrm>
          </p:contentPart>
        </mc:Choice>
        <mc:Fallback xmlns="">
          <p:pic>
            <p:nvPicPr>
              <p:cNvPr id="10" name="Ink 11">
                <a:extLst>
                  <a:ext uri="{FF2B5EF4-FFF2-40B4-BE49-F238E27FC236}">
                    <a16:creationId xmlns:a16="http://schemas.microsoft.com/office/drawing/2014/main" id="{332ABA5C-3B61-C140-A703-095A0F9094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8991" y="1497111"/>
                <a:ext cx="1429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EB8A2665-F1AA-D14B-846E-188DFE744730}"/>
                  </a:ext>
                </a:extLst>
              </p14:cNvPr>
              <p14:cNvContentPartPr/>
              <p14:nvPr/>
            </p14:nvContentPartPr>
            <p14:xfrm>
              <a:off x="6123191" y="1331871"/>
              <a:ext cx="654120" cy="174600"/>
            </p14:xfrm>
          </p:contentPart>
        </mc:Choice>
        <mc:Fallback xmlns=""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EB8A2665-F1AA-D14B-846E-188DFE7447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08071" y="1316751"/>
                <a:ext cx="6843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6D3F496-5837-BC43-9F19-36BD4C021EDC}"/>
                  </a:ext>
                </a:extLst>
              </p14:cNvPr>
              <p14:cNvContentPartPr/>
              <p14:nvPr/>
            </p14:nvContentPartPr>
            <p14:xfrm>
              <a:off x="5799551" y="1736511"/>
              <a:ext cx="122040" cy="1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6D3F496-5837-BC43-9F19-36BD4C021E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84071" y="1721391"/>
                <a:ext cx="152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56E159F-3A89-B449-8CA7-7E70AEF3FC7B}"/>
                  </a:ext>
                </a:extLst>
              </p14:cNvPr>
              <p14:cNvContentPartPr/>
              <p14:nvPr/>
            </p14:nvContentPartPr>
            <p14:xfrm>
              <a:off x="5818271" y="1811031"/>
              <a:ext cx="131040" cy="6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56E159F-3A89-B449-8CA7-7E70AEF3FC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02791" y="1795911"/>
                <a:ext cx="161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6597E0B-E740-8244-BADF-11A367110407}"/>
                  </a:ext>
                </a:extLst>
              </p14:cNvPr>
              <p14:cNvContentPartPr/>
              <p14:nvPr/>
            </p14:nvContentPartPr>
            <p14:xfrm>
              <a:off x="6552671" y="1711671"/>
              <a:ext cx="137160" cy="168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6597E0B-E740-8244-BADF-11A3671104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37551" y="1696191"/>
                <a:ext cx="1677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1722DF5-146A-164E-B2C6-1A32341C24DE}"/>
                  </a:ext>
                </a:extLst>
              </p14:cNvPr>
              <p14:cNvContentPartPr/>
              <p14:nvPr/>
            </p14:nvContentPartPr>
            <p14:xfrm>
              <a:off x="6776951" y="1786191"/>
              <a:ext cx="68760" cy="106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1722DF5-146A-164E-B2C6-1A32341C24D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61471" y="1771071"/>
                <a:ext cx="993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2">
                <a:extLst>
                  <a:ext uri="{FF2B5EF4-FFF2-40B4-BE49-F238E27FC236}">
                    <a16:creationId xmlns:a16="http://schemas.microsoft.com/office/drawing/2014/main" id="{AD1570A4-FA0B-D345-BCD2-42CE118DF25F}"/>
                  </a:ext>
                </a:extLst>
              </p14:cNvPr>
              <p14:cNvContentPartPr/>
              <p14:nvPr/>
            </p14:nvContentPartPr>
            <p14:xfrm>
              <a:off x="6938591" y="1792671"/>
              <a:ext cx="299160" cy="106200"/>
            </p14:xfrm>
          </p:contentPart>
        </mc:Choice>
        <mc:Fallback xmlns="">
          <p:pic>
            <p:nvPicPr>
              <p:cNvPr id="31" name="Ink 32">
                <a:extLst>
                  <a:ext uri="{FF2B5EF4-FFF2-40B4-BE49-F238E27FC236}">
                    <a16:creationId xmlns:a16="http://schemas.microsoft.com/office/drawing/2014/main" id="{AD1570A4-FA0B-D345-BCD2-42CE118DF25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23471" y="1777191"/>
                <a:ext cx="3297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3">
                <a:extLst>
                  <a:ext uri="{FF2B5EF4-FFF2-40B4-BE49-F238E27FC236}">
                    <a16:creationId xmlns:a16="http://schemas.microsoft.com/office/drawing/2014/main" id="{BB1B5150-FF93-124D-8155-32BFE80D8AD4}"/>
                  </a:ext>
                </a:extLst>
              </p14:cNvPr>
              <p14:cNvContentPartPr/>
              <p14:nvPr/>
            </p14:nvContentPartPr>
            <p14:xfrm>
              <a:off x="6123191" y="1674231"/>
              <a:ext cx="342720" cy="205920"/>
            </p14:xfrm>
          </p:contentPart>
        </mc:Choice>
        <mc:Fallback xmlns="">
          <p:pic>
            <p:nvPicPr>
              <p:cNvPr id="32" name="Ink 33">
                <a:extLst>
                  <a:ext uri="{FF2B5EF4-FFF2-40B4-BE49-F238E27FC236}">
                    <a16:creationId xmlns:a16="http://schemas.microsoft.com/office/drawing/2014/main" id="{BB1B5150-FF93-124D-8155-32BFE80D8A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08071" y="1659111"/>
                <a:ext cx="3733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5" name="Ink 46">
                <a:extLst>
                  <a:ext uri="{FF2B5EF4-FFF2-40B4-BE49-F238E27FC236}">
                    <a16:creationId xmlns:a16="http://schemas.microsoft.com/office/drawing/2014/main" id="{A84983EF-911F-1245-9D07-72B61D234874}"/>
                  </a:ext>
                </a:extLst>
              </p14:cNvPr>
              <p14:cNvContentPartPr/>
              <p14:nvPr/>
            </p14:nvContentPartPr>
            <p14:xfrm>
              <a:off x="4043831" y="2383791"/>
              <a:ext cx="87480" cy="109800"/>
            </p14:xfrm>
          </p:contentPart>
        </mc:Choice>
        <mc:Fallback xmlns="">
          <p:pic>
            <p:nvPicPr>
              <p:cNvPr id="45" name="Ink 46">
                <a:extLst>
                  <a:ext uri="{FF2B5EF4-FFF2-40B4-BE49-F238E27FC236}">
                    <a16:creationId xmlns:a16="http://schemas.microsoft.com/office/drawing/2014/main" id="{A84983EF-911F-1245-9D07-72B61D2348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28711" y="2368671"/>
                <a:ext cx="1180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6" name="Ink 47">
                <a:extLst>
                  <a:ext uri="{FF2B5EF4-FFF2-40B4-BE49-F238E27FC236}">
                    <a16:creationId xmlns:a16="http://schemas.microsoft.com/office/drawing/2014/main" id="{B3E82545-CEE7-5145-99E3-869AE0B0AF21}"/>
                  </a:ext>
                </a:extLst>
              </p14:cNvPr>
              <p14:cNvContentPartPr/>
              <p14:nvPr/>
            </p14:nvContentPartPr>
            <p14:xfrm>
              <a:off x="3190991" y="2259591"/>
              <a:ext cx="728640" cy="268200"/>
            </p14:xfrm>
          </p:contentPart>
        </mc:Choice>
        <mc:Fallback xmlns="">
          <p:pic>
            <p:nvPicPr>
              <p:cNvPr id="46" name="Ink 47">
                <a:extLst>
                  <a:ext uri="{FF2B5EF4-FFF2-40B4-BE49-F238E27FC236}">
                    <a16:creationId xmlns:a16="http://schemas.microsoft.com/office/drawing/2014/main" id="{B3E82545-CEE7-5145-99E3-869AE0B0AF2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75871" y="2244111"/>
                <a:ext cx="7592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6165800-E697-4141-8BD0-0AFF684C781B}"/>
                  </a:ext>
                </a:extLst>
              </p14:cNvPr>
              <p14:cNvContentPartPr/>
              <p14:nvPr/>
            </p14:nvContentPartPr>
            <p14:xfrm>
              <a:off x="3408791" y="2782311"/>
              <a:ext cx="124920" cy="1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6165800-E697-4141-8BD0-0AFF684C781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93671" y="2767191"/>
                <a:ext cx="155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9551AAB-5FC5-6C42-8C79-43E314EF0B8A}"/>
                  </a:ext>
                </a:extLst>
              </p14:cNvPr>
              <p14:cNvContentPartPr/>
              <p14:nvPr/>
            </p14:nvContentPartPr>
            <p14:xfrm>
              <a:off x="3415271" y="2882031"/>
              <a:ext cx="137160" cy="12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9551AAB-5FC5-6C42-8C79-43E314EF0B8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99791" y="2866551"/>
                <a:ext cx="1677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5" name="Ink 56">
                <a:extLst>
                  <a:ext uri="{FF2B5EF4-FFF2-40B4-BE49-F238E27FC236}">
                    <a16:creationId xmlns:a16="http://schemas.microsoft.com/office/drawing/2014/main" id="{56E17032-F878-0443-8CB7-B2C0769EEAD0}"/>
                  </a:ext>
                </a:extLst>
              </p14:cNvPr>
              <p14:cNvContentPartPr/>
              <p14:nvPr/>
            </p14:nvContentPartPr>
            <p14:xfrm>
              <a:off x="4436231" y="2303151"/>
              <a:ext cx="205920" cy="249480"/>
            </p14:xfrm>
          </p:contentPart>
        </mc:Choice>
        <mc:Fallback xmlns="">
          <p:pic>
            <p:nvPicPr>
              <p:cNvPr id="55" name="Ink 56">
                <a:extLst>
                  <a:ext uri="{FF2B5EF4-FFF2-40B4-BE49-F238E27FC236}">
                    <a16:creationId xmlns:a16="http://schemas.microsoft.com/office/drawing/2014/main" id="{56E17032-F878-0443-8CB7-B2C0769EEAD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20751" y="2287671"/>
                <a:ext cx="2361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6" name="Ink 57">
                <a:extLst>
                  <a:ext uri="{FF2B5EF4-FFF2-40B4-BE49-F238E27FC236}">
                    <a16:creationId xmlns:a16="http://schemas.microsoft.com/office/drawing/2014/main" id="{F80D9E02-A680-954C-8304-1D81DB37C1B0}"/>
                  </a:ext>
                </a:extLst>
              </p14:cNvPr>
              <p14:cNvContentPartPr/>
              <p14:nvPr/>
            </p14:nvContentPartPr>
            <p14:xfrm>
              <a:off x="4236791" y="2358951"/>
              <a:ext cx="137160" cy="149760"/>
            </p14:xfrm>
          </p:contentPart>
        </mc:Choice>
        <mc:Fallback xmlns="">
          <p:pic>
            <p:nvPicPr>
              <p:cNvPr id="56" name="Ink 57">
                <a:extLst>
                  <a:ext uri="{FF2B5EF4-FFF2-40B4-BE49-F238E27FC236}">
                    <a16:creationId xmlns:a16="http://schemas.microsoft.com/office/drawing/2014/main" id="{F80D9E02-A680-954C-8304-1D81DB37C1B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21671" y="2343831"/>
                <a:ext cx="1677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9" name="Ink 69">
                <a:extLst>
                  <a:ext uri="{FF2B5EF4-FFF2-40B4-BE49-F238E27FC236}">
                    <a16:creationId xmlns:a16="http://schemas.microsoft.com/office/drawing/2014/main" id="{C6D71425-AFB3-2A4F-BFC5-5ABCC79F4604}"/>
                  </a:ext>
                </a:extLst>
              </p14:cNvPr>
              <p14:cNvContentPartPr/>
              <p14:nvPr/>
            </p14:nvContentPartPr>
            <p14:xfrm>
              <a:off x="3626951" y="2713911"/>
              <a:ext cx="106200" cy="280440"/>
            </p14:xfrm>
          </p:contentPart>
        </mc:Choice>
        <mc:Fallback xmlns="">
          <p:pic>
            <p:nvPicPr>
              <p:cNvPr id="69" name="Ink 69">
                <a:extLst>
                  <a:ext uri="{FF2B5EF4-FFF2-40B4-BE49-F238E27FC236}">
                    <a16:creationId xmlns:a16="http://schemas.microsoft.com/office/drawing/2014/main" id="{C6D71425-AFB3-2A4F-BFC5-5ABCC79F460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611471" y="2698791"/>
                <a:ext cx="1368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2" name="Ink 83">
                <a:extLst>
                  <a:ext uri="{FF2B5EF4-FFF2-40B4-BE49-F238E27FC236}">
                    <a16:creationId xmlns:a16="http://schemas.microsoft.com/office/drawing/2014/main" id="{C36F723E-848B-7C4E-974A-138B61376F40}"/>
                  </a:ext>
                </a:extLst>
              </p14:cNvPr>
              <p14:cNvContentPartPr/>
              <p14:nvPr/>
            </p14:nvContentPartPr>
            <p14:xfrm>
              <a:off x="5370071" y="2253111"/>
              <a:ext cx="777600" cy="218160"/>
            </p14:xfrm>
          </p:contentPart>
        </mc:Choice>
        <mc:Fallback xmlns="">
          <p:pic>
            <p:nvPicPr>
              <p:cNvPr id="82" name="Ink 83">
                <a:extLst>
                  <a:ext uri="{FF2B5EF4-FFF2-40B4-BE49-F238E27FC236}">
                    <a16:creationId xmlns:a16="http://schemas.microsoft.com/office/drawing/2014/main" id="{C36F723E-848B-7C4E-974A-138B61376F4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354598" y="2237991"/>
                <a:ext cx="807826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17" name="Ink 122">
                <a:extLst>
                  <a:ext uri="{FF2B5EF4-FFF2-40B4-BE49-F238E27FC236}">
                    <a16:creationId xmlns:a16="http://schemas.microsoft.com/office/drawing/2014/main" id="{703E9721-D6CF-F54E-862A-8A8338EAB302}"/>
                  </a:ext>
                </a:extLst>
              </p14:cNvPr>
              <p14:cNvContentPartPr/>
              <p14:nvPr/>
            </p14:nvContentPartPr>
            <p14:xfrm>
              <a:off x="6484271" y="2770071"/>
              <a:ext cx="609840" cy="162360"/>
            </p14:xfrm>
          </p:contentPart>
        </mc:Choice>
        <mc:Fallback xmlns="">
          <p:pic>
            <p:nvPicPr>
              <p:cNvPr id="117" name="Ink 122">
                <a:extLst>
                  <a:ext uri="{FF2B5EF4-FFF2-40B4-BE49-F238E27FC236}">
                    <a16:creationId xmlns:a16="http://schemas.microsoft.com/office/drawing/2014/main" id="{703E9721-D6CF-F54E-862A-8A8338EAB30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69151" y="2754591"/>
                <a:ext cx="640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8" name="Ink 123">
                <a:extLst>
                  <a:ext uri="{FF2B5EF4-FFF2-40B4-BE49-F238E27FC236}">
                    <a16:creationId xmlns:a16="http://schemas.microsoft.com/office/drawing/2014/main" id="{B75E9806-7CF3-7F4A-ABA2-6CA0061CD640}"/>
                  </a:ext>
                </a:extLst>
              </p14:cNvPr>
              <p14:cNvContentPartPr/>
              <p14:nvPr/>
            </p14:nvContentPartPr>
            <p14:xfrm>
              <a:off x="6272591" y="2782311"/>
              <a:ext cx="143640" cy="162360"/>
            </p14:xfrm>
          </p:contentPart>
        </mc:Choice>
        <mc:Fallback xmlns="">
          <p:pic>
            <p:nvPicPr>
              <p:cNvPr id="118" name="Ink 123">
                <a:extLst>
                  <a:ext uri="{FF2B5EF4-FFF2-40B4-BE49-F238E27FC236}">
                    <a16:creationId xmlns:a16="http://schemas.microsoft.com/office/drawing/2014/main" id="{B75E9806-7CF3-7F4A-ABA2-6CA0061CD64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257471" y="2767191"/>
                <a:ext cx="1738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19" name="Ink 124">
                <a:extLst>
                  <a:ext uri="{FF2B5EF4-FFF2-40B4-BE49-F238E27FC236}">
                    <a16:creationId xmlns:a16="http://schemas.microsoft.com/office/drawing/2014/main" id="{A74FFD83-43A4-9F41-B46C-3A5127926322}"/>
                  </a:ext>
                </a:extLst>
              </p14:cNvPr>
              <p14:cNvContentPartPr/>
              <p14:nvPr/>
            </p14:nvContentPartPr>
            <p14:xfrm>
              <a:off x="5980631" y="2676471"/>
              <a:ext cx="145800" cy="286560"/>
            </p14:xfrm>
          </p:contentPart>
        </mc:Choice>
        <mc:Fallback xmlns="">
          <p:pic>
            <p:nvPicPr>
              <p:cNvPr id="119" name="Ink 124">
                <a:extLst>
                  <a:ext uri="{FF2B5EF4-FFF2-40B4-BE49-F238E27FC236}">
                    <a16:creationId xmlns:a16="http://schemas.microsoft.com/office/drawing/2014/main" id="{A74FFD83-43A4-9F41-B46C-3A512792632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965511" y="2661351"/>
                <a:ext cx="1760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0" name="Ink 125">
                <a:extLst>
                  <a:ext uri="{FF2B5EF4-FFF2-40B4-BE49-F238E27FC236}">
                    <a16:creationId xmlns:a16="http://schemas.microsoft.com/office/drawing/2014/main" id="{8FD6FB1D-FF9E-0F4A-A7D3-A9CC5EA8143F}"/>
                  </a:ext>
                </a:extLst>
              </p14:cNvPr>
              <p14:cNvContentPartPr/>
              <p14:nvPr/>
            </p14:nvContentPartPr>
            <p14:xfrm>
              <a:off x="5593991" y="2831991"/>
              <a:ext cx="168480" cy="87480"/>
            </p14:xfrm>
          </p:contentPart>
        </mc:Choice>
        <mc:Fallback xmlns="">
          <p:pic>
            <p:nvPicPr>
              <p:cNvPr id="120" name="Ink 125">
                <a:extLst>
                  <a:ext uri="{FF2B5EF4-FFF2-40B4-BE49-F238E27FC236}">
                    <a16:creationId xmlns:a16="http://schemas.microsoft.com/office/drawing/2014/main" id="{8FD6FB1D-FF9E-0F4A-A7D3-A9CC5EA8143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78871" y="2816871"/>
                <a:ext cx="1990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1" name="Ink 126">
                <a:extLst>
                  <a:ext uri="{FF2B5EF4-FFF2-40B4-BE49-F238E27FC236}">
                    <a16:creationId xmlns:a16="http://schemas.microsoft.com/office/drawing/2014/main" id="{C8703B55-CCAE-4A47-8FD6-746B64F78DCB}"/>
                  </a:ext>
                </a:extLst>
              </p14:cNvPr>
              <p14:cNvContentPartPr/>
              <p14:nvPr/>
            </p14:nvContentPartPr>
            <p14:xfrm>
              <a:off x="6260351" y="2303151"/>
              <a:ext cx="784800" cy="342720"/>
            </p14:xfrm>
          </p:contentPart>
        </mc:Choice>
        <mc:Fallback xmlns="">
          <p:pic>
            <p:nvPicPr>
              <p:cNvPr id="121" name="Ink 126">
                <a:extLst>
                  <a:ext uri="{FF2B5EF4-FFF2-40B4-BE49-F238E27FC236}">
                    <a16:creationId xmlns:a16="http://schemas.microsoft.com/office/drawing/2014/main" id="{C8703B55-CCAE-4A47-8FD6-746B64F78DC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244871" y="2287671"/>
                <a:ext cx="8154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2" name="Ink 127">
                <a:extLst>
                  <a:ext uri="{FF2B5EF4-FFF2-40B4-BE49-F238E27FC236}">
                    <a16:creationId xmlns:a16="http://schemas.microsoft.com/office/drawing/2014/main" id="{5EE74FC7-738B-B140-BBB5-903E56C8E5B5}"/>
                  </a:ext>
                </a:extLst>
              </p14:cNvPr>
              <p14:cNvContentPartPr/>
              <p14:nvPr/>
            </p14:nvContentPartPr>
            <p14:xfrm>
              <a:off x="3826031" y="2770071"/>
              <a:ext cx="660240" cy="230760"/>
            </p14:xfrm>
          </p:contentPart>
        </mc:Choice>
        <mc:Fallback xmlns="">
          <p:pic>
            <p:nvPicPr>
              <p:cNvPr id="122" name="Ink 127">
                <a:extLst>
                  <a:ext uri="{FF2B5EF4-FFF2-40B4-BE49-F238E27FC236}">
                    <a16:creationId xmlns:a16="http://schemas.microsoft.com/office/drawing/2014/main" id="{5EE74FC7-738B-B140-BBB5-903E56C8E5B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10911" y="2754591"/>
                <a:ext cx="6908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365CC75-9ACE-0641-87B0-170F00BF106F}"/>
                  </a:ext>
                </a:extLst>
              </p14:cNvPr>
              <p14:cNvContentPartPr/>
              <p14:nvPr/>
            </p14:nvContentPartPr>
            <p14:xfrm>
              <a:off x="3508511" y="3703911"/>
              <a:ext cx="112320" cy="12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365CC75-9ACE-0641-87B0-170F00BF106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493391" y="3688431"/>
                <a:ext cx="142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EEB98E4-10F0-D549-8403-DC829BA8E23B}"/>
                  </a:ext>
                </a:extLst>
              </p14:cNvPr>
              <p14:cNvContentPartPr/>
              <p14:nvPr/>
            </p14:nvContentPartPr>
            <p14:xfrm>
              <a:off x="3489791" y="3784551"/>
              <a:ext cx="149760" cy="129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EEB98E4-10F0-D549-8403-DC829BA8E23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474671" y="3769431"/>
                <a:ext cx="1803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45" name="Ink 147">
                <a:extLst>
                  <a:ext uri="{FF2B5EF4-FFF2-40B4-BE49-F238E27FC236}">
                    <a16:creationId xmlns:a16="http://schemas.microsoft.com/office/drawing/2014/main" id="{07662C9E-54D6-D346-885F-942D3A5854FA}"/>
                  </a:ext>
                </a:extLst>
              </p14:cNvPr>
              <p14:cNvContentPartPr/>
              <p14:nvPr/>
            </p14:nvContentPartPr>
            <p14:xfrm>
              <a:off x="4380071" y="3211791"/>
              <a:ext cx="448560" cy="230760"/>
            </p14:xfrm>
          </p:contentPart>
        </mc:Choice>
        <mc:Fallback xmlns="">
          <p:pic>
            <p:nvPicPr>
              <p:cNvPr id="145" name="Ink 147">
                <a:extLst>
                  <a:ext uri="{FF2B5EF4-FFF2-40B4-BE49-F238E27FC236}">
                    <a16:creationId xmlns:a16="http://schemas.microsoft.com/office/drawing/2014/main" id="{07662C9E-54D6-D346-885F-942D3A5854F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64951" y="3196671"/>
                <a:ext cx="4791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46" name="Ink 148">
                <a:extLst>
                  <a:ext uri="{FF2B5EF4-FFF2-40B4-BE49-F238E27FC236}">
                    <a16:creationId xmlns:a16="http://schemas.microsoft.com/office/drawing/2014/main" id="{3A20391B-BE18-FD44-86D8-B0307733D05B}"/>
                  </a:ext>
                </a:extLst>
              </p14:cNvPr>
              <p14:cNvContentPartPr/>
              <p14:nvPr/>
            </p14:nvContentPartPr>
            <p14:xfrm>
              <a:off x="4102871" y="3280551"/>
              <a:ext cx="184320" cy="178200"/>
            </p14:xfrm>
          </p:contentPart>
        </mc:Choice>
        <mc:Fallback xmlns="">
          <p:pic>
            <p:nvPicPr>
              <p:cNvPr id="146" name="Ink 148">
                <a:extLst>
                  <a:ext uri="{FF2B5EF4-FFF2-40B4-BE49-F238E27FC236}">
                    <a16:creationId xmlns:a16="http://schemas.microsoft.com/office/drawing/2014/main" id="{3A20391B-BE18-FD44-86D8-B0307733D05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87391" y="3265071"/>
                <a:ext cx="214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47" name="Ink 149">
                <a:extLst>
                  <a:ext uri="{FF2B5EF4-FFF2-40B4-BE49-F238E27FC236}">
                    <a16:creationId xmlns:a16="http://schemas.microsoft.com/office/drawing/2014/main" id="{5359FC8F-DF35-764E-8094-C4A3A6EA4EE5}"/>
                  </a:ext>
                </a:extLst>
              </p14:cNvPr>
              <p14:cNvContentPartPr/>
              <p14:nvPr/>
            </p14:nvContentPartPr>
            <p14:xfrm>
              <a:off x="3142031" y="3174711"/>
              <a:ext cx="852480" cy="261720"/>
            </p14:xfrm>
          </p:contentPart>
        </mc:Choice>
        <mc:Fallback xmlns="">
          <p:pic>
            <p:nvPicPr>
              <p:cNvPr id="147" name="Ink 149">
                <a:extLst>
                  <a:ext uri="{FF2B5EF4-FFF2-40B4-BE49-F238E27FC236}">
                    <a16:creationId xmlns:a16="http://schemas.microsoft.com/office/drawing/2014/main" id="{5359FC8F-DF35-764E-8094-C4A3A6EA4EE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126551" y="3159231"/>
                <a:ext cx="8830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8705A35-F535-A741-8F62-1271BB0B8779}"/>
                  </a:ext>
                </a:extLst>
              </p14:cNvPr>
              <p14:cNvContentPartPr/>
              <p14:nvPr/>
            </p14:nvContentPartPr>
            <p14:xfrm>
              <a:off x="4678871" y="3853311"/>
              <a:ext cx="19080" cy="3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8705A35-F535-A741-8F62-1271BB0B877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63751" y="3837831"/>
                <a:ext cx="496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3798E61-3BC8-FA46-AF70-A8C2E401EEA1}"/>
                  </a:ext>
                </a:extLst>
              </p14:cNvPr>
              <p14:cNvContentPartPr/>
              <p14:nvPr/>
            </p14:nvContentPartPr>
            <p14:xfrm>
              <a:off x="4784711" y="3728751"/>
              <a:ext cx="243000" cy="1684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3798E61-3BC8-FA46-AF70-A8C2E401EEA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769591" y="3713271"/>
                <a:ext cx="273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59" name="Ink 161">
                <a:extLst>
                  <a:ext uri="{FF2B5EF4-FFF2-40B4-BE49-F238E27FC236}">
                    <a16:creationId xmlns:a16="http://schemas.microsoft.com/office/drawing/2014/main" id="{35549E3F-5CE3-9646-9063-C03080997602}"/>
                  </a:ext>
                </a:extLst>
              </p14:cNvPr>
              <p14:cNvContentPartPr/>
              <p14:nvPr/>
            </p14:nvContentPartPr>
            <p14:xfrm>
              <a:off x="4362071" y="3616431"/>
              <a:ext cx="230040" cy="280800"/>
            </p14:xfrm>
          </p:contentPart>
        </mc:Choice>
        <mc:Fallback xmlns="">
          <p:pic>
            <p:nvPicPr>
              <p:cNvPr id="159" name="Ink 161">
                <a:extLst>
                  <a:ext uri="{FF2B5EF4-FFF2-40B4-BE49-F238E27FC236}">
                    <a16:creationId xmlns:a16="http://schemas.microsoft.com/office/drawing/2014/main" id="{35549E3F-5CE3-9646-9063-C0308099760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346951" y="3601292"/>
                <a:ext cx="260640" cy="3114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60" name="Ink 162">
                <a:extLst>
                  <a:ext uri="{FF2B5EF4-FFF2-40B4-BE49-F238E27FC236}">
                    <a16:creationId xmlns:a16="http://schemas.microsoft.com/office/drawing/2014/main" id="{9702F686-E738-FE4F-86A5-72CD427C2F47}"/>
                  </a:ext>
                </a:extLst>
              </p14:cNvPr>
              <p14:cNvContentPartPr/>
              <p14:nvPr/>
            </p14:nvContentPartPr>
            <p14:xfrm>
              <a:off x="4037711" y="3659991"/>
              <a:ext cx="205560" cy="205920"/>
            </p14:xfrm>
          </p:contentPart>
        </mc:Choice>
        <mc:Fallback xmlns="">
          <p:pic>
            <p:nvPicPr>
              <p:cNvPr id="160" name="Ink 162">
                <a:extLst>
                  <a:ext uri="{FF2B5EF4-FFF2-40B4-BE49-F238E27FC236}">
                    <a16:creationId xmlns:a16="http://schemas.microsoft.com/office/drawing/2014/main" id="{9702F686-E738-FE4F-86A5-72CD427C2F4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22617" y="3644871"/>
                <a:ext cx="235747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61" name="Ink 163">
                <a:extLst>
                  <a:ext uri="{FF2B5EF4-FFF2-40B4-BE49-F238E27FC236}">
                    <a16:creationId xmlns:a16="http://schemas.microsoft.com/office/drawing/2014/main" id="{5CB699B2-C625-6B48-9272-13E0A4D7528C}"/>
                  </a:ext>
                </a:extLst>
              </p14:cNvPr>
              <p14:cNvContentPartPr/>
              <p14:nvPr/>
            </p14:nvContentPartPr>
            <p14:xfrm>
              <a:off x="3807311" y="3616431"/>
              <a:ext cx="106200" cy="293040"/>
            </p14:xfrm>
          </p:contentPart>
        </mc:Choice>
        <mc:Fallback xmlns="">
          <p:pic>
            <p:nvPicPr>
              <p:cNvPr id="161" name="Ink 163">
                <a:extLst>
                  <a:ext uri="{FF2B5EF4-FFF2-40B4-BE49-F238E27FC236}">
                    <a16:creationId xmlns:a16="http://schemas.microsoft.com/office/drawing/2014/main" id="{5CB699B2-C625-6B48-9272-13E0A4D7528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792191" y="3601311"/>
                <a:ext cx="1368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75" name="Ink 177">
                <a:extLst>
                  <a:ext uri="{FF2B5EF4-FFF2-40B4-BE49-F238E27FC236}">
                    <a16:creationId xmlns:a16="http://schemas.microsoft.com/office/drawing/2014/main" id="{CE5D8F58-D72F-4847-B276-7D037FC670E0}"/>
                  </a:ext>
                </a:extLst>
              </p14:cNvPr>
              <p14:cNvContentPartPr/>
              <p14:nvPr/>
            </p14:nvContentPartPr>
            <p14:xfrm>
              <a:off x="6415871" y="3255351"/>
              <a:ext cx="131040" cy="205920"/>
            </p14:xfrm>
          </p:contentPart>
        </mc:Choice>
        <mc:Fallback xmlns="">
          <p:pic>
            <p:nvPicPr>
              <p:cNvPr id="175" name="Ink 177">
                <a:extLst>
                  <a:ext uri="{FF2B5EF4-FFF2-40B4-BE49-F238E27FC236}">
                    <a16:creationId xmlns:a16="http://schemas.microsoft.com/office/drawing/2014/main" id="{CE5D8F58-D72F-4847-B276-7D037FC670E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400391" y="3240231"/>
                <a:ext cx="1616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76" name="Ink 178">
                <a:extLst>
                  <a:ext uri="{FF2B5EF4-FFF2-40B4-BE49-F238E27FC236}">
                    <a16:creationId xmlns:a16="http://schemas.microsoft.com/office/drawing/2014/main" id="{9B9E90C6-A787-5143-9CA0-297AA6743054}"/>
                  </a:ext>
                </a:extLst>
              </p14:cNvPr>
              <p14:cNvContentPartPr/>
              <p14:nvPr/>
            </p14:nvContentPartPr>
            <p14:xfrm>
              <a:off x="5643671" y="3249231"/>
              <a:ext cx="703440" cy="212040"/>
            </p14:xfrm>
          </p:contentPart>
        </mc:Choice>
        <mc:Fallback xmlns="">
          <p:pic>
            <p:nvPicPr>
              <p:cNvPr id="176" name="Ink 178">
                <a:extLst>
                  <a:ext uri="{FF2B5EF4-FFF2-40B4-BE49-F238E27FC236}">
                    <a16:creationId xmlns:a16="http://schemas.microsoft.com/office/drawing/2014/main" id="{9B9E90C6-A787-5143-9CA0-297AA674305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628543" y="3234111"/>
                <a:ext cx="734056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77" name="Ink 179">
                <a:extLst>
                  <a:ext uri="{FF2B5EF4-FFF2-40B4-BE49-F238E27FC236}">
                    <a16:creationId xmlns:a16="http://schemas.microsoft.com/office/drawing/2014/main" id="{12849C36-851C-224D-BD0C-E849567291B1}"/>
                  </a:ext>
                </a:extLst>
              </p14:cNvPr>
              <p14:cNvContentPartPr/>
              <p14:nvPr/>
            </p14:nvContentPartPr>
            <p14:xfrm>
              <a:off x="5444591" y="3193071"/>
              <a:ext cx="112320" cy="299160"/>
            </p14:xfrm>
          </p:contentPart>
        </mc:Choice>
        <mc:Fallback xmlns="">
          <p:pic>
            <p:nvPicPr>
              <p:cNvPr id="177" name="Ink 179">
                <a:extLst>
                  <a:ext uri="{FF2B5EF4-FFF2-40B4-BE49-F238E27FC236}">
                    <a16:creationId xmlns:a16="http://schemas.microsoft.com/office/drawing/2014/main" id="{12849C36-851C-224D-BD0C-E849567291B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429471" y="3177951"/>
                <a:ext cx="1429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B22ADE6C-63AB-0B49-9890-DB1C8456E553}"/>
                  </a:ext>
                </a:extLst>
              </p14:cNvPr>
              <p14:cNvContentPartPr/>
              <p14:nvPr/>
            </p14:nvContentPartPr>
            <p14:xfrm>
              <a:off x="5905391" y="3759711"/>
              <a:ext cx="143640" cy="129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B22ADE6C-63AB-0B49-9890-DB1C8456E55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889911" y="3744591"/>
                <a:ext cx="173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364409A8-922E-414A-9279-F44E8A36C013}"/>
                  </a:ext>
                </a:extLst>
              </p14:cNvPr>
              <p14:cNvContentPartPr/>
              <p14:nvPr/>
            </p14:nvContentPartPr>
            <p14:xfrm>
              <a:off x="5942831" y="3828111"/>
              <a:ext cx="131040" cy="190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364409A8-922E-414A-9279-F44E8A36C01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27351" y="3812991"/>
                <a:ext cx="161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91" name="Ink 191">
                <a:extLst>
                  <a:ext uri="{FF2B5EF4-FFF2-40B4-BE49-F238E27FC236}">
                    <a16:creationId xmlns:a16="http://schemas.microsoft.com/office/drawing/2014/main" id="{0AB7A446-841D-7840-93A7-6EDD8EB29B3B}"/>
                  </a:ext>
                </a:extLst>
              </p14:cNvPr>
              <p14:cNvContentPartPr/>
              <p14:nvPr/>
            </p14:nvContentPartPr>
            <p14:xfrm>
              <a:off x="6695951" y="3255351"/>
              <a:ext cx="890640" cy="193680"/>
            </p14:xfrm>
          </p:contentPart>
        </mc:Choice>
        <mc:Fallback xmlns="">
          <p:pic>
            <p:nvPicPr>
              <p:cNvPr id="191" name="Ink 191">
                <a:extLst>
                  <a:ext uri="{FF2B5EF4-FFF2-40B4-BE49-F238E27FC236}">
                    <a16:creationId xmlns:a16="http://schemas.microsoft.com/office/drawing/2014/main" id="{0AB7A446-841D-7840-93A7-6EDD8EB29B3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680831" y="3240203"/>
                <a:ext cx="921240" cy="224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067D8DF-CE78-4041-BDC9-C257A3457399}"/>
                  </a:ext>
                </a:extLst>
              </p14:cNvPr>
              <p14:cNvContentPartPr/>
              <p14:nvPr/>
            </p14:nvContentPartPr>
            <p14:xfrm>
              <a:off x="6590111" y="3659991"/>
              <a:ext cx="106200" cy="1558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067D8DF-CE78-4041-BDC9-C257A345739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574991" y="3644871"/>
                <a:ext cx="1368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98" name="Ink 198">
                <a:extLst>
                  <a:ext uri="{FF2B5EF4-FFF2-40B4-BE49-F238E27FC236}">
                    <a16:creationId xmlns:a16="http://schemas.microsoft.com/office/drawing/2014/main" id="{00E2D081-9509-3040-844D-79217CF3C1F6}"/>
                  </a:ext>
                </a:extLst>
              </p14:cNvPr>
              <p14:cNvContentPartPr/>
              <p14:nvPr/>
            </p14:nvContentPartPr>
            <p14:xfrm>
              <a:off x="6166751" y="3660711"/>
              <a:ext cx="343080" cy="267480"/>
            </p14:xfrm>
          </p:contentPart>
        </mc:Choice>
        <mc:Fallback xmlns="">
          <p:pic>
            <p:nvPicPr>
              <p:cNvPr id="198" name="Ink 198">
                <a:extLst>
                  <a:ext uri="{FF2B5EF4-FFF2-40B4-BE49-F238E27FC236}">
                    <a16:creationId xmlns:a16="http://schemas.microsoft.com/office/drawing/2014/main" id="{00E2D081-9509-3040-844D-79217CF3C1F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51615" y="3645591"/>
                <a:ext cx="373712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06" name="Ink 207">
                <a:extLst>
                  <a:ext uri="{FF2B5EF4-FFF2-40B4-BE49-F238E27FC236}">
                    <a16:creationId xmlns:a16="http://schemas.microsoft.com/office/drawing/2014/main" id="{00D9B28C-5097-7941-927C-2E1C2723F3C1}"/>
                  </a:ext>
                </a:extLst>
              </p14:cNvPr>
              <p14:cNvContentPartPr/>
              <p14:nvPr/>
            </p14:nvContentPartPr>
            <p14:xfrm>
              <a:off x="7306151" y="3734871"/>
              <a:ext cx="305280" cy="143640"/>
            </p14:xfrm>
          </p:contentPart>
        </mc:Choice>
        <mc:Fallback xmlns="">
          <p:pic>
            <p:nvPicPr>
              <p:cNvPr id="206" name="Ink 207">
                <a:extLst>
                  <a:ext uri="{FF2B5EF4-FFF2-40B4-BE49-F238E27FC236}">
                    <a16:creationId xmlns:a16="http://schemas.microsoft.com/office/drawing/2014/main" id="{00D9B28C-5097-7941-927C-2E1C2723F3C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290671" y="3719751"/>
                <a:ext cx="3358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07" name="Ink 208">
                <a:extLst>
                  <a:ext uri="{FF2B5EF4-FFF2-40B4-BE49-F238E27FC236}">
                    <a16:creationId xmlns:a16="http://schemas.microsoft.com/office/drawing/2014/main" id="{DBCFD128-00A0-CC4E-A398-156FCEF91B57}"/>
                  </a:ext>
                </a:extLst>
              </p14:cNvPr>
              <p14:cNvContentPartPr/>
              <p14:nvPr/>
            </p14:nvContentPartPr>
            <p14:xfrm>
              <a:off x="6764351" y="3697431"/>
              <a:ext cx="455040" cy="205920"/>
            </p14:xfrm>
          </p:contentPart>
        </mc:Choice>
        <mc:Fallback xmlns="">
          <p:pic>
            <p:nvPicPr>
              <p:cNvPr id="207" name="Ink 208">
                <a:extLst>
                  <a:ext uri="{FF2B5EF4-FFF2-40B4-BE49-F238E27FC236}">
                    <a16:creationId xmlns:a16="http://schemas.microsoft.com/office/drawing/2014/main" id="{DBCFD128-00A0-CC4E-A398-156FCEF91B5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749219" y="3682311"/>
                <a:ext cx="485664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4A39A5FD-EB8C-2E44-A403-62352B4F8BA1}"/>
                  </a:ext>
                </a:extLst>
              </p14:cNvPr>
              <p14:cNvContentPartPr/>
              <p14:nvPr/>
            </p14:nvContentPartPr>
            <p14:xfrm>
              <a:off x="3608231" y="4737111"/>
              <a:ext cx="112320" cy="129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4A39A5FD-EB8C-2E44-A403-62352B4F8BA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592751" y="4721991"/>
                <a:ext cx="142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B5B813D-96BC-D643-908E-1A7859CE5CCA}"/>
                  </a:ext>
                </a:extLst>
              </p14:cNvPr>
              <p14:cNvContentPartPr/>
              <p14:nvPr/>
            </p14:nvContentPartPr>
            <p14:xfrm>
              <a:off x="3608231" y="4830711"/>
              <a:ext cx="106200" cy="129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B5B813D-96BC-D643-908E-1A7859CE5CC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592751" y="4815231"/>
                <a:ext cx="136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29" name="Ink 229">
                <a:extLst>
                  <a:ext uri="{FF2B5EF4-FFF2-40B4-BE49-F238E27FC236}">
                    <a16:creationId xmlns:a16="http://schemas.microsoft.com/office/drawing/2014/main" id="{B1673512-B298-F744-9E2E-09C7671BD389}"/>
                  </a:ext>
                </a:extLst>
              </p14:cNvPr>
              <p14:cNvContentPartPr/>
              <p14:nvPr/>
            </p14:nvContentPartPr>
            <p14:xfrm>
              <a:off x="3175151" y="4098831"/>
              <a:ext cx="1423080" cy="464400"/>
            </p14:xfrm>
          </p:contentPart>
        </mc:Choice>
        <mc:Fallback xmlns="">
          <p:pic>
            <p:nvPicPr>
              <p:cNvPr id="229" name="Ink 229">
                <a:extLst>
                  <a:ext uri="{FF2B5EF4-FFF2-40B4-BE49-F238E27FC236}">
                    <a16:creationId xmlns:a16="http://schemas.microsoft.com/office/drawing/2014/main" id="{B1673512-B298-F744-9E2E-09C7671BD38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159671" y="4083351"/>
                <a:ext cx="145368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38" name="Ink 239">
                <a:extLst>
                  <a:ext uri="{FF2B5EF4-FFF2-40B4-BE49-F238E27FC236}">
                    <a16:creationId xmlns:a16="http://schemas.microsoft.com/office/drawing/2014/main" id="{E693C349-DA47-9144-BFF2-29CE4CB922D0}"/>
                  </a:ext>
                </a:extLst>
              </p14:cNvPr>
              <p14:cNvContentPartPr/>
              <p14:nvPr/>
            </p14:nvContentPartPr>
            <p14:xfrm>
              <a:off x="3900551" y="4643871"/>
              <a:ext cx="100080" cy="236880"/>
            </p14:xfrm>
          </p:contentPart>
        </mc:Choice>
        <mc:Fallback xmlns="">
          <p:pic>
            <p:nvPicPr>
              <p:cNvPr id="238" name="Ink 239">
                <a:extLst>
                  <a:ext uri="{FF2B5EF4-FFF2-40B4-BE49-F238E27FC236}">
                    <a16:creationId xmlns:a16="http://schemas.microsoft.com/office/drawing/2014/main" id="{E693C349-DA47-9144-BFF2-29CE4CB922D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885431" y="4628391"/>
                <a:ext cx="1303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45" name="Ink 246">
                <a:extLst>
                  <a:ext uri="{FF2B5EF4-FFF2-40B4-BE49-F238E27FC236}">
                    <a16:creationId xmlns:a16="http://schemas.microsoft.com/office/drawing/2014/main" id="{CB50D8B2-70E3-4840-AFD2-B17F88C92299}"/>
                  </a:ext>
                </a:extLst>
              </p14:cNvPr>
              <p14:cNvContentPartPr/>
              <p14:nvPr/>
            </p14:nvContentPartPr>
            <p14:xfrm>
              <a:off x="4698311" y="4662591"/>
              <a:ext cx="360360" cy="187200"/>
            </p14:xfrm>
          </p:contentPart>
        </mc:Choice>
        <mc:Fallback xmlns="">
          <p:pic>
            <p:nvPicPr>
              <p:cNvPr id="245" name="Ink 246">
                <a:extLst>
                  <a:ext uri="{FF2B5EF4-FFF2-40B4-BE49-F238E27FC236}">
                    <a16:creationId xmlns:a16="http://schemas.microsoft.com/office/drawing/2014/main" id="{CB50D8B2-70E3-4840-AFD2-B17F88C9229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683206" y="4647111"/>
                <a:ext cx="390929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46" name="Ink 247">
                <a:extLst>
                  <a:ext uri="{FF2B5EF4-FFF2-40B4-BE49-F238E27FC236}">
                    <a16:creationId xmlns:a16="http://schemas.microsoft.com/office/drawing/2014/main" id="{9758DCB3-908D-5F41-A00E-B642F0435E8B}"/>
                  </a:ext>
                </a:extLst>
              </p14:cNvPr>
              <p14:cNvContentPartPr/>
              <p14:nvPr/>
            </p14:nvContentPartPr>
            <p14:xfrm>
              <a:off x="4087391" y="4643871"/>
              <a:ext cx="542160" cy="199440"/>
            </p14:xfrm>
          </p:contentPart>
        </mc:Choice>
        <mc:Fallback xmlns="">
          <p:pic>
            <p:nvPicPr>
              <p:cNvPr id="246" name="Ink 247">
                <a:extLst>
                  <a:ext uri="{FF2B5EF4-FFF2-40B4-BE49-F238E27FC236}">
                    <a16:creationId xmlns:a16="http://schemas.microsoft.com/office/drawing/2014/main" id="{9758DCB3-908D-5F41-A00E-B642F0435E8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072261" y="4628391"/>
                <a:ext cx="5727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68" name="Ink 272">
                <a:extLst>
                  <a:ext uri="{FF2B5EF4-FFF2-40B4-BE49-F238E27FC236}">
                    <a16:creationId xmlns:a16="http://schemas.microsoft.com/office/drawing/2014/main" id="{B7DC9D88-CEBC-9A41-9573-80D6160BD3C4}"/>
                  </a:ext>
                </a:extLst>
              </p14:cNvPr>
              <p14:cNvContentPartPr/>
              <p14:nvPr/>
            </p14:nvContentPartPr>
            <p14:xfrm>
              <a:off x="6172871" y="4407351"/>
              <a:ext cx="592200" cy="192960"/>
            </p14:xfrm>
          </p:contentPart>
        </mc:Choice>
        <mc:Fallback xmlns="">
          <p:pic>
            <p:nvPicPr>
              <p:cNvPr id="268" name="Ink 272">
                <a:extLst>
                  <a:ext uri="{FF2B5EF4-FFF2-40B4-BE49-F238E27FC236}">
                    <a16:creationId xmlns:a16="http://schemas.microsoft.com/office/drawing/2014/main" id="{B7DC9D88-CEBC-9A41-9573-80D6160BD3C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157742" y="4391900"/>
                <a:ext cx="622819" cy="223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69" name="Ink 273">
                <a:extLst>
                  <a:ext uri="{FF2B5EF4-FFF2-40B4-BE49-F238E27FC236}">
                    <a16:creationId xmlns:a16="http://schemas.microsoft.com/office/drawing/2014/main" id="{AC589B9F-877B-C94C-8033-FE390B4F8B80}"/>
                  </a:ext>
                </a:extLst>
              </p14:cNvPr>
              <p14:cNvContentPartPr/>
              <p14:nvPr/>
            </p14:nvContentPartPr>
            <p14:xfrm>
              <a:off x="5911511" y="4400871"/>
              <a:ext cx="155160" cy="187200"/>
            </p14:xfrm>
          </p:contentPart>
        </mc:Choice>
        <mc:Fallback xmlns="">
          <p:pic>
            <p:nvPicPr>
              <p:cNvPr id="269" name="Ink 273">
                <a:extLst>
                  <a:ext uri="{FF2B5EF4-FFF2-40B4-BE49-F238E27FC236}">
                    <a16:creationId xmlns:a16="http://schemas.microsoft.com/office/drawing/2014/main" id="{AC589B9F-877B-C94C-8033-FE390B4F8B8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896391" y="4385751"/>
                <a:ext cx="1857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70" name="Ink 274">
                <a:extLst>
                  <a:ext uri="{FF2B5EF4-FFF2-40B4-BE49-F238E27FC236}">
                    <a16:creationId xmlns:a16="http://schemas.microsoft.com/office/drawing/2014/main" id="{6D1BCE39-2A55-DF4D-B2DE-6EF3832B43A9}"/>
                  </a:ext>
                </a:extLst>
              </p14:cNvPr>
              <p14:cNvContentPartPr/>
              <p14:nvPr/>
            </p14:nvContentPartPr>
            <p14:xfrm>
              <a:off x="6739511" y="4108551"/>
              <a:ext cx="87480" cy="180720"/>
            </p14:xfrm>
          </p:contentPart>
        </mc:Choice>
        <mc:Fallback xmlns="">
          <p:pic>
            <p:nvPicPr>
              <p:cNvPr id="270" name="Ink 274">
                <a:extLst>
                  <a:ext uri="{FF2B5EF4-FFF2-40B4-BE49-F238E27FC236}">
                    <a16:creationId xmlns:a16="http://schemas.microsoft.com/office/drawing/2014/main" id="{6D1BCE39-2A55-DF4D-B2DE-6EF3832B43A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24391" y="4093071"/>
                <a:ext cx="1180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71" name="Ink 275">
                <a:extLst>
                  <a:ext uri="{FF2B5EF4-FFF2-40B4-BE49-F238E27FC236}">
                    <a16:creationId xmlns:a16="http://schemas.microsoft.com/office/drawing/2014/main" id="{73CAE1C9-F177-9F4B-AB8C-9B45E12AA824}"/>
                  </a:ext>
                </a:extLst>
              </p14:cNvPr>
              <p14:cNvContentPartPr/>
              <p14:nvPr/>
            </p14:nvContentPartPr>
            <p14:xfrm>
              <a:off x="5600111" y="4114671"/>
              <a:ext cx="1058760" cy="199440"/>
            </p14:xfrm>
          </p:contentPart>
        </mc:Choice>
        <mc:Fallback xmlns="">
          <p:pic>
            <p:nvPicPr>
              <p:cNvPr id="271" name="Ink 275">
                <a:extLst>
                  <a:ext uri="{FF2B5EF4-FFF2-40B4-BE49-F238E27FC236}">
                    <a16:creationId xmlns:a16="http://schemas.microsoft.com/office/drawing/2014/main" id="{73CAE1C9-F177-9F4B-AB8C-9B45E12AA82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584991" y="4099551"/>
                <a:ext cx="10893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72" name="Ink 276">
                <a:extLst>
                  <a:ext uri="{FF2B5EF4-FFF2-40B4-BE49-F238E27FC236}">
                    <a16:creationId xmlns:a16="http://schemas.microsoft.com/office/drawing/2014/main" id="{F31B7444-DB0F-E449-878F-34B56806BF8E}"/>
                  </a:ext>
                </a:extLst>
              </p14:cNvPr>
              <p14:cNvContentPartPr/>
              <p14:nvPr/>
            </p14:nvContentPartPr>
            <p14:xfrm>
              <a:off x="5413631" y="4089831"/>
              <a:ext cx="106200" cy="261720"/>
            </p14:xfrm>
          </p:contentPart>
        </mc:Choice>
        <mc:Fallback xmlns="">
          <p:pic>
            <p:nvPicPr>
              <p:cNvPr id="272" name="Ink 276">
                <a:extLst>
                  <a:ext uri="{FF2B5EF4-FFF2-40B4-BE49-F238E27FC236}">
                    <a16:creationId xmlns:a16="http://schemas.microsoft.com/office/drawing/2014/main" id="{F31B7444-DB0F-E449-878F-34B56806BF8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398151" y="4074351"/>
                <a:ext cx="1368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83" name="Ink 284">
                <a:extLst>
                  <a:ext uri="{FF2B5EF4-FFF2-40B4-BE49-F238E27FC236}">
                    <a16:creationId xmlns:a16="http://schemas.microsoft.com/office/drawing/2014/main" id="{70E24E09-64B7-2E41-A2A5-49CD5993459F}"/>
                  </a:ext>
                </a:extLst>
              </p14:cNvPr>
              <p14:cNvContentPartPr/>
              <p14:nvPr/>
            </p14:nvContentPartPr>
            <p14:xfrm>
              <a:off x="5905391" y="4749711"/>
              <a:ext cx="124560" cy="62640"/>
            </p14:xfrm>
          </p:contentPart>
        </mc:Choice>
        <mc:Fallback xmlns="">
          <p:pic>
            <p:nvPicPr>
              <p:cNvPr id="283" name="Ink 284">
                <a:extLst>
                  <a:ext uri="{FF2B5EF4-FFF2-40B4-BE49-F238E27FC236}">
                    <a16:creationId xmlns:a16="http://schemas.microsoft.com/office/drawing/2014/main" id="{70E24E09-64B7-2E41-A2A5-49CD5993459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889956" y="4734231"/>
                <a:ext cx="155072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84" name="Ink 285">
                <a:extLst>
                  <a:ext uri="{FF2B5EF4-FFF2-40B4-BE49-F238E27FC236}">
                    <a16:creationId xmlns:a16="http://schemas.microsoft.com/office/drawing/2014/main" id="{1BD30646-A4FB-D24A-95FA-808308606ADE}"/>
                  </a:ext>
                </a:extLst>
              </p14:cNvPr>
              <p14:cNvContentPartPr/>
              <p14:nvPr/>
            </p14:nvContentPartPr>
            <p14:xfrm>
              <a:off x="6913751" y="4363791"/>
              <a:ext cx="367560" cy="218160"/>
            </p14:xfrm>
          </p:contentPart>
        </mc:Choice>
        <mc:Fallback xmlns="">
          <p:pic>
            <p:nvPicPr>
              <p:cNvPr id="284" name="Ink 285">
                <a:extLst>
                  <a:ext uri="{FF2B5EF4-FFF2-40B4-BE49-F238E27FC236}">
                    <a16:creationId xmlns:a16="http://schemas.microsoft.com/office/drawing/2014/main" id="{1BD30646-A4FB-D24A-95FA-808308606AD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898631" y="4348311"/>
                <a:ext cx="3981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89" name="Ink 289">
                <a:extLst>
                  <a:ext uri="{FF2B5EF4-FFF2-40B4-BE49-F238E27FC236}">
                    <a16:creationId xmlns:a16="http://schemas.microsoft.com/office/drawing/2014/main" id="{BD014F56-6496-B046-88C9-E68F1CFB40C3}"/>
                  </a:ext>
                </a:extLst>
              </p14:cNvPr>
              <p14:cNvContentPartPr/>
              <p14:nvPr/>
            </p14:nvContentPartPr>
            <p14:xfrm>
              <a:off x="6172871" y="4649991"/>
              <a:ext cx="155880" cy="205920"/>
            </p14:xfrm>
          </p:contentPart>
        </mc:Choice>
        <mc:Fallback xmlns="">
          <p:pic>
            <p:nvPicPr>
              <p:cNvPr id="289" name="Ink 289">
                <a:extLst>
                  <a:ext uri="{FF2B5EF4-FFF2-40B4-BE49-F238E27FC236}">
                    <a16:creationId xmlns:a16="http://schemas.microsoft.com/office/drawing/2014/main" id="{BD014F56-6496-B046-88C9-E68F1CFB40C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157751" y="4634871"/>
                <a:ext cx="1864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94" name="Ink 294">
                <a:extLst>
                  <a:ext uri="{FF2B5EF4-FFF2-40B4-BE49-F238E27FC236}">
                    <a16:creationId xmlns:a16="http://schemas.microsoft.com/office/drawing/2014/main" id="{03B43BAF-C5BB-3D41-98E6-2B06E9FB6199}"/>
                  </a:ext>
                </a:extLst>
              </p14:cNvPr>
              <p14:cNvContentPartPr/>
              <p14:nvPr/>
            </p14:nvContentPartPr>
            <p14:xfrm>
              <a:off x="6415871" y="4681311"/>
              <a:ext cx="317880" cy="174600"/>
            </p14:xfrm>
          </p:contentPart>
        </mc:Choice>
        <mc:Fallback xmlns="">
          <p:pic>
            <p:nvPicPr>
              <p:cNvPr id="294" name="Ink 294">
                <a:extLst>
                  <a:ext uri="{FF2B5EF4-FFF2-40B4-BE49-F238E27FC236}">
                    <a16:creationId xmlns:a16="http://schemas.microsoft.com/office/drawing/2014/main" id="{03B43BAF-C5BB-3D41-98E6-2B06E9FB619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400391" y="4665831"/>
                <a:ext cx="3484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301" name="Ink 301">
                <a:extLst>
                  <a:ext uri="{FF2B5EF4-FFF2-40B4-BE49-F238E27FC236}">
                    <a16:creationId xmlns:a16="http://schemas.microsoft.com/office/drawing/2014/main" id="{156C53F0-A8FA-BE4B-BE14-F5DCFE2D7D16}"/>
                  </a:ext>
                </a:extLst>
              </p14:cNvPr>
              <p14:cNvContentPartPr/>
              <p14:nvPr/>
            </p14:nvContentPartPr>
            <p14:xfrm>
              <a:off x="6801791" y="4706151"/>
              <a:ext cx="473400" cy="180720"/>
            </p14:xfrm>
          </p:contentPart>
        </mc:Choice>
        <mc:Fallback xmlns="">
          <p:pic>
            <p:nvPicPr>
              <p:cNvPr id="301" name="Ink 301">
                <a:extLst>
                  <a:ext uri="{FF2B5EF4-FFF2-40B4-BE49-F238E27FC236}">
                    <a16:creationId xmlns:a16="http://schemas.microsoft.com/office/drawing/2014/main" id="{156C53F0-A8FA-BE4B-BE14-F5DCFE2D7D1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786671" y="4690671"/>
                <a:ext cx="5040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05" name="Ink 305">
                <a:extLst>
                  <a:ext uri="{FF2B5EF4-FFF2-40B4-BE49-F238E27FC236}">
                    <a16:creationId xmlns:a16="http://schemas.microsoft.com/office/drawing/2014/main" id="{BCE55C02-B298-C849-97D7-1903BF4B2B11}"/>
                  </a:ext>
                </a:extLst>
              </p14:cNvPr>
              <p14:cNvContentPartPr/>
              <p14:nvPr/>
            </p14:nvContentPartPr>
            <p14:xfrm>
              <a:off x="7399391" y="4681311"/>
              <a:ext cx="242280" cy="205920"/>
            </p14:xfrm>
          </p:contentPart>
        </mc:Choice>
        <mc:Fallback xmlns="">
          <p:pic>
            <p:nvPicPr>
              <p:cNvPr id="305" name="Ink 305">
                <a:extLst>
                  <a:ext uri="{FF2B5EF4-FFF2-40B4-BE49-F238E27FC236}">
                    <a16:creationId xmlns:a16="http://schemas.microsoft.com/office/drawing/2014/main" id="{BCE55C02-B298-C849-97D7-1903BF4B2B1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384293" y="4665831"/>
                <a:ext cx="272475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309" name="Ink 309">
                <a:extLst>
                  <a:ext uri="{FF2B5EF4-FFF2-40B4-BE49-F238E27FC236}">
                    <a16:creationId xmlns:a16="http://schemas.microsoft.com/office/drawing/2014/main" id="{15B1B05B-5C35-4545-9D40-E39CA1AD8F89}"/>
                  </a:ext>
                </a:extLst>
              </p14:cNvPr>
              <p14:cNvContentPartPr/>
              <p14:nvPr/>
            </p14:nvContentPartPr>
            <p14:xfrm>
              <a:off x="3153551" y="4942671"/>
              <a:ext cx="106200" cy="280440"/>
            </p14:xfrm>
          </p:contentPart>
        </mc:Choice>
        <mc:Fallback xmlns="">
          <p:pic>
            <p:nvPicPr>
              <p:cNvPr id="309" name="Ink 309">
                <a:extLst>
                  <a:ext uri="{FF2B5EF4-FFF2-40B4-BE49-F238E27FC236}">
                    <a16:creationId xmlns:a16="http://schemas.microsoft.com/office/drawing/2014/main" id="{15B1B05B-5C35-4545-9D40-E39CA1AD8F89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138431" y="4927191"/>
                <a:ext cx="1368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14" name="Ink 314">
                <a:extLst>
                  <a:ext uri="{FF2B5EF4-FFF2-40B4-BE49-F238E27FC236}">
                    <a16:creationId xmlns:a16="http://schemas.microsoft.com/office/drawing/2014/main" id="{6EA32D55-4B37-3E4C-8D79-A4C42E80A6DB}"/>
                  </a:ext>
                </a:extLst>
              </p14:cNvPr>
              <p14:cNvContentPartPr/>
              <p14:nvPr/>
            </p14:nvContentPartPr>
            <p14:xfrm>
              <a:off x="3377831" y="5011071"/>
              <a:ext cx="280440" cy="192600"/>
            </p14:xfrm>
          </p:contentPart>
        </mc:Choice>
        <mc:Fallback xmlns="">
          <p:pic>
            <p:nvPicPr>
              <p:cNvPr id="314" name="Ink 314">
                <a:extLst>
                  <a:ext uri="{FF2B5EF4-FFF2-40B4-BE49-F238E27FC236}">
                    <a16:creationId xmlns:a16="http://schemas.microsoft.com/office/drawing/2014/main" id="{6EA32D55-4B37-3E4C-8D79-A4C42E80A6D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362351" y="4995951"/>
                <a:ext cx="3110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B3FA3CBF-1F14-3043-B02B-B9766B7D86EE}"/>
                  </a:ext>
                </a:extLst>
              </p14:cNvPr>
              <p14:cNvContentPartPr/>
              <p14:nvPr/>
            </p14:nvContentPartPr>
            <p14:xfrm>
              <a:off x="3371711" y="5664831"/>
              <a:ext cx="100080" cy="648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B3FA3CBF-1F14-3043-B02B-B9766B7D86E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356231" y="5649351"/>
                <a:ext cx="13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2581AC6B-CBA7-AF40-9996-B92BEA63E510}"/>
                  </a:ext>
                </a:extLst>
              </p14:cNvPr>
              <p14:cNvContentPartPr/>
              <p14:nvPr/>
            </p14:nvContentPartPr>
            <p14:xfrm>
              <a:off x="3383951" y="5739351"/>
              <a:ext cx="131040" cy="190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2581AC6B-CBA7-AF40-9996-B92BEA63E51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368831" y="5724231"/>
                <a:ext cx="161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331" name="Ink 331">
                <a:extLst>
                  <a:ext uri="{FF2B5EF4-FFF2-40B4-BE49-F238E27FC236}">
                    <a16:creationId xmlns:a16="http://schemas.microsoft.com/office/drawing/2014/main" id="{C7870839-89D0-4740-BB25-E4C888C197C3}"/>
                  </a:ext>
                </a:extLst>
              </p14:cNvPr>
              <p14:cNvContentPartPr/>
              <p14:nvPr/>
            </p14:nvContentPartPr>
            <p14:xfrm>
              <a:off x="3732791" y="4980111"/>
              <a:ext cx="765720" cy="489960"/>
            </p14:xfrm>
          </p:contentPart>
        </mc:Choice>
        <mc:Fallback xmlns="">
          <p:pic>
            <p:nvPicPr>
              <p:cNvPr id="331" name="Ink 331">
                <a:extLst>
                  <a:ext uri="{FF2B5EF4-FFF2-40B4-BE49-F238E27FC236}">
                    <a16:creationId xmlns:a16="http://schemas.microsoft.com/office/drawing/2014/main" id="{C7870839-89D0-4740-BB25-E4C888C197C3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717318" y="4964631"/>
                <a:ext cx="796306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EB538DA6-DF48-2643-A6FF-8CBCE252D348}"/>
                  </a:ext>
                </a:extLst>
              </p14:cNvPr>
              <p14:cNvContentPartPr/>
              <p14:nvPr/>
            </p14:nvContentPartPr>
            <p14:xfrm>
              <a:off x="4871831" y="5565111"/>
              <a:ext cx="124920" cy="19944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EB538DA6-DF48-2643-A6FF-8CBCE252D34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856711" y="5549991"/>
                <a:ext cx="1555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42" name="Ink 345">
                <a:extLst>
                  <a:ext uri="{FF2B5EF4-FFF2-40B4-BE49-F238E27FC236}">
                    <a16:creationId xmlns:a16="http://schemas.microsoft.com/office/drawing/2014/main" id="{DE200B13-63D5-0449-A9A0-E31476B9EA33}"/>
                  </a:ext>
                </a:extLst>
              </p14:cNvPr>
              <p14:cNvContentPartPr/>
              <p14:nvPr/>
            </p14:nvContentPartPr>
            <p14:xfrm>
              <a:off x="4548191" y="5602551"/>
              <a:ext cx="212040" cy="143640"/>
            </p14:xfrm>
          </p:contentPart>
        </mc:Choice>
        <mc:Fallback xmlns="">
          <p:pic>
            <p:nvPicPr>
              <p:cNvPr id="342" name="Ink 345">
                <a:extLst>
                  <a:ext uri="{FF2B5EF4-FFF2-40B4-BE49-F238E27FC236}">
                    <a16:creationId xmlns:a16="http://schemas.microsoft.com/office/drawing/2014/main" id="{DE200B13-63D5-0449-A9A0-E31476B9EA3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533071" y="5587431"/>
                <a:ext cx="2426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343" name="Ink 346">
                <a:extLst>
                  <a:ext uri="{FF2B5EF4-FFF2-40B4-BE49-F238E27FC236}">
                    <a16:creationId xmlns:a16="http://schemas.microsoft.com/office/drawing/2014/main" id="{4A315B96-47F1-8A41-A97D-86E9C59DB8E5}"/>
                  </a:ext>
                </a:extLst>
              </p14:cNvPr>
              <p14:cNvContentPartPr/>
              <p14:nvPr/>
            </p14:nvContentPartPr>
            <p14:xfrm>
              <a:off x="4199711" y="5583831"/>
              <a:ext cx="212040" cy="199800"/>
            </p14:xfrm>
          </p:contentPart>
        </mc:Choice>
        <mc:Fallback xmlns="">
          <p:pic>
            <p:nvPicPr>
              <p:cNvPr id="343" name="Ink 346">
                <a:extLst>
                  <a:ext uri="{FF2B5EF4-FFF2-40B4-BE49-F238E27FC236}">
                    <a16:creationId xmlns:a16="http://schemas.microsoft.com/office/drawing/2014/main" id="{4A315B96-47F1-8A41-A97D-86E9C59DB8E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184231" y="5568684"/>
                <a:ext cx="242640" cy="230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344" name="Ink 347">
                <a:extLst>
                  <a:ext uri="{FF2B5EF4-FFF2-40B4-BE49-F238E27FC236}">
                    <a16:creationId xmlns:a16="http://schemas.microsoft.com/office/drawing/2014/main" id="{EA75C5E9-6C23-6742-9A16-265841CCA8D2}"/>
                  </a:ext>
                </a:extLst>
              </p14:cNvPr>
              <p14:cNvContentPartPr/>
              <p14:nvPr/>
            </p14:nvContentPartPr>
            <p14:xfrm>
              <a:off x="3888311" y="5614791"/>
              <a:ext cx="242280" cy="162360"/>
            </p14:xfrm>
          </p:contentPart>
        </mc:Choice>
        <mc:Fallback xmlns="">
          <p:pic>
            <p:nvPicPr>
              <p:cNvPr id="344" name="Ink 347">
                <a:extLst>
                  <a:ext uri="{FF2B5EF4-FFF2-40B4-BE49-F238E27FC236}">
                    <a16:creationId xmlns:a16="http://schemas.microsoft.com/office/drawing/2014/main" id="{EA75C5E9-6C23-6742-9A16-265841CCA8D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873213" y="5599671"/>
                <a:ext cx="272475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45" name="Ink 348">
                <a:extLst>
                  <a:ext uri="{FF2B5EF4-FFF2-40B4-BE49-F238E27FC236}">
                    <a16:creationId xmlns:a16="http://schemas.microsoft.com/office/drawing/2014/main" id="{EDA0847C-14D1-504D-8D91-B84ECF7F105C}"/>
                  </a:ext>
                </a:extLst>
              </p14:cNvPr>
              <p14:cNvContentPartPr/>
              <p14:nvPr/>
            </p14:nvContentPartPr>
            <p14:xfrm>
              <a:off x="3682751" y="5540991"/>
              <a:ext cx="100080" cy="248760"/>
            </p14:xfrm>
          </p:contentPart>
        </mc:Choice>
        <mc:Fallback xmlns="">
          <p:pic>
            <p:nvPicPr>
              <p:cNvPr id="345" name="Ink 348">
                <a:extLst>
                  <a:ext uri="{FF2B5EF4-FFF2-40B4-BE49-F238E27FC236}">
                    <a16:creationId xmlns:a16="http://schemas.microsoft.com/office/drawing/2014/main" id="{EDA0847C-14D1-504D-8D91-B84ECF7F105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667631" y="5525871"/>
                <a:ext cx="1303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56" name="Ink 357">
                <a:extLst>
                  <a:ext uri="{FF2B5EF4-FFF2-40B4-BE49-F238E27FC236}">
                    <a16:creationId xmlns:a16="http://schemas.microsoft.com/office/drawing/2014/main" id="{6BD83A0F-4EAD-964F-B0EF-CC09B831A04E}"/>
                  </a:ext>
                </a:extLst>
              </p14:cNvPr>
              <p14:cNvContentPartPr/>
              <p14:nvPr/>
            </p14:nvContentPartPr>
            <p14:xfrm>
              <a:off x="5394911" y="4992351"/>
              <a:ext cx="99360" cy="255600"/>
            </p14:xfrm>
          </p:contentPart>
        </mc:Choice>
        <mc:Fallback xmlns="">
          <p:pic>
            <p:nvPicPr>
              <p:cNvPr id="356" name="Ink 357">
                <a:extLst>
                  <a:ext uri="{FF2B5EF4-FFF2-40B4-BE49-F238E27FC236}">
                    <a16:creationId xmlns:a16="http://schemas.microsoft.com/office/drawing/2014/main" id="{6BD83A0F-4EAD-964F-B0EF-CC09B831A04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379431" y="4977231"/>
                <a:ext cx="1296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66" name="Ink 367">
                <a:extLst>
                  <a:ext uri="{FF2B5EF4-FFF2-40B4-BE49-F238E27FC236}">
                    <a16:creationId xmlns:a16="http://schemas.microsoft.com/office/drawing/2014/main" id="{32789D45-0358-8F47-A1E2-CE68C62C57F1}"/>
                  </a:ext>
                </a:extLst>
              </p14:cNvPr>
              <p14:cNvContentPartPr/>
              <p14:nvPr/>
            </p14:nvContentPartPr>
            <p14:xfrm>
              <a:off x="6291311" y="5017191"/>
              <a:ext cx="491760" cy="180720"/>
            </p14:xfrm>
          </p:contentPart>
        </mc:Choice>
        <mc:Fallback xmlns="">
          <p:pic>
            <p:nvPicPr>
              <p:cNvPr id="366" name="Ink 367">
                <a:extLst>
                  <a:ext uri="{FF2B5EF4-FFF2-40B4-BE49-F238E27FC236}">
                    <a16:creationId xmlns:a16="http://schemas.microsoft.com/office/drawing/2014/main" id="{32789D45-0358-8F47-A1E2-CE68C62C57F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276180" y="5002071"/>
                <a:ext cx="522382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367" name="Ink 368">
                <a:extLst>
                  <a:ext uri="{FF2B5EF4-FFF2-40B4-BE49-F238E27FC236}">
                    <a16:creationId xmlns:a16="http://schemas.microsoft.com/office/drawing/2014/main" id="{FB4EFF52-7F07-7D44-9747-4706A7140258}"/>
                  </a:ext>
                </a:extLst>
              </p14:cNvPr>
              <p14:cNvContentPartPr/>
              <p14:nvPr/>
            </p14:nvContentPartPr>
            <p14:xfrm>
              <a:off x="5625311" y="5023671"/>
              <a:ext cx="597960" cy="205920"/>
            </p14:xfrm>
          </p:contentPart>
        </mc:Choice>
        <mc:Fallback xmlns="">
          <p:pic>
            <p:nvPicPr>
              <p:cNvPr id="367" name="Ink 368">
                <a:extLst>
                  <a:ext uri="{FF2B5EF4-FFF2-40B4-BE49-F238E27FC236}">
                    <a16:creationId xmlns:a16="http://schemas.microsoft.com/office/drawing/2014/main" id="{FB4EFF52-7F07-7D44-9747-4706A714025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609831" y="5008191"/>
                <a:ext cx="6285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3DA1B677-755C-8A40-8503-DD135BDF7AF1}"/>
                  </a:ext>
                </a:extLst>
              </p14:cNvPr>
              <p14:cNvContentPartPr/>
              <p14:nvPr/>
            </p14:nvContentPartPr>
            <p14:xfrm>
              <a:off x="5755991" y="5353431"/>
              <a:ext cx="124920" cy="648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3DA1B677-755C-8A40-8503-DD135BDF7AF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740511" y="5338311"/>
                <a:ext cx="1555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8269166F-4943-9143-8782-FDFEF416A8D1}"/>
                  </a:ext>
                </a:extLst>
              </p14:cNvPr>
              <p14:cNvContentPartPr/>
              <p14:nvPr/>
            </p14:nvContentPartPr>
            <p14:xfrm>
              <a:off x="5836991" y="5285031"/>
              <a:ext cx="25200" cy="16236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8269166F-4943-9143-8782-FDFEF416A8D1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821511" y="5269911"/>
                <a:ext cx="558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075D5C8F-7158-794C-B2DE-0B0FB35D7425}"/>
                  </a:ext>
                </a:extLst>
              </p14:cNvPr>
              <p14:cNvContentPartPr/>
              <p14:nvPr/>
            </p14:nvContentPartPr>
            <p14:xfrm>
              <a:off x="6017351" y="5291151"/>
              <a:ext cx="100080" cy="13716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075D5C8F-7158-794C-B2DE-0B0FB35D742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002231" y="5276031"/>
                <a:ext cx="1303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A06DE0D1-0F38-BA4A-BA7E-D56C49F3842B}"/>
                  </a:ext>
                </a:extLst>
              </p14:cNvPr>
              <p14:cNvContentPartPr/>
              <p14:nvPr/>
            </p14:nvContentPartPr>
            <p14:xfrm>
              <a:off x="6048671" y="5253711"/>
              <a:ext cx="19080" cy="2181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A06DE0D1-0F38-BA4A-BA7E-D56C49F3842B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033191" y="5238591"/>
                <a:ext cx="496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C5CF6E9F-D874-7F4E-AB60-14D9A0B57663}"/>
                  </a:ext>
                </a:extLst>
              </p14:cNvPr>
              <p14:cNvContentPartPr/>
              <p14:nvPr/>
            </p14:nvContentPartPr>
            <p14:xfrm>
              <a:off x="6229031" y="5322471"/>
              <a:ext cx="100080" cy="10620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C5CF6E9F-D874-7F4E-AB60-14D9A0B5766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213911" y="5306991"/>
                <a:ext cx="1303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B3150E6E-EDB8-784D-B42E-7195C38E5B89}"/>
                  </a:ext>
                </a:extLst>
              </p14:cNvPr>
              <p14:cNvContentPartPr/>
              <p14:nvPr/>
            </p14:nvContentPartPr>
            <p14:xfrm>
              <a:off x="6391031" y="5297631"/>
              <a:ext cx="106200" cy="14364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B3150E6E-EDB8-784D-B42E-7195C38E5B89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375551" y="5282151"/>
                <a:ext cx="1368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2BD3FD6D-1E58-874C-BEE4-2D379B5B8EA9}"/>
                  </a:ext>
                </a:extLst>
              </p14:cNvPr>
              <p14:cNvContentPartPr/>
              <p14:nvPr/>
            </p14:nvContentPartPr>
            <p14:xfrm>
              <a:off x="6540431" y="5303751"/>
              <a:ext cx="97200" cy="10620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2BD3FD6D-1E58-874C-BEE4-2D379B5B8EA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524951" y="5288271"/>
                <a:ext cx="1278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687B3FBE-EAAD-BE42-99C4-ED4493A23C4D}"/>
                  </a:ext>
                </a:extLst>
              </p14:cNvPr>
              <p14:cNvContentPartPr/>
              <p14:nvPr/>
            </p14:nvContentPartPr>
            <p14:xfrm>
              <a:off x="6689831" y="5291151"/>
              <a:ext cx="87480" cy="11232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687B3FBE-EAAD-BE42-99C4-ED4493A23C4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674351" y="5276031"/>
                <a:ext cx="1180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2DA7198F-95FF-934E-818F-176FAFBADF2B}"/>
                  </a:ext>
                </a:extLst>
              </p14:cNvPr>
              <p14:cNvContentPartPr/>
              <p14:nvPr/>
            </p14:nvContentPartPr>
            <p14:xfrm>
              <a:off x="6851471" y="5366031"/>
              <a:ext cx="25200" cy="36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2DA7198F-95FF-934E-818F-176FAFBADF2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836351" y="5350551"/>
                <a:ext cx="558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4C48397D-660C-B04C-8A5A-24B21B3EDC89}"/>
                  </a:ext>
                </a:extLst>
              </p14:cNvPr>
              <p14:cNvContentPartPr/>
              <p14:nvPr/>
            </p14:nvContentPartPr>
            <p14:xfrm>
              <a:off x="6895031" y="5285031"/>
              <a:ext cx="106200" cy="13716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4C48397D-660C-B04C-8A5A-24B21B3EDC8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879911" y="5269911"/>
                <a:ext cx="1368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CA68AEC6-B837-E44B-82E0-265DA1694E10}"/>
                  </a:ext>
                </a:extLst>
              </p14:cNvPr>
              <p14:cNvContentPartPr/>
              <p14:nvPr/>
            </p14:nvContentPartPr>
            <p14:xfrm>
              <a:off x="7087991" y="5272431"/>
              <a:ext cx="208440" cy="11232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CA68AEC6-B837-E44B-82E0-265DA1694E1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72871" y="5257311"/>
                <a:ext cx="2390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391" name="Ink 392">
                <a:extLst>
                  <a:ext uri="{FF2B5EF4-FFF2-40B4-BE49-F238E27FC236}">
                    <a16:creationId xmlns:a16="http://schemas.microsoft.com/office/drawing/2014/main" id="{EFFFD1E9-41D5-3F44-9F73-96005F08A9CC}"/>
                  </a:ext>
                </a:extLst>
              </p14:cNvPr>
              <p14:cNvContentPartPr/>
              <p14:nvPr/>
            </p14:nvContentPartPr>
            <p14:xfrm>
              <a:off x="5936351" y="5565111"/>
              <a:ext cx="155880" cy="305280"/>
            </p14:xfrm>
          </p:contentPart>
        </mc:Choice>
        <mc:Fallback xmlns="">
          <p:pic>
            <p:nvPicPr>
              <p:cNvPr id="391" name="Ink 392">
                <a:extLst>
                  <a:ext uri="{FF2B5EF4-FFF2-40B4-BE49-F238E27FC236}">
                    <a16:creationId xmlns:a16="http://schemas.microsoft.com/office/drawing/2014/main" id="{EFFFD1E9-41D5-3F44-9F73-96005F08A9CC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921231" y="5549991"/>
                <a:ext cx="1864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392" name="Ink 393">
                <a:extLst>
                  <a:ext uri="{FF2B5EF4-FFF2-40B4-BE49-F238E27FC236}">
                    <a16:creationId xmlns:a16="http://schemas.microsoft.com/office/drawing/2014/main" id="{7A8EBE2C-1C7B-2B4F-AA73-040900B0D5BA}"/>
                  </a:ext>
                </a:extLst>
              </p14:cNvPr>
              <p14:cNvContentPartPr/>
              <p14:nvPr/>
            </p14:nvContentPartPr>
            <p14:xfrm>
              <a:off x="5625311" y="5658711"/>
              <a:ext cx="162360" cy="118440"/>
            </p14:xfrm>
          </p:contentPart>
        </mc:Choice>
        <mc:Fallback xmlns="">
          <p:pic>
            <p:nvPicPr>
              <p:cNvPr id="392" name="Ink 393">
                <a:extLst>
                  <a:ext uri="{FF2B5EF4-FFF2-40B4-BE49-F238E27FC236}">
                    <a16:creationId xmlns:a16="http://schemas.microsoft.com/office/drawing/2014/main" id="{7A8EBE2C-1C7B-2B4F-AA73-040900B0D5BA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5609831" y="5643278"/>
                <a:ext cx="192600" cy="148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6374FAD7-AC0C-084C-AD48-173B10BDCD66}"/>
                  </a:ext>
                </a:extLst>
              </p14:cNvPr>
              <p14:cNvContentPartPr/>
              <p14:nvPr/>
            </p14:nvContentPartPr>
            <p14:xfrm>
              <a:off x="6278711" y="5553231"/>
              <a:ext cx="81360" cy="19260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6374FAD7-AC0C-084C-AD48-173B10BDCD6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263591" y="5538111"/>
                <a:ext cx="1119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A68B971A-BC07-E94F-8FD9-547551D902BC}"/>
                  </a:ext>
                </a:extLst>
              </p14:cNvPr>
              <p14:cNvContentPartPr/>
              <p14:nvPr/>
            </p14:nvContentPartPr>
            <p14:xfrm>
              <a:off x="6453311" y="5584551"/>
              <a:ext cx="68040" cy="11808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A68B971A-BC07-E94F-8FD9-547551D902BC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6437831" y="5569431"/>
                <a:ext cx="986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B82058AC-96F4-704C-B15E-934FC09CE450}"/>
                  </a:ext>
                </a:extLst>
              </p14:cNvPr>
              <p14:cNvContentPartPr/>
              <p14:nvPr/>
            </p14:nvContentPartPr>
            <p14:xfrm>
              <a:off x="6920231" y="5546391"/>
              <a:ext cx="75240" cy="14976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B82058AC-96F4-704C-B15E-934FC09CE45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904751" y="5531271"/>
                <a:ext cx="105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B804DCE0-3C5E-BC4D-80E1-0BAC820F2D65}"/>
                  </a:ext>
                </a:extLst>
              </p14:cNvPr>
              <p14:cNvContentPartPr/>
              <p14:nvPr/>
            </p14:nvContentPartPr>
            <p14:xfrm>
              <a:off x="7069631" y="5646111"/>
              <a:ext cx="6480" cy="1908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B804DCE0-3C5E-BC4D-80E1-0BAC820F2D65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054151" y="5630991"/>
                <a:ext cx="37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401" name="Ink 401">
                <a:extLst>
                  <a:ext uri="{FF2B5EF4-FFF2-40B4-BE49-F238E27FC236}">
                    <a16:creationId xmlns:a16="http://schemas.microsoft.com/office/drawing/2014/main" id="{E6C6257F-6DAB-AD4B-971F-91D3FA0D35B7}"/>
                  </a:ext>
                </a:extLst>
              </p14:cNvPr>
              <p14:cNvContentPartPr/>
              <p14:nvPr/>
            </p14:nvContentPartPr>
            <p14:xfrm>
              <a:off x="6596231" y="5546391"/>
              <a:ext cx="243360" cy="193680"/>
            </p14:xfrm>
          </p:contentPart>
        </mc:Choice>
        <mc:Fallback xmlns="">
          <p:pic>
            <p:nvPicPr>
              <p:cNvPr id="401" name="Ink 401">
                <a:extLst>
                  <a:ext uri="{FF2B5EF4-FFF2-40B4-BE49-F238E27FC236}">
                    <a16:creationId xmlns:a16="http://schemas.microsoft.com/office/drawing/2014/main" id="{E6C6257F-6DAB-AD4B-971F-91D3FA0D35B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581089" y="5531243"/>
                <a:ext cx="274005" cy="224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BB295D8C-8B45-584A-810B-D8C09C85C9D6}"/>
                  </a:ext>
                </a:extLst>
              </p14:cNvPr>
              <p14:cNvContentPartPr/>
              <p14:nvPr/>
            </p14:nvContentPartPr>
            <p14:xfrm>
              <a:off x="7231271" y="5521551"/>
              <a:ext cx="81360" cy="19332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BB295D8C-8B45-584A-810B-D8C09C85C9D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216151" y="5506431"/>
                <a:ext cx="111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406" name="Ink 406">
                <a:extLst>
                  <a:ext uri="{FF2B5EF4-FFF2-40B4-BE49-F238E27FC236}">
                    <a16:creationId xmlns:a16="http://schemas.microsoft.com/office/drawing/2014/main" id="{D02BB68B-A0CE-CE43-80BD-532BCC341FB9}"/>
                  </a:ext>
                </a:extLst>
              </p14:cNvPr>
              <p14:cNvContentPartPr/>
              <p14:nvPr/>
            </p14:nvContentPartPr>
            <p14:xfrm>
              <a:off x="7393271" y="5565111"/>
              <a:ext cx="187200" cy="155880"/>
            </p14:xfrm>
          </p:contentPart>
        </mc:Choice>
        <mc:Fallback xmlns="">
          <p:pic>
            <p:nvPicPr>
              <p:cNvPr id="406" name="Ink 406">
                <a:extLst>
                  <a:ext uri="{FF2B5EF4-FFF2-40B4-BE49-F238E27FC236}">
                    <a16:creationId xmlns:a16="http://schemas.microsoft.com/office/drawing/2014/main" id="{D02BB68B-A0CE-CE43-80BD-532BCC341FB9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377791" y="5549991"/>
                <a:ext cx="2178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1B950594-CB9C-BC42-9D44-28E0E512CE71}"/>
                  </a:ext>
                </a:extLst>
              </p14:cNvPr>
              <p14:cNvContentPartPr/>
              <p14:nvPr/>
            </p14:nvContentPartPr>
            <p14:xfrm>
              <a:off x="3371711" y="5870031"/>
              <a:ext cx="68760" cy="21204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1B950594-CB9C-BC42-9D44-28E0E512CE71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356231" y="5854911"/>
                <a:ext cx="99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57420414-70E3-0543-A184-35DE71694BE1}"/>
                  </a:ext>
                </a:extLst>
              </p14:cNvPr>
              <p14:cNvContentPartPr/>
              <p14:nvPr/>
            </p14:nvContentPartPr>
            <p14:xfrm>
              <a:off x="3533351" y="6405711"/>
              <a:ext cx="93600" cy="648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57420414-70E3-0543-A184-35DE71694BE1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518231" y="6390231"/>
                <a:ext cx="124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FB4E4396-E9C2-844B-868B-3E2662F86138}"/>
                  </a:ext>
                </a:extLst>
              </p14:cNvPr>
              <p14:cNvContentPartPr/>
              <p14:nvPr/>
            </p14:nvContentPartPr>
            <p14:xfrm>
              <a:off x="3502391" y="6467991"/>
              <a:ext cx="168480" cy="1908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FB4E4396-E9C2-844B-868B-3E2662F86138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486911" y="6452511"/>
                <a:ext cx="199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428" name="Ink 430">
                <a:extLst>
                  <a:ext uri="{FF2B5EF4-FFF2-40B4-BE49-F238E27FC236}">
                    <a16:creationId xmlns:a16="http://schemas.microsoft.com/office/drawing/2014/main" id="{2A657920-38C3-934B-BEAC-5D02D6CB871F}"/>
                  </a:ext>
                </a:extLst>
              </p14:cNvPr>
              <p14:cNvContentPartPr/>
              <p14:nvPr/>
            </p14:nvContentPartPr>
            <p14:xfrm>
              <a:off x="4218791" y="5863911"/>
              <a:ext cx="833400" cy="274320"/>
            </p14:xfrm>
          </p:contentPart>
        </mc:Choice>
        <mc:Fallback xmlns="">
          <p:pic>
            <p:nvPicPr>
              <p:cNvPr id="428" name="Ink 430">
                <a:extLst>
                  <a:ext uri="{FF2B5EF4-FFF2-40B4-BE49-F238E27FC236}">
                    <a16:creationId xmlns:a16="http://schemas.microsoft.com/office/drawing/2014/main" id="{2A657920-38C3-934B-BEAC-5D02D6CB871F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203664" y="5848791"/>
                <a:ext cx="864013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429" name="Ink 431">
                <a:extLst>
                  <a:ext uri="{FF2B5EF4-FFF2-40B4-BE49-F238E27FC236}">
                    <a16:creationId xmlns:a16="http://schemas.microsoft.com/office/drawing/2014/main" id="{6477FBAC-F6D0-1B4B-B280-3B36154FD267}"/>
                  </a:ext>
                </a:extLst>
              </p14:cNvPr>
              <p14:cNvContentPartPr/>
              <p14:nvPr/>
            </p14:nvContentPartPr>
            <p14:xfrm>
              <a:off x="3540191" y="5882631"/>
              <a:ext cx="609840" cy="193320"/>
            </p14:xfrm>
          </p:contentPart>
        </mc:Choice>
        <mc:Fallback xmlns="">
          <p:pic>
            <p:nvPicPr>
              <p:cNvPr id="429" name="Ink 431">
                <a:extLst>
                  <a:ext uri="{FF2B5EF4-FFF2-40B4-BE49-F238E27FC236}">
                    <a16:creationId xmlns:a16="http://schemas.microsoft.com/office/drawing/2014/main" id="{6477FBAC-F6D0-1B4B-B280-3B36154FD267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525071" y="5867511"/>
                <a:ext cx="6404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430" name="Ink 432">
                <a:extLst>
                  <a:ext uri="{FF2B5EF4-FFF2-40B4-BE49-F238E27FC236}">
                    <a16:creationId xmlns:a16="http://schemas.microsoft.com/office/drawing/2014/main" id="{97300695-D17B-4F4B-8861-3FB79CA3CA86}"/>
                  </a:ext>
                </a:extLst>
              </p14:cNvPr>
              <p14:cNvContentPartPr/>
              <p14:nvPr/>
            </p14:nvContentPartPr>
            <p14:xfrm>
              <a:off x="3134831" y="5882631"/>
              <a:ext cx="149040" cy="193320"/>
            </p14:xfrm>
          </p:contentPart>
        </mc:Choice>
        <mc:Fallback xmlns="">
          <p:pic>
            <p:nvPicPr>
              <p:cNvPr id="430" name="Ink 432">
                <a:extLst>
                  <a:ext uri="{FF2B5EF4-FFF2-40B4-BE49-F238E27FC236}">
                    <a16:creationId xmlns:a16="http://schemas.microsoft.com/office/drawing/2014/main" id="{97300695-D17B-4F4B-8861-3FB79CA3CA86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119711" y="5867511"/>
                <a:ext cx="1796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E17956B0-FF3E-664C-9B4B-1A919A1CEA20}"/>
                  </a:ext>
                </a:extLst>
              </p14:cNvPr>
              <p14:cNvContentPartPr/>
              <p14:nvPr/>
            </p14:nvContentPartPr>
            <p14:xfrm>
              <a:off x="4025831" y="6344151"/>
              <a:ext cx="142920" cy="20520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E17956B0-FF3E-664C-9B4B-1A919A1CEA20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010711" y="6328671"/>
                <a:ext cx="1735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444" name="Ink 446">
                <a:extLst>
                  <a:ext uri="{FF2B5EF4-FFF2-40B4-BE49-F238E27FC236}">
                    <a16:creationId xmlns:a16="http://schemas.microsoft.com/office/drawing/2014/main" id="{51C59B8C-8D55-294B-AB0F-633925BA12C6}"/>
                  </a:ext>
                </a:extLst>
              </p14:cNvPr>
              <p14:cNvContentPartPr/>
              <p14:nvPr/>
            </p14:nvContentPartPr>
            <p14:xfrm>
              <a:off x="4716311" y="6362871"/>
              <a:ext cx="280440" cy="223920"/>
            </p14:xfrm>
          </p:contentPart>
        </mc:Choice>
        <mc:Fallback xmlns="">
          <p:pic>
            <p:nvPicPr>
              <p:cNvPr id="444" name="Ink 446">
                <a:extLst>
                  <a:ext uri="{FF2B5EF4-FFF2-40B4-BE49-F238E27FC236}">
                    <a16:creationId xmlns:a16="http://schemas.microsoft.com/office/drawing/2014/main" id="{51C59B8C-8D55-294B-AB0F-633925BA12C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700831" y="6347391"/>
                <a:ext cx="3110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445" name="Ink 447">
                <a:extLst>
                  <a:ext uri="{FF2B5EF4-FFF2-40B4-BE49-F238E27FC236}">
                    <a16:creationId xmlns:a16="http://schemas.microsoft.com/office/drawing/2014/main" id="{EF78B575-DB4B-CB45-AAC7-CEB7FA743E33}"/>
                  </a:ext>
                </a:extLst>
              </p14:cNvPr>
              <p14:cNvContentPartPr/>
              <p14:nvPr/>
            </p14:nvContentPartPr>
            <p14:xfrm>
              <a:off x="4236791" y="6330831"/>
              <a:ext cx="392400" cy="224280"/>
            </p14:xfrm>
          </p:contentPart>
        </mc:Choice>
        <mc:Fallback xmlns="">
          <p:pic>
            <p:nvPicPr>
              <p:cNvPr id="445" name="Ink 447">
                <a:extLst>
                  <a:ext uri="{FF2B5EF4-FFF2-40B4-BE49-F238E27FC236}">
                    <a16:creationId xmlns:a16="http://schemas.microsoft.com/office/drawing/2014/main" id="{EF78B575-DB4B-CB45-AAC7-CEB7FA743E33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221671" y="6315735"/>
                <a:ext cx="423000" cy="254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446" name="Ink 448">
                <a:extLst>
                  <a:ext uri="{FF2B5EF4-FFF2-40B4-BE49-F238E27FC236}">
                    <a16:creationId xmlns:a16="http://schemas.microsoft.com/office/drawing/2014/main" id="{8CD9DC6E-F16E-E54C-B29A-D320AF888663}"/>
                  </a:ext>
                </a:extLst>
              </p14:cNvPr>
              <p14:cNvContentPartPr/>
              <p14:nvPr/>
            </p14:nvContentPartPr>
            <p14:xfrm>
              <a:off x="3776351" y="6275031"/>
              <a:ext cx="143640" cy="330480"/>
            </p14:xfrm>
          </p:contentPart>
        </mc:Choice>
        <mc:Fallback xmlns="">
          <p:pic>
            <p:nvPicPr>
              <p:cNvPr id="446" name="Ink 448">
                <a:extLst>
                  <a:ext uri="{FF2B5EF4-FFF2-40B4-BE49-F238E27FC236}">
                    <a16:creationId xmlns:a16="http://schemas.microsoft.com/office/drawing/2014/main" id="{8CD9DC6E-F16E-E54C-B29A-D320AF888663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3760871" y="6259551"/>
                <a:ext cx="1738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3C223F81-C368-F54A-88D9-FD0AE8BEE5A8}"/>
                  </a:ext>
                </a:extLst>
              </p14:cNvPr>
              <p14:cNvContentPartPr/>
              <p14:nvPr/>
            </p14:nvContentPartPr>
            <p14:xfrm>
              <a:off x="6235871" y="5939511"/>
              <a:ext cx="74520" cy="14904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3C223F81-C368-F54A-88D9-FD0AE8BEE5A8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220751" y="5924031"/>
                <a:ext cx="1047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461" name="Ink 464">
                <a:extLst>
                  <a:ext uri="{FF2B5EF4-FFF2-40B4-BE49-F238E27FC236}">
                    <a16:creationId xmlns:a16="http://schemas.microsoft.com/office/drawing/2014/main" id="{A63394A9-8A6A-7F48-89E6-E6CD0BE0296B}"/>
                  </a:ext>
                </a:extLst>
              </p14:cNvPr>
              <p14:cNvContentPartPr/>
              <p14:nvPr/>
            </p14:nvContentPartPr>
            <p14:xfrm>
              <a:off x="6378431" y="5920071"/>
              <a:ext cx="361440" cy="205920"/>
            </p14:xfrm>
          </p:contentPart>
        </mc:Choice>
        <mc:Fallback xmlns="">
          <p:pic>
            <p:nvPicPr>
              <p:cNvPr id="461" name="Ink 464">
                <a:extLst>
                  <a:ext uri="{FF2B5EF4-FFF2-40B4-BE49-F238E27FC236}">
                    <a16:creationId xmlns:a16="http://schemas.microsoft.com/office/drawing/2014/main" id="{A63394A9-8A6A-7F48-89E6-E6CD0BE0296B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6363311" y="5904591"/>
                <a:ext cx="3920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463" name="Ink 466">
                <a:extLst>
                  <a:ext uri="{FF2B5EF4-FFF2-40B4-BE49-F238E27FC236}">
                    <a16:creationId xmlns:a16="http://schemas.microsoft.com/office/drawing/2014/main" id="{D4885A18-178B-1F42-BF14-F822F5D5665D}"/>
                  </a:ext>
                </a:extLst>
              </p14:cNvPr>
              <p14:cNvContentPartPr/>
              <p14:nvPr/>
            </p14:nvContentPartPr>
            <p14:xfrm>
              <a:off x="5656271" y="5988471"/>
              <a:ext cx="193320" cy="187200"/>
            </p14:xfrm>
          </p:contentPart>
        </mc:Choice>
        <mc:Fallback xmlns="">
          <p:pic>
            <p:nvPicPr>
              <p:cNvPr id="463" name="Ink 466">
                <a:extLst>
                  <a:ext uri="{FF2B5EF4-FFF2-40B4-BE49-F238E27FC236}">
                    <a16:creationId xmlns:a16="http://schemas.microsoft.com/office/drawing/2014/main" id="{D4885A18-178B-1F42-BF14-F822F5D5665D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5641151" y="5973351"/>
                <a:ext cx="2239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464" name="Ink 467">
                <a:extLst>
                  <a:ext uri="{FF2B5EF4-FFF2-40B4-BE49-F238E27FC236}">
                    <a16:creationId xmlns:a16="http://schemas.microsoft.com/office/drawing/2014/main" id="{76B9148D-A7EC-3F43-8C20-F0A02DF4DD3C}"/>
                  </a:ext>
                </a:extLst>
              </p14:cNvPr>
              <p14:cNvContentPartPr/>
              <p14:nvPr/>
            </p14:nvContentPartPr>
            <p14:xfrm>
              <a:off x="5401751" y="5907471"/>
              <a:ext cx="123480" cy="286560"/>
            </p14:xfrm>
          </p:contentPart>
        </mc:Choice>
        <mc:Fallback xmlns="">
          <p:pic>
            <p:nvPicPr>
              <p:cNvPr id="464" name="Ink 467">
                <a:extLst>
                  <a:ext uri="{FF2B5EF4-FFF2-40B4-BE49-F238E27FC236}">
                    <a16:creationId xmlns:a16="http://schemas.microsoft.com/office/drawing/2014/main" id="{76B9148D-A7EC-3F43-8C20-F0A02DF4DD3C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386631" y="5892351"/>
                <a:ext cx="1540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19C2BBA4-EEEA-5E4A-BA7A-4002791E2331}"/>
                  </a:ext>
                </a:extLst>
              </p14:cNvPr>
              <p14:cNvContentPartPr/>
              <p14:nvPr/>
            </p14:nvContentPartPr>
            <p14:xfrm>
              <a:off x="5606591" y="6523791"/>
              <a:ext cx="137160" cy="25200"/>
            </p14:xfrm>
          </p:contentPart>
        </mc:Choice>
        <mc:Fallback xmlns=""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19C2BBA4-EEEA-5E4A-BA7A-4002791E2331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5591111" y="6508671"/>
                <a:ext cx="167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BB3201FD-3D9B-4845-B970-5F3784FF6102}"/>
                  </a:ext>
                </a:extLst>
              </p14:cNvPr>
              <p14:cNvContentPartPr/>
              <p14:nvPr/>
            </p14:nvContentPartPr>
            <p14:xfrm>
              <a:off x="5587871" y="6623511"/>
              <a:ext cx="149760" cy="648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BB3201FD-3D9B-4845-B970-5F3784FF6102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5572391" y="6608391"/>
                <a:ext cx="1803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483" name="Ink 486">
                <a:extLst>
                  <a:ext uri="{FF2B5EF4-FFF2-40B4-BE49-F238E27FC236}">
                    <a16:creationId xmlns:a16="http://schemas.microsoft.com/office/drawing/2014/main" id="{7CA715B0-0846-FF47-9587-2C4E2C563C14}"/>
                  </a:ext>
                </a:extLst>
              </p14:cNvPr>
              <p14:cNvContentPartPr/>
              <p14:nvPr/>
            </p14:nvContentPartPr>
            <p14:xfrm>
              <a:off x="6945071" y="6187551"/>
              <a:ext cx="192600" cy="168480"/>
            </p14:xfrm>
          </p:contentPart>
        </mc:Choice>
        <mc:Fallback xmlns="">
          <p:pic>
            <p:nvPicPr>
              <p:cNvPr id="483" name="Ink 486">
                <a:extLst>
                  <a:ext uri="{FF2B5EF4-FFF2-40B4-BE49-F238E27FC236}">
                    <a16:creationId xmlns:a16="http://schemas.microsoft.com/office/drawing/2014/main" id="{7CA715B0-0846-FF47-9587-2C4E2C563C14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6929591" y="6172431"/>
                <a:ext cx="2232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484" name="Ink 487">
                <a:extLst>
                  <a:ext uri="{FF2B5EF4-FFF2-40B4-BE49-F238E27FC236}">
                    <a16:creationId xmlns:a16="http://schemas.microsoft.com/office/drawing/2014/main" id="{F18B3BF4-1422-0A4C-8962-86FFC2B8C579}"/>
                  </a:ext>
                </a:extLst>
              </p14:cNvPr>
              <p14:cNvContentPartPr/>
              <p14:nvPr/>
            </p14:nvContentPartPr>
            <p14:xfrm>
              <a:off x="6291311" y="6181431"/>
              <a:ext cx="579240" cy="162360"/>
            </p14:xfrm>
          </p:contentPart>
        </mc:Choice>
        <mc:Fallback xmlns="">
          <p:pic>
            <p:nvPicPr>
              <p:cNvPr id="484" name="Ink 487">
                <a:extLst>
                  <a:ext uri="{FF2B5EF4-FFF2-40B4-BE49-F238E27FC236}">
                    <a16:creationId xmlns:a16="http://schemas.microsoft.com/office/drawing/2014/main" id="{F18B3BF4-1422-0A4C-8962-86FFC2B8C579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276191" y="6166311"/>
                <a:ext cx="6098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485" name="Ink 488">
                <a:extLst>
                  <a:ext uri="{FF2B5EF4-FFF2-40B4-BE49-F238E27FC236}">
                    <a16:creationId xmlns:a16="http://schemas.microsoft.com/office/drawing/2014/main" id="{DFA59580-E098-8043-87B7-DD019488BDF7}"/>
                  </a:ext>
                </a:extLst>
              </p14:cNvPr>
              <p14:cNvContentPartPr/>
              <p14:nvPr/>
            </p14:nvContentPartPr>
            <p14:xfrm>
              <a:off x="5942831" y="5963631"/>
              <a:ext cx="224280" cy="411120"/>
            </p14:xfrm>
          </p:contentPart>
        </mc:Choice>
        <mc:Fallback xmlns="">
          <p:pic>
            <p:nvPicPr>
              <p:cNvPr id="485" name="Ink 488">
                <a:extLst>
                  <a:ext uri="{FF2B5EF4-FFF2-40B4-BE49-F238E27FC236}">
                    <a16:creationId xmlns:a16="http://schemas.microsoft.com/office/drawing/2014/main" id="{DFA59580-E098-8043-87B7-DD019488BDF7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5927376" y="5948511"/>
                <a:ext cx="254472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486" name="Ink 489">
                <a:extLst>
                  <a:ext uri="{FF2B5EF4-FFF2-40B4-BE49-F238E27FC236}">
                    <a16:creationId xmlns:a16="http://schemas.microsoft.com/office/drawing/2014/main" id="{8BB5A7FB-0671-1A46-80DB-04A0281EC998}"/>
                  </a:ext>
                </a:extLst>
              </p14:cNvPr>
              <p14:cNvContentPartPr/>
              <p14:nvPr/>
            </p14:nvContentPartPr>
            <p14:xfrm>
              <a:off x="6876671" y="5938791"/>
              <a:ext cx="155880" cy="168480"/>
            </p14:xfrm>
          </p:contentPart>
        </mc:Choice>
        <mc:Fallback xmlns="">
          <p:pic>
            <p:nvPicPr>
              <p:cNvPr id="486" name="Ink 489">
                <a:extLst>
                  <a:ext uri="{FF2B5EF4-FFF2-40B4-BE49-F238E27FC236}">
                    <a16:creationId xmlns:a16="http://schemas.microsoft.com/office/drawing/2014/main" id="{8BB5A7FB-0671-1A46-80DB-04A0281EC99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6861191" y="5923311"/>
                <a:ext cx="1864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2AB20E8D-2B6E-004C-B977-8C82A7263929}"/>
                  </a:ext>
                </a:extLst>
              </p14:cNvPr>
              <p14:cNvContentPartPr/>
              <p14:nvPr/>
            </p14:nvContentPartPr>
            <p14:xfrm>
              <a:off x="6167471" y="6442791"/>
              <a:ext cx="92520" cy="20592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2AB20E8D-2B6E-004C-B977-8C82A7263929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6152351" y="6427671"/>
                <a:ext cx="1227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765742B8-A9B3-5742-9021-B7673AD8105D}"/>
                  </a:ext>
                </a:extLst>
              </p14:cNvPr>
              <p14:cNvContentPartPr/>
              <p14:nvPr/>
            </p14:nvContentPartPr>
            <p14:xfrm>
              <a:off x="6340991" y="6498951"/>
              <a:ext cx="93600" cy="13716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765742B8-A9B3-5742-9021-B7673AD8105D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6325871" y="6483831"/>
                <a:ext cx="1242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503" name="Ink 505">
                <a:extLst>
                  <a:ext uri="{FF2B5EF4-FFF2-40B4-BE49-F238E27FC236}">
                    <a16:creationId xmlns:a16="http://schemas.microsoft.com/office/drawing/2014/main" id="{553202B6-9D43-9043-A340-9B9CEA9907EB}"/>
                  </a:ext>
                </a:extLst>
              </p14:cNvPr>
              <p14:cNvContentPartPr/>
              <p14:nvPr/>
            </p14:nvContentPartPr>
            <p14:xfrm>
              <a:off x="7087991" y="6474111"/>
              <a:ext cx="517320" cy="199440"/>
            </p14:xfrm>
          </p:contentPart>
        </mc:Choice>
        <mc:Fallback xmlns="">
          <p:pic>
            <p:nvPicPr>
              <p:cNvPr id="503" name="Ink 505">
                <a:extLst>
                  <a:ext uri="{FF2B5EF4-FFF2-40B4-BE49-F238E27FC236}">
                    <a16:creationId xmlns:a16="http://schemas.microsoft.com/office/drawing/2014/main" id="{553202B6-9D43-9043-A340-9B9CEA9907EB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072860" y="6458991"/>
                <a:ext cx="547941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504" name="Ink 506">
                <a:extLst>
                  <a:ext uri="{FF2B5EF4-FFF2-40B4-BE49-F238E27FC236}">
                    <a16:creationId xmlns:a16="http://schemas.microsoft.com/office/drawing/2014/main" id="{678F9187-2BD7-2447-9D77-5B0A31AD1789}"/>
                  </a:ext>
                </a:extLst>
              </p14:cNvPr>
              <p14:cNvContentPartPr/>
              <p14:nvPr/>
            </p14:nvContentPartPr>
            <p14:xfrm>
              <a:off x="6546551" y="6467991"/>
              <a:ext cx="467280" cy="199440"/>
            </p14:xfrm>
          </p:contentPart>
        </mc:Choice>
        <mc:Fallback xmlns="">
          <p:pic>
            <p:nvPicPr>
              <p:cNvPr id="504" name="Ink 506">
                <a:extLst>
                  <a:ext uri="{FF2B5EF4-FFF2-40B4-BE49-F238E27FC236}">
                    <a16:creationId xmlns:a16="http://schemas.microsoft.com/office/drawing/2014/main" id="{678F9187-2BD7-2447-9D77-5B0A31AD1789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531431" y="6452511"/>
                <a:ext cx="4978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505" name="Ink 507">
                <a:extLst>
                  <a:ext uri="{FF2B5EF4-FFF2-40B4-BE49-F238E27FC236}">
                    <a16:creationId xmlns:a16="http://schemas.microsoft.com/office/drawing/2014/main" id="{710A6B6A-BF4B-A940-A3F6-13BA93ED04A7}"/>
                  </a:ext>
                </a:extLst>
              </p14:cNvPr>
              <p14:cNvContentPartPr/>
              <p14:nvPr/>
            </p14:nvContentPartPr>
            <p14:xfrm>
              <a:off x="5961191" y="6480231"/>
              <a:ext cx="118800" cy="193320"/>
            </p14:xfrm>
          </p:contentPart>
        </mc:Choice>
        <mc:Fallback xmlns="">
          <p:pic>
            <p:nvPicPr>
              <p:cNvPr id="505" name="Ink 507">
                <a:extLst>
                  <a:ext uri="{FF2B5EF4-FFF2-40B4-BE49-F238E27FC236}">
                    <a16:creationId xmlns:a16="http://schemas.microsoft.com/office/drawing/2014/main" id="{710A6B6A-BF4B-A940-A3F6-13BA93ED04A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5946071" y="6465111"/>
                <a:ext cx="149040" cy="2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8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5A94D9-B5D9-664B-883E-E3FCABC05AC9}"/>
                  </a:ext>
                </a:extLst>
              </p14:cNvPr>
              <p14:cNvContentPartPr/>
              <p14:nvPr/>
            </p14:nvContentPartPr>
            <p14:xfrm>
              <a:off x="2051591" y="309831"/>
              <a:ext cx="106200" cy="335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5A94D9-B5D9-664B-883E-E3FCABC05A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6471" y="294711"/>
                <a:ext cx="1368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4">
                <a:extLst>
                  <a:ext uri="{FF2B5EF4-FFF2-40B4-BE49-F238E27FC236}">
                    <a16:creationId xmlns:a16="http://schemas.microsoft.com/office/drawing/2014/main" id="{D0869EAF-A6D3-AD4E-9459-2BEF43643B44}"/>
                  </a:ext>
                </a:extLst>
              </p14:cNvPr>
              <p14:cNvContentPartPr/>
              <p14:nvPr/>
            </p14:nvContentPartPr>
            <p14:xfrm>
              <a:off x="2474951" y="508911"/>
              <a:ext cx="822240" cy="411120"/>
            </p14:xfrm>
          </p:contentPart>
        </mc:Choice>
        <mc:Fallback xmlns="">
          <p:pic>
            <p:nvPicPr>
              <p:cNvPr id="13" name="Ink 14">
                <a:extLst>
                  <a:ext uri="{FF2B5EF4-FFF2-40B4-BE49-F238E27FC236}">
                    <a16:creationId xmlns:a16="http://schemas.microsoft.com/office/drawing/2014/main" id="{D0869EAF-A6D3-AD4E-9459-2BEF43643B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9831" y="493791"/>
                <a:ext cx="8524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5">
                <a:extLst>
                  <a:ext uri="{FF2B5EF4-FFF2-40B4-BE49-F238E27FC236}">
                    <a16:creationId xmlns:a16="http://schemas.microsoft.com/office/drawing/2014/main" id="{10C954DF-529F-BC42-B129-AB0717327473}"/>
                  </a:ext>
                </a:extLst>
              </p14:cNvPr>
              <p14:cNvContentPartPr/>
              <p14:nvPr/>
            </p14:nvContentPartPr>
            <p14:xfrm>
              <a:off x="719591" y="359511"/>
              <a:ext cx="803520" cy="510840"/>
            </p14:xfrm>
          </p:contentPart>
        </mc:Choice>
        <mc:Fallback xmlns="">
          <p:pic>
            <p:nvPicPr>
              <p:cNvPr id="14" name="Ink 15">
                <a:extLst>
                  <a:ext uri="{FF2B5EF4-FFF2-40B4-BE49-F238E27FC236}">
                    <a16:creationId xmlns:a16="http://schemas.microsoft.com/office/drawing/2014/main" id="{10C954DF-529F-BC42-B129-AB07173274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4111" y="344391"/>
                <a:ext cx="83412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3D411A69-C933-1B4A-BC3D-66AE01B5291B}"/>
                  </a:ext>
                </a:extLst>
              </p14:cNvPr>
              <p14:cNvContentPartPr/>
              <p14:nvPr/>
            </p14:nvContentPartPr>
            <p14:xfrm>
              <a:off x="3670511" y="409551"/>
              <a:ext cx="971280" cy="24300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3D411A69-C933-1B4A-BC3D-66AE01B529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5037" y="394071"/>
                <a:ext cx="1001509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5">
                <a:extLst>
                  <a:ext uri="{FF2B5EF4-FFF2-40B4-BE49-F238E27FC236}">
                    <a16:creationId xmlns:a16="http://schemas.microsoft.com/office/drawing/2014/main" id="{B9BAB3CF-EFF5-A241-8738-3CB9AB7CB154}"/>
                  </a:ext>
                </a:extLst>
              </p14:cNvPr>
              <p14:cNvContentPartPr/>
              <p14:nvPr/>
            </p14:nvContentPartPr>
            <p14:xfrm>
              <a:off x="5351351" y="272391"/>
              <a:ext cx="1743480" cy="330480"/>
            </p14:xfrm>
          </p:contentPart>
        </mc:Choice>
        <mc:Fallback xmlns="">
          <p:pic>
            <p:nvPicPr>
              <p:cNvPr id="34" name="Ink 35">
                <a:extLst>
                  <a:ext uri="{FF2B5EF4-FFF2-40B4-BE49-F238E27FC236}">
                    <a16:creationId xmlns:a16="http://schemas.microsoft.com/office/drawing/2014/main" id="{B9BAB3CF-EFF5-A241-8738-3CB9AB7CB1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35871" y="257271"/>
                <a:ext cx="17740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Ink 36">
                <a:extLst>
                  <a:ext uri="{FF2B5EF4-FFF2-40B4-BE49-F238E27FC236}">
                    <a16:creationId xmlns:a16="http://schemas.microsoft.com/office/drawing/2014/main" id="{D1198780-A2F5-D34D-81E1-B44446FCF9A9}"/>
                  </a:ext>
                </a:extLst>
              </p14:cNvPr>
              <p14:cNvContentPartPr/>
              <p14:nvPr/>
            </p14:nvContentPartPr>
            <p14:xfrm>
              <a:off x="4784711" y="341151"/>
              <a:ext cx="174600" cy="224280"/>
            </p14:xfrm>
          </p:contentPart>
        </mc:Choice>
        <mc:Fallback xmlns="">
          <p:pic>
            <p:nvPicPr>
              <p:cNvPr id="35" name="Ink 36">
                <a:extLst>
                  <a:ext uri="{FF2B5EF4-FFF2-40B4-BE49-F238E27FC236}">
                    <a16:creationId xmlns:a16="http://schemas.microsoft.com/office/drawing/2014/main" id="{D1198780-A2F5-D34D-81E1-B44446FCF9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9591" y="325696"/>
                <a:ext cx="205200" cy="254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Ink 46">
                <a:extLst>
                  <a:ext uri="{FF2B5EF4-FFF2-40B4-BE49-F238E27FC236}">
                    <a16:creationId xmlns:a16="http://schemas.microsoft.com/office/drawing/2014/main" id="{C32A3F04-7F81-AE44-B4D1-694BAB457296}"/>
                  </a:ext>
                </a:extLst>
              </p14:cNvPr>
              <p14:cNvContentPartPr/>
              <p14:nvPr/>
            </p14:nvContentPartPr>
            <p14:xfrm>
              <a:off x="8077991" y="253671"/>
              <a:ext cx="1052640" cy="293040"/>
            </p14:xfrm>
          </p:contentPart>
        </mc:Choice>
        <mc:Fallback xmlns="">
          <p:pic>
            <p:nvPicPr>
              <p:cNvPr id="45" name="Ink 46">
                <a:extLst>
                  <a:ext uri="{FF2B5EF4-FFF2-40B4-BE49-F238E27FC236}">
                    <a16:creationId xmlns:a16="http://schemas.microsoft.com/office/drawing/2014/main" id="{C32A3F04-7F81-AE44-B4D1-694BAB4572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62871" y="238551"/>
                <a:ext cx="10828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Ink 47">
                <a:extLst>
                  <a:ext uri="{FF2B5EF4-FFF2-40B4-BE49-F238E27FC236}">
                    <a16:creationId xmlns:a16="http://schemas.microsoft.com/office/drawing/2014/main" id="{4FFFA6A3-6F34-1F4B-BEDE-302128499F00}"/>
                  </a:ext>
                </a:extLst>
              </p14:cNvPr>
              <p14:cNvContentPartPr/>
              <p14:nvPr/>
            </p14:nvContentPartPr>
            <p14:xfrm>
              <a:off x="7493351" y="341151"/>
              <a:ext cx="309600" cy="205560"/>
            </p14:xfrm>
          </p:contentPart>
        </mc:Choice>
        <mc:Fallback xmlns="">
          <p:pic>
            <p:nvPicPr>
              <p:cNvPr id="46" name="Ink 47">
                <a:extLst>
                  <a:ext uri="{FF2B5EF4-FFF2-40B4-BE49-F238E27FC236}">
                    <a16:creationId xmlns:a16="http://schemas.microsoft.com/office/drawing/2014/main" id="{4FFFA6A3-6F34-1F4B-BEDE-302128499F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78231" y="325698"/>
                <a:ext cx="340200" cy="235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3" name="Ink 54">
                <a:extLst>
                  <a:ext uri="{FF2B5EF4-FFF2-40B4-BE49-F238E27FC236}">
                    <a16:creationId xmlns:a16="http://schemas.microsoft.com/office/drawing/2014/main" id="{3A511E97-B6D1-3D49-B8B9-1CD8B2DEB32C}"/>
                  </a:ext>
                </a:extLst>
              </p14:cNvPr>
              <p14:cNvContentPartPr/>
              <p14:nvPr/>
            </p14:nvContentPartPr>
            <p14:xfrm>
              <a:off x="2020631" y="1001031"/>
              <a:ext cx="392400" cy="335880"/>
            </p14:xfrm>
          </p:contentPart>
        </mc:Choice>
        <mc:Fallback xmlns="">
          <p:pic>
            <p:nvPicPr>
              <p:cNvPr id="53" name="Ink 54">
                <a:extLst>
                  <a:ext uri="{FF2B5EF4-FFF2-40B4-BE49-F238E27FC236}">
                    <a16:creationId xmlns:a16="http://schemas.microsoft.com/office/drawing/2014/main" id="{3A511E97-B6D1-3D49-B8B9-1CD8B2DEB3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05511" y="985551"/>
                <a:ext cx="4230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Ink 55">
                <a:extLst>
                  <a:ext uri="{FF2B5EF4-FFF2-40B4-BE49-F238E27FC236}">
                    <a16:creationId xmlns:a16="http://schemas.microsoft.com/office/drawing/2014/main" id="{C0F41629-F4F8-5648-80C4-BAF83AA36032}"/>
                  </a:ext>
                </a:extLst>
              </p14:cNvPr>
              <p14:cNvContentPartPr/>
              <p14:nvPr/>
            </p14:nvContentPartPr>
            <p14:xfrm>
              <a:off x="1522751" y="963591"/>
              <a:ext cx="223920" cy="348840"/>
            </p14:xfrm>
          </p:contentPart>
        </mc:Choice>
        <mc:Fallback xmlns="">
          <p:pic>
            <p:nvPicPr>
              <p:cNvPr id="54" name="Ink 55">
                <a:extLst>
                  <a:ext uri="{FF2B5EF4-FFF2-40B4-BE49-F238E27FC236}">
                    <a16:creationId xmlns:a16="http://schemas.microsoft.com/office/drawing/2014/main" id="{C0F41629-F4F8-5648-80C4-BAF83AA360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07271" y="948111"/>
                <a:ext cx="25416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8">
                <a:extLst>
                  <a:ext uri="{FF2B5EF4-FFF2-40B4-BE49-F238E27FC236}">
                    <a16:creationId xmlns:a16="http://schemas.microsoft.com/office/drawing/2014/main" id="{E8C62B84-2E0E-B34B-9089-C1789293C20A}"/>
                  </a:ext>
                </a:extLst>
              </p14:cNvPr>
              <p14:cNvContentPartPr/>
              <p14:nvPr/>
            </p14:nvContentPartPr>
            <p14:xfrm>
              <a:off x="3458831" y="1031991"/>
              <a:ext cx="429840" cy="274320"/>
            </p14:xfrm>
          </p:contentPart>
        </mc:Choice>
        <mc:Fallback xmlns="">
          <p:pic>
            <p:nvPicPr>
              <p:cNvPr id="67" name="Ink 68">
                <a:extLst>
                  <a:ext uri="{FF2B5EF4-FFF2-40B4-BE49-F238E27FC236}">
                    <a16:creationId xmlns:a16="http://schemas.microsoft.com/office/drawing/2014/main" id="{E8C62B84-2E0E-B34B-9089-C1789293C2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43351" y="1016871"/>
                <a:ext cx="4604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8" name="Ink 69">
                <a:extLst>
                  <a:ext uri="{FF2B5EF4-FFF2-40B4-BE49-F238E27FC236}">
                    <a16:creationId xmlns:a16="http://schemas.microsoft.com/office/drawing/2014/main" id="{35010FEB-ADB8-CE4A-B2B4-B354918C5C1D}"/>
                  </a:ext>
                </a:extLst>
              </p14:cNvPr>
              <p14:cNvContentPartPr/>
              <p14:nvPr/>
            </p14:nvContentPartPr>
            <p14:xfrm>
              <a:off x="2568551" y="1063311"/>
              <a:ext cx="759600" cy="249120"/>
            </p14:xfrm>
          </p:contentPart>
        </mc:Choice>
        <mc:Fallback xmlns="">
          <p:pic>
            <p:nvPicPr>
              <p:cNvPr id="68" name="Ink 69">
                <a:extLst>
                  <a:ext uri="{FF2B5EF4-FFF2-40B4-BE49-F238E27FC236}">
                    <a16:creationId xmlns:a16="http://schemas.microsoft.com/office/drawing/2014/main" id="{35010FEB-ADB8-CE4A-B2B4-B354918C5C1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53078" y="1047853"/>
                <a:ext cx="789826" cy="279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Ink 87">
                <a:extLst>
                  <a:ext uri="{FF2B5EF4-FFF2-40B4-BE49-F238E27FC236}">
                    <a16:creationId xmlns:a16="http://schemas.microsoft.com/office/drawing/2014/main" id="{AEEA8739-556F-FC4D-92BA-3F9C07682A0A}"/>
                  </a:ext>
                </a:extLst>
              </p14:cNvPr>
              <p14:cNvContentPartPr/>
              <p14:nvPr/>
            </p14:nvContentPartPr>
            <p14:xfrm>
              <a:off x="6577511" y="795471"/>
              <a:ext cx="1525680" cy="411120"/>
            </p14:xfrm>
          </p:contentPart>
        </mc:Choice>
        <mc:Fallback xmlns="">
          <p:pic>
            <p:nvPicPr>
              <p:cNvPr id="86" name="Ink 87">
                <a:extLst>
                  <a:ext uri="{FF2B5EF4-FFF2-40B4-BE49-F238E27FC236}">
                    <a16:creationId xmlns:a16="http://schemas.microsoft.com/office/drawing/2014/main" id="{AEEA8739-556F-FC4D-92BA-3F9C07682A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62391" y="780351"/>
                <a:ext cx="15562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7" name="Ink 88">
                <a:extLst>
                  <a:ext uri="{FF2B5EF4-FFF2-40B4-BE49-F238E27FC236}">
                    <a16:creationId xmlns:a16="http://schemas.microsoft.com/office/drawing/2014/main" id="{C3D8CEA6-6C07-0647-8746-7FF51A4D4E08}"/>
                  </a:ext>
                </a:extLst>
              </p14:cNvPr>
              <p14:cNvContentPartPr/>
              <p14:nvPr/>
            </p14:nvContentPartPr>
            <p14:xfrm>
              <a:off x="4535591" y="891591"/>
              <a:ext cx="1668960" cy="464760"/>
            </p14:xfrm>
          </p:contentPart>
        </mc:Choice>
        <mc:Fallback xmlns="">
          <p:pic>
            <p:nvPicPr>
              <p:cNvPr id="87" name="Ink 88">
                <a:extLst>
                  <a:ext uri="{FF2B5EF4-FFF2-40B4-BE49-F238E27FC236}">
                    <a16:creationId xmlns:a16="http://schemas.microsoft.com/office/drawing/2014/main" id="{C3D8CEA6-6C07-0647-8746-7FF51A4D4E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520471" y="876459"/>
                <a:ext cx="1699200" cy="495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0349190-4548-D046-878B-46AE095C5A69}"/>
                  </a:ext>
                </a:extLst>
              </p14:cNvPr>
              <p14:cNvContentPartPr/>
              <p14:nvPr/>
            </p14:nvContentPartPr>
            <p14:xfrm>
              <a:off x="3022871" y="1947111"/>
              <a:ext cx="162360" cy="129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0349190-4548-D046-878B-46AE095C5A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07751" y="1931991"/>
                <a:ext cx="192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E83265D-4C53-C24C-B7D2-A13BE567D4D9}"/>
                  </a:ext>
                </a:extLst>
              </p14:cNvPr>
              <p14:cNvContentPartPr/>
              <p14:nvPr/>
            </p14:nvContentPartPr>
            <p14:xfrm>
              <a:off x="3079031" y="2040711"/>
              <a:ext cx="205920" cy="6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E83265D-4C53-C24C-B7D2-A13BE567D4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63551" y="2025231"/>
                <a:ext cx="2361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9" name="Ink 100">
                <a:extLst>
                  <a:ext uri="{FF2B5EF4-FFF2-40B4-BE49-F238E27FC236}">
                    <a16:creationId xmlns:a16="http://schemas.microsoft.com/office/drawing/2014/main" id="{971CF8A8-4130-A348-AB6C-629CB7790667}"/>
                  </a:ext>
                </a:extLst>
              </p14:cNvPr>
              <p14:cNvContentPartPr/>
              <p14:nvPr/>
            </p14:nvContentPartPr>
            <p14:xfrm>
              <a:off x="1453991" y="1847391"/>
              <a:ext cx="1127160" cy="262080"/>
            </p14:xfrm>
          </p:contentPart>
        </mc:Choice>
        <mc:Fallback xmlns="">
          <p:pic>
            <p:nvPicPr>
              <p:cNvPr id="99" name="Ink 100">
                <a:extLst>
                  <a:ext uri="{FF2B5EF4-FFF2-40B4-BE49-F238E27FC236}">
                    <a16:creationId xmlns:a16="http://schemas.microsoft.com/office/drawing/2014/main" id="{971CF8A8-4130-A348-AB6C-629CB779066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38871" y="1832250"/>
                <a:ext cx="1157760" cy="292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0" name="Ink 101">
                <a:extLst>
                  <a:ext uri="{FF2B5EF4-FFF2-40B4-BE49-F238E27FC236}">
                    <a16:creationId xmlns:a16="http://schemas.microsoft.com/office/drawing/2014/main" id="{907263F2-013A-234A-A9C0-209DACD0300A}"/>
                  </a:ext>
                </a:extLst>
              </p14:cNvPr>
              <p14:cNvContentPartPr/>
              <p14:nvPr/>
            </p14:nvContentPartPr>
            <p14:xfrm>
              <a:off x="763151" y="1648311"/>
              <a:ext cx="291960" cy="522720"/>
            </p14:xfrm>
          </p:contentPart>
        </mc:Choice>
        <mc:Fallback xmlns="">
          <p:pic>
            <p:nvPicPr>
              <p:cNvPr id="100" name="Ink 101">
                <a:extLst>
                  <a:ext uri="{FF2B5EF4-FFF2-40B4-BE49-F238E27FC236}">
                    <a16:creationId xmlns:a16="http://schemas.microsoft.com/office/drawing/2014/main" id="{907263F2-013A-234A-A9C0-209DACD030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7690" y="1633191"/>
                <a:ext cx="322522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1" name="Ink 134">
                <a:extLst>
                  <a:ext uri="{FF2B5EF4-FFF2-40B4-BE49-F238E27FC236}">
                    <a16:creationId xmlns:a16="http://schemas.microsoft.com/office/drawing/2014/main" id="{35261884-787D-1949-8CFB-37F2C9AB29F4}"/>
                  </a:ext>
                </a:extLst>
              </p14:cNvPr>
              <p14:cNvContentPartPr/>
              <p14:nvPr/>
            </p14:nvContentPartPr>
            <p14:xfrm>
              <a:off x="7567511" y="1561191"/>
              <a:ext cx="685080" cy="541800"/>
            </p14:xfrm>
          </p:contentPart>
        </mc:Choice>
        <mc:Fallback xmlns="">
          <p:pic>
            <p:nvPicPr>
              <p:cNvPr id="131" name="Ink 134">
                <a:extLst>
                  <a:ext uri="{FF2B5EF4-FFF2-40B4-BE49-F238E27FC236}">
                    <a16:creationId xmlns:a16="http://schemas.microsoft.com/office/drawing/2014/main" id="{35261884-787D-1949-8CFB-37F2C9AB29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52391" y="1546071"/>
                <a:ext cx="71568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2" name="Ink 135">
                <a:extLst>
                  <a:ext uri="{FF2B5EF4-FFF2-40B4-BE49-F238E27FC236}">
                    <a16:creationId xmlns:a16="http://schemas.microsoft.com/office/drawing/2014/main" id="{11D7A5A2-6811-2F44-890A-4E28A62C5605}"/>
                  </a:ext>
                </a:extLst>
              </p14:cNvPr>
              <p14:cNvContentPartPr/>
              <p14:nvPr/>
            </p14:nvContentPartPr>
            <p14:xfrm>
              <a:off x="3727031" y="1542471"/>
              <a:ext cx="3703680" cy="492120"/>
            </p14:xfrm>
          </p:contentPart>
        </mc:Choice>
        <mc:Fallback xmlns="">
          <p:pic>
            <p:nvPicPr>
              <p:cNvPr id="132" name="Ink 135">
                <a:extLst>
                  <a:ext uri="{FF2B5EF4-FFF2-40B4-BE49-F238E27FC236}">
                    <a16:creationId xmlns:a16="http://schemas.microsoft.com/office/drawing/2014/main" id="{11D7A5A2-6811-2F44-890A-4E28A62C560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11911" y="1527351"/>
                <a:ext cx="373428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" name="Ink 136">
                <a:extLst>
                  <a:ext uri="{FF2B5EF4-FFF2-40B4-BE49-F238E27FC236}">
                    <a16:creationId xmlns:a16="http://schemas.microsoft.com/office/drawing/2014/main" id="{F1362736-F41A-9141-A9B3-95A1CC52477E}"/>
                  </a:ext>
                </a:extLst>
              </p14:cNvPr>
              <p14:cNvContentPartPr/>
              <p14:nvPr/>
            </p14:nvContentPartPr>
            <p14:xfrm>
              <a:off x="5351351" y="2090391"/>
              <a:ext cx="510480" cy="124920"/>
            </p14:xfrm>
          </p:contentPart>
        </mc:Choice>
        <mc:Fallback xmlns="">
          <p:pic>
            <p:nvPicPr>
              <p:cNvPr id="133" name="Ink 136">
                <a:extLst>
                  <a:ext uri="{FF2B5EF4-FFF2-40B4-BE49-F238E27FC236}">
                    <a16:creationId xmlns:a16="http://schemas.microsoft.com/office/drawing/2014/main" id="{F1362736-F41A-9141-A9B3-95A1CC52477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35882" y="2075271"/>
                <a:ext cx="541058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4" name="Ink 137">
                <a:extLst>
                  <a:ext uri="{FF2B5EF4-FFF2-40B4-BE49-F238E27FC236}">
                    <a16:creationId xmlns:a16="http://schemas.microsoft.com/office/drawing/2014/main" id="{F3E3727B-ED26-4442-AD50-68DF15DB060C}"/>
                  </a:ext>
                </a:extLst>
              </p14:cNvPr>
              <p14:cNvContentPartPr/>
              <p14:nvPr/>
            </p14:nvContentPartPr>
            <p14:xfrm>
              <a:off x="4722431" y="2102631"/>
              <a:ext cx="430200" cy="181080"/>
            </p14:xfrm>
          </p:contentPart>
        </mc:Choice>
        <mc:Fallback xmlns="">
          <p:pic>
            <p:nvPicPr>
              <p:cNvPr id="134" name="Ink 137">
                <a:extLst>
                  <a:ext uri="{FF2B5EF4-FFF2-40B4-BE49-F238E27FC236}">
                    <a16:creationId xmlns:a16="http://schemas.microsoft.com/office/drawing/2014/main" id="{F3E3727B-ED26-4442-AD50-68DF15DB060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07298" y="2087481"/>
                <a:ext cx="460826" cy="2117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1" name="Ink 141">
                <a:extLst>
                  <a:ext uri="{FF2B5EF4-FFF2-40B4-BE49-F238E27FC236}">
                    <a16:creationId xmlns:a16="http://schemas.microsoft.com/office/drawing/2014/main" id="{4405D9B7-9545-2F4C-9193-4A3B95F98519}"/>
                  </a:ext>
                </a:extLst>
              </p14:cNvPr>
              <p14:cNvContentPartPr/>
              <p14:nvPr/>
            </p14:nvContentPartPr>
            <p14:xfrm>
              <a:off x="8582351" y="1685751"/>
              <a:ext cx="479880" cy="286560"/>
            </p14:xfrm>
          </p:contentPart>
        </mc:Choice>
        <mc:Fallback xmlns="">
          <p:pic>
            <p:nvPicPr>
              <p:cNvPr id="141" name="Ink 141">
                <a:extLst>
                  <a:ext uri="{FF2B5EF4-FFF2-40B4-BE49-F238E27FC236}">
                    <a16:creationId xmlns:a16="http://schemas.microsoft.com/office/drawing/2014/main" id="{4405D9B7-9545-2F4C-9193-4A3B95F9851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66871" y="1670271"/>
                <a:ext cx="5101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9" name="Ink 149">
                <a:extLst>
                  <a:ext uri="{FF2B5EF4-FFF2-40B4-BE49-F238E27FC236}">
                    <a16:creationId xmlns:a16="http://schemas.microsoft.com/office/drawing/2014/main" id="{66A3F22C-1B62-344A-A1AF-489BD660DB87}"/>
                  </a:ext>
                </a:extLst>
              </p14:cNvPr>
              <p14:cNvContentPartPr/>
              <p14:nvPr/>
            </p14:nvContentPartPr>
            <p14:xfrm>
              <a:off x="9179951" y="1673151"/>
              <a:ext cx="466560" cy="486000"/>
            </p14:xfrm>
          </p:contentPart>
        </mc:Choice>
        <mc:Fallback xmlns="">
          <p:pic>
            <p:nvPicPr>
              <p:cNvPr id="149" name="Ink 149">
                <a:extLst>
                  <a:ext uri="{FF2B5EF4-FFF2-40B4-BE49-F238E27FC236}">
                    <a16:creationId xmlns:a16="http://schemas.microsoft.com/office/drawing/2014/main" id="{66A3F22C-1B62-344A-A1AF-489BD660DB8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64831" y="1658031"/>
                <a:ext cx="49716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0" name="Ink 172">
                <a:extLst>
                  <a:ext uri="{FF2B5EF4-FFF2-40B4-BE49-F238E27FC236}">
                    <a16:creationId xmlns:a16="http://schemas.microsoft.com/office/drawing/2014/main" id="{42FF968A-D73B-8343-9829-127F502B6654}"/>
                  </a:ext>
                </a:extLst>
              </p14:cNvPr>
              <p14:cNvContentPartPr/>
              <p14:nvPr/>
            </p14:nvContentPartPr>
            <p14:xfrm>
              <a:off x="2686631" y="3504111"/>
              <a:ext cx="1818360" cy="385560"/>
            </p14:xfrm>
          </p:contentPart>
        </mc:Choice>
        <mc:Fallback xmlns="">
          <p:pic>
            <p:nvPicPr>
              <p:cNvPr id="170" name="Ink 172">
                <a:extLst>
                  <a:ext uri="{FF2B5EF4-FFF2-40B4-BE49-F238E27FC236}">
                    <a16:creationId xmlns:a16="http://schemas.microsoft.com/office/drawing/2014/main" id="{42FF968A-D73B-8343-9829-127F502B665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71511" y="3488991"/>
                <a:ext cx="184860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1" name="Ink 173">
                <a:extLst>
                  <a:ext uri="{FF2B5EF4-FFF2-40B4-BE49-F238E27FC236}">
                    <a16:creationId xmlns:a16="http://schemas.microsoft.com/office/drawing/2014/main" id="{B17E28B3-FDF8-D44F-8656-B5E364C48AEE}"/>
                  </a:ext>
                </a:extLst>
              </p14:cNvPr>
              <p14:cNvContentPartPr/>
              <p14:nvPr/>
            </p14:nvContentPartPr>
            <p14:xfrm>
              <a:off x="1846391" y="3646671"/>
              <a:ext cx="510480" cy="249480"/>
            </p14:xfrm>
          </p:contentPart>
        </mc:Choice>
        <mc:Fallback xmlns="">
          <p:pic>
            <p:nvPicPr>
              <p:cNvPr id="171" name="Ink 173">
                <a:extLst>
                  <a:ext uri="{FF2B5EF4-FFF2-40B4-BE49-F238E27FC236}">
                    <a16:creationId xmlns:a16="http://schemas.microsoft.com/office/drawing/2014/main" id="{B17E28B3-FDF8-D44F-8656-B5E364C48AE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30922" y="3631551"/>
                <a:ext cx="541058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2" name="Ink 174">
                <a:extLst>
                  <a:ext uri="{FF2B5EF4-FFF2-40B4-BE49-F238E27FC236}">
                    <a16:creationId xmlns:a16="http://schemas.microsoft.com/office/drawing/2014/main" id="{5FAC4FB7-7DA1-374A-AA59-572790A472EC}"/>
                  </a:ext>
                </a:extLst>
              </p14:cNvPr>
              <p14:cNvContentPartPr/>
              <p14:nvPr/>
            </p14:nvContentPartPr>
            <p14:xfrm>
              <a:off x="679271" y="3647391"/>
              <a:ext cx="980640" cy="323640"/>
            </p14:xfrm>
          </p:contentPart>
        </mc:Choice>
        <mc:Fallback xmlns="">
          <p:pic>
            <p:nvPicPr>
              <p:cNvPr id="172" name="Ink 174">
                <a:extLst>
                  <a:ext uri="{FF2B5EF4-FFF2-40B4-BE49-F238E27FC236}">
                    <a16:creationId xmlns:a16="http://schemas.microsoft.com/office/drawing/2014/main" id="{5FAC4FB7-7DA1-374A-AA59-572790A472E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64151" y="3632254"/>
                <a:ext cx="1010880" cy="354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6" name="Ink 188">
                <a:extLst>
                  <a:ext uri="{FF2B5EF4-FFF2-40B4-BE49-F238E27FC236}">
                    <a16:creationId xmlns:a16="http://schemas.microsoft.com/office/drawing/2014/main" id="{DDF84DE4-800D-AA4F-BB7A-A05C631F40AF}"/>
                  </a:ext>
                </a:extLst>
              </p14:cNvPr>
              <p14:cNvContentPartPr/>
              <p14:nvPr/>
            </p14:nvContentPartPr>
            <p14:xfrm>
              <a:off x="1441751" y="4387551"/>
              <a:ext cx="186840" cy="106200"/>
            </p14:xfrm>
          </p:contentPart>
        </mc:Choice>
        <mc:Fallback xmlns="">
          <p:pic>
            <p:nvPicPr>
              <p:cNvPr id="186" name="Ink 188">
                <a:extLst>
                  <a:ext uri="{FF2B5EF4-FFF2-40B4-BE49-F238E27FC236}">
                    <a16:creationId xmlns:a16="http://schemas.microsoft.com/office/drawing/2014/main" id="{DDF84DE4-800D-AA4F-BB7A-A05C631F40A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26301" y="4372431"/>
                <a:ext cx="217381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7" name="Ink 189">
                <a:extLst>
                  <a:ext uri="{FF2B5EF4-FFF2-40B4-BE49-F238E27FC236}">
                    <a16:creationId xmlns:a16="http://schemas.microsoft.com/office/drawing/2014/main" id="{7F4815FC-D416-594E-B491-2251460A0EB4}"/>
                  </a:ext>
                </a:extLst>
              </p14:cNvPr>
              <p14:cNvContentPartPr/>
              <p14:nvPr/>
            </p14:nvContentPartPr>
            <p14:xfrm>
              <a:off x="1005791" y="4312671"/>
              <a:ext cx="305280" cy="261720"/>
            </p14:xfrm>
          </p:contentPart>
        </mc:Choice>
        <mc:Fallback xmlns="">
          <p:pic>
            <p:nvPicPr>
              <p:cNvPr id="187" name="Ink 189">
                <a:extLst>
                  <a:ext uri="{FF2B5EF4-FFF2-40B4-BE49-F238E27FC236}">
                    <a16:creationId xmlns:a16="http://schemas.microsoft.com/office/drawing/2014/main" id="{7F4815FC-D416-594E-B491-2251460A0EB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0671" y="4297551"/>
                <a:ext cx="3358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6312B2B-2B59-5146-9FC5-C1AE5C17252E}"/>
                  </a:ext>
                </a:extLst>
              </p14:cNvPr>
              <p14:cNvContentPartPr/>
              <p14:nvPr/>
            </p14:nvContentPartPr>
            <p14:xfrm>
              <a:off x="1547591" y="4941591"/>
              <a:ext cx="180720" cy="12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6312B2B-2B59-5146-9FC5-C1AE5C1725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32111" y="4926471"/>
                <a:ext cx="2113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6E48B8B-2E85-9A42-855D-A0004D3F9652}"/>
                  </a:ext>
                </a:extLst>
              </p14:cNvPr>
              <p14:cNvContentPartPr/>
              <p14:nvPr/>
            </p14:nvContentPartPr>
            <p14:xfrm>
              <a:off x="1547591" y="5041311"/>
              <a:ext cx="180720" cy="378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6E48B8B-2E85-9A42-855D-A0004D3F96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32111" y="5025831"/>
                <a:ext cx="211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0C2A0E9-09E9-A44E-B4C0-1C7543B0534B}"/>
                  </a:ext>
                </a:extLst>
              </p14:cNvPr>
              <p14:cNvContentPartPr/>
              <p14:nvPr/>
            </p14:nvContentPartPr>
            <p14:xfrm>
              <a:off x="1634711" y="5601471"/>
              <a:ext cx="193320" cy="129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0C2A0E9-09E9-A44E-B4C0-1C7543B053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19231" y="5586351"/>
                <a:ext cx="223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5203DE6-1373-CB4B-83DA-EB10E28D7FB3}"/>
                  </a:ext>
                </a:extLst>
              </p14:cNvPr>
              <p14:cNvContentPartPr/>
              <p14:nvPr/>
            </p14:nvContentPartPr>
            <p14:xfrm>
              <a:off x="1653431" y="5750871"/>
              <a:ext cx="162360" cy="30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5203DE6-1373-CB4B-83DA-EB10E28D7FB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37951" y="5735751"/>
                <a:ext cx="1926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0" name="Ink 211">
                <a:extLst>
                  <a:ext uri="{FF2B5EF4-FFF2-40B4-BE49-F238E27FC236}">
                    <a16:creationId xmlns:a16="http://schemas.microsoft.com/office/drawing/2014/main" id="{315A90E6-8008-D547-929C-7EEC66A29115}"/>
                  </a:ext>
                </a:extLst>
              </p14:cNvPr>
              <p14:cNvContentPartPr/>
              <p14:nvPr/>
            </p14:nvContentPartPr>
            <p14:xfrm>
              <a:off x="4473311" y="4449831"/>
              <a:ext cx="660240" cy="759960"/>
            </p14:xfrm>
          </p:contentPart>
        </mc:Choice>
        <mc:Fallback xmlns="">
          <p:pic>
            <p:nvPicPr>
              <p:cNvPr id="210" name="Ink 211">
                <a:extLst>
                  <a:ext uri="{FF2B5EF4-FFF2-40B4-BE49-F238E27FC236}">
                    <a16:creationId xmlns:a16="http://schemas.microsoft.com/office/drawing/2014/main" id="{315A90E6-8008-D547-929C-7EEC66A2911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58191" y="4434711"/>
                <a:ext cx="6908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11" name="Ink 212">
                <a:extLst>
                  <a:ext uri="{FF2B5EF4-FFF2-40B4-BE49-F238E27FC236}">
                    <a16:creationId xmlns:a16="http://schemas.microsoft.com/office/drawing/2014/main" id="{8FC7BC11-A7EE-884E-B8B6-152E27D38C02}"/>
                  </a:ext>
                </a:extLst>
              </p14:cNvPr>
              <p14:cNvContentPartPr/>
              <p14:nvPr/>
            </p14:nvContentPartPr>
            <p14:xfrm>
              <a:off x="1865111" y="4198191"/>
              <a:ext cx="2422080" cy="1082520"/>
            </p14:xfrm>
          </p:contentPart>
        </mc:Choice>
        <mc:Fallback xmlns="">
          <p:pic>
            <p:nvPicPr>
              <p:cNvPr id="211" name="Ink 212">
                <a:extLst>
                  <a:ext uri="{FF2B5EF4-FFF2-40B4-BE49-F238E27FC236}">
                    <a16:creationId xmlns:a16="http://schemas.microsoft.com/office/drawing/2014/main" id="{8FC7BC11-A7EE-884E-B8B6-152E27D38C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49631" y="4182716"/>
                <a:ext cx="2452680" cy="1113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4676C8D9-B321-2942-BA5C-D23491212B1C}"/>
                  </a:ext>
                </a:extLst>
              </p14:cNvPr>
              <p14:cNvContentPartPr/>
              <p14:nvPr/>
            </p14:nvContentPartPr>
            <p14:xfrm>
              <a:off x="4629191" y="6186831"/>
              <a:ext cx="205920" cy="190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4676C8D9-B321-2942-BA5C-D23491212B1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13711" y="6171351"/>
                <a:ext cx="236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035BF25-5D08-7049-802D-2FAC421E7CCC}"/>
                  </a:ext>
                </a:extLst>
              </p14:cNvPr>
              <p14:cNvContentPartPr/>
              <p14:nvPr/>
            </p14:nvContentPartPr>
            <p14:xfrm>
              <a:off x="4616591" y="6292671"/>
              <a:ext cx="255600" cy="313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035BF25-5D08-7049-802D-2FAC421E7C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01471" y="6277191"/>
                <a:ext cx="2862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1" name="Ink 242">
                <a:extLst>
                  <a:ext uri="{FF2B5EF4-FFF2-40B4-BE49-F238E27FC236}">
                    <a16:creationId xmlns:a16="http://schemas.microsoft.com/office/drawing/2014/main" id="{BC0D86F2-DC29-6A4B-AF6B-DE27256DEE41}"/>
                  </a:ext>
                </a:extLst>
              </p14:cNvPr>
              <p14:cNvContentPartPr/>
              <p14:nvPr/>
            </p14:nvContentPartPr>
            <p14:xfrm>
              <a:off x="1024511" y="6050391"/>
              <a:ext cx="865800" cy="366840"/>
            </p14:xfrm>
          </p:contentPart>
        </mc:Choice>
        <mc:Fallback xmlns="">
          <p:pic>
            <p:nvPicPr>
              <p:cNvPr id="241" name="Ink 242">
                <a:extLst>
                  <a:ext uri="{FF2B5EF4-FFF2-40B4-BE49-F238E27FC236}">
                    <a16:creationId xmlns:a16="http://schemas.microsoft.com/office/drawing/2014/main" id="{BC0D86F2-DC29-6A4B-AF6B-DE27256DEE4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09391" y="6035271"/>
                <a:ext cx="8960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6" name="Ink 247">
                <a:extLst>
                  <a:ext uri="{FF2B5EF4-FFF2-40B4-BE49-F238E27FC236}">
                    <a16:creationId xmlns:a16="http://schemas.microsoft.com/office/drawing/2014/main" id="{584272E8-83CA-B94E-908A-93BB63E3A260}"/>
                  </a:ext>
                </a:extLst>
              </p14:cNvPr>
              <p14:cNvContentPartPr/>
              <p14:nvPr/>
            </p14:nvContentPartPr>
            <p14:xfrm>
              <a:off x="5220671" y="5950671"/>
              <a:ext cx="218160" cy="472680"/>
            </p14:xfrm>
          </p:contentPart>
        </mc:Choice>
        <mc:Fallback xmlns="">
          <p:pic>
            <p:nvPicPr>
              <p:cNvPr id="246" name="Ink 247">
                <a:extLst>
                  <a:ext uri="{FF2B5EF4-FFF2-40B4-BE49-F238E27FC236}">
                    <a16:creationId xmlns:a16="http://schemas.microsoft.com/office/drawing/2014/main" id="{584272E8-83CA-B94E-908A-93BB63E3A26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05191" y="5935551"/>
                <a:ext cx="2487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7" name="Ink 248">
                <a:extLst>
                  <a:ext uri="{FF2B5EF4-FFF2-40B4-BE49-F238E27FC236}">
                    <a16:creationId xmlns:a16="http://schemas.microsoft.com/office/drawing/2014/main" id="{4EE80954-CE62-9340-9E63-692C798DE593}"/>
                  </a:ext>
                </a:extLst>
              </p14:cNvPr>
              <p14:cNvContentPartPr/>
              <p14:nvPr/>
            </p14:nvContentPartPr>
            <p14:xfrm>
              <a:off x="2008031" y="5461071"/>
              <a:ext cx="2142000" cy="950040"/>
            </p14:xfrm>
          </p:contentPart>
        </mc:Choice>
        <mc:Fallback xmlns="">
          <p:pic>
            <p:nvPicPr>
              <p:cNvPr id="247" name="Ink 248">
                <a:extLst>
                  <a:ext uri="{FF2B5EF4-FFF2-40B4-BE49-F238E27FC236}">
                    <a16:creationId xmlns:a16="http://schemas.microsoft.com/office/drawing/2014/main" id="{4EE80954-CE62-9340-9E63-692C798DE59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92911" y="5445951"/>
                <a:ext cx="2172600" cy="9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5" name="Ink 255">
                <a:extLst>
                  <a:ext uri="{FF2B5EF4-FFF2-40B4-BE49-F238E27FC236}">
                    <a16:creationId xmlns:a16="http://schemas.microsoft.com/office/drawing/2014/main" id="{6CF39ED3-0F4E-6742-A750-95D8B7C66504}"/>
                  </a:ext>
                </a:extLst>
              </p14:cNvPr>
              <p14:cNvContentPartPr/>
              <p14:nvPr/>
            </p14:nvContentPartPr>
            <p14:xfrm>
              <a:off x="5588591" y="6033831"/>
              <a:ext cx="982800" cy="296280"/>
            </p14:xfrm>
          </p:contentPart>
        </mc:Choice>
        <mc:Fallback xmlns="">
          <p:pic>
            <p:nvPicPr>
              <p:cNvPr id="255" name="Ink 255">
                <a:extLst>
                  <a:ext uri="{FF2B5EF4-FFF2-40B4-BE49-F238E27FC236}">
                    <a16:creationId xmlns:a16="http://schemas.microsoft.com/office/drawing/2014/main" id="{6CF39ED3-0F4E-6742-A750-95D8B7C6650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573105" y="6018711"/>
                <a:ext cx="1013411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D02A480-10D0-CA42-802B-A09DFC4F783C}"/>
                  </a:ext>
                </a:extLst>
              </p14:cNvPr>
              <p14:cNvContentPartPr/>
              <p14:nvPr/>
            </p14:nvContentPartPr>
            <p14:xfrm>
              <a:off x="993551" y="2663151"/>
              <a:ext cx="180720" cy="378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D02A480-10D0-CA42-802B-A09DFC4F783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78071" y="2647671"/>
                <a:ext cx="211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3C97E264-2242-4C43-83C8-8E29B669F084}"/>
                  </a:ext>
                </a:extLst>
              </p14:cNvPr>
              <p14:cNvContentPartPr/>
              <p14:nvPr/>
            </p14:nvContentPartPr>
            <p14:xfrm>
              <a:off x="1092911" y="2682591"/>
              <a:ext cx="56520" cy="2052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3C97E264-2242-4C43-83C8-8E29B669F08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7791" y="2667111"/>
                <a:ext cx="867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43A05C3-2C12-4141-94BF-430D7047CD51}"/>
                  </a:ext>
                </a:extLst>
              </p14:cNvPr>
              <p14:cNvContentPartPr/>
              <p14:nvPr/>
            </p14:nvContentPartPr>
            <p14:xfrm>
              <a:off x="1037111" y="2849991"/>
              <a:ext cx="230760" cy="313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43A05C3-2C12-4141-94BF-430D7047CD5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21631" y="2834511"/>
                <a:ext cx="261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6D3DA729-FE3A-5F49-B1B3-1D5AF462E3A0}"/>
                  </a:ext>
                </a:extLst>
              </p14:cNvPr>
              <p14:cNvContentPartPr/>
              <p14:nvPr/>
            </p14:nvContentPartPr>
            <p14:xfrm>
              <a:off x="1273631" y="2731551"/>
              <a:ext cx="205920" cy="1281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6D3DA729-FE3A-5F49-B1B3-1D5AF462E3A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58151" y="2716431"/>
                <a:ext cx="2361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355D251-4196-704D-8786-AC630BF7C2EC}"/>
                  </a:ext>
                </a:extLst>
              </p14:cNvPr>
              <p14:cNvContentPartPr/>
              <p14:nvPr/>
            </p14:nvContentPartPr>
            <p14:xfrm>
              <a:off x="1447871" y="2675391"/>
              <a:ext cx="162360" cy="313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355D251-4196-704D-8786-AC630BF7C2E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432751" y="2660271"/>
                <a:ext cx="1926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2D9AFF29-F3CE-3C46-84E6-031E9DA15327}"/>
                  </a:ext>
                </a:extLst>
              </p14:cNvPr>
              <p14:cNvContentPartPr/>
              <p14:nvPr/>
            </p14:nvContentPartPr>
            <p14:xfrm>
              <a:off x="1534991" y="2613111"/>
              <a:ext cx="43920" cy="25560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2D9AFF29-F3CE-3C46-84E6-031E9DA1532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19871" y="2597991"/>
                <a:ext cx="745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4B51E2F9-86B8-744D-B46C-3B51BB7FF361}"/>
                  </a:ext>
                </a:extLst>
              </p14:cNvPr>
              <p14:cNvContentPartPr/>
              <p14:nvPr/>
            </p14:nvContentPartPr>
            <p14:xfrm>
              <a:off x="1604111" y="2663151"/>
              <a:ext cx="273600" cy="1746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4B51E2F9-86B8-744D-B46C-3B51BB7FF36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588991" y="2647671"/>
                <a:ext cx="3042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F5536EE4-86C6-DC49-B603-34CB4EF34918}"/>
                  </a:ext>
                </a:extLst>
              </p14:cNvPr>
              <p14:cNvContentPartPr/>
              <p14:nvPr/>
            </p14:nvContentPartPr>
            <p14:xfrm>
              <a:off x="1896071" y="2657031"/>
              <a:ext cx="131040" cy="1558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F5536EE4-86C6-DC49-B603-34CB4EF3491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880951" y="2641551"/>
                <a:ext cx="1616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C5FEB1C-4FC6-3246-A44B-800BD9B2E8B5}"/>
                  </a:ext>
                </a:extLst>
              </p14:cNvPr>
              <p14:cNvContentPartPr/>
              <p14:nvPr/>
            </p14:nvContentPartPr>
            <p14:xfrm>
              <a:off x="2014511" y="2663151"/>
              <a:ext cx="118800" cy="1872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C5FEB1C-4FC6-3246-A44B-800BD9B2E8B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999031" y="2647671"/>
                <a:ext cx="1490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6A248A0-BF47-1D43-BDDB-49D18BB3020A}"/>
                  </a:ext>
                </a:extLst>
              </p14:cNvPr>
              <p14:cNvContentPartPr/>
              <p14:nvPr/>
            </p14:nvContentPartPr>
            <p14:xfrm>
              <a:off x="2194871" y="2507271"/>
              <a:ext cx="81360" cy="2617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6A248A0-BF47-1D43-BDDB-49D18BB3020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179751" y="2492151"/>
                <a:ext cx="1119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440B831-D164-0749-B9BF-6381B80B1323}"/>
                  </a:ext>
                </a:extLst>
              </p14:cNvPr>
              <p14:cNvContentPartPr/>
              <p14:nvPr/>
            </p14:nvContentPartPr>
            <p14:xfrm>
              <a:off x="2113871" y="2606991"/>
              <a:ext cx="106200" cy="190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440B831-D164-0749-B9BF-6381B80B132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98751" y="2591871"/>
                <a:ext cx="136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C789663-C1BC-5E4C-A111-444CA01B9568}"/>
                  </a:ext>
                </a:extLst>
              </p14:cNvPr>
              <p14:cNvContentPartPr/>
              <p14:nvPr/>
            </p14:nvContentPartPr>
            <p14:xfrm>
              <a:off x="2468831" y="2610591"/>
              <a:ext cx="367560" cy="22716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C789663-C1BC-5E4C-A111-444CA01B956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453711" y="2595111"/>
                <a:ext cx="3981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E5DE2F4A-BA10-C744-A4EC-918364C0A6AD}"/>
                  </a:ext>
                </a:extLst>
              </p14:cNvPr>
              <p14:cNvContentPartPr/>
              <p14:nvPr/>
            </p14:nvContentPartPr>
            <p14:xfrm>
              <a:off x="2705351" y="2569551"/>
              <a:ext cx="405000" cy="2307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E5DE2F4A-BA10-C744-A4EC-918364C0A6A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90231" y="2554431"/>
                <a:ext cx="43560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4999D19-B40A-FB44-8545-41F6322BE354}"/>
                  </a:ext>
                </a:extLst>
              </p14:cNvPr>
              <p14:cNvContentPartPr/>
              <p14:nvPr/>
            </p14:nvContentPartPr>
            <p14:xfrm>
              <a:off x="3122591" y="2510151"/>
              <a:ext cx="492120" cy="3013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4999D19-B40A-FB44-8545-41F6322BE35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107111" y="2495031"/>
                <a:ext cx="5227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82168236-496D-4046-801A-07D8570F045A}"/>
                  </a:ext>
                </a:extLst>
              </p14:cNvPr>
              <p14:cNvContentPartPr/>
              <p14:nvPr/>
            </p14:nvContentPartPr>
            <p14:xfrm>
              <a:off x="3894431" y="2687991"/>
              <a:ext cx="162360" cy="129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82168236-496D-4046-801A-07D8570F045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79311" y="2672871"/>
                <a:ext cx="192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46613493-4E95-444B-8603-783748C72368}"/>
                  </a:ext>
                </a:extLst>
              </p14:cNvPr>
              <p14:cNvContentPartPr/>
              <p14:nvPr/>
            </p14:nvContentPartPr>
            <p14:xfrm>
              <a:off x="3937991" y="2744151"/>
              <a:ext cx="174600" cy="5004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46613493-4E95-444B-8603-783748C7236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922871" y="2728671"/>
                <a:ext cx="2052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04D98827-F0A6-B64E-8811-4F8E9E397C96}"/>
                  </a:ext>
                </a:extLst>
              </p14:cNvPr>
              <p14:cNvContentPartPr/>
              <p14:nvPr/>
            </p14:nvContentPartPr>
            <p14:xfrm>
              <a:off x="4330391" y="2558031"/>
              <a:ext cx="228600" cy="1987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04D98827-F0A6-B64E-8811-4F8E9E397C9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314911" y="2542551"/>
                <a:ext cx="2592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7DF225C4-8D7A-4048-9933-7906B7063F64}"/>
                  </a:ext>
                </a:extLst>
              </p14:cNvPr>
              <p14:cNvContentPartPr/>
              <p14:nvPr/>
            </p14:nvContentPartPr>
            <p14:xfrm>
              <a:off x="4448471" y="2432751"/>
              <a:ext cx="137160" cy="4111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7DF225C4-8D7A-4048-9933-7906B7063F6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433351" y="2417631"/>
                <a:ext cx="1677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829FAF0C-A8AE-B346-8FFA-0CA1CB9C3BAA}"/>
                  </a:ext>
                </a:extLst>
              </p14:cNvPr>
              <p14:cNvContentPartPr/>
              <p14:nvPr/>
            </p14:nvContentPartPr>
            <p14:xfrm>
              <a:off x="4697591" y="2470191"/>
              <a:ext cx="155880" cy="2923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829FAF0C-A8AE-B346-8FFA-0CA1CB9C3BA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82471" y="2454711"/>
                <a:ext cx="1864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028D3ED-0001-8E44-A93B-A2BD1B255A09}"/>
                  </a:ext>
                </a:extLst>
              </p14:cNvPr>
              <p14:cNvContentPartPr/>
              <p14:nvPr/>
            </p14:nvContentPartPr>
            <p14:xfrm>
              <a:off x="4884431" y="2495031"/>
              <a:ext cx="174600" cy="2617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028D3ED-0001-8E44-A93B-A2BD1B255A0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68951" y="2479911"/>
                <a:ext cx="2052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9732DF02-45D4-CE46-87B8-F3DC41C7EF5B}"/>
                  </a:ext>
                </a:extLst>
              </p14:cNvPr>
              <p14:cNvContentPartPr/>
              <p14:nvPr/>
            </p14:nvContentPartPr>
            <p14:xfrm>
              <a:off x="5127071" y="2538591"/>
              <a:ext cx="230760" cy="18720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9732DF02-45D4-CE46-87B8-F3DC41C7EF5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111951" y="2523471"/>
                <a:ext cx="2613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14317FE0-1E59-A74E-914F-2CAC02100A24}"/>
                  </a:ext>
                </a:extLst>
              </p14:cNvPr>
              <p14:cNvContentPartPr/>
              <p14:nvPr/>
            </p14:nvContentPartPr>
            <p14:xfrm>
              <a:off x="5338751" y="2507991"/>
              <a:ext cx="87480" cy="24264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14317FE0-1E59-A74E-914F-2CAC02100A2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323631" y="2492871"/>
                <a:ext cx="1180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32A815CA-A171-1D42-975F-129E17CB24D2}"/>
                  </a:ext>
                </a:extLst>
              </p14:cNvPr>
              <p14:cNvContentPartPr/>
              <p14:nvPr/>
            </p14:nvContentPartPr>
            <p14:xfrm>
              <a:off x="5463311" y="2557311"/>
              <a:ext cx="124920" cy="2113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32A815CA-A171-1D42-975F-129E17CB24D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448191" y="2541831"/>
                <a:ext cx="1555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FA0474CB-EB2B-8A47-B564-6606CBF17988}"/>
                  </a:ext>
                </a:extLst>
              </p14:cNvPr>
              <p14:cNvContentPartPr/>
              <p14:nvPr/>
            </p14:nvContentPartPr>
            <p14:xfrm>
              <a:off x="5531711" y="2525991"/>
              <a:ext cx="199440" cy="439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FA0474CB-EB2B-8A47-B564-6606CBF1798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16591" y="2510871"/>
                <a:ext cx="2300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C6EF6FCF-8A10-5D48-A1A6-F7415D6344D0}"/>
                  </a:ext>
                </a:extLst>
              </p14:cNvPr>
              <p14:cNvContentPartPr/>
              <p14:nvPr/>
            </p14:nvContentPartPr>
            <p14:xfrm>
              <a:off x="5774711" y="2687991"/>
              <a:ext cx="25200" cy="252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C6EF6FCF-8A10-5D48-A1A6-F7415D6344D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59231" y="2672871"/>
                <a:ext cx="55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EEB3A114-9E07-D143-A1E7-B808D6F2CA7B}"/>
                  </a:ext>
                </a:extLst>
              </p14:cNvPr>
              <p14:cNvContentPartPr/>
              <p14:nvPr/>
            </p14:nvContentPartPr>
            <p14:xfrm>
              <a:off x="5886671" y="2525991"/>
              <a:ext cx="168480" cy="2556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EEB3A114-9E07-D143-A1E7-B808D6F2CA7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71551" y="2510871"/>
                <a:ext cx="1990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E2E1789-16FD-8F4B-ACD2-F7395263E4D7}"/>
                  </a:ext>
                </a:extLst>
              </p14:cNvPr>
              <p14:cNvContentPartPr/>
              <p14:nvPr/>
            </p14:nvContentPartPr>
            <p14:xfrm>
              <a:off x="6079631" y="2576031"/>
              <a:ext cx="149760" cy="2120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E2E1789-16FD-8F4B-ACD2-F7395263E4D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064511" y="2560551"/>
                <a:ext cx="180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5BBC58D9-3923-B944-B066-387CA8583518}"/>
                  </a:ext>
                </a:extLst>
              </p14:cNvPr>
              <p14:cNvContentPartPr/>
              <p14:nvPr/>
            </p14:nvContentPartPr>
            <p14:xfrm>
              <a:off x="6148031" y="2563431"/>
              <a:ext cx="236880" cy="129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5BBC58D9-3923-B944-B066-387CA858351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132911" y="2548311"/>
                <a:ext cx="267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C7ECAC15-F401-1D48-B1ED-2D778993857B}"/>
                  </a:ext>
                </a:extLst>
              </p14:cNvPr>
              <p14:cNvContentPartPr/>
              <p14:nvPr/>
            </p14:nvContentPartPr>
            <p14:xfrm>
              <a:off x="6384551" y="2663151"/>
              <a:ext cx="155880" cy="313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C7ECAC15-F401-1D48-B1ED-2D778993857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369431" y="2647671"/>
                <a:ext cx="1864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E89FA88F-A911-6C41-A4BF-EEEEDA22B8BD}"/>
                  </a:ext>
                </a:extLst>
              </p14:cNvPr>
              <p14:cNvContentPartPr/>
              <p14:nvPr/>
            </p14:nvContentPartPr>
            <p14:xfrm>
              <a:off x="6720791" y="2538591"/>
              <a:ext cx="217440" cy="17460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E89FA88F-A911-6C41-A4BF-EEEEDA22B8B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705671" y="2523471"/>
                <a:ext cx="2480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6C69E27F-AD24-BC47-B2CA-6FBCC03D2821}"/>
                  </a:ext>
                </a:extLst>
              </p14:cNvPr>
              <p14:cNvContentPartPr/>
              <p14:nvPr/>
            </p14:nvContentPartPr>
            <p14:xfrm>
              <a:off x="6801791" y="2439591"/>
              <a:ext cx="68760" cy="31104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6C69E27F-AD24-BC47-B2CA-6FBCC03D282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786671" y="2424471"/>
                <a:ext cx="993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94C2850E-5BFF-2340-8AB5-42C53BB11697}"/>
                  </a:ext>
                </a:extLst>
              </p14:cNvPr>
              <p14:cNvContentPartPr/>
              <p14:nvPr/>
            </p14:nvContentPartPr>
            <p14:xfrm>
              <a:off x="6982151" y="2507271"/>
              <a:ext cx="199440" cy="19332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94C2850E-5BFF-2340-8AB5-42C53BB1169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967031" y="2492151"/>
                <a:ext cx="2300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A79D5FA9-B9FD-F04B-9DDD-BABFB3391B19}"/>
                  </a:ext>
                </a:extLst>
              </p14:cNvPr>
              <p14:cNvContentPartPr/>
              <p14:nvPr/>
            </p14:nvContentPartPr>
            <p14:xfrm>
              <a:off x="7063151" y="2513751"/>
              <a:ext cx="174600" cy="378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A79D5FA9-B9FD-F04B-9DDD-BABFB3391B1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048031" y="2498271"/>
                <a:ext cx="2052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9F32105B-4DE3-3740-AF8C-830DA027FA67}"/>
                  </a:ext>
                </a:extLst>
              </p14:cNvPr>
              <p14:cNvContentPartPr/>
              <p14:nvPr/>
            </p14:nvContentPartPr>
            <p14:xfrm>
              <a:off x="7256111" y="2532471"/>
              <a:ext cx="146160" cy="1623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9F32105B-4DE3-3740-AF8C-830DA027FA6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240991" y="2516991"/>
                <a:ext cx="1767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C293D719-5467-0347-B7F2-55C3544C369A}"/>
                  </a:ext>
                </a:extLst>
              </p14:cNvPr>
              <p14:cNvContentPartPr/>
              <p14:nvPr/>
            </p14:nvContentPartPr>
            <p14:xfrm>
              <a:off x="7474271" y="2520591"/>
              <a:ext cx="137160" cy="1173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C293D719-5467-0347-B7F2-55C3544C369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458791" y="2505471"/>
                <a:ext cx="1677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4EFD1801-610F-AD44-98A2-75ABF690E766}"/>
                  </a:ext>
                </a:extLst>
              </p14:cNvPr>
              <p14:cNvContentPartPr/>
              <p14:nvPr/>
            </p14:nvContentPartPr>
            <p14:xfrm>
              <a:off x="7667231" y="2495031"/>
              <a:ext cx="112320" cy="1497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4EFD1801-610F-AD44-98A2-75ABF690E76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651751" y="2479911"/>
                <a:ext cx="1429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DA0AC3E-67EA-914C-B3F8-759AA593DAD2}"/>
                  </a:ext>
                </a:extLst>
              </p14:cNvPr>
              <p14:cNvContentPartPr/>
              <p14:nvPr/>
            </p14:nvContentPartPr>
            <p14:xfrm>
              <a:off x="7841471" y="2488911"/>
              <a:ext cx="174600" cy="1371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DA0AC3E-67EA-914C-B3F8-759AA593DAD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826351" y="2473431"/>
                <a:ext cx="2052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43CBBB6-6637-E743-AB2B-F36D1F66D75F}"/>
                  </a:ext>
                </a:extLst>
              </p14:cNvPr>
              <p14:cNvContentPartPr/>
              <p14:nvPr/>
            </p14:nvContentPartPr>
            <p14:xfrm>
              <a:off x="4018991" y="3042951"/>
              <a:ext cx="162360" cy="129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43CBBB6-6637-E743-AB2B-F36D1F66D75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003871" y="3027471"/>
                <a:ext cx="192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A8C7963F-B2D6-8C45-A66B-6429348F186C}"/>
                  </a:ext>
                </a:extLst>
              </p14:cNvPr>
              <p14:cNvContentPartPr/>
              <p14:nvPr/>
            </p14:nvContentPartPr>
            <p14:xfrm>
              <a:off x="4015391" y="3111351"/>
              <a:ext cx="209160" cy="252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A8C7963F-B2D6-8C45-A66B-6429348F186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000271" y="3096231"/>
                <a:ext cx="239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425C1415-359F-854B-828D-2C98753EB12D}"/>
                  </a:ext>
                </a:extLst>
              </p14:cNvPr>
              <p14:cNvContentPartPr/>
              <p14:nvPr/>
            </p14:nvContentPartPr>
            <p14:xfrm>
              <a:off x="4386191" y="2980671"/>
              <a:ext cx="212040" cy="193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425C1415-359F-854B-828D-2C98753EB12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71071" y="2965191"/>
                <a:ext cx="2426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E1FA19B3-87AF-F649-9C4A-B3A362053085}"/>
                  </a:ext>
                </a:extLst>
              </p14:cNvPr>
              <p14:cNvContentPartPr/>
              <p14:nvPr/>
            </p14:nvContentPartPr>
            <p14:xfrm>
              <a:off x="4454951" y="2893551"/>
              <a:ext cx="56520" cy="30528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E1FA19B3-87AF-F649-9C4A-B3A36205308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439471" y="2878071"/>
                <a:ext cx="867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C36612C6-5821-4C43-8EA2-CFEBECDAD93E}"/>
                  </a:ext>
                </a:extLst>
              </p14:cNvPr>
              <p14:cNvContentPartPr/>
              <p14:nvPr/>
            </p14:nvContentPartPr>
            <p14:xfrm>
              <a:off x="4846991" y="2999391"/>
              <a:ext cx="25200" cy="22464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C36612C6-5821-4C43-8EA2-CFEBECDAD93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31871" y="2983911"/>
                <a:ext cx="55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80EA065-F2D4-1642-9B18-A25E1E20A8DB}"/>
                  </a:ext>
                </a:extLst>
              </p14:cNvPr>
              <p14:cNvContentPartPr/>
              <p14:nvPr/>
            </p14:nvContentPartPr>
            <p14:xfrm>
              <a:off x="4958951" y="2961951"/>
              <a:ext cx="187200" cy="2246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80EA065-F2D4-1642-9B18-A25E1E20A8D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43831" y="2946831"/>
                <a:ext cx="217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DEF51C1-70BD-B049-99DE-68C67C190364}"/>
                  </a:ext>
                </a:extLst>
              </p14:cNvPr>
              <p14:cNvContentPartPr/>
              <p14:nvPr/>
            </p14:nvContentPartPr>
            <p14:xfrm>
              <a:off x="5239751" y="2986791"/>
              <a:ext cx="236160" cy="1497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DEF51C1-70BD-B049-99DE-68C67C19036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224631" y="2971671"/>
                <a:ext cx="2667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FC2B1036-F762-9346-815C-9A96F102CE8A}"/>
                  </a:ext>
                </a:extLst>
              </p14:cNvPr>
              <p14:cNvContentPartPr/>
              <p14:nvPr/>
            </p14:nvContentPartPr>
            <p14:xfrm>
              <a:off x="5432351" y="2956551"/>
              <a:ext cx="105480" cy="1864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FC2B1036-F762-9346-815C-9A96F102CE8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416871" y="2941071"/>
                <a:ext cx="1360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F3F5B6B-CBDB-DD49-AFA5-CEF92CA4D292}"/>
                  </a:ext>
                </a:extLst>
              </p14:cNvPr>
              <p14:cNvContentPartPr/>
              <p14:nvPr/>
            </p14:nvContentPartPr>
            <p14:xfrm>
              <a:off x="5581751" y="3005511"/>
              <a:ext cx="168480" cy="1746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F3F5B6B-CBDB-DD49-AFA5-CEF92CA4D29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566271" y="2990391"/>
                <a:ext cx="1990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FC2CD102-4E45-0443-9DA6-9DBDCAB29C56}"/>
                  </a:ext>
                </a:extLst>
              </p14:cNvPr>
              <p14:cNvContentPartPr/>
              <p14:nvPr/>
            </p14:nvContentPartPr>
            <p14:xfrm>
              <a:off x="5643671" y="2974191"/>
              <a:ext cx="205920" cy="252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FC2CD102-4E45-0443-9DA6-9DBDCAB29C5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28551" y="2959071"/>
                <a:ext cx="2361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D17DB148-80CA-8B45-9B25-0E2EE2777226}"/>
                  </a:ext>
                </a:extLst>
              </p14:cNvPr>
              <p14:cNvContentPartPr/>
              <p14:nvPr/>
            </p14:nvContentPartPr>
            <p14:xfrm>
              <a:off x="5955071" y="3123951"/>
              <a:ext cx="25200" cy="129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D17DB148-80CA-8B45-9B25-0E2EE277722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939951" y="3108471"/>
                <a:ext cx="55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EEB7E40F-5F7B-CA41-B0DC-0028ACC0A015}"/>
                  </a:ext>
                </a:extLst>
              </p14:cNvPr>
              <p14:cNvContentPartPr/>
              <p14:nvPr/>
            </p14:nvContentPartPr>
            <p14:xfrm>
              <a:off x="6029951" y="2968071"/>
              <a:ext cx="124920" cy="2865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EEB7E40F-5F7B-CA41-B0DC-0028ACC0A01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014471" y="2952951"/>
                <a:ext cx="1555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6322A391-12A3-904F-A14C-32EB1D1C6E4F}"/>
                  </a:ext>
                </a:extLst>
              </p14:cNvPr>
              <p14:cNvContentPartPr/>
              <p14:nvPr/>
            </p14:nvContentPartPr>
            <p14:xfrm>
              <a:off x="6235151" y="3042951"/>
              <a:ext cx="143640" cy="21204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6322A391-12A3-904F-A14C-32EB1D1C6E4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220031" y="3027471"/>
                <a:ext cx="1738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37D3A7EB-78EB-984B-B858-6A04140CC3FF}"/>
                  </a:ext>
                </a:extLst>
              </p14:cNvPr>
              <p14:cNvContentPartPr/>
              <p14:nvPr/>
            </p14:nvContentPartPr>
            <p14:xfrm>
              <a:off x="6334871" y="2999391"/>
              <a:ext cx="224640" cy="439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37D3A7EB-78EB-984B-B858-6A04140CC3F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319751" y="2983911"/>
                <a:ext cx="254880" cy="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3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 </a:t>
            </a:r>
            <a:r>
              <a:rPr lang="en-US"/>
              <a:t>- annual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>
            <a:solidFill>
              <a:srgbClr val="0070C0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A = P*(1 + R)</a:t>
            </a:r>
            <a:r>
              <a:rPr lang="en-US" sz="4400" b="1" baseline="30000" dirty="0"/>
              <a:t>n</a:t>
            </a:r>
            <a:endParaRPr lang="en-US" sz="4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A = final amount</a:t>
            </a:r>
          </a:p>
          <a:p>
            <a:pPr marL="0" indent="0">
              <a:buNone/>
            </a:pPr>
            <a:r>
              <a:rPr lang="en-US" dirty="0"/>
              <a:t>P = principal</a:t>
            </a:r>
          </a:p>
          <a:p>
            <a:pPr marL="0" indent="0">
              <a:buNone/>
            </a:pPr>
            <a:r>
              <a:rPr lang="en-US" dirty="0"/>
              <a:t>R = rate (%) pa</a:t>
            </a:r>
          </a:p>
          <a:p>
            <a:pPr marL="0" indent="0">
              <a:buNone/>
            </a:pPr>
            <a:r>
              <a:rPr lang="en-US" dirty="0"/>
              <a:t>n = number of years</a:t>
            </a:r>
          </a:p>
        </p:txBody>
      </p:sp>
    </p:spTree>
    <p:extLst>
      <p:ext uri="{BB962C8B-B14F-4D97-AF65-F5344CB8AC3E}">
        <p14:creationId xmlns:p14="http://schemas.microsoft.com/office/powerpoint/2010/main" val="26932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loan (compound interest)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Cathy borrowed $40,000 from the bank to start her own business.  The interest rate is 6% compounded annually.  Cathy will pay the whole loan back at the end of the loan period which is 4 years.</a:t>
            </a:r>
          </a:p>
          <a:p>
            <a:r>
              <a:rPr lang="en-US" dirty="0"/>
              <a:t>How much would Cathy owe the bank after 2 years?</a:t>
            </a:r>
          </a:p>
          <a:p>
            <a:r>
              <a:rPr lang="en-US" dirty="0"/>
              <a:t>What is the total amount Cathy has to pay back the bank?</a:t>
            </a:r>
          </a:p>
          <a:p>
            <a:r>
              <a:rPr lang="en-US" dirty="0"/>
              <a:t>What is the total interest paid by Cathy?</a:t>
            </a:r>
          </a:p>
          <a:p>
            <a:r>
              <a:rPr lang="en-US" dirty="0"/>
              <a:t>How much would Cathy have to pay the bank if the bank were 6% </a:t>
            </a:r>
            <a:r>
              <a:rPr lang="en-US"/>
              <a:t>simple interest?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1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 – periods other than annual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>
            <a:solidFill>
              <a:srgbClr val="0070C0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A = P*(1 + R)</a:t>
            </a:r>
            <a:r>
              <a:rPr lang="en-US" sz="4400" b="1" baseline="30000" dirty="0"/>
              <a:t>n</a:t>
            </a:r>
            <a:endParaRPr lang="en-US" sz="4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A = final amount</a:t>
            </a:r>
          </a:p>
          <a:p>
            <a:pPr marL="0" indent="0">
              <a:buNone/>
            </a:pPr>
            <a:r>
              <a:rPr lang="en-US" dirty="0"/>
              <a:t>P = principal</a:t>
            </a:r>
          </a:p>
          <a:p>
            <a:pPr marL="0" indent="0">
              <a:buNone/>
            </a:pPr>
            <a:r>
              <a:rPr lang="en-US" dirty="0"/>
              <a:t>R = rate (%)</a:t>
            </a:r>
          </a:p>
          <a:p>
            <a:pPr marL="0" indent="0">
              <a:buNone/>
            </a:pPr>
            <a:r>
              <a:rPr lang="en-US" dirty="0"/>
              <a:t>n = number of compounding periods</a:t>
            </a:r>
          </a:p>
        </p:txBody>
      </p:sp>
    </p:spTree>
    <p:extLst>
      <p:ext uri="{BB962C8B-B14F-4D97-AF65-F5344CB8AC3E}">
        <p14:creationId xmlns:p14="http://schemas.microsoft.com/office/powerpoint/2010/main" val="73730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the following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$12,000 is invested at 8% per annum interest rate, with interest compounded annually, what is the investment worth after 12 years?</a:t>
            </a:r>
          </a:p>
          <a:p>
            <a:endParaRPr lang="en-US" dirty="0"/>
          </a:p>
          <a:p>
            <a:r>
              <a:rPr lang="en-US" dirty="0"/>
              <a:t>What if the interest is compounded every 6 months?  What is the investment after 12 years?</a:t>
            </a:r>
          </a:p>
          <a:p>
            <a:endParaRPr lang="en-US" dirty="0"/>
          </a:p>
          <a:p>
            <a:r>
              <a:rPr lang="en-US" dirty="0"/>
              <a:t>What if the interest is compounded every 3 months? What is the investment after 12 years? </a:t>
            </a:r>
          </a:p>
        </p:txBody>
      </p:sp>
    </p:spTree>
    <p:extLst>
      <p:ext uri="{BB962C8B-B14F-4D97-AF65-F5344CB8AC3E}">
        <p14:creationId xmlns:p14="http://schemas.microsoft.com/office/powerpoint/2010/main" val="81572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F93123-FA1E-5943-8FE3-D24197F4BD1B}"/>
                  </a:ext>
                </a:extLst>
              </p14:cNvPr>
              <p14:cNvContentPartPr/>
              <p14:nvPr/>
            </p14:nvContentPartPr>
            <p14:xfrm>
              <a:off x="2132591" y="272391"/>
              <a:ext cx="118800" cy="162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F93123-FA1E-5943-8FE3-D24197F4BD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7471" y="257271"/>
                <a:ext cx="1490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705CBC-1FD3-6643-8763-C17C2BBF89E1}"/>
                  </a:ext>
                </a:extLst>
              </p14:cNvPr>
              <p14:cNvContentPartPr/>
              <p14:nvPr/>
            </p14:nvContentPartPr>
            <p14:xfrm>
              <a:off x="2338151" y="284991"/>
              <a:ext cx="75240" cy="131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705CBC-1FD3-6643-8763-C17C2BBF89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3031" y="269871"/>
                <a:ext cx="1054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7E9025-33A5-ED46-A0D0-054E789D4E81}"/>
                  </a:ext>
                </a:extLst>
              </p14:cNvPr>
              <p14:cNvContentPartPr/>
              <p14:nvPr/>
            </p14:nvContentPartPr>
            <p14:xfrm>
              <a:off x="2512391" y="278871"/>
              <a:ext cx="149760" cy="12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7E9025-33A5-ED46-A0D0-054E789D4E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97271" y="263391"/>
                <a:ext cx="1803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8">
                <a:extLst>
                  <a:ext uri="{FF2B5EF4-FFF2-40B4-BE49-F238E27FC236}">
                    <a16:creationId xmlns:a16="http://schemas.microsoft.com/office/drawing/2014/main" id="{EA777B1B-B7E0-204E-9638-C7BA170F5CD1}"/>
                  </a:ext>
                </a:extLst>
              </p14:cNvPr>
              <p14:cNvContentPartPr/>
              <p14:nvPr/>
            </p14:nvContentPartPr>
            <p14:xfrm>
              <a:off x="1784111" y="222711"/>
              <a:ext cx="230400" cy="221760"/>
            </p14:xfrm>
          </p:contentPart>
        </mc:Choice>
        <mc:Fallback xmlns="">
          <p:pic>
            <p:nvPicPr>
              <p:cNvPr id="15" name="Ink 18">
                <a:extLst>
                  <a:ext uri="{FF2B5EF4-FFF2-40B4-BE49-F238E27FC236}">
                    <a16:creationId xmlns:a16="http://schemas.microsoft.com/office/drawing/2014/main" id="{EA777B1B-B7E0-204E-9638-C7BA170F5C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68655" y="207591"/>
                <a:ext cx="260952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9">
                <a:extLst>
                  <a:ext uri="{FF2B5EF4-FFF2-40B4-BE49-F238E27FC236}">
                    <a16:creationId xmlns:a16="http://schemas.microsoft.com/office/drawing/2014/main" id="{A56DB6DA-1F9E-7448-94A5-B36825BE11DD}"/>
                  </a:ext>
                </a:extLst>
              </p14:cNvPr>
              <p14:cNvContentPartPr/>
              <p14:nvPr/>
            </p14:nvContentPartPr>
            <p14:xfrm>
              <a:off x="1404311" y="185271"/>
              <a:ext cx="205200" cy="261720"/>
            </p14:xfrm>
          </p:contentPart>
        </mc:Choice>
        <mc:Fallback xmlns="">
          <p:pic>
            <p:nvPicPr>
              <p:cNvPr id="16" name="Ink 19">
                <a:extLst>
                  <a:ext uri="{FF2B5EF4-FFF2-40B4-BE49-F238E27FC236}">
                    <a16:creationId xmlns:a16="http://schemas.microsoft.com/office/drawing/2014/main" id="{A56DB6DA-1F9E-7448-94A5-B36825BE11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9191" y="170151"/>
                <a:ext cx="2354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20">
                <a:extLst>
                  <a:ext uri="{FF2B5EF4-FFF2-40B4-BE49-F238E27FC236}">
                    <a16:creationId xmlns:a16="http://schemas.microsoft.com/office/drawing/2014/main" id="{0C9FC585-C86D-C343-9A06-BEE825788FEA}"/>
                  </a:ext>
                </a:extLst>
              </p14:cNvPr>
              <p14:cNvContentPartPr/>
              <p14:nvPr/>
            </p14:nvContentPartPr>
            <p14:xfrm>
              <a:off x="1074191" y="390831"/>
              <a:ext cx="187200" cy="81360"/>
            </p14:xfrm>
          </p:contentPart>
        </mc:Choice>
        <mc:Fallback xmlns="">
          <p:pic>
            <p:nvPicPr>
              <p:cNvPr id="17" name="Ink 20">
                <a:extLst>
                  <a:ext uri="{FF2B5EF4-FFF2-40B4-BE49-F238E27FC236}">
                    <a16:creationId xmlns:a16="http://schemas.microsoft.com/office/drawing/2014/main" id="{0C9FC585-C86D-C343-9A06-BEE825788F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9071" y="375711"/>
                <a:ext cx="2178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21">
                <a:extLst>
                  <a:ext uri="{FF2B5EF4-FFF2-40B4-BE49-F238E27FC236}">
                    <a16:creationId xmlns:a16="http://schemas.microsoft.com/office/drawing/2014/main" id="{FAED6872-D0E8-414E-8250-271C946312CA}"/>
                  </a:ext>
                </a:extLst>
              </p14:cNvPr>
              <p14:cNvContentPartPr/>
              <p14:nvPr/>
            </p14:nvContentPartPr>
            <p14:xfrm>
              <a:off x="700871" y="253671"/>
              <a:ext cx="155160" cy="268200"/>
            </p14:xfrm>
          </p:contentPart>
        </mc:Choice>
        <mc:Fallback xmlns="">
          <p:pic>
            <p:nvPicPr>
              <p:cNvPr id="18" name="Ink 21">
                <a:extLst>
                  <a:ext uri="{FF2B5EF4-FFF2-40B4-BE49-F238E27FC236}">
                    <a16:creationId xmlns:a16="http://schemas.microsoft.com/office/drawing/2014/main" id="{FAED6872-D0E8-414E-8250-271C946312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5391" y="238551"/>
                <a:ext cx="1857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5998D-9918-9642-B032-95A656B46CF0}"/>
                  </a:ext>
                </a:extLst>
              </p14:cNvPr>
              <p14:cNvContentPartPr/>
              <p14:nvPr/>
            </p14:nvContentPartPr>
            <p14:xfrm>
              <a:off x="3595631" y="166551"/>
              <a:ext cx="218160" cy="248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5998D-9918-9642-B032-95A656B46C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80511" y="151431"/>
                <a:ext cx="2487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E3129B-1B0D-C24F-89FC-13084122EB42}"/>
                  </a:ext>
                </a:extLst>
              </p14:cNvPr>
              <p14:cNvContentPartPr/>
              <p14:nvPr/>
            </p14:nvContentPartPr>
            <p14:xfrm>
              <a:off x="3919271" y="260151"/>
              <a:ext cx="106200" cy="19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E3129B-1B0D-C24F-89FC-13084122EB4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04151" y="244671"/>
                <a:ext cx="136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B2BBE0E-D780-DC4D-924F-A1BD25920922}"/>
                  </a:ext>
                </a:extLst>
              </p14:cNvPr>
              <p14:cNvContentPartPr/>
              <p14:nvPr/>
            </p14:nvContentPartPr>
            <p14:xfrm>
              <a:off x="3913151" y="341151"/>
              <a:ext cx="93600" cy="19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B2BBE0E-D780-DC4D-924F-A1BD259209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98031" y="325671"/>
                <a:ext cx="124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9">
                <a:extLst>
                  <a:ext uri="{FF2B5EF4-FFF2-40B4-BE49-F238E27FC236}">
                    <a16:creationId xmlns:a16="http://schemas.microsoft.com/office/drawing/2014/main" id="{76CBA2DE-966A-3D4F-A973-1E0CD3451977}"/>
                  </a:ext>
                </a:extLst>
              </p14:cNvPr>
              <p14:cNvContentPartPr/>
              <p14:nvPr/>
            </p14:nvContentPartPr>
            <p14:xfrm>
              <a:off x="4243271" y="104271"/>
              <a:ext cx="535680" cy="324000"/>
            </p14:xfrm>
          </p:contentPart>
        </mc:Choice>
        <mc:Fallback xmlns="">
          <p:pic>
            <p:nvPicPr>
              <p:cNvPr id="29" name="Ink 29">
                <a:extLst>
                  <a:ext uri="{FF2B5EF4-FFF2-40B4-BE49-F238E27FC236}">
                    <a16:creationId xmlns:a16="http://schemas.microsoft.com/office/drawing/2014/main" id="{76CBA2DE-966A-3D4F-A973-1E0CD34519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27791" y="89151"/>
                <a:ext cx="5662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EF0A888-CDEF-E34D-9CBF-5A5D0657B22C}"/>
                  </a:ext>
                </a:extLst>
              </p14:cNvPr>
              <p14:cNvContentPartPr/>
              <p14:nvPr/>
            </p14:nvContentPartPr>
            <p14:xfrm>
              <a:off x="5425871" y="247551"/>
              <a:ext cx="149760" cy="112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EF0A888-CDEF-E34D-9CBF-5A5D0657B22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10751" y="232431"/>
                <a:ext cx="1803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C06A47-F954-294D-B0F7-4DE41EA94C22}"/>
                  </a:ext>
                </a:extLst>
              </p14:cNvPr>
              <p14:cNvContentPartPr/>
              <p14:nvPr/>
            </p14:nvContentPartPr>
            <p14:xfrm>
              <a:off x="5687591" y="309831"/>
              <a:ext cx="31320" cy="25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C06A47-F954-294D-B0F7-4DE41EA94C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72111" y="294711"/>
                <a:ext cx="61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5">
                <a:extLst>
                  <a:ext uri="{FF2B5EF4-FFF2-40B4-BE49-F238E27FC236}">
                    <a16:creationId xmlns:a16="http://schemas.microsoft.com/office/drawing/2014/main" id="{4206424E-7665-BC47-A196-7D96490AFCB0}"/>
                  </a:ext>
                </a:extLst>
              </p14:cNvPr>
              <p14:cNvContentPartPr/>
              <p14:nvPr/>
            </p14:nvContentPartPr>
            <p14:xfrm>
              <a:off x="5102231" y="216591"/>
              <a:ext cx="243360" cy="292320"/>
            </p14:xfrm>
          </p:contentPart>
        </mc:Choice>
        <mc:Fallback xmlns="">
          <p:pic>
            <p:nvPicPr>
              <p:cNvPr id="35" name="Ink 35">
                <a:extLst>
                  <a:ext uri="{FF2B5EF4-FFF2-40B4-BE49-F238E27FC236}">
                    <a16:creationId xmlns:a16="http://schemas.microsoft.com/office/drawing/2014/main" id="{4206424E-7665-BC47-A196-7D96490AFCB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87089" y="201111"/>
                <a:ext cx="274005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90A6BB-BF1E-C64C-A417-3EBBA9FD2A25}"/>
                  </a:ext>
                </a:extLst>
              </p14:cNvPr>
              <p14:cNvContentPartPr/>
              <p14:nvPr/>
            </p14:nvContentPartPr>
            <p14:xfrm>
              <a:off x="6602711" y="185271"/>
              <a:ext cx="230760" cy="217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90A6BB-BF1E-C64C-A417-3EBBA9FD2A2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87231" y="170151"/>
                <a:ext cx="2613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5" name="Ink 47">
                <a:extLst>
                  <a:ext uri="{FF2B5EF4-FFF2-40B4-BE49-F238E27FC236}">
                    <a16:creationId xmlns:a16="http://schemas.microsoft.com/office/drawing/2014/main" id="{6B46288A-58BB-6A43-B0A2-A269BA87FDB1}"/>
                  </a:ext>
                </a:extLst>
              </p14:cNvPr>
              <p14:cNvContentPartPr/>
              <p14:nvPr/>
            </p14:nvContentPartPr>
            <p14:xfrm>
              <a:off x="7923191" y="266271"/>
              <a:ext cx="784080" cy="358560"/>
            </p14:xfrm>
          </p:contentPart>
        </mc:Choice>
        <mc:Fallback xmlns="">
          <p:pic>
            <p:nvPicPr>
              <p:cNvPr id="45" name="Ink 47">
                <a:extLst>
                  <a:ext uri="{FF2B5EF4-FFF2-40B4-BE49-F238E27FC236}">
                    <a16:creationId xmlns:a16="http://schemas.microsoft.com/office/drawing/2014/main" id="{6B46288A-58BB-6A43-B0A2-A269BA87FDB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07711" y="251151"/>
                <a:ext cx="8146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6" name="Ink 48">
                <a:extLst>
                  <a:ext uri="{FF2B5EF4-FFF2-40B4-BE49-F238E27FC236}">
                    <a16:creationId xmlns:a16="http://schemas.microsoft.com/office/drawing/2014/main" id="{7084DCF5-6906-2B4E-B55C-E51D8E0DD47E}"/>
                  </a:ext>
                </a:extLst>
              </p14:cNvPr>
              <p14:cNvContentPartPr/>
              <p14:nvPr/>
            </p14:nvContentPartPr>
            <p14:xfrm>
              <a:off x="7374551" y="197871"/>
              <a:ext cx="224280" cy="186840"/>
            </p14:xfrm>
          </p:contentPart>
        </mc:Choice>
        <mc:Fallback xmlns="">
          <p:pic>
            <p:nvPicPr>
              <p:cNvPr id="46" name="Ink 48">
                <a:extLst>
                  <a:ext uri="{FF2B5EF4-FFF2-40B4-BE49-F238E27FC236}">
                    <a16:creationId xmlns:a16="http://schemas.microsoft.com/office/drawing/2014/main" id="{7084DCF5-6906-2B4E-B55C-E51D8E0DD4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59455" y="182421"/>
                <a:ext cx="254472" cy="217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7" name="Ink 49">
                <a:extLst>
                  <a:ext uri="{FF2B5EF4-FFF2-40B4-BE49-F238E27FC236}">
                    <a16:creationId xmlns:a16="http://schemas.microsoft.com/office/drawing/2014/main" id="{2D876F0F-4BEB-4F4D-9AA5-7EBEC910ABE3}"/>
                  </a:ext>
                </a:extLst>
              </p14:cNvPr>
              <p14:cNvContentPartPr/>
              <p14:nvPr/>
            </p14:nvContentPartPr>
            <p14:xfrm>
              <a:off x="6964511" y="253671"/>
              <a:ext cx="180360" cy="106200"/>
            </p14:xfrm>
          </p:contentPart>
        </mc:Choice>
        <mc:Fallback xmlns="">
          <p:pic>
            <p:nvPicPr>
              <p:cNvPr id="47" name="Ink 49">
                <a:extLst>
                  <a:ext uri="{FF2B5EF4-FFF2-40B4-BE49-F238E27FC236}">
                    <a16:creationId xmlns:a16="http://schemas.microsoft.com/office/drawing/2014/main" id="{2D876F0F-4BEB-4F4D-9AA5-7EBEC910ABE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49031" y="238551"/>
                <a:ext cx="2106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CCF038EB-F364-0548-BC9A-51F6FCA254E2}"/>
                  </a:ext>
                </a:extLst>
              </p14:cNvPr>
              <p14:cNvContentPartPr/>
              <p14:nvPr/>
            </p14:nvContentPartPr>
            <p14:xfrm>
              <a:off x="2359391" y="3665391"/>
              <a:ext cx="175320" cy="2682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CCF038EB-F364-0548-BC9A-51F6FCA254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05751" y="3557391"/>
                <a:ext cx="28296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26864681-7022-1242-ADC2-EBF4EE881D54}"/>
                  </a:ext>
                </a:extLst>
              </p14:cNvPr>
              <p14:cNvContentPartPr/>
              <p14:nvPr/>
            </p14:nvContentPartPr>
            <p14:xfrm>
              <a:off x="5783711" y="3945471"/>
              <a:ext cx="402120" cy="4237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26864681-7022-1242-ADC2-EBF4EE881D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729711" y="3837831"/>
                <a:ext cx="50976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0F86D529-4DB0-FC43-9E50-B5A918879D95}"/>
                  </a:ext>
                </a:extLst>
              </p14:cNvPr>
              <p14:cNvContentPartPr/>
              <p14:nvPr/>
            </p14:nvContentPartPr>
            <p14:xfrm>
              <a:off x="492071" y="5498511"/>
              <a:ext cx="408600" cy="19044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0F86D529-4DB0-FC43-9E50-B5A918879D9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8071" y="5390511"/>
                <a:ext cx="51624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F173E27E-B398-D043-9395-F05956F46442}"/>
                  </a:ext>
                </a:extLst>
              </p14:cNvPr>
              <p14:cNvContentPartPr/>
              <p14:nvPr/>
            </p14:nvContentPartPr>
            <p14:xfrm>
              <a:off x="4018991" y="5501391"/>
              <a:ext cx="545400" cy="27828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F173E27E-B398-D043-9395-F05956F4644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65351" y="5393391"/>
                <a:ext cx="65304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6" name="Ink 436">
                <a:extLst>
                  <a:ext uri="{FF2B5EF4-FFF2-40B4-BE49-F238E27FC236}">
                    <a16:creationId xmlns:a16="http://schemas.microsoft.com/office/drawing/2014/main" id="{F1E670B5-8040-9E45-8170-ED75F73EA66B}"/>
                  </a:ext>
                </a:extLst>
              </p14:cNvPr>
              <p14:cNvContentPartPr/>
              <p14:nvPr/>
            </p14:nvContentPartPr>
            <p14:xfrm>
              <a:off x="314951" y="739311"/>
              <a:ext cx="9169560" cy="5989320"/>
            </p14:xfrm>
          </p:contentPart>
        </mc:Choice>
        <mc:Fallback xmlns="">
          <p:pic>
            <p:nvPicPr>
              <p:cNvPr id="436" name="Ink 436">
                <a:extLst>
                  <a:ext uri="{FF2B5EF4-FFF2-40B4-BE49-F238E27FC236}">
                    <a16:creationId xmlns:a16="http://schemas.microsoft.com/office/drawing/2014/main" id="{F1E670B5-8040-9E45-8170-ED75F73EA6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9472" y="724191"/>
                <a:ext cx="9199799" cy="60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2544444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1641</TotalTime>
  <Words>357</Words>
  <Application>Microsoft Macintosh PowerPoint</Application>
  <PresentationFormat>A4 Paper (210x297 mm)</PresentationFormat>
  <Paragraphs>38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A4</vt:lpstr>
      <vt:lpstr>Compound Interest</vt:lpstr>
      <vt:lpstr>Compound Interest</vt:lpstr>
      <vt:lpstr>PowerPoint Presentation</vt:lpstr>
      <vt:lpstr>PowerPoint Presentation</vt:lpstr>
      <vt:lpstr>PowerPoint Presentation</vt:lpstr>
      <vt:lpstr>Compound Interest - annual</vt:lpstr>
      <vt:lpstr>Example – loan (compound interest)</vt:lpstr>
      <vt:lpstr>Compound Interest – periods other than annual</vt:lpstr>
      <vt:lpstr>Consider the following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Interest</dc:title>
  <dc:creator>LOH Michael [Shenton College]</dc:creator>
  <cp:lastModifiedBy>LOH Michael [Shenton College]</cp:lastModifiedBy>
  <cp:revision>11</cp:revision>
  <cp:lastPrinted>2019-02-12T04:23:45Z</cp:lastPrinted>
  <dcterms:created xsi:type="dcterms:W3CDTF">2018-02-18T14:59:09Z</dcterms:created>
  <dcterms:modified xsi:type="dcterms:W3CDTF">2019-02-13T00:27:19Z</dcterms:modified>
</cp:coreProperties>
</file>