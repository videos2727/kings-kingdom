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9.xml" ContentType="application/inkml+xml"/>
  <Override PartName="/ppt/notesSlides/notesSlide4.xml" ContentType="application/vnd.openxmlformats-officedocument.presentationml.notesSlide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7" r:id="rId2"/>
    <p:sldId id="273" r:id="rId3"/>
    <p:sldId id="272" r:id="rId4"/>
    <p:sldId id="256" r:id="rId5"/>
    <p:sldId id="258" r:id="rId6"/>
    <p:sldId id="259" r:id="rId7"/>
    <p:sldId id="267" r:id="rId8"/>
    <p:sldId id="271" r:id="rId9"/>
    <p:sldId id="268" r:id="rId10"/>
    <p:sldId id="270" r:id="rId11"/>
    <p:sldId id="269" r:id="rId12"/>
    <p:sldId id="260" r:id="rId13"/>
    <p:sldId id="261" r:id="rId14"/>
    <p:sldId id="266" r:id="rId15"/>
    <p:sldId id="263" r:id="rId16"/>
    <p:sldId id="264" r:id="rId17"/>
    <p:sldId id="262" r:id="rId18"/>
    <p:sldId id="265" r:id="rId1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7"/>
    <p:restoredTop sz="94081"/>
  </p:normalViewPr>
  <p:slideViewPr>
    <p:cSldViewPr snapToGrid="0" snapToObjects="1">
      <p:cViewPr varScale="1">
        <p:scale>
          <a:sx n="91" d="100"/>
          <a:sy n="91" d="100"/>
        </p:scale>
        <p:origin x="1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238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13262 5817 7569,'7'-2'-160,"-3"-2"78,-3-4 0,1-2 0,0 1 1,4 2-124,1 1 151,-4 2 7,8-1 0,-9 3 50,7-2 59,-7 3 125,4 1-110,-1 0 1,1 1-48,2 3 1,-1-2 49,-3 2-157,-2 3 117,3-1 1,-5 7-44,0-1 0,-1 1 41,-3-1 0,-3 5-6,-6-1 0,-3 2 24,-1-1 0,1-4-4,3 4 0,1-3-51,-1-2 0,2 1 32,3-1 0,-1-4-47,4 0 45,1 1 1,10 2 83,2-3 0,4 2-64,5-6 0,-2 1 0,6-1 1,1-1 5,7 5 1,-3-3 3,3 3 1,-7-4-106,-1 4 0,-6 1 95,1 3 0,-3 2-112,-5 2 0,-2-1 94,-6 6 0,0-2-79,0 2 1,-6 2 48,-2-2 0,1-3-11,-1-1 0,-1-2 28,-3 1 0,-5-2 1,1 3 0,-1-4 88,5 0 0,1-1-93,3 1 0,-3-1 15,2 0 1,0 1-6,0-1 0,0 2-48,5 3 1,-5-2 48,5 5 0,-1-3 2,1 4 1,-2-1-36,-2 5 1,-2 0-89,6 0 0,-4-1 64,4 1 1,-5 0 23,5 0 0,-1 0 7,1-1 0,-2-3-8,-2 0 0,-3-2 77,2 2 0,3 1-65,-3-6 1,2 5 3,-1-4 1,-3 3 6,3-3 0,1 3 2,-1-3 0,4 4 9,-5-5 0,5 6-11,-4-1 0,4-2-13,-5 2 1,7 0 10,-2 3 0,2 1-80,2 0 0,2 4 40,2 0 1,-2 0-6,7-4 0,-1-1 3,4 1 1,-1-1-11,-2-4 0,0-2 15,-4-5 1,0-1-14,-1 0 0,-2 1 188,2-1 0,-8 5-52,-5-1 1,-2 5 25,-1-4 0,-5 5-19,1-2-60,-1 4-14,-1 0 0,6 1-20,-1 0 0,2 0-7,7 0 1,0-1-13,4 1 1,3 0-9,5 0 1,2 0 105,11 0 1,-1-5-74,5 1 0,0-6-6,0 2 0,-1-2 25,1 1 0,-1-2 16,-4 3 0,-2-2-64,-5 1 1,-2-2-7,-3 3 0,-2 2-55,-6 2 0,-6 2 89,-2 2 0,-9 4-81,-3 0 0,-4 5 57,-1-1 0,0 3-1,1 1 1,0-2-6,4 2 1,2-4-3,5 4 1,2-1 36,3-7 1,2 5 7,6-1 1,0-2-2,0-2 0,0-3 70,0-1 1,0-1 24,0 1 1,6-4-61,2 0 1,3-2 98,2 2 0,3 2-109,1-2 1,-1-2 12,-3 2 0,0-1-42,4 5 1,-3 0-115,2 0 0,-6 0-113,-2-1 1,-4 3 73,5 1 1,-7 0 114,3 5 0,-3-4-32,2 4 0,-2-1-191,2 1 1,-3 1 58,-1-5 1,-4 2 79,0-2 0,-6-3 117,2 3 0,-3-3 193,-1-1 1,-2 4-93,-3-1 1,-1 6 45,-2-5 0,-4 5-65,4-1 1,-2 1-52,1 0 0,-1 1-85,5-2 1,1-2 48,3-2 0,1 1 27,0-1 1,3 1-63,1-1 1,4-3-122,-4 3 0,5-1 99,-1 1 0,2-3 21,2 3 1,-1-1 227,-3 0 0,2 0-71,-2 5 1,-1-4 119,1 4 1,0-4-36,4 4 0,-5 0-37,1 4 1,0 1-114,4-1 0,0 4 8,0 1 0,2 4-258,2 0 1,-2-2 136,7 1 1,-1-3-305,4 3 0,1-1 184,-1 2 0,5-2-92,-1-3 0,2-2 74,-1 2 0,-2 2 93,6-2 0,-6 2 16,1-2 0,-2-5 13,-2 5 0,1-5 13,-1 6 0,-1-4 123,-2-1 0,-4 1 131,-5-1 1,-5 0-89,-4 0 1,-2 2 98,-1 2 1,-5-2-79,1 2 0,-5-2-104,5-2 1,-1 4-17,5 1 0,1-1-92,2-4 1,4 0-35,5 1 0,1 3-239,3 0 0,3 1 188,6-5 0,6 0 63,6 0 1,1-1-183,7-3 1,-4 2 164,4-7 0,0 1 228,4-4 1,-1 0-128,-3 0 0,-2 0 119,-7-1 0,-4 1 11,-4 0 1,-8 0 249,-3 0 0,-5 5 128,-5 3 1,-3-1-203,-8 1 1,-4 0-77,-4 4 0,-3 4-179,-2 1 0,-1 5-371,-3-2 0,3 3 280,5 2 1,1 0-118,4-1 0,3 1 124,9-1 0,2 1 60,6 0 1,2-1-763,2 1 0,10-2 307,11-2 0,1 2 364,7-3 0,-3-1 77,7 2 1,-2-5 143,6 5 0,1-6-140,-5 1 0,1-2 89,-9-2 0,0 4 57,-4 0 0,-6 6 102,-2-1 0,-9 2-31,-4 2 0,-4 3-48,-4 1 0,-4 1-117,-9-1 0,2-2-15,-5 6 0,-5 0-104,-4 4 0,-2-1 96,2-3 1,3-2-135,-3-2 1,5 1 30,3 3 0,-1-2-163,5-2 0,5-3 10,4 3 1,5-3 56,-1-2 0,2 1 97,2 0 1,10-5 24,2 1 1,9-2 74,0 1 1,2 2-80,2-6 0,4 2 94,0-2 1,0-2 19,-4 2 0,-2 2 147,-2-2 0,-5 2-31,-7-2 1,0-1-48,-5 6 0,0-5-168,-4 5 1,-1-2 7,-3 1 0,3 2-133,-4-6 1,0 2 115,1-2 0,-4-2-76,3 2 1,1-2 73,4-2 1,0 0-100,0 1 0,0-1 231,0 0 0,3 0 113,5 0 1,1 1-49,7-1 0,-1-4 27,2 0 1,-2-4 4,6 4 0,-6 0-95,1 4 0,-3-2-1,-5 2 1,-2-4 157,-6 4 1,-2 5 19,-2-5 0,0-1 54,-9-3 1,4 0-78,-8 4 1,-1-4-327,2 0 0,1-4-272,6 4 1,-2-4-330,3 4 1,3 0 531,0 4 1,4-4 12,1 1 132,0-1 0,6 4 0,0 0 0</inkml:trace>
  <inkml:trace contextRef="#ctx0" brushRef="#br1" timeOffset="1">1191 6288 7569,'7'0'-177,"-2"-6"0,-5 4 371,0-7-144,0 7 1,0-5 97,0 3 1,4 1 148,0-5-248,1 5-90,-5-8 0,0 8 14,0-5 1,0 4 228,0-5-196,0 7 0,-2-8 23,-2 6 1,1-2 9,-5 2 1,4 3-14,-4-3 1,-1-2-6,-3 2 1,0-4-82,-1 4 1,5 0 96,0 4 0,-1 0-93,-3 0 1,0 0 97,-1 0-80,1 0 1,-1 4 75,1 0-21,0 5 0,-1-2 5,1 6 0,1 1 2,2 2 1,-2-1 130,3 6 1,1-5-84,-1 5 0,4 0 19,-4 4 1,5-5-39,-1 1 0,2-5-73,2 5 1,0-6 48,0 2 1,2-5 2,2-3 1,-1 0 96,5-5-69,0 6 1,4-9 44,1 3 1,-1-2-69,1-2 1,-1 0-39,1 0 1,-5-2 52,0-2 0,0-1-135,5-3 1,-1-3 0,1 2 1,-1-2-89,0-1 0,1-1 104,-1 1 0,-4-2-55,1-2 1,-5 2-8,4-3 1,-5-1 65,1 2 1,-3-1 101,-1 5-89,0 0 1,0 3 283,0 1-98,0 5-129,0-2 58,0 5-2,0 5 0,5 6 24,-1 6 1,1-1-66,-1-3 0,-2 3 4,2 1 1,1 4-1,-1-5 1,6 1-16,-2-5 1,-1 0-120,2 1 0,-3-1-665,3 1 1,2-2 189,-3-3 582,-2 3 0,5-10 0,-5 5 0</inkml:trace>
  <inkml:trace contextRef="#ctx0" brushRef="#br1" timeOffset="2">1389 5941 7569,'13'-4'15,"-1"-1"87,1 1 1,-1 4 46,0 0 1,1 6 32,-1 2 0,1 9-12,-1 3 1,4 8 58,1 1-69,0 5 1,-5 2 2,0 5 0,1 6-1,-1-1 1,-4 2-137,1 2 0,-7-5 20,3 1 0,-4-8-161,-1-1 96,0 1 1,-6-8-32,-2 3 1,-8 1-143,-5-5 1,-8 6 109,-4-2 0,-8 3 82,-5 1 0,-8 0 0,-2 0 0</inkml:trace>
  <inkml:trace contextRef="#ctx0" brushRef="#br1" timeOffset="3">2208 6127 5963,'7'0'0,"0"0"0,-3 0-1,-3 0 196,5 0-37,-6 0 1,0-2 1,0-2 25,0 3-188,0-5 65,5 1 1,-2 3-43,5-2 0,-5 2 126,1-3-192,-2 4 224,3-4 10,-3 5-117,3 0 4,-5 0 327,0 0-394,0-6 142,0 5-250,0-5 35,0 6 409,0 0-338,6 0 0,-5 0-1,5 0 216,-6 0 213,0 0-429,-6 0 4,5 0-30,-5 0 0,6 0-66,0 0 112,-5 0-25,3 0 16,-3 0 12,5 0-82,0 0 15,-6 6 139,5-5-88,-5 10 0,5-8 32,-3 5-25,2-5-6,-3 8 0,5-4-20,0 5 1,0-4 26,0 1-10,0-1 1,0 4-2,0 1 1,0-5-38,0 0 1,0 1 44,0 3 0,0-4 24,0 1 17,0-1 10,0 4 71,0 1-104,-6-1 12,5 0 13,-5-5-140,6 4 79,0-4 1,-4 1-13,0 1 1,0-1 4,4 4 0,0 1 39,0-1 0,0-4-28,0 1 0,-1-1-3,-3 4 1,2-3 2,-2-1 1,-1-4 59,0 4-61,1 1 0,4-1-2,0 0 0,0-4 0,0 5 1,-1-5-4,-3 4 1,2-4 6,-2 4 4,3 1-9,1 3 0,-2-1-3,-2-3-131,3 3-70,-5-4-311,6 6 65,0-6 59,0 4 1,6-6 391,2 3 0,3 3 0,2-4 0</inkml:trace>
  <inkml:trace contextRef="#ctx0" brushRef="#br1" timeOffset="4">2642 6214 7569,'7'0'-1606,"-1"0"1816,-6-6 54,0 5-240,-6-5 12,5 6-149,-5 0 101,6 0 1,-1 0 65,-3 0 175,2 0-197,-3 0-5,5 0 34,0 0 14,-6 0-65,5 0-4,-10 0 0,8 4-47,-5 0 0,5 2 76,-1-2-28,3-3 2,-5 5-9,5-1 1,-6-2 53,3 6 0,2-5 11,-2 4 0,-1-4-16,1 4 0,-5-4 11,5 5 0,-4-1 51,4 4 0,-4 1-71,3-1 0,0 1 53,1-1 0,2 2-45,-2 2 1,3-2 2,1 3 1,0 1-5,0-2 1,0 1-6,0-5 1,0 0 6,0 1 1,1-1 53,3 1-67,3-1 1,6-1 8,-1-3 1,0 2-43,1-6 0,-1 4 39,1-3 0,0-1 0,4-4 1,-3 0-42,2 0 0,-2 0-16,-1 0 1,-1 0-4,0 0-158,1-6 69,-1-1 1,-1-5 100,-3-1 0,-2-3-103,-6-1 1,0-5 55,0 2 0,0-4 21,0-1 1,0 1-44,0-1 0,-6 0-85,-2 0 0,1 5 178,-1-1 0,0 6 117,-5-2 1,1 3 27,0 2 1,-1 5-74,1 3 0,3-2-67,1 2 1,0 0 33,-5 4 0,5 0-457,0 0 274,0 6 0,-1-1 135,1 3 0,5 3-187,-1-2 0,4 0-273,4 0 0,-1 0 451,5-5 0,6 6 0,5-3 0</inkml:trace>
  <inkml:trace contextRef="#ctx0" brushRef="#br1" timeOffset="5">2977 6090 7569,'-12'5'0,"4"-4"0,-1 4 0,7-5-166,-3-5-157,-1 4 140,4-4 127,-3 5 0,5 1 96,0 3 1,0-1 41,0 5-17,0 0 0,0 5 22,0-1 11,0 1-125,0-1 198,0 0-91,5-5-86,-3-1 6,9-6 0,-10-2-3,3-2 0,2 2-166,-2-7 0,0 1-60,-4-4 209,0-1 1,0-1-26,0-2 1,0 5-140,0-6 0,-4 6 121,0-5 1,-1 2 229,5 2-173,0-1 0,0 1 7,0-1 1,6 2 69,2 3 0,3-3-73,2 3 1,0 1 13,4-1 1,-2-1 11,6-3 1,0 4-4,3-1 0,1 1 46,0-4 0,-4 3 4,-1 1 0,-5 1 9,2-1-32,2 3 0,-5 0 40,3 1-53,-9 0 1,-3 5 18,-5 4 1,0-3-15,0 7 1,0-5 52,0 4-4,0 0 1,-4 5-4,0-1 1,-5 1-29,0-1 1,-2 0 11,-1 1 0,-2 3 21,-3 1 1,4 3-31,-4-3 0,2 1 17,-2-2 0,4 4-12,-4 5 0,3-3-67,2 2 0,0-2 36,-1 7 0,5 2-11,0-2 0,3 4 0,-3-4 1,5 4-5,-1-4 0,-1 5-59,1-1 1,-1 3 66,5 1 0,0 0-10,0 1 1,0-4-32,0 3 0,0-8-118,0 4 0,0-1 39,0-3 1,0-4-73,0-5 1,0-4 131,0 0-156,0-2-57,0-2-293,0-5 96,0-1 185,0-6 257,6 0 0,1-6 0,5-1 0</inkml:trace>
  <inkml:trace contextRef="#ctx0" brushRef="#br1" timeOffset="6">3250 6524 7569,'7'7'83,"-7"-2"0,-5 1-135,-4 2 1,0 4 61,5 5 1,-5-2 130,5 6 0,0-2-16,4 2 1,0-4-144,0-4 1,5-2 77,4-3 1,3-2 26,5-6 1,-2-2-29,6-2 1,-1-3-49,5-5 1,-4-5-232,-1 1 0,-4-6 97,0 1 1,-8 2 138,-3-2 1,-4 5-132,-1-5 0,-7 2-198,-5-2 1,-2 7 118,-7 6 1,-4 5 138,-4-1 1,0 4-40,5 4 1,0 4-62,3 9 155,4-3 0,4 9 0,1-4 0</inkml:trace>
  <inkml:trace contextRef="#ctx0" brushRef="#br1" timeOffset="7">4193 6710 7569,'18'-13'-1475,"-8"-3"1458,2-1 1,-8-3 473,0 3 1,2-1-93,-2 2-230,6 2 0,-9-4 139,3 5-143,3-4-26,0 3 122,0 1-64,-2 2 1,-5 11-18,0 0 0,-1 6-282,-3 6 1,-2 5 65,-2-1 0,-2 6-22,6-1 0,-1-3 91,1-2 0,2-2-89,-2-1 1,3-5 66,1 0 1,1-5 47,3 1 1,-1-4-5,5-4 1,-4-2-33,5-2 0,-5-7-394,4 3 1,-5-5 131,1 1 1,-3 2 41,-1-3 0,0-1 162,0 2 1,0 3 56,0 5 24,0 5-206,0-2 2,-5 5 288,3 0 209,-3 0 0,6 0-149,3 0 1,3 0 24,6 0 0,1-6-167,2-2 1,2-3-4,3-1 0,1-5-20,-6 1 0,6-7 51,-1 3 1,-3-4-1,-2 0 0,2-7-20,-1-2 0,-1-3-153,-3-1 1,-5 0-2,0 0 1,-3 4 9,3 0 1,-5 6 152,1 3 0,-2 0 1,3 8 0,-4 3 109,3 5-160,-3 5 0,-1 3-2,0 9 1,0 8 9,0 8 0,-4 12 507,0 13 0,-1 11-319,2-27 0,2 2 0,-1 5 1,1 1-316,-3 1 0,0 0 1,1 7-1,1 1 216,-2 1 0,0-1 0,2 2 0,1 1-59,-1-3 0,0 1 0,2-1 0,0 0-7,2-5 1,0-1 0,-1 0-1,1-1-80,2-2 0,0-1 1,-2-4-1,1-2 237,5 23 1,-5-10-69,1-15 0,-3-8 1,-1-9 0,-5-8 33,-4-3 1,-7-4 23,-5-1 0,-8-10 448,-4-2 0,3-13-656,1 0 0,-2-12-29,2 0 0,2-9 140,6 1 0,5 1 53,7-2 1,4 1-65,5-5 1,7 2-767,5 3 1,8 3 135,8 9 1,4-1 19,5 5 1,10 1 157,3 8 0,8 2 401,0 5 0,0 11 0,4 4 0,5 8 0,-31-2 0,0 2 0,1 1 0,0 0 0</inkml:trace>
  <inkml:trace contextRef="#ctx0" brushRef="#br1" timeOffset="8">5731 6300 7569,'9'-8'-765,"-1"0"-76,2-2 841,1-1 0,-3 3 0,0 0 0,-1-1 242,1-3 0,3 0 307,-2-1-368,-4 1 1,5-1-75,-6 1 0,0 4-98,-4-1 1,0 5 15,0-4 7,0 5 0,-1-2 9,-3 5 1,-3 0-115,-6 0 0,-5 1 25,-2 3 1,-5 5 86,-4 7 1,3-2-15,-3 2 1,-2 2-11,2-1 0,1-1-18,3-3 1,5-2 6,4-3 1,2 2 2,2-6 1,3 1-12,1 0-2,5-4 5,-2 4 0,10-5-4,4 0 0,3 2 11,5 2 0,2-3-4,6 3 0,1-1-48,3 1 1,3-2 41,5 2 0,0 1-1,0-1 0,0 5-52,1-5 1,-2 4-9,-3-4 1,1 6 45,-5-2 1,-4 2-8,-5-2 1,-4 2-8,0-6 1,-6 4-47,-2-4 310,-5 0 1,-3 1-75,-8-1 1,-5 4-126,-3-4 1,-8 6 68,-5-2 1,-4-1-4,4 1 1,-9 0-36,0 5 1,-2-5 13,3 0 1,0-1 4,0 2 1,-5 2-24,1-3 1,0-1-356,4 1 1,5-5 122,3 1 1,3-3 100,1-1 0,6 0-354,2 0-473,3 0 899,7 0 0,7-11 0,7-3 0</inkml:trace>
  <inkml:trace contextRef="#ctx0" brushRef="#br1" timeOffset="9">5657 6003 7509,'-6'12'-159,"5"6"225,-3 3 1,3 6 18,1 2 0,0 14-86,0-2 1,-5 13 112,1-4 1,-4 6-313,4-2 1,-6 8 304,2-4 1,-2 5-273,2-5 1,3 0-61,5-4 0,0-2 48,0-11 0,0-3 179,0-5 0,5-6 0,2 4 0</inkml:trace>
  <inkml:trace contextRef="#ctx0" brushRef="#br1" timeOffset="10">6141 6288 7118,'4'-10'-266,"0"-2"0,2 2 555,-2-6 0,-3 6-97,3 2 1,3 1-110,1-1 0,3-2-251,2 6 0,-2-2 93,-3 2 0,7 3-16,-2-3 1,-2 2 115,-3 2 1,0 2-75,5 2 1,-2-1-3,-3 5 0,-1-4 52,-3 4 1,-3 1 18,4 3-30,-4 0 0,-7 1 56,-2-1 1,-3 1 0,-1-1 1,-2-1 5,-3-3 1,4 2-2,-4-6 1,3 4 66,2-4 0,4 1-145,-1-5 1,2 1 111,-1 3 0,3-3-89,5 11 1,0-10-59,0 7 1,1-3 57,3 3 0,-1 2-11,5-3 0,0-1 20,5 1 0,3 0 4,1 5 1,-1-2-15,-3-3 1,3 3 9,1-3 0,0 2 0,-5-2 0,0 3 10,1-2 7,-1 2 1,-5 1 66,-3 0 27,-2-5 1,-4-1-39,-2-6 1,-3 4 118,-5 0 0,-6 0-140,-3-4 1,-2 2 12,-2 2 0,0-3 0,0 3 0,-4 2-16,0-2 0,2 0-160,6-4 0,-2 4 15,2 0 0,2 2-139,-2-2 0,6-1 48,-2 5 1,5-4-411,4 4-93,-3-5 415,9 8 0,2-9 269,9 2 0,13-8 0,4-3 0</inkml:trace>
  <inkml:trace contextRef="#ctx0" brushRef="#br1" timeOffset="11">6662 6276 7569,'-13'-6'-273,"1"5"528,0-3-60,-1 2 0,1 2-340,-1 0 1,1 2 49,0 2 1,1-2-28,2 7 0,-2-7 192,3 3 1,3-3 139,0 3-161,-2-4-4,6 10-72,-4-4 0,5 5 87,0 1 1,4-1 1,0 0 1,6 2-30,-2 3 0,3-4-26,1 4 1,1-2 26,-1 2 1,0-3-7,1 2 0,-1-2-5,1-2 0,-5 1 32,0-1-56,-5 0 1,4-1 33,-3-2 0,-3-2-1,3-3 0,-4-3 84,-4 3-130,-3-2 0,-9-1-64,-1 3 1,-1-2-177,2 2 1,-3-3 66,-6-1 1,0 0-137,0 0 0,2 0-275,2 0 598,-2-5 0,-2-2 0,-7-6 0</inkml:trace>
  <inkml:trace contextRef="#ctx0" brushRef="#br1" timeOffset="12">6501 6288 7569,'26'-12'0,"3"-6"28,-9-3 55,4 3 1,-3 2-104,-1 7 46,1 4 1,4 1-5,-1 0 1,5-1-193,0 5 1,-1-4 30,-7 0 0,1 0 148,-6 4 1,1 0 110,-5 0 25,1 0 35,-1 0-196,-5 0 1,-2 1 45,-5 3 1,-1 3-1,-3 6 0,1-1 3,-5 1 1,-2-1 5,-6 0 1,2 5 4,-3-1 1,4 1-2,0-5 1,2 5-18,3-1 0,-2 5 109,6-4 1,-4 3-45,4-3 1,0 4-27,4-5 1,0 2-37,0-1 0,6-5-6,7 0 1,3-1 10,5-7 1,7 1 19,-4-5 0,8-6-5,-3-2 1,8-7-56,-4-2 1,0-4-160,-8 5 0,-1-7 75,-4-2 0,1 0-52,-9-4 1,2-1 57,-10 1 0,-1-8-98,-7 3 0,-3 1 131,-5 9 1,-6 4-21,-3 4 1,-1 6-21,1 2 0,-5 5 8,6-1 1,-5 8-31,8 4 0,-4 7-80,5 2 0,1 5 193,7-1 0,-4 2 0,6 2 0</inkml:trace>
  <inkml:trace contextRef="#ctx0" brushRef="#br1" timeOffset="13">7890 6437 7569,'-12'-3'45,"-1"-4"1,2-5 228,3-2 0,2 4-59,6 2 175,0 5-195,0-2 0,10 5-12,3 0 1,3 0-284,1 0 0,1 0-60,2 0 0,4 0-232,-4 0 0,2 0 156,-1 0 1,1 1-97,-5 3 0,-1 3 332,-3 6 0,-1 5 0,0 1 0</inkml:trace>
  <inkml:trace contextRef="#ctx0" brushRef="#br1" timeOffset="14">7754 6660 7569,'-20'-5'0,"2"-6"0,6-6 950,0 0-149,5 11-434,1-5-229,12 9 0,6-3-130,9 5 0,4-2-238,4-2 0,2 1-424,6-5 1,5 5 387,-1-1 1,5 3 265,-5 1 0,6 0 0,-3 0 0</inkml:trace>
  <inkml:trace contextRef="#ctx0" brushRef="#br1" timeOffset="15">9081 6437 7569,'21'-14'-138,"-1"-3"0,-3 2-102,4-5 315,-6 5 0,3-3 223,-6 5-210,6 1 1,-8-1-22,2 1 0,-4 0-126,1-1 1,0 5-44,-5 0 0,1 4 122,-5-5 1,-6 5 38,-2-4 0,-5 5 0,-3-1 0,-9 4-175,-8 4 1,-3 3 95,-1 5 0,-4 2 40,-1 3 0,1-4 32,4 4 0,-1 1 14,1-2 0,5 1 21,4-5 1,3 1-47,4-1 1,3-4 6,6 1 0,5-5-13,3 4 1,2-4-56,2 5 1,11-7 46,6 2 0,5 2-6,3-2 0,5 6-18,3-2 0,0 3-11,4 1 0,-2 1-85,6-1 0,-1 1 102,2-1 1,-4 2-8,4 2 1,-4-3-47,-1-1 0,-1 3-159,-3-6 0,-4 4 126,-8-4 0,-3-2-9,-6 1 95,-5-5 1,-3 6 128,-8-5 1,-10 5 36,-10-5 0,-7 4-51,-6-4 1,-6 4-88,-2-3 1,1 3 34,-2-4 1,1 4-181,-5-4 0,2 5-37,2-5 0,4 4-31,4-4 0,3 0-41,1-4 0,4 0-571,5 0 788,6 0 0,-4 0 0,3 0 0</inkml:trace>
  <inkml:trace contextRef="#ctx0" brushRef="#br1" timeOffset="16">9131 6015 7569,'-9'0'-161,"1"0"0,0 2 181,-5 2 0,1 3 127,0 5 0,-5 7 19,1 6 0,-6 7 33,1 9 1,3 3 37,1 6 0,-1 2-339,2 6 0,1-4 159,6 8 0,0-4 17,5 0 1,0-2-188,4-2 1,1-3-270,3 3 0,3-9 242,5-4 0,5-3 48,-1-5 0,5-4 56,-4-9 36,5-2 0,-7-3 0,6-2 0,1-4 0,1 2 0,2 3 0</inkml:trace>
  <inkml:trace contextRef="#ctx0" brushRef="#br1" timeOffset="17">9478 6300 7569,'-11'-8'-525,"3"0"102,2 0 189,6-5 166,0 6 1,6 2 86,2 5 1,3 0 198,1 0 0,2-2-129,3-2 1,-2 3-89,6-3 1,-5 2 95,5 2 1,0-4 154,3 0 1,1 0-168,0 4 1,-4 1-14,-1 3 0,-5 2 1,2 2 1,-7 3-63,-2-2 1,-5 2-241,1 1 1,-3 2 117,-1 2 0,-9-2 101,-4 3 1,-8-8-20,1 0 1,-4-1-8,0 4 1,0-5 194,3-3 0,-2 2-56,2-2 1,-1 0-89,2-4 0,2 0 44,5 0 0,1 1 100,-1 4 0,5-4-40,0 3-49,5-3 1,-2 1-36,5 2 0,1-1-103,3 5 0,4-4 15,9 4 0,1 1 76,3 3 0,2 0-12,-2 1 0,2-1-26,2 1 1,0 0-73,0 4 0,-1-2 86,1 6 1,-6-6-7,-2 1 0,-5 0 17,-3 0 0,0-2 1,-5 2 1,1-6 149,-5-2 1,0-3-51,0 3 1,-3-4-86,-5 4 0,-1-5 15,-7 1 0,-4-1 168,0 1 0,-4-3-45,0 3 1,-1 2-66,0-2 0,-1 2-52,-3-2 1,3-1-153,-3 5 1,-2-4-25,2 4 1,0-4 47,5 5 0,0-5 76,4 4 0,-3-5-144,7 1 1,4 1-1317,3 0 769,6-1 696,-2-4 0,16 0 0,3 0 0</inkml:trace>
  <inkml:trace contextRef="#ctx0" brushRef="#br1" timeOffset="18">10049 6387 7569,'0'-12'84,"0"4"-1,0-1 20,0 7-282,0-4 109,0 6 178,5 0-114,-3 0 75,9 0 0,-10 1 23,3 4 1,-7-3-11,-1 7 1,-5-3-40,0 3 0,-3 2 24,-5-3 1,4 4-39,-4 5 1,5-3-4,3 2 1,-2-3 31,3-5 1,-2 3-13,2-3 1,3-1-93,5 1 84,0 1 0,0 3-8,0 0 0,5-3-15,3-1 0,5 0-89,3 5 1,0-1 71,4 0 0,1-3-5,4-1 1,0 0 18,-1 5 0,-3-1 0,0 0 0,-5-1 113,5-2 0,-6 2-66,2-3 1,-5-1-37,-4 1 0,2-4 8,-6 5 1,0-5 144,-4 4 1,0-4-56,0 4 1,-5-3-29,-4 3 1,-7-4-48,-5 4 0,-2-4-16,-2 5 1,0-5-156,0 4 1,-5-1 63,-3 1 0,1 2 94,-1-6 1,6 1-215,-2 0 0,2-4-879,3 3 1,3-3 1059,0-1 0,6-11 0,-3-2 0</inkml:trace>
  <inkml:trace contextRef="#ctx0" brushRef="#br1" timeOffset="19">10173 6375 7772,'18'-22'509,"-3"1"-236,6-16 0,-6 15 306,1 9 0,4 9-446,0 0 1,8 3 72,1 1 1,1 0-24,-1 0 1,-3 0-1,3 0 1,-7 0-1540,-1 0 1,-6 0 512,2 0 1,-8 1 842,0 3 0,-1 3 0,4 6 0</inkml:trace>
  <inkml:trace contextRef="#ctx0" brushRef="#br1" timeOffset="20">533 9389 7569,'-8'6'11,"0"-1"173,5-4 20,-3-1-50,6 0 164,0 0 1,6-1-148,2-4 0,3-1 21,2-7 0,0-5-135,4-2 1,1-8-32,3-1 0,3-7-358,1-1 1,0-2 169,4-6 1,-3 0-247,-1-5 0,0-4 302,0 0 1,-5-1-68,1 2 1,-6 3 8,2 0 1,-4 3 58,0 10 0,-1 0 19,1 12 1,-6-1-54,-3 10 654,-3 5-365,-1 5 1,-5 9 16,-4 5 0,-2 6 184,-1 11 0,-5 6-136,1 7 0,-5 4-87,5 8 1,0 1-22,8 3 0,-2 2-171,6 6 1,0-10 126,4-2 0,2-14-140,2-3 1,3-7 136,5-5 0,2-5 110,2-7 0,4-4-136,4-5 1,1-1-65,0-3 1,4-5-64,0-7 0,4 1 282,-4-6 0,0 4-121,-4-3 1,-2 3-186,-2-3 0,-3 0-572,-6 0 0,-5 0 104,-3 4 331,3 2 180,-6-4 0,4 7 176,-10 3 0,3 2-68,-7 6 1,5 0-102,-4 0 46,0 0 169,-5 0-315,6 6 16,2 1-72,5 5 1,1-1-165,3-3 143,3 3 1,6-9 243,-1 2 0,1-3 0,-1-1 0</inkml:trace>
  <inkml:trace contextRef="#ctx0" brushRef="#br1" timeOffset="21">1253 8483 7569,'1'-12'0,"3"-2"-664,5-3 376,2 4 1,5-4 925,1 9-372,10 2 0,-5 6 37,11 0 1,1 6 70,3 2 1,5 14-65,4 7 0,-2 7-452,2 5 0,-6 13 217,-19-24 0,-1 2 0,-3 5 0,-1 0-9,-1 0 0,-1 1 0,-3 0 0,-1 1-181,-2-1 1,0-2 0,5 33-48,-5-2 1,-4-10-82,-8-3 1,-9-3-260,-7-1 1,-11-1 35,-6 1 0,-10 0 466,21-25 0,-1-1 0,-5-3 0,-1-3 0,0-2 0,0-2 0,-3-3 0,0-3 0,-1-2 0,-1-3 0,1-2 0</inkml:trace>
  <inkml:trace contextRef="#ctx0" brushRef="#br1" timeOffset="22">3002 8558 7160,'0'-13'671,"0"6"-853,0 2 79,0 5-3,-5 0 180,3 0 0,-7 5 19,4 4 0,0 2 81,1 1 0,2 0-81,-2 1 0,-1 1-37,1 2 1,-1-1 70,5 6 1,-4 0 17,0 3 0,0 3-70,4 2 1,-4-2 0,0 6 1,-2-4-17,2 4 0,3 0-128,-3 4 0,-2-3-90,2-1 0,-4-2 67,4 2 0,-2-2 108,2-6 0,3-6-97,-4-3 0,4-2-915,1-1 623,0-1 0,1-1-319,4-3 691,1-2 0,7-12 0,-1-1 0</inkml:trace>
  <inkml:trace contextRef="#ctx0" brushRef="#br1" timeOffset="23">3349 8620 7569,'0'7'-160,"-4"-3"-39,0-8 400,0 2 189,-1-3-386,-2 5 1,-2 5 134,1 3 25,5 3 0,-2 2-125,5-1-378,0 1 245,0-1 150,0-5-134,5-2 101,2-5 1,4-1 24,-2-3 0,0 1-108,-5-5-160,6 0 0,-9-9 46,3 1 0,-2-1-30,-2 5 1,0-1 108,0 1 0,0-1-17,0 1 1,-4 0 165,0-1-131,-1 1-56,5-1 123,6 1 0,1 1 339,5 3-260,1-3 1,-1 8 53,0-5 0,1 5-68,-1-1 0,1 1 75,-1-1-115,1 3 1,-1-5 47,0 6-29,1 0 0,-2 6-21,-3 2 1,2-1-19,-6 1 0,0 0 39,-4 5 1,1-1-1,3 0 1,-2 1 17,2-1 0,-3 5 6,-1-1 1,0 6 118,0-1 1,0 4-86,0 4 1,-4 2-36,0 7 1,-4 0 51,4 4 1,-6-2-68,2 5 1,-3-1-7,-2 2 0,1 0-76,0-4 0,3 1 43,1-2 1,1-4-130,-1 0 1,1-1-65,3-7 0,2-4 51,-2-4 0,3-6 97,1 1 0,0-6-132,0-2 1,1-5-270,3 1 1,5-3 442,7-1 0,4-11 0,4-2 0</inkml:trace>
  <inkml:trace contextRef="#ctx0" brushRef="#br1" timeOffset="24">3672 9128 7569,'7'-1'-55,"-3"-3"152,3 2-33,-6-3 257,5 5-178,-6 5 0,0 2-82,0 6 0,0 0-79,0 4 0,5-5 45,4 1 0,2-1 106,1-4 1,0-2-59,1-2 0,5-4-202,2-4 1,0-3 41,0-5 1,0-2 10,0-3 0,-2 3 30,-5-2 0,-2-2-119,-3 1 0,-2 0-130,-6 0 0,-6 3 109,-2-2 0,-9 3 119,-3 5 1,-9 3-53,-4 5 1,1 5-71,-1 3 1,1 7 70,-1 2 1,5 4-80,12-5 195,-1 6 0,16-8 0,-5 4 0</inkml:trace>
  <inkml:trace contextRef="#ctx0" brushRef="#br1" timeOffset="25">5049 9004 7569,'0'-16'-349,"0"-1"213,0 2 1,-1 2 133,-3 5 1,1 3 1,-5 5 0,3 0 0,-3 0 0,0 5 159,-5 3 0,1 8-35,0 0 1,-2 6 215,-3-1-299,9-3 1,-8 5 35,7-2-32,4-3 0,-1 4-74,6-6 1,0-3 53,0-5 1,6-5 25,2 1 0,3-4 6,1-4 0,2-3-137,3-5 1,-3-5-61,2 0 0,2-3-140,-1 3 1,-5-3 118,-4 3 0,-4-4-144,5 5 291,-7-6-58,4 8 0,-6 0-95,0 6-24,0 5 712,0-2-521,5 10 1,2-5 71,6 0-73,-1-5 1,2-13 43,2-3 1,0-2-42,4-2 1,-5-5-1,2-4 0,1-1 0,-2-3 1,1-3-117,-5 0 0,-1-5 29,-2 5 0,2 0 26,-3 3 0,-1 12 93,1 6 132,-5 4 40,2 9 0,-6 14-74,-3 14 1,-3 9-120,-5 12 0,-1 9 14,1 11-1118,-1 5 1398,7-25 1,0 2 0,0 1 0,1 2-100,1 4 0,0 1 0,-2 3 0,1-1 81,0 0 0,1 0-220,1-5 0,1 1 0,-1 2 0,0-1-1,3-3 0,0-1-34,0 0 0,0-1 0,0-5 0,0-1-93,0 30-50,0-16 0,-1-6 245,-3-11 0,0-9-13,-9-3 0,2-10-39,-9-3-181,-1 1 1,-9-13-3,-3 0 1,-3-11-20,-2-10 0,5-13 25,0-8 1,7-10 512,1-6 1,7-4-690,10-4 0,3 3 95,5-4 1,6 4 70,7 1 1,5 8-65,7 9 0,5 3-352,3 13 0,13 2 151,3 6 1,9-1-33,0 6 0,9 3 400,-30 9 0,1 0 0,0-1 0,1-1 0,3-2 0,0 1 0,1 0 0,1 1 0,0 1 0,0-1 0</inkml:trace>
  <inkml:trace contextRef="#ctx0" brushRef="#br1" timeOffset="26">6525 8756 7569,'-18'-25'-122,"5"5"61,-4-1 1,3 2 151,2-2 0,0 3 54,-1 6 0,1 5-159,-1 3 1,0 2 43,-4 2 0,-1 2-111,-3 2 0,-6 3 74,2 5 0,-3 0 63,4 1 0,-1 3 36,0 1 1,6-1-13,2-3 0,3 3-71,2 1 0,5 4 9,3-5 0,3 5-76,1-5 0,6 2 109,7-1 0,5-2 7,7 6 0,1-5-34,3 5 1,-2-6-119,6 2 0,1 0 97,3 0 1,0 0-10,0-5 0,-4 0-4,0 1 1,-5-1 2,1 1 1,-4-1-55,-5 0 1,-3-3 61,-9-1-6,-2 0 0,-9 0-12,-5 1 1,-3-5 14,-14 4 1,-3-5-27,-9 1 1,0 1-4,0 0 1,-2-1-46,-2-4 1,2 0-106,-2 0 1,6 0-68,2 0 1,6 0 88,-2 0 1,4 0-277,4 0 435,3 0 0,6-6 0,-1-1 0</inkml:trace>
  <inkml:trace contextRef="#ctx0" brushRef="#br1" timeOffset="27">6401 8409 7569,'-15'0'-571,"3"0"1,2 7 599,-2 5 0,-2 7 480,-3 10 1,4 4-65,-4 9-253,3 7 1,3 4-53,3 5-2084,-3-1 2019,10 11 0,-5-5-204,6 4 1,0-3 45,0 2 0,1-6-258,4 2 0,3-4 170,8-1 0,0-3 171,4-8 0,1 2 0,4-3 0,0 4 0,-1 0 0,1 1 0</inkml:trace>
  <inkml:trace contextRef="#ctx0" brushRef="#br1" timeOffset="28">7295 8359 7569,'-7'-9'-623,"3"-4"239,2-2 83,2 8-37,0 2 338,0 5 0,0 1 567,0 3-321,-5 8 1,-2 15 86,-6 10 1,1 7 121,0 10 0,-5 9-446,9-26 1,-1 1 0,1-3 0,0 1 196,1 3 0,2 1-840,-2-4 1,1 1 613,2 0 1,1 0-1,0-1 1,1-2 169,2 28 0,1-4-946,3-12 764,-2-3 1,11-13 106,-4-5 1,9-7-4,-6-10 1,3-3 307,-2-5-449,-1 0 1,4-7 549,1-5 0,-2-6-616,-7-7 1,-2-5 256,-6-3 1,0-4-320,0-5 0,-10 4-42,-2-4 0,-5 5 94,1 4 0,-3 6-49,-6 10 1,4 2-161,0 11 756,1 0-326,-5 9 0,6 3-277,2 9 1,5-2 90,3 6 1,4-5-408,5 5 517,0 0 0,0-2 0,0-1 0</inkml:trace>
  <inkml:trace contextRef="#ctx0" brushRef="#br1" timeOffset="29">7580 8793 7569,'-4'-12'0,"0"-1"0,-6 2 0,2 3 66,-3 3 1,-2 5 110,1 0 1,-1 1-55,1 3 0,0 4-9,-1 9 0,-2 2 50,3 6-47,-3 0 1,9 4 82,-2 0-128,2 5 26,6-8 1,2 5-131,2-6 0,4-1 94,9 1-40,2-6 1,6-5-93,-1-6 1,5-5-65,0 1 0,4-8 129,-4-4 0,2-4-396,-2-5 231,-3-2 0,3-7 25,-9-3 1,3 1-60,-7-5 1,-5-4 92,-7-5 1,-2-3-103,-2 4 106,-6-1 0,-2 11-83,-9 2 0,-2 8 193,-6 4 0,-5 9 223,-3 4 1,1 4 63,-1 4-194,0 3 0,1 5 33,3 1-146,9-1 43,-4 1 1,15 0-189,-4 4 0,5-3 70,0 2 1,2-2-96,6-2 0,7 1 14,5-1 0,2-3-14,7-1 0,4-1-21,4 1 208,0 3 0,1-10 0,2 5 0</inkml:trace>
  <inkml:trace contextRef="#ctx0" brushRef="#br1" timeOffset="30">8064 8669 7569,'-18'0'-191,"3"6"358,-6 2 1,4 4 528,-3 5 1,5 8-358,-2 8 1,3 4-21,2 4-158,5-8-329,1 9 140,6-16 1,10 4 80,3-5 0,6-7-21,-3-6 1,11-5-29,-3-7 0,8-7 58,-3-5 1,5-6-178,0-7 0,-4-1 29,-1-3 0,-4-7-228,-5-5 1,-7-2 51,-9 2 0,-6 4-90,-6 0 1,-7 2 126,-14 10 1,-7 5 35,-5 11 14,-6 4 1,7 6-38,-5 3 0,6 5 72,2 7 0,5 3 142,7 6-2,6 0 0,7 5 0,6 2 0</inkml:trace>
  <inkml:trace contextRef="#ctx0" brushRef="#br1" timeOffset="31">8771 8892 6078,'-7'-5'686,"1"2"-297,6-5-67,-5 5-169,4-2 0,-6 1 168,3-1-104,2 1-32,-3 4-46,5 0 1,5-4-1,3 0 0,3 0-169,2 4 0,3-2 87,1-2 1,5 3-132,-1-3 0,2-2 43,2 2 1,0-4 75,0 4 0,-1 0-316,1 4 1,-1 0-378,-4 0 1,-2 0 395,-5 0 0,-2 1-61,-3 3 313,-3 3 0,-5 5 0,0 1 0</inkml:trace>
  <inkml:trace contextRef="#ctx0" brushRef="#br1" timeOffset="32">8721 9054 7569,'-7'-2'864,"3"-2"-163,3 3 37,1-10-403,0 9 0,7-3-152,5 5 1,6 0 11,7 0 0,4 0-336,0 0 0,4 0 156,-4 0 1,0 1-537,-4 3 0,-2-2 77,-2 2 1,2 1-295,-2 0 1,-3 0 737,-2-1 0,-2 9 0,-2 6 0</inkml:trace>
  <inkml:trace contextRef="#ctx0" brushRef="#br1" timeOffset="33">10024 8855 7569,'12'-7'-41,"-1"-4"100,-2-4 0,0 3-324,-5 4 216,6-1 0,-9 1 133,4 0 41,-4-1 0,-7-2-286,-2 3 1,-4-1 78,-5 4 1,2 1 93,-6 4 1,1 0 69,-5 0 0,1 0 70,4 0 1,-4 4-144,4 1 1,-2 4 49,1-1 1,-1 3-2,5 2 1,1-1 8,3 1 0,6-5-157,3 0 135,3 0 0,1 5-15,0-1 0,5-3 40,4-1 0,6 0 6,1 4 0,7 1-53,-3-1 0,8 1 9,1-1 0,4 5 17,-4-1 1,4 6 2,-4-1 1,0 2-173,-4 2 1,-1-1 101,1-4 0,-6 2-82,-2-5 0,-7 2 28,-2-7 0,-5 4 33,1-8 1,-8-1 9,-5 1 1,-6-5-11,-1 1 0,-8-3 130,-1-1 1,-5-1-104,-7-3 1,4 1-96,0-5 0,0 1 101,-5-1 0,3 1-161,2 3 0,2 2-32,6-2 0,2-1-278,2 0 84,-2 1 393,9 4 0,-4-5 0,6-2 0</inkml:trace>
  <inkml:trace contextRef="#ctx0" brushRef="#br1" timeOffset="34">9949 8582 7118,'-12'0'-291,"4"0"995,0 0-558,5 0 1,-7 10 48,6 2 0,-4 11-95,4 1 0,-5 8 45,5 9 1,-4-1-10,4 6 0,-4-1-72,3 5 0,0 1-156,1 3 1,2-3-276,-2 2 1,3-6 207,1-1 0,0-5-105,0 4 0,0-10 36,0-2 228,-6-5 0,5-4 0,-5 1 0</inkml:trace>
  <inkml:trace contextRef="#ctx0" brushRef="#br1" timeOffset="35">10508 8471 7486,'0'-13'159,"-4"8"-20,-1 5 1,-4 7 55,1 9 0,-5 5-12,-3 8 1,0 4 42,-4 8 1,3 3 20,-3 6 1,3 1-245,-4 3 0,6-2 149,-1 6 0,7-10 23,5 2 0,4-9-97,4 1 1,9-5 104,7-4 1,5-7-75,4-5 1,-1-10 57,5 1 1,-1-8-245,1 0 0,1-4-106,-5-4 0,0-7 105,-4-5 0,-3-6-129,-6 1 1,0-8-160,-12-4 0,-3 1 59,-9-1 1,-6 6 71,-11-2 1,-5 9 111,-3 8 1,-9 5-53,-3 7 0,1 11-86,-2 6 0,6 9-32,-1 3 17,2 5 0,2 3 1,0 8-1</inkml:trace>
  <inkml:trace contextRef="#ctx0" brushRef="#br1" timeOffset="36">2680 10716 7569,'6'-2'23,"-1"-2"91,-4-4 30,-1 2-182,0-5 1,1 6 56,3-3 1,-1-2-156,5 6 1,1 0 25,3 4 0,2 0 128,2 0 1,0 1-8,4 3 0,-3 3 42,4 5 1,-1 2 7,5 3 0,-2 6-33,-2 6 1,1 6 141,-5-2 1,-1 7-136,-3 1 0,-6 4 13,-3-3 1,-3-1 7,-1-4 0,-5-4 5,-4 0 0,-3-6 44,-5-3 0,-2 0-41,-6-8 0,-4 0-42,0-8 0,-5 1 6,1-4 0,1-1-77,-1-4 0,5-6 33,-1-2 0,9-7-2,3-2 0,3-1 183,2 2-142,5 2 0,2-4 15,5 6 0,5 3-28,3 1 0,3 5-155,2-1 1,5 3 41,2 1 0,3 4-56,-3 0 1,8 6 55,-3-2 1,4-1-90,0 1 1,-3-4 122,3 5 0,1-5-37,-1 4 1,0-5-176,-4 1 0,-1-3-3,1-1 1,0-1 283,0-3 0,5-9 0,2-6 0</inkml:trace>
  <inkml:trace contextRef="#ctx0" brushRef="#br1" timeOffset="37">3300 10753 7569,'0'-13'-126,"0"1"0,-6 1 213,-2 3 0,1 2 73,-1 6 1,0 0-187,-5 0 0,1 0 61,-1 0 1,5 2-10,0 2 0,4 3-18,-5 5 1,7 2-84,-2 2 1,2-6 116,2 2-87,0-2 1,6-3 90,2-3 0,4-3 31,5-1 0,2-2-115,6-7 1,-4 1 65,-1-8 0,0 0 10,0 0 1,2 2-50,-5-2 1,-2-2-178,-7 1 0,2-1 79,-6 2 0,0 2-65,-4-3 1,0 4 79,0 0 1,-4 1 18,0-1 0,-6 1 115,2 0 0,1 3-68,-1 1 0,5 4-39,-1-4 0,3 4 90,1-5 1,0 5 163,0-4 1,0 4-83,0-5 1,1 5-72,3-4 1,3 4-29,5-4 1,5 4-1,0-5 1,3 5-21,-3-4 1,1 5 26,-2-1 1,-2 1-9,3-1 0,-4 3 20,0-3 1,-1 4-3,1 4 1,-7 3 3,-1 5 1,0 2 2,-1 2 0,0-1 33,-4 6 0,0 0 9,0 4 1,-1 5 64,-3 3 1,1 3-63,-5 1 0,0 6-24,-5 2 1,1 5 48,-1 4 0,0 1-105,-4 3 0,3 1 42,-2-5 1,5 3-126,-2-3 0,4 5 163,-8-1 0,5-3 3,3-1 0,-2-3-797,3-1 1,-2-6 384,2-3 1,3-9 119,5-7 1,0-6-5,0-7 1,1-5 217,3-3 0,9-13 0,6-5 0</inkml:trace>
  <inkml:trace contextRef="#ctx0" brushRef="#br1" timeOffset="38">3622 11237 7569,'0'-13'10,"6"1"-13,-5 5 1,5 3 152,-6 8 0,0 3 25,0 5 1,0 6-51,0 3 1,5 2-105,4 2 1,3-4 133,5-1 1,-2-6-1,5-2 1,1-5-215,4-7 0,1-2 26,3-7 0,-1 0 104,5-12 0,-10 0-26,2-3 0,-9-5-147,1 0 0,-5 0 94,-3 4 1,-5 1-108,-8 4 0,-5 2-124,-7 6 0,-1 5 98,-8 2 0,-1 10-200,-7 3 1,3 4 108,5 5 0,7 2 232,6 6 0,-1 0 0,6 0 0</inkml:trace>
  <inkml:trace contextRef="#ctx0" brushRef="#br1" timeOffset="39">5186 10877 7569,'-25'0'0,"5"-4"-23,4 0 58,2-1 1,2 7 20,-1 2 1,2 7 73,3 6 1,-2 3-218,6-3 1,0 5 17,4-2 0,0 3 42,0-3 0,0-2 28,0-6 0,6 0-173,2-4 1,3-3 129,1-5 0,1-1-72,-1-3 1,2-4-28,2-9 1,-2 2 102,3-6 1,-3 0-68,-2-3 1,-4-5 61,0 0 0,-5 0-2,1 4 1,-2 6 35,-2 2 0,-2 3 90,-2 2 1,1 5-69,-5 3 0,4 3 224,-4 1-51,5 5-172,-2 2 1,5 5 82,0 1 0,1-6-62,3-3 0,3-3 81,5-1 0,1-1-27,-1-3 1,5-5-2,-1-7 1,6-7-87,-1-6 0,-2-2 7,2 2 1,-4-2-71,3-7 0,-5 1 103,2 0 0,-7-4-262,-2-1 1,-5 1 38,1 4 1,-3 2 42,-1 6 1,-1 3 145,-3 14 1,1-2 101,-5 10 0,-1 1-46,-3 7 0,-5 10 165,1 11 1,-1 7 251,5 9 1,-1 10-309,1 11 0,8-26 0,0 1-161,-1 4 1,1 1 0,3 3-1,0 2 145,-1 2 0,0 1 0,1-1 0,0 0-295,1 1 1,0-1 0,2-2 0,2 0 193,-1-3 0,2-1 1,0-2-1,1-1-86,0 0 1,0-1 0,2-4 0,1 0-96,8 31 0,-5-8 46,-4-4 1,-5-14-88,1-7 119,-3-6 1,-2-9 665,-3-5 1,-7-7-457,-6-6 1,-9-11 425,1-5 1,-4-12-460,0-5 0,-2-5 110,-6-8 1,5-1-337,3-11 1,4 7 111,4 2 1,5 3 99,8 5 0,-2 8-29,6 0 1,0 7-1223,4 5 1,7 3 551,5 6 0,7-1 317,10 1 1,6 0-281,10-1 1,-2 2 545,11 3 0,2-2 0,9 3 0,0-1 0,4-2 0,-33 6 0,-1 0 0</inkml:trace>
  <inkml:trace contextRef="#ctx0" brushRef="#br1" timeOffset="40">6637 10778 7569,'-18'-31'250,"0"7"131,-2-1 1,-4 5-194,3 8 1,-2 4-86,-2-1 1,-1 7-257,-3-2 1,-3 4 167,-5 4 1,4 4-333,0 9 1,0-4 194,-4 4 0,5 1 157,3-2 1,8-3 48,5-5-345,2 0 212,7 5 176,2-1 0,14-4 18,4 1 0,3-1-15,1 4 1,2 1-109,6-1 1,1 2 48,3 2 0,-3 4 10,3 4 0,1 1-118,-1 0 0,-4-4-189,-4-1 1,-2 2 100,2 7 0,-5-7 65,-7 3 0,0-8 196,-5-1 0,-1-2-106,-7-1 0,-7-2 137,-5-3 0,-11-1-43,3-3 1,-10-3-76,1 3 0,-7-2-68,-1-2 0,-2-6-126,2-2 1,2-3-66,-2-1 1,7-1-282,0 1 0,8-1-436,1 1 927,1-6 0,10-1 0,-4-6 0</inkml:trace>
  <inkml:trace contextRef="#ctx0" brushRef="#br1" timeOffset="41">6377 10418 6078,'0'12'320,"-6"2"214,-2 3 0,-5 3-193,-3 9 1,2 3-111,-3 5 1,-2 9-164,-1-1 0,2 12-348,1-4 1,-1 3 205,2 1 1,3-4 116,5 1 0,5 1-94,-1-2 0,3 1-41,1-4 0,7-1-362,5 1 1,2-2-537,6-2 990,1-4 0,8-2 0,3-2 0,1-7 0,1-3 0,-1-3 0</inkml:trace>
  <inkml:trace contextRef="#ctx0" brushRef="#br1" timeOffset="42">7059 10430 7464,'-8'-7'-114,"-1"3"0,7 6 247,-3 6 0,3 7 251,-2 14 1,1 8-76,-5 9 0,1 2-50,-2 2 0,0 9-432,5 3 1,-1-1 343,5-4 1,0-4-115,0 1 1,6-9-112,2-4 1,3-8 68,2-4 0,-1-8-69,0-4 1,2-9 37,3-4 0,-2-4 69,6-4 0,-6-4-240,1-9 0,-2-2 249,-1-6 0,-2-1-252,-3-3 0,-3-2 136,-5-2 0,-1-1 20,-3 5 0,-7 6 19,-6 6 1,-5 5 52,2 3 1,-5 5-116,-4 8 1,3 3-5,-3 6 1,2 3-92,3 1 0,4 5-35,4-2 0,2-2-141,2-1 1,5 1 107,3-2 0,4 1-13,4-5 1,4 1 252,9-1 0,2-5 0,6-1 0</inkml:trace>
  <inkml:trace contextRef="#ctx0" brushRef="#br1" timeOffset="43">7394 10827 7569,'14'-19'0,"1"-3"-52,-11 5 117,0 1 83,-4 3 0,-1 7 47,-3 1 0,-3 4 107,-6 1 1,1 7-133,-1 5 0,2 2-124,3 7 1,-2 4 101,6 4 1,0 1-106,4-1 1,0-3 33,0 3 0,6-4-182,2-5 0,3-2-15,1-5 0,5-2 62,0-3 1,3-3 65,-3-5 0,5-1-62,-2-3 0,0-4-136,0-9 0,-6-1 102,-1-2 1,-2-4-75,-7 3 1,0-6 9,-4-2 1,-6-4-193,-2 4 1,-3 0 200,-1 4 1,-1 2 2,1 2 0,-1 3 567,1 6-134,0-1 115,-1 7-303,6-5-54,2 9 0,6-2-5,3 8 1,3 2 19,6 2 0,-1 7 10,0-3 0,2 9-15,3 0 1,-3 2 60,2 2 0,2 5-56,-1 3 0,1-1-30,-2 1 0,-2-5-5,2 1 1,4-4 2,0-5 1,0 1 69,0-9 0,-3 2 77,4-10 0,-5 0 60,5-4 0,-6-7-101,1-5 0,-2-6-18,-1-7 0,-1-5-131,0-3 0,-5-7-158,-2-1 0,-5-6 109,-5 1 0,-6 4-126,-5 0 1,-6 5 84,1 4 0,-2 8-119,-2 9 1,-4 3-149,0 5 0,4 2 97,4 6 1,6 7-402,-1 6 1,2 5 669,2 6 0,5 1 0,1 0 0</inkml:trace>
  <inkml:trace contextRef="#ctx0" brushRef="#br1" timeOffset="44">8907 10951 7569,'-7'-5'-565,"2"2"966,5-5 13,0 5-325,0-3 0,1 6 8,3 0 1,-1-4 1,6 0 0,-1 0 2,4 4 1,-2 0-6,2 0 0,-2-1 50,6-3 0,2 2-55,-1-2 0,1 1-204,-2-1 0,0 3 74,4-3 0,-1 2-428,2 2 1,-2 2 57,-2 2 0,-5 3-133,1 5 0,-2 6 542,-7 3 0,0 2 0,-4 2 0</inkml:trace>
  <inkml:trace contextRef="#ctx0" brushRef="#br1" timeOffset="45">8932 11150 7569,'-19'7'0,"1"-7"0,6-9 0,-1 2 946,1-1 304,5 0-337,1 1-94,6-4-570,0 4 1,7 0-710,6 3 0,5 3-38,6 1 0,1 5-306,0 3 1,5-1 637,3 2 1,3-1 165,1 4 0,1-5 0,-1-1 0</inkml:trace>
  <inkml:trace contextRef="#ctx0" brushRef="#br1" timeOffset="46">10024 10790 7569,'7'-1'-107,"-3"-3"0,-1-2 320,1-2-186,-3-3 1,9 4 57,-6-6 0,0 5 100,-4 0 1,4 4-275,0-5 1,1 5 33,-5-4 1,-2 4 55,-2-4 52,-3 5 0,-9-7-9,-1 6 0,-5 0-15,1 4 0,-2 0 25,-2 0 0,0 1-61,0 4 1,-3 1 57,-1 7 0,0-1-79,4 1 0,0 3 71,0 1 0,2-5-4,2-4 1,5 1-10,7 3 0,4-5 102,5 4 1,7-10-68,5 3 1,6 2-4,7-2 1,5 2-7,3-2 1,0-1-87,4 5 1,-2 0 26,6 4 0,-2 2-5,-2 3 1,0-2-2,1 6 1,-5-1-11,0 5 1,-10 0-9,2 0 1,-9-5-13,1 1 1,-5-6 27,-3 2 0,-4-3 2,-5-2 0,-7-1 163,-5-3 1,-3 2-1,-10-6 0,2 4-72,-11-4 0,-3 1-62,-4-5 1,-6 0 1,2 0 1,0-2-129,0-2 0,5 1 96,-1-5 1,3 4-128,5-4 0,3 3 46,5-3 0,6 5-281,2-1 0,8 2-389,0-3 261,7 4 0,2-9 500,8 6 0,3-5 0,1 2 0</inkml:trace>
  <inkml:trace contextRef="#ctx0" brushRef="#br1" timeOffset="47">9887 10480 7569,'-12'-18'-730,"0"4"1,3-4 1326,1 6 1,4 5 296,-4 3-756,5-3-90,-3 11 1,2-1 203,0 13 1,0 9-70,4 8 1,-4 7-1,0 2 1,0 10 22,4 2 1,0 1-456,0 3 0,0 4 197,0 4 0,1 0-207,3-4 1,-2-4 8,2 0 1,-2-3-177,3-1 1,-3-1-189,7-7 1,-5-3 275,4-2 1,-1-8 337,1-4 0,2-3 0,-3-1 0,1 0 0,2 0 0,-2-1 0</inkml:trace>
  <inkml:trace contextRef="#ctx0" brushRef="#br1" timeOffset="48">10421 10778 5881,'0'-7'1761,"0"1"-1212,0 17 0,0 2-206,0 7 1,0 8-230,0-3 1,0 4-104,0 0 1,1-2-266,3 6 0,-1-4 194,5 4 1,-3-5 151,3 1 0,-4-3-92,4-1 0,-1-6-858,1-2 1,2-8 55,-6-1 802,6-5 0,-3-3 0,5-7 0</inkml:trace>
  <inkml:trace contextRef="#ctx0" brushRef="#br1" timeOffset="49">10595 10765 7553,'12'-11'-23,"0"3"1,2-2 0,3 6 1,-2 0 133,6 4 1,-5 1 219,5 4 1,-5 3-203,5 8 1,-6 5-41,2 8 0,-3-1 27,-2 5 1,-5 0-58,-3 4 0,-3-1-94,-1-3 97,-5 3 0,-2-12 32,-5 1 0,-1-1 69,1-8 1,-1-1 862,1-6-370,-1-4-71,7-5-370,0 0 1,7 0 243,4 0 0,3-5-205,8-4 1,9-2-293,8-1 0,0 4-202,5-1 0,0 2-453,8-1 0,1 3-820,-6 5 1,2 0 1511,-2 0 0,-8 11 0,3 3 0</inkml:trace>
  <inkml:trace contextRef="#ctx0" brushRef="#br1" timeOffset="50">14242 6164 7569,'-6'-18'0,"5"4"196,-3-2-93,3 2 1,1 2-52,0-1-168,5 1 1,-2 1 163,5 2 0,-5 3 154,1 1-1,-3 4 1,-2-4-90,-3 5 1,-3 0-8,-5 0 1,-1 1-66,1 3 0,-1 8 79,1 9 1,-5 3-69,1 0 0,-5 3-108,5 1 1,0-3-39,8 0 1,3-1-22,5-8 60,0 1 1,5-11 66,3-1 1,9-4-26,4-1 0,8-1-192,4-4 0,1 0-250,-1-3 0,3 1 83,-3 3 373,3 2 0,-4-3 0,-2 5 0</inkml:trace>
  <inkml:trace contextRef="#ctx0" brushRef="#br1" timeOffset="51">14403 5904 7569,'0'-13'-294,"0"1"594,0-1 78,6 6 0,1 3-101,5 8 0,5 5-128,-1 7 1,5 8-67,-5 5 0,5 9 73,-4-1 0,-1 13-9,-3 0 0,-7 7-298,-1 1 0,-5 0-125,-5-4 1,-1-2 91,-7-10 1,-5-1-83,-2-4 0,-5-1-301,-4-3 1,-7 2 566,-5-6 0,-12 5 0,2-2 0</inkml:trace>
  <inkml:trace contextRef="#ctx0" brushRef="#br1" timeOffset="52">15582 5742 7463,'-13'-11'39,"1"3"0,0-2 157,-1 6 0,-3 0-59,-1 4 1,-4 7-81,5 5 1,-6 6 88,1 7 1,-2 5-116,-2 3 1,0 9 134,0 3 0,1 4-8,-1 0 1,1 1-186,4-1 1,2 1 132,5 0 0,5-6-15,0-3 1,5-4-21,-1-4 0,7-2-110,1-7 0,5-4 30,0-4 1,7-7 55,5-5 1,-2-3-189,2-1 1,-2-1 55,2-3 0,2-8-40,-2-4 0,-3-6-76,-2 1 0,-7-1-13,-5 2 1,-3-7 96,-1 7 0,-1-1-1,-3 9 0,-3 1 56,-6 2 0,-3 4 123,-1 5 0,-1 0-275,2 0 136,2 5 0,-3 2-241,9 6 0,3-1 38,5 0 0,1-3-132,3-1 413,9-5 0,6 8 0,6-4 0</inkml:trace>
  <inkml:trace contextRef="#ctx0" brushRef="#br1" timeOffset="53">15731 6065 7569,'7'-11'0,"-2"2"4,-5-7 0,-4 6 53,0 2 1,-4 4 154,3-4-17,-4 5 0,6-3-261,-5 6 0,4 0 27,-5 0 0,7 6 193,-3 2 92,-1 3 14,4 2-377,-3-1-81,5-5-19,5-2 292,2-5-200,5-5 1,-3-1 12,-1-2 1,-5-3-6,1 3 0,-7-3 33,-1-2 1,-10-3-133,2-1 1,-3-1 114,2 2 1,1 1 17,-1-6 1,7 6 175,1-2 1,4 4-61,1 0 1,0 5 41,0 0 1,6 3-43,2-3 0,7 5-17,2-1 0,9-1 7,-1 1 1,6-5-4,-2 5 0,4-4 25,-4 4 1,4-4-32,-4 3 1,-1 1 109,-7 4 1,1 0-73,-6 0 0,1 0 80,-5 0-68,0 6 0,-1 1 7,-2 5 0,-4 2 34,-5 2 1,-1 0 130,-3 4 0,-3-3-129,-6 3 0,1 1 7,0 4 1,-1 4-23,1 0 1,-1 1 1,1-1 1,0 3-76,-1 5 1,-3 4 40,-1 1 0,1 3-20,3-4 1,1 9-51,-1-4 0,1 5-147,0-6 0,1 3-38,2 2 1,4-2-229,5-2 1,0-5-142,0-8 0,1-3 242,3-5 1,3-6-201,6-2 522,-1-9 0,6-8 0,1-7 0</inkml:trace>
  <inkml:trace contextRef="#ctx0" brushRef="#br1" timeOffset="54">16016 6511 7569,'14'-12'43,"2"-1"0,-14 1 212,2 0-228,-3 5 0,-2 1 243,-3 6-133,-3 0 1,-1 6 20,-1 2 1,2 3 22,-1 1 1,-1 1-226,4-1 1,1 5 73,4-1 0,0-3-42,0-5 1,6-4 54,2 4 0,3-5-65,1 1 0,2-8 76,3-4 1,-3-3-8,2-2 0,-2-3-158,-2-1 0,-1-5-209,-2 2 0,-4 0-73,-5 0 1,-10 5 165,-2-2 0,-9 9-54,1 4 0,0 4 107,0 4 0,5 4 174,-2 9 0,-2 2 0,-1 6 0</inkml:trace>
  <inkml:trace contextRef="#ctx0" brushRef="#br1" timeOffset="55">17033 6362 7569,'0'-12'-803,"0"0"0,0-1 803,0 1 0,0-1 165,0 1 1,0 4 922,0-1-786,-5 7-146,3-4 0,-9 8-167,3 2 0,1 4 83,-1 9 0,4 0-126,-4 4 1,5 3 69,-1-4 0,2-1 57,2 2 1,0-6-226,0 2-108,0-3 1,6-7 105,2-3 1,3-4 131,2-4 1,-1-8 24,0-4 0,1-5-32,-1 5 1,-4-6 101,1 1 1,-7 2-56,3-2 0,-4 6-16,-1-2 0,-1 4 61,-4 0 0,3 6 128,-7 3 0,5 3-75,-4 1 1,4 0-17,-4 0-145,5 0 1,-3 1 140,6 3-268,0-2 157,0 3 0,7-6 19,6-3 1,0-5-36,8-7 0,1-8-6,7-4 0,-3-8 34,3-2 1,2 0-7,-2-8 0,-5 5-4,-3-4 1,-2 6 7,2 2 1,0 2 188,-9 11 0,3 1 68,-6 11-201,-4 5-81,1 2 1,-6 16 8,0 5 1,-2 15 90,-2 10 0,-4 11-53,0-17 0,-1 1 0,2 1 0,0 3-267,-1 5 1,0 1 0,1 1 0,0 2 261,0 5 1,2 0 0,1-3 0,1 1-386,0 4 0,2 0 0,0-2 1,0 0 355,1 3 0,0-2 0,0-4 1,0-1 17,0-2 1,0-1 0,0-5-1,-1-2-56,-1-2 1,0-1-1,0 23 145,-2-14 1,-1-9 224,1-12 1,-6-6-130,2-2 1,-3-9 209,-2-4 1,-1-5-360,-2-7 1,1-8-261,-6-13 0,2-8 49,-2-8 1,7-6 29,6-7 0,5 0 541,-1-8 0,8 3-463,5 0 1,6 8 13,1 6 1,6 5 103,-1 6 0,2 7-318,2 2 0,6 8 92,2 5 0,3 6-490,1 2 664,5 5 0,3-3 0,1 6 0,-1 0 0,-4 0 0,0 0 0</inkml:trace>
  <inkml:trace contextRef="#ctx0" brushRef="#br1" timeOffset="56">18497 6003 7569,'7'-6'-362,"3"-1"402,-6-5 1,1 1 20,0 3 1,-4-3-22,3 2 1,-3 2 164,-1-1-228,0 5 1,-1-2 81,-3 5 0,-3 0-126,-5 0 0,-2 1 108,-3 3 1,-2 5 41,-6 7 0,-1-2-65,-3 3 0,3-4-139,-3 0 0,7-1 143,1 1 0,2-1 21,-2 0-46,3 1 0,7-1 28,3 1 1,3-5-124,5 0 1,1 0 54,3 5 1,0-1 28,9 1 1,-2-1 10,9 0 0,-3 5-9,3-1 0,0 2 11,0-1 1,3-3-14,-7 2 0,1 2 39,-5-1 1,-1-1-38,-3-3 228,3-1-173,-9 0 1,2-1 77,-8-2 1,-3 0-107,-6-5 0,-3 5 11,-1-5 1,-5 1-83,2 0 0,-8-4 59,-1 3 0,2 2-236,6-2 0,-1 0-78,5-4-27,1 0 0,5-2 94,2-2 0,4 2 244,5-7 0,5-5 0,2-5 0</inkml:trace>
  <inkml:trace contextRef="#ctx0" brushRef="#br1" timeOffset="57">18522 5779 7569,'0'-12'-3,"0"0"51,0-1 0,-1 1 349,-3-1-158,2 7 1,-7-1-303,4 3 65,1 2 0,0 2 76,0 8 1,-10 16-62,2 9 1,-5 10-39,1 10 1,-2 4-286,-3 5 0,2 4 184,2 0 0,12-31 0,1 1-16,-9 30 1,5 1-261,0-1 1,2-2 100,6 2 0,0-3-229,0-1 0,0-2 526,0-7 0,0 1 0,0-18 0,0 2 0,0-2 0,0-5 0,0-4 0</inkml:trace>
  <inkml:trace contextRef="#ctx0" brushRef="#br1" timeOffset="58">18807 5953 7569,'13'-5'-35,"-1"-2"64,1-6 0,-5 6 72,0 3 0,-4-1-149,5 1 0,-1 0 65,4 4-135,1 0 1,-1 5-134,0 3 121,1-2 93,-6 10 1,-2-3 28,-5 7 0,0 0-67,0-4 0,-5-2 49,-3 3 0,-5-4 117,-3 0 0,2-1-105,-3 1 1,2-5 181,-1 0 1,2-1-40,-3 1 0,8-1-85,0-3 0,5-1-36,-4 5 0,5-4-56,-1 5 0,3-5-67,1 4 0,1-1 44,3 1 0,3 3 5,5-2 0,1 2 45,-1 1 1,5 0 110,-1 1 1,6 3-37,-1 1 0,-2 1 47,2-2 0,-4-2-73,3 3 0,-5 1 24,2-2 1,-5 1 151,-3-5-156,2 0 0,-10 1 121,3-1 0,-2-4-74,-2 1 1,-6-5-21,-2 4 1,-7-4-41,-2 5 1,-5-5-86,1 4 1,-2-5 73,-2 1 1,0 1-71,0-1 1,5 1-152,-1-5 1,6 0 61,-2 0 0,4-5-147,0 1 1,5-1 59,0 1 0,5 1-132,-1-5 0,8-1 354,4-3 0,9-6 0,2-1 0</inkml:trace>
  <inkml:trace contextRef="#ctx0" brushRef="#br1" timeOffset="59">19316 6102 6269,'19'-7'719,"-1"-4"-214,-11 10-340,-1-5 1,-8 6-103,-2 0 0,-3 7 56,-5 5 0,-2 6-111,-2 7 1,2 4 18,-3 0 1,3 5-105,2 0 1,5-3 86,3 2 0,3-6-97,1-3 0,1 0-62,3-8 1,4 1 45,9-5 0,-2-5 58,6-3 0,-1-2 17,5-2 0,-4-6 80,0-2 0,-2-9-34,2-3 0,1-5 12,-6-4 1,-1-3-35,-6-5 0,-4 0 32,-5 0 0,-1 4 48,-3-1 1,-3 8 106,-6 1 0,1 2 63,0 6 0,-1 5-133,1 4 1,3 5-135,1-1-220,5-3-459,-2 6 598,5-5 1,10 6 94,2 0 1,9 0-152,-1 0 0,4-4-57,1 0 0,-2 0 321,-2 4 1,2 0-65,-2 0 0,1 0 181,-1 0 1,1 1-61,-6 3 0,5 5 1,-5 7 1,1-1-68,-5 6 0,1 4 45,-1 4 0,-4 8-100,1-4 0,-1 4-57,4-8 1,1 0-22,-1-4 1,2-2 35,2-2 0,0-3-20,4-6 0,1-5 77,4-3 1,0-4 90,-1-4 1,1-8-115,0-9 0,-2-4 0,-2-4 0,1-4 144,-5-8 1,-6-7-63,-7-6 0,-3 0 103,-1 5 0,-11 0-78,-5 4 1,-6 2 142,-3 6 1,-5 11-37,-4 5 1,0 6-107,1 2 0,-2 7-148,6 1 0,-4 14-181,4 3 0,6 14-617,6 3 804,4 6 0,0 2 0,1 0 0</inkml:trace>
  <inkml:trace contextRef="#ctx0" brushRef="#br1" timeOffset="60">14701 8173 7569,'-7'-5'0,"2"-2"126,5 0 195,0 1-506,0 6 149,0 0 104,0 6 1,0 1 134,0 5 1,-2 2-102,-2 2 1,1 4 202,-5 5 0,5 1-118,-1 3 1,-1 1 40,1 3 1,-5 3-79,5-3 1,-4 3-151,4 1 1,-5-4 90,5 0 1,-4-5-163,4 1 1,-2-7 15,2-2 1,3-4 118,-3 0-690,2-2 240,-3-2-734,3 1 145,-3-1 975,5 0 0,-6 1 0,0-1 0</inkml:trace>
  <inkml:trace contextRef="#ctx0" brushRef="#br1" timeOffset="61">15185 8198 7569,'-13'-6'0,"5"1"-148,0-3 87,5 2 0,-8 6 135,3 0 1,1 2 14,-1 2 1,5 8-73,-1 9 27,-3 2 0,6-2 46,-4-1 1,4-3 2,1 4 0,1-8 25,4 0 0,-3-2-47,7-7 0,-5 0 135,4-4-126,0 0 0,3-1-336,-2-3 78,2-3 0,-6-10-83,3 1 1,-2-1 104,-6 5 0,0-5-104,0 1 1,-6-6 68,-2 1 1,-2-1 58,2 1 0,-2-1-45,6 6 1,0-1 176,4 5 178,0-1 0,6 2-75,2 3 0,9 1 11,3 3 1,4 1-52,0-5 1,1 5-28,0-1 1,0-1 23,0 0 0,-6 1-35,-2 4 0,-4 2 101,0 2 1,-6 3-65,-3 5 0,-3 5 153,-1-1 0,-5 10-8,-4-1 0,-2 10-20,-1 2 1,-2 1-110,-2 8 0,-2-1-65,-3 5 0,-1 0-187,5-1 0,-3 1 279,3-1 0,1 0-236,3-4 0,2 2 47,3-6 1,-2 3-190,6-6 0,0 0 11,4-9 1,0-4-62,0-4 0,6-10 60,2 1 1,4-8-146,5 0 408,2-8 0,6-8 0,0-8 0</inkml:trace>
  <inkml:trace contextRef="#ctx0" brushRef="#br1" timeOffset="62">15458 8595 7569,'7'1'137,"-3"3"1,-3-1 45,-1 5 1,0 1 11,0 3 0,0 5-112,0-1 0,6 5 100,2-5 1,3 1-308,1-5 1,2-1 53,3-2 0,1-4 72,2-5 1,4-1 20,-4-3 0,-2-3-116,-1-6 0,-5-3 82,-3-1 1,-4-5 11,-5 1 1,-3 2-555,-5-2 1,-6 8 252,-11 0 0,-5 6-73,-3 7 0,-8 3 373,-5 5 0,-2 6 0,-2 11 0</inkml:trace>
  <inkml:trace contextRef="#ctx0" brushRef="#br1" timeOffset="63">16475 8458 7569,'7'0'-1606,"-2"0"2273,-16 0 0,3 2-182,-8 2 0,2 3-497,1 5 1,5 1 51,0-1-258,0 0 68,-5 1 31,6-1 142,2-5 1,6-3-140,3-8 1,3 1 123,6-5 1,-1-4-16,0-5 1,5 1-125,0 3 1,-2-3 65,-7-1 0,2 1-223,-6 3 0,1 2-52,-1 3 318,-2-3 0,3 8-9,-5-5 1,-1 5 208,-3-1-211,2 3-15,-3 6 288,5-4-184,5 5 1,6-7 36,6-4 0,1-3-85,-2-8 0,2-4-7,3-4 0,-3-3-11,-6-2 0,1 2-70,-1-6 1,-5 0 81,-3-4 1,-2 1-1,-2 3 1,0 8-228,0 8 175,0 4 155,0 6 0,-5 8-80,1 11 0,-5 13-35,0 12 0,2 13 299,-1 12 0,1 7-697,3-30 1,0 0 536,-2 2 0,1 0 0,2 4 0,-1 1 19,-2-1 1,0 1-1,0 1 1,1 1-230,1-3 1,-1 1-1,0-1 1,1 1 248,2-2 1,0-2-1,-2-3 1,-1-2-147,3-1 0,0-1 0,-3 22-116,1-7 94,-3-11 1,-6-10 109,1-9 1,-1-7 2,1-9 1,-6-6 885,-3-6 0,-1-7-908,2-14 1,-2-4-15,5-8 1,6-9-713,7-8 0,4-7 513,4-1 0,2 29 1,2 0-385,3 1 1,3 2 0,1-2 0,1 1 30,4 4 1,2 0 474,-1 2 0,2 2 0,27-17 0,-1 11 0,1 5 0,-1 3 0,1 0 0</inkml:trace>
  <inkml:trace contextRef="#ctx0" brushRef="#br1" timeOffset="64">17728 8148 7569,'-14'-5'0,"-2"-6"0,7-6 0,4 1 73,1 3 17,2 1 1,2 4-15,0-1 1,6 7-108,2-2 1,7 2-197,2 2 140,5 0 0,-7 0 49,6 0 1,0 0-65,3 0 1,-3 0 79,0 0 1,-5 0 27,5 0 1,-2 0-32,2 0 1,-3 0-33,-6 0 0,1 0 156,-1 0 0,0 0 63,1 0-18,-1 0 0,-3 0-117,-1 0-16,-5 0 1,3 0-73,-1 0 128,-4 0 37,4 0 1,-10 0-74,-3 0 1,1 0 112,-1 0 0,-1-1-90,-3-3 1,-1 1 8,1-5 1,0 3-30,-1-3 0,1 5-3,-1-1 0,2 2-87,3-3 0,-3 4 109,3-3 1,1 3-68,-1 1 0,-1 0 37,-3 0 1,4 0-60,-1 0 0,1 0 74,-4 0 1,-1 0 5,1 0 1,0 0-5,-1 0 1,1 0 7,-1 0 0,1 0-51,-1 0 1,-3 0 31,-1 0 0,-1 1-19,2 3 1,-2-1 19,-3 5 1,-1-1 34,6 1 0,-2 3-69,1-3 1,4 4-4,-4 0 0,5-4-15,3 0 0,2 1-92,3 3 0,3-4 67,-3 1 1,8-5 40,4 4 0,5-5 32,3 1 0,9-1-46,8 1 0,-1-1 35,1 5 1,0-3-45,4 8 1,-4-4 5,0 8 0,-1 2-7,1 2 0,-1 2 0,-3 2 1,-3 5 13,3 4 1,-7 1 1,-1 3 0,-6-5 7,1 0 1,-7-2-19,-5 3 1,-3-1 20,-1-9 1,-7 3 161,-5-11 1,-8-3 247,-8-5 0,-4-5-124,-5 1 0,-6-8 36,-3-5 1,-6-2-111,-2-1 0,6-5-41,7 1 1,2-6-105,2 1 1,5 3 128,3 2 0,8 2-906,5 1 297,2 1 1,7 4-954,3-1 794,3 7 331,1-4 1,5 8-422,4 2 1,6-3 302,1 3 0,6-2 363,-1-2 0,2 0 0,8-11 0,0-3 0</inkml:trace>
  <inkml:trace contextRef="#ctx0" brushRef="#br1" timeOffset="65">17914 7665 7569,'-12'0'25,"5"0"1,0 0 148,3 0 1,1 7-89,-5 5 1,0 18 174,-5 16 0,1 9-124,-1 11 1,7-31 0,-1 0-402,-2 4 0,1 1 0,1 0 1,0 1 332,-1 2 0,0 1 1,1-1-1,0 1-186,1-1 0,-1 1 1,2-5-1,-1 0 59,2 1 0,0-1-676,-7 28 599,10-27 1,1-1 0,-6 24-147,6 3 0,2-4-486,2-4 767,3-3 0,4-5 0,0 0 0,-2-1 0,1 1 0,-2-1 0</inkml:trace>
  <inkml:trace contextRef="#ctx0" brushRef="#br1" timeOffset="66">18597 8136 7429,'-20'-6'-350,"0"-6"361,7-9 0,-2 2 8,7-2 0,-2 6 191,2-1 1,-2 6 33,6 2-296,0 0 119,4-5 1,5 6-1,4 3 0,2 3-123,1 1 0,5 0-198,-1 0 0,6 1 199,-1 3 0,6-1 58,2 5 0,0 1-29,-4 3 1,-1 4-21,-4 1 1,-3 5-67,-9-1 1,-2 2 112,-6 2 1,-3 0-2,-5 0 1,-6-2 36,-11-2 1,-1 1 107,-3-6 1,-1 1-42,-4-5 1,5-1-18,9-3-73,2-2 0,7-5 55,3 3-45,-3-2-9,9 3 0,2-5 175,8 0-160,3 6 1,3 1 16,3 5 1,2 2-6,6 2 1,1 4-139,3 5 0,-3-1 84,3 1 1,-7 0 41,-1 0 0,-6 1 7,2 3 0,-8-7-212,0 3 1,-7-5 92,2 1 1,-4-3 198,-4-6 0,-4-3-58,-9-1 0,-3-4 181,-9 4 0,1-5-127,-5 1 1,4-2-21,-4-2 1,6 0-4,-2 0 0,4 0 35,4 0 1,-1-2-514,6-2 1,3 3-239,5-3 236,0-3 1,1 0 89,3-6 300,13 1 0,11-11 0,11-4 0</inkml:trace>
  <inkml:trace contextRef="#ctx0" brushRef="#br1" timeOffset="67">19142 8186 7569,'-1'8'-13,"-3"0"0,-4 0 119,-9 5 0,3-1 0,-2 1 0,2 4-35,2 4 1,1 3-34,2 0 0,0 5-135,4 0 1,-3-5 130,4-8 1,0-2-169,4-2 265,0 1 0,1-6-80,3-3 0,3-3-24,6-1 1,-1-1-14,1-3 1,-1-3-70,0-6 1,-1 0-26,-2-4 1,-4-2-105,-5-6 0,0 0 88,0 0 1,-5-4-72,-4 0 0,2 5 191,-1 3 3,0 6 1,0-2-168,-1 9 55,7-3 1,-4 8 78,6-5 0,2 5-55,2-1 0,7 3-12,5 1 49,6 0 0,-2 0 66,4 0 1,1 1 190,0 3-118,0 3 55,0 6-86,-1 4 1,-4 3-86,-4 5 1,-2 5 15,-2 3 0,1 3 48,-1 1 1,-1 3 101,-2-3 0,2 2-191,-3-10 91,3 0-20,1-5 1,1-4 164,-1-4-112,6-7 1,-4-4 80,2-5 1,0-1-66,0-3 0,-2-5-41,2-7 1,-2-9 12,-1-8 1,-7-9-236,-1-3 1,-5-5-82,-5-3 0,-3-2-272,-8-3 0,-4 8 325,-4 9 1,-1 5 21,0 7 0,2 3-153,2 13 24,-3-2 180,11 14 0,-5-2-126,5 11 230,1 6 0,-1 11 0,1 0 0</inkml:trace>
  <inkml:trace contextRef="#ctx0" brushRef="#br1" timeOffset="68">20656 8396 7569,'0'-12'-141,"0"4"636,0-1 294,0 7-575,0-9-47,0 9 0,5-3 16,4 5 1,3 0-1,5 0 1,2 0-626,6 0 1,0 0 105,-1 0 0,3 0-73,2 0 0,-3 1 93,3 3 1,-5-1-539,-3 5 854,-3 1 0,-11 3 0,-2 0 0</inkml:trace>
  <inkml:trace contextRef="#ctx0" brushRef="#br1" timeOffset="69">20557 8682 7569,'-20'0'1135,"8"0"-768,6-6 167,6-6 0,11-2-192,6-3 0,6 8-809,6 0 372,9 7 1,2-4-233,5 6 0,1 0-1031,3 0 1080,1 6 1,5 1 0,1 5 0</inkml:trace>
  <inkml:trace contextRef="#ctx0" brushRef="#br1" timeOffset="70">22244 8310 7569,'8'-6'-214,"0"-2"185,-5-3 1,7 2 284,-6 1-61,0 0 0,-4-4-159,0-1 1,-1 5-18,-3 0 1,-5 1-101,-7-2 1,1 3 110,-6 1 1,-4 4-79,-4-3 1,-5 3 203,1 1 1,1 1-89,-1 3 1,5-1-22,-1 5 0,5 0-16,3 5 0,3-1 29,6 1 0,1-1-26,2 0 1,4-2-72,5 2 0,5-2 67,4 7 1,7-2-21,5 1 1,6-1-66,2 6 0,6 0 78,-2 4 0,7-1-17,1 1 1,0 0-7,-3 0 0,-2 0-58,-3-1 0,-3 3 25,-5 2 0,-6-7-86,-2 2 0,-8-7 164,0-1-25,-7-2 0,-2-5 151,-8-1 1,-9-5-63,-3 1 1,-9-4-98,-4-4 0,-4-3 13,-5-6 0,2 1 48,-5-1 0,3-3-72,-3-1 0,6-1-120,2 2 0,5 4 30,8-1 1,0 2-204,3 7 0,4-2-251,4 2 1,5 3 205,0-3 1,5 4-12,-1 4 348,8-3 0,3 5 0,5-6 0</inkml:trace>
  <inkml:trace contextRef="#ctx0" brushRef="#br1" timeOffset="71">22145 8049 7569,'0'-18'210,"0"4"1,-4-8-180,-1 6 0,1-1 162,4 5 174,0 5 23,0 1-353,-5 23 0,2 1 54,-5 19 1,-1 3 48,-3 10 0,4 3-55,-1 1 0,3 10-469,-3-2 1,4 7 79,5-3 1,-4-2 200,0-6 0,-1 7 95,5-3 1,0 3 10,0-3 0,0-3-629,0-5 1,0-3 180,0-14 1,2-2 444,2-11 0,0-2 0,6-2 0,-1-4 0,-3 3 0,-3 4 0</inkml:trace>
  <inkml:trace contextRef="#ctx0" brushRef="#br1" timeOffset="72">22616 8223 7569,'-7'-2'-273,"3"-2"207,3-3 86,1-5 53,0 0 1,0 3 140,0 1-239,0 5 1,4-4-62,0 3 0,6 3 82,-2-3 1,3 2 88,1 2 0,5 0 5,-1 0 0,5 0-214,-4 0 1,5 0-22,-2 0 0,0 4 119,0 1 0,-5 4 40,2 0 1,-3 2 6,-2 1 0,-5 0-12,-3 1 1,-2 5-2,-2 2 1,-6 0 1,-2 0 0,-5 1 4,-3 4 1,-3-6-29,-6-2 1,0-1 28,0-3 0,0 0-2,1-9 1,3 5 81,0-5 166,6 0-11,-3-4-177,11-6-30,2 5 0,10-4 17,3 5 0,9 0-158,4 0 1,3 1 56,5 3 1,-1 3-38,5 5 1,-1 5 37,1-1 1,3 11-15,-3-3 0,-3 4 74,-1-3 0,-4 0-40,-4-1 1,-5 0-7,-8-3 1,2 1 5,-6-6 1,-1-1 351,-7-6 0,-9 0-33,-7-5 1,-8 0 92,-1-4 0,-5 0-122,1 0 0,-3 0 1,-1 0 0,3-4-342,1 0 0,10-1 94,-2 1 1,9 2 299,-1-2-174,3 3 0,9 2-2201,5 3 2052,5 9 0,19 6 0,2 6 0</inkml:trace>
  <inkml:trace contextRef="#ctx0" brushRef="#br1" timeOffset="73">14763 9934 7569,'0'-16'-87,"0"-1"51,0 6 51,0 6 0,-5 10 6,-4 3 0,-3 10 116,-5 7 1,-2 5 172,-6 8 0,-1 7 46,-3 1 1,1 6-417,-5-2 0,6 5 190,-2 7 1,4-4 15,4 0 1,3-10-229,6 1 0,5-7 42,3-1 1,4-8 40,4-4 0,3-4 42,5-4 1,8-5-142,5-8 0,1-2-44,7-6 1,0-7 52,4-5 1,0-6 58,1-7 0,-3 0-5,-1 0 1,-6 0-127,-7 1 1,-4-5-96,-9 0 1,-3 1 127,-5 7 0,-1 4 72,-3 4 1,-4 2 108,-9 3 0,-2 2-99,-6 6 0,6 5-26,2-1 0,1 5-3,3 0 65,-2 2 0,14 1-281,-3 0 0,9-3 13,7-1 0,4-5 278,8 1 0,4-3 0,9-1 0</inkml:trace>
  <inkml:trace contextRef="#ctx0" brushRef="#br1" timeOffset="74">15272 10195 7569,'-20'-6'0,"2"1"111,6-4 27,-6 4 0,4 5 229,-2 0 23,2 0-516,2 5 1,5 2-118,3 6 1,2-1 58,2 1 162,0-7 0,6 4 16,2-6 1,7 0-79,2-4 1,5-1-19,-2-3 0,0-3-4,0-5 1,-4 1 76,0 2 1,-2-5-48,-2 6 0,-5-10-123,-3 6 0,-2-5 102,-2 1 0,-2-3 21,-2-6 1,-3 0 45,-5 0 1,1 4-3,3 1 1,-2 5 349,6-2-218,0 3 0,5 3-109,3 3 0,3 1 19,5 3 1,1 3 107,-1-4 1,2 4-53,3 1 0,-4 0-15,4 0 0,-3 1 9,-2 4 1,1 1-7,-1 7 1,-1 5 85,-3 2 1,-2 4-72,-6 1 1,4 5-27,0 3 1,-1 4 25,-7 5 0,1-2 99,-5 5 1,-1 5-68,-3 3 1,1-3-17,3-4 1,-3-1-53,2 5 1,4-5-103,1 1 0,2-6-123,2 1 1,0-3 67,0 0 0,0-3 125,0-1 0,6-10-19,2-7 0,5-9-424,3-4 0,3-4 148,6-4 0,0-8 18,0-9 1,-2-8 275,-2-4 0,8-8 0,-3-3 0</inkml:trace>
  <inkml:trace contextRef="#ctx0" brushRef="#br1" timeOffset="75">15644 10641 7569,'12'-37'-1449,"-3"7"1114,-1 5 335,-5 0 290,2 11 0,-5 3 443,0 11 0,-4 7-219,0 10-295,0-4 1,0 10-37,-1-7 1,1 5-1,4-5 1,4 1-313,1-5 0,6-1 116,1-2 0,0-4 77,5-5 0,1-7 47,-2-5 1,-3-2-192,-5-7 0,-5 1-46,1-5 1,-3-4-39,-1 0 1,-9 0-72,-4 4 0,-7 0-283,-1 1 0,2 6 23,-2 5 1,6 6 494,-2 7 0,-2 6 0,0 1 0</inkml:trace>
  <inkml:trace contextRef="#ctx0" brushRef="#br1" timeOffset="76">16450 10368 7569,'-7'-20'17,"3"-1"37,3 6 1,1-3 194,0 6 72,0 5-119,0 1-229,0 6 0,0 7-16,0 5 1,0 6 118,0 7 1,0 0 52,0 0 0,0 4 16,0 0 1,1 2-443,3-6 1,3 1 144,6-9 1,-1-6 51,0-7 1,5-3 68,0-1 1,5-5-9,-2-3 0,0-9-71,0-4 1,-6-2 48,-2-2 0,-1-5 17,-6-3 0,-1 1-2,-4-1 0,-2 4-135,-2-4 1,-3 7 130,-5 1 0,1 6 128,3 6 1,-3 6-85,2 3 237,4-3-452,-6 6 215,9 1 0,2 1 20,9 4 1,3-4 25,5-1 0,2-1-117,6-4 0,0-3 69,-1-8 0,1-4-16,0-4 0,-4-3-11,-1-2 0,-6-1 10,-1-3 0,-2-3-113,-7 3 0,0 0 77,-4 4 0,0 6 33,0 10 1,-2 2-16,-2 3 0,-3 9 528,-5 12 1,-2 10-143,-2 10 0,2 15-126,-3 10 1,8-22 0,0 1-335,1 6 1,0 1-1,-1 4 1,1 2 405,2 4 1,0 0-1,0-2 1,0 0-82,-1 0 1,1 0-1,0-3 1,1 1-90,1-2 1,0-1-1,1-2 1,0-1-107,3-4 0,0-1 1,0-2-1,0-2 182,0 23 0,0-5-498,0-7 0,0-10 350,0-12 183,0-4 0,-5-15 9,-3-5 0,-5-8 229,-3-13 1,-2-2-646,-3-14 1,0-9 138,9-12 0,-2-2 567,10-2 1,1-4-663,7-1 0,5-2-1252,7 7 1,8 5 689,5 11 0,1 10 123,-1 11 1,7 6 156,5 7 0,10 5 415,-1 3 0,-1 9 0,-5 8 0,-5 9 0,-3 9 0,-3 8 0</inkml:trace>
  <inkml:trace contextRef="#ctx0" brushRef="#br1" timeOffset="77">18063 10195 7569,'-18'-31'0,"4"5"381,-2-3-244,-3 3 1,-1 7 45,-5 2 1,1 9 22,-1 4 1,-1 2-129,-3 2-239,-3 6 1,-5 2 165,-1 9 0,3-3 171,2 2 0,-1 2-202,10-1 1,-3-1-273,11-3 0,1-1 63,7 0 136,2 1 0,7-1 60,4 1 1,7-1 43,9 0 1,3-3 182,5-1 1,3 0-112,5 5 0,0-1-29,1 0 0,3 2 7,0 3 1,-1-2 6,-7 5 0,2 0-180,-6 0 1,-2 3-38,-6-7 1,-3 5 119,-6-5 1,-5 1-13,-3-5 0,-4 1-57,-4-1 1,-5-4 67,-12 1 0,-4-3-7,-8 3 1,-8 0 47,-1-5 1,0 1 12,-4-5 0,6 4-246,-1 0 0,4 0 74,4-4 1,-1 0 114,10 0 1,-3-4 38,11 0 0,-1-11 0,5 1 0</inkml:trace>
  <inkml:trace contextRef="#ctx0" brushRef="#br1" timeOffset="78">17840 9798 7569,'-18'14'14,"8"8"142,-2-6 1,2 13 175,-2 8 1,-1 7-104,1 10 0,-1 7-368,1 5 1,6-28 0,0 0 219,-1-1 1,1 0-1,2 2 1,1 1-185,1-1 0,0 0 1,1-3-1,1 0 114,0 1 0,0 0 0,3 30 148,5-1 1,6-3-409,10-1 0,3-5-1279,2-4 1528,2-2 0,4-4 0,2-6 0,6-5 0,4 0 0,2 3 0</inkml:trace>
  <inkml:trace contextRef="#ctx0" brushRef="#br1" timeOffset="79">18634 10046 7569,'-33'-22'-76,"0"-3"1,5 3-208,11 5 0,0 4 1039,0 0-319,0 6-348,11 2-157,0 5 0,12 1-190,2 3 0,8 3 167,5 6 0,2-1 54,2 0 0,6 1 40,2-1 0,-3 5 1,-1-1 0,0 1-57,-4-5 0,1 5-35,-10-1 1,0 1 152,-8-5 1,2 2-31,-6 3 1,0-4-55,-4 4 0,-6-7 5,-2-2 0,-7 0-2,-2 5 1,-3-5 55,3 0 1,-1-1 118,2 1 0,3 3-47,1-2 1,1-3-94,7 3 0,0-5 18,4 4 1,0 0 23,0 5 1,5 3 108,3 1 0,7 5-113,2-1 1,4 2 3,-5 2 1,5 4-42,-5 0 1,5 0-3,-4-5 0,-1 0-79,-3-4 0,-2 3 105,-3-7 0,-3 1 3,-5-5 0,-1-1-26,-3-3 1,-4-2 26,-9-6 0,-2 4-24,-6 0 1,-4 0 0,0-4 0,0-4-94,4 0 0,5-6-149,-1 2 0,7-3-291,2-1 0,1-5 85,7 1 424,0-7 0,9-1 0,2-8 0</inkml:trace>
  <inkml:trace contextRef="#ctx0" brushRef="#br1" timeOffset="80">18944 10319 7569,'7'0'241,"-2"-6"-35,-5 5 0,0-3-71,0 8-123,-5 3 0,2 5 38,-5 1 1,5 0-127,-1 4 0,1-2 164,-1 6-89,3-6 0,-5 3 5,6-6 1,6-5 15,2-3 1,3-2-9,1-2 1,2-2-3,3-2 1,1-3-152,2-5 1,4-1-44,-4 1 1,-2-5-87,-1 1 0,-5-2 142,-4 1 1,-2-2-90,-6-6 0,0 1 67,0-1 0,-6 0 30,-2 0 0,-3 4 20,-1 1 1,3 6 183,1 2 0,1-1 704,-1 5-507,-3 2-212,10-5-43,-5 10 0,8-4 23,2 5 1,7 0 76,5 0 1,2 0-95,-1 0 0,1 4-29,2 0 1,4 10 50,-4-2 0,2 9 101,-1-1 1,1 4-114,-5 1 1,-1 5 7,-3 3 1,-2-1-8,-3 1 0,3-4 2,-3 4 0,3-7 111,2-1 1,0-2-114,4-6 0,-2-6-10,6-7 1,0-3 64,3-1 0,1-1 96,0-3 0,3-7-149,-4-6 0,3-5-76,-11 1 1,-1-8 18,-6-4 1,-4-4-142,-5-4 0,-1-3-370,-3-6 0,-9 2 259,-8 2 0,-3 5 60,-5 8 0,1 8 15,-5 9 0,4 3-143,-4 5 0,5 4-4,-1 8 336,3 3 0,1 11 0,1 1 0</inkml:trace>
  <inkml:trace contextRef="#ctx0" brushRef="#br1" timeOffset="81">20445 10220 7569,'-19'-18'0,"2"4"576,9-3 904,2 4-907,6 0-390,0 6 1,11 2 11,6 5 0,9 0 0,3 0 0,10 0-1440,-2 0 1,4 5 460,1 3 1,-4-1-312,4 2 1095,-9-1 0,2 4 0,-3 1 0</inkml:trace>
  <inkml:trace contextRef="#ctx0" brushRef="#br1" timeOffset="82">20606 10443 7569,'-12'0'-69,"1"-6"-35,3-2 1,2-3 860,6-1 0,0-1-295,0 1 0,1 1-174,4 2 0,7 0-201,9 5 0,8 0-1048,4 4 0,8 0 247,5 0 714,7 0 0,-2 5 0,4 2 0</inkml:trace>
  <inkml:trace contextRef="#ctx0" brushRef="#br1" timeOffset="83">21760 10083 7569,'-19'-32'0,"1"-1"398,5 9-196,1 1 1,-2 12-28,-2 3 0,1 3-15,-6 5 1,4 0-664,-3 0 82,-7 5 1,1 3 173,-3 9 0,-1-3 53,1 2 0,6-2 171,6-2 0,3 0-3,2-4 1,5 3 159,3-3 1,2-1-76,2 1 1,3-1-117,6 1 1,0 3 170,12-2 0,4 6 199,4 1 0,5 2-180,-1-1 1,3 1-160,1 2 0,0 4 28,1-3 1,-3 2-4,-1 2 1,-4 0-81,-5-1 1,-2 0 54,-2-4 0,-7 0 5,-6-4 0,-5-6-54,1 2 1,-10-6 240,-6 2 0,-12-5-102,-9 1 0,-4-3-44,-4-1 1,-3 0-5,-6 0 1,0-5 13,1-3 1,6 1-213,6-2 1,5 1 70,7-4 0,2-1 115,2 1 1,3 4-78,6-1 73,5 1 0,-4-10 0,4-1 0</inkml:trace>
  <inkml:trace contextRef="#ctx0" brushRef="#br1" timeOffset="84">21611 9686 7569,'-12'0'0,"5"0"0,-4 0 0,9 11 189,-2 6 1,3 12 307,1 8 1,-4 7-310,0 10 1,-2 2-237,2 6 1,3 0-27,-3 0 0,2 0 183,2 0 0,2 0-1142,2 0 700,3-5 1,5-3-220,0-9 1,2 2 270,3-6 1,-2-1 280,6-7 0,-5-2 0,5-4 0,-2 4 0,-4 2 0,-4 0 0</inkml:trace>
  <inkml:trace contextRef="#ctx0" brushRef="#br1" timeOffset="85">22145 9959 7569,'-6'-25'0,"5"0"384,-3 1-123,8 4 0,-3 7-226,3 4 0,3 7 99,1-3 0,-1 4 72,2 1 1,0 0-137,8 0 1,-3 1-490,2 4 1,-2 1 283,-2 7 1,5-1 39,-1 1 0,-3 3 101,-5 1 1,-1-1-74,1-3 1,-2-1 114,-6 0 0,-2 1-49,-2-1 0,-3-3 11,-5-1 0,-2-1 45,-2 1 1,0 2-28,-4-6 0,5 4-39,-2-4 0,5 2-12,3-2 0,0-1-5,5 5 0,-1-4-13,5 4 1,2 1 19,2 3 1,4 0 8,9 1 1,1 0-23,2 4 0,4-2 65,-4 6 1,4 0 187,1 3 0,-2 1-154,-2 0 0,1-2-52,-6-2 0,-3 1-4,-5-5 1,-5-1 17,1-3 1,-5-2 114,-8-3 1,-4 2-110,-12-6 1,-6 4-11,-2-4 0,0 4-59,-4-4 0,4 1-334,-4-5 1,2 0-1,10 0 0,3 0-567,10 0 937,5 0 0,-4 0 0,4 0 0</inkml:trace>
  <inkml:trace contextRef="#ctx0" brushRef="#br1" timeOffset="86">23162 9971 7569,'-7'-31'146,"-3"0"43,6 7 0,-1 6-137,1 5 0,1 6-34,-5 7 0,-2 2 419,-7 2 1,2 8-313,-5 9 0,-2 4-174,-7 4 11,2 8 1,-7 6-81,5 2 1,0-1 97,4-2 1,2-2-339,2 5 1,-1-5 162,5 1 0,-3-3 59,3-5 0,-3-3-126,3-5 0,-4-2-356,5-2 1,-1-5 617,5-7 0,-3-4 0,0-5 0,-1 3 0,-3 5 0,-3 6 0</inkml:trace>
  <inkml:trace contextRef="#ctx0" brushRef="#br1" timeOffset="87">22529 10033 7569,'0'-17'0,"6"3"813,2-3-479,-2 3 0,5 8-3,-3 1 1,4 4-96,5 1 1,2 7-162,6 5 0,4 2 72,0 7 1,7-1 58,1 5 1,1 0-236,8 0 0,-1 1-1218,5 3 0,-2-4 587,-2 0 1,1-1 659,-6-3 0,0 3 0,-3 0 0</inkml:trace>
  <inkml:trace contextRef="#ctx0" brushRef="#br1" timeOffset="88">23770 9711 7569,'-13'-5'1143,"1"5"-893,0 0 1,-5 11-27,1 9 1,-7 12 134,3 9 0,-4 3-70,0 10 0,0 1-238,3-1 0,5 0 82,8-5 0,2 1-328,6 0 1,7-6 131,5-3 1,12-5-85,9-7 0,12-3 80,5-14 1,-2-2 11,-2-10 1,-2-6-3,1-2 1,-3-10 7,-9-7 1,-8-1 60,-9-7 0,-8 0-134,-3-4 1,-11 5-320,-6 3 0,-13 4 158,-12 5 0,-3 7-23,-10 9 0,3 6 46,-7 6 0,3 6-1108,2 11 1368,-1 5 0,12-1 0,7 5 0,12 1 0,8-2 0</inkml:trace>
  <inkml:trace contextRef="#ctx0" brushRef="#br1" timeOffset="89">20606 11633 7569,'3'-27'0,"5"2"0,1 3 0,10 11 248,-3 3 1,0 2 901,4 6-884,1 0 0,4 0-896,0 0 392,-1 0 0,5 6 100,0 2 0,0 3 147,-4 1 1,0-3-1337,0-1 1327,-6 0 0,-1 10 0,-6 1 0</inkml:trace>
  <inkml:trace contextRef="#ctx0" brushRef="#br1" timeOffset="90">20619 11857 7569,'-18'0'0,"5"-2"0,1-2 0,5-3 0,7-5 0,0 4 1330,0-1-953,6 1 1,10-3-322,9 3 0,14 2-599,2 6 1,10-4 420,3 0 0,5 1-891,-1 7 1013,8 3 0,3 6 0,-32-7 0,0 0 0</inkml:trace>
  <inkml:trace contextRef="#ctx0" brushRef="#br1" timeOffset="91">22145 11708 7569,'-6'-18'0,"5"-1"0,-3-6 0,2 0 145,2 0 1,0 6 197,0 2 0,0 4-315,0 0 1,0 1-243,0-1 1,-1 6 189,-3 3 0,1-1 49,-5 1 1,-5 0-152,-3 4 1,-6 1 67,1 3 1,-2 2 37,-2 2 0,0 3-71,0-3 1,2 3 350,2 2 0,3-1-140,6 0 1,1 1-263,2-1 1,4 1 182,5-1 0,1 0 6,3 1 0,9-5-23,8 0 1,3 1-38,5 3 0,3 5-29,5-1 0,-2 2 48,2-1 1,-7 0 96,7 4 0,-8 3-131,0-4 0,-7 4-113,-1 0 1,-11-3 156,-2 0 1,-5-6-19,-3 1 1,-7-6-128,-6-2 0,-10-3 80,-10 3 0,-3-5-23,-1 1 1,-6-7 58,-2-1 0,-4-7 263,0-2 1,6 0-174,6-8 0,1 6-219,7-2 0,4 1 137,5 3 1,6-2 72,1 7-519,1-3 0,12 0-214,0 3 665,5 2 0,19 1 0,2-2 0</inkml:trace>
  <inkml:trace contextRef="#ctx0" brushRef="#br1" timeOffset="92">22045 11224 7569,'-12'0'259,"5"-1"527,3-3-312,3 2-279,1-3 0,0 6-49,0 3-31,0 14 0,0 10 46,0 13 0,0 5-113,0 7 0,-5-2-14,1 3 1,-1-3 171,1-1 1,2 3-586,-2 1 1,3 0 184,1-5 0,4 1 129,0 0 1,6-2-183,-2-3 0,3 4-925,1-4 0,1-2 1172,-1-2 0,3-5 0,1-2 0,-1 4 0,4 0 0,3 4 0</inkml:trace>
  <inkml:trace contextRef="#ctx0" brushRef="#br1" timeOffset="93">22703 11497 7569,'0'-12'0,"0"-6"0,0 8 390,0-2 130,0 7 0,0 5-202,0 9 1,0 9-113,0 6 1,0 4-292,0 9 1,-4-2 81,0 6 1,-5 2 156,5-2 0,0 2-129,4-2 0,0-2-650,0 2 1,0-4 167,0-4 1,0 3-101,0-3 1,0-2 288,0-2 0,0-7 268,0-2 0,0-10 0,0 1 0</inkml:trace>
  <inkml:trace contextRef="#ctx0" brushRef="#br1" timeOffset="94">23274 11497 7569,'-13'-18'0,"1"4"340,-1-2-126,-5 2 0,3 7-29,-5 3 0,-1 3 0,-4 1 0,0 1-592,1 3 263,-1 3 0,0 5 150,0 1 1,6-4 112,2 4 1,3-8-25,2 8 1,5 1 15,3 2 0,3 1 39,1-5 1,1 2-71,3 2 1,4-1 38,9 6 0,-2-4-5,6 3 0,4-3-144,4 4 1,4-1 44,-4 5 0,1 0-76,-1 0 1,1-1 79,3 1 0,-4 0-77,-8 0 1,1 0 36,-5-1 1,-2-3 28,-7 0 1,-3-6-11,-5 1 0,0-2-41,0-1 1,-11-1 109,-5 0 0,-12-3-49,-5-1 0,-7-5 4,-1 1 1,-5-3 29,5-1 0,1 0 90,7 0 0,-1-5-57,5-3 1,5-4-38,8 0 1,2 0 15,1-1 0,7 1 77,1-1 0,7 1-86,6 0 1,6-1-121,11 1 1,9-5-214,3 1 1,12-5 125,-4 5 0,6-5-16,-5 4 0,0-5 104,0 2 1,-7 2-31,-6 1 0,-7-1-58,-1 2 1,-6-6 39,-7 1 0,-5 2 462,-3-2 1,-5 0-132,-7-3 0,-7-5 58,-14 0 1,-3-4-95,-5 4 0,-5 1 45,1 7 0,1-1-282,7 6 1,1 3 108,3 5 1,7 5 74,-3-1 1,7 3-347,-2 1 0,5 4-1305,-2 0 1,3 7 344,2 2 1176,5-1 0,-4 11 0,4-3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2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14168 5717 7569,'-7'-17'0,"3"-4"57,2 3 0,2 4 133,0 6 0,0 4 75,0-4-219,0 5-139,0-3 0,6 6-130,2 0 1,-1 2 143,1 2 0,0 3-7,5 5 1,-1 0 42,1 1 1,-2 1-5,-3 2 0,3-2-33,-3 3 0,3 0 31,2 0 0,-1 4-31,0-5 193,-5 6-137,4-8 1,-5 5 37,2-2 1,2-3 70,-6 2 1,0 2 81,-4-1 0,-1 1-51,-3-2 1,-3 2 0,-6 3 1,5 2-35,0-2 0,-1 2-28,-3 2 0,4 0-19,-1 0 1,7 4-85,-2-1 0,2 3 51,2-2 1,6-2-116,2 6 1,3-5-34,1 1 1,1 1 79,-1-1 0,5 0 42,-1-4 1,6 0 0,-1-1 1,2 1 15,2 0 1,0 0 4,0 0 0,-6 1 68,-2 3 1,-1-3-20,-3 3 1,0 1 102,-8-1 0,-1 4 72,-4-4 1,0 6-75,0-2 1,-6-2 8,-2 2 1,-3 1-30,-1 3 0,-2-4-1,-3 0 1,3 4-59,-2 4 1,6 1-84,2-5 0,4 4 42,-4 1 1,5 3-141,-1-4 1,2 6-112,2-1 0,0 1 96,0-2 0,4 3-2,1-2 0,4 2 8,-1 2 0,5-5 61,3 1 1,0-6-86,4 1 1,-3-2 25,3-2 0,0-4 94,0 0 1,4 0 105,-3 4 0,-4 0 192,0 1 0,-5-4-149,-3 3 1,0-2 53,-5 6 0,-1-1 25,-7 1 0,-4-1 86,-9 6 1,-2 1-72,-6 6 1,-1-2-236,-3 3 1,1 3 123,-5 0 0,4 0-127,-4 1 0,6-2-100,-2 2 1,3 3 65,1-3 0,6 2-17,2 2 1,5 0-76,3 0 0,4-4-80,5 0 0,1-1 64,3 1 1,7 1-52,6-5 1,5-3 110,-1-2 0,6-6 109,2 6 0,0-6 71,-4 3 0,1-5-51,3 4 1,-7-3-78,3 3 0,-4 1 102,-1 3 1,-2 1 242,-5 0 1,-7-1-97,-1 1 0,-4-1 67,-1 1 0,0 1-159,0 3 0,-1 2-52,-4 6 1,-6-4-98,-5 0 1,-1 0 78,5 4 1,-5 0 37,1 0 0,1 0-86,6 0 0,0 0-251,5 0 0,0 0 54,4 0 0,1-1-15,3-3 0,4 2 84,9-2 0,2-1 40,6 0 0,1-4 136,3 1 1,-1-3-116,5-2 0,0 1-6,4-1 0,-5 2 34,-3 3 0,-3-6 186,-1 6 0,-2-6 25,-2 6 0,-9-3 85,-8-1 1,-2 1-47,-2 2 0,-11 4 109,-6 5 0,-2-4-38,-6 0 0,6-5-109,-10 5 0,1 0-59,-5 4 1,16-31 0,0 0 48,-12 31 0,-4 0-212,4 0 1,14-29-1,-1 0 14,2 0 0,-1 0 1,2 1-1,0-1-68,-16 29 1,16-30-1,0 2 36,1-1 1,-1 0 0,1 2 0,1 0-154,-10 31 0,3 2 91,6-2 1,5-7 45,3 3 0,5-2-139,8 2 1,2-2 49,13-2 0,0 3-53,9-3 1,0-3-156,4-2 0,0 3 368,1-3 0,-5 7-29,0-3 1,-2 0 115,3 1 1,-5 0 19,-9 4 1,2-4-37,-5-1 0,-1 3-73,-3 6 0,-6-1 91,-5-30 1,0 0 0,-1 31 203,-1 4 1,-3-33 0,-1 1-138,-1 1 0,-2 0 1,-1 1-1,-2-1 21,-2-2 1,-1 0-1,-2 2 1,0 1-25,-1-1 0,-1 0 1,-1 3-1,0-1 30,-1-2 1,1 1 0,0-2 0,0 1-94,1-4 1,1 0 0,0 1 0,1 0 50,3-3 1,0 0-1,-12 33 77,3-4 1,4-6-308,4-2 0,6 1-264,3-1 1,3 0-51,1-5 0,1 5-373,3 0 0,5 5 349,7-1 449,3 3 0,14-1 0,-14-29 0,1-1 0,2 0 0,3-1 0,4 1 0,3-1 0,2 0 0</inkml:trace>
  <inkml:trace contextRef="#ctx0" brushRef="#br0" timeOffset="1">670 6114 7569,'7'0'-474,"-2"0"0,-3-4 1198,2 0-450,-3-6 0,5 8 30,-6-7 0,4 5-79,0-4 0,0 4-63,-4-4 1,0 3 126,0-3 0,0 5-218,0-8 0,-1 10 63,-4-3 1,1 3-209,-8 1 0,2 1 56,-6 3 1,-4 8-65,0 9 0,-4 3-18,-1 0 1,1 5 95,-1 0 1,6 2 15,2-3 1,5-1-25,3 2 1,4-9 96,5-3 1,0-3-72,0-2 1,1-1 127,3-3 0,5-2-56,7-6 1,-1-2-17,6-2 1,0-3-77,3-5 0,0-6 4,-3-3 1,2-2 50,-2-2 1,-3 0 3,-2 1 1,-2 4-259,-2 4 0,-5 2 57,-3 2 1,-1 3 107,1 1-3,-2 5 0,2-1 3,-8 8 0,1 5 27,-5 7 1,5-2 3,-1 2 0,2 0-44,2 0 0,0-2-77,0 2 1,2-2 104,2-1 1,3-2-12,5-3 1,1 2-335,-1-6 1,0 0 125,1-4 0,1 0-304,2 0 0,-2-6 173,2-2 0,2-9 375,-1-3 0,5-9 0,-3-3 0</inkml:trace>
  <inkml:trace contextRef="#ctx0" brushRef="#br0" timeOffset="2">955 5717 7776,'12'0'655,"2"6"-320,3 2 0,-2 5 147,6 3 1,-5 8-175,5 5 0,0 9-26,3-1 1,0 5-256,-4-1-216,4 3 1,-10 10 165,2 0 0,-3-5-165,-5-3 1,-3-1-7,-5 5 1,-6-6 120,-7-3 0,-6-2-335,-10-2 0,-7 0 134,-5 0 0,-6-1-561,1-3 1,-3-2 834,-5-7 0,3-1 0,-3-4 0,0-3 0,-3 4 0,-7 2 0</inkml:trace>
  <inkml:trace contextRef="#ctx0" brushRef="#br0" timeOffset="3">2332 5966 7569,'6'-7'-186,"-5"1"78,5 6 214,-6 0 147,0 0-127,-6 6 1,3 2-108,-5 8 1,0 0 91,-5 4 1,1 1-97,0 4 1,1 4 44,2 0 1,-2 0-36,3-5 1,1-3 4,-1 0 1,5-6 20,-1 1 90,2-2-30,2-1-59,0-7 0,6 0-8,2-6 1,-1 0 27,1 0 0,1 0-47,3 0 1,1 0-9,-1 0 0,2-1 34,2-4 1,-2 4 7,3-3 0,1 3-153,-2 1 0,2 1 70,-1 3 1,-2-1 35,5 5 1,-4 0-15,0 5 0,-2-1-6,-2 1 1,-1 0-12,-2 4 1,0-7 99,-5 2 1,0-2 92,-4 2 1,0 0-90,0 1 0,-1-5 13,-3 0 1,-4 1-45,-9 3 0,2-1 21,-6-3 0,2 3 9,-2-2 0,-6 2-136,2 1 1,-3-4 11,4 1 0,-1-5-99,0 4 1,4-5 3,1 1 0,0 1-135,0 0 1,6-1-2,6-4 0,1-2 59,-2-2 1,4 1 75,5-5 1,0 0-39,0-5 1,0 1 173,0 0 0,5-6 0,2-2 0</inkml:trace>
  <inkml:trace contextRef="#ctx0" brushRef="#br0" timeOffset="4">2307 6028 6078,'0'6'678,"-5"0"-465,3-6 16,-3 0-128,5 0 1,-1 0-68,-4 0 116,4 0-34,-4 0 23,5 0 0,0 0 25,0 5-97,0-3 0,1 5 24,3-3 1,-1-3-32,5 3 1,0-2 160,5-2 1,1 0-46,2 0 1,-1 0-53,6 0 1,0 0-158,3 0 1,1 0 100,0 0 0,0-4 33,0-1 1,-1 0-3,1 1 1,-4 2-535,0-2 1,-6 3-37,1 1-768,-2 0 633,-1 0 606,-1 0 0,-5 0 0,-2 0 0</inkml:trace>
  <inkml:trace contextRef="#ctx0" brushRef="#br0" timeOffset="5">2915 6065 7569,'-7'-2'140,"3"-2"1,-3 3 263,-1-3 0,1 8-258,-1 4 1,0 5 37,-5 3 1,1 7 182,-1 6-229,1 11 0,0-5-122,-1 10 1,2 1 134,3 3 0,2-6 32,6-6 1,2-2-41,2-10 0,8-3-127,9-10 1,2-1-10,2-3 1,0-4 28,0-8 0,1-4-1,3-8 1,-7-4-110,3-5 0,-4-5 17,-1-3 0,-3 1-114,-9-1 0,-2 0 169,-6-4 0,-6 0 27,-2 0 1,-13 1-416,-4 3 1,-4 8 105,0 8 1,-2 5 259,-7 4 1,3 4-130,2 8 0,-2 4 32,6 8 1,4 0-140,5 4 0,6-5-248,1 2 1,7-3 507,6-2 0,0 6 0,0 1 0</inkml:trace>
  <inkml:trace contextRef="#ctx0" brushRef="#br0" timeOffset="6">3709 5978 7569,'-12'0'229,"-1"0"0,2 1-90,3 3 0,-3 3-85,3 6 0,-2 3 260,2 1-191,-3 5 0,9-7-15,-2 6 1,3-6-96,1 1 0,5 2 137,4-1 0,2-5-63,1-3 1,5-7-109,-1 2 1,5-2 72,-5-2 0,5-6-151,-4-2 0,-1-3-6,-3-1 0,-1-2-11,0-3 1,-5 3-19,-2-2 1,-4-2 88,-1 1 0,-1 0-84,-4 0 1,-6 3 63,-5-2 1,-6 3 16,1 5 1,2-2-18,-2 6 1,2 0 45,-2 4 0,3 0-47,6 0 1,-1 0-58,1 0 267,5 0-122,2 0-21,5 0 1,5-5-20,3-4 0,8 2 5,0-1 1,6 0 3,-1-4 0,-2-1-26,2 1 1,-5-1 30,5 1 0,-2 4 5,2-1 1,1 1 24,-5-4 1,3 3 6,-3 1 0,-1 1 59,-3-1 1,-1-2-55,1 6 0,-5 0-9,0 4 19,0-5 70,-1 3-66,-1-3 0,-2 6-6,0 3 1,0-1 35,-4 5 1,0 2 6,0 6 1,-4 5 44,0 8 1,-6 3-55,2 5 1,-3 11-17,-1 6 0,-2 8-239,6-27 0,-1 0 0,0 0 1,0 0 155,-1 4 1,0 1 0,-2 0 0,2 0 19,1-1 0,1 0 1,-1 1-1,0-1-73,1-2 1,0 0 0,1-1-1,1-1 4,0 0 1,0 0 0,-5 28-251,7-1 0,-5-6-45,5-11 0,0-4 150,4-8 0,0-2 59,0-6 1,0-6-153,0-3-52,0-7 0,6-9 358,2-9 0,3-13 0,-1 2 0,2-12 0,6-2 0,4-5 0</inkml:trace>
  <inkml:trace contextRef="#ctx0" brushRef="#br0" timeOffset="7">3970 6610 7569,'7'-12'232,"-2"5"-83,-5 2 0,-4 12 10,0 5-91,-6 6 0,5 3 9,-4-1 1,4-1 128,5 2 1,1-3-143,3-6 0,5-1 76,7-2 0,4-4 62,4-5 0,5-5-23,0-4 0,3-7-323,-7-5 1,1-2 39,-9-2 0,-2 0-21,-7 0 0,-4 2 64,-8 2 1,-10-1-49,-11 6 0,-1-1-16,-7 5 0,-1 5 82,-8 3 0,2 8-138,-5 4 0,9 0 79,-1 5 0,9-2 102,3 10 0,6-6 0,7 3 0</inkml:trace>
  <inkml:trace contextRef="#ctx0" brushRef="#br0" timeOffset="8">5384 6338 7569,'0'-13'-519,"0"6"447,0 2 176,0 5 1,0 1 537,0 3-379,0 3 0,-4 10-110,0-1 1,-4 6-42,3-1 1,-3-2-13,4 2 0,0-6-548,4 2 329,0-4 1,5-6-20,4-3 1,2-4 88,1-4 1,5-4-91,-1-8 0,6-4-48,-1-5 0,-2-4 79,2 1 1,-7-1 32,-2 4 0,-1 0-51,-7 0 18,0 6 0,-5 2 73,-3 9 1,-3 3 103,-5 5 0,-5 4 156,0 0 1,2 10-94,7-2 1,-2-1-123,6-3 32,0 1 1,5 2 38,4-3 1,3-3 5,8-5 0,2-6-78,3-7 0,4-2 9,0-10 0,-5 2-18,5-10 0,-7 4 22,3-4 0,-10 4-1,1-4 0,-4 4-91,1-4 1,-4 4 60,-5-4 0,0 6 30,0 3 0,-1 4-7,-3 8 0,1 5 136,-5 3 0,4 9-14,-5 8 0,2 16 70,-1 12 1,1 14-89,3 11 1,3-29-1,1 1-247,-2 5 0,0 1 0,0 2 0,1 1 142,-1 3 0,0 0 0,1-1 0,0 1 49,-1 1 1,0 1 0,1-2-1,1-1 14,0-1 0,0-1 0,0-1 0,0-1-3,0-3 1,0-1 0,0-4 0,0-1-205,0 26 1,0-7 145,0-9 0,-2-6 195,-2-11 0,-4-3-92,-9-14 1,2-2 126,-5-10 1,0-4-325,0-9 1,-4-5 82,4-19 1,2-4 110,1-13 1,9-4 252,4-8 1,2 3-558,2-4 1,10 10 105,2 3 0,9 0-74,0 5 1,3 2-609,5 9 0,3 3-145,5 2 0,2-2-483,2 6 1393,3 0 0,6 13 0,-3 2 0,-3 3 0,-3 5 0,1 4 0</inkml:trace>
  <inkml:trace contextRef="#ctx0" brushRef="#br0" timeOffset="9">7133 5916 7489,'0'-7'14,"0"2"1,0 7 444,0 7 0,-5 6-119,-3 14 0,-5 8-131,-3 8 1,-4 10-44,-5 7 1,5 2-148,9-29 0,1 0 1,-5 29 147,-2-2 0,5-6-177,4-6 0,2-12 182,6-5 1,10-7-155,2-5 1,8-4-20,-4-9 0,6-3 70,-1-5 0,2-2 14,2-7 1,-4-4-42,-1-12 1,-4-1-99,0-3 1,-3-2-140,-5-2 1,-3-5-6,-5 5 1,-7 0 136,-5 8 1,0 1 28,-5 4 1,-1 7 64,2 9 0,-6 4-83,1 4 0,3 3-4,1 6 0,4 3 13,0 1 1,6 3-284,3-3 0,3-1-71,1-3 0,3-1-114,5 1 1,6-5 148,10 0 0,1-5 362,0 1 0,11-8 0,3-3 0</inkml:trace>
  <inkml:trace contextRef="#ctx0" brushRef="#br0" timeOffset="10">7481 6201 8192,'-13'6'413,"1"2"1,-2 8-220,-2 5 0,3 7 211,1 1 0,1 4-155,7-4 1,-1 0-67,5-5 1,7-4-92,6-4 0,5-3 102,6-5 0,8-3-151,5-5 1,-1-5 102,1-3 1,-1-9 46,-7-4 1,-1-2-147,-8-2 0,-2-5-334,-5-3 1,-6 1 64,-3-1 0,-10-3-156,-6-1 1,-6-2 190,-7 10 1,-5 2-64,-3 6 0,-2 9 98,2 8 0,-1 4-11,5 4 0,1 3-77,8 5 0,3 1-189,9-1 1,2 0 427,6 1 0,6-1 0,1 1 0</inkml:trace>
  <inkml:trace contextRef="#ctx0" brushRef="#br0" timeOffset="11">8535 6127 7579,'-7'0'1082,"-4"0"-483,10 0-131,-5 0-78,6 0-254,0 0 0,7 0-169,6 0 1,0 0-49,8 0 1,0-2-127,4-2 1,1 3-418,3-3 0,-4 2 343,-1 2 1,1 0 127,-4 0 0,-3 0 153,-2 0 0,-2 0 0,-1 0 0</inkml:trace>
  <inkml:trace contextRef="#ctx0" brushRef="#br0" timeOffset="12">8498 6338 7569,'7'-6'705,"4"5"1,-4-9-374,5 6 0,5-2-137,-1 2 0,6 2-407,-1-7 1,4 5 208,4-4 1,-3 1 157,3-1 1,-2-2-156,2 6 0,3-6 0,5 3 0</inkml:trace>
  <inkml:trace contextRef="#ctx0" brushRef="#br0" timeOffset="13">9850 5978 7569,'-7'-6'0,"2"0"312,-1-1-82,5 1-50,-5 6-97,6-5-55,0 3 187,0-9-173,0 10 0,2-9 63,2 6 1,3 0 30,5 4 0,1 0-42,-1 0 0,5 0-148,-1 0 0,5 0 51,-5 0 1,6 5-90,-1 4 0,-2-2-117,2 1 0,-6 0 82,2 5 1,-5-1-61,-4 0 0,-2 1 40,-6-1 0,-1 1 80,-4-1 0,-7 4-49,-9 1 0,2 0 90,-2-5 0,1-1 32,-5-3 0,6 2 200,2-6 0,3 0 120,2-4-158,5 6-55,1-5 0,12 5-70,2-6 1,7 0 27,2 0 0,5 0-29,-1 0 1,1 1-90,-2 3 1,4-1 39,-3 5 1,1 0-20,-2 5 1,-2-1 9,-5 1 0,-1-1 2,0 0 1,-1 1 93,-2-1 0,-2 1-71,-3-1 1,-3-4-8,3 1 0,-8-3 94,-4 3 0,-5 0 258,-3-5 0,1 5-89,-6-5 1,0 4-119,-3-4 1,-5 2-59,0-2 1,-2-3-82,2 3 1,3 2-115,-3-2 0,4 0 80,5-4 1,2 0 99,5 0 1,5 0-443,0 0-1172,5 0 1056,-2 0 1,12-4-45,5 0 1,0-6 218,5 2 0,2 1 309,2-1 0,8 0 0,2-5 0</inkml:trace>
  <inkml:trace contextRef="#ctx0" brushRef="#br0" timeOffset="14">10533 6040 7850,'-13'0'1428,"1"5"-1097,-1 4 0,-3 2-136,-1 1 0,1 5 0,3-1 0,2 6-12,3-1 1,-2 7-83,6 0 1,0 0 35,4-7 1,7 1-12,5-6 1,6 1 10,7-5 0,5-5-109,4-3 0,3-2-134,4-2 1,-6-6 90,2-2 1,-4-5 97,0-3 1,1-3-109,-5-6 0,-5-4-221,-8 0 0,-3-1 61,-5 1 1,-2 1 24,-6-5 1,-7 5 243,-6 0 0,-6 3-81,-10 4 0,-8 5-52,-9 7 1,-2 4-6,-2 5 0,6 5 304,3 4 0,8 3-281,4 4 0,8-2-870,5 3 0,3-2 244,5 1 657,3-2 0,16 4 0,2-5 0</inkml:trace>
  <inkml:trace contextRef="#ctx0" brushRef="#br0" timeOffset="15">2853 7640 7569,'-5'-7'-1,"2"1"0,-5 8-56,-2 2 1,-1-1 125,-1 5 1,-1 0-60,1 5 0,1-1-9,2 0 1,0 1 93,5-1 1,-5 1-11,5-1 0,0 0-45,4 1 1,0-5-77,0 0 0,6 1 128,2 3 0,4 0-2,5 1 0,-2-1-33,6 1 0,-5-1-7,5 0 1,0 1-56,3-1 0,1 2 69,0 3 1,-4-4-3,-1 4 0,-4-2 4,0 2 0,-3-4-103,-5 4 0,1-3 63,-4-2 1,-1 1 32,-4-1 0,-2-4-3,-2 0 1,-3 1 4,-5 3 0,-5-4-103,1 1 1,-6-2 87,1 1 1,2 1-1,-2-4 1,0 3-41,-3-4 0,3 0-470,0-4 0,6 0 69,-1 0 1,2-4-490,1 0 884,6-6 0,-4-2 0,5-7 0</inkml:trace>
  <inkml:trace contextRef="#ctx0" brushRef="#br0" timeOffset="16">2952 7714 7569,'0'-12'-257,"2"-1"240,2 1 0,-1 4 46,5 0 1,-4-1 37,4-3 0,5 4 159,3-1 0,2 1-220,-1-4 1,-2-1-225,6 1 1,-5 5-180,5 3 1,-5-2 200,5 2 1,0 0 10,4 4 1,-5 0 184,1 0 0,0 0 0,3 0 0</inkml:trace>
  <inkml:trace contextRef="#ctx0" brushRef="#br0" timeOffset="17">3474 7578 7569,'-7'0'-144,"1"0"262,6 0 238,0 0-198,0 5 1,0-2 6,0 5 0,0 1-106,0 3-29,0 0 1,1-1-59,4-2 1,-3 0 73,7-4 1,-1-1-102,4-4 0,1-2-37,-1-2 0,1-4 106,-1-9 0,2 2 3,2-5 1,-3 0-58,-1 0 1,-1-3-141,-7 7 0,0-2 50,-4 2 0,0 2 85,0-3 0,0 3 78,0 2-65,0 0 1,0 3-44,0 1 36,0 5 1,2-2 129,2 5 0,-1 0-87,5 0 10,0 0 0,5 0-11,-1 0 1,-4 0-1,1 0 0,-7 5 43,2 4 0,-2 3 95,-2 5 0,0 2 48,0 6 0,-4 5-95,0 3 0,-6 3-46,2 1 1,1 4 52,-2 1 0,3 5-54,-3-2 0,-2-1-45,3 2 1,1-2-140,-1 1 1,5-2-192,-1-6 1,3-5 166,1-3 1,0-4-157,0-5 0,1-3 106,3-9 1,3-2 50,5-6 0,2-3-136,3-5 296,-4-6 0,11-11 0,-5 0 0</inkml:trace>
  <inkml:trace contextRef="#ctx0" brushRef="#br0" timeOffset="18">3846 7925 6399,'-6'13'-78,"1"0"380,-4 4 0,0-2 413,5 6 0,-5-6-427,5 1 0,0-2-248,4-1 0,1-2 131,4-3 1,1-3-7,7-5 0,1 0-148,2 0 0,4-5 106,4-3 0,-3-3 27,0-2 0,-8-3-123,0-1 1,-2-4-211,-7 5 0,0-5 19,-4 5 1,-7-5-91,-5 4 1,-2 1-88,-7 3 0,-3 7 144,-5 1 1,-4 4-229,4 1 1,0 10-27,4 2 451,6 3 0,-5 3 0,5 2 0</inkml:trace>
  <inkml:trace contextRef="#ctx0" brushRef="#br0" timeOffset="19">5223 7925 7593,'0'-19'24,"4"1"-74,0 5 1,2 2-276,-2 3 503,3 3 1,1 5 79,0 0-238,-5 0 0,2 7 33,-5 5 0,0 2 122,0 6 0,-1 1-176,-3 4 0,3-4-3,-4-1 0,4-5 26,1 2-89,0-3 1,1-7 0,4-3 1,1-4 48,7-4 0,1-5 14,2-7 0,-1-3-53,6-6 1,-6 0-190,2 0 1,-5-1 28,-4-3 0,2 3 102,-6-3 1,0 3 33,-4 1 1,-1 1-66,-3 4 413,2 2-219,-9 5 0,9 7-155,-7 1 146,7 4 348,-4 7-212,12-5 1,5-1-92,5-8 1,5-5-105,-5-3 1,6-4 69,-1-4 0,1-1-108,-1 0 1,1 0 89,-6 0 0,-5 2 3,-6 2-55,1 9 76,-4 6 1,-2 19 52,-8 7 0,-3 22 158,-2 16 1,1 11-437,5-29 0,1 2 0,0 2 0,0 2 291,0 5 0,0 1 0,-1 1 0,1 0-415,0 3 1,0 0 0,0-5-1,-1 0 331,1-1 1,0-1 0,0-5-1,-1-1 25,1 1 0,0-1 1,2-7-1,0-1-49,-4 32 1,3-12 164,-3-14 1,1-5 50,-1-11 0,-7-7 180,2-6 0,-7-1 112,-1-7 0,-2-5-374,-2-8 1,1-13-381,4-6 1,-1-12 204,9-6 0,2-10 260,10-11 1,3 33-1,1-2-248,1-5 0,2-1 1,4 4-1,3-1-480,4-1 1,1 2-1,0 4 1,1 2 29,2 0 0,1 2 1,24-19-161,-20 25 0,0 3 624,24-8 0,0-1 0,-6 13 0,0 5 0,-5-1 0,-5 0 0</inkml:trace>
  <inkml:trace contextRef="#ctx0" brushRef="#br0" timeOffset="20">7146 7491 7569,'-7'-37'-75,"0"1"50,3 3 1,2 4 230,-2 8 1,3 3 160,1 6-197,0 0 1,0 7 35,0 10 1,0 4-24,0 16 1,-1 12 35,-4 13 1,-3 9 109,-8 3 1,2 4-450,5-31 0,1 1 0,1-1 0,0 1 148,-5 30 1,1-5 72,3-7 1,2-13-174,6-4 1,6-13 62,2-4 0,4-6 87,5-6 0,-3-2-18,2-6 0,2-7-62,-1-5 0,-1-6-107,-3-7 0,-1-1 365,1-3 1,-7-3-500,-1-5 0,-5 0 32,-5-1 0,-1 7 66,-7 2 0,-5 10 59,-2 6 0,-4 6-62,-1 7 0,2 10 137,2 2 0,-1 9-34,6 0 0,5-2-209,6 2 0,4-6-79,1 1 0,3 2-215,5-1 0,6-6 548,11-7 0,5-3 0,2-1 0</inkml:trace>
  <inkml:trace contextRef="#ctx0" brushRef="#br0" timeOffset="21">7505 7652 7569,'0'-7'805,"-9"3"-536,-4 8 1,-3 5-64,-1 7 1,2 5-24,-5 8 1,6-3 48,1 3 0,2 1 110,7-1 1,1 0-186,8-4 1,7-7-30,9-6 0,8-1-23,4-7 1,7-5 44,1-7 0,0-5 33,-3-3 1,-1-8 3,0-5 0,-5-1-422,-3 1 1,-9-3 9,-3-5 1,-9 4-290,-4 0 0,-9 0 136,-8-4 0,-5 5-161,-6 3 1,-5 9 181,0 3 0,-10 9 73,2 4 0,2 8-248,6 4 1,5 7 531,3 2 0,-2 5 0,3-3 0</inkml:trace>
  <inkml:trace contextRef="#ctx0" brushRef="#br0" timeOffset="22">8734 7516 7569,'-11'-2'-151,"2"-2"1,2 3 1075,3-3-573,3 2 0,-3-2-138,8 0 1,-1 0 21,5 4 1,0 0-29,5 0 0,-1 0-106,0 0 0,2-1-117,3-3 0,2 2-381,6-2 0,0 3 253,0 1 1,-5 0-578,1 0 1,-6 0 352,2 0 1,-4 1-15,0 3 381,-6-2 0,4 14 0,-4-2 0</inkml:trace>
  <inkml:trace contextRef="#ctx0" brushRef="#br0" timeOffset="23">8709 7739 7569,'-13'0'930,"7"0"1,0-1-464,6-3-318,6 2 0,0-7-158,7 4 1,3-4 69,1 0 1,5-2-440,-1-1 1,8 0 261,4-1 0,7 1 227,1-1-111,6 1 0,-3-6 0,6-1 0</inkml:trace>
  <inkml:trace contextRef="#ctx0" brushRef="#br0" timeOffset="24">10607 7305 7699,'-11'-12'489,"3"-1"-214,2 6-92,1-4 1,3 9 191,-2-7-285,3 6 0,2-6 31,3 5 1,3-5-2,6 5 0,3-1 47,1 1 0,5 2-10,-2-2 1,5 3-174,4 1 0,-3 1 99,3 3 0,-2 3 37,-3 6 0,0-1-73,-4 0 0,-2 2-305,-5 3 1,-6-4 36,-3 4 0,-4 1-16,-4-2 0,-7 5 29,-6-4 0,-6 1 50,-2-2 0,0-3 261,-4-1 1,4 0-121,5-3 0,-1-3-147,8 3 293,-2-6 525,14 8-451,-5-5 0,17 7-14,6-1 1,5 1-108,3-1 0,8 0-1,0 1 1,6-1 32,-6 1 1,-3-1-39,-1 0 0,-8 5-20,-5 0 1,-2-1 103,-2-4 0,-5 1 314,-3-1 1,-9-3-107,-7-1 1,-8 0 95,-9 4 1,-2-1-162,-7-2 1,-3 0-121,0-4 1,-3 3-81,6-4 1,0 0 91,9-4 0,5 0 172,8 0-915,2 0-1142,7-5 1,13-2 537,10-6 1152,6 1 0,9-1 0,0 1 0</inkml:trace>
  <inkml:trace contextRef="#ctx0" brushRef="#br0" timeOffset="25">2518 9389 7569,'-1'-17'144,"-2"1"1,-1 0 144,1 3 1,-4 6-998,-1 3 0,-3-2 602,-1 2 1,-2-4 20,-3 3 0,-2 1-48,-6 4 1,0 0 200,1 0 1,-3 6 469,-2 2 0,2 9-264,-6 3 0,4 15 62,-4 6 1,4 7-252,-4 6 1,5 3 118,-1 5 1,16-30-1,0 2-90,0-1 1,1 0 0,-6 32 71,6-7 1,1-3 4,7-6 1,1-6-104,7-6 1,4-1-322,9-7 0,2-6 128,6-6 1,0-3-59,0-2 1,4-5-9,0-3 1,9-5-107,-1-7 1,5-2-285,-1-11 0,2-4 245,2-4 0,-1-5 222,-2 1 1,-5-3-170,0-1 0,-2 0-136,-11-1 0,3 3 408,-11 2-53,1 2 130,-10 12 1,-9 7 293,-10 7 0,-10 11 119,-7 6 0,-4 10-244,4 7 0,0 4-20,4-4 0,2 4 120,2-4 0,3 0-266,6-4 0,1 0-5,2 0 1,4-6-132,5-2 1,0-4 91,0 0-136,5-6 1,2-2 103,6-5 0,-1-1 22,0-3 1,2-5-12,3-7 0,-3-3-31,2-6 0,-4 0-116,-3 0 0,0-2 63,-4 2 0,3-1-8,-4 9 50,0 0-13,-4 5 0,0 7 186,0 5 0,0 6-97,0 11 0,-4 2 82,0 6 0,0 1-49,4 3 0,0-3 120,0 3 0,7-4-185,5-4 0,0-3-2,5-6 1,1-1 73,-2-3 0,6-2 55,-1-6 1,-2-1-99,2-4 1,-6-1 15,2-7 0,1-5-10,-2-2 0,-1-4 12,-6-1 1,0-5 25,-5-3 1,1-3-113,-5-1 0,0 0-193,0-1 0,0 8 135,0 5 90,0 1-19,0 10 0,-6-4 1,3 12 77,-5 6 0,5 7-52,-1 10 1,-1 2-160,1 6 1,-1 5 66,5 3 0,0 3 38,0 1 1,2-4-52,2 0 1,-1-5-120,5 1 1,-4-8 203,4-5 1,-4-2-103,5-2 51,-7-5 1,8-3-12,-6-8 0,5-4 292,-5-9 1,4-3-117,-4-9 1,4-3-219,-4-5 0,6-4-113,-2-1 1,-1-3 76,2 3 0,-1 4 32,4 9 1,-3 1 35,-1 12 1,-4 1-41,4 6 0,-4 4-45,5 5 1,-7 11 136,2 5 1,-2 8 50,-2 5 0,1 7 112,3 5 0,-2 0-117,2-4 0,3 1-20,1-1 1,-1-5-74,1-3 0,0-9 43,5-3 0,-1-5 0,1-4 1,-1-2 2,1-6 0,-1-3 162,0-5 1,2-6-24,3-11 0,-4-5-1,4-3 0,-5-4-193,-3-5 0,2-6-157,-3-6 0,7 2 6,2 7 1,-2 5 130,-7 11 1,2 5 16,-6 12 1,1 5-64,0 3 1,-4 9 223,3 8 0,-4 10 36,-4 10 1,3 7 145,-4 2 0,4-1-236,1-4 0,0-1-193,0-3 1,1 1-268,4-5 1,1 0 188,7-4 1,3-4 109,1-1 0,4-9-42,-5 2 169,6-9 0,3-4 0,7-7 0</inkml:trace>
  <inkml:trace contextRef="#ctx0" brushRef="#br0" timeOffset="26">3573 9971 7569,'-13'7'190,"1"4"47,0-2 0,-1-2-386,1 1-143,5 0 1064,1 4-527,6 1 0,2-6 70,2-3 1,3-3-102,5-1 1,5-5-95,-1-3 0,6-8 15,-1 0 0,-2-10-149,2 1 0,-6-3-37,2 3 1,-5-3-116,-4-1 0,-2-4-223,-6 4 1,-6-2 206,-2 2 0,-3 9 51,-1-1 0,-6 7 17,-3 6 1,-2 9 218,-2 12 1,-4 6-60,0 10 1,1 7-122,8 5 1,3 6 155,9-2 1,2 2 240,6-1 1,2-4-263,2-4 1,4-7 8,9-2 1,2-4-17,6-4 0,1-9 0,3-8 0,-2-2-20,7-2 1,-7-3-38,2-5 1,-3-6 41,-1-11 0,-2-1-103,-2-3 0,-2 1-100,-2-5 0,-6-1-39,6-7 1,-11 2 82,7-2 0,-8 6 118,4 2 1,-7 11-119,3 1-50,-4 6 65,-1 3 1,0 8 262,0 8 0,-4 4 37,0 13 1,-5-1 37,5 5 1,-4 4-145,4 0 1,0 4-31,4-4 0,0-4-98,0-4 0,0-6 124,0 1-49,0-2 0,1-7-2,3-3 1,-2-4 130,2-4 0,3-4-128,1-9 0,3-2-27,1-6 0,1 0-121,-1 0 1,1-3 93,-1-1 1,2-4-144,2 4 0,-2 4 45,3 4 1,-5 6 72,-4-2 1,3 9-158,-2 4 180,-4 3 1,5 2-4,-6 3 0,0 4 119,-4 9 0,-1 2-37,-4 6 1,3 1-74,-7 3 1,7-3 114,-2 3 1,2-1-59,2 1 1,0-9-30,0 1 0,6-2 2,2-2 0,3-5 212,1-3 0,1-7-3,-1 3 1,5-4-94,-1-1 0,1-6-98,-5-2 0,1-4-95,-1-5 0,-5 2-88,-3-6 1,-3 1 52,-1-5 1,-1-1 96,-3-3 0,-3 3-38,-5-3 1,-1-2-260,1 2 1,-1 2 136,1 6 1,1 3 311,3 6-92,2-1 70,6 1 1,2 4-50,2-1 0,4 7-64,9-2 0,-2 1 34,5-1 1,-3 2 35,4-2-1,-5 4-108,5 4 1,-2 3 40,2 6 1,-3 0 13,-6 4 1,1 2-21,-1 6 0,-1 0 10,-3 0 1,-2 8 98,-6 0 1,0 4-57,0-8 0,0 4-24,0-4 1,0 0 8,0-4 0,0-6 154,0-2 0,0-8 325,0-1-179,-6-5 1,5 1-376,-3-8 1,8-4 94,4-9 1,5-7-475,3-9 1,2-5 231,3-3 1,2-7 103,-2-6 0,2 3 46,2 10 0,-2 5-686,-2 11 0,-3 10 403,-6 2 0,-1 12 398,-2 5 0,-4 10 29,-5 15 0,-1 7 322,-3 5 1,-2 3 117,-2-7 0,1 2-247,3-10 1,3 0-174,-4-4 0,8-6 70,1-2 0,5-8 3,-5-1 1,5-5-494,0 1 1,2-2-672,1-2 0,0-2 491,1-2 456,-6-3 0,9-11 0,-2-1 0</inkml:trace>
  <inkml:trace contextRef="#ctx0" brushRef="#br0" timeOffset="27">5210 9413 8017,'0'-19'1103,"4"5"-1340,1 6 156,4 5-6,-7-2 0,3 10 55,-5 4 0,-4-1 51,0 4 0,-6-2-303,2 6 1,1 2 138,-1-1 1,1 4-812,-1-5 956,-3 6 0,4-3 0,-6 6 0</inkml:trace>
  <inkml:trace contextRef="#ctx0" brushRef="#br0" timeOffset="28">5583 9748 7569,'6'-5'0,"1"-1"-9,-3-2 0,2-3 39,2 3 1,-1 2-454,-3 2 241,-2-3-153,3 6 269,-5-5-32,0 6 96,0 0 1,-4 2-8,0 2 24,0-3-61,4 5 330,0-6-171,0 0 270,0 5-185,0-3 216,0 3-92,-6-5-56,5 0-52,-5 0 22,6 0 208,0 0-242,-5 0-169,3 0 0,-4 0 126,1 0-11,4 0 22,-4 0 14,-1 0-57,5 0-51,-10 0 1,8 0-122,-5 0 83,5 0 1,-8 0-92,3 0 1,1 4 23,-2 0 0,1 5 22,-4-5 1,-1 5-54,1 0 1,1-2 66,3 1 1,-2-4-34,6 4 0,0-4 19,4 5 8,0-1 0,1 3-4,3-3 0,3 3 92,5-3 1,5-1-45,0 2 0,5-1-23,-2 4 0,0 5-31,0-1 1,-3 1 28,3-5 1,-4 1 4,0-1 1,-6 0 3,-2 1 0,-5-5-30,1 0 0,-4-5 15,-4 1 0,-7 2-18,-6-2 1,-9 0 8,1-4 0,-8 0 1,0 0 0,-3 0-19,-1 0 0,1 0 27,3 0 0,4-4-273,9 0 1,2-4-84,5 3-469,6 1 0,3 4 48,8 0 763,9-5 0,6-2 0,6-6 0</inkml:trace>
  <inkml:trace contextRef="#ctx0" brushRef="#br0" timeOffset="29">6898 9947 7569,'-13'11'-136,"1"-3"0,-1 15 153,1-2 0,0-2-178,-1 2 0,1 0 269,-1 4 0,6-2 262,3-2 1,3-3-101,1-6 0,0-4 97,0 0 0,5-5 191,4 1-338,7-2 0,-2-12 5,3-2 0,1-8-30,-2 4 0,1-10-153,-5 1 1,0-4 89,1 0 1,-5-7-156,0-5 0,-5-2-95,1 2 1,2-5-145,-2-7 0,1 2 194,0-3 1,0 4 64,3 5 0,3 9-204,-2 11 0,2 6-2,1 6 0,0 7 240,1 1 1,-1 11-63,1 6 1,-1 8 75,0 9 1,1 4-50,-1 8 1,-3 3-116,-1 6 0,-5-1 80,1 1 1,-2-10 3,3-3 1,-4-8 235,3 0 1,-2-8-89,-2-5 1,-6-2 167,-2-2 0,-5-3-84,-3-1 1,-4-5-189,-4 1 0,-1-3 74,0-1 1,2-1-242,2-3 0,-1 1-6,5-5 0,5 3-213,4-3 81,5 5 1,-3-3-378,6 1 0,6 3-67,2-7 0,9 5 396,3-4 0,5 0 344,4-5 0,3-5 0,5-1 0</inkml:trace>
  <inkml:trace contextRef="#ctx0" brushRef="#br0" timeOffset="30">7332 9761 7569,'12'-13'-1606,"1"1"3005,-6-6-423,-2 4-110,-5-4-544,0 11 0,-4 3-134,0 8 0,-6 5 18,2 7 1,-3 3-1,-2 6 0,2 1-138,3 3 1,3-1 87,5 5 1,0-5-277,0 0 1,9-1 109,4-3 1,7-4-142,1-4 1,1-6 42,-1-2 1,6-5 98,-2 1 1,3-8 8,-4-4 1,1-7-26,0-2 0,-1-5-79,-4 1 0,-2-2 64,-5-2 0,-1 0-136,0 0 0,-5 1 106,-3-1 1,-2 6-6,-2 2 0,0 7 81,0 2 1,-2 5-4,-2-1 0,-3 4-42,-5 4 0,1 3 4,3 6 0,-2 3 58,6 1 1,0 3-51,4-3 1,0-1-11,0-3 0,5-1 26,4 1 0,3-2 87,4-3 0,0-3-91,4-5 0,-5 0-7,2 0 1,1-1 47,-2-3 1,1-3 105,-5-5 0,1-1-127,-1 1 1,-5-5 13,-3 1 1,-2-5-97,-2 5 1,0-5 92,0 4 0,-6-3 5,-2 3 1,-3 1 45,-2 3 1,2 1 93,3-1 1,-2 5-42,6 0-37,-5 5-279,7-2 192,-3 5 0,10 0-68,4 0 0,2-5 59,1 1 1,5 0 67,-1 4 1,6 2 8,-1 2 0,1 3-4,-1 5 1,1 2-48,-6 2 0,1 2 10,-5 3 0,1 6-2,-1-2 0,-4-1 18,0-4 1,-5 0 551,1 0-177,-2-2 524,-2-5-620,0-6 1,-2-2-170,-2-5 1,1-1-28,-5-3 1,4-3 20,-4-6 1,1-5-299,-1-2 0,1-9 154,3-4 0,2-2-647,-2 2 1,8-7 336,4 3 1,4 3-316,0 5 1,4 4 237,1 4 0,0 3-200,-5 6 0,0 5 172,1 3 1,-1 4 35,1 4 1,-1 3-47,0 5 1,-3 5 425,-1-1 0,-1 6 0,1-1 0,3 8 0,-4 3 0</inkml:trace>
  <inkml:trace contextRef="#ctx0" brushRef="#br0" timeOffset="31">8163 9736 7569,'0'19'-119,"1"3"1,2-5 470,1-2-57,0-1 0,1-2 79,-1 0 1,1-5 244,-1-3-261,3-2 1,7-4-77,3-2 0,-2-4-179,5-8 1,-3-4-60,4-5 1,-2-1-132,2-3 1,-3 2 80,-6-6 1,-1 0-91,-3-5 1,-2 4-236,-6 5 1,-2 1 169,-2 12 0,-4 5 23,-9 7 0,2 9-23,-5 8 1,-2 10 635,-7 10 0,6 7-245,-1 1 0,9 5-183,2-5 0,6-3 22,7-5 0,2-6 60,2 2 1,4-4-570,9-4 1,3 1-908,9-6 1347,3-5 0,5 0 0,0-4 0</inkml:trace>
  <inkml:trace contextRef="#ctx0" brushRef="#br0" timeOffset="32">9801 9637 7569,'-13'0'1294,"1"0"-1727,-1 0-56,6 0 204,2-6 332,5 5 270,0-5 0,1 6-180,3 0 0,3-4 91,6 0 0,1 0-94,2 4 1,-1 0-212,6 0 0,0-4-145,3 0 0,5-1-248,0 5 0,0 0 317,-4 0 0,-1 0 108,-4 0 1,-2 6 44,-5 2 0,-7 3 0,0 2 0</inkml:trace>
  <inkml:trace contextRef="#ctx0" brushRef="#br0" timeOffset="33">9801 9909 7569,'-6'7'2396,"5"-1"-2006,-5-6 0,8 0-65,2 0 1,3 0-199,5 0 0,6 0-103,3 0 1,3-2-572,5-2 447,-2 3 1,8-6-87,-2 3 1,1 1-231,3-5 0,-3 4 416,8-4 0,2-1 0,0-3 0</inkml:trace>
  <inkml:trace contextRef="#ctx0" brushRef="#br0" timeOffset="34">11215 9339 7569,'-19'-6'407,"1"5"1,7-6-1,1 4-12,2-1-212,5-5 1,-3 6-1,6-5-38,0 5 0,2-7 38,2 6 1,3-1-27,5 0 0,2 4-122,3-3 0,3 3 8,9 1 1,-3 0 45,3 0 1,-1 0-232,1 0 1,-3 5 106,3 3 1,-7 3-187,-1 2 0,-6-1 17,1 1 0,-3 3-83,-5 1 1,-2 3 143,-6-3 0,-7 1 60,-6-2 0,-5-2 143,-6 3 0,-1-4-111,0 0 1,-4-5 195,0 0 1,0-1-57,4 1 0,6-2 188,2-6 1,5 1 87,4 4-263,-3-4 0,11 6-48,0-3 1,5-1 1,8 5 0,5-4-21,2 4 0,4 1-112,1 3 0,-3 2-11,2 2 1,-6-2 65,7 3 0,-7-4-35,3 0 1,-7-1 33,-2 1 126,0-1 1,-10 0-43,2 1 1,-4-5 101,-4 0 1,-5-3-12,-7 3 1,1-1 129,-6 1 0,-4 2-153,-4-6 1,-1 4-19,1-4 1,3 4-166,-3-3 0,4 3-154,4-4 0,3 0-780,6-4 422,5 0 105,2 0 0,10-4-310,3 0 1,10-10 295,7 2 0,4-9 475,4 0 0,9-2 0,-4-2 0</inkml:trace>
  <inkml:trace contextRef="#ctx0" brushRef="#br0" timeOffset="35">11823 9277 7662,'0'-12'279,"-2"-1"-197,-2 1 1,3 3 408,-3 1-86,-3 5-326,6-2 0,-5 4 77,6-4 1,6 4-30,2-3 0,3 3-14,1 1 0,2 0 0,3 0 0,0 5 22,4 3 1,3 3-75,-4 2 1,0 1-128,0 2 1,-5-2 136,2 2 1,-7 4-116,-2 0 1,-5 0-113,1 0 1,-3-5 56,-1 2 0,-5 1-22,-4-2 1,-6 1 93,-1-5 1,-2 1 23,1-1 1,3 1 23,-2-1 1,2-4 106,2 1 1,5-5-132,3 4 19,2-5 0,8 8 28,2-3 1,9-1-18,3 1 1,8 0-45,1 5 1,4 1 39,-4 2 1,4-2-2,-4 2 0,-2 0 97,-6 0 1,-3-2 159,-6 2 1,-5-2-115,-3-1 1,-4 0 86,-4 4 0,-8-7 49,-9 2 0,-8-2-95,-4 2 1,-8-1-261,-5-3 0,-2 2 91,-2-6 0,1 4-1009,-1-3 0,5-1 10,-1-4 0,8 0 962,0 0 0,7 0 0,6 0 0</inkml:trace>
  <inkml:trace contextRef="#ctx0" brushRef="#br0" timeOffset="36">12642 9798 7569,'-9'-8'23,"1"-1"166,0 1-3,1-4 20,1-1 1,6 5 160,0 0-262,0 5 220,6-3-188,-5 6 1,9 7 36,-6 6 1,0 5-134,-4 6 0,0 1-70,0 0 0,0 1-72,0 3 0,0-7 164,0 3 1,0-8 123,0-1-381,0-8 170,0-2 0,0-7 125,0-4 0,6-2-76,2-5 0,3-6-148,1-3 1,1-3-10,-1-5 0,1-2-25,-1-2 0,0-1 129,1 5 0,-1-4 26,1 4 0,-5 6-194,0 6 15,-5 3 252,8 2 1,-10 6-82,3 6 1,-2 10 140,-2 6 1,0 8-63,0 1 0,0 1 31,0 7 1,-4-4-55,0 4 0,-1-5-5,5 0 0,0-5-32,0-3 0,0-9-14,0 2 172,6-9 1,1 1-86,5-5 1,1-2-70,-1-7 1,1 0-41,-1-12 1,4 0-112,1-4 0,0-3 135,-5-1 1,0-4 29,1 4 0,-5 0-196,0 4 1,-1 6-90,1 2 555,-2 3-277,-6 7 0,0 3 53,0 8 1,-1 9-20,-4 7 0,3 4-13,-7 1 0,7 4 6,-2 0 0,2 1-1,2-1 1,0-3-39,0 3 0,2-8 8,2-5 1,3 1-12,5-5 1,0 2 11,1-10 0,-1 0-43,1-4 1,3-1-13,1-3 0,3-3-115,-3-6 1,4-3 151,-5-1 0,1-5-3,-5 1 1,0-2-228,1-2 0,-5 0-91,0 1 0,-5 3 244,1 0-127,-2 6 265,-2-3 0,-6 11 37,-2 3 1,-7 12 42,-2 5 0,-1 6-110,2-2 1,2 5-27,-3-2 1,4 4 186,0 1 1,5-5-33,0 1 0,5-4-130,-1 3 1,2-9 30,2 2 1,0-8 8,0 3-57,6-5 1,1 1-4,5-8 0,1-3 28,-1-5 1,5-5-4,-1 1 0,1-2-95,-5 1 0,0 4 39,1-4 1,-1-1-12,1 2 1,-2-1 40,-3 5 1,2 3 17,-6 1 47,0 5 7,1-2-70,-3 5 0,3 1 3,-5 3 1,0-1 28,0 5 0,4 1-19,1 3 0,3-4-44,-4 1 0,6-1 43,-2 4 1,3-3-50,1-1 1,1-4 38,-1 4 0,1-5-6,-1 1 0,-4-3-29,1-1-7,-1 0-19,4 0 27,-5-5 1,3-2 10,-6-5 0,0 3 0,-4 1-24,0 0 0,0 0 112,0-1 6,0 7-87,0-4 0,0 7 2,0 4 1,0-3 172,0 7 0,0-1 33,0 4 1,0 1-132,0-1 1,0 0 53,0 1-123,0-1 232,0 1 242,6-6-403,-5-2 1,6-6-9,-3-3 1,-1-7-109,5-6 0,-4-5 79,4 1 0,-1-2-404,2-2 1,2-5 186,-3-3 0,3-2-402,1 2 1,1 3 123,-1 5 1,0 2-89,1 2 1,-1 3 199,1 6 1,-1 5-37,0 3 381,1 2 0,5-3 0,1-2 0</inkml:trace>
  <inkml:trace contextRef="#ctx0" brushRef="#br0" timeOffset="37">13808 9240 7569,'0'-13'435,"0"1"30,0 5-158,0 2-158,0 5 0,0 1 46,0 3 0,0 4-12,0 9 1,0 4 158,0 7 1,-4 8-59,0 6 0,-5 4-74,5 0 1,-4 1-16,4-2 0,-5 4-282,5-4 0,-5 3-70,0 2 0,4-6-63,1-3 0,-2-5 198,2-7 1,0-6 91,4-10-80,0-1-3,0-5 0,0-3-135,0-8 0,0-8 86,0-9 0,1-2-138,3-2 1,3-10 123,6-2 1,1-3 67,2 3 1,-2 5-81,2 3 0,-2 5-140,-1 3 1,-1 3 225,0 6 1,-3 5-194,-1 3 248,-5 2 0,2 8-65,-5 2 1,0 3 187,0 1 1,-1 6 18,-3 3 0,1-2 25,-5 2 0,5-2-132,-1 2 0,-2 1-23,2-5 0,0 3 101,4-3 1,0-1-44,0-3 1,0-1 401,0 0-342,6 1 1,0-5-138,7 0 1,-1-5-93,1 1 1,-1-2-159,0-2 1,5-6-134,0-2 1,3-5-336,-3-3 0,3 1-227,-3-6 1,1 5 365,-2-5 0,-2 0 125,3-4 1,-3 1 407,-2-1 0,-5 4 0,-3 0 0,-3 6-35,-1-1 0,0 2-218,0 2 466,0 5 0,-5 1 259,-3 6 1,1 0 377,-2 0 0,5 0-369,-4 0 0,4 6-53,-4 2 0,3 3-110,-3 1 0,5 2-214,-1 3 1,3 2 12,1 6 1,1 0-89,3-1 0,2 3 133,2 2 0,2-3 8,-6 3 1,4-7-226,-4-2 0,5-4 11,-5 0 0,0-2 405,-4-2-241,0-5 0,-6 3-199,-2-6 0,-4 0 65,-5-4 0,2-1 113,-6-3 0,5 1-273,-5-5 0,5 1-400,-5-2 1,6-2 573,-2 3 0,-2-3 0,0-1 0</inkml:trace>
  <inkml:trace contextRef="#ctx0" brushRef="#br0" timeOffset="38">15259 6238 7569,'-5'7'672,"3"-1"-634,-3-1 0,5 2 168,0 6 1,0-5-24,0 0 1,1-5 11,3 1 0,-1 2 0,5-2 0,1-2-89,3-6 0,0-4 89,1-9 0,5-2-126,3-6 1,2-5-37,2-3 0,1-8-125,3-5 1,-2-3-583,7-5 1,-1-8 716,-15 27 0,1 0 0,-3 1 0,0 0-9,-2 1 0,0 0 0,0 0 1,-1 0 7,11-29 0,-3-4-356,0 12 1,-10 4 161,1 17 1,-6 8 630,2 9-297,-5 8 1,1 6-134,-8 15 1,-7 9 8,-6 19 1,-5 10 34,2 11 1,8-28-1,0 1-16,-1 4 1,1 0-1,2 1 1,1-1-33,0 0 0,1 0 0,2 1 0,0-1-123,2-3 1,0-2 0,-2 28 19,6-4 0,2-11 215,2-6 1,7-8-87,5-4 1,5-4 100,-4-4 0,0-9-159,0-8 0,2-2 1,6-2 0,0-11-133,0-6 1,0-5 399,-1-3 1,0-5-502,-4-3 0,-2 1 80,-5-1 1,-2 10 131,-3-2 0,-2 4 92,-6 1 63,0 2 1,-6 7-159,-2 2 1,-3 4-30,-2 5 1,1 1 463,0 3-66,5 3-540,-4 6 207,9-1-270,-3 1 0,9-5-81,0 0 1,6-5-213,-2 1 0,-1-3-381,1-1 197,0 0 0,5-1 722,-1-3 0,1-9 0,-1-6 0</inkml:trace>
  <inkml:trace contextRef="#ctx0" brushRef="#br0" timeOffset="39">15979 5767 7569,'12'-5'417,"1"3"0,0-7-302,4 4 0,-2 1-91,6 4 0,-1 7 218,5 6 1,0 4 144,0 8 1,4 6 296,0 2-401,0 3 0,-4 5-67,-1 0 0,-4 9-173,-4-5 1,-3 6 17,-5-5 1,-4 1 34,-8-2 1,-8 1-101,-9-9 0,-10 1 98,-6-9 0,-7 2-288,-10-2 1,2-3-312,-6 3 1,0-9-554,-4-3 1,6-9 1057,2-4 0,-1 2 0,1-2 0,2-1 0,1-2 0,1-1 0</inkml:trace>
  <inkml:trace contextRef="#ctx0" brushRef="#br0" timeOffset="40">17592 5581 7569,'7'0'-521,"-2"-1"495,-5-3 253,0 2 118,6-3-134,-5 5-22,4-6 0,-3 5 80,2-3 50,-3 2 39,5 2-157,-6 0 1,1 0-34,3 0 119,-2 0-22,3-5 20,1 3-239,-5-3 1,5 3 244,-6-2-161,5 3 3,-3-5-5,3 6-18,-5 0 18,0 0-239,6 0 120,-5 0-160,4-5 142,-5 4-30,6-5 25,-5 6 5,5 0 28,-6 0 609,0 0-615,0 6-8,0-5 0,-2 10 106,-2-3 0,2 3-2,-7 2 0,1 5-19,-4 2 0,-2 9-51,-3 4 1,4 0 12,-4 5 1,-2-4-327,-2 7 1,2-2 141,-2-2 1,5 0-734,-5 1 1,7-3 387,2-2 1,5-2-440,7-6 0,0-2 916,0-2 0,5-3 0,2-6 0</inkml:trace>
  <inkml:trace contextRef="#ctx0" brushRef="#br0" timeOffset="41">18001 5569 7822,'-5'-7'354,"2"1"-219,-6 6 0,5 0 98,-4 0 1,1 6-39,-1 2 0,-3 7-162,3 2 0,2-1 59,2-3 1,3-1-47,1 0 0,0 1 6,0-1 1,1-5 92,3-3 1,4-2-121,9-2 1,-3 0 51,2 0 0,2-6-182,-1-2 1,-2-3 51,-7-2 1,2 1-145,-6 0 0,0-2-7,-4-3 1,0 4 27,0-4 0,-7 3 108,-5 2 0,-1-1 31,-3 1 1,6 5 26,2 3 0,4-1-133,-5 0 195,7-4 1,-2 6-94,8-5 1,3 4 38,5-5 1,5 2-16,-1-1 0,8-3 13,0 3 0,1-3 59,4-2 1,-3 5-25,-1 0 0,-6 4 147,-2-5-182,2 7 0,-6-2 127,-1 8 1,-5 3-57,-7 5 0,-1 6 138,-4 3 0,-3 8 22,-8 4 1,0 4 16,-4 4 0,-1 3-180,-4 6 1,2-1-94,2 1 0,3 2-33,6-2 1,-1 1 98,1-10 0,4 5-416,0-5 1,5-4 170,-1-4 1,2-6-190,2-3 1,2 0 35,2-8 0,-1 1-74,5-5 0,0-5 65,4-3 1,2-2 369,3-2 0,-2-11 0,6-6 0,5-10 0,6-5 0</inkml:trace>
  <inkml:trace contextRef="#ctx0" brushRef="#br0" timeOffset="42">18311 5966 7569,'7'-6'318,"-1"5"-231,-6-5 1,-2 8 302,-2 2-127,3 3 1,-9 5-81,6 0 1,0 1-77,4-1 1,1-5 87,3-3 0,5 2 76,7-2 0,2-1-143,3-8 0,1 3-101,-6-7 1,1 1-3,-5-4 0,-1-5-95,-2 1 0,-4-2-23,-5 1 0,-10 2 62,-2-6 1,-9 8-344,1 0 0,-5 2 144,-4 7 0,3 0-279,-3 4 0,7 7 2,1 5 507,6 1 0,-3 10 0,6-4 0</inkml:trace>
  <inkml:trace contextRef="#ctx0" brushRef="#br0" timeOffset="43">19266 5891 8654,'-11'13'62,"3"-1"75,-3 0 1,4 2-2,-5 3 0,4-4-88,-1 4 0,7-3 62,-3-2 3,4 1 1,2-2-132,4-3 1,3-3-12,8-5 1,-1 0-27,6 0 1,0-5 57,4-3 0,-2-3-48,-2-2 0,-3-3 32,-6-1 0,-1 1-3,-3 3 1,-2-3-11,-6-1 0,-1 1 37,-4 3 1,-1 1-115,-7-1 1,1 2 85,-1 3-61,1-3 0,-1 10 26,1-4-5,5 4 19,2 1 1,5 1-2,0 4 0,2-4 75,7 3 1,0-2-63,12-2 1,-4 0 104,3 0 1,1-6-56,4-2 1,0-3 21,-1-2 1,0-3-41,-4-1 0,-2-3 0,-5 3 0,-1-5-6,1 1 0,-5-2-5,0-2 0,-5 0 0,1 0 1,-3 2 6,-1 2 151,0 3 1,-1 7-91,-3 3 0,1 4 70,-5 8 0,1 6-19,-1 10 0,-3 8 119,2 13 0,-2 10-169,-1 11 0,4-26 0,-1 1-209,1 4 1,0 1 0,-1 1 0,1 0 123,2 0-1,0 0 1,0 3 0,1-1 46,0 1 0,2-1 0,-1-2 1,2-2-133,2-3 1,0-1 0,0 30 3,0-9 0,0-8 372,0-9 1,0-9-116,0-7 1,-1-6-175,-3-7 1,1-5 238,-5-3 1,-5-2 412,-3-2 0,-6-7-420,1-6 1,-3-6 359,0-10 0,4-3-563,4-5 1,8 0 67,3 0 0,4 1-112,1 3 0,6-2-189,2 7 1,4-1-137,5 4 1,-2 6-31,6 2 1,3 2-327,5-2 1,2 3 18,-2-2 1,2 2 9,7 2 687,-1-1 0,6-5 0,1-1 0</inkml:trace>
  <inkml:trace contextRef="#ctx0" brushRef="#br0" timeOffset="44">21177 5420 7633,'-12'0'65,"3"0"42,1 0 0,0 3-75,-5 5 1,1 3 385,0 14 1,-6 4-103,-3 12 0,-1 3-16,1 6 0,-2 3-407,2 1 1,3 0 98,2-4 1,7-8 150,5-5 0,4-1-4,4-7 1,3-5-48,6-8 0,5-3 56,2-5 0,0-3-179,0-5 0,0-1-30,0-3 1,2-4 193,-5-9 1,-1-2-167,-3-6 0,-6 0-71,-3 0 0,-3-1 5,-1-3 1,-9 7 51,-4-3 1,-3 10-57,-1 3 1,-2 5 64,-6 7 0,0 3-121,0 5 1,2 6-94,2 11 1,5-5-167,7 1 0,0 0 16,5 3 1,5 0-157,7-4 0,10 2 558,7-5 0,5 0 0,8-5 0</inkml:trace>
  <inkml:trace contextRef="#ctx0" brushRef="#br0" timeOffset="45">21524 5680 6651,'0'-8'-573,"0"0"573,0 5 413,0-8-104,0 10 0,-1-5 35,-3 6-113,2 0-74,-9 0-52,5 0 0,-5 1-10,2 4 1,0-3 26,4 7 0,-3-5 72,4 4-27,-6 0-75,9 5 0,-4-5-51,5 0 148,-6-5-217,5 2 99,-5 1-81,6-5 121,0 5-16,0-6 222,0 0-316,-5 5 0,2-2 41,-5 5 1,-1 2 51,-3 7 0,-1-2-8,1 5 0,0 1 2,-1 4 0,1 0-12,-1 0 1,7 3 14,1 1 0,4-2 14,1-3 1,0-6-33,0 7 0,6-8 56,2-1 0,7-3-47,2-5 1,5 1-24,-2-4 0,4-1-24,1-4 1,3-4-19,1-1 1,0-8-12,-4 0 1,0-6-102,0 2 1,-5-5-18,1 2 0,-6-4 85,2 0 1,-8-1-110,0 0 1,-6-4 59,1 0 0,-8-4 35,-5 4 0,-3 0 68,-5 4 1,-2 6 148,-6 2 0,-1 9-102,-3 4 0,3 3-17,-3 1 0,4 1-235,4 3 1,1-1 92,7 5 0,4-4-682,9 5 1,0-1 362,0 4 0,11-1 404,5-2 0,12 7 0,4-2 0</inkml:trace>
  <inkml:trace contextRef="#ctx0" brushRef="#br0" timeOffset="46">22653 5854 6651,'-7'0'957,"2"0"-206,5 0 880,0 0-1484,5 0 0,2-1-97,6-4-9,-1 4 0,1-4-144,-1 5 1,0 0-7,1 0 0,-1-5-203,1 1 0,-1 0-29,0 4 0,-3 0-57,-1 0-985,0 0 1383,5 0 0,-7 6 0,0 1 0</inkml:trace>
  <inkml:trace contextRef="#ctx0" brushRef="#br0" timeOffset="47">22566 5990 7569,'-6'7'678,"0"-1"1,12-6-51,2 0-382,3 0 0,1-2-56,1-2 0,3-1-118,1-4 1,9 0-109,-1 5 1,4-5 97,0 5 0,-2-5-704,6 0 0,-4 4 365,4 1 1,-1-2-1070,1 2 1346,3-6 0,-4 4 0,5-7 0</inkml:trace>
  <inkml:trace contextRef="#ctx0" brushRef="#br0" timeOffset="48">23571 5804 7569,'-8'-4'0,"0"0"0,4 0 481,-5 4 133,1 5 0,-8 6-228,-1 6 1,1 5-86,3-1 1,5-2-123,0 2 0,5-1 4,-1 5 1,4-1-137,4-4 1,4 0 29,9-4 0,2-4-59,6 1 1,1-6 69,3-7 1,3 0-178,5 0 0,-1-6-3,-3-2 0,-3-4 101,-5-5 0,-4 2-161,-1-6 0,-10 5 38,-2-5 1,-5-4-64,-3-4 1,-7-1 1,-5 1 1,-8-1 95,-9-3 1,3 8 102,-3 8 1,2 5 187,-2 4 0,2 2-142,-1 6 0,7 0-85,4 0 0,1 6-225,3 2 1,0 3 102,8 1 1,1 1-333,4-1 1,0 2-38,0 2 0,7-2-758,6 3 1264,-1 2 0,17-5 0,-3 4 0</inkml:trace>
  <inkml:trace contextRef="#ctx0" brushRef="#br0" timeOffset="49">24092 6065 7184,'-6'0'450,"-1"0"-187,2 0-41,4 0-385,-4 0 239,5 0 115,0 0-56,0 5 37,0-3-5,0 3-92,0-5 1,1 0 81,3 0-25,-3 0-261,5 0 152,-6 0 71,0 0 4,-6 0 1,4 0 115,-7 0-32,7 0-64,-9 0 25,9 0 60,-3 0-430,5 0-667,0 0 638,0-5 1,1 3-118,3-2 0,-1 3-402,5 1 775,-5-6 0,8 5 0,-4-5 0</inkml:trace>
  <inkml:trace contextRef="#ctx0" brushRef="#br0" timeOffset="50">24452 5643 7569,'7'-5'-35,"-1"-2"0,-6-6 63,0 1 134,5-1 340,-4 1-135,5 5-172,-12 2 0,0 10 0,-7 3 0,-1 14-129,-2 7 1,-3 11 74,-6 6 0,0 6-166,0 2 0,6 2 81,2-6 1,9 1-113,4-10 0,4-3 49,4-5 0,4-7 76,9-1 0,3-6 34,9-7 0,-4-1-78,0-2 0,3-4-177,-8-5 0,5-5 42,-8-4 0,-2-3 297,-7-5 1,-2-2-237,-6-6 0,-2 1 4,-2-1 0,-8 5-21,-9 4 0,-4 6 62,-4 2 0,3 7-10,-3 1 0,3 5-103,1 8 1,3 4-698,6 4 1,0 3 813,12 0 0,6 1 0,4 0 0</inkml:trace>
  <inkml:trace contextRef="#ctx0" brushRef="#br0" timeOffset="51">17120 6908 7870,'0'-7'-433,"0"0"353,0 3 1,6 3 120,2-3 0,3-2 239,1 2 0,5 0-186,-1 4 1,5 0-53,-4 0 1,3 0-13,-3 0 1,4 0-7,-5 0 0,1 5-7,-5 4 1,-4 2 18,1 1 0,-7 1-1,3-1 1,-5 0-48,-5 1 0,-1-1 138,-7 1 0,-3-1-92,-1 0 0,-4 1 1,5-1 0,-5-1 66,5-3 1,-5 2-15,4-6-9,1 6-27,3-3 0,7 1 7,1 0 1,5-4-53,5 5 1,6-1-158,5 4 1,6-3 106,-1-1 1,-2 4 41,2 5 1,-5-1 29,5-3 1,-6 1 34,2 2 45,-3-2 0,-6 4-61,0-6 1,-7-1-18,-1-3 0,-5 3 141,-7-2 1,-6-2 198,-3 1 1,-4 0-187,-4 5 1,2-5-229,-7 0 0,8-4-25,1 5 0,6-7-586,7 2-223,-1-2 372,6-2 312,19-6 0,8-2-69,17-9 263,6-2 0,1-17 0,6-2 0</inkml:trace>
  <inkml:trace contextRef="#ctx0" brushRef="#br0" timeOffset="52">17654 6995 7569,'7'-6'282,"-7"5"0,-9-4 56,-7 5 0,2 5 166,-3 3 1,4-1-420,0 1 0,2 1 74,3 3 1,-2-4-157,6 1 0,0-5 56,4 4 0,1-5 113,4 1 1,1-3-166,7-1 0,-1-1-486,1-3 1,-1-3 260,0-5 1,-3-1 19,-1 1 0,-5-1 73,1 1 0,-3-5 68,-1 1 1,-5-2-12,-4 1 1,0-1 15,1-2 1,-2-2-7,6 5 1,-5-1 28,5 2 1,0 2 124,4-3 1,6 4-92,2 0 1,4-1-33,5-2 1,2 2 44,6-2 0,0 0-41,0 0 1,-1 2 29,1-2 1,-4 2-21,0 1 1,-6 5-9,1 0 0,-2 5 24,-1-1 0,-7 1 84,-1-1-33,1 3 1,-4-3 5,2 8 1,-3 3 114,-1 5 0,-5 2-48,-3 2 0,-2 9-20,2 8 0,-3 0-50,2 5 0,-2 1 26,-1 11 1,1 1 32,3 3 1,-3-2-376,2 6 1,0 0 318,0 4 1,-2 0 18,3 0 0,-3-1-549,-1-4 1,5-1-114,3-7 0,2-5 210,2-2 1,0-8 120,0-1 0,0-9-256,0 0 508,0-7 0,-4-2 0,0-5 0,1-1 0,2-3 0</inkml:trace>
  <inkml:trace contextRef="#ctx0" brushRef="#br0" timeOffset="53">17976 7317 7569,'0'-12'580,"0"5"16,0-4-364,-5 10 1,2-5-62,-5 6 1,5 6 23,-1 2 0,2 7 0,2 2 0,0-1-144,0-3-120,0-1 1,7 0 100,6 1 0,0-6-9,8-3 1,4-3 128,4-1 1,0-9-179,-4-4 1,-5-6-217,1 2 1,-11-5 149,-2 2 1,-5-4 79,-3-1 0,-11 5-43,-6-1 1,-5 10-558,-3-1 1,-5 7 108,-3 1 0,-3 8 503,-1 5 0,0 13 0,-1 4 0</inkml:trace>
  <inkml:trace contextRef="#ctx0" brushRef="#br0" timeOffset="54">19105 7169 7410,'0'6'2,"2"4"1,0-4 338,2 0 1,2 3-231,-2 3 0,-3 1-102,4-1 0,0 0-34,-1 1 1,2-2 110,-2-3 1,-1 2 107,5-6-146,-5 0-278,8-4 1,-6-1 59,3-4 1,4-1 20,-4-7 0,-1-3 50,1-1 1,-1-5-45,1 1 0,2-2 131,-6-2 1,1 4-48,0 1 0,-4 9-98,3-2-10,-3 4 450,-1-4 1,2 6-184,2 3 1,-3 2-118,3-3 1,2 3-13,-2-7 0,6 5-15,-2-4 1,-1 0 7,1-5 0,0 1 17,5 0 0,-5-5-30,0 0 0,-3 1-29,3 4 463,-5-1-227,2 6 1,-5 3 3,0 8 1,0 14 172,0 11 1,0 17-97,0 7 1,0 9-455,0 9 0,-2-35 0,-1 2 283,-1 3 1,-1 1-1,2-2 1,-1 0 105,0-3 1,0 0 0,0 32-200,-4-3 1,5-9 53,-1-8 1,-2-7 318,2-14 0,-5 0 245,0-11 1,-2-2-238,-1-7 0,-1-3-58,1-5 0,-5-1 66,1-3 1,-1-10-319,5-11 1,5-6 382,3-11 0,4-2-643,4-5 0,10-5-1868,11 0 0,12-5 1869,-13 29 1,2 2-1,23-22 1,-21 26 0,-1 0-1</inkml:trace>
  <inkml:trace contextRef="#ctx0" brushRef="#br0" timeOffset="55">20792 6871 7569,'0'-19'0,"-4"-3"-164,0 5 164,0 6 190,-2 0-175,5 10 0,-6-5 115,3 6 0,3 11 202,-3 6 0,-2 10-26,2 6 0,-6 10-96,2 7 0,-3 1-181,-1 6 0,3-4 212,1 1 1,5-3 39,-1-2 0,3-5-160,1-2 1,5-11-180,4-6 0,2-3 134,1-9 0,0 0-40,1-9 0,-1 1-45,1-5 1,-1-10 19,0-2 0,-5-9 6,-3 0 0,-2-8-22,-2-4 0,-2-3-325,-2-1 1,-3 7 212,-5 5 0,-2 2 132,-2 6 0,0 6-101,-4 7 0,5 3-80,-2 1 0,7 5-153,2 3 0,5 3 96,-1 2 0,3 1 162,1 2 0,7-2 61,5 2 0,6-2 0,7-1 0</inkml:trace>
  <inkml:trace contextRef="#ctx0" brushRef="#br0" timeOffset="56">21239 7069 7569,'-12'0'1404,"-2"2"-903,-3 2 0,-1 7-126,-2 5 0,-2 6-280,5-1 1,2 3 58,7 0 0,2 0 52,6-4 1,7 3-124,5-7 0,8-5-319,9-7 1,2-2 198,7-2 1,3-7-127,0-6 1,-1-5 40,-7-6 0,-6-1 53,-7 0 1,-6-4 41,-2 0 1,-5-5 36,-7 1 1,-7 2 9,-5 2 0,-7 4-60,-10 5 0,-2 6-310,-2 6 0,-1 5-70,5-1 1,0 8-251,4 4 0,6 7 670,2 2 0,4 5 0,0-3 0</inkml:trace>
  <inkml:trace contextRef="#ctx0" brushRef="#br0" timeOffset="57">22504 7094 8512,'6'-7'1420,"-1"0"-1260,4 3 0,3 3-47,1-3 0,0 2-373,8 2 1,0-1-75,3-3 0,-3 2-267,0-2 1,-5 4 187,5 4 1,-6-1 412,2 5 0,-3 1 0,-2 3 0</inkml:trace>
  <inkml:trace contextRef="#ctx0" brushRef="#br0" timeOffset="58">22529 7305 7676,'-12'0'1465,"5"0"-664,1 0-551,6 0 0,7-1 4,6-4 0,5 3-205,6-7 0,7 3-393,2-3 0,3-2-507,1 3 0,4-3 851,1-1 0,-1-1 0,-4 1 0</inkml:trace>
  <inkml:trace contextRef="#ctx0" brushRef="#br0" timeOffset="59">23435 6970 7569,'-7'0'530,"-4"-5"-262,10-2 0,-9-2 124,6 1-87,0 5 179,4-8-544,0 10 0,5-9 44,3 6 0,5-1-70,3 1 0,0 2 103,4-2 1,1 3-114,4 1 0,-2 0-13,-2 0 0,-2 1 85,-2 3 1,-4 3-11,4 6 0,-9 0-86,-4 4 1,-2-3-96,-2 2 1,-3 2 149,-5-1 0,-2-1 48,-11-3 0,1-1-1,-5 0 0,4-3 68,1-1 1,4-5 19,0 1 0,6-3-35,2-1-20,5 0 56,-2 0 0,12 4 60,5 0 0,2 2-121,6-2 1,1-1-10,4 5 1,0-1 6,0 1 1,-5 3-10,1-2 1,-6 2 48,2 1 0,-5-4-32,-4 0-13,-2 1 1,-6 3 104,0 1 1,-10-1 319,-2 0 0,-9-1-260,0-2 0,-2 2-167,-2-3 0,0 3-51,1 1 0,0-3-234,3-1 0,4-5-393,4 1 318,6-3 226,2-1 0,16 0-93,5 0 226,6 0 0,14-11 0,3-3 0</inkml:trace>
  <inkml:trace contextRef="#ctx0" brushRef="#br0" timeOffset="60">24216 6970 7569,'-5'-7'375,"-3"3"1,-3 3-170,-2 1 1,-1 1-24,-2 3 1,1 0 31,-6 9-187,0-4 1,-2 15-9,2-3 1,-5 2-152,5 2 1,-3 0-83,7-1 0,-4 5-299,5 0 1,-1 0-222,5-4 733,5 0 0,-4-6 0,4-1 0</inkml:trace>
  <inkml:trace contextRef="#ctx0" brushRef="#br0" timeOffset="61">23844 6921 7569,'0'-7'787,"0"1"0,4 16-592,1 2 0,4 7 0,-1-2 0,4 4-237,0-5 1,6 6 101,3-1 0,2-2 135,2 2 0,5-6-296,3 2 0,-1-1-2075,1-3 2176,-5 2 0,13-8 0,-3 5 0</inkml:trace>
  <inkml:trace contextRef="#ctx0" brushRef="#br0" timeOffset="62">24477 7007 7569,'-12'-7'1053,"-1"2"-765,1 5 1,-1 5 60,1 4 0,-5 3-182,1 5 1,3 1 27,5 2 0,5 4-212,-1-4 1,3 4 72,1 1 1,10-5-161,2 1 1,9-10 84,-1 1 0,5-8-99,4 1 0,-3-5 89,3-5 1,-4-3 46,-4-8 0,1 0 80,-6-4 0,-5-2-76,-7-7 0,-2 3 20,-2-3 1,-6-2 31,-2 2 0,-7 1-196,-2 3 1,-5 1-8,2 4 0,-2 6-27,1 6 1,-1 5-73,5-1 0,1 6-211,3 3 0,2 8-41,3 0 1,3 3 139,5 1 1,1-2 339,3 6 0,3-1 0,5 5 0</inkml:trace>
  <inkml:trace contextRef="#ctx0" brushRef="#br0" timeOffset="63">24862 7119 10073,'-7'0'581,"1"-1"-722,6-4-230,0 4 444,0-4 90,0 5 1,6-2 111,2-2-275,3 3 0,7-5 0,1 6 0</inkml:trace>
  <inkml:trace contextRef="#ctx0" brushRef="#br0" timeOffset="64">25135 6796 7603,'6'-5'394,"0"4"77,-12-5 0,0 13-62,-7 5 0,1 8-97,-1 9 0,-3 1 23,-1 3 0,1 7-105,3-3 0,5 7-181,0-2 0,5-2-79,-1-7 1,8 1-98,4-5 0,5 0 129,3-4 1,3-7-64,6-6 0,-1-5 41,-4-7 0,2 0 27,-5 0 0,-2-6-31,-7-2 0,-2-4 5,-6-5-26,-6-2 0,-2-2 8,-8 1 1,-4 0-144,-4 0 190,-1 2 1,1 7-132,4 2 0,-2 4-189,5 5 0,5 0-634,3 0 639,7 0 0,-4 5-446,6 4 1,7 2 750,5 1 0,6-5 0,7-1 0</inkml:trace>
  <inkml:trace contextRef="#ctx0" brushRef="#br0" timeOffset="65">25544 7032 8092,'-1'-11'2046,"-4"3"-1662,4 2 32,-4 6-222,5-5 1,1 3-260,3-2 1,3 3 74,5 1 0,1 0-257,-1 0 0,5 0-8,-1 0 0,5 1-177,-5 3 1,5-1 98,-4 5 0,-1-3-205,-3 3 1,-5-1 66,0 1 0,-5 3 115,1-3 1,-3 3 355,-1 2 0,-9-1 0,-4 1 0,-7 4 0,0 3 0</inkml:trace>
  <inkml:trace contextRef="#ctx0" brushRef="#br0" timeOffset="66">25519 7255 7569,'-7'0'907,"2"0"0,10-4-472,3 0 0,4-4 9,0 4 0,2-6-543,2 2 90,4 2 0,0-1-283,1 3 1,0 1-465,3-5 1,1 5 116,0-1 0,0-1 325,0 1 1,-1 0-479,1 4 792,0-6 0,0-1 0,0-5 0</inkml:trace>
  <inkml:trace contextRef="#ctx0" brushRef="#br0" timeOffset="67">26189 6908 7569,'7'-12'1918,"4"5"-1686,-10 1 0,5 8 8,-6 2 0,-4 4 136,0 9 1,-6 2-291,2 6-43,2 0 0,-5 1-6,3 3 1,-3-2-198,-2 6 0,2-4-160,3 4 1,-2-5 170,6 1 1,-4-3-815,4-1 0,0-5-156,4 1 1119,0-6 0,5 3 0,2-5 0</inkml:trace>
  <inkml:trace contextRef="#ctx0" brushRef="#br0" timeOffset="68">26450 7156 7569,'-7'-5'1091,"1"-2"-249,6 0-175,0 1-558,-5 6-303,3-5-827,-3 3-487,5-3 515,0 5 476,5 0 517,2 0 0,11 0 0,1 0 0</inkml:trace>
  <inkml:trace contextRef="#ctx0" brushRef="#br0" timeOffset="69">26648 6958 7569,'0'-13'329,"0"1"-281,0 0 0,0 3 108,0 1 1,0 4 484,0-4-366,-5 5 1,2-3-146,-5 6 78,5 0-102,-8 0 1,8 2-7,-5 2 0,5-1-11,-1 5 0,2-4 45,2 4 1,0 1-116,0 3 1,2 0 86,2 1 0,-1 0-83,5 4 1,-4-2 21,4 6 1,-5-2-9,1 2 1,2 2 6,-2-2 1,0 2-80,-4 2 1,-1-4 15,-3-1 0,-2 0 67,-2 0 0,-3 3-175,2-7 0,-6 5 85,-1-5 0,-1-3-23,5-5 1,-1-5 41,1 1 13,0-3 0,1-2-43,2-3 0,0-3 2,5-6 1,-1-3-60,5-1 0,7-5 84,6 2 0,5-2 3,6 1 0,7-1-44,2 5 0,-7 1-35,-1 3 0,-3 2 82,3 3 0,-5-2 97,1 6 0,-4-1-75,3 1 0,-5 1 216,2-5-113,2-1 0,-5-3-79,3 0 0,-5 3 164,-4 1 1,-1 0-33,-3-5 0,-2 1-91,2 0 0,-3-1 12,-1 1 1,-5-2 6,-4-3 1,-2-1 1,-1-2 1,-5-2 23,1 5 1,-9 1 13,4 3 1,-3 1-47,7-1 0,-8 7-322,5 1 0,-7 4-150,7 1 0,2 0-326,1 0 1,-2 1 54,-2 4 1,3 3-1224,2 8 1886,2-2 0,-4 4 0,-1-6 0</inkml:trace>
  <inkml:trace contextRef="#ctx0" brushRef="#br0" timeOffset="70">15284 8334 7569,'-12'0'628,"5"0"1,3 0-412,8 0 1,-1 0-237,5 0 0,0 0 146,4 0-29,6 0 1,2-5 49,5-3 0,-1-1-17,1-3 1,1 2-113,3-6 0,2 2 84,2 2 1,-2-1 19,-2 1 0,-4 3-196,0 1 1,-2 4-1799,-6-4 649,-1 5 120,-3-2 1102,-6 5 0,4 5 0,-4 2 0</inkml:trace>
  <inkml:trace contextRef="#ctx0" brushRef="#br0" timeOffset="71">15545 8322 7569,'7'-1'559,"-3"-4"-269,-3 4 0,0-3-101,4 8 0,-4 4-170,3 9 1,-3 4 27,-1 7-13,-5 4 0,2 1-29,-5 0 0,4-5-189,-5 1 0,7 1 188,-2-1 1,2 0 78,2-4 1,0-4-959,0-1 1,6-5 9,2 2 865,3-9 0,7-2 0,1-6 0</inkml:trace>
  <inkml:trace contextRef="#ctx0" brushRef="#br0" timeOffset="72">15880 8086 7569,'6'-7'0,"0"7"0,-6 9 0,0 7 671,0 5-418,0 8 1,0 3-36,0 5 1,0 0-120,0 0 0,-4 5 50,0-1 1,0 0-16,4-4 0,0-4-194,0 1 1,0-11 60,0 2 0,1-10-87,3-3 63,-3 1 1,11-12 24,-4 3 1,-1-4 19,1-4 0,-4-4-21,4-9 0,-1-3-9,2-9 1,2 3 23,-3-3 1,-1 8-147,1 4 150,-5 4 219,2 6-129,1 1 0,-5 17-22,3 6 1,3 1-45,1 2 1,1 1 16,3 4 1,-2-6-116,6-2 1,4-8 81,0 0 1,1-7 78,4 2 1,-3-6-75,7-2 0,-7-10-38,-2 1 1,-3-3-28,4-1 0,-10-1-107,1-2 0,-8-4 122,0 4 1,-4-8 31,-4-1 1,-3 2-256,-5 6 1,0 3 50,-1 6 0,4 1 304,-4 2 0,3 4-127,-6 5 0,2 7 100,2 5 0,1 2-27,2 7 0,4-2-27,5 1 0,0 4-12,0-3 1,5 1 30,4-2 0,6 2-106,1-5 0,6-1 69,-1-3 1,-2-2-25,2-3 1,-2-2 4,2-6 0,1 0 57,-5 0 1,-1 0-54,-3 0 1,-2-2 0,-3-2 1,2-3 27,-6-5-11,5-1 1,-7 1 317,2 0-177,-3 5 129,-1-4-267,0 9 0,-1-3-91,-3 5 88,2 0 0,-5 1-86,3 3 0,3-1 111,-3 5 1,1-4-20,-1 5 0,3-5-285,-4 4 124,4-5 231,1 2-126,0-5-61,0 0 0,0-5-9,0-3 0,6-8-153,2 0 0,1-5 160,0 5 0,2-1 35,-3 5 1,3-3-7,1 2 0,1-1-33,-1 10 0,-3-4 182,-1 4 1,0 0-70,5 4 0,-1 0 156,0 0 1,1 0-38,-1 0 1,2 0 40,2 0 0,0 0-51,4 0 1,-3 0-38,4 0 0,-5 0-46,5 0 1,-5-6 37,5-2 0,-6-3-123,2-1 1,-4 1 93,0 2 0,-5-6-175,0 3 1,-5-3 24,1 2 1,-2-3-46,-2-1 0,-2 1 94,-2 3 1,-3 6 10,-5 3 0,-1 3 58,1 1 0,-5 7-67,1 5 0,-5 6 177,5 7 1,-1 0-99,5-1 1,5 7-42,3 2 0,2-2-89,2 3 0,2-7-197,2 2 1,4 0 215,9-4 1,2 2 37,6-6 0,1-7-705,3-2 1,-3-8 266,3 0 0,1-4 16,-1-4 0,0-8 465,-4-9 0,-6-2 0,5-8 0,-5 0 0</inkml:trace>
  <inkml:trace contextRef="#ctx0" brushRef="#br0" timeOffset="73">17083 8062 7569,'0'-25'0,"0"0"0,-4 6 347,0 2-128,-6 9 0,7 2 223,-5 6-282,0 6 1,-1 6 53,1 9 1,5 8 60,-1 4 1,-1 10-70,1 6 1,0 2-24,4 7 1,0 1-221,0 7 1,1-2 242,3 2 1,-1-7-180,5-1 1,-5-5-109,1 0 1,1-3 125,0-5 0,-1-6 115,-4-6 0,0-10 135,0 2 1,-6-8-157,-2-1 0,-3-3-34,-1-5 0,-6 2 152,-3-6 1,-2 0-212,-2-4 0,1-6-213,4-2 0,-4-4-91,3-5 1,5-2-116,4-6 0,1-5 118,6-3 0,1-2-124,4 2 1,6-3 112,2 3 1,9 2-5,3-2 1,4 5 49,0-1 1,5 3 12,0 1 1,6 4 172,-2 1 0,-3 5 33,-1-2 0,2 2 101,-3-2 1,-3 8 19,-4-4 0,-6 8 333,2-4-307,-9 7-118,-3-4 1,-5 8 340,0 2 0,-1-2-101,-3 7 0,-2-1-47,-2 4 1,-2 1-111,6-1 1,-1-1-128,1-3 0,2 4 108,-2-4-156,3-3 1,2 5 161,3-6-52,-2 0 0,9-4-298,-3 0 0,-1 0 101,1 0 0,0-5-1,5-4 0,-5-2 100,0-1 0,-1-2-2,2-2 1,2 2 44,-3-3 0,-1 4 89,1 0 1,-4 1-122,4-1 1,-5 5-3,1 0 416,3 5-93,-5-2-265,9 5 1,-9 1 66,7 3 1,-7 3 2,3 5 0,0 1-43,-1-1 0,4 5-2,-3-1 0,3 5 1,-4-5 1,4 5-12,-4-4 1,6-1-89,-2-3 0,-1-2 97,1-3 0,-3 2 350,3-6-280,0 0 1,5-6-46,-1-2 1,2 0-45,2-8 0,-2 2-71,3-6 0,-4-2 114,0 1 0,-1 1 5,1 3 1,-1-3-333,0-1 0,-1 1 117,-2 3 1,0-3-138,-4-1 0,3-1 94,-4 2 1,0-4-160,-4-4 1,0 0 107,0 3 1,0-1 122,0 6 1,0-1-220,0 5 160,-5 5 0,-2 3 675,-6 8 0,1 6-292,-1 10 0,1 7 424,0 10 1,5 1-266,3 4 0,2-8-110,2 3 0,2-8-394,2 0 1,0-3-482,8-1 0,-2-5 512,6-4 0,4-4 108,0-3 0,-2 2 0,0-4 0</inkml:trace>
  <inkml:trace contextRef="#ctx0" brushRef="#br0" timeOffset="74">16711 4043 7465,'-7'0'-257,"1"0"346,6-5 71,0 3 1,0-5 8,0 3-17,0 3-21,0-5-2,6 6 37,-5 0-78,5 0 0,-6 2-57,0 2 49,0-3 0,4 6-15,0-3 0,2-2 48,-2 2 0,3-3 7,5-1 1,2 0-83,2 0 1,2 0 4,3 0 1,2 0-46,-2 0 1,2 0 74,2 0 1,-1 0-130,-4 0 1,4 0 67,-3 0 1,-2 0-75,1 0 0,-3 0 82,4 0 1,-5 2-65,5 2 1,-5-3 62,5 3 1,-4 2 8,3-2 0,-3 0-9,4-4 0,-5 0-6,5 0 0,-2 0 3,2 0 1,2 0 2,-2 0 0,4 0 101,4 0 1,-3 0-85,3 0 0,1 0-36,-1 0 1,1 0-3,-1 0 1,2 0-75,2 0 0,3 0-10,-3 0 1,4 0 50,4 0 1,-2 0-137,2 0 0,2 0 73,-2 0 1,5 0 77,-5 0 1,2 0-44,-2 0 1,-1 0 120,6 0 1,-2 0-50,1 0 1,4 0 11,-4 0 1,2-1-6,-2-4 0,2 4-19,-5-3 1,-1 3 45,-4 1 1,-1 0-37,-3 0 0,3 1-5,-3 3 0,-1-3-40,1 4 0,-2-4-5,3-1 1,1 1 26,-2 3 1,2-2-6,-2 2 0,1-3 16,-5-1 1,5 0-12,-6 0 0,6 0 86,-6 0 1,6 0-84,-5 0 1,-1 0 114,-3 0 1,0 0-43,0 0 1,0 2-28,0 2 1,-1-3-17,1 3 1,0-2-5,0-2 0,0 0 12,-1 0 1,5 0 2,0 0 1,6 0-58,-2 0 0,3 0 44,1 0 0,4 0-45,1 0 1,-1 0 35,-4 0 0,5 0-13,-1 0 1,0 0 26,-4 0 1,2 0 1,2 0 0,-1 0-8,6 0 0,-5 0 1,5 0 1,-5 0-1,5 0 0,-2 0-1,1 0 0,-1 0-113,-2 0 1,-4 0 67,4 0 1,0 0-80,0 0 0,3 0 63,-3 0 1,3 0 28,-4 0 1,1 0-6,-5 0 0,6 0 1,2 0 1,-2 0 90,-2 0 0,-2 0-93,-2 0 0,4 0 113,1 0 0,3 0-32,-3 0 0,4 0 5,0 0 1,-2-4-47,2 0 1,-2-5-2,1 5 1,3 0 11,-2 4 1,2-4 3,2 0 1,-2-2-89,-3 2 0,4 3 75,-4-3 0,-1-2-10,2 2 1,-5-2 2,5 2 1,-5 1 0,5-5 1,-5 5-16,4-1 1,-3-3 2,3-1 1,-1 1-16,2-1 0,2 1 24,-2-1 0,2-3-96,1 3 0,1-3 84,0-2 1,-5 5-123,1 0 0,-1-3 110,5-2 1,-2-2 21,-3 7 1,2-3 8,-5-2 0,-1 1 5,-4 0 0,0-1 34,1 1 0,-2-1-51,-3 1 1,1-2 115,-5-2 0,0 2-57,-4-3 1,0 3-31,-1 2 1,0-2-29,-3-2 0,-2 2 108,-3-3 0,-2-2-114,3-2 1,-4 2-9,0-1 1,-1 0 13,1 0 0,-1 0-11,1 4 0,-5 2 47,0-3 0,-4 0-39,4 0 1,-5 0 118,1 5 1,-2 0-81,-2-1 1,-2 5 6,-2 0 0,-3-1-46,-5-3 1,0 4-68,-1-1 1,-1 3-21,-2-3 1,1-2 64,-6 3 1,4 1-103,-3-1 1,0 4 54,0-5 1,-4 5 17,4-4 1,-4 1 36,-1-1 1,1-2 9,-1 6 0,0-4 3,0 4 0,0-5 12,1 5 0,-5-5 0,0 0 1,-6 3-17,2-3 1,-3 5-62,-1-4 0,-4 1 58,-1-1 1,1 1-103,4 3 1,-5-2 83,1-2 1,0 1 31,3 3 0,0 1-10,-3-5 0,5 5 4,-6-1 0,11 1-3,-7-1 0,0 3-18,-4-3 1,0-2 51,0 2 0,2-2-34,-5 2 1,4 3 15,-5-3 1,2-2-7,-2 2 1,-2-1 0,3 0 1,-8 4-196,0-3 0,-5 3 186,4 1 0,-4-2-2,4-2 1,-5 3-4,1-3 0,2 2-153,-2 2 0,4 0 91,-4 0 0,0 0-16,-4 0 1,0 4 74,0 0 1,0 1 0,0-5 1,-1 0-330,-4 0 1,3 1 392,29 1 0,-1 0 0,-30-1-32,31 2 0,0-1 1,-31-1-34,-5-1 0,5 0 125,-4 0 0,4 0-46,-5 0 1,5 4-43,31-2 1,0 0-1241,-30 2 1230,29-3 0,-1-2 0,-28 1-100,-5 0 96,32 3 0,0 0 20,-32-2-116,31 5 0,-1-1 104,-29-3-33,32 3 1,0 1-1,-1-3 1,0-1-4,-1 2 0,0 0 0,1 2 0,0-1-144,-1 0 1,-1-1-1,2 1 1,0 1 100,1 0 1,0 0-1,0-1 1,1-2 39,1 2 1,0-1 24,-2 0 0,1 0-485,-2 2 1,1 0 468,-1-2 1,0-1-1,-1 3 1,0-1-5,3 0 0,1-1 0,-1-1 1,1 0-505,-31 6 605,30-8 1,0 0-3,-27 5 0,-5-2-27,6 0 0,-4 5-37,0-5-19,-1 5 50,5-7 1,6 7 6,2-5-37,-2 6-56,-1-3 0,2 1 332,5 1-387,1-7 113,5 9-2,-6-9-38,0 9 1,6-9 38,3 7-20,2-1 17,2-1-17,0 4-11,0-10 884,5 10-789,-4-4-84,10 0 2,-10 4-1,10-4-28,-4 5 1057,5 1-1027,0-6 697,6 4-703,-5-4 0,6 4 622,-2-3-658,2 3 236,0-4 1,3 5-207,-6 1 0,4-1 51,-3 0 0,3 1 34,-4-1 1,5 2-90,-5 3 1,2-4 25,-2 4 0,-1-2-5,6 2 0,-5-4 8,4 4 1,-3-2 29,3 2 1,-3-4 73,3 4 1,0-3-64,5-2 0,0 1-32,-1-1 1,5 0 10,0 1 1,5-1 3,-1 1 1,2 0 8,2 4 0,6-2 0,2 6 0,7-5 17,2 5 0,5-2 2,-1 2-241,8 2-338,-3-3 472,10 4 0,-9-3-135,6 0 0,2-1-36,6 5 1,-1-6-257,6-2 1,-5 1 75,4-2 383,1 1 0,8-3 0,-1 0 0,0 1 0,-2 0 0,-2 1 0</inkml:trace>
  <inkml:trace contextRef="#ctx0" brushRef="#br0" timeOffset="75">18770 8421 7464,'-1'-11'-53,"-3"3"271,2-3 1,-9 4-8,3-5 0,-3 3-89,-1 1 0,-1 1-15,1-1 0,-1 2 14,1 6 0,-2-4 45,-2 0 1,0 5-53,-4 8 0,3 3 20,-3 5 1,4 2-22,0 6 0,2-2-142,2-2 1,5-2 3,3-2-89,2-4 1,4 4 103,2-9 0,3-2 16,5-6 1,0-2-27,1-2 1,3-4 35,1-9 1,4 2-87,-5-5 0,2 0 63,-1 0 1,-5 2 325,0 5-71,1 1-76,-6 5-93,0 2 0,-2 16 106,-5 5 0,-5 8-156,-4 5 1,0 2 42,0 6 1,-2 1-278,3-1 1,3-1 89,1-3 0,2-3 155,2-5 1,0-2-286,0-2 1,2-5-559,2-7 0,3-4 312,5-5 1,0-1-83,1-3 1,1-5 572,2-7 0,3-3 0,6-6 0</inkml:trace>
  <inkml:trace contextRef="#ctx0" brushRef="#br0" timeOffset="76">18956 8310 7569,'-7'-6'1038,"2"5"-697,5-10 0,1 9-158,3-2 1,1-1-124,7 0-7,-2-4 0,13 7 33,-2-2 0,-2-1 64,2 1 1,-2 0-148,2 4 0,1 0 47,-6 0 1,-3 0-144,-5 0 1,-4 5 100,4 3 0,-5 5 187,1 3 0,-4 4-91,-4 4 0,-3 5 80,-5 0 1,-1 6-132,1-2 1,0 3 49,-1 1 0,1-4-161,-1 0 1,1-4 105,0 4 0,3-5-299,1 0 0,5-5-41,-1-3 1,3-5-662,1 2 543,0-3 0,0-6-937,0 0 562,0-5 785,11-3 0,-3-12 0,10-8 0</inkml:trace>
  <inkml:trace contextRef="#ctx0" brushRef="#br0" timeOffset="77">19378 8310 7569,'-12'4'1,"-1"0"0,5 1-13,0-1 0,5-1 468,-1 6-254,-3-1 1,6 4-81,-4 1 1,4-5-32,1 0 1,0-4 77,0 5-85,0-7 1,6 4-20,2-6 1,3 0 19,1 0 1,2-7-258,3-6 0,-4 1-36,4-4 1,-7-4-58,-2 0 0,-1-4 95,1-1 1,2 1-10,-6-1 0,0 4 203,-4 0 0,0 6-102,0-1 1,-1 2 366,-4 2 1,4 3-158,-3 1 0,3 4 186,1-4-245,0 5 0,1-7-116,3 6 1,3-4 25,5 4 1,5-5 11,-1 5 0,5-4-11,-4 4 0,3-2 50,-3 2 17,-1 3 0,-3-5-85,-1 6 200,-5 0 1,0 0 78,-3 0-88,-2 6 1,2 1-78,-8 5 1,1 2 30,-6 2 0,1 1 35,-4 8 0,-1-2-60,1 10 0,0 0-77,-1 5 1,-1 4 74,-2 4 0,1 3-153,-6 5 0,4-2-170,-3 6 0,5-8-6,-2 4 1,3-6-17,2 6 1,1-3-205,3-2 1,-2 0 54,6-4 0,-4 2 105,3-6 1,1-4-423,4-4 727,0-10 0,0 5 0,0-10 0,0-2 0,0-5 0</inkml:trace>
  <inkml:trace contextRef="#ctx0" brushRef="#br0" timeOffset="78">19639 8781 7569,'0'-13'281,"0"5"584,0 0-738,0 5-90,0-2 1,0 6 78,0 3 0,0-1 93,0 5-171,0 0 0,1 1 97,3-1 1,3-5-142,5 1 0,1-3 59,-1-1 1,1-4-91,-1 0 0,-4-6-56,1 2 1,-7-7-40,2-2 0,-8 1 122,-4 3 1,-4 1 18,-5 0 0,-2 3-462,-6 1 0,-4 5 26,0-1 427,0 3 0,4 12 0,1 3 0</inkml:trace>
  <inkml:trace contextRef="#ctx0" brushRef="#br0" timeOffset="79">20445 8533 7778,'-12'-6'853,"5"5"-579,-4-10-55,9 10 84,-9-5-412,10 6 0,-6 1-5,3 4 1,3-3-52,-4 7 1,4-1 87,1 4 1,0 1-52,0-1 1,6 0 3,2 1 0,3-6 60,1-3 0,1-3 16,-1-1 1,2-3-1,2-5 0,-2 0 3,3-9 1,-4-2 16,0-2 1,-5 2 37,0-2 0,-5 2 12,1-1 1,-2-3 100,-2 7 0,-2-1-46,-2 5 1,3 4-45,-3-1 0,1 7 72,-1-2-47,2 2-186,-3 2 1,6 4 66,3 0 0,1 1 30,7-5 1,-2 0 65,6 0 0,2-3 77,-1-5 1,3-2-81,-3-11 1,3 1-41,-3-5 0,4-1 64,-5-3 1,1 1-34,-5-5 0,-4 1-28,1-1 0,-7 3 144,3 5 102,-4 6-173,-1 1 0,0 18 81,0 8 0,-6 16 45,-2 13 1,-3 18-118,5-21 1,0 2 0,-2 4 0,-1 0-219,1 5 1,0 1-1,-1 1 1,1 1 199,2 4 1,0 0-1,0-3 1,-1 1-52,1-1 0,0 1 0,0-2 0,1-1 22,0-5 0,2-1 0,-1 0 0,2-1-178,2 26 0,0-7 403,0-9 1,0-11 671,0-10-434,-5-9 0,-2-3-174,-6-9 1,-3-8-127,-1-8 1,-3-9 454,3-3 0,-4-11-736,5-6 0,1-2-40,6-6 0,0 0-46,5-5 0,1 0-55,7 1 1,3 2-246,5 5 1,1 3 145,-1 10 1,6 4-25,3 4 0,2 6-478,2-2 0,1 8 375,3 1 1,3 3-252,5-3 0,0 1 706,0-1 0,6-9 0,1 4 0</inkml:trace>
  <inkml:trace contextRef="#ctx0" brushRef="#br0" timeOffset="80">21301 8136 8892,'-12'12'317,"-1"8"-87,1 4 1,-6 12 116,-3 10 0,2-1 49,-2 5-529,1 2 0,0 5 245,4-4 1,3-3-125,5-4 0,3-5 56,5-8 1,6-3 73,7-5 0,1-7-155,6-6 0,0-5 37,0-7 1,2-1-84,-5-3 0,4-7 5,-5-6 0,-1-5 264,-6 1 1,0-6-200,-5-2 1,-1-4-69,-7 4 0,-3-4 76,-5 4 1,-1 6 13,1 6 1,-1 5-163,1 3 0,-5 4 85,1 5 0,4 0-446,3 0 1,2 5 22,-1 4 1,3 2-110,5 1 1,0 0 234,0 1 0,1-1 27,3 1 338,3-1 0,11 0 0,1 1 0</inkml:trace>
  <inkml:trace contextRef="#ctx0" brushRef="#br0" timeOffset="81">21537 8434 7110,'7'-13'555,"-2"6"1,-6 2 29,-3 5 0,-3 9-239,-6 4 1,1 8 5,0-1-215,5 9 1,1-3-100,6 3 1,0-4 107,0-4 1,6-1-58,2-7 1,8 1 58,5-10 1,7 0-81,1-4 0,0-2-59,-5-2 0,1-4-97,0-8 0,-6-2 127,-2-3 0,-9-4 3,-4 0 1,-4 1-63,-4-5 0,-3-2 59,-5 2 0,-6 2-284,-3 6 1,-2 3 76,-2 6 1,0 5-64,0 3 1,5 2-171,-1 2 0,7 6-174,2 2 0,1-1 103,7 1 0,0 1-118,4 3 0,6-4 88,7 1 502,-1-7 0,17 9 0,-3-4 0</inkml:trace>
  <inkml:trace contextRef="#ctx0" brushRef="#br0" timeOffset="82">21884 8173 7569,'6'-7'825,"-5"2"-711,5-1 0,-12 5-83,-2-3 1,1 6 93,-1 3 12,-1 4 1,1-2-50,0 6 1,5-5-168,-1 0 0,3 0 32,1 5 1,1-6 138,3-3 1,0 1-134,9-1 1,-4-1-14,8-7 1,-3 1-73,-2-5 1,0 0 47,1-5 0,-5 0-72,0-4 1,-5 3 91,1-2 1,-2-4-99,-2 0 1,-6-2 85,-2 1 0,-3-2 18,-2 2 1,5 2 144,0-2 0,1 6-55,-1-2 0,2 8 77,6 0 1,0 5 102,0-4-194,0 5 0,6-6-16,2 4 0,3-3 13,1 4 0,2-4-20,3 4 0,-4-5 35,4 5 0,-3-1-39,-2 1 0,1 2 12,-1-2 0,-1 1 237,-3-1-37,3 3 130,-9-5-160,9 6 14,-10 0 1,5 6-98,-6 2 1,-2 3 16,-2 1 1,3 5 157,-3 0 0,-2 6-94,2 2 1,-6 1-40,2 7 1,1 0-22,-1 4 1,1 6-15,-1 3 0,-3-2 40,2 1 1,-2 2 1,-1 7 0,1-3-382,3 2 0,-3-3 198,2-4 1,2 0-177,-1-4 0,5 3 99,-1-3 1,-1-1-202,1-4 0,0-4-52,4 0 0,0-5-163,0 1 0,-5-4-40,1-5 330,0 4 0,4-11-1049,0 4 1291,0-9 0,0-2 0</inkml:trace>
  <inkml:trace contextRef="#ctx0" brushRef="#br0" timeOffset="83">22083 8694 7537,'-9'6'201,"1"2"0,4 1 353,-4 0 1,4 6-30,-5-3-388,7 3 1,-4-2 57,6-1 0,1 1 0,4-1 0,3-5-341,8-3 0,4-3 142,4-1 0,5-9-67,0-4 0,0-6 78,-4 3 1,-1-6-125,-4 1 0,-3-1-37,-9 1 0,-2-2 118,-6 2 1,-10 2 42,-3-2 0,-9 7-21,-2 2 0,-3 1 99,-6 7 0,4 0-87,-4 4 1,6 5-213,-2 3 0,8-1 81,5 2 1,3-1-1448,5 4 1580,2 1 0,12-1 0,1 0 0</inkml:trace>
  <inkml:trace contextRef="#ctx0" brushRef="#br0" timeOffset="84">22691 8520 7569,'-7'-8'910,"2"0"-377,4 5 2,1-2-158,0 5 0,1-2-108,4-2 1,-3 3-344,7-3 0,-1 2-76,4 2 0,1 0-97,-1 0 0,5-4 225,-1 0 1,1 0 110,-5 4 0,1 0-879,-1 0 1,-1 1-535,-3 3 1324,3 3 0,-15 11 0,3 1 0</inkml:trace>
  <inkml:trace contextRef="#ctx0" brushRef="#br0" timeOffset="85">22678 8657 10247,'13'0'685,"-1"0"1,2 0-440,2 0 0,-2-4-51,3 0 0,0-2-794,0 2 0,4 3 407,-5-4 0,5 0-1959,-5 1 2151,7 0 0,-10-2 0,5-1 0</inkml:trace>
  <inkml:trace contextRef="#ctx0" brushRef="#br0" timeOffset="86">23807 8136 7569,'-8'7'0,"0"-3"-192,-2-3 211,-1-1 1,3 0-59,-1 0 0,1 0 101,-4 0 1,1 2-30,2 2 0,-2-3 3,3 3 0,1 2 23,-1-2 1,4 6 56,-5-2 1,5 3-14,-4 1 1,4 5 54,-4-1 1,4 8 77,-5 1 1,1 2-23,-4 10 0,1-2-52,2 6 1,-2-2-114,3-2 1,-2-4 12,2 0 1,1-5-113,3 1 0,3-7 147,-3-2 1,2-9 106,2 2-233,6-4 0,-4-2-40,7-3 1,-5-4 79,4-4 0,-1-3 20,1-5 0,2-4-150,-6-1 0,4-5-15,-4 1 0,1-1-28,-5 2 1,-2 2 118,-2 5 1,1 2 13,-5 3 1,0 2-63,-5 6 0,1 5-84,0-1 0,1 9-102,2 0 1,4 2 64,5-3 0,0 1-276,0-1 0,2 1 12,7-1 476,-1-5 0,15 4 0,-3-4 0</inkml:trace>
  <inkml:trace contextRef="#ctx0" brushRef="#br0" timeOffset="87">24068 8359 7569,'0'-12'0,"0"4"343,0-1 43,0 6-270,-6-2 97,-1 5-39,-5 0 0,-1 5-11,1 4 1,0 3 6,-1 5 1,1 2 4,-1 6 1,6 4-118,3 0 0,-1 0 60,1-5 0,1 0-122,7-3 1,4-4 38,9-4 1,-2-2-45,6-3 1,-1-2 98,5-6 0,1-2-11,3-2 1,-2-4-134,1-9 0,-3 2-38,-4-6 0,-3 1-71,-6-5 1,-5-4 72,-3 0 1,-4-4-109,-4 4 0,-3-4 39,-5 4 1,-6 2 84,-3 6 0,2 4-42,-2 9 0,1 3 13,-5 5 1,4 5-74,0 3 1,8 3-162,0 2 1,2 1-179,7 2 1,1 2 17,7 3 497,9 2 0,6-4 0,6 6 0</inkml:trace>
  <inkml:trace contextRef="#ctx0" brushRef="#br0" timeOffset="88">24589 8520 10833,'13'0'331,"4"0"0,-2-1-204,6-3 0,1 1-385,7-5 1,-2 4-144,6-5 1,-4 5-378,4-4 1,-4 4 360,5-4 1,-6 4 416,6-5 0,-7 1 0,3-4 0</inkml:trace>
  <inkml:trace contextRef="#ctx0" brushRef="#br0" timeOffset="89">25358 8173 7116,'-7'0'311,"0"0"582,3 0-513,3 0 1,-5 6-105,6 2 0,-1 4-87,-4 5 0,0 2-21,-3 6 0,-3 1-24,2 3 1,-2 3-167,-1 5 1,4-1 104,-1-3 1,5 1-589,-4-5 1,5 4 282,-1-4 1,3 4-1268,1-4 1489,0-5 0,-6 5 0,-1-3 0</inkml:trace>
  <inkml:trace contextRef="#ctx0" brushRef="#br0" timeOffset="90">25631 8558 9120,'-6'-7'593,"3"0"-444,-5 3 62,5 2-189,-8-3-1438,10 5 881,-4 0 535,5 0 0,5 0 0,2 0 0</inkml:trace>
  <inkml:trace contextRef="#ctx0" brushRef="#br0" timeOffset="91">25991 8248 7569,'-6'-20'80,"3"4"120,-5 7 1,4-2-225,-4 3 1,-1 3 82,-3 1 1,4 1 270,-1-1-177,1 2 0,-4-3-12,-1 5 1,5 4 235,0 0-210,5 6 0,-7-3-22,6 5 0,-4 0-7,4 1 1,0-1-161,4 1 0,0 3 120,0 1 0,0 5-114,0-2 1,5 4-27,3 1 0,3-1-32,2 1 1,3 0 102,1 0 1,4 4-37,-5 0 1,2 0 6,-1-5 0,-8 1-68,4 0 0,-9-2 96,0-2 0,-3 1-19,-1-5 0,-1-1 64,-3-3 0,0-2-64,-9-3 1,2-1 3,-9-3 0,3-3-45,-4 3 0,1-2-5,-5-2 1,0-6 9,0-2 1,2-3-100,2-1 0,3-2 140,6-3 0,5 2-37,3-5 0,2 0 10,2 0 0,7-4-56,6 3 1,6-1-2,10 2 0,-1-4 22,5 4 0,0 0 6,4 0 1,0-1 68,0-4 1,-1 5-60,-3-1 1,-2 4 111,-7-3 0,-6 4-107,-5 0 1,-6-2 65,-7 1 0,-2 1-95,-2 4 1,-10 1-82,-10 2 1,-7-2 47,-6 3 1,3 2-128,-4 2 0,0 4-1065,-8 4 1025,-8 3 0,9 6 1,-10-1-1</inkml:trace>
  <inkml:trace contextRef="#ctx0" brushRef="#br0" timeOffset="92">22765 9525 7569,'-7'-6'701,"3"-2"-379,3 3 0,1-2 0,0 3 1,1 1-104,3-5 0,3 4-207,5-5 0,1 5-87,-1-4 0,5 5-70,-1-1 1,2-2 101,-1 2 1,-3 0-119,2 4 1,-1 0-498,2 0 0,-3 0 293,2 0 0,-2 0-460,-2 0 825,-5 6 0,4 1 0,-4 5 0</inkml:trace>
  <inkml:trace contextRef="#ctx0" brushRef="#br0" timeOffset="93">22827 9599 7110,'-12'13'-516,"5"-6"0,3-2 1971,8-5-813,-3 0 1,14 0-275,-2 0 0,3-1-306,1-3 1,2 2 120,6-2 1,0 1 137,-1-1-321,1 3 0,0-10 0,0 4 0</inkml:trace>
  <inkml:trace contextRef="#ctx0" brushRef="#br0" timeOffset="94">23671 9277 7110,'6'-6'-1032,"0"4"1757,-6-7 1329,0 7-1263,0-4-571,-6 12 1,4 5-216,-7 5 0,1 2-45,-4-1 0,-1 2-43,1 6 0,0 0 157,-1-1 1,1-3-80,-1 0 0,2-6 77,3 1-341,-3-2 97,10-1 179,-5-7 0,8 0-65,2-6 0,-2 0 16,7 0 1,-1 0-105,4 0 1,5 0 109,-1 0 1,2 0-12,-1 0 1,-2 0-34,6 0 1,-2 4-16,2 0 1,1 5 55,-6-5 0,5 5-21,-4 0 0,-1 2 107,-4 1 1,-1 0 14,-2 1 0,-2-5 180,-3 0 0,-3 1-22,3 3-38,-8 0 0,-7 1-89,-5-1 0,-5-1 5,4-2 1,-5 0 164,2-5 0,-8 5-80,-1-5 0,0 0-277,4-4 0,1 4-99,-1 0 0,1 0-103,4-4 1,2 0 97,5 0 0,1-4-324,0 0-308,5 0 151,1-2 0,7-1 679,4-5 0,2 0 0,5-1 0</inkml:trace>
  <inkml:trace contextRef="#ctx0" brushRef="#br0" timeOffset="95">23770 9302 7569,'-6'-7'561,"-1"-4"1,-1 4 189,0-5 237,5 5-115,-2-4-546,5 9 0,7-5-463,5 3 1,2 3-118,6-3 1,1-2-239,4 2 0,0-4 292,0 4 0,-1-2-251,1 2 1,-1 3 449,-4-3 0,4-3 0,-5 0 0</inkml:trace>
  <inkml:trace contextRef="#ctx0" brushRef="#br0" timeOffset="96">24204 9376 7569,'7'0'-254,"-2"0"519,1 0 148,1 0-382,5-5-17,1 3 182,-6-3-47,4-1 0,-9 4-111,7-7 0,-7 5 68,3-4 1,-3 1-112,2-1 0,-2-3 64,2 2 1,-3-2 46,-1-1 0,0 0-93,0-1-183,0 1 1,-1-1 130,-3 1 1,1 4-143,-5-1 19,5 7 161,-8-4 0,4 6-132,-5 0 1,-1 2 72,1 2 1,-1 1 32,1 3 0,4 3 19,0-2 1,1 2-2,-2 1 0,0 1 127,5-1 1,-1 2-90,5 2 1,0-1 134,0 6 1,0-4-90,0 3 1,6 1 17,2 4 0,-1 0-40,1-1 0,1 1 19,3 0 1,0 0-25,1 0 0,-5 1-13,0 3 0,-3-7 67,3 3 0,-5-5-4,1 1 1,-4 1 105,-4-5 1,1-2-82,-5-7 0,-5 2-6,-3-6 0,-5 0-20,4-4 0,-5 0 21,2 0 1,-2-2-4,1-2 1,-1-8-13,5-9 0,5-1-46,4 2 0,5-4-13,-1 3 0,4-2-132,4-2 1,4 6 53,9 2 0,-2 4-184,6 0 1,-1 2 75,5 3 0,-2-2 129,-2 6 0,1-1-240,-5 0 0,3 4-328,-3-3 0,4 3 146,-5 1 1,5 0-156,-5 0 1,6 0 589,-1 0 0,-3-6 0,0-1 0</inkml:trace>
  <inkml:trace contextRef="#ctx0" brushRef="#br0" timeOffset="97">24527 9550 9733,'-13'0'-1792,"1"0"1198,5 0 594,1 0 0,6 0 0,0 0 0</inkml:trace>
  <inkml:trace contextRef="#ctx0" brushRef="#br0" timeOffset="98">24837 9327 7569,'0'-9'0,"0"1"742,0 0-117,0 1-48,0 1-371,5 6 0,2 0-184,6 0 20,-1 6 1,2 2 46,2 9 0,-2 2-89,3 6 1,-8 0-137,0-1 1,-7 5 49,2 0 1,-2 4-208,-2-4 0,-7 2 135,-5-2 1,-6-3 126,-7 3 1,0-9-73,0-3 0,0-3-131,1-2 0,4-5 371,4-3 131,2-3 0,7-2 43,3-3 0,4-2-135,4-2 1,7-2 4,6 6 1,6 0-77,2 4 0,1 0 50,7 0 1,-4 0-318,4 0 1,-1 2-468,1 2 0,1-2-1006,-5 7 1635,-5-6 0,-1 8 0,-3-5 0</inkml:trace>
  <inkml:trace contextRef="#ctx0" brushRef="#br0" timeOffset="99">15545 10554 7569,'-13'-5'405,"6"-2"-224,2 0 1,5 0 114,0 3-196,0 3 0,7-9 55,5 6 1,2-2-48,7 2 1,1-3 150,7-5 1,4-2-114,8-2 0,4 1-33,9-6 1,-5 4-300,4-3 0,-4 4 9,4 0 0,-7 6-437,-5 2 0,-4 1 329,-4-1 1,-6 2-329,-7 6 1,-9 0 6,2 0 606,-9 0 0,-4 11 0,-7 3 0</inkml:trace>
  <inkml:trace contextRef="#ctx0" brushRef="#br0" timeOffset="100">15880 10530 7569,'-7'0'711,"1"0"-344,6 0-184,6 5 1,1 2-1,5 5 1,-1 6-233,-3 3 0,2 2 79,-6 2 0,4 1-31,-4 3 1,1-2 67,-5 1 0,0-5 174,0-3 1,-5-5-59,1 2 0,-7-3-5,-1-2 0,-2-5-53,-7-3 0,-1 2 21,-7-2 1,2 0-372,-6-4 0,4-2 166,-4-2 1,4 3-453,-4-3 0,7-2 289,1 2 1,1 0-286,8 4 0,-1 0-235,5 0 345,-1 0 1,8 0 138,5 0 0,11 0 258,10 0 0,8 6 0,2 0 0</inkml:trace>
  <inkml:trace contextRef="#ctx0" brushRef="#br0" timeOffset="101">16438 10728 7569,'-6'6'324,"-2"-6"-187,-3 0 1,-5-6 240,-1 6-217,-5-5 0,3 3-17,-6-2 0,0 7 0,0 1 0,0 6-24,1-2 1,3 3 62,0 1 1,6 1-162,-2-1 1,5 0 271,4 1-555,-3-1 198,9 1 1,-2-6-5,8-3 1,3-3 37,6-1 1,0-1-151,4-3 1,1-3-186,3-6 1,1 4 153,-6-4 1,1 8 23,-5-8 0,1 4-39,-1-4 367,0 6-98,1 2 1,-5 5-40,0 0 0,-5 1 6,1 3 0,-2 3 171,-2 6 1,0-1-40,0 0 0,4 1-107,0-1 0,1 1 6,0-1 0,-3-5 1,7-3 0,-5-3-7,4-1 1,-4 0 29,4 0 0,-1-1 70,2-3 1,2-3-141,-3-5 0,-1-2-2,1-3 0,-4 4-38,4-4 1,-5-1 77,1 2 1,2-1-126,-2 5 129,0-1 114,-4 6-104,0 2-21,0 5 1,0 5 35,0 4 0,0 3 105,0 5 0,0-4-120,0 4 1,0 1 3,0-2 0,0 5-157,0-4 213,0-1-241,0-4 189,0 1 71,6-6 1,-4-7-169,7-9 1,-5-3-101,4-4 1,-4 0 113,4-4 0,-1 3 32,2-3 0,0 0-273,-5 0 0,5 2-140,-5 5 540,0 6-101,-4 2-67,0 5 0,1 5 62,3 4 1,-2 2 167,2 1 0,-1 5-88,1-1 1,3 5-71,5-5 1,2 1 119,2-5 0,0-3-106,4-1 1,-3-5 7,4 1 0,-1-3-34,5-1 1,-4 0 6,-1 0 1,-3-5-55,4-4 1,-6 2-123,1-1 0,-3 0-46,-5-5 1,-1 1 78,-3 0 1,-4-2-72,0-3 0,-1 4 22,-8-4 0,-3 5 127,-5 3 1,-1 2-4,2 3 0,1 3 77,-6-3 1,6 7-12,-2 1 0,4 5 161,0 0 1,2 2-76,3 1 0,2 2-96,6 2 0,2-2-141,2 3 1,4-4 99,9 0 1,-2-2-219,6-3 1,-1 2-13,5-6 0,-4 4 2,-1-4 0,-4 0-73,0-4 0,-2 0-169,-2 0 0,1 0 492,-1 0 0,1-5 0,-1-2 0</inkml:trace>
  <inkml:trace contextRef="#ctx0" brushRef="#br0" timeOffset="102">16947 10666 7569,'0'-12'0,"0"-1"-293,0 1 305,5-6 0,-2 0-7,5-3 1,0-1-75,5 6 0,-5-5 151,0 5 0,1-5 22,3 4 0,-1 1 230,-3 3-167,3 1 335,-4 0-338,6-1 1,-5 6-82,0 3 25,-5 3 0,2 2 44,-5 3 0,0 5 30,0 7 1,0 3-14,0 6 0,0 1-71,0 3 1,0-1-2,0 5 0,0-4-128,0 4 0,0-5 46,0 0 0,5 3-116,-1-2 0,5-2 61,0-6 1,2 1 86,1-5 1,0-2-113,1-7 0,-1 2-152,1-6 0,0 0 82,4-4 0,-3-2 3,2-2 1,-2-4-30,-2-8 1,5-4 64,0-5 0,-1-5 133,-3-3 1,-1-3-103,0-1 1,-5-2 2,-3-2 0,2-3 42,-2-6 1,0 2 12,-4 3 1,0-4-1,0 4 1,0 6 7,0 2 0,-4 14 178,0 2 1,-2 6-63,2 3 0,1 5-94,-5 2 0,4 7-6,-4 6 0,1 3 13,-1 14 0,-3-2 99,2 10 0,2 6 156,-1 7 1,4 2-139,-4 1 0,5 1-29,-1 0 1,2-2-140,2-3 1,2-1 64,2-2 0,3-8 25,5 3 1,5-9 13,-1-3 0,5-2-15,-4-6 0,5-2 30,-2-7 1,0 2 65,0-6 1,1 0-154,4-4 0,-5-5-109,1-4 1,-6-6-194,2-1 1,-3-6 141,-2 1 0,-4-3-96,1 0 0,-7 0 63,2 4 1,-6 2 63,-2 5 0,-6 2 80,2 3 0,-3 2 159,-2 6 1,1 6-95,-1 2 1,1 7 100,0 2 0,1 5-449,2-1 0,4 1 136,5-2 1,0 4-419,0-4 0,7 2 260,5-1 0,2-3 343,7-6 0,5 1 0,5-1 0</inkml:trace>
  <inkml:trace contextRef="#ctx0" brushRef="#br0" timeOffset="103">17865 10108 8344,'5'-7'55,"3"3"1,-1 3-360,2 1 145,-1 5 0,0 2 149,0 5 0,-5 6 113,1 3 1,-2 2-124,-2 2 1,0 0 0,0 0 1,0 0-281,0-1 0,0 0 98,0-4 0,0 7 137,0-7 64,0 6 0,-6-1 0,-1 7 0</inkml:trace>
  <inkml:trace contextRef="#ctx0" brushRef="#br0" timeOffset="104">18051 10542 7569,'12'-12'0,"-5"-1"165,-3 1 28,3-1 166,-6 1-290,5 5 1,-12 2-116,-2 5 1,-3 0 68,-1 0 1,-1 4 31,1 0 1,4 4 92,-1-4 1,1 6 140,-4-2 0,5-1-168,3 1 1,2 1-22,2 3 1,0 5-77,0-1 0,2 5 74,2-5 0,3 5-10,5-5 1,-1 5 14,-3-4 1,2 5-19,-6-2 0,0-2-60,-4-1 1,0-3-119,0-2 1,-7 0 50,-5 1 0,-2-1-149,-7 1 1,1-1-607,-5 0 1,0 1 123,0-1 673,6-5 0,-4 4 0,3-4 0</inkml:trace>
  <inkml:trace contextRef="#ctx0" brushRef="#br0" timeOffset="105">18733 10616 7569,'7'-12'879,"-2"5"-844,-5 2 0,0 6 25,0 3 0,0 4 42,0 9 1,0 1-89,0 3 0,0 2 107,0-2 0,0 2-7,0 2 0,-4-2-84,0-2 0,0-3-159,4-6 0,0 1 112,0-1 1,-1-5-85,-4-3 235,4-3 0,-4-2-97,5-3 0,0-8-208,0-9 1,5-3 68,3 0 1,-1-5 113,2 0 0,-1-6-130,4 2 0,-1-1-189,-3 1 0,4 2 204,-4 7 1,-1 4 161,1 4 0,-5 6 93,1 2-157,3 5 0,-4 3 78,5 8 0,-5 5-84,1 3 0,1 4 31,-1 4 0,5 1 44,-5 0 1,4-2 77,-4-2 1,4 5-138,-3-5 0,3 4-9,-4-9 1,1 1-9,0-5 0,-3-3 32,7-1 1,-5-5 17,4 1 1,0-8-17,5-5 0,-1-2-8,1-1 1,-2-5-86,-3 1 0,1-5-138,-4 5 1,3-11 138,-4 3 1,4 2 27,-4 5 0,1 3 458,-5 2-168,0-1-216,0 7 0,-5 1-16,1 10 0,-5 1 29,0 7 1,2 1 66,-1 2 0,5 2 4,-1 3 1,3 2-105,1-2 0,1 1-10,3-1 1,3 1-71,6-6 1,3 1 91,1-5 0,3-1-109,-3-3 1,5 2 97,-1-6 1,2-1-17,2-7 1,4-3-104,0-6 0,-4 1-159,-5 0 1,0-6 120,0-3 0,-3-2-95,-9-2 0,2 0 207,-6 0 1,0 2-63,-4 2 0,0 3 284,0 6 0,-1-1-96,-3 1 0,-3 5-148,-6 3 0,0 3 173,-4 1 1,-1 5 247,-3 3 0,-1 2-133,6-2 1,-1 7 14,5-2 1,-1 3-225,1 1 0,5-3 54,3 2 1,3-2-138,1-2 0,0 1 121,0-1-96,0 1 1,1-2 63,3-3 0,3-3-22,5-5 0,2 0-13,3 0 1,-3-4-1,2 0 0,2-5-150,-1 0 0,0 0 105,0 0 0,-3-2-71,2 3 1,-3-3 84,-5-1-25,3-1 59,-4 1 134,5-1-132,-5 7 1,0-1 31,-3 2 106,-2 4-131,3-4 1,-3 5 245,2 0-232,-3 0 1,9 5 1,-6 3 0,1-1 61,-1 2 0,-1 0 12,5 8 1,-5-3-94,1 2 0,2 2 4,-2-2 0,4 5-77,-4-4 1,5-1 98,-5-3 1,1-1-76,-1 0 0,-2-3 69,2-1 21,-3-5 0,1 2-6,2-5 0,-3-1 74,3-3 1,-2-3-149,-2-6 1,0 0 4,0-4 1,4-1-229,0-2 1,0-4 88,-4 3 1,4-2-184,0-2 0,2 2 113,-2 2 0,2 2 79,2 2 1,3 4-163,-3-4 1,-1 3-228,1 2 0,1 1 31,3 2 518,0-2 0,1-1 0,-1-7 0</inkml:trace>
  <inkml:trace contextRef="#ctx0" brushRef="#br0" timeOffset="106">19850 10182 7569,'6'-12'0,"1"0"310,-3-1 627,-2 6-229,3-4-525,-5 10 1,0-3-52,0 8 0,0 8 63,0 9 0,0 4-12,0 4 1,-1 4-46,-3 8 0,2 2 0,-2 2 1,-1 2-60,1-6 1,0 1-144,4-5 0,0-1-130,0-3 1,0-3 69,0-5-100,0 0 91,0-6 68,0-1 64,0-11 1,0-7 22,0-8 0,4-9-233,0-4 1,5-12-276,0-4 1,2-3 55,1 3 0,1 1 152,-1 3 1,0 4 57,1 8 1,-5 4-297,0 4 720,-5 6 0,4 2-112,-3 5 0,-3 5-2,4 4 1,-4 3 106,-1 4 1,-1 0 234,-4 4 1,4 1 248,-3 4 0,1 0-312,-1-1 1,3-3-101,-3 0 1,2-6 178,2 1 113,6-2 1,1-3-256,5-2 1,-4-4-135,1-5 0,-1 0-256,4 0 1,1 0-323,-1 0 1,5-1-792,-1-3 1,5 1 601,-5-6 1,5 1 594,-4-4 0,5-6 0,-3-1 0</inkml:trace>
  <inkml:trace contextRef="#ctx0" brushRef="#br0" timeOffset="107">20792 10517 7569,'7'-7'737,"0"2"-681,-3 5 1,-2 1 37,2 3 1,-3 3 11,-1 6 0,0 5-12,0 2 1,0 4 127,0 0 0,-1 0-93,-3-3 0,2 1-145,-2-6 0,3 2 69,1-1 0,1-8-117,3 4 1,-1-9 130,5 0 0,1-3-4,3-1 0,5-1-17,-1-3 0,5-7-6,-5-6 1,5-5-410,-4 1 1,0-2 78,0-2 1,-3-1-17,2-3 0,-6 3 152,-2-3 1,-1 8 45,1 5 0,-1 3 312,-3 5-160,-2 3-152,3 5 0,-5 5 25,0 3 0,0 9 523,0 4 1,0-2-109,0 2 0,0 1-18,0 7 0,2-7-178,2 2 0,-3-3-43,3 0 1,-2 1-159,-2-6 0,0-3 101,0-5 1,-2-1 58,-2 1 0,0-2-15,-8-6 0,1 0-1004,-10 0 1,-7-2 923,-9-2 0,-6-8 0,-6-8 0</inkml:trace>
  <inkml:trace contextRef="#ctx0" brushRef="#br0" timeOffset="108">20371 10381 7569,'0'-13'601,"0"1"0,9 0-463,4-1 1,11 1-139,1-1 0,11 2-444,5 3 0,5 3 141,12 5 0,4 0 36,4 0 0,-28 0 1,1 0-1,-1 0 1,0 0-1</inkml:trace>
  <inkml:trace contextRef="#ctx0" brushRef="#br0" timeOffset="109">22157 10282 7569,'0'-13'249,"4"1"-113,0-1 1,2 6 181,-2 3-237,-3 3 190,10 1-65,-9 0 1,3 5-24,-5 4 1,-1 2-316,-3 1 1,-3 6 71,-6 3 0,1 2 26,0 2 0,-1-4 48,1-1 1,-1 0 9,1 0 0,1-2 16,3-5 1,1-2 45,3-3 48,2 3-81,-3-10 0,14 5-96,4-6 1,9 0-12,3 0 0,1 0-67,7 0 0,-4 0 73,4 0 0,-5 0 17,1 0 0,-5 4-3,-3 0 0,1 6 20,-5-2 1,-1-1-47,-3 1 19,-7 0 150,6 5 0,-12-1 7,0 1 0,-10-5 88,-7 0 1,-6-4-73,-2 5 0,-4-1 90,-4 4 1,-3-4-192,3 1 1,-3-2 50,-1 1 0,1 2 43,3-6 0,-1 0-9,5-4 0,1 4-955,7 0 1,-1 0 149,6-4 0,-1 0-615,5 0 1304,5-5 0,-4-8 0,4-6 0</inkml:trace>
  <inkml:trace contextRef="#ctx0" brushRef="#br0" timeOffset="110">22169 10344 7569,'0'-13'179,"0"1"0,5-1 264,-1 1 0,4 0-107,-4-1 1,2 5-100,-2 0 0,3 5-54,5-1 1,0-2-306,1 2 1,-1 0-128,1 4 0,3-1-204,1-4 0,5 4 86,-1-3 0,-1 3-591,5 1 958,-3 0 0,8-6 0,-5-1 0</inkml:trace>
  <inkml:trace contextRef="#ctx0" brushRef="#br0" timeOffset="111">22864 10356 7569,'0'-12'-7,"4"-2"66,0-3 0,1 2 63,-5-6 0,4 6 61,0-1 1,0-2 22,-4 1 1,0 1-24,0 3 1,-1 1-202,-3 0 0,1 3 35,-6 1 1,1 5-35,-4-1 1,4 3 117,-1 1 1,1 0-95,-4 0 1,-1 1 65,1 3 1,-2 3 11,-3 6 1,4-1-6,-4 0 1,3 1-2,2-1 1,1 1-154,3-1 1,-2 4 59,6 1 1,0 5 35,4-1 1,1-2 22,3 2 1,3 1 0,6 7 1,-1-3-47,0 3 1,5 1 34,-1-1 0,1 1 4,-5-1 0,1-3 0,-1 3 0,1-2-46,-1-3 0,-5 1 70,-3 0 1,2-4-5,-2-1 1,-2-6 15,-6-1 1,-3-1 14,-5-4 0,0-2-115,-1-2 1,-5-3 70,-2-1 0,0-1 18,0-3 1,0 1-10,0-5 1,-2-5-19,5-3 1,-4-1-42,5 5 1,-1-1-109,5 1 1,1-2 60,3-2 0,-2 2-131,6-3 0,0 4 27,4 0 0,0 1 125,0-1 0,1 1-38,3 0 0,4-1-33,9 1 0,-3-1 43,2 1 0,2 4 12,-1-1 0,5 1 100,-2-4 0,4 4-95,1-1 0,0 2 13,-1-1 1,1-2 153,0 6 1,4-4-91,0 4 1,1-6-23,-1 2 1,-3-3-8,3-1 1,2 3 59,-2 1 0,-5 0-2,-3-5 1,-6 1 4,2 0 0,-5-1-33,-4 1 1,2-1 12,-6 1 1,0-5-81,-4 1 0,-5-2 61,-3 1 0,-3 4 9,-2-4 1,-6 3-3,-6 2 1,-5 1-248,-8 3 0,1 1-133,0 3 0,3 2-142,-4-2 1,8 3 265,-7 1 1,2 5 217,-2 3 0,0 4 0,0 0 0</inkml:trace>
  <inkml:trace contextRef="#ctx0" brushRef="#br0" timeOffset="112">19304 11596 6078,'0'-12'2200,"0"4"-1637,0-1 0,-2 6-225,-2-1 1,1 3-102,-5 1 1,0 0-55,-5 0 1,1 1-180,0 3 1,-1 3 51,1 6 0,-1-1-2,1 1 1,4-1 77,-1 0 0,5 1-124,-4-1 0,5 1-88,-1-1 0,4 0 71,4 1 0,0-5 70,9 0 1,-2-5 9,10 1 1,-1-2-154,5-2 0,-4-2 38,-1-2 1,1-3-41,4-5 1,-4-5 50,-1 1 1,-5-1-98,2 5 1,-7-5 124,-2 1 1,-5-2-14,1 1 0,-3 2-161,-1-6 1,0 6 37,0-1 1,-5 2 53,-4 2 1,-2 3 45,-1 1 156,0 5 0,0-4-128,4 3 185,-3 3-147,10-5 1,-3 6-22,8 0 1,3 0 36,5 0 1,1 0-16,-1 0 1,4 0-53,1 0 1,4 6 21,-5 2 0,6-1-3,-1 1 0,-2 2-23,2 6 1,-2 0-2,2 4 1,-2-3 22,-2 4 0,-3-6 3,2 1 1,-6-2-7,-2-2 0,-4-1-7,4-2 847,-5 2-370,3-10 1,-6 3 197,0-8 0,0-4-338,0-9 1,0-2-3,0-6 0,5 0-283,3 1 0,-1-5 71,2 0 0,-1 0 90,4 4 0,1 2-12,-1 2 1,-4 3-981,1 6 1,-1 1 50,4 2 0,1 4-200,-1 5 1,1 0 235,-1 0 0,6 5-217,3 4 0,2 6 927,2 1 0,11 6 0,2-2 0</inkml:trace>
  <inkml:trace contextRef="#ctx0" brushRef="#br0" timeOffset="113">20780 11609 7569,'-8'-9'0,"-1"1"0,3 4 0,-3-4 0,-2 5 1157,10-8-487,-10 9-243,9-3 76,-3 5-167,5-6-60,0 5-410,0-4 0,7 5 169,5 0-265,6 0 206,12 0 0,8 0 29,7 0 1,9 0-145,4 0 0,12-2-90,-33 0 0,1 0 0,3 1 0,0 1 234,0-2 1,1 0-1,3-2 1,1 1 2,1-1 0,1-1 0,3 2 0,1 0 88,2-2 1,0 1 0,2 1 0,0-1-132,1 0 0,1 0 0,1-1 1,0-1 134,0 2 0,2 0 1,1 0-1,1 1-410,-3-1 0,0 0 0,3 2 0,-1-1 308,-1-1 0,-2 0 1,-1 3-1,0-1-123,-2 1 0,0-2 0,-3 1 0,-2-1-269,-2 1 0,-2 0 0,-2-1 0,-1 2 279,-4 0 1,-1 2 0,-1-1 0,0 0 211,24 0 1,0 0-383,-13 0 1,-2 0-498,-10 0 1,-10 0 1078,-7 0-297,-10 0 0,-13-9 0,-1 5 0</inkml:trace>
  <inkml:trace contextRef="#ctx0" brushRef="#br0" timeOffset="114">16996 11671 7569,'14'-5'0,"2"1"0,8-1 847,5 1-479,5 2 0,1-3-254,10 5-68,1-6 0,16 4-566,0-7 0,4 5 360,-31 0 0,0 0 0,3 0 1,0 1-143,-3-1 0,0 0 1,5-2-1,-1 1 69,-4 0 1,0 1 77,6 2 0,0-1 1,-6-3-1,0 1 0,5 1 1,0 1-1</inkml:trace>
  <inkml:trace contextRef="#ctx0" brushRef="#br0" timeOffset="115">16264 12340 7329,'-7'-1'62,"3"-3"1,3 1 143,1-5 1,0 4-24,0-5 1,-4 5-20,-1-4 0,0 0-159,1-5 1,1 1 49,-5 0 1,1-1-61,-1 1 0,-3-1 100,2 1 0,2 4-140,-1-1 0,0 7 41,-4-3 0,3 4 41,1 1 1,-2 0 5,-6 0 0,1 7-56,-6 5 0,6 2-94,-2 7 0,-1 0 97,2 3 0,1 0-62,6-4 1,2 2 39,3-5 0,3 0-4,-3-5 0,4-4 49,4 0 0,3-5-17,5 1 0,2-4-8,3-4 1,-2-3 17,5-5 0,1-5-28,4 1 1,-2-5-10,-2 5 1,1-5-5,-5 4 0,1 1 30,-2 4 0,-6 5-6,2 2 0,-6 3 11,2-2 0,-4 2-27,4-2 0,-5 8-12,1 4 1,-2 4 9,-2 0 1,0 4 169,0 1 1,0 5-23,0-1 1,-2 2-47,-2 2 1,3-2-66,-3-2 1,-2 5-2,2-5 0,-2 5-8,2-5 0,3-2 37,-3 2 0,2-6 4,2 1 0,-4 2-102,0-1 1,0 1-422,4-2 1,-4-2 160,0 3 0,0-4-57,4 0 1,0-1 28,0 1 350,0-7 0,5 6 0,2-6 0</inkml:trace>
  <inkml:trace contextRef="#ctx0" brushRef="#br0" timeOffset="116">16487 12353 7569,'7'-7'-370,"-1"1"370,-6 6 934,0 6-667,0 1 1,-6 11-102,-2 2 1,1 0-209,-1 0 0,5 0 66,-1 0 1,3-2 9,1-5 1,0-1 107,0 0 1,1-3-54,3-1 0,3-5-50,5 1 1,1-4 49,-1-4 0,6-3-107,3-6 1,-2 0-120,2-4 0,-6 3-176,2-2 1,-4 1 121,0-2 0,-6 2-50,-3-6 1,-3 6 111,-1-1 1,-1 3 4,-3 5 1,-3-2-41,-6 6 1,1 0 32,0 4 0,-5 4 188,0 0 1,1 6-183,4-2 0,3 2-397,1-2 338,5 3 184,-2-4 0,5 0 0,5-2 0,2-5 0</inkml:trace>
  <inkml:trace contextRef="#ctx0" brushRef="#br0" timeOffset="117">16736 12278 7122,'18'-5'-1005,"-5"2"1011,4-5 0,-8 5 465,0-1 0,-5-2 15,4 2-96,-5 0-23,2 4-153,-5 0-718,0 6 370,0 1 36,0 5 272,0 0-140,0-5-244,0-1 176,6-6 0,1-4 39,5-1 1,-3-4 2,-1 1 0,-1-5-166,1-3 1,-1 2 91,-3-3 0,-3-2 42,4-2 0,-4-1 17,-1 2 0,0-4 5,0 4 0,0-4 13,0-1 1,0 6-35,0 2 0,0 4-18,0 0 116,0 6 30,5-4 0,2 10-108,6-3 0,-1 2-9,1 2 1,-1 6 61,0 2 0,1 3 0,-1 2 1,1 0 54,-1 4 0,0-2-91,1 6 0,-2-1-5,-3 5 0,2 0 70,-6 0 0,1 4 178,-1 0 0,-2 5-120,2-1 1,-3 3-50,-1 1 0,-1-1-29,-3-3 0,-2 6-78,-2-6 1,-3 5-65,3-4 1,1-4 82,-1-1 0,5-3 32,-1-1 1,-2-2-213,2-2 0,0-3-668,4-6 1,0-4 8,0 1 839,0-7 0,5-2 0,8-12 0,6-7 0</inkml:trace>
  <inkml:trace contextRef="#ctx0" brushRef="#br0" timeOffset="118">17145 12539 7569,'7'-13'0,"0"5"157,-3 0 408,-3 5-424,5-2 8,-6 10 0,0 6-120,0 6 0,0-1 55,0-3 0,0-1 111,0 0 0,1 1 0,3-1 0,3-4-208,6 1 1,-1-7-17,0 3 1,1-8-68,-1-1 1,-3-6 70,-1 2 1,-1-3-43,1-2 1,-3-3-65,-5-1 0,0-1-235,0 2 0,-5 3-23,-3 1 0,-5 1 52,-3 7 337,2 0 0,-9 9 0,3 2 0</inkml:trace>
  <inkml:trace contextRef="#ctx0" brushRef="#br0" timeOffset="119">17989 12464 7569,'12'-5'-125,"0"-2"170,-5 0 0,-1 0 245,-6 3 77,5 3-161,-3-5 1,3 12-24,-5 2 1,-4 7-461,0 2 229,-6 5 0,8-7 31,-7 6 1,7-6-23,-3 1 0,4-2 6,1-2 69,0 1 13,0-6 1,1-2-41,4-5 0,1-1-52,7-3 0,-5-7-12,0-6 1,1-1-121,3 2 0,-4-2 139,1-3 1,-7-2 34,2 2 1,-2-1-535,-2 1 111,0-2 228,0 9 21,0-4 570,0 11-306,0 2 1,5 9-80,4 0 1,3 0 3,5-4 0,-2-7-19,5-5 0,-3-2-12,4-7 0,-6 1 33,1-5 0,1-1 134,-5-3 0,3 1-103,-6-5 1,-2 6-27,1-2 1,-5 8 125,1 4-2,-3 9-30,-1 3 0,0 16-67,0 5 1,0 17-1,0 9 0,0 11 83,0 9 0,2-27 0,0 1-5,0 0 0,0 2 0,1 5 0,0 0 62,-1-4 1,0 0-1,-1 2 1,-1-1-10,3-2 1,-1-1 0,-1 1 0,-1 1-80,0-2 0,0 0 0,0 2 0,1-2-23,4 29 0,-4-5-28,3-7 1,-3-14 96,-1-7 1,-5-7 36,-3-5 1,-8-9-108,0-8 1,-6-2 63,1-2 0,-4-7-28,-4-6 1,3-10 385,-3-10 0,3-4-520,1-5 0,10-2-176,3-6 0,8 1 210,-1-1 0,10 6 102,3 3 0,8 4-48,5 4 0,5 4-268,7 8 0,2 3-1885,10 6 0,5 5 398,4 3 1363,5-3 0,-3 0 1,6-6-1</inkml:trace>
  <inkml:trace contextRef="#ctx0" brushRef="#br0" timeOffset="120">19217 12167 7569,'0'-13'1304,"0"6"-1068,0 2-77,0 5 0,0 11 24,0 5 1,-2 12-53,-2 5 1,3 8-277,-3 5 1,-2 2 77,2 2 0,0-2 45,4-3 0,0 1 13,0-9 1,6 2-210,2-10 1,7 0 181,1-5 1,5-6 59,-4-5 1,1-2-23,-2-7 1,-1 0 83,6-4 0,-6-5 153,2-4 1,-3-7-267,-2-5 0,-1-2-203,-3-2 1,-2-4 136,-6 0 0,-6-8-76,-2 4 0,0 0 208,-5 8 0,4 5-71,-8 4 0,3 4-88,2 3 1,-5 5 63,1 8 0,-5 3 255,5 6 0,0 3-301,8 1 0,-2 3-254,6-3 1,0 5 59,4-1 1,6-4-135,2 0 0,4-3 188,5-2 1,2-1 241,6-3 0,5-2 0,8-6 0,6 0 0</inkml:trace>
  <inkml:trace contextRef="#ctx0" brushRef="#br0" timeOffset="121">19800 12390 7569,'5'0'0,"-5"0"0,-5 1 176,-8 3 1,0 3 374,-4 6 1,3 1-273,-2 2 0,2 2-224,2 3 0,3 1-129,1-6 0,5 2 77,-1-1 0,8-8 154,5 4 1,2-9-1,1 0 1,6-3-129,3-1 0,2-7 7,2-5 0,-2-2-78,-2-6 1,1-1-13,-5-4 0,-2-5 58,-7-3 1,-2-2-33,-6 2 0,-2-5-166,-2 5 1,-4 0 115,-9 8 0,-1 5 72,-2 4 0,-8 3-55,3 5 1,-2 3-81,2 5 1,4 5-293,1 3 1,8 4-35,0 0 0,9 2-677,3 2 1144,6-2 0,17 4 0,3-6 0</inkml:trace>
  <inkml:trace contextRef="#ctx0" brushRef="#br0" timeOffset="122">20408 12365 7569,'-13'0'0,"-3"-1"86,-1-3 0,5-2 660,4-2 0,5 1 58,-1 3-394,2 2-215,2-3 0,10 5-12,2 0 1,9 0-846,0 0 1,6-4 364,2 0 0,6 0 217,-2 4 0,-1 0-176,1 0 1,-6 0 255,2 0 0,-3 11 0,-1 2 0</inkml:trace>
  <inkml:trace contextRef="#ctx0" brushRef="#br0" timeOffset="123">20346 12601 7569,'-7'0'2608,"1"-6"-2223,6-2 1,2-3-162,2-1 0,4-1-242,9 1 1,2 5 66,6 3 0,5 2 134,3 2 1,4 0-184,5 0 0,2 0 0,6 0 0</inkml:trace>
  <inkml:trace contextRef="#ctx0" brushRef="#br0" timeOffset="124">21772 12154 7569,'7'-1'0,"-3"-3"420,3-3-187,0-6 0,2 2-23,-1 3 1,-5 1 233,1 3-214,-3 3-265,-1-5-177,0 1 204,0 3 0,-1-3 65,-3 5 0,1 1 33,-5 3 1,5-1-72,-1 5 1,1-3-62,-1 3 1,2-4 3,-2 4 79,3 0 0,1 5-94,0-1 0,4 1 52,0-1 1,6 1-8,-2-1 1,7 0 12,2 1 0,1 0-16,-2 4 1,4-3 79,4 2 1,-3 2-67,0-1 0,-6-1 125,1-3 1,-2-1-102,-1 1 0,-2-1 99,-3 0 0,-3-3-62,-5-1 1,-1-4 11,-3 4 0,-9-1-69,-7 1 1,-5 2-5,-4-6 1,-3 4-242,-5-3 0,-1-1 110,-4-4 1,5 0-374,0 0 0,5-2 189,7-2 1,2-3-393,2-5 0,5-6 704,7-3 0,-2-2 0,4-2 0</inkml:trace>
  <inkml:trace contextRef="#ctx0" brushRef="#br0" timeOffset="125">21834 12129 7569,'13'-12'218,"-1"0"111,1-1 0,1 5 244,2 0-322,-2-1 1,4-3-39,-6 0 1,1 3-31,-1 1 1,0 4-205,1-4 1,-1 4 61,1-5 0,-1 5 128,0-4 0,1 5-133,-1-1 1,5-1-1253,-1 0 852,1 1 1,-5 4-52,1 0 0,-1 0 181,0 0 1,1 0-36,-1 0 1,1 0-122,-1 0 214,0 0 1,1 0 282,-1 0 80,1 0 189,-1 0-29,-5 0 174,-1 0-130,-6 0-188,0 0 1,0 10 117,0 2 0,0 9-67,0 0 1,-5-2 7,1 2 0,0-1-21,4 5 0,6 0-117,2 0 0,4-2 9,5-2 0,4-3 11,7-6 0,0-1-16,5-3 0,4-2-79,5-6 0,-1 0-267,-4 0 0,0 0 127,1 0 1,-2-6-547,-3-2 0,-3-2 320,-5 2 0,-2-3-452,-2 3 1,-3-3 182,-6-1 1,-5-1 585,-3 1 0,-2-1 0,-2 1 0</inkml:trace>
  <inkml:trace contextRef="#ctx0" brushRef="#br0" timeOffset="126">22653 12018 7569,'0'-7'109,"0"1"0,0 8-109,0 2 0,0 4 1032,0 9 1,-1 6-609,-3 6 0,-3 7-565,-6 1 1,0 2-115,-4 6 1,2 1-353,-6 3 1,1 1 297,-5 0 1,4 3-6,0 1 1,1 0 0,-5-5-1</inkml:trace>
  <inkml:trace contextRef="#ctx0" brushRef="#br0" timeOffset="127">16314 13531 7569,'-13'0'0,"1"0"0,0 0 121,-1 0 1,5 0 263,0 0 0,3 0-125,-3 0 38,5 0-400,-2 0 77,5-6 1,1 4 102,3-7 1,3 5 11,6-4 0,5 1-11,2-1 0,4-3-51,1 3 1,1 1 49,3-2 0,-2 5-141,6-4 1,-1 5 87,1-1 1,2-1-148,-6 0 1,0 1 14,-5 4 0,0 0 3,-4 0 1,-2 4 84,-5 1 0,-2 4 0,-3 0 0,-2 3 10,-6 4 1,4 0-28,0 4 0,0 0 5,-4 0 1,-4 4 11,0-4 1,-5 4-39,5 1 1,-5-5-37,0 1 1,0-6-137,0 2 0,-2-4 137,3 0 1,3-1 20,1 1 1,2-5-687,2 0 757,0-5 0,0 8 0,0-4 0</inkml:trace>
  <inkml:trace contextRef="#ctx0" brushRef="#br0" timeOffset="128">17009 13370 7569,'6'7'765,"0"4"-570,-6-10 0,0 10 195,0-3-645,0 3 0,-6 2-341,5-1 351,-4-5 263,5-1 1,1-8 15,3-2 1,-1-3-71,5-5 1,-5-1 28,1 1 0,1-2 11,0-2 1,-1 2-127,-4-3 0,0 2 21,0-1 1,0 2-9,0-3 0,0-1 78,0 2 0,0-1 49,0 5 0,1-1-81,3 1 1,-1 1 146,5 3 0,1-3-78,3 3 1,5 1-20,-1-2 0,2 7 145,-1-3 0,-4 4 40,4 1 0,1 0-86,-2 0 1,1 1-42,-5 4 0,1 1-13,-1 7 0,-1 1 19,-3 2 1,2 3 100,-6 6 0,0 6-60,-4 2 1,0 3-27,0 1 0,-1 1 100,-3 4 1,-3-2 6,-6 5 0,1-1-186,0 2 1,-5 2-2,1-3 1,-1-1-102,5 2 0,-5-6 64,1 1 0,-1-4-404,5-3 0,1-3 103,2-2 0,0-7-484,5 3 364,-1-8 265,5-5 0,2-7 207,2-5 0,4-11 0,9-5 0,-6-2 0,5-3 0,1-1 0,-3-1 0,-3-2 0</inkml:trace>
  <inkml:trace contextRef="#ctx0" brushRef="#br0" timeOffset="129">17269 13804 7569,'12'-19'0,"-1"-4"0,-2 7 0,2 5 337,-3 7 114,-2 2-301,5 2 1,-10 2 32,3 2 1,-1 1-97,1 4 1,-3 6 169,4-3-245,1 3 0,1-2 135,6-1 1,-1-5 30,1-3 1,-1-2-244,0-2 0,1 0 5,-1 0 0,1-6-50,-1-2 0,-1-3 76,-3-2 0,2 0-254,-6-4 1,0 3-6,-4-2 1,-9-2-103,-4 1 1,-3-2 187,-1 7 1,2-2 42,-6 10 0,6 0 164,-1 4 0,2 11 0,1 2 0</inkml:trace>
  <inkml:trace contextRef="#ctx0" brushRef="#br0" timeOffset="130">18274 13655 7569,'-8'1'139,"-1"3"44,7-2-83,-4 9 0,2 0-196,0 5 0,-2 7 90,2-3 1,3 2-289,-3-1 0,4-2 84,4-2 1,3-5 137,5 1 0,1-7-9,-1-6 0,0 0 0,1 0 0,1-5 138,2-3 1,-2-8-3,2 0 0,-2-6-10,-1 1 1,-2-2-50,-3-2 1,2 2-48,-6 2 1,0-3 36,-4 4 166,0 2 1,-6 1-107,-2 9 0,1 3-52,-1 5 0,4 0 47,-5 0 0,7 1-67,-2 3-260,-3-3 238,5 5 1,-2-6 58,8 0 0,2-1-23,2-4 1,5 1 109,-1-8 1,0 1-124,5-10 0,-2 1-5,2-5 1,-4-4 105,4 0 1,-3-6-49,-2 2 1,-4 3-23,1 1 0,-5 6 38,4 6 154,-5 1 0,4 14-64,-3-2 0,-3 15 290,3 10 0,-2 9-145,-2 11 0,-2 10-169,-2 11 1,3-26-1,1 0-160,-2 3 0,0 1 0,-1 1 0,0 0 313,1-1 1,0-1-1,-2 0 1,0-1-155,2-3 1,0 0 0,-3 1 0,1 0-122,0 30 1,-1-1-13,1-7 1,2-4 6,-2-9 1,-3-6 114,-1-6 1,-3-11 30,-2-2 1,1-9-41,0-2 0,-6-8 510,-3-1 0,-7-8-361,0-13 1,-1-2-38,4-15 0,1-3-48,4-13 0,2-1-208,5-3 0,6 3 46,3 6 0,3 5-571,1 2 1,7 9 340,5 4 1,2 7 67,7 1 0,5 8-431,7 0 0,6 2-713,6 7 0,1-1 1315,7 0 0,-2 4 0,-1-3 0,0 3 0,-1 1 0</inkml:trace>
  <inkml:trace contextRef="#ctx0" brushRef="#br0" timeOffset="131">19378 13271 7569,'0'-13'602,"0"1"0,0 3-527,0 1 117,0 5-191,0-2 1,-4 12 52,0 5 0,-6 3 212,2 10 1,-4 3-56,-5 9 0,3 4-17,-2 1 1,2 3-79,1-4 0,7 1-72,1-5 1,4-5-91,1-3 1,0-5 76,0-3 0,6-3-70,2-6 1,3-1-31,1-2 1,2-4-29,3-5 1,-2-1 21,5-3 0,0-5-121,0-7 0,-2-3-48,-5-6 0,-1 0-141,1 0 1,-7-1 279,-1-3 0,-4 8-17,-1 1 0,0 5 398,0 2 0,-6 6-167,-2 3 0,1 4 20,-1 4 1,0 3-148,-5 6 0,5 0-66,0 4 1,5-3-38,-1 2 1,3 2-230,1-1 1,0-1-181,0-3 1,5-1 215,3 0 1,3-3-148,2-1 461,-1-5 0,12 2 0,2-5 0</inkml:trace>
  <inkml:trace contextRef="#ctx0" brushRef="#br0" timeOffset="132">19676 13494 7569,'-13'0'1662,"5"1"-1050,0 3-363,0 3 0,-1 7-53,1 2 0,5-2 22,-1 3 1,3-3-324,1-2 0,7 3 144,5-2 0,6 0-141,7-9 0,0 1 12,-1-5 0,5-2-13,0-2 0,4-7 41,-4-5 0,0-7 42,-4 3 0,-6 0-15,-2 0 1,-5-5 21,-3-4 0,-4-1 10,-5 1 1,-7 3 26,-5-3 1,-5 8-148,-3 4 1,-8 8-56,3 1 1,-6 5-512,2-1 0,0 8 261,4 4 0,6 3-209,2 2 637,9-1 0,2 6 0,6 1 0</inkml:trace>
  <inkml:trace contextRef="#ctx0" brushRef="#br0" timeOffset="133">20569 13370 7569,'-7'0'206,"2"0"-167,5 0 1,0-2 34,0-2-43,0 3 27,0-5 0,5 6 86,3 0 0,3 0-134,2 0 1,-1 0 31,1 0 0,0 0 8,4 0 0,-3 0-7,2 0 0,2 0-305,-1 0 1,-1 0 50,-3 0 0,3 0-53,1 0 1,-5 6 263,-3 2 0,-1 3 0,4 2 0</inkml:trace>
  <inkml:trace contextRef="#ctx0" brushRef="#br0" timeOffset="134">20594 13556 7569,'-13'-7'2921,"7"-4"-2491,0 4 1,6-5-768,0-1 253,6 6 1,6 2-63,9 5 0,2 0-166,2 0 1,0 0 311,0 0 0,10 0 0,4 0 0</inkml:trace>
  <inkml:trace contextRef="#ctx0" brushRef="#br0" timeOffset="135">22219 13146 7569,'-7'0'-1034,"2"0"1211,5 0-264,0-5-2,5 4 0,2-9 88,5 6 1,1-4 41,-1 3 1,1 0 40,-1 1-138,1-3 1,-1-4 73,0 3 0,-1-3-20,-2 2 0,0-2 196,-5-1 1,6 4 807,-2-1-331,-2 1 34,-1-4-608,-5 5 1,-1 3 94,-3 8 1,-7 4-162,-6 9 1,-5 3 28,2 9 0,-4-1 77,-1 5 0,0-1-121,1 1 1,3 1-209,0-5 1,5 0 36,-5-4 0,6-6-55,-2-2 1,8-5 337,0-4-149,7-2 187,-4-6 1,8-2-58,2-2 1,4-4-90,9-9 1,-2 4 169,5-4 0,5 3 238,4 2 1,0 0-225,-4-1 1,4 5-85,0 0 0,5 5-202,-1-1 1,-1-2 58,1 2 0,-1 0-335,1 4 0,-3 0 195,-5 0 0,-4-1 60,-1-4 0,-4 4-601,0-3-884,-2 2 656,-7 2-66,-2 0 998,-16 6 0,-3-5 0,-10 5 0</inkml:trace>
  <inkml:trace contextRef="#ctx0" brushRef="#br0" timeOffset="136">22504 12948 7569,'7'-12'0,"0"1"946,-3 2-194,-2 4-437,3 5 0,-9 3-120,0 5 0,-7 7-175,-1 14 0,-2 3 109,-7 5 0,6 1-293,-2 4 0,-1-8 127,2 3 1,4-3 125,3-1 1,2 1-342,-1-5 0,3 3-585,5-8 1,1 4 330,3-7 506,3 2 0,5 2 0,1 0 0</inkml:trace>
  <inkml:trace contextRef="#ctx0" brushRef="#br0" timeOffset="137">22914 13246 7569,'-8'-9'1272,"-1"1"1,5 5-1153,-4-1 1,4 3 15,-5 1 1,5 0-1157,-4 0 557,5 0 354,-2 0-593,5 0-211,0 5 1,1-3 912,3 2 0,3-8 0,6-3 0</inkml:trace>
  <inkml:trace contextRef="#ctx0" brushRef="#br0" timeOffset="138">23025 12948 7569,'-11'-12'603,"3"-1"0,3 1-129,5-1-61,0 1-95,0 0-43,0 5-171,0 1 0,5 6-145,3 0 1,3 2 30,2 2 0,-1 7 112,1 5 0,-1 6-89,1-1 1,-1 2 90,0 2 0,1 1-14,-1 3 1,-1 2-92,-3 2 0,2 1-158,-6-5 1,0 1 56,-4-1 0,-1-4-133,-3 0 1,-7-2 19,-6-6 0,-5 4 120,2-5 0,-5-1 107,-4-6 0,3-4-80,-3-5 1,7 0-21,1 0 1,6 0 248,-2 0 1,8 0 879,0 0-759,7-5 0,2 2 93,8-5 0,3 5-32,1-1 0,6 2-44,3 2 1,6 0-203,2 0 1,6 6 90,-2 2 1,3-1 8,1 1 1,0-5-5,0 1 0,-4-2-28,1-2 0,-7 0-61,2 0 1,-7 0-96,-1 0 0,-6 0-465,2 0 1,-4 0 298,0 0 0,-1 0-1321,1 0 706,-7 0-426,0 0 532,-6 0 1,0-2-782,0-2 1447,-6 3 0,-6-5 0,-7 6 0</inkml:trace>
  <inkml:trace contextRef="#ctx0" brushRef="#br0" timeOffset="139">22765 13221 7681,'-12'0'647,"3"0"-471,1 0 1,4 0-36,-4 0 0,5-1-111,-1-4 103,-3 4-346,5-5 92,-3 6 222,5 0-115,0 0 1,5-1 18,4-3 1,-2 1 17,1-5 38,0 5 1,5-6 5,-1 4 1,-4 1-33,0 4 1,-3-1 41,3-3-176,-5 2 137,2-3 0,-5 6-126,0 3 97,0 3 0,-1 4-8,-3-2 1,-3 2-16,-6-3 0,2-1-11,3 1 0,-3-5 62,3 1 0,1-3 81,-1-1 1,3 0 139,-3 0-120,5 0-199,-2-5 0,5-2 2,0-6 1,1 7-176,3 1-244,-2 4-471,9 1 949,-4 0 0,5 6 0,1 0 0</inkml:trace>
  <inkml:trace contextRef="#ctx0" brushRef="#br0" timeOffset="140">19589 14225 7726,'6'-6'558,"-5"0"0,10 2-553,-3 0 1,3 0-112,2 4 1,-1 0 64,0 0 0,5-4-42,0-1 1,6 1 84,2 4 0,1-4 41,7 0 1,-1-1 35,1 0 0,8 3-13,1-7 1,4 5-12,4-4 1,1 4 86,3-4 1,4-1-296,8-3 1,3-1 242,-32 7 1,0 0-1,2 0 1,-1 0 19,-1-1 0,1 1 1,5 0-1,1 0-71,-3 0 1,0-1 0,4 2 0,0-1 7,0 2 0,1 0 0,-1-1 0,0-1-16,2 2 1,1 0 0,3-1 0,1-1-384,2 0 1,0-1 0,2 1 0,1 0 358,-4 0 0,1 0 0,1-2 0,0-1-44,1 1 1,0 0-1,4-1 1,1 0-8,1 0 0,0 1 0,2 1 0,-1-1 38,-1-2 0,0-1 1,0 3-1,-1 0 39,-1-3 1,0 1-1,3 2 1,1 0-5,-2-3 1,0 1 0,3 2-1,1-1 3,-2-1 1,0 0 0,-1 2 0,-1 1 7,-4-2 0,0 1 0,3-1 0,-1 0 65,-5 1 0,-2 0 0,3-1 0,-2 1-46,-6 2 1,-1 0 0,-1-1-1,-1 1-144,-1 0 0,-1 0 1,-4 0-1,-1 1 28,-2 1 1,-1-1-1,24-4 0,-1 5 0,-9-2-447,-7 2 0,-2 3 399,-11-3 1,-6 1-813,-6-1 1770,-3 2-853,-8-3 0,-8 13 0,-2-4 0</inkml:trace>
  <inkml:trace contextRef="#ctx0" brushRef="#br0" timeOffset="141">21859 14163 7716,'-12'6'291,"0"2"0,-1 3-314,1 2 0,-5 5-85,1 2 1,-1 4 39,5 1 1,1-5-12,2 1 1,0-2 8,5 2-4,-1-3 25,5-6 0,6-1-12,2-3 1,7-2 292,2-6 1,5 0-79,-1 0 1,1 0 280,-2 0 0,4 0-163,-3 0 0,2 1-121,2 3 1,-6 7-93,-2 6 1,1 0-120,-2-5 0,1 4 11,-5 1 1,-5 4-147,-3-5 0,-3 1 30,-1-5 0,0 1 96,0-1 0,-6 0 19,-7 1 1,-1-2 45,-6-3 1,-5 3 175,-4-3 0,-6-1-82,2 2 1,-1-7-23,1 2 0,-2 2-224,6-2 1,-4 0-237,4-4 0,2-4-363,6 0 0,3-6 755,6 2 0,-1-14 0,1-4 0</inkml:trace>
  <inkml:trace contextRef="#ctx0" brushRef="#br0" timeOffset="142">21934 14250 7569,'11'-5'1089,"-3"-3"-683,-2 2 1,-2-5 252,0 3-418,0 2 1,-4-5-63,0 3 0,4 1-151,0-1 1,2 4-187,-2-5 1,-1 5 208,5-4 1,0 5 100,5-1 1,-1-1-256,0 0 1,1 1-823,-1 4 1,2 0 288,3 0 0,-2 0-36,5 0 1,-3 0 374,4 0 1,-5 2 296,5 2 0,-1 3 0,5 5 0</inkml:trace>
  <inkml:trace contextRef="#ctx0" brushRef="#br0" timeOffset="143">22579 14337 7569,'12'-5'0,"-3"0"0,-1-7 0,-4 2 129,4-6 1,-5-2 314,1 1 1,-1 0-247,1 0 0,-3-1-229,4-3 0,-5-1 100,-5 6 0,-2-5-24,-5 5 0,-2-1 131,-2 5 0,-2 5-45,-3 3 0,-2 2-45,2 2 0,-1 0 57,1 0 0,2 2 65,2 2 0,8-1-140,-4 5 1,8-4-64,-3 4 53,5 0 1,-3 9-140,6 0 1,6 3-29,2-3 0,0 5 70,5-2 0,-4 4 49,8 1 1,-2 0-53,2-1 0,-3 1-122,2 0 0,-2 4 158,-2 0 1,1 0 3,-1-4 1,-5-1 33,-3 1 1,2-6 116,-2-2 0,-2 1-143,-6-2 1,-3-3 12,-5-5 0,-2-5 251,-2 1 1,-4-3-19,-4-1 1,0 0-7,4 0 1,-4-5-103,3-3 1,3-5 8,2-3 0,2 0-110,2-4 1,5-1-164,3-4 0,2 2-105,2 2 0,2-1 115,2 6 1,3-5 114,5 4 0,1 5-116,-1 4 0,6 4-299,3-5 1,-2 7 49,2-3 0,1 4-156,7 1 1,-3 0-12,3 0 1,-2 0-112,2 0 0,-3 0-73,3 0 711,-2 6 0,3-5 0,2 5 0</inkml:trace>
  <inkml:trace contextRef="#ctx0" brushRef="#br0" timeOffset="144">22839 14374 7569,'-8'-8'1634,"0"0"-1058,5 5 1,-2-4 71,5 3-175,-6 3-1043,5-5 1,-5 5 237,6-3 466,0 2 72,6-3 1,1 5-207,5 0 0,0-6 0,1-1 0</inkml:trace>
  <inkml:trace contextRef="#ctx0" brushRef="#br0" timeOffset="145">23137 14139 7569,'7'-6'0,"-1"3"946,-6-5-194,0 5 48,0-8-566,5 4 1,2 1-215,5 1 1,1 4 87,-1 1 1,1 6-29,-1 2 1,0 8 17,1 5 0,-1 2-105,1 2 0,-7 4 12,-1 0 1,-4 4-222,-1-4 1,-1 4 114,-4-4 0,-1 0-37,-7-4 1,2-2 312,3-2 0,-3-3-54,3-6 0,-3-3 201,-2-1 1,5-5 559,0 1 654,5-3-817,-3-1-444,6 0 0,7 0-101,6 0 0,0 0-88,8 0 1,0 0-415,4 0 0,1 0 279,3 0 0,-3 0-226,3 0 0,-3 0-274,-1 0 0,0 0-569,0 0 0,-5 4 290,1 0 1,-6 2 827,2-2 0,-4-3 0,0 5 0</inkml:trace>
  <inkml:trace contextRef="#ctx0" brushRef="#br0" timeOffset="146">22839 14362 7597,'0'-7'414,"6"2"-306,-5-1 0,6 5 218,-3-4 41,-2 4-41,9 1-173,-10 0-308,10 0 1,-8 0 75,5 0 0,-5 1 55,1 4 0,-3-3 55,-1 7 0,5-5-105,-1 4 0,0-4 114,-4 4 1,-6-3-21,-2 3 1,1-5-119,-1 1 0,0-3 38,-5-1 63,1 0 1,1-1 30,2-3 0,3-2 70,1-2 1,4-3-50,-3 3 1,4 1 74,4-2 1,-1 5-88,5-4 1,0 5 34,5-1 1,-5 3-157,0 1 1,1 0-8,3 0-14,0 0 0,1 0 56,-1 0 0,-3 1-79,-1 3-22,-5-2 102,2 3 8,-5-5 1,0 1-53,0 4-197,0-4 1,-1 5-112,-3-6 0,1 1 394,-5 3 0,-1-3 0,-3 5 0</inkml:trace>
  <inkml:trace contextRef="#ctx0" brushRef="#br0" timeOffset="147">15359 15615 7569,'8'-13'0,"0"1"1007,6-1-411,5 6-368,6-4 1,5 5-58,3-7 0,-1 5-88,1 0 1,3 1-140,1-2 0,2 0-27,-10 5 0,0-2-280,-4 2 1,-1 1 318,1-5 1,-4 4 268,0-4-1902,-6 5 827,3-3 850,-12 1 0,6 3 0,-6-3 0</inkml:trace>
  <inkml:trace contextRef="#ctx0" brushRef="#br0" timeOffset="148">15805 15503 7569,'-12'12'0,"3"5"-104,1-1 134,5 1 1,-2-3 287,5 2-181,0-2 1,0 9 70,0-2 0,0 4 11,0 4 1,0-3-193,0 3 0,-1-3 100,-4-1 1,0-2 67,-3-2 0,-3-3 0,2-6 0,2 1 137,-1-1 0,-8-5-142,-5-3 0,-5-2-108,5-2 0,-6 0-28,-2 0 1,0 0-168,4 0 1,4-5-262,0 1 1,5-4 237,-5 4 1,5-6 138,-5 2 1,10 3-61,-1 0-1547,2 4 321,3 1 715,2 0 0,6 6 568,3 2 0,8 3 0,8 1 0</inkml:trace>
  <inkml:trace contextRef="#ctx0" brushRef="#br0" timeOffset="149">16215 15788 7569,'0'-7'-18,"0"2"0,-5 1 160,-7 0-5,2-1 1,-10 1 70,7 0 0,4 0 11,-8 4 0,7 1-60,2 3 1,0 3-13,-5 6 1,2-1 47,3 1 0,-7-1 0,3 0 0,-2 1-161,6-1 0,1 1 1,3-1 1,2 0-56,-2 1 52,3-1 0,6-1-75,3-2 0,-1-4 110,2-5-134,-1 0 0,4-5 112,1-4 1,-1-2-24,0-1 1,-3 1-258,-1 3 0,-4-6 79,4 5 1,-3-4-14,3 4 1,-5 3 153,1-3 0,7 7-14,1-3 25,-2 4 20,-5 1 0,-3 4-52,2 0 1,-1 6 18,5-2 1,-1 3 87,1 2 1,6-5-11,-6 0 0,7-4-29,-2 5 1,-5-7 20,4 2 0,-2-2 94,2-2 0,1-2-120,-1-2 0,-4-3 6,1-5 1,-5 1-66,4 3 0,-5-3 77,1 2 1,-3-2-343,-1-1 245,0 0 90,0 5-14,0-4 0,0 15 63,0 0 1,0 6 68,0 2 1,-4 7-86,0 6 1,0 0-8,4 4 1,-4-3 15,0-1 0,0-2-187,4-2 0,0-3 124,0-6 0,0-3 418,0-1-282,5-5 0,2-5 108,5-10 0,1-6-214,-1-7 0,1-4-146,-1 0 1,0-5 186,1 1 0,-1-2 30,1 2 0,-1-1-476,0 5 1,1 1 193,-1 7 1,-3 5 128,-1 8-11,-5-3 52,8 9 1,-9 4-7,7 10 0,-7 5 22,3 3 0,0 4 16,-1-4 1,4 4-13,-3 1 1,4-2-242,0-2 1,0 2-4,-1-2 1,3-3 14,-2-2 0,2-2-104,1-2 0,-4-1-797,1-2-341,-1 2 777,4-10 668,1 5 0,-1-6 0,1 0 0</inkml:trace>
  <inkml:trace contextRef="#ctx0" brushRef="#br0" timeOffset="150">16748 15912 7569,'-7'6'696,"-4"-5"-306,4 5 0,0-6-125,2 0 1,6 0-59,3 0 0,3 0 0,6 0 0,0-5-68,4 1 0,-2-5-79,6 0 1,-5-2 51,5-1 1,-6 0-169,2-1 0,-4-3 111,0-1 1,-6 1 66,-3 3 1,-3-3-415,-1-1 0,-1 1 71,-3 3 1,-3 1-20,-6-1 1,0 6 147,-4 3 0,2 4 43,-6 4 0,2 5 45,-2 7 0,-1 1 97,6 8 0,3-3-123,5 7 1,5-2 1,-1 2 0,3-3-5,1 3 0,5-4 40,4-4 1,6-3-11,1-6 1,10-4-59,-1 1 0,3-7-13,-3 2 1,-1-8-145,1-4 1,0-3-263,0-1 0,-4-5 260,-1 1 0,-5-6-63,2 1 283,-3-3 0,-2-6 0,1-2 0</inkml:trace>
  <inkml:trace contextRef="#ctx0" brushRef="#br0" timeOffset="151">17095 15404 7569,'0'-18'-125,"5"4"224,-1-3 268,0 4-172,1 0 0,-3 5 278,2 0-336,-3 5 1,-1-1 57,0 8 0,-1 4 0,-3 9 0,1 3-66,-5 9 0,4 3 31,-5 5 0,2 2-69,-1 2 0,-2 7-95,6 6 0,-4 0-237,4-4 0,0-1-196,4 1 0,0-6 224,0-3 0,1-8 142,3-4 0,2-8-10,2-5 1,3-3-257,-3-5 0,3-2 1,2-6 0,-1-11-35,1-6 0,3-5 118,1-3 0,1-5 253,-2-3 0,-2-7 0,2-1 0,-2-12 0,4 2 0,1-11 0</inkml:trace>
  <inkml:trace contextRef="#ctx0" brushRef="#br0" timeOffset="152">17331 15304 7569,'7'-37'-25,"-1"10"45,-6 2 0,0 8 352,0 1-66,0 8 1,-5 5-164,1 11 1,-5 6 39,0 11 1,-2 5 11,-1 3 0,1 4 0,3 5 0,-2 2-424,6 5 1,0 1-85,4 0 0,0-1-283,0 1 1,0-1-591,0 1 1186,0-6 0,0-1 0,0-6 0</inkml:trace>
  <inkml:trace contextRef="#ctx0" brushRef="#br0" timeOffset="153">17344 15863 7569,'-7'0'325,"1"0"-18,6 0-500,0 0 127,6 0 0,-4 0 109,7 0 1,-1 0 64,4 0 1,1 0 6,-1 0 0,1-5 126,-1 1 1,0-4-103,1 4 0,-1-4-43,1 4 1,-1-6 22,0 2 0,1-2 40,-1 2 1,-1-3-81,-3 2 0,4-2-3,-4-1 1,3 0-18,1-1 0,-1-3-115,-2-1 1,2-1-51,-3 2 0,-3-2 107,-1-3 1,-2-2 31,-2 2 0,0 3-17,0 2 0,-6-1-181,-2 5 1,1-2 38,-1 10 0,-5 0 110,-3 4 1,-5 6 41,5 7 0,-5 5 9,5 7 1,-5 5-13,4 3 1,2 3 85,7 1 0,-2 0-94,6 0 0,0-5 23,4-3 1,1-3 4,3-1 0,-1-6-49,5-2 1,5-3-84,3-2 0,1-1-67,-5-3 1,2-2-250,3-6 0,-4-2-371,4-2 1,-3-3 52,-2-5 723,1-6 0,5-1 0,1-6 0</inkml:trace>
  <inkml:trace contextRef="#ctx0" brushRef="#br0" timeOffset="154">17865 15118 7569,'0'-12'201,"0"0"230,0-1-170,0 1-3,0-1-183,0 7 1,0 1 55,0 10 1,0 7-122,0 9 1,0 2 71,0 2 1,-5 4-413,1 0 0,-4 5-65,4-1 1,-4 3 394,3 1 0,-10 6 0,2 1 0</inkml:trace>
  <inkml:trace contextRef="#ctx0" brushRef="#br0" timeOffset="155">18026 15515 7569,'5'-18'0,"-2"5"0,5-4 0,-3 3 712,3 2-134,-5 5-113,2-4-286,-5 10 1,-1-9-98,-3 6 1,-3 0-116,-6 4 0,1 1 42,-1 3 1,1-1 95,0 5 0,-1 2-84,1 6 1,-1 0 81,1 4 1,5 1-248,3 4 1,3 1-4,1 3 1,0-2 12,0 6 0,5-4 117,3 5 0,-1-7 35,2 2 1,-1-7 29,4-1 1,-5-6 129,-3 1 1,-2-2 167,-2-1-270,0-1 0,-2-4-44,-2 1 0,-7-7-192,-5 2 1,-7-2-377,3-2 0,-2 0 296,1 0 240,-2-6 0,3-6 0,-4-7 0</inkml:trace>
  <inkml:trace contextRef="#ctx0" brushRef="#br0" timeOffset="156">18894 15540 7701,'-8'-4'620,"0"0"-228,5-6-299,-3 9 0,6-3-6,0 8 1,0 4 11,0 9 1,0 2-9,0 6 0,0 4-48,0 0 0,0 4 4,0-4 0,0 0-3,0-5 1,2-4-8,2-4 0,-3-2 308,3-2-150,-2-5 85,3-1 1,-2-12-86,5-2 1,-1-9-179,2-3 1,2-4 24,-3 0 1,2-7-133,-2-2 1,3 0 5,-3-4 0,2 4-185,-2-4 0,3 1 94,-3 7 0,2 4 66,-2 4 1,2 10 59,-6-1 1,2 8 5,-2 0 1,-3 5 32,3 7 1,-2 6-19,-2 11 0,0 5 80,0 3 1,0 3-65,0 1 0,0-4 6,0 0 0,0-5 17,0 1 1,1-8-19,3-5 0,-1-2 220,5-2 1,-4-5 49,4-3 1,-1-4 46,2-4 0,2-3-183,-3-5 0,4-6-162,5-3 1,-3-2-66,2-2 0,-2-5 79,-2-3 0,1-3-93,-1-1 1,1-2 40,-1-2 0,-1 9-71,-3 3 1,2 9 82,-6 7 415,0 1-316,2 5 1,-5 7-6,3 8 1,-6 9-20,-3 3 1,0 4 31,1 1 0,2 3 51,-2 1 1,3 2-32,1-2 1,1-5-51,3 1 0,3 0-5,6-4 0,-2-3-14,-3-2 0,7-2-89,-2-2 0,2-1-171,-3-2 1,1 0-36,-1-5 1,0 1-284,1-5 1,3 0 77,1 0 1,3 0 158,-3 0 0,4-5-162,-5 1 0,6-7 174,-1-1 1,1-1 331,-1-3 0,1-3 0,-6-2 0,4 3 0,-8 2 0,3 0 91,-7 0 0,-2 6 139,-2-2 206,-3 2-290,-1 3 0,-5 2 332,-3 5 0,-1 0-103,-3 0 0,2 5-37,-6 4 1,2-1-114,2 4 1,-2-2-52,-3 6 1,4 0-50,-4 0 0,3 2-98,2 3 1,4-2-34,-1-3 1,5-2 82,-4 3 0,5-8-229,-1 0 106,3-7 1,2 4 95,3-6 1,-1 0-66,5 0 0,0-6 7,5-2 1,-1-3-22,1-1 1,-1-1-109,0 1 1,1-5 127,-1 1 1,-4-2 18,1 1 0,-2 4 98,1-4 0,-1 7 23,-3 2-25,-3 5 0,6-2-105,-3 5 14,-2 0 0,3 1 94,-5 3 0,4 3-64,1 6 1,0-5 39,-1 0 0,-1 3 10,5 2-98,0 7 1,8-11-3,-4 7 1,7-6-15,-6-2 5,2-5 1,-3 2-6,1-5 0,-1-1-133,1-3 0,-2 1 50,-3-5 0,1 4 31,-4-5 1,3 5 30,-4-4 1,2 1 53,-2-1 0,-3 1-114,3 3-12,-2 2 124,-2-3 260,0 5-182,0 0 1,0 5 69,0 4 1,0 2-9,0 1 0,0-4-77,0 1 1,0-1 152,0 4 47,0-5 187,0 4-298,0-9 0,0 2 60,0-8 0,4-3-309,0-6 1,5 0 76,0-4 1,-2-2-79,1-6 0,-1 0 49,1 0 1,3-5-542,-3-3 1,3 3 56,2 1 1,-1 4-133,1 4 1,-1 3 190,0 6 0,-3 5-580,-1 3 514,0-3 1,5 6 527,-1-4 0,0 4 0,1 1 0,-1 0 0</inkml:trace>
  <inkml:trace contextRef="#ctx0" brushRef="#br0" timeOffset="157">20284 15156 7569,'8'-25'0,"0"0"0,-5 6 154,1 2 122,-2 3 327,-2 2-142,0 5 0,0 7 75,0 8-399,0 9 1,-5 8 61,1 8 0,-5 4 22,0 4 1,-2 3-39,-1 6 0,4 0-134,-1-1 0,5 1-12,-4 0 1,5-2 89,-1-3 0,3-3-423,1-9 0,0-3 211,0-5 1,0-10 129,0-3 1,1-8 10,3 1 1,-1-5 18,5-5 0,1-7-59,3-9 1,2-8 124,2-4 1,-2-2-714,3-3 1,1-3 270,-2 0 1,1 6 36,-5 10 1,-1 2-38,-3 6 427,3 6-140,-9 6 1,3 12 225,-5 5 1,-5 6-172,-4 7 0,-2 5-29,-1 3 0,4-1 499,-1 1 0,7-5-187,-2 1 0,2-7 126,2-2 1,2-5-71,2 2 0,3-5-12,5-3 1,2 0-327,2-5 1,-1 1-240,6-5 1,-4-2 242,3-2 0,-3 1 125,4-5 0,-5 4-3640,5-4 3469,-1-1 0,5-3 0,0 0 0</inkml:trace>
  <inkml:trace contextRef="#ctx0" brushRef="#br0" timeOffset="158">21425 15528 7540,'7'0'1283,"3"5"-1010,-6 4 0,0 7-90,-4 5 1,0 2 117,0 2 0,4 0-118,0 0 1,0-1-259,-4 1 1,6-4-59,2 0 1,-1-6-114,1 1 1,1-3 16,3-5 0,0-3-213,1-5 1,-5 0 261,0 0 0,1-5-188,3-3 368,0-9 0,1-2 0,-1-6 0</inkml:trace>
  <inkml:trace contextRef="#ctx0" brushRef="#br0" timeOffset="159">21413 15230 7569,'-13'6'-307,"6"-5"44,2 4 114,10-5 0,4 5 124,7-1 0,-1 1 88,6-1 1,5-2-104,7 2 1,-1-3 0,1-1 0,0 0 118,4 0 1,-1-1-66,-3-3 0,2 2 91,-6-2 1,-4 3-13,-5 1 1,-5 0 40,2 0-25,-9 0-47,-2 0 0,-12 4-20,-2 0 0,-7 6 12,-2-2 0,-5 3 42,1 1 0,-2 1-50,-2-1 1,6 1 180,2-1 0,8 1-56,0-1 1,7 4-54,-2 1 0,8 1-26,4-2 0,4 2 14,5 3 0,4 2-1,8-2 0,-2 3 12,6 0 1,-5-3 128,1 0 1,-3-1-94,-1 5 1,-6-6 70,-2-2 0,-5-3 9,-4-2 1,-2 1 62,-6-1 1,-7-4-216,-6 1 1,-2-7-124,-9 2 0,1 2 167,-5-2 1,-4 0 39,-1-4 1,1-1-1100,-1-3 0,4 1 462,-4-5 1,9 1-1365,0-2 1836,7-2 0,5-1 0,6-7 0</inkml:trace>
  <inkml:trace contextRef="#ctx0" brushRef="#br0" timeOffset="160">23174 15242 7569,'0'-12'173,"0"5"1,4-4 745,1 3-185,-1 2-187,-4 1-501,0 5 1,0 1 22,0 3 0,-6 3-105,-2 6 1,-4 3-168,-5 1 1,3 5 115,-2-2 1,2-2 95,2-1 1,3-3 176,1-2 87,5 1-125,-2-1-47,5 0 1,5 1-19,3-1 1,4 1 22,0-1 1,0 0-142,1 1 0,5-1 119,2 1 1,0 0-117,0 4 1,0-3 39,0 2 0,2-2 27,-5-2 0,-1 4 34,-3-4 1,-6 3 244,-3-7-171,3 3 1,-6 2-50,3-1 1,-9-4 107,-8 1 0,0-5-55,-8 4 0,0-4-237,-4 5 0,-4-7-146,0 2 0,-4-2-222,4-2 0,-4-2 10,4-2 1,-2 2-388,6-7 1,-3 0-361,8-8 1195,2 3 0,0-15 0,5 3 0</inkml:trace>
  <inkml:trace contextRef="#ctx0" brushRef="#br0" timeOffset="161">23100 15230 7569,'8'-1'1224,"0"-3"-298,-5 2-571,8-9 0,-4 6-24,6-4 1,3 0-521,1 5 179,5-6 1,-7 7-111,6-5 1,-5 4-235,5-4 0,-2 3 60,2-3 0,1 4 150,-6-4 0,5 5-326,-4-1 0,-1 2 129,-4 2 1,5 0-625,0 0 965,-1 0 0,-3 6 0,-1 1 0</inkml:trace>
  <inkml:trace contextRef="#ctx0" brushRef="#br0" timeOffset="162">23720 15379 7569,'13'5'0,"3"-3"82,1 2 1,1-3 210,-2-1 0,-2-5-65,2-3 0,2-3 111,-1-2 1,0 1-294,-5-1 91,0 1 1,-5-5 8,-3 1 1,-2-6-1,-2 1 0,0-2-57,0-2 0,-2 1 106,-2 4 0,-4-2-227,-9 5 0,4 1 27,-4 3 0,-2 2-19,-2 3 1,2 2 16,-2 6 1,2 0-23,-2 0 1,-1 6 51,6 2 0,-1 5-81,5 3 0,-1-1 39,1 6 0,5 0 45,3 3 0,2 1-1,2 0 1,2 1-11,2 3 0,3-1 109,5 5 1,2-1-9,3 1 1,-2 2 70,5-1 0,1-3-55,4 2 1,-6-1-19,-2 1 1,-5 1-23,-4-5 1,2 0 24,-6-4 0,-1-6 138,-7-2 1,-3 0-89,-6-5 0,-4 2 68,-4-10 1,2 0-91,-2-4 1,-1 0-18,-7 0 0,3-7-95,-3-5 1,4-6-201,4-7 0,-1-4 168,6 0 1,1-5 81,6 1 0,4 2-50,5 2 1,5 3 8,4 1 0,2 6-82,1 3 1,4 2-87,1 1 1,5 2-245,-1 3 1,-2-2-98,2 6 1,-1 0-350,5 4 1,0 0-30,0 0 0,-2 0 88,-2 0 757,8 0 0,-8 0 0,9 0 0</inkml:trace>
  <inkml:trace contextRef="#ctx0" brushRef="#br0" timeOffset="163">24489 15577 7569,'0'-7'646,"0"-4"-315,0 10 38,0-4-74,0 5 26,0 0 1,-1 5-121,-3 3 0,-2 9-69,-2 4 1,-3 1 49,3-2 0,-2 4-205,2-4 0,1 0 56,3 0 1,2-5-371,-2 2 141,3-3-56,1-2 260,0-5 1,1-3 116,3-8 1,-1-7-138,6-5 0,-3-7 14,3 3 1,2-5-101,-3-4 1,-1 3 119,1-3 1,-4-3-214,5-1 1,-5 3-106,4 1 237,-5 3 1,6 6-26,-5 4 45,1 8 0,-4 2 38,3 6 0,-2 10-61,2 2 1,-3 9 173,-1 0 0,0 6-75,0 2 1,0 4-70,0-4 1,4 0-31,0-4 0,2 0-127,-2-1 0,1-4 168,4-4 1,-2-6 218,-3-2-237,3-5 1,5-3-22,0-8 1,1-8 375,-1 0 0,1-6-133,-1 1 0,0-8-145,1-4 1,-1-1-14,1 1 0,-1-7-116,1 2 1,-2 4 147,-3 5 1,1 8-31,-4 5 1,3 6 280,-4 2-165,0 5 1,-4 3-1,0 8 0,0 9-44,0 4 1,-1 3-78,-3 5 0,2-1 72,-2 5 1,-1-4 17,0 4 0,1-5-137,4 1 1,4-5-239,1-3 1,3 1-451,-4-5 0,6-1 323,-2-3 0,4-2-253,5-3 1,-2-3 204,6-5 0,-5 0-161,5 0 599,0-5 0,3-2 0,1-5 0</inkml:trace>
  <inkml:trace contextRef="#ctx0" brushRef="#br0" timeOffset="164">25110 15528 7569,'-2'-7'457,"-2"3"0,-3 2-113,-5 2-206,-1 0 0,-3 6 68,-1 2 0,-1 3-23,2 2 1,1-1-97,-6 0 0,6 2 6,-2 3 0,5-4-253,4 4 159,-3-3 1,9-2-131,-2 1-89,3-7 212,1 0 0,5-6 29,4 0 0,6-6-34,1-2 1,5 1-53,-4-1 0,3 0 29,-3-5 0,-1 2-20,-3 3 58,5-3 1,-5 8 116,4-5 1,-7 5-40,-2-1 39,-5 3 1,6 2-98,-5 3 1,2-1 45,-2 5-85,-3 1 0,10 3 69,-2 0 0,-2-3-61,1-1 1,-1-4 41,1 4 0,3-4-132,-3 5 173,3-7 7,2 4-69,-1-6 1,-4 0 19,1 0 253,-7 0-198,4-6 1,-5 1-48,3-3 0,-2 1 59,2 3-84,-3 2-14,-1-9-22,6 10 53,-5-5 0,3 8-16,-8 2 1,2 3 123,-7 5 1,6-4 13,-1 1 0,2-5-57,-3 4 12,4-5-45,-4 2 0,6-5-36,3 0 0,3-5-6,5-3 1,1-5 37,-1-3 0,5-4-25,-1-4 0,5-3-407,-4-2 1,5-1-367,-2-3 0,0-1-283,0 5 0,-3 0 467,3 4 1,-4 6 130,0 2 0,-6 3 423,-2 2 0,-5 5 0,2-4 0,-5 4 0</inkml:trace>
  <inkml:trace contextRef="#ctx0" brushRef="#br0" timeOffset="165">25680 15143 7569,'13'-18'0,"-5"9"0,0-4 344,-5 4 669,3 2-702,-6 7 1,-2 8 109,-2 9 0,0-1-114,-8 9 1,2 2 117,-7 11 0,-2 0-57,-2 4 0,2-4-132,-2 4 1,6 0-31,-1 0 1,2-5-24,2-4 1,5-7-297,2-1 0,4-6-326,1-6 240,0-1 1,1-5 110,4-3 0,6-5-124,5-8 1,8 0-44,0-12 1,1 0-113,4-3 0,-3-3 169,-1-2 1,0 3 122,0-3 0,-2 7-190,-2 2 0,-3 6-22,-6 1 0,-3 2 969,-1 7-559,-5 0 0,-3 14 708,-9 2 0,-2 13-114,-1 0 0,-1 8 178,1 0 0,5-1-484,3 1 0,3-9-187,1 5 0,0-7 213,0 3 0,9-1 94,4-8 1,3-3-131,1-5 0,2-5-109,6 1 0,0-3-324,0-1 1,-1-4-329,1 0 1,4-10-384,0 2 1,-4-3 608,-4 2 0,-2-1 17,1-2 1,3 1-1801,-7-6 0,-1 6 926,-6-2 1,0-1 990,-5 2 0,6-6 0,-3 3 0</inkml:trace>
  <inkml:trace contextRef="#ctx0" brushRef="#br0" timeOffset="166">23621 10604 7110,'0'7'-1032,"0"0"1032,0-3 0,-4 4 439,0 9 1,0-3-44,4 2 0,0 3-193,0 2 1,1-3-177,3-2 1,-1-2-222,5-1 1,-4-6 315,5-3 1,-5-3-11,4-1 1,-4 0-86,4 0 0,-1-7 68,1-5 0,4-5 194,-4-3 0,3-4-140,1 3 0,-4-2-9,1-2 0,-5 5-74,4-1 0,-4 0-142,5-4 1,-7 6-14,2 3 0,2 2 60,-2 1 0,2 6 71,-2 3-37,-3-3 1,9 7-144,-6 0 1,1 6 90,0 6 0,-4 5 35,3-1 1,2 7 3,-2-3 0,4 2 6,-4-1 0,2-2-8,-2-2 0,-1-3 6,5 2 1,-4-4 1,4-3 0,-4-4 4,5-5 141,-1 0 1,4-7-85,1-5 0,-1-2-38,1-7 1,-1 1-50,0-5 0,1-1-105,-1-3 1,-4-1 54,1-4 1,-1 4 73,4 5 0,-1 6-28,-2 3 218,2 2 223,-10 7 0,5 4-197,-6 11 0,0 2-133,0 11 1,0-1-40,0 5 0,0 0-91,0 0 1,1 4-198,3 0 0,0-2 125,9-6 0,-4 2 80,8-2 1,2-3-32,2-2 1,2-7-635,2-5 1,1-3 299,3-1 0,-1-7 91,5-5 0,-6-6 160,2-7 0,-4 0 28,-4 1 0,-3 3 157,-6 0 1,-5 1-60,-3-5 0,-2 4-88,-2 0 1,-2 6 118,-2-1 0,-3 3 753,-5 5 1,-2 3-341,-3 5 0,4 0-163,-4 0 0,-1 6-55,2 7 0,-1 1 136,5 6 0,3-3-288,1 4 0,5-2 22,-1 1 0,3 4 74,1-3 0,0-2-33,0 2 1,4-6-464,0 1 1,6-6 203,-2-2 0,7-5 75,2 1 1,3-8 45,-3-4 0,4-5-3,-5-3 0,5 1 109,-5-6 0,1 2-50,-5-2 0,-3 2-24,-1 2 0,-5 3 8,1-2 1,-1 2 657,1 2-237,-3-1-182,5 1-154,-6 5-144,0 1 1,0 8-26,0 2 0,0 3 41,0 5 0,0 1 66,0-1 1,5 2-34,3 2 0,3-2-240,2 3 1,-1-2 76,1 1 1,-2-2 112,-3 3 1,3-8-28,-3 0 0,2-5-74,-2 4 242,3-5 0,-8 2-89,5-5-87,-5 0 53,2 0 1,-3-4 358,2 0-6,-3-6-170,5 3 1,-6-1-141,0 0-219,0 5-121,0-8 213,0 4 1,0-5 85,0-1 0,0 1-28,0 0 1,0-1-126,0 1 0,0-5 115,0 1 0,5-5-15,4 5 1,0-1 25,0 5 0,2 1 18,-3 2 1,3 0-353,1 4 283,1-4 0,-1 7 45,1-2 1,-1 2-14,0-3 0,1 4-464,-1-3 0,1-2 267,-1 2 1,2-4 274,2 4 0,-2-11 0,4 1 0</inkml:trace>
  <inkml:trace contextRef="#ctx0" brushRef="#br0" timeOffset="167">25023 10158 7569,'0'-13'-18,"1"1"38,3-1 1,-2 1 346,2 0 45,-3 5 123,-1-4-65,0 9-188,0-3 0,0 10-87,0 3 0,0 9-12,0 4 1,0 8 39,0 4 1,-1 4-98,-3 4 0,1-1-22,-5 6 0,4-6-49,-5 1 1,7-2-62,-3-2 0,4-6-302,1-2 0,0-8-216,0-4 251,0-4 178,0-6 0,1-3 70,4-8 1,-3-8 98,7-9 1,-3-6-176,3-2 1,2-7-57,-3-1 0,3-1 92,1-3 0,1 8-69,-1 4 0,-1 8 504,-2 5-201,2 2-237,-10 7 0,9 4 163,-6 12 1,0 5 735,-4 10 0,0 7-381,0 2 0,0 3-64,0 1 1,7-4 23,5 0 1,6-6 41,7 2 0,5-8 239,3-4 1,-1-5-276,1-4 1,3 2-190,1-6 1,2-1 5,-10-7 1,0-3-544,-4-6 1,-1 1 27,1 0 1,-1-6-83,-4-3 1,4-2-422,-4-2 0,4-6 785,1-2 0,5-8 0,2-3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946"/>
    </inkml:context>
    <inkml:brush xml:id="br0">
      <inkml:brushProperty name="width" value="0.05292" units="cm"/>
      <inkml:brushProperty name="height" value="0.05292" units="cm"/>
      <inkml:brushProperty name="color" value="#3165BB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2742 4229 7569,'6'-1'-390,"-1"-3"476,-4 2 241,-1-3-395,0 5 1,-4 1 59,0 3 1,-5-1 137,5 5 0,-4 2-4,4 7 1,-6-2 82,2 5 1,1 0-32,-1 0 0,1 4 6,-1-4 0,2 4-56,6 1 1,0-6 27,0-3 1,0 2 62,0-1 0,1-2-60,4-7 1,2 2 25,5-6 1,0 0-57,1-4 0,3 0-149,1 0 1,5-1 52,-1-3 1,-2-5-97,2-7 0,-6 2 120,1-2 1,1-2 28,-5 1 0,2-3-353,-10 3 1,4 0 119,-3 5 0,-3 0 87,-6-1 0,-3 1-33,-5-1 0,-2 2-1,-2 3 1,-2 1 83,-3 3 1,-3 3 15,4-3 1,2 2-37,1 2 0,4 0-13,0 0-118,6 0 139,2 0 3,5 0-88,0 0 0,5 0-344,4 0 0,2 0 96,1 0 1,0-4-54,1 0 1,-1-2 140,1 2 1,-1 3 266,0-3 0,1-3 0,-1 0 0</inkml:trace>
  <inkml:trace contextRef="#ctx0" brushRef="#br0" timeOffset="1">3151 4006 6881,'0'-7'-502,"-1"2"1236,-4 5-325,4 0-233,-10 0 1,8 0-64,-5 0 0,4 5 14,-4 3 0,3 5 100,-3 3 0,4 4-63,-4 4 0,4 3-18,-5 1 1,5 4 71,-4 5 1,4 5-12,-4-1 1,3 6-74,-3-2 0,1 0-92,-1 0 1,-3 2-50,3 7 0,1-6 172,-1 6 1,-1-10-132,-3 5 1,1-3 42,3-1 1,-2-3-192,6-9 1,-4 1-9,3-5 1,-3-1-266,4-8 1,-2-2-217,2-5-189,3-1 380,-5 0 437,6-5 1,3-7-1360,5-8 1334,-5-9 0,19-7 0,-8-8 0</inkml:trace>
  <inkml:trace contextRef="#ctx0" brushRef="#br0" timeOffset="2">3126 4663 7569,'-8'-7'128,"0"3"0,3 8 261,-3 5 1,4 6-165,-4 1 0,5 5-19,-1-4 1,3 3 239,1-3 0,0-1-105,0-3 0,5-2-135,3-3 1,9-2 18,4-6 0,2-2-147,2-2 1,-2-4-56,-2-9 0,2-2-143,-2-6 1,-3 0 158,-2 0 1,-3-1 48,-5-3 1,-2 3-849,-6-3 1,-7 4 347,-6 5 1,-5 2 160,-6 5 1,-3 7-43,-2 1 0,2 7-34,-6 6 1,7 2-24,1 10 0,6 1-441,6 4 791,1-6 0,5 5 0,1-5 0</inkml:trace>
  <inkml:trace contextRef="#ctx0" brushRef="#br0" timeOffset="3">4081 4564 7569,'-6'-5'659,"-6"3"-68,11-3-97,-4 5-274,5 0 0,0 5-14,0 3 1,0 9 81,0 4 1,-5 2-106,1 2 1,0 0 22,4-1 0,2 0-23,2-3 1,-2-1-261,7-7 0,-5 2-189,4-7 6,0-2 1,5-1 228,-1-5 0,1-1 35,-1-3 1,0-3-1204,1-6 0,-1 0 39,1-4 1160,-1-2 0,0-12 0,1 0 0</inkml:trace>
  <inkml:trace contextRef="#ctx0" brushRef="#br0" timeOffset="4">4069 4390 7569,'-7'-1'0,"3"-3"-297,3-4 32,6 2 0,2-4 67,5 6 1,1-1 118,-1 1 0,2 2 321,3-2 0,-2 3-80,5 1 1,-4 0-148,0 0 0,2 5-46,-1 4 0,-1 2 67,-3 1 0,-2 2 45,-3 2 0,-1 4 125,-3 4 0,-3 1-139,3 0 0,-2 1-39,-2 3 1,0-1 182,0 5 0,0-4-24,0 4 1,0-6-51,0 2 0,0-2 25,0-3-449,0-4 194,5-2 124,2-12 0,6-11-1,-1-12 1,0-5-10,1-2 1,-1-7-193,1-2 1,-1-4 66,0-4 1,1 1 119,-1-6 0,-1 10-12,-3-1 0,4 14-224,-4 2 1,-1 6 18,1 2 377,-5 7 0,6 3-173,-5 11 1,1 2-32,-5 10 0,0-2 493,0 7 0,0-3-149,0 7 0,0 1-89,0-1 1,0 0-37,0-4 0,1-1-499,3-4 1,-1 4-65,5-4 1,-4-2-290,5-1 0,-1-3 661,4-2 0,6 0 0,1 1 0</inkml:trace>
  <inkml:trace contextRef="#ctx0" brushRef="#br0" timeOffset="5">4875 4403 7569,'0'-13'0,"0"7"831,-5 0-491,-2 6 0,-5 3-24,-1 5 1,1 2-122,-1 10 0,1 7-78,0 6 1,1 4 64,2 4 0,0-2-98,4 2-54,1-8 0,6 2 153,2-6 1,3-6-25,5-6 1,2-4-277,2 0 1,4-6 78,5-3 1,-5-3 92,1-1 0,0-5-180,3-4 0,-3-2-1053,0-1 1,-6-6 210,1-3 967,-2 3 0,4-11 0,1 3 0</inkml:trace>
  <inkml:trace contextRef="#ctx0" brushRef="#br0" timeOffset="6">5086 4440 7493,'-11'8'-228,"3"1"228,2-1 0,6 8 590,0 1 0,0 4-181,0-5 1,0 6-158,0-1 0,0 2-85,0 2 0,5-4-249,-1-1 1,5-4 159,0 0 1,-2-6 108,1-2 1,-4-5-41,4 1 0,-4-4 7,5-4 0,-2-9 147,1-7 1,3-5-106,-3-4 0,-1 0-22,1-8 0,-1 2 32,1-6 0,3 2-435,-2 2 1,-2 1 35,1 3 1,-1 7-162,1 5 1,2 10 157,-6-1 115,6 2 1,-8 4-1159,7 1 0,-5 5 31,4 5 1208,-5 1 0,2 12 0,-5 2 0</inkml:trace>
  <inkml:trace contextRef="#ctx0" brushRef="#br0" timeOffset="7">5310 4651 7781,'13'-6'844,"4"-2"0,-2 0-516,6-5 1,-1 2-146,5-9 0,-1 3-290,-4-3-123,4-1 0,-9-4 136,6 0 0,-8 3-39,0-3 0,-2 3 158,-7-7 0,0 5 3,-4 3 1,0 3-235,0 6 1,-5 1 39,-4 2 0,-3 5 118,-5 8 1,2 5 53,-5 7 0,0 5 319,0 8 0,-2 2-139,5 7 1,5-4 19,3 3 1,7-2-127,-3 6 0,5-8 47,5-4 0,-1-3-256,8-1 1,-1-7 74,10-6 1,-1-1 116,5-6 1,4-3-163,0-6 1,0-3-616,-4-5 1,0-6 235,0-3 1,-1-3 6,1-5 1,-1 1 160,-4-5 0,-2 0 107,-5-4 1,-2 1 202,-3 3 0,2 2 0,-6 7 0,0-1 0,-10 7 0,-2 6 0,-3 7 465,-1 14 0,-6 0-97,-3 12 1,2 4 73,-2 4 1,6 1-191,-2-1 0,8-3 41,0 3 1,7 1-210,-2-1 1,2-4 110,2-4 1,2-6 217,2 2-303,3-4 0,5-6-271,0-3 1,-3-4 59,-1-4 0,0-4 15,5-9 0,-1 2 102,0-5 1,1-1 24,-1-4 1,-5 2-227,-3 2 0,2-1 55,-2 5 0,0 5 77,-4 4 21,0 5 336,-5 14 1,-1 4-107,-2 14 0,2-7-139,6-1 1,0-2 10,0 2 0,0-2 43,0-2 0,10-8-880,2 4 0,3-5 388,-2 0 0,1-2 102,2-6 277,-2 0 0,9-6 0,-3-1 0</inkml:trace>
  <inkml:trace contextRef="#ctx0" brushRef="#br0" timeOffset="8">6178 4353 7569,'0'-12'195,"-5"-1"-195,3 1 571,-9 0 875,4-1-1090,-5 6 0,-1 2-143,1 5 1,4 5 0,-1 4 0,3 2-118,-3 1 0,0 6-132,5 3 57,-1-3 0,5 4 135,0-6 0,0 6 22,0-1 0,2-2-449,2 2 1,3-5 127,5 5 0,1-6 104,-1 2 1,0-2-44,1 1 1,-2 0-46,-3 4 1,2-5 109,-6 2 1,1 1 4,0-2 1,-4 2 4,3-1 0,-7-8-1,-1 4 1,-5-3-178,0 2 1,-6-5 53,-1-3 1,-1-3 91,5-1 1,-1 0-101,1 0 1,-1-9-313,1-4 1,1-6 255,3 2 1,-2 0 190,6 0 0,0 7-144,4-2 0,1 8-9,3 0 0,-1-2 556,5 2 0,5 0-196,3 4 0,2 0-135,-1 0 1,2 0 149,6 0 0,0-1 201,-1-4 1,1-2-249,0-5 1,0-4-171,0-1 1,0-4 118,-1 5 0,-4-6-8,-4 1 1,-3-2-584,-5-2 0,-3 1 232,-5 4 1,0-2 106,0 5 1,0 5-67,0 3 0,-1 7 266,-3-2 0,-3 9 88,-5 8 1,-1 4 101,1 8 1,1 4-164,2 0 0,0 4-37,5-4 1,0 0-326,4-4 1,5-4 166,3-1 0,7-9 246,2 2-146,5-9 0,-3 7 0,6-4 0</inkml:trace>
  <inkml:trace contextRef="#ctx0" brushRef="#br0" timeOffset="9">7704 4490 7569,'-7'0'681,"2"0"-506,5 0 418,0 0 0,1-4-304,3-1 1,3 1-162,5 4 1,2-4 40,3 0 0,-2-4 0,6 4 0,-2-6-273,2 2 0,1 2 86,-6 2 1,2-1 85,-1 0 0,-4 1-31,4 4 1,-7 0-2359,-2 0 1517,-5 0 0,2 2 804,-5 2 0,0 3 0,0 5 0</inkml:trace>
  <inkml:trace contextRef="#ctx0" brushRef="#br0" timeOffset="10">7679 4700 8065,'6'-6'2652,"2"1"-2210,3-1 0,1 4-95,1-2 1,3 3-123,1 1 1,1 0-192,-2 0 1,4 0 71,4 0 0,1 0 89,0 0 0,4 0-325,0 0 1,-4 0 129,-5 0 0,1 5 0,4 2 0</inkml:trace>
  <inkml:trace contextRef="#ctx0" brushRef="#br0" timeOffset="11">9887 4043 7569,'0'-8'-56,"0"0"118,0-2 0,-4 3 121,0-1 1,-1 5-61,1-1 1,1 1 82,-5-1 1,3 3-24,-3-3 1,4 4-25,-4 4 0,-1 3-72,-3 5 0,4 2 17,-1 2 1,1 5 21,-4 8 1,4-3 31,-1 3 1,6-3 6,-1-1 1,3-2-135,1-2 1,5 1 68,4-5 1,2-5 19,1-4 1,6-5-28,3 1 0,2-2-478,2-2 0,0-7-120,0-6 1,4-3-365,0-5 1,0-2 868,-5 2 0,1-2 0,0-2 0</inkml:trace>
  <inkml:trace contextRef="#ctx0" brushRef="#br0" timeOffset="12">10160 3845 7569,'7'0'518,"-1"5"0,-8 2-325,-2 6 0,3 0 13,-3 4 1,-2 2-24,2 6 1,-4 3 106,4 5 0,-2 0-49,2 8 1,3-1-59,-3 1 1,2-3-113,2-1 0,0-7-306,0-9 1,2-5 167,2-7 1,3 0 46,5-5 0,0-4 76,1-4 0,-1-11-45,1-2 0,-1-2-79,0-6 1,1 3 72,-1-7 0,-4 7 59,1 2 1,-5 4 7,4 0 0,-5 2 166,1 2-198,-3 5 0,1 1 8,2 6 0,-3 6 5,3 2 0,-2 7 9,-2 2 0,0 4 144,0-5 1,0 6-64,0-1 1,5-3-50,4-2 0,-2-2-51,1-2 0,0 1-420,4-1 1,1-5-82,-1-3 1,1-2-320,-1-2 1,1 0 445,-1 0 1,0 0 330,1 0 0,5-6 0,1-1 0</inkml:trace>
  <inkml:trace contextRef="#ctx0" brushRef="#br0" timeOffset="13">10619 4105 7569,'-5'-7'-192,"2"2"431,-5 5-101,0 0 1,-5 1-54,1 3 0,-2 5-10,-3 7 0,4-1 387,-4 6 1,3-5-110,2 5 0,4-2-147,-1 2 1,5 1 17,-4-5-317,5 5 0,-2-8 69,5 2 1,1-8 18,3-4 0,3-2 109,6-2 1,-4 0-71,4 0 1,-4-10-177,8-2 0,-3-5 64,-2 1 0,0 1 104,1-6 1,-1 2-90,1-2 0,-2 2-182,-3 2 0,2 7 77,-6-2 198,0 8-84,1-2 1,-3 8 2,2 2 0,-3 3 416,-1 5 0,0 1-143,0-1 0,0 5-103,0-1 1,2-1 8,2-7 1,1 4-152,4-4 1,2-3 8,-3-1 0,3-2-74,1-2 1,1-2 106,-1-2 0,-1-3-10,-3-5 0,3-5-320,-2 1 1,2-6 106,1 1 0,-4 2 93,1-2 0,-7 5-151,3-5 369,1 6 22,-4-3 28,3 11 0,-6 3-144,-3 8 1,-2 8-2,-2 9 1,-3-2 347,3 2 1,1 4-110,-1 4 0,5 0-88,-1-4 0,-2-1-47,2 1 0,0-4-273,4 0 1,1-10 31,3 1 172,-2-8 0,9 2-3,-3-6 0,-1-7-38,1-6 0,1 0-188,3-8 0,4-4 62,1-4 0,0-4 121,-5 4 0,0-4-77,1 4 1,-1 6-358,1 6 431,-7 3 132,0 2 1,-6 6-185,0 6 0,0 6 17,0 6 1,0 2 347,0 3 1,0-4-101,0 4 1,0 1-79,0-2 1,0 1-73,0-5 0,4 1-1379,0-1 728,6 1 1,-3-2-242,5-3 0,1-3 831,-1-5 0,0 6 0,1 1 0</inkml:trace>
  <inkml:trace contextRef="#ctx0" brushRef="#br0" timeOffset="14">11178 4167 7569,'7'0'68,"-2"0"299,1 0-215,-5-5 0,6 2 54,-3-5 1,-3 4 160,4-5-223,1 1 0,-4-4-127,2-1 1,-3 1 48,-1-1 1,0 5-91,0 0 155,0 5 1,-5-2-7,-3 5 1,-5 1-238,-3 3 0,0 3 57,-4 5 1,3 6 101,-3 3 0,6-3-48,1-2 0,2 2-82,7-1 0,-4-1 1,4-3 0,1-2-84,7-3 1,-1 2 127,5-6 1,5 0 20,3-4 0,1-6-159,-5-2 1,0-1 22,1 0 0,-1 0 71,1 5 0,-5-5-12,0 5 293,-5 0 1,7 11 66,-6 5 0,0 8 131,-4 9 0,-1 2-210,-4 6 1,4 2-88,-3 2 0,2-1 279,2 6 0,-4-6-41,0 1 1,-1-8-62,1-4 0,2-4-112,-2-4 0,-1-4 309,0-4 1,-4-6-150,0-3 0,-2-3-232,-1-1 1,-6-1 112,-3-3 1,4-4-24,0-9 1,-1 2-918,2-6 0,0-1 470,8-7 1,-2 6 208,6-6 1,-4 7-470,4-3 1,0 2-2908,4 6 2259,0 0 1172,0 5 0,11 0 0,3-1 0</inkml:trace>
  <inkml:trace contextRef="#ctx0" brushRef="#br0" timeOffset="15">11227 4353 7569,'6'7'179,"-5"-1"0,10-6-179,-3 0 0,4-6 0,0-2 0,0 0 1065,1-5-547,-1 4 1,5-11-270,-1 4 0,5 1-261,-5-6 1,1 0 177,-5-4 0,-3 5 15,-1-1 1,-5 5-627,1-5 1,-7 6 261,-1-2 0,-10 9 126,2 4 0,-9 5-57,0 7 0,-2 6 580,-2 11 1,0 5 8,1 3 0,8 2 160,4-2 1,8 1-297,0-5 1,4-1-20,4-7 1,4 1 269,9-6 1,-2-5-181,5-7 0,5-2-186,4-2 1,0 0-158,-4 0 0,0-6-1564,0-2 1,-5-5 341,1-3 1155,0 2 0,-2-9 0,-1 3 0</inkml:trace>
  <inkml:trace contextRef="#ctx0" brushRef="#br0" timeOffset="16">12096 4093 7569,'-9'-2'0,"1"-2"68,5 3 0,-3-5 379,1 6 1,3 0-114,-7 0 1,5 5-128,-4-1 1,1 9-16,-1 0 1,1 3-12,3 1 0,2-2-155,-2 6 1,3-6 96,1 1 0,1-2 40,3-1 1,3-7-19,6-1 1,-1-4-185,1-1 1,3-1-4,1-4 0,3-3-93,-3-8 1,-1 1 166,-3-6 1,-1 4 23,1-3 1,-7 3-265,-1-4 1,-4 6 81,-1-1 0,0-2 46,0 1 0,0 5-1,0 4 0,-4 3 578,0-3-118,0 5-257,4-2 1,0 6-60,0 3 0,0 3 27,0 6 0,1-1 11,3 1 0,3-1-7,5 0 1,1 5 6,-1-1 1,1 2-60,-1-1 0,-4-3-108,1 2 1,-5-2 130,4-2 0,-5 1 149,1-1-106,-3-5-22,-1-1 422,0-6 1,-1-2-171,-3-2 1,2-8-133,-2-9 1,3-2-16,1-2 1,5-6-482,4-2 0,3 3-32,5 1 0,-2 3-262,5 1 1,0 7 391,0 6 0,2 1 16,-5 7 0,5 0 176,-1 4 0,2 0 0,2 0 0</inkml:trace>
  <inkml:trace contextRef="#ctx0" brushRef="#br0" timeOffset="17">13225 4043 7675,'-13'-7'312,"6"2"0,-4 5-348,3 0 1,-3 0 184,-1 0 0,-5 7 34,1 5 1,-2 2 98,1 7 0,3-1-58,-2 5 0,6 4-41,2 0 1,5 0-26,-1-4 0,3-6-179,1-3 1,5-2 1,3-1 0,3-6 152,2-3 1,3-4-2,1-4 1,5-9-43,-1-8 0,2-3-258,2-5 1,-4-3 100,-1-5 0,1 0 77,4-1 0,-5-4-42,1-4 1,-6-1-306,2 2 0,-8-2 153,0 6 1,-7 1 89,3 7 1,0 8 22,-1 8 1,0 8-6,-4 0 1,-1 9 508,-3 4 0,-3 14-197,-5 15 0,-1 13-143,1 4 1,1 7 35,2 1 0,0-3 304,5-1 0,0-3-206,4-1 1,5-10-225,3-3 1,3-12 153,2 0 0,-1-10-37,1-3 1,-1-1-193,0-7 1,1-1 27,-1-7 0,1-7 67,-1-6 0,0-10-78,1-2 0,-5-1-247,0-4 1,-4 0 34,5-7 1,-6 6-31,1-2 0,-2 9 144,3 4 0,-4 4-127,3 8 475,-3 5-196,-1 2 1,-1 14-106,-3 4 0,1 7 187,-5 1 1,5 2 383,-1 2 1,3 0-277,1 0 1,0-6-123,0-2 1,4-4-327,0 0 0,6-1 139,-2 1 0,3-7 106,1-1 0,-3-4-1,-1-1 1,0-1-1008,4-4 0,1-1 406,-1-7 1,1-5 615,-1-2 0,0-9 0,1-3 0</inkml:trace>
  <inkml:trace contextRef="#ctx0" brushRef="#br0" timeOffset="18">13535 3894 7569,'-13'0'204,"7"0"0,1 0 334,10 0 0,6-1-248,5-3 1,10-3-134,-1-5 1,8-1-488,0 1 0,3-5 199,1 1 1,-1-2 169,-3 1 0,-2 3-239,-7-2 0,1-2-1604,0 1 1804,-6-5 0,5 3 0,-5-6 0</inkml:trace>
  <inkml:trace contextRef="#ctx0" brushRef="#br0" timeOffset="19">13981 3535 7569,'-12'-7'-1491,"4"1"1491,0 6 0,-1 3 0,-3 5 0,-1 2 1213,1 11-420,0 5 1,1 5-220,2 7 0,0 9-90,5 2 0,-6 10-566,2 3 0,4-26 1,1 1 172,-1 4 1,-1 1 0,2-1 0,-2 1-181,-1 1 0,0 1 0,0-5 0,-1 0 93,1 3 0,0-1 1,0-2-1,1-1-353,1 0 1,0-2-1,-3 24 156,3-7 1,2-11-196,-2-5 0,3-7-3,1-9 1,-2-4-572,-2-9 480,-3-3 482,-5-5 0,1-8 0,3-3 0,1 0 0,-3 0 0,-4 3 0</inkml:trace>
  <inkml:trace contextRef="#ctx0" brushRef="#br0" timeOffset="20">13709 4155 7569,'5'-13'0,"3"5"0,7 0 0,2-2 0,5-2 26,-1-5 1,2 2-177,2-6 1,5 5-69,3-5 1,-1 1-92,1-5 1,-4 0 202,4 0 1,-5 0 101,1 1 0,-4-3-88,-5-2 0,1-2 92,-9-6 0,2-1 27,-10 1 1,4 4-38,-3 0 0,-1 11-49,-4 1 1,0 6 869,0 3 208,-6 5 0,-1 3-604,-5 8 0,1 8-93,3 9 0,-6 8 146,6 4 1,-6 10-151,6 6 1,-3 12-244,4-26 0,1 0 1,0 2-1,0 1-126,-1 1 0,1 0 0,2-2 0,0 0 142,0 5 1,0-1 0,2-6 0,0 0-149,-3 5 1,1-1-1,2 26-388,-3-7 0,4-9 350,1-12 1,0-5 39,0-3 0,0-8 88,0-5-54,0-2 1,-1-7-472,-3-3 1,-3-8-131,-6-4 1,1-9-33,-1-4 0,1-7 654,0-6 0,-6-7 0,-2-3 0</inkml:trace>
  <inkml:trace contextRef="#ctx0" brushRef="#br0" timeOffset="21">13870 4192 7569,'5'-8'230,"4"-1"1,2 5-79,1-4 0,0 0 0,1-5 1,5 1-41,2 0 1,0 3 42,0 1 0,1 0-719,4-5 0,0 2 564,0 3 0,-1-3 0,1 4 0</inkml:trace>
  <inkml:trace contextRef="#ctx0" brushRef="#br0" timeOffset="22">14130 4118 9371,'13'0'666,"1"-2"-483,2-2 1,3 1 162,6-5 1,0-2-117,0-6 0,-2 2-393,-2-2 1,1 2 6,-5 1 1,-2 1-201,-7 0 1,-3-1 181,-5 1 0,0-5-55,0 1 0,-5 1 72,-3 6 1,-7 0-45,-2 4 1,-5 3 402,1 6 1,-2 4-124,-2 9 0,2 2 284,2 6 1,-1 4-102,5 0 1,6 0 29,7-5 1,3 5-130,1 0 0,5-4-58,4-4 0,3-6 47,4 1 1,4-6 5,5-2 0,-1-5-318,1 1 0,4-4 93,0-4 0,-4-3-362,-4-5 0,-1-6 71,5-3 1,-4 2-92,-1-2 1,-4 1 195,0-5 0,-3-4-43,-5 0 0,3-1 62,-3 1 1,-1 4 12,1 0 0,-5 2 577,1 6 1,-1 5-97,1 3 301,-3 7 1,5-1-105,-6 11 1,-6 2 99,-2 10 0,3 1-242,1 4 1,-2 1 31,2 3 1,0-1-165,4 5 1,0-2-1,0 2 1,0 2-264,0-6 1,4-6 91,0-6 0,4-3 248,-4-2 0,2-5 86,-2-3 101,3-3 1,5-12-158,1-5 0,-1-8-217,1-5 0,0-2 114,4-6 0,-3-5-4,2 1 1,-2-5-704,-2 5 1,5 4 329,-1 4 1,1 7-443,-5 1 0,-1 1 270,-2 8 0,0 3-1294,-4 5 823,4 5 1,-6-2-972,5 5 1804,-5 0 0,2 11 0,-5 3 0</inkml:trace>
  <inkml:trace contextRef="#ctx0" brushRef="#br0" timeOffset="23">14800 4242 7569,'-7'0'1191,"2"1"-708,5 3 0,1-3-207,3 4 0,3-5-93,6-5 1,5-3 306,2-8 1,4 1-137,1-6 0,3-1-415,1-7 1,-1 5 120,-7-4 1,1 4-241,-6-5 0,-5 3 35,-7 1 1,-2-4-107,-2 0 0,-2 0 157,-2 5 1,0 8-47,-8 4 1,-3 8 277,-10 0 1,0 5-55,0 7 0,0 6 218,1 11 1,0 4-108,3 0 0,3 5-47,6-1 0,5-1-85,3 1 0,5-5-90,8 1 0,0-5 138,12-3 1,0-3-14,4-6 0,1-5-408,3-3 0,-3-4 129,3-4 1,-3-4-190,-1-9 1,0 2 136,-1-5 0,-4-1 23,-4-4 1,1 0 75,-5 1 1,3-3 19,-6-2 1,-4 3-23,-1-3 0,-2 3-7,-2 1 0,0 6 301,0 3 0,0 6-54,0 2 58,0 5 1,-6 3-68,-2 8 1,1 5 122,-1 3 1,-2 5-24,-6 8 1,6 2-119,-3 7 0,5-5-4,0 0 1,2-6 15,6 2 0,0-4 202,0-4-141,0-3 246,0-6-257,0-5 0,6-7-139,2-8 1,3-8 12,2 0 0,3-8-117,1 0 0,3-1 144,-3-4 1,1 3 26,-2 1 0,-2 2-250,3 2 1,-5 7-56,-4 6 185,3 5 0,-8-2 12,5 5 0,-5 1 189,1 3 0,-2 7-1,-2 6 0,0 5 13,0-2 0,0 4-112,0 1 1,0-2 25,0-2 0,0 1-691,0-6 1,0 5 321,0-5 1,0 1-865,0-5 0,5 1 1159,4-1 0,2-5 0,1-1 0</inkml:trace>
  <inkml:trace contextRef="#ctx0" brushRef="#br0" timeOffset="24">15669 3870 8016,'-7'-6'1138,"0"5"-755,3-3 0,1 2-1,-5 2 1,4 2 523,-5 2-602,1 3 1,0 6 54,0 4 1,-1 4 36,-3 7 0,5 0-175,3 5 1,-2 0-39,2 4 1,0-4 304,4 1 0,1-7-136,4 2 1,1-4-101,7-5 0,5-2-46,2-5 1,5-6-319,4-3 1,-1-3-81,5-1 0,4-11-229,4-5 1,1-6 327,-5-3 0,-4-6 10,0-2 0,-7 2-1050,-1-2 1,-1 0 447,-8-5 1,-3-3 105,-5 0 0,-5 1 205,1 7 1,-3 8 333,-1 8 1,-10 9 208,-2 4 0,-9 9 177,1 8 1,-8 10-377,-1 10 1,0 5-75,4 3 1,2-1 1276,2 5 0,3-1-469,6 2 0,5-5-313,3-8 0,3 2-95,1-6 0,5-2-693,3-6 0,9-3-362,4-6 0,2-5-1957,2-3 2716,0-2 0,5-8 0,2-1 0</inkml:trace>
  <inkml:trace contextRef="#ctx0" brushRef="#br0" timeOffset="25">9453 4725 7569,'-8'0'745,"0"0"-288,-1 0 0,1-4 578,0 0-461,5 0-391,-2 4 1,5-1 745,0-4-591,0 4 1,5-5-116,3 6 1,3-1-54,2-3 1,1 3-95,2-4 0,-2 4 107,2 1 1,2 0-145,-1 0 0,4 0 88,-5 0 1,5 0 7,-5 0 1,6 0-173,-1 0 1,-2-4 9,2 0 0,0 0 53,4 4 0,-1 0 53,1 0 0,-1 0-124,-4 0 1,4 0 35,-4 0 1,4-4-51,1-1 1,-1 1 100,1 4 1,0 0-11,0 0 0,-2 0 10,-2 0 1,2 0-25,-2 0 0,3 4 53,0 1 0,1-1-41,0-4 1,1 0-28,3 0 1,3 0 62,5 0-182,0 0 142,6 0 0,5-2 8,6-2 0,1 1-133,-1-5 0,1 4 30,3-4 1,3 1-195,-3-1 1,-2-2 265,2 6 0,0-2-5,4 2 4,0 3-1181,0-10 1339,0 9-143,-6-3 58,5-1-48,-10 5-5,15-5 18,-8 1-14,10 4 30,-1-10-18,-3 9-570,3-9 362,-5 4 0,2-1 8,2 0 1,-3 4-739,3-5 813,-8 7 140,3-4 0,-6 5-123,3-3 0,-3 2-190,-5-2 290,-1 3 0,0-3 31,-4-1 1,3 1-75,-2 4 0,2 0 216,2 0 0,2-4-44,-2 0 0,6-2-121,-6 2 1,6 3-1,-2-3 0,3 1 7,-8-1 0,5 3-68,-4-4 1,-2 4-146,2 1 0,-1 0 134,-3 0 0,2 0 15,1 0 0,4 0 85,-4 0 1,9-4-85,-4 0 1,1 0 170,3 4 0,-4 0-88,4 0 0,1-4 397,7-1 0,-2 1-417,2 4 1,-4 0-35,-4 0 0,7 0 47,-3 0 0,4 0 6,0 0 1,-1 0-223,5 0 0,-1 0 85,1 0 1,-33 0 0,-1 0 18,35 0 0,-36 0 1,1 0 36,35 0 0,-35 0 1,1 0 81,33 0 1,-34 0 0,0 0-47,34 0 1,-34 0 0,1 0 9,33 0 1,-34 0-1,0-1-28,-1-1 1,0 0-1,1 1 1,0 0 15,30-3 0,-1 1 162,-7-1 0,5 3-35,-5-3 1,1-2 53,-5 2 0,-8 0 291,-1 4 1,-1-4-379,-2 0 1,-2-2 241,-7 2 0,0 3-295,-8-3 1,6-2 130,-6 2 0,-2 0-84,-2 4 1,-4-2 98,3-2 1,0 3-263,0-3 1,0 2 64,-4 2 1,-1 0 46,6 0 0,-6 0 4,2 0 0,1 0-27,-2 0 1,2 0 5,-1 0 0,-4-1-6,4-3 0,-3 3 56,-2-4-2044,1 4 1448,-1 1 1,-5-1-1253,-3-3 0,-5 2 1761,-8-2 0,-15-8 0,-15-2 0</inkml:trace>
  <inkml:trace contextRef="#ctx0" brushRef="#br0" timeOffset="26">10396 5097 7569,'-12'0'18,"-1"0"1,1 0 266,-1 0 0,1 2-153,0 2 1,-5 7-23,1 5 0,-1 11 621,5-3 0,1 9-267,2 1 1,0 0-113,5-1 0,1-3-124,7-5 1,4 0 29,9 0 0,2-10-94,6-3 1,0-7-61,-1-1 0,7-8 79,2-5 1,-1-7 11,1-5 0,-7-7-464,-1 0 1,-2-3 159,-6 2 0,-2 2-219,-7-6 1,-4 5 162,-8-1 1,-8-1-182,-9 1 0,-2 1 138,-2 8 0,0 3 94,0 9 0,0 2-6,1 6 0,3 2-19,0 2 1,10 3-225,-1 5 1,8 1 96,-1-1 0,4 0-404,1 1 0,1-1-24,4 1 694,1 4 0,12-3 0,2 4 0</inkml:trace>
  <inkml:trace contextRef="#ctx0" brushRef="#br0" timeOffset="27">10743 5172 7569,'7'-7'946,"-1"-4"-570,-6 9 0,0 2 75,0 9 0,0 3 36,0 5 0,0-2 70,0 6-420,0-1 1,0 1-17,0 0 0,4-5-112,0 5 1,4-10 283,-3 1-98,4-8 0,-2 2-156,6-6 0,-1-7 38,0-5 0,1-2-184,-1-7 1,1-1-18,-1-7 1,4 3-81,1-3 0,0 1 33,-5-1 0,0 3-97,1-3 0,-1 9 171,1 3 1,-1 3-109,0 2 233,-5 5 1,3 7-83,-6 8 0,0 5 245,-4 3 0,0 4-8,0 4 1,0 1-18,0 0 1,0 0-142,0 0 1,2-2-162,2-2 1,-2 1 190,7-6 1,-5-1 2,4-6 0,-4 0-755,5-5 1,-5 1 317,4-5 0,-4-2-631,4-2 0,-5-3 1010,1-5 0,3-6 0,0-1 0</inkml:trace>
  <inkml:trace contextRef="#ctx0" brushRef="#br0" timeOffset="28">10992 4887 7569,'-7'-6'823,"1"3"-640,6-5 1,0 4 10,0-4 1,6 3 85,2-3 0,3 4-97,1-4 1,2 5-300,3-1 1,-2 1-154,6-1 1,-6 3-984,1-4 1058,4 4 194,-7 1 0,5 11 0,-5 3 0</inkml:trace>
  <inkml:trace contextRef="#ctx0" brushRef="#br0" timeOffset="29">11252 5110 7569,'7'0'0,"4"0"0,-8-2-246,5-2 243,-5 3 1,8-9-17,-3 6 285,-2-6-222,5 4 139,-10-7-61,10 1 1,-10 3 7,4 1 0,-4 4 337,-1-4-145,0 5-179,0-2 0,-1 5 81,-4 0-232,4 0 142,-10 0-173,10 0 1,-6 0 167,3 0 24,2 0-425,-3 0 58,5 0 86,0-6 144,0 5 1,-2-9 24,-2 6-4,3 0 0,-10 4 6,3 0 0,1 4-30,-2 0 1,0 7 6,-8 1 0,3 2 201,-2 7 1,2 0-55,2 3 1,3 1-224,1 0 0,5-4 49,-1-1 0,3-5-133,1 2 1,1-5 142,3-3 1,5-4 22,7-5 1,-2-1-30,3-3 0,0-3-31,0-6 0,0 0 20,-5-4 1,0 2-2,1-6 0,-2 5-37,-3-5 0,2 4 71,-6-3-12,0 5 1,-3-2 61,3 9 39,-2 2 1,2 12-113,-8 2 1,-2 9 9,-2 3 1,3 9 528,5 4 0,0 9-200,0 3 1,-5 9-58,1 4 1,0 2-521,4 2 1,-4 5 44,0-1 1,-4-10 165,3-6 1,1-10-46,4-3 1,-1-5 125,-3-7 0,1-6-24,-5-3 1,0-7 756,-5-5 0,1-4-348,-1-4 0,-3-3-289,-1-6 0,1-6 209,3-6 1,-2-4-585,3-4 1,-2-4-123,10 0 0,0-2-422,4-6 0,7 1 525,5-2 1,2 3 4,6 6 1,-3 6-929,4 2 1,-2 4 545,2 4 1,2 3-27,-2 6 0,2-5 651,2 1 0,0-1 0,0 5 0,-2-1 0,-2 1 0,1-3 0,-6 2 0,1-2 0,-5 7 0,1 2 327,-1-5 1,-5 11 4,-3 0 0,-4 2 420,-4 6 0,1 2-211,-5 6 0,5-2-166,-1 3 1,3-2-226,1 1 0,0-2-163,0 3 0,0-4 155,0 0 0,5-5 53,3 0 0,3-5-1512,2 1 1000,-1-2 1,1-4-510,-1-2 0,0-3 338,1-5 1,-5-2 487,0-3 0,1-2 0,3-6 0</inkml:trace>
  <inkml:trace contextRef="#ctx0" brushRef="#br0" timeOffset="30">11562 4998 7569,'-12'0'246,"5"0"-109,1 0 1,8-4 45,2 0 1,-1 0 11,5 4 0,0 0 228,5 0 1,-1 1-104,0 3 1,0 3-205,-4 6 1,3-1 33,-3 0 1,2 6-100,-2 3 1,2-2 60,-6 2 1,4-2-136,-4 2 1,4 2 110,-3-2 0,0-3-17,-1-2 0,-1-2-410,5-1 167,-5-1 334,8-5 0,-4-3-128,5-8 1,-3-3-41,-1-5 1,-1-5-6,1 1 0,3-7-121,-3 3 0,-1-4 172,2 0 0,-5-1 4,4 0 0,-4 2-303,4 2 0,-5 3-78,1 6 406,3 5 10,-5 1 1,3 12 212,-5 2 0,-4 8-77,0 5 0,0 3 89,4 0 1,0-3-145,0 0 0,0-5 18,0 5 0,1-5-173,3 5 0,3-6 103,5 2 0,5-8-246,0 0 0,5-7 95,-2 3 1,4-4 45,0-1 0,0-4-374,-3 0 0,2-6-441,-2 2 1,1-2 464,-2 2 1,2-3 68,-5 3 0,-2-3 3,-7-2 1,2 5-161,-6 0 428,0-1 1,-5-2 66,-3 3 0,-3 3 68,-5 5 1,-5 0 11,0 0 0,-5 5 136,2 3 0,-2 5-179,1 3 0,3-5-1,6 6 0,-1-6 119,1 5 1,5-2 180,3-1-406,2-1 1,4 0 67,2 1 0,-1-6 31,5-3 0,0-3-128,5-1 1,-1-1-182,1-3 0,0-3 179,4-6 0,-3 0 41,2-4 0,-3 3-218,-5-2 1,3 2-121,-3 2 472,-2 5 141,-1-4 35,-5 9 1,0 2-10,0 9 1,-4 6 165,0 1 1,0 6-232,4-1 1,0 1 17,0-1 0,1-2 60,3-2 0,7-5-83,6 0 1,4-1-133,-5-7 0,6 1 19,-1-5 1,2-6-98,2-2 1,0-9 39,0-3 1,-3-5-120,3-4 0,-8 1 108,8-5 0,-4-3 47,0-9 1,1 1-1033,-6-14 0,5 1 373,-12 23 0,-2-2 1,6-33-170,-8 34 1,-2 0-1,0-28 236,1 5 1,-3 18 432,-1 7 1,-5 12 157,-3 13 1,-10 15 401,-7 13 0,0 15-493,-4 10 1,0 5-351,4 4 1,-1 2 1422,10 6 0,0-1-336,8-3 1,-1-5 512,4-7 0,3-5-784,6-8 0,3 0-549,5-8 0,0 1 69,1-9 1,3-2-941,1-7 0,5-2 802,-1-6 1,-2-2 146,2-2 0,-5 0 0,5-5 0,1-4 0,1-1 0,2-2 0</inkml:trace>
  <inkml:trace contextRef="#ctx0" brushRef="#br0" timeOffset="31">17678 4266 7569,'5'-19'0,"-1"3"0,0 2 858,1 1-567,-3 1 0,5 5 1,-5 2 381,3-1 381,-1 5-699,-4-5 0,-2 13-6,-2 5 1,-4 6-167,-9 7 1,2 6-1,-5 2 1,-1-2-355,-4 2 0,0-4-231,0 4 1,-4-1 365,1 1 1,3-3 35,4-5 1,6-1-1588,-2-4 0,8-3 1587,0-9 0,1-2 0,-4-6 0</inkml:trace>
  <inkml:trace contextRef="#ctx0" brushRef="#br0" timeOffset="32">17368 4142 7569,'0'-12'1421,"-5"5"-520,3 2-574,-3 5 1,5 6 150,0 7 0,0 1 59,0 6 1,5 1-237,4 4 1,7 0-96,5-1 1,2 1-37,2 0 1,5 0 12,4 0 1,-3-2-629,2-2 0,-5 2-141,1-2 0,1-3-480,-1-2 0,1-1 279,-1 2 0,-2-3 787,2 2 0,2-2 0,1-2 0</inkml:trace>
  <inkml:trace contextRef="#ctx0" brushRef="#br0" timeOffset="33">18361 4192 7929,'0'-12'539,"0"-1"1,0 5-540,0 0 1822,0 5-1291,0 8 1,0 8-222,0 7 1,0 8-336,0-3 0,0 5-252,0 3 1,0-4-195,0 8 0,0-2-567,0 2 1,0-4 1037,0 0 0,11-5 0,3 2 0</inkml:trace>
  <inkml:trace contextRef="#ctx0" brushRef="#br0" timeOffset="34">18659 4304 7569,'-6'-7'2108,"3"7"-1724,-5 8 0,0 3-49,-5 1 0,2 6-152,3 3 1,3-2 22,5 2 1,0-2-122,0 2-43,0 2 0,9-9 153,4 3 0,2-9 0,-3-4 0,5-3-577,-1-1 1,2 0 158,-1 0 1,1-6-252,2-7 0,2-5 95,-5-7 1,-1 1-9,-3-1 0,-5-1 74,0-3 1,-5 1 1,1-5 1,-2 1 106,-2-1 0,-2 4-20,-2 9 0,1 2 564,-5 5 1,4 2-118,-4 3 241,-1 3-253,3 5-34,0 0-177,6 5-17,0 2 0,6 4 53,2-3 1,3 2-31,1-6 1,1 4-66,-1-4 0,0 6 32,1-2 1,-1-1 234,1 2 1,-2 3 33,-3 4 1,2 5 50,-6-4 1,4 5-94,-4-2 0,4 4-36,-3 1 0,4-2-19,-1-2 1,5 1 32,3-6 1,0 1 19,4-5 1,-3-5-33,3-3 1,-3-2-118,4-2 0,-1-2-47,5-2 0,-6-4-105,-2-9 1,-5 2 33,-3-5 0,0-1-131,-5-4 0,1-5 142,-5-3 1,-10 1 44,-2-1 1,-5 4-345,0-4 0,-3 11 100,-9 1 1,-1 7 228,-4 6 1,4 3-147,5 5 1,6 0-181,2 0 1,4 1-99,0 3 1,6 3-905,3 5 1356,8-5 0,9 4 0,6-4 0</inkml:trace>
  <inkml:trace contextRef="#ctx0" brushRef="#br0" timeOffset="35">19527 3919 7569,'-7'-5'434,"-4"3"135,10-3 0,-6 5 251,3 0-448,2 5 0,-3 2-180,5 6-122,0-1 1,0-4 29,0 0 0,1 1-208,3 3 255,3-5 1,6-1 47,-1-6 0,0 0-545,1 0 1,-5-2 184,0-2 1,-1-3-233,1-5 0,2-1 85,-6 1 1,0-2-42,-4-2 1,0-2 164,0-3 0,-5-1 54,-3 5 0,-2-3-25,2 3 0,-3 1-30,2 3 1,3 1 920,-3 0-421,6 5 113,-2 1-365,5 1 1,7 2-68,5-5 0,6 5 16,7-1 0,-4-2-127,-1 2 0,0-1 133,0 0 0,2 4-32,-5-3 1,-1 2 54,-3 2 0,-5 0-121,0 0 516,1 0 2,-2 0-236,-2 0 0,-5 2-27,0 2 0,-1 3 79,-3 5 0,1 2-120,-5 3 0,3 2 25,-3 6 1,0 4 92,-5 0 1,1 6-51,0 3 0,-1-1-162,1 4 1,-2 2 69,-2-2 1,2 5 51,-3-5 0,3 5-306,2-5 0,0 0-412,-1-4 1,6-1 403,3-3 0,-1 2 71,1-6 0,-1-2-773,5-6 1,2 1 322,2-5 1,3-2-626,5-7 1160,1-3 0,5 1 0,1 1 0</inkml:trace>
  <inkml:trace contextRef="#ctx0" brushRef="#br0" timeOffset="36">19850 4328 7569,'-6'13'1336,"3"-1"-917,-5 1 0,0 3 47,-5 1 0,5 3-177,0-3 0,5-1-94,-1-3 0,4-1 362,4 1 0,8-6-175,9-3 0,4-4-250,4-4 0,3-5-68,5-7 0,-4-4-138,0-4 1,-3-1 58,-1 0 1,-1-4-97,-12 0 0,-1-1 107,-6 1 0,-5 3-32,-8-3 0,-9 4-236,-7 4 1,-4 5 87,-1 7 1,-8 4-243,0 5 1,-4 1-252,8 3 1,-4 8-1364,4 4 2040,0 6 0,4-3 0,0 6 0</inkml:trace>
  <inkml:trace contextRef="#ctx0" brushRef="#br1" timeOffset="37">3486 6660 7569,'-7'-12'57,"-3"-1"246,6 1 155,-5-1 0,2 2-210,-6 3 0,1 3-65,-1 5 1,1 7 64,0 5 0,-2 11-54,-3 10 1,4 13-17,-4 4 0,5 2-3,3-3 0,4-2 0,5-5 0,0 2-154,0-11 0,9 0 108,4-8 1,6-6 25,-2-2 0,5-9-28,-2-4 0,5-3-322,4-1 1,-1-7 126,5-5 0,0-7-459,4-10 1,0-7 38,1-5 0,-7-5-169,-2 5 0,0-10 32,-4 1 1,1-2 124,-9 2 1,-2 1 202,-7-1 1,-1 0 112,-3 1 1,-2 5 251,2 2 0,-3 7-110,-1 6 0,0 5 818,0 12-470,0-1 1,-4 8 151,0 5 0,-2 7-155,2 9 1,3 9 304,-3 8 1,1 9-326,-1 3 1,2 5 6,-2 3 0,3 0-346,1 5 1,0-2 209,0 2 1,1-4-338,3-9 1,3-9 162,6-11 0,-5-6 114,0-6 0,1-7 181,3-1 0,-4-7-119,0-6 0,1-6-69,3-11 1,1-5-2,-1-3 1,0-4-47,1-5 0,-2 9-38,-3 0 1,2 7-77,-6 5 0,4 3-17,-4 6-168,0 5 196,-4 2 1,0 16 30,0 5 1,0 10 1,0 3 0,0 6 7,0-2 1,2 3 114,2 1 0,-1-5-62,5-3 0,0-5 14,5-3 1,3-3-26,1-6 0,1-5 3,-2-3 1,-1-2-44,6-2 1,0-6-104,3-2 1,-3-4 124,0-5 0,-6 2-10,2-6 0,0-1-516,0-7 1,-2 3 194,-7-3 1,-1 3-5,-3 1 1,-2 2 161,2 2 1,-3 3 189,-1 6 1,-5 3-79,-3 1 1,-5 5 201,-3-1 1,2 10-195,-3 6 1,-1 2 0,2 7 1,-1-1 490,5 5 0,-3 0-189,2 0 0,0-1-34,8 1 0,1-4-119,4 0 0,0-6-25,0 1-15,6-2 0,1-7-12,5-3 1,0-2 20,1-2 0,-1-2-24,1-2 0,-1-8-156,1-9 0,3-2 86,1-2 0,-1 4-36,-3 0 1,-7 2 82,-1-2 1,0-1-4,-1 6 0,0 3 71,-4 5 171,0 5-246,0-2 0,-4 12 9,0 5 0,-6 6 236,2 7 0,3-4-50,1-1 1,2 0-149,2 0 0,6 2 7,2-5 1,3-1-73,1-3 1,1-2 37,-1-3 1,5-2-9,-1-6 0,2 0 35,-1 0 1,-4-6-25,4-2 0,-2-7-142,2-2 0,-8-9 77,4 1 0,-5-3-103,0 4 0,2-2 84,-6-3 0,0 7 37,-4-3 1,0 8-248,0 1 137,0 2 70,0 1 0,0 12-6,0 5 0,-5 7 132,-4 6 0,-2 2-64,-1 6 0,4 1 100,-1 3 1,7-3-55,-2 3 1,2-3-40,2-1 0,0-4-9,0-1-8,0-4 1,2-3 17,2-4 1,-2-7 2,7 3 0,-4-11 62,8-6 1,-4-6-66,8-7 1,-2-1-248,2-3 1,-4-3 4,4-5 0,-3 5 15,-2 3 0,-1 0 109,-3 5 50,3 1-45,-9 11 1,3 8-29,-5 8 0,-1 8 380,-3 13 1,2 1-136,-2 3 0,3-2 72,1 2 1,1-3-92,3-2 0,3-4-58,6-4 1,0-2-29,4-1 1,-2-7-15,6-1 1,-5-4 45,5-1 0,-2-6-13,2-2 1,1-4-385,-5-5 1,1 2 138,-2-6 1,-2 1-80,2-5 1,-6-4 32,-2 0 0,-3-1 105,3 1 0,-5 3 78,1-3 1,-3 8 107,-1 4 0,-1 5-137,-3 4 0,-3 2-12,-6 6 1,1 2 550,-1 2 1,-3 8-220,-1 9 1,1 8 171,3 4 1,7 4-71,1 4 0,0 8 46,1 4 1,0 7-481,4-3 0,0 8 141,0 1 1,0-30-1,0 0 156,0 34 0,0-2-6,0-2 1,4-14-630,0-6 0,0-9 258,-4-8 0,4-1 466,0-12 0,-1-1 24,-7-6 1,0-4 74,-9-5 1,2 0-269,-9 0 0,-1-7 179,-4-5 0,0-2-108,1-7 0,0-4 62,3-3 1,-1-7-998,6 2 1,1-7 407,6-1 1,4-5-331,5 5 1,0 5 252,0 7 0,5 3 62,4 1 0,3 6 133,5 2 0,1 4 191,2 0 1,4 5-124,-4 0 1,5 1-20,4-2 1,-3 0 418,3 5 0,2-5-137,-3 5 0,1-5 159,-4 0 0,4-2-92,0-1 1,0-2 13,-4-2 0,0 0-146,0-4 1,-5-1-45,1-4 1,-10 5 59,1-1 0,-8 0 2,1-4 1,-4 6-197,-1 3 1,-1 6 91,-4 2 1,-1 5 141,-7-1 0,-1 13 52,-2 8 1,3 11 217,1 5 1,1 1-130,7-1 0,0 3 22,4-3 0,1-4-59,3-4 1,-1-2 2,5-6 0,2-1-782,6-3 0,-2-2 368,3-3 0,2-2-1800,2-6 2018,2 0 0,2-6 0,0-1 0</inkml:trace>
  <inkml:trace contextRef="#ctx0" brushRef="#br1" timeOffset="38">5868 6846 7473,'-6'-7'-48,"-1"2"48,-5 5 0,0 5 459,-1 3 1,2 9-137,3 4 1,-2-2-243,6 2 1,-4-1-33,4 5 1,1-6 19,7-2 0,3-3 114,5-2 0,1-5-58,-1-3 0,1-2 0,-1-2 1,5-10-5,-1-3 0,1-7-167,-5-1 1,5-2 44,-1-2 0,-3-4-80,-5 0 1,-4 1 57,4 8 1,-5-2-20,1 5 0,-2 1 352,-2 3-245,0 1-31,0 5 1,0 1-61,0 23 0,4-6 69,0 14 0,4-3-20,-4 3 1,6-2 17,-2-2 0,3 2-5,2-2 1,-2-2 34,-3 2 0,3-10 55,-3 1 0,-1-3-51,1-1 32,-5-3 261,3-5 1,-6-1-115,0-3 0,1-9-254,3-7 0,-1-5-56,5-4 1,-4 0-173,5-8 0,-1 2-30,4-6 1,5 4-222,-1 4 1,1 2 61,-5 7 0,1 4 121,-1 4 1,0 3-1043,1 5 1338,-1 3 0,1 5 0,-1 0 0</inkml:trace>
  <inkml:trace contextRef="#ctx0" brushRef="#br1" timeOffset="39">7344 6734 7569,'0'-24'0,"-4"4"59,0 4-67,-6 2 0,8 7 409,-7 3-248,1 3 1,-6 12-6,-2 5 0,-2 8 29,-3 5 0,-1 4-7,5 8 1,-3 2-101,3 2 0,5 2 9,4-6 0,5-5-9,-1-7 0,4-8 104,4-5 1,8-3-3,9-5 1,0-5-19,3-11 1,-2-6-117,7-11 1,3-11-81,1-5 0,-1-7-357,1-6 0,-5-3 420,0-5 0,-1-1-125,-15 30 1,0 0 0,8-28-8,-4-5 0,-6 9-44,-2-5 1,-5 10 103,1 2 0,-2 12 186,-2 9 1,0 12-131,0 5 1,-7 15 126,-6 5 1,1 21-129,-5 16 0,-1 12 20,10-22 1,0 0 0,-7 33-14,10-29 0,1 0 0,-1 30 133,4-31 0,2-1 1,0 23-142,3-2 0,7-8 356,6-9 1,5-5-275,-1-11 0,1-6-7,-2-2 1,2-5 15,-5-4 0,0-4-28,-5-8 0,0-4-12,1-9 1,-1-3 161,1-9 1,-7-3-213,-1-5 1,0 0-155,-1-1 0,0 1 10,-4 0 1,0 5-4,0 3 0,0 9 52,0 3 40,0 9 0,0 4 41,0 8 1,0 6-49,0 10 1,-4 1 177,0 8 0,0 1-81,4-1 0,0 0 15,0-4 1,1-2-137,3-2 1,-1 1-152,6-5 0,3-5-158,4-4 35,1-5 1,-5 3-2,1-6 0,-1-7 100,1-6 1,-2-1-339,-3-6 1,2-5 224,-6-4 1,0-5 112,-4 0 0,-6-1 257,-2-3 0,-3 7 0,-1 2 0,-1 8 63,1 5 0,-1 2-3,1 1 0,4 7 393,-1 1-344,1 4 0,1 0 332,3-3 0,6 1-146,6-6 0,1 1-50,12-4 0,5-6-74,7-3 1,3-2-227,1-2 0,1-4 63,-1 0 0,-1-5-113,-3 1 0,0-3 106,-8-1 0,1 5 3,-10 3 0,0 4 94,-8 4 1,2 8-69,-6 4 228,0 7 0,-14 9 87,-2 13 0,-8 12 76,4 13 0,-5 8-94,5 13 1,7-31-1,1 2-367,2 3 1,0 2 0,-1 1 0,1 1 158,0 7 1,0 1-1,2 0 1,0 1-379,0 7 1,-1 0 0,2-3 0,-2 0 233,-1 2 0,0-2 0,0-5 1,-1 0 38,1-2 1,0-1 0,2-9 0,1 0-207,1-2 0,0-2 0,-4 23 157,2-9 1,-1-11-29,1-11 1,1-7-13,-5-4 1,-1-5 322,-3-4 0,-2-5-659,-2-11 0,0-3 919,-4-14 0,5-4-1513,-2-12 1,3-5 451,2-7 0,1-14 11,6 30 0,2 0 0,-1-1 0,2 0 180,2-32 0,0 2 362,0 6 0,1 7-8,4 6 0,-3 10 8,7 10 0,-5 8-41,4 5 0,0 6 41,5 2 0,0 4 277,4-4 0,2-2-127,6-7 1,4 2 623,0-5 1,5 3-600,0-4 0,5 2-307,3-2 0,1-2-28,-2 2 0,-1-2 160,5-2 0,-2 0 0,1 0 0,-2 1 0,2-1 0,3 0 0</inkml:trace>
  <inkml:trace contextRef="#ctx0" brushRef="#br1" timeOffset="40">8523 6102 7569,'-6'-18'281,"5"10"0,-10-3-170,3 11 1,-3 3 71,-2 5 1,-3 7 322,-1 14 0,-4 9-173,5 12 0,-1 8-148,11-24 1,0 2-1,-2 2 1,-1 1-291,1 6 1,0 1-1,-1 1 1,0 1 151,0 4 0,1 0 0,1 1 0,1 0-432,-2 3 0,-1 0 0,0-5 0,0-1 398,1 1 0,0-2 0,1-6 0,1-1-100,1 0 0,2-1 0,1-3 0,1-2-26,-3 30 1,3-10-677,1-15 0,-5-12-101,1-4 138,0-9 1,4-6 751,-4-24 0,0-5 0,1 2 0,2-2 0,1-3 0</inkml:trace>
  <inkml:trace contextRef="#ctx0" brushRef="#br1" timeOffset="41">8151 6921 7569,'0'-13'451,"0"1"0,0 3-71,0 1 0,0 4-119,0-4 0,5-1-240,3-3 1,9 0 64,4-1 0,2 1-640,2-1 0,4 5 164,0 0 390,0 5 0,1-8 0,2 4 0</inkml:trace>
  <inkml:trace contextRef="#ctx0" brushRef="#br1" timeOffset="42">8436 6945 7569,'-11'9'672,"3"-1"-382,2-5 1,6 1 65,0-8 1,2-5 52,2-7 1,8-3-323,9-6 0,2-4 50,2 0 1,4-6-294,0 2 1,-4 2 140,-5-2 0,-4 4-307,0-4 0,-8 4 153,-4-4 1,-2 6-70,-2 3 1,-6 4 328,-2 8 0,-4 5-60,-5 3 1,-2 9 89,-6 8 1,0 10-48,0 10 1,6 3 151,3 1 0,3 5-51,5-1 0,2 4-84,6-3 0,7-6 19,6-7 0,6-9-31,10-3 0,-2-5-31,7-4 0,-3-3-107,2-10 0,2-7 30,-6-9 1,0-2 27,-5-2 0,0-4-115,-3 0 1,-5-1 75,-8 1 0,2 1 57,-6-5 0,0 10 26,-4-2 0,0 9 101,0-1 0,-1 5-94,-3 3 1,1 4 24,-5 5 0,1 1-58,-1 3 0,-3 9 38,2 7 0,0 9 28,0 4 0,3 5-5,1 3 0,4-2-140,-3 2 1,2-3 80,2 0 0,2-8 28,2-5 1,-3-2 128,4-6 0,-3-6 227,2-7 0,-1-3-3,5-1 1,1-11-136,3-5 0,2-10-73,2-3 1,-2-10 12,3 2 1,-3-10-354,-2-3 1,2 1-263,2-5 0,-1 3-203,6 1 1,-4 6 183,3 3 1,-4 9-330,0 7 1,-6 10 68,-2 7 1,-4 5 279,4-1 0,-5 8-324,1 5 0,-2 7 733,-2 5 0,-4 2 0,-1 2 0,3 0 0,0 0 0,2-1 0</inkml:trace>
  <inkml:trace contextRef="#ctx0" brushRef="#br1" timeOffset="43">9031 6933 7569,'0'12'31,"0"-5"1066,-5 4-251,4-9-353,-5 3 1,12-6 24,2-3 1,7-9-315,2-7 0,5-4-21,-2-1 1,4-4-225,0 0 1,-3-1 75,0 1 0,-7-3-161,-2-5 1,-1 4 26,-7 0 0,0 4-197,-4-4 0,-5 7 156,-3 1 0,-3 10 53,-2 7 0,-3 5 142,-1-1 0,-8 13-101,5 8 1,-5 6 195,8 6 0,2 3-89,7 5 1,2 0-57,6 1 0,0-3-9,0-1 1,10-4-15,2-5 1,8-2 7,-4-2 1,6-3-17,-1-6 1,2-5 27,2-3 1,0-8-17,0-4 0,-5-7 32,1-2 0,0-9-25,4 1 0,-6-4-33,-3 0 0,2 2-3,-1-6 0,-1 5-91,-3-1 1,-5-1 50,0 1 0,-1 5 18,2 8-18,2 2 25,-10 7 0,4 3 134,-5 8 1,-5 9-77,-3 7 0,-3 4 175,-2 0 1,5 3-45,0 2 0,5-2-103,-1 6 0,2-5 64,2 1 0,0-4 298,0-5-14,0-2-135,0-6-32,6-5 1,1-7-70,5-8 0,2-8-294,3-5 1,-2-7-41,5-1 0,-4-5-84,0 1 0,2 3 127,-1 1 1,-1 9-20,-3 8 0,-5 1 14,0 7 44,-5 0 0,2 15 377,-5 5 1,-4 8-163,0 5 0,-4-3 256,4 3 0,0 1-233,4-1 1,0 0-231,0-4 1,1-5-108,3 1 0,3-6-476,5 2 1,1-5-71,-1-4 1,2 2 49,2-6 707,-2 0 0,15-9 0,-3-2 0</inkml:trace>
  <inkml:trace contextRef="#ctx0" brushRef="#br1" timeOffset="44">10111 6536 7569,'-13'0'622,"6"-1"-91,3-3-120,-3 2 1,5-3 332,-7 5-279,7 0-95,-4 0 0,2 7-132,0 5 0,-6 6 175,2 7 1,2 1-15,2 3 0,-1 4-52,1 8 0,0-4-210,4 1 1,1-1 23,3-4 0,3-3-57,5-1 1,6-8 78,3-5 1,4-7-159,4-5 1,4-3 49,8-1 0,-5-7-542,5-5 1,-5-7 260,6-10 0,-5 1 103,-4-5 1,0 0-852,-8-4 1,0 1 115,-13 3 1,-2-3 475,-10 3 0,0 8 143,0 4 0,-6 8 284,-2 4 0,-9 11-86,-3 10 1,-8 7 541,-1 10 1,1 4-127,8 9 1,2-4 116,5 4 1,7-4-339,1-1 1,4-5-68,1-3 1,1-3-324,4-1 1,6-6 167,5-2 0,5-5-1259,-5-3 0,11-4 1307,-3-5 0,4-5 0,-3-2 0</inkml:trace>
  <inkml:trace contextRef="#ctx0" brushRef="#br1" timeOffset="45">11401 6734 7569,'0'-12'2203,"0"4"-1613,0 0-261,0 5-50,0-3 1,1 6 86,4 0 1,1 0-203,7 0 1,-1 4-126,1 1 1,5-1-658,2-4 456,4 5 0,0-3-172,1 2 1,4-3-282,0-1 0,-1 0-81,-8 0 0,2 1 696,-5 4 0,0 1 0,-5 7 0</inkml:trace>
  <inkml:trace contextRef="#ctx0" brushRef="#br1" timeOffset="46">11389 6958 7569,'-13'7'1404,"1"-2"-906,5-5 0,3 0 361,8 0 0,3 4 608,5 0-1003,1 1 1,5-5-202,2 0 1,5 0-226,4 0 1,4-5-439,8 1 1,-2-4 318,2 4 0,-6-4-1554,-2 3 1,-1 1 1634,1 4 0,3-5 0,-5-2 0</inkml:trace>
  <inkml:trace contextRef="#ctx0" brushRef="#br1" timeOffset="47">12952 6437 7569,'0'-13'14,"0"1"1,1 0-57,3-1 0,-2 1 1345,2-1-446,-3 1-312,-1 0 0,2 5 171,2 3-405,-3 2 0,5 9-22,-6 5 0,0 12 141,0 9 1,-5 8-142,1 5 1,-4 2-95,4 2 0,-4-1-131,3 1 0,-3-6 75,4-3 1,-4-2-169,4-2 0,0-5 89,4-3 1,0-4 122,0-5 1,-2-2-1513,-2-5-322,3-7 383,-5 0 886,6-6 1,2-1-612,2-4 0,-2-1 993,7-7 0,4-10 0,7-3 0</inkml:trace>
  <inkml:trace contextRef="#ctx0" brushRef="#br1" timeOffset="48">13535 6561 7569,'-7'0'513,"3"-4"-336,8 0 0,-3-6 164,3 2 0,3-8-67,2 0 1,-2-2-133,1 2 0,-4 2 13,4-3 1,-5-1-91,1 2 1,-4-5 95,-4 5 1,-3-1-70,-5 5 1,-2-1 6,-3 1 1,-2 5 50,-6 3 1,2 2-59,2 2 0,-5 6 24,5 2 0,1 3-108,7 2 0,2-1 30,3 0 0,2 5-52,6-1 0,6 7 101,2-3 0,3 4-8,2 0 0,7 1-82,1 0 1,5 4 65,-5 0 1,2 1-117,2-1 0,-4 1 55,-1 4 1,-9 0-75,2-5 0,-9 4 151,0-4 1,-3 0-3,-1-4 0,-1-5 63,-3 1 1,-7-10 192,-6 1 1,-5-3-97,2-1 0,-4-2-131,-1-6 0,1-6 110,-1-2 1,1-9-29,4-3 0,2-9-180,5-4 1,6-3-50,3-2 0,8-3-203,5 0 0,6-1 202,1 5 0,6 6 51,-1 2 1,1 4-643,-1 4 1,1 5 261,-6 7 1,1 0-1023,-5 5 954,1-1 0,-1 7-202,1 2 1,-5-1-398,0 5 497,0 0 1,5 5-46,-1-1 586,1 0 0,-1 1 0,0-1 0</inkml:trace>
  <inkml:trace contextRef="#ctx0" brushRef="#br1" timeOffset="49">13882 6350 7569,'6'-12'-402,"-5"-1"791,5 1 151,-6 5 0,-2 3 288,-2 8-541,3 3 0,-9 7 171,6 2 1,-6 3-124,2 6 1,1 4-60,-1 0 1,4 4-82,-5-4 0,7-1 154,-2-8 0,2 2-73,2-5 0,2-1 182,2-3 1,4-2-45,9-3 1,-2 2-78,5-6 1,7 0-154,6-4 1,-2 0-115,2 0 0,-5 0-36,1 0 0,1-4 111,-1 0 1,0-4-535,-4 3 0,-2 0 242,-2 1 0,1 2-675,-5-2 0,-1-1-665,-3 1 609,-1-1 0,-4 1-917,1 0 845,-7 0 366,4-1 1,-12 2 583,-2-5 0,-8-1 0,-4-3 0</inkml:trace>
  <inkml:trace contextRef="#ctx0" brushRef="#br1" timeOffset="50">14068 6437 7569,'-1'-8'413,"-3"-1"-276,2 1 1,-3 0 323,5-1 236,0 7-33,0-4-381,5 6 0,-3 6 172,2 2 0,-3 9-133,-1 3 0,0 9-167,0 4 0,0-1 40,0 1 0,-4 0-228,0 4 0,-6 5 80,2-1 0,3 0-590,0-4 1,4-1 320,1-3 0,0 2 117,0-6 1,7-6-1308,5-6 1,2-5 1411,7-4 0,5-8 0,6-6 0</inkml:trace>
  <inkml:trace contextRef="#ctx0" brushRef="#br1" timeOffset="51">14540 6325 7569,'5'-25'628,"-3"6"0,2 7-274,-8 8 0,-9 15 56,-7 9 1,-8 11-24,-1 10 1,0 3 175,4 6 1,2-1-1429,2 1 1139,3 5 1,7-8-169,3 2 0,2-9 230,6-2 0,3-4-258,5-9 0,6-3 82,11-10 0,7-5-205,5-3-1,0-9 85,5-8 1,-9-5-404,-4-6 0,-5-1 676,-3 0 1,-9 0-628,-7 0 0,-5 2 58,-5 2 1,-7 1 70,-9 7 1,-9 0 108,-7 8 1,-2 3-69,-6 6 1,5 8-84,-2 9 0,5 1 64,4-1 0,7 2-625,5-2 0,12-2 789,0 2 0,7-1 0,2 5 0</inkml:trace>
  <inkml:trace contextRef="#ctx0" brushRef="#br1" timeOffset="52">15234 6759 7569,'-12'-12'0,"5"4"0,3-1 0,3 7 2981,1-4-1042,0 6-673,5 0-918,8 0 1,7 0-263,9 0 0,3 0-477,5 0 0,2-1-213,2-3 0,-2 2 399,2-2 1,-7-1-1218,0 0 0,-3-3 1422,2 4 0,3-6 0,-4 3 0</inkml:trace>
  <inkml:trace contextRef="#ctx0" brushRef="#br1" timeOffset="53">16438 6226 7569,'0'-23'686,"0"2"1,0 7 470,0 6-933,0 5 1,4 9-19,0 10 0,0 10 135,-4 12 1,-5 1-64,-4 15 0,-3 3-290,-4 1 0,2-7-23,-3-2 0,3-2-203,2 3 1,0-6-540,-1-3 1,2-2 422,3-2 1,2-5-209,6-3 0,0-9 184,0-3 0,7-9-288,6-4 0,5-8 666,6-4 0,7-14 0,0-5 0</inkml:trace>
  <inkml:trace contextRef="#ctx0" brushRef="#br1" timeOffset="54">16922 6077 7569,'5'-12'-118,"-3"-1"732,3 6-316,-10 2 1,-2 12 277,-6 5 1,-2 9-258,-6 12 0,-1 6 56,-11 10 0,4 8-418,-4 5 0,4 1 314,13-28 1,-1 0 0,-9 30-60,13-32 0,1 0 0,-6 24-6,10-8 0,3-6-73,5-10 0,12-3-103,9-5 1,3-7 92,10-5 1,3-7-149,4-6 1,0-6-34,-3-7 0,-7-1 88,-2-6 0,-8-1-347,-4-4 0,-9-4 451,-4 0 1,-4 0-440,-4 5 1,-10 3 82,-11 0 0,-5 8-25,-7 0 0,2 6 25,-2 7 0,8 0-42,-4 0 1,7 6-44,5 2 1,3 3 23,6 1 1,5 1-349,3-1 0,8 1 220,4-1 0,10-5 411,7-3 0,11-3 0,8-1 0</inkml:trace>
  <inkml:trace contextRef="#ctx0" brushRef="#br1" timeOffset="55">17393 6276 7569,'0'-20'423,"0"2"691,0 6-283,0 5-592,0 2 1,-5 10 43,-4 3 1,-2 9-45,-1 4 1,-5 2 36,1 2 0,-2 4-62,1 0 1,4 0-9,-4-5 1,2 1-133,-2 0 1,8-6-163,-4-2 0,9-8 261,0 0 147,-3-6-282,6 2 0,-3-5 75,8 0 0,3 0-37,5 0 1,5 0-11,-1 0 1,6 0-66,-1 0 1,2-1 54,2-3 1,0 2-114,0-2 0,1 3 55,3 1 0,-3 0-146,3 0 0,1 0-28,-1 0 0,0 0 69,-4 0 0,-2 0 59,-2 0 0,1 0-106,-5 0-2009,-1 0 1393,-3 0 1,-5-2-499,0-2 911,-5 3 1,-4-5 356,-12 6 0,-5-5 0,-7-2 0</inkml:trace>
  <inkml:trace contextRef="#ctx0" brushRef="#br1" timeOffset="56">17443 6350 7569,'0'-12'235,"0"3"140,0 1 1,0 4-115,0-4 0,1 5 286,3-1-352,-2 2 0,7 8 0,-5 2 0,1 5 767,-5 3-610,0 3 1,0 6-257,0 0 0,0 4-5,0 0 1,-5 5-241,1-1 0,-1-1 189,1 1 0,2-1-962,-2 1 1,3 1 456,1-5 1,5-1 16,4-7 448,2-4 0,12 1 0,3 2 0</inkml:trace>
  <inkml:trace contextRef="#ctx0" brushRef="#br1" timeOffset="57">17865 6462 7569,'-20'5'1386,"2"-1"-938,6 9 1,-2-2-142,-2 9 1,3 1-29,1 4 1,1-2-74,7-2 1,-1 2 77,5-2 0,6-3-101,2-2 1,10-3 22,7-5 1,3-2-70,9-6 0,-3-6-94,8-2 1,-4-9 162,-1-3 1,-6-4-24,-6-1 1,-6 1-278,-7-1 0,-5 0 101,-3 0 1,-8 0 38,-4 1 0,-13 0-19,-4 4 1,-12 3-489,0 9 0,-9 2-39,1 6 1,2 7-218,2 5 1,6 2-625,2 7 0,10-5 1341,-2 5 0,9 0 0,-2 4 0</inkml:trace>
  <inkml:trace contextRef="#ctx0" brushRef="#br1" timeOffset="58">11513 7838 7569,'-9'-4'1150,"1"0"130,5-6-473,-2 9-351,5-5-166,0 6 0,5 0 103,4 0 0,7 0-427,5 0 1,2 0 84,2 0 1,0-4 131,0 0 1,1-1-1,3 1 1,-7 2-2166,3-2 1,-9 3 1981,1 1 0,-3 5 0,-2 2 0</inkml:trace>
  <inkml:trace contextRef="#ctx0" brushRef="#br1" timeOffset="59">11438 8024 8164,'-7'0'1710,"3"-1"-1673,8-3 0,-1 2 744,5-2 0,5 3-285,3 1 0,6 0-216,-1 0 0,8-1-64,4-4 1,2 4-646,-2-3 1,-2 3-364,-2 1 0,-3 0-1857,3 0 2649,-2 0 0,-3 0 0,1 0 0</inkml:trace>
  <inkml:trace contextRef="#ctx0" brushRef="#br1" timeOffset="60">14192 7789 7689,'-5'-13'535,"3"6"0,-7 3-440,5 8 0,-6 1 506,2 7 1,-5 0-140,-3 13 1,1-1 76,-6 9 0,4 5-161,-3 8 0,-1 6-241,-4 2 1,5 1 34,-1-1 0,3-1 11,1 1 1,2-1-155,11-12 0,0-1 48,4-7 0,10-3 106,2-5 1,10-7-127,3-6 0,1-1-712,7-7 1,-1-5 278,1-7 0,1-9-39,-5-3 0,4-1 304,-4-4 0,-5 3-120,-8-7 1,-3 0 121,-5 4 1,-2-1-48,-6 10 1,-7-1-30,-6 5 1,-10 5 125,-10 3 1,-3 8 678,-1 4 0,0 7-480,-1 2 1,7 4-263,2-5 1,7 5-240,1-5 1,10 1 187,-2-5 1,9 1-2019,0-1 2191,3 0 0,6 1 0,2-1 0</inkml:trace>
  <inkml:trace contextRef="#ctx0" brushRef="#br1" timeOffset="61">13609 7900 7569,'-8'-1'-130,"0"-2"21,-2-1 1,3 5 303,-1 8 0,0 3 553,-5 5 0,-3 9-328,-1 11 0,-5 6-38,1 6 0,4 1-126,0 0 0,5-2-73,3-3 1,4-2-116,5-6 0,3-5 69,5-3 0,1-9 46,12-3 1,0-9-52,4-4 1,1-2-406,3-2 1,1-11 68,3-6 0,-3-6-116,-5-6 0,3-3 96,-3-5 0,1-4 65,-10-1 1,-5-5-17,-6 2 1,-7-3 55,-6-2 0,-6 6 1,-11 3 0,3 8 33,-3 4 1,-2 9 480,-10 8 1,5 6-234,3 11 0,0 6-55,4 5 0,-1 5-270,10-5 0,-1 2 94,5-1 0,5-3-578,3 2 0,4-2 308,4-2 1,4 1 337,9-1 0,7 1 0,8-1 0</inkml:trace>
  <inkml:trace contextRef="#ctx0" brushRef="#br1" timeOffset="62">12604 8062 7569,'2'-13'-124,"2"1"398,4-1 0,-1 1 40,1 0 0,-1 3 25,1 1 80,4 0-409,-6 1 1,7-3-21,-1 6 1,-4 1 86,1 7 0,-2 5 40,1 7 0,2 5-2,-6 8 0,0 4-59,-4 8 0,-6 3 33,-2 6 0,-4-5-7,-5 1 1,2-8-41,-6 0 1,2-7 73,-2-6 1,-1-6-29,6-2 1,-1-9-4,5-4 0,-1-2 98,1-2 0,1-2-97,3-2 1,2-8-130,6-9 1,0-2 87,0-2 1,2 2 59,2 2 0,3 3-36,5 6 1,2 5-64,2 3 1,-1 2 108,6 2 0,0 7 0,4 5 0,-1 2-53,1 7 1,0-2 15,0 2 1,-4 1-229,-1-6 0,1 1 79,4-5 1,-6-1 130,-2-2 0,-4-2-277,0-3 1,-1-3-964,1 3 0,-5-4 622,0-4 1,-4 1-43,4-5 600,-5 5 0,3-13 0,-6 2 0</inkml:trace>
  <inkml:trace contextRef="#ctx0" brushRef="#br1" timeOffset="63">12269 8000 7569,'7'-6'0,"-3"-2"0,-1-3-65,1-2 109,-2 6 1,3-4 220,-5 3-128,0 3 1,0-6-10,0 2 0,0 2 67,0-1 0,-5 4-203,-4-4 0,-2 5 51,-1-1 0,-5 4 115,1 4 1,-6 0-56,1 9 0,2-4-170,-2 8 1,2-2 92,-2 1 0,3-2 41,6 3 0,5-8 11,3 0 3,-3-1 0,7 0-10,0 0 1,6-3 6,6 3 0,4-4 4,1 4 0,5-4-77,-1 5 1,1-2-93,-2 1 0,3 7 81,-7-3 0,1 4 18,-5-4 1,-5 4 31,-3 1 0,2 1-14,-2-2 0,-6-2 96,-6 3 0,-3-3-94,-1-2 1,-6-4 3,-3 0 1,-1-1-8,1 2 0,-2-4-247,2-5 1,-1 0-352,1 0-256,-2 0 544,9-5 0,2-2-64,8-6 1,4 1-699,4 0 1043,3-1 0,11-5 0,1-1 0</inkml:trace>
  <inkml:trace contextRef="#ctx0" brushRef="#br1" timeOffset="64">12269 7776 7569,'0'-18'0,"0"9"494,0-4-240,-5 9 1,2 0 453,-5 8-454,5 9 0,-8 9 15,3 11 1,-3 5-75,-2 12 0,5 4-190,0-1 0,0 7-175,-5-2 0,5-2 364,0 2 1,1-6-307,-2 2 0,4-3 112,5-1 0,0-6 0,0-2 0</inkml:trace>
  <inkml:trace contextRef="#ctx0" brushRef="#br1" timeOffset="65">2493 10033 7569,'-12'-4'348,"0"0"92,5 0-234,-4 4 1,4 0-12,-6 0 1,1 1 0,0 4 0,-1 3-36,1 8 1,-1 4-24,1 5 1,0-1 45,-1 1 1,6 0 22,3 0 1,3 0 157,1-1-332,0-4 0,7 2 105,5-6 1,2-3 36,7-5 0,-1-5-151,5 1 0,4-8-36,0-5 0,3-6-115,-8-1 0,4-6 63,-7 1 1,-3-2 124,-2-2 1,-8 4-152,-3 0 0,-5 2-298,-5-2 1,-7-1 188,-9 6 0,-8 1 116,-4 6 1,-3 0 115,-1 5 0,6 5-64,2 7 1,4 3-31,4 2 1,3-2 25,6-3 1,5 3 20,3-3 0,4 3-173,4 2 0,8-5-654,9 0 1,4-5 423,4 1 0,-2-2-55,6-2 473,0 0 0,5-6 0,-1-1 0</inkml:trace>
  <inkml:trace contextRef="#ctx0" brushRef="#br1" timeOffset="66">2903 9599 7569,'7'-5'146,"-2"-8"3,-5 0 0,0-1 241,0 6-179,0 5 1,-1-3 300,-3 6-352,2 6 1,-7 4 69,5 10 1,-6 8-48,2 13 1,-3 5 22,-2 7 1,-1 9-305,6-27 0,0 1 1,1 1-1,0 0 143,-1 2 1,0 1 0,0-3 0,2 0 32,-1 0 0,1 0 1,0 0-1,0-1-93,-6 31 0,3-3-89,1-6 1,4-4-119,-4-9 0,5-2-16,-1-6 0,-2 1 124,2-1 0,0-7 61,4-5 0,0-2-140,0-6 0,0-1-933,0-3 627,0-6 1,1-2 421,3-5 77,3 0 0,6-16 0,-1-5 0</inkml:trace>
  <inkml:trace contextRef="#ctx0" brushRef="#br1" timeOffset="67">2928 10306 7569,'-13'6'1408,"2"2"-1087,3 9 0,-2 2-138,6 6 1,0 0 22,4-1 1,0 1 7,0 0 1,0-4 6,0-1 0,6-6-15,2-1 1,8-7-24,5-6 1,4-2 16,4-7 0,-3-4-42,3-12 1,-3-1-377,-1-3 1,-6 2 185,-2-1 0,-9-3 71,-4 2 0,-4 0-145,-4 5 1,-10 4-648,-11 4 1,-1 7 427,-7 5 0,0 4 64,-4 4 0,0 9-99,-1 8 1,7 6-98,2 2 1,8 1 456,5-1 0,2 3 0,1 5 0</inkml:trace>
  <inkml:trace contextRef="#ctx0" brushRef="#br1" timeOffset="68">3945 10232 7569,'-8'-4'0,"-1"0"0,5 0 0,-4 4 0,4 2 183,-4 7 0,-1 2 576,-3 13 0,0 0-333,-1 9 0,1 0-199,-1 4 1,6-1-143,3-3 0,3 0-84,1-8 0,1 1-250,3-9 1,5-1 196,7-3 1,-1-7 116,6-1 1,-4-4-228,3-1 0,1-7-1122,4-5 1,-5-6 1283,1-7 0,-6-5 0,3-2 0</inkml:trace>
  <inkml:trace contextRef="#ctx0" brushRef="#br1" timeOffset="69">3821 10108 7569,'12'-1'-89,"1"-4"124,5 4 1,-3-9 125,5 6 0,-3 0 33,4 4 1,-2 0-265,2 0-46,2 0 1,-5 0 118,3 0 1,-3 6 103,-6 2 0,5 4 62,-1 5 1,-4-2 77,-3 6 0,-5-1-46,4 5 1,-5 4-82,1 0 1,-3 4 43,-1-4 0,0 1-54,0-1 0,0-3-127,0 3 0,5-7 124,-1-1 1,0-6 10,-4 2 0,1-8-193,3 0-28,-2-7 1,7 3 9,-4-10 0,4-3 133,-1-8 0,-1-4-7,2-4 0,-1-7-129,4-2 1,1-7-430,-1-1 1,5-5 264,-1 5 0,1 0 127,-5 4 1,-4 9 128,1 3 116,-1 9 1,0-1 154,0 9 0,-5 9-154,1 12 1,-2 0-76,-2 8 0,0 1 62,0 7 0,0-1-1,0 5 1,0-6-11,0 2 0,1-1 1,3 1 1,-1-3-496,5 3 1,1-7-251,3-1 0,0-6-621,1 1 1276,-1-2 0,1 4 0,-1 1 0</inkml:trace>
  <inkml:trace contextRef="#ctx0" brushRef="#br1" timeOffset="70">4702 10257 7569,'0'-25'183,"0"4"46,0 1 1,0 4 412,0 0-390,0 2 1,-2 7 81,-2 3 0,-3 5-61,-5 8 1,-5 5-68,1 10 1,-5 4-24,5 5 0,-1 0-36,5 8 0,1-1 29,2 2 1,4-8-83,5 3 1,1-8-163,3 0 0,5-8 76,7-5 0,3-3-218,6-5 1,0-2 117,0-6 1,0-2 95,0-2 0,3-4-216,1-9 0,0-2-800,-4-6 1,-4 0 475,0 1 1,-6-5 145,1 0 1,-3 0 132,-5 4 0,-3-4 66,-5 0 0,0 0 264,0 4 0,0 6-103,0 3 0,-1 3-382,-3 5 593,3-3 1,-6 9 1562,3-2-1324,2 8 1,-5 5-94,3 7 0,3 2-36,-3 3 0,2 6 34,2-2 0,0 3-275,0-3 0,2 3 81,2 1 0,-2 0 54,7-4 0,-2-6-150,1-2 1,2-3-61,-6-2 1,1-5 388,-1-3-100,-2-2 1,7-12-88,-4-2 1,0-9 96,-1 0 1,2-8-296,2-4 0,2-3 136,-6-1 0,4-1 127,-4-4 0,6 4-341,-2-4 1,2 9-1084,-2 4 0,3 9-130,-3 3 285,3 3 159,2 7 1,-2 9 45,-3 10 822,3 1 0,-4 10 0,5-4 0</inkml:trace>
  <inkml:trace contextRef="#ctx0" brushRef="#br1" timeOffset="71">5223 10418 7569,'-7'5'492,"1"-3"181,6 3 1,0-6-319,0-3 1,2-3-73,2-5 0,3-2-337,5-3 0,2-1 118,3-2 0,-4-8-115,4 3 0,-3-2 93,-2 2 1,-5 0 163,-3 0 1,-3 1-216,-1-1 0,0 5-446,0 4 0,-6 3 294,-7 5 1,-1 4 98,-6 8 1,-1 9 252,-4 7 0,4 5-57,1 4 1,5 0 20,-2 8 1,5-2-63,3 6 0,4-2 8,5-2 1,1-6-112,3-2 1,5-4-387,7-4 1,4-3 209,4-6 0,3-5 8,2-3 0,-2-8-270,6-4 0,-1-9 170,1-3 1,-1-1-237,-3-4 0,-3 3 147,3-7 1,-9 3 158,-3 1 0,-3-4 208,-2 0 0,-1-1-32,-3 1 1,2 8 70,-6 1-50,0 5 1,-5 8 463,-3 2 0,-4 7-223,-9 6 0,-1 2 205,-3 10 0,-2 3-160,2 5 0,2-1 27,-2 2 0,10-3-74,-1-1 1,8-2-148,0-2 0,2 1 47,2-6 0,0-3 5,0-5-149,0-5 1,2 2 28,2-5 0,3-1-73,5-3 1,0-3 26,1-6 1,-1-5 65,1-2 0,-5 0-99,0 0 1,-1-1-238,1-4 0,2 6 86,-6 3 249,0 7 141,-4 4 0,0 6-69,0 3 0,0 5 82,0 7 1,-4 3-32,0 6 0,-4-1-21,4-4 0,0 4-125,4-4 0,4-2-645,0-1 0,5-5 206,0-4 0,2 2-16,1-6 0,6-1 15,3-7 431,2-3 0,2-11 0,0-1 0</inkml:trace>
  <inkml:trace contextRef="#ctx0" brushRef="#br1" timeOffset="72">5868 10083 7630,'-1'-7'261,"-4"3"1,-2 3 336,-5 1 1,1 1-184,3 3 1,-3-1-17,2 5 0,3 1-192,-3 3 0,7 0-12,-3 1 0,4-1 115,1 1-173,0 4 1,6-1 5,2 4 1,-1-3 62,1 3 1,0 1-230,5 4 1,-1 0 71,0 0 1,1-1-225,-1 1 0,-1-1 98,-2-4 0,0 2-116,-5-5 0,1-1 48,-5-3 0,0-1 82,0 1 0,0-5-78,0 0 1,-6-5 86,-2 1 0,-3-3-217,-2-1 0,0-5 72,-4-3 0,3-1 107,-2-3 1,3 2-24,5-6 1,-2 2 45,6 2 0,-4 3-16,4 1 0,0 4 9,4-4 1,1 5 64,3-1 1,3-2-87,5 2 1,6-6 148,3 2 1,2 1-61,2-1 1,0-4-32,0-5 0,1-1-8,3 2 1,-3-2-72,3-3 1,-7-2 21,-1 2 1,-6-2-1,2-2 1,-5 1-122,-4 4 1,-2-2 77,-6 5 0,0-4 228,0 5 1,-2 5-120,-2 7 1,-3 2 290,-5 2 0,0 11-131,-1 6 1,-1 5 102,-2 3 0,6 5-100,-2 3 1,4-1-84,-1 1 0,4-4-719,5 4 1,0-6 668,0 2 0,5-2 0,2-3 0</inkml:trace>
  <inkml:trace contextRef="#ctx0" brushRef="#br1" timeOffset="73">7381 10257 7569,'-6'-9'1257,"1"1"-491,4 0-508,1 1 0,6 2-89,2 5 1,7-5 166,2 1 0,3 0-94,-3 4 0,6 0-304,2 0 0,0 0 107,4 0 1,1 0-579,-1 0 1,0 2-26,-4 2 0,-2-2-264,-2 7 0,1-5 404,-6 4 418,-5 0 0,1 5 0,-6-1 0</inkml:trace>
  <inkml:trace contextRef="#ctx0" brushRef="#br1" timeOffset="74">7406 10480 7569,'-5'7'1402,"-2"-2"-105,0-5-461,1 0-608,17 0 0,3 0-33,11 0 0,1 0-300,3 0 1,7-1 95,5-3 1,5-3-1228,-5-5 0,6-1 1236,-1 1 0,7-6 0,4-1 0</inkml:trace>
  <inkml:trace contextRef="#ctx0" brushRef="#br1" timeOffset="75">9441 9637 7569,'0'-13'324,"0"1"526,0-1 1,0 1-413,0 0 0,0 3 374,0 1-336,0 0-204,0-5-116,5 1 0,2 5-90,6 3 0,0 4-22,4 4 1,-2 9 92,6 7 0,-1 13-231,5 4 1,-5 9 57,-4-1 1,-2 0-397,-2 0 0,-5-1 219,-3 2 1,-2-9 86,-2-8 1,-6-4 175,-2-5 1,-7-2 131,-2-6 1,-5-5-78,2-2 0,-5-4 151,-4-1 0,3-1 17,-3-4 0,4-3-65,4-8 1,3 5 112,6-6 0,1 10 110,3-5-408,2 2 139,6 3 1,1 2-35,4 5 1,6 1-483,5 3 1,6 2-100,-1 2 0,6 3-299,2-3 1,6 2 345,-2-2 1,3 2-444,1-6 1,0 0 378,0-4 0,1-4-175,-1 0 1,-1-7 232,-3-2 1,3 0 411,-3-8 0,-3 2 0,-1-2 0,-7-2 0,-1 2 0,-8-3-202,0 0 0,-2-4 202,-7 3 0,0-2 361,-4 6 1,0 3-247,0 2 0,-1 3 658,-3 5 1,-3-2-246,-6 6 0,1 0-60,0 4 0,-2 7-71,-3 5 0,3 6-50,-2 7 0,6 0-238,2 0 1,5 4 85,-1 0 0,8-1-201,4-3 0,5-5 69,3-4 1,9-4 69,8-3 1,3-4 2,1-5 0,-1-7-57,-3-5 0,-2-2-171,-7-6 0,-6 4 58,-5 0 0,-6-3-57,-7-2 0,-2 2 61,-2-2 0,-12 6-283,-9-2 0,-8-1 133,0 2 1,-2 3-192,2 5 1,-1 5 65,5-1 1,5 3-420,8 1-159,2 5 0,8 1 389,6 2 0,11 2 494,10-6 0,8 0 0,3-4 0</inkml:trace>
  <inkml:trace contextRef="#ctx0" brushRef="#br1" timeOffset="76">10743 9215 7569,'0'-19'1830,"-4"5"-1532,0 6 1,-5 5-273,0-1 1,-2 9 436,-1 8 1,-2 6-108,-2 10 1,-4 9 167,-5 12 1,1 2-350,-1 10 0,5-4 237,4 4 0,4 3-119,3-7 1,4-4-99,5-9 0,7-9-126,5 1 0,10-12-169,7 0 1,6-14-1,-2-3 0,5-5 116,-1-3 0,6-7-402,-10-5 0,-4-6 200,-8-7 0,-11 0-200,-2 0 0,-5 0-111,-3 1 0,-10 3-115,-3 0 0,-9 8 216,-2 0 0,-1 6 163,-4 7 1,-1 2-430,1 2 0,0 4-9,4 9 671,0 2 0,0 6 0,0-1 0</inkml:trace>
  <inkml:trace contextRef="#ctx0" brushRef="#br1" timeOffset="77">8386 10492 7569,'-12'0'857,"0"0"-398,-1 0-69,6-5 303,-4 3-459,10-3 0,-3 5 117,8 0 0,4 4-51,9 0 1,3 0-64,9-4 0,8 5-56,9-1 0,8 0 14,4-4 0,5-2-318,-28 0 0,0 0 1,1 2-1,0-1 220,5-1 1,1 0-1,-1-1 1,0 0-167,3 1 1,-1 0 0,1-2 0,0-2 30,2 2 0,-1 0 0,6-1 1,0-1-271,3 0 1,0 0-1,2 0 1,0-1 285,-5 1 1,1 0 0,2-2-1,1-1-340,-1 1 0,-1 0 0,3-1 0,0 1 340,2 2 1,0 0-1,-2 0 1,1 0-35,1-1 0,0 1 0,0 0 1,1 0 105,-1 0 1,0-1-1,-5 1 1,0 0-36,-3 0 0,-1 0 1,-4 0-1,-2 1-32,-1 0 0,-1 1 0,-2-1 0,-1 1 154,24-1 0,-3 1 83,-9 4 1,-6 0-223,-2 0 1,-9 0 454,-4 0 0,-3 4-512,-1 1 0,-6-1 795,-3-4 1,-2 0-576,-1 0 494,-6 5-696,4-3 91,-10 3-406,4-5-84,-5 0-100,0 0 25,-5 0 1,-2 4-474,-5 0 1,-1 5 987,1-5 0,-6 11 0,-1-1 0</inkml:trace>
  <inkml:trace contextRef="#ctx0" brushRef="#br1" timeOffset="78">9106 10939 7569,'4'-8'530,"0"-1"11,-1 0 0,-2 2 643,-1-1-317,0 5-81,0-3-466,0 6 0,0 2 82,0 2 1,4 4 75,1 9 0,-1-2-132,-4 5 1,0 2-332,0 7 0,0-2 60,0 2 1,0-2-618,0 2 1,0-3 117,0 3 0,0-3-195,0-1 1,0 0 297,0 0 321,0 0 0,5-1 0,2 1 0</inkml:trace>
  <inkml:trace contextRef="#ctx0" brushRef="#br1" timeOffset="79">9577 10505 7569,'0'-7'1311,"0"1"-821,0 6 1,-1 6 506,-3 2-655,-9 14 0,-2 6-4,-5 13 1,-1 5-110,-4 7 1,-4 1-193,0 8 1,4-3 145,5 7 1,9-3-154,-2-6 1,9-7 124,0-9 1,8-8-196,4-4 1,9-4 85,4-4 1,6-5 102,2-7 0,1-5-230,-1-8 0,-2-5-240,2-7 1,-5-3 82,-3-6 1,-3-1 176,-6-3 1,-5 1-150,-3-5 0,-4 7 78,-4 1 1,-8 6 323,-9 6 1,-2 6-96,-2 3 0,-4 8-169,0 5 1,0 3-44,4 5 0,10-2-56,3 5 1,8-4-261,-1 0 1,5-2-513,5-2 1,7-1 942,9-2 0,2 2 0,2-4 0</inkml:trace>
  <inkml:trace contextRef="#ctx0" brushRef="#br1" timeOffset="80">10098 10728 11210,'-7'12'666,"3"1"1,-1 1-388,1 2 1,-5-1-3,5 6 0,-4-2-71,4 2 0,-2 1-48,2-5 0,3-1 9,-3-4 0,2 1 213,2-1-197,0 1 1,0-5 183,0 0-227,0-5 0,2 2-21,2-5 1,-1 0 12,5 0 1,0 0 42,5 0 1,0 0-186,4 0 0,-2 0 53,6 0 1,-1-1 101,5-3 0,-3 3-136,3-4 0,-7 3-167,7-2 1,-7 2 72,2-2 0,-4 3-69,0 1 0,-2 0-801,-2 0 475,1 0 164,-1 0 82,-5 0-1436,4 0 67,-10 0-274,5 0-23,-6 0 1900,-6 0 0,0 0 0,-7 0 0</inkml:trace>
  <inkml:trace contextRef="#ctx0" brushRef="#br1" timeOffset="81">10235 10765 7569,'0'-7'1536,"0"0"-836,0 3-26,0 3 12,0-5-170,0 6 1,0 6-211,0 2 0,0 6-111,0 7 0,0 1 354,0 11-309,0 0 0,-2 4-583,-2 0 1,2 2 263,-7 2 0,7-2-1148,-3 2 1,4-2 266,1-2 960,0 0 0,-6 0 0,0 1 0</inkml:trace>
  <inkml:trace contextRef="#ctx0" brushRef="#br1" timeOffset="82">10644 10790 7569,'0'-7'309,"0"-4"-309,0 3 0,0 2 0,0-1 1219,0 3-297,0 3-224,0-5 0,-4 13-302,0 6 1,-6 2 178,2 10 0,-2-2-195,2 10 1,-2-1-118,6 1 0,0 3-80,4-3 1,0-4 22,0-4 1,2-2-169,2-6 1,7-1-182,5-3 1,6-7-193,-1-1 1,2-4 210,2-1 0,0-11-486,0-6 1,4-5 272,0-3 0,-4-1 49,-5-3 1,-2-1 33,-1-3 0,-2-1 26,-11 5 0,0-4 297,-4 4 0,-1 1 402,-3 7 1,-5 5-250,-7 8 1,-3 2 192,-6 6 0,0 1 108,0 4 0,-4 1-191,0 7 1,4 3-370,5 1 1,5-1 80,-2-3 0,7-5 348,2 0-798,5-5 0,-2 4-2050,5-3-393,0-2 1680,5 3 1169,2-5 0,6-5 0,-1-2 0</inkml:trace>
  <inkml:trace contextRef="#ctx0" brushRef="#br1" timeOffset="83">12505 10158 7569,'0'-20'1195,"0"2"-820,0 6 0,-1 5 183,-3 3 1,1 4-205,-5 4 0,-2 4-113,-7 9 0,2 3 0,-5 9 1,-1 5 86,-4 7 1,-1-1-623,-3 5 1,3-2 263,-3 7 1,3-8-971,1 8 1,-4-9 557,0 1 1,0-9-1553,4-4 1994,6-3 0,-5-7 0,5-1 0</inkml:trace>
  <inkml:trace contextRef="#ctx0" brushRef="#br1" timeOffset="84">11910 10182 7569,'-13'0'4109,"6"2"-3598,3 2 0,3 3-273,1 5 1,0 6 227,0 3 1,5 2-91,4 2 1,7 1-537,5 3 0,4-3 8,4 3 0,4-3-89,8-1 1,-1 0-327,5 0 0,2-2-2832,7-2 3399,-3 2 0,10-3 0,-5 4 0</inkml:trace>
  <inkml:trace contextRef="#ctx0" brushRef="#br1" timeOffset="85">13237 10021 7569,'0'-8'1311,"0"0"-307,0 5-717,0-3 0,4 13-152,0 6 0,-1 6-75,-7 10 101,3 3 0,-10 5-145,2 0 1,-2 4-239,-1 1 0,4 0-755,-1 0 1,7-4 176,-3 4 800,4-4 0,1-1 0,0 1 0</inkml:trace>
  <inkml:trace contextRef="#ctx0" brushRef="#br1" timeOffset="86">13597 10158 7569,'-19'12'507,"-1"0"64,4 1 0,1 6-417,-6 6 0,10 1-136,-2 7 0,5-1 130,0 1 0,2-3-77,6-5 0,2-6-80,2-2 1,4-3 40,9-2 0,2-5-103,6-3 1,0-4 31,-1-4 1,1-4-99,0-9 0,0-2-28,0-6 1,-5-1-192,1-3 1,-7 1 151,-2-5 1,-1-1 90,-7-8 0,1 4-40,-5-4 1,-5 5-35,1 4 0,-5 0 1024,0 8 1,-2-1 130,-1 10-650,5-1 0,-3 9 124,6 0-271,0 5 1,5-3-311,4 6 1,2 4 126,5 1 0,6 4-94,3-1 0,1 3 52,-2 2 1,4 5-41,-4 2 1,-2 4 25,-1 1 1,-3 4-62,-2 0 1,0 5 78,1-1 1,-5-3 5,0-1 1,-1 0 257,2-4 0,2 1-77,-3-9 1,3-1 320,1-3-289,1-6 1,-1-2-5,0-5 0,0-5-114,-4-4 1,1-3 23,-4-5 0,-1-2-27,-4-6 1,0-1-114,0-3 0,-2 2-39,-2-6 1,-7 1 91,-5-1 1,-6 3-70,1 5 1,-3 5 47,0 4 1,-1 8-186,0 3 0,4 4-336,1 1 215,5 6 1,2 0-240,9 7 1,5-6 577,8-3 0,4 3 0,12 0 0</inkml:trace>
  <inkml:trace contextRef="#ctx0" brushRef="#br1" timeOffset="87">14416 9686 7569,'-13'0'0,"1"0"0,-1 0 1397,1 0-894,5 6 0,-4 1-240,3 5 0,1 2-166,-1 2 1,5-2-188,-1 3 1,8-8 61,4 0 0,3-3-107,2 3 1,3-4 70,1-5 0,3 0-162,-3 0 1,-1-5 23,-3-4 0,-2-2-8,-3-1 1,-2-4 122,-6-1 1,0-4-48,0 5 0,-2-6 125,-2 1 0,-3-2 71,-5-2 1,-1 0 224,1 0 1,0 0-141,-1 1 0,6 3 195,3 0 1,-1 6-123,1-1 0,-1 6 83,5 2-220,6-1 0,2-2-65,9 3 0,-2 1-68,6 3 0,-1 3 88,5-3 1,0 1-115,0-1 0,-5 2 21,1-2 1,-4 4-41,3 4 0,-5-1 102,2 5 0,-5 2-7,-3 6 1,-4 0 123,-5 4 1,0 5 178,0 4 0,-5 7 14,-4 1 0,-3 2-90,-5 6 0,2 5-364,-5 4 0,3 5 272,-4-1 0,1 2-548,-5 2 1,0 0 257,0 0 1,2-5-77,2-3 1,3-1-352,6-3 0,4 2-340,-1-6 0,7-4-981,-3 0 1903,4-9 0,1 1 0,0-2 0,0 1 0,0 2 0,0-2 0</inkml:trace>
  <inkml:trace contextRef="#ctx0" brushRef="#br1" timeOffset="88">14775 10257 7934,'-12'5'820,"-5"6"-460,1 6 1,-5 6 221,5 2 1,-1 5-436,5 8-113,-1-7 1,6 0 25,3-7 0,3 0 75,1-4 1,7-2-160,5-5 1,6-6 51,7-3 1,4-8-128,0-5 1,5-7 2,-1-5 1,2-6-24,-2-2 0,-7-2 54,-5 2 1,-7-2-76,-2-6 0,-5 1 307,-7 3 0,-10-2-79,-2 6 0,-14 2-7,-3 6 1,-6 9-41,-2 7 1,-10 7-685,-2 6 0,0 3-924,4 14 1567,5 3 0,-1 7 0,10-2 0,8-4 0,5-2 0,1-3 0</inkml:trace>
  <inkml:trace contextRef="#ctx0" brushRef="#br1" timeOffset="89">7803 12576 7569,'-7'-6'2949,"2"5"-2134,5-4-576,0 5 1,4-2-92,0-2 1,7 3-71,2-3 0,0 2-88,8 2 23,-6 0 1,9 0-155,-4 0 0,4 0-354,1 0 0,-5 0-365,1 0 0,-5 0 424,5 0 1,-6 0-1051,2 0 1486,-3 0 0,-8 6 0,0 1 0</inkml:trace>
  <inkml:trace contextRef="#ctx0" brushRef="#br1" timeOffset="90">7816 12762 7569,'-13'12'3521,"1"-5"-2285,-1 4-597,7-9 0,1 7 308,10-5-646,1 1 0,12-1-169,3 0 0,8 4-275,4-4 0,7 5-1329,1-5 0,6 0 444,-1-4 766,7 0 0,-2-6 0,5-1 0</inkml:trace>
  <inkml:trace contextRef="#ctx0" brushRef="#br1" timeOffset="91">9218 12328 7569,'6'-12'0,"0"-1"0,-6 1 0,0 3 514,0 1 825,0 5-1266,0-2 0,0 6 5,0 3 1,0 7 25,0 6 1,-4 5 90,0-1 0,0 2-12,4 2 1,1 1 11,3 3 0,-3-3-158,4 3 0,0-1-130,-1 1 1,0-3-45,-4 3 0,0-3-50,0-1 0,0 2-266,0-2 1,0 3-377,0-8 1,0 0 91,0 0 737,0-4 0,0 1 0,0-4 0</inkml:trace>
  <inkml:trace contextRef="#ctx0" brushRef="#br1" timeOffset="92">9490 12427 7569,'13'-25'0,"-2"2"91,-3 2 1,2-1 137,-6 6 1,4 3 203,-4 5-238,6 5 0,-7-2-12,5 5 1,-1 5 11,1 4 0,-1 6-321,-3 1 1,3 6 68,6-1 0,-5 6-35,0 2 0,-4 4 101,4-4 0,-5 5 1,1-6 0,-2 6-47,-2-6 1,-2 0 95,-2-7 1,-3 1 13,-5-6 1,-2-1 13,-2-6 0,-2-4-87,-3-5 1,-2 0-32,2 0 0,-3-7-134,0-5 0,4-2-19,4-7 1,2 6 77,2-1 0,5 2 238,3 2 0,2-1-106,2 1 0,6 5-66,2 3 1,4-2-13,5 2 0,2 1 266,6 7 1,0 3-18,0 6 1,-1-5-45,1 0 1,0 1-214,0 3 1,0 0-197,0 1 1,-2-1-365,-2 1 1,1-1 290,-6 0 0,2-3-625,-1-1 954,-3 0 0,9-1 0,-4-1 0</inkml:trace>
  <inkml:trace contextRef="#ctx0" brushRef="#br1" timeOffset="93">9962 12700 7569,'4'-12'388,"0"-1"1,0 5 87,-4 0-23,0 5-873,0-3 407,0 6 1,0 2 148,0 2 0,0-1-241,0 5 0,0-4-818,0 4 923,0-5 0,0 8 0,0-4 0</inkml:trace>
  <inkml:trace contextRef="#ctx0" brushRef="#br1" timeOffset="94">10346 12489 7569,'0'-12'0,"0"-1"238,-5 1 517,-2 0-567,-5 5 0,-1 1-135,1 6 1,4 6-57,-1 2 0,5-1 63,-4 1 1,5 0-124,-1 5 139,3-1 1,1 1 15,0-1 1,5-1-63,3-3 0,3 3 80,2-2 0,3 0-33,1-1 1,5 3 9,-1-2 0,1 2-105,-2 1 0,2-1 102,-5-3 0,4 4-140,-5-4 1,-3 3 76,-5 1 0,-4-4 26,4 1 1,-5-5-58,1 4 0,-4 0-103,-4 5 0,-4-1 32,-9 1 0,-3-2-153,-9-3 1,1 3-333,-5-3 1,4-2 271,-4-2 0,0 1-289,-4-1 0,4 1 583,-1-5 0,7-11 0,-3-3 0</inkml:trace>
  <inkml:trace contextRef="#ctx0" brushRef="#br1" timeOffset="95">10185 12514 7569,'25'-18'137,"0"4"1,2-9 57,-2 2 0,7 3-12,-7 2 1,1 2 236,-5 2-187,2 5 0,-8 1-497,6 6 0,-6 0 220,2 0 1,0 0-548,0 0 0,0 2 353,-5 2 0,0 3 238,1 5 0,-1 0 0,1 1 0</inkml:trace>
  <inkml:trace contextRef="#ctx0" brushRef="#br1" timeOffset="96">11054 12204 7569,'-2'-8'131,"-2"-1"0,1 7 265,-5-3 1,4 7-95,-4 6 1,-2 6-120,-7 11 1,4 9-98,-4 3 1,3 9 34,2-1 1,1 4-97,3 0 1,2-1 106,6-2 1,3-3-83,5-6 1,3-1 1,14-3 0,-2-4-215,11-9 1,3-3 105,4-9 0,2-4 69,-2-8 1,-8-4-153,0-9 1,-6 2 56,-7-6 0,-3 2-11,-9-1 0,-4-4 85,-8 3 0,-8 8-8,-9 0 0,-4 9-40,-4 0 1,-3 4-9,-5 4 0,1 7-475,3 6 1,3 5 43,5-2 496,6-2 0,1 11 0,6-3 0</inkml:trace>
  <inkml:trace contextRef="#ctx0" brushRef="#br1" timeOffset="97">11810 12365 7569,'9'0'124,"-1"0"1,-4-4-102,4 0 331,-5 0-154,3 4 0,-6 1-54,0 3 1,0 5-78,0 7 1,0-1 72,0 6 1,0 0 17,0 3 1,0 0-135,0-4 1,0 4 69,0-3 0,1-2-148,3 2 0,2-5 114,2 5 0,3-7 50,-3-2 1,3-1-163,2-7 1,-1 4-65,0-4 0,5 1 24,0-5 0,5-6 77,-2-2 0,0-7-125,0-2 1,1-1 49,4 2 0,-6 1-47,-2-6 1,-5 4 84,-4-3 1,-2 4-18,-6 0 1,0-2 12,0 1 1,-6 0-17,-2 0 0,-9 3 101,-3-2 0,-4 2-84,0 2 1,-1 1 114,0 2 1,0-2-7,0 3 0,-4 2-16,0 2 1,-1 3-73,1 1 1,3 0 6,-3 0 0,3 1-52,1 3 0,2 3-128,2 6 0,-1-2-161,5-3 1,1 4 120,3 1 1,2-1-58,3 5 0,2-3 302,6-2 0,0 6 0,0 1 0</inkml:trace>
  <inkml:trace contextRef="#ctx0" brushRef="#br1" timeOffset="98">12617 12502 7569,'-7'-13'23,"-3"-3"149,6-1 0,0-4 62,4 5 0,0-5 12,0 5 0,-4-6-157,0 1 1,-2 3 58,2 2 1,-1 0-276,-4 0 1,-2 6 70,3-2 0,1 2-71,-1-2 0,0 5 174,-5 3 1,5 2-12,0 2 1,-1 0-74,-3 0 1,-2 2 1,-2 2 0,2 7 95,-3 5 0,-1 6-41,2-1 1,-1 3 21,5 0 1,1 1-29,3 0 1,2-4 7,6-1 19,0-5 0,6 2-6,2-9 1,8-2-12,5-6 0,4-3 4,4-5 0,-3-1-229,3-7 1,1-3 68,-1-2 1,0-1 0,-4 1 0,0-2 83,0 2 1,-6 3 26,-3 2 0,-2 2-97,-1 2-42,-6 5 481,-2 1-40,-5 6 1,-5 7 71,-4 5 0,-2 2-129,-1 7 1,-1 4 43,1 4 0,0 4-91,-1-4 0,2 5-198,3-1 1,-2 3-35,6 1 1,0 6-68,4 2 0,-4-1-162,0 2 1,0 5-566,4 7 1,-5 1 849,1-1 0,-4 1 0,4-5 0,1-2 0,2-1 0</inkml:trace>
  <inkml:trace contextRef="#ctx0" brushRef="#br1" timeOffset="99">13237 12328 7569,'7'-18'0,"3"-1"152,-6-6 8,5 6 1,-6 2 8,5 9 132,-5-3 112,3 4-277,-6 0 0,0 3-453,0 8 258,-6-3 0,3 10 142,-5-2 1,0 6 33,-5 1 0,5 2-98,0-1 1,5-3 14,-1 2 1,3-2-162,1-2 198,0 1 0,5-2 1,3-3 0,-1-2-94,2-6 1,-1-2-167,4-2 1,3-4-32,-2-9 0,2 3 80,-7-2 0,-1-3 83,1-2 0,-5-1-54,1 1 0,-4-2-174,-4 2 1,1-2 134,-5-2 1,4 4 38,-4 1 0,5 4 78,-1 0 1,1 2 118,-1 2 0,3 3 24,-3 1 0,2 0-63,2-5 0,6 5 25,2 0 0,3 1-46,1-1 0,6-3 78,3 2 1,1 4-86,-1 1 1,1-2 6,-6 2 1,5 0 108,-5 4 1,1 1-6,-5 4 1,-1-3-60,-2 7 1,0 3-20,-4 5 0,-1 5 104,-4-2 1,0 5-54,0 4 0,-6-1 83,-2 5 1,-3 0-61,-2 4 1,-3 4-31,-1 1 1,-3 4-39,3 0 1,-4 1-52,5-2 0,-5 3-223,5-2 0,-1 1 10,5-2 1,1 4-308,2-4 0,4-2 251,5-2 1,0-4-334,0-4 0,3 0 3,5-8 591,0-3 0,12-7 0,-7-2 0,0-4 0,-6 2 0,-5 3 0</inkml:trace>
  <inkml:trace contextRef="#ctx0" brushRef="#br1" timeOffset="100">13622 12663 7569,'-6'-13'0,"-1"7"223,-5 1 1,-1 5 371,1 5 0,0 3-209,-1 8 1,6 2-155,3 3 1,3 2-261,1-2 0,7-3 29,5-2 0,7-3 32,10-5 0,4-2 132,9-6 0,-4-6-26,4-2 1,-4-9-323,0-3 0,-3-9-72,-1-4 0,-11-3-108,-11-1 0,-5-1 161,-7 1 1,-11 1-78,-5 3 1,-12 4 46,-5 9 0,-12 7 87,-5 9 1,-4 6-182,0 6 0,-2 11 326,-6 14 0,16 4 0,9 2 0,8-2 0,4-2 0</inkml:trace>
  <inkml:trace contextRef="#ctx0" brushRef="#br1" timeOffset="101">7741 14610 7569,'-7'-6'204,"2"5"-195,-1-4 135,5 5 33,-10 0-143,9 0 0,-3-2 0,5-2 1,5-4-4,4-9 1,3 2 3,5-6 1,-2 1 71,6-5 1,-1 4-64,5 1 1,-4 4 53,-1 0 1,-4 4-59,0 3 1,-1 2 34,2 3-58,-3 3 0,4-1-2,-6 7 1,-4 4 3,0 0 1,1 2-5,3 1 0,1-4-89,-1 0 1,0-1 59,1 2 0,-1-4-135,1-5 0,3 0 78,1 0 0,3-5-212,-3-4 1,4-2-53,-5-1 0,1 1-41,-5 3 0,-4-2-137,1 6 359,-1 0 1,-1 5 153,-3 3 0,-3 3 0,-12 11 0,-3 1 0</inkml:trace>
  <inkml:trace contextRef="#ctx0" brushRef="#br1" timeOffset="102">7865 14945 7616,'-7'-2'112,"3"-2"1,4-5 166,4-4 1,-1-2-154,5 7 1,1-3 6,3-2 1,-1 1-390,-3 0 1,3 3 131,-2 1 0,2 1 6,1-1 0,-4 1 137,1 3 1,-1 3 138,4-4 1,1 4-99,-1 1 1,5 1 104,-1 4 1,2-3-148,-1 7 0,-4-1 7,4 4 1,1 3 35,-2-2 0,5 1 5,-4-10 1,1 4-191,-2-4 1,-1 0-189,6-4 0,-4-5-218,3-4 0,1-2 530,4-1 0,0-11 0,-1-4 0</inkml:trace>
  <inkml:trace contextRef="#ctx0" brushRef="#br1" timeOffset="103">9292 14374 7569,'0'-18'425,"0"5"0,0-9 1,0 5-49,0 2 1,0 5-47,0 2-181,0 5 1,-1-1 32,-4 8 1,4 7-110,-3 6 0,-2 9 64,2-1 0,0 6-99,4-2 1,0 6 6,0-2 1,0 3-78,0 1 0,0-4 8,0 0 1,4-5-79,0 1 1,6 1-488,-2-1 1,-1-2 302,2-6 1,-5 1-416,4-5 1,0-1 133,5-3 0,-4-7 566,4-1 0,-4-4 0,9-1 0</inkml:trace>
  <inkml:trace contextRef="#ctx0" brushRef="#br1" timeOffset="104">9677 14325 7569,'13'-11'0,"4"2"376,-9-7-264,-2-3 1,5 5 270,-3-3 62,-3 9-380,6-3-37,-4 10 1,2-4 97,-1 10 1,-1 1-12,1 7 1,3 5 17,-3 2 0,3 4 8,2 1 1,-2 1-111,-3 3 1,3 3 83,-3 5 1,-2-1-164,-2-3 0,-3 2 30,-1-1 0,0-4 98,0-1 0,-8-4-86,0-5 0,-10-2-187,6-5 0,-9-5-82,0 0 1,2-5 74,-2 1 1,1-4 1,-5-4 1,0 1 86,0-5 0,6 4 388,2-5 1,4 3 180,0-3-148,6 4 1,2 3-165,5-2 0,1 3-52,3-3 1,3 2-29,6 2 1,4 0-1,4 0 0,4 0-227,4 0 1,-2 5 69,7-1 0,-6 0-406,6-4 1,-5 0 193,4 0 1,-4 1-478,4 3 0,-6-2 780,2 2 0,-3 3 0,-1 0 0</inkml:trace>
  <inkml:trace contextRef="#ctx0" brushRef="#br1" timeOffset="105">10260 14622 7569,'12'-19'540,"-4"-3"171,1 5 1,-5 2-64,4 7-177,-5-3-273,2 10-293,-5-5 1,-1 8 62,-3 2 0,-3 3-29,-6 5 0,7-4-605,1 0 0,0-3 138,1 3-719,0 0 1247,4 5 0,0-1 0,0 0 0</inkml:trace>
  <inkml:trace contextRef="#ctx0" brushRef="#br1" timeOffset="106">10731 14275 7569,'7'-12'0,"4"-1"0,-8 2 126,5 3-196,-5-3 124,2 10 104,-5-5 0,-5 12 33,-4 2-179,-2 8 0,-1-2 53,0 3 0,-1 1 11,1-2 0,-1 1 126,1-5 0,1 1-103,3-1 1,-2 0 101,6 1 1,0-5-77,4 0 1,0-4-47,0 5 0,1-2-12,3 1 0,3-1-20,6-3 1,3 1 4,1 4 0,5 0-4,-2-5 1,0 6-107,0-2 0,1-1 59,4 1 1,-6-1-53,-2 2 0,-3 2-5,-2-3 1,0 3-59,1 1 1,-6-3 73,-3-1 0,-3-4-76,-1 4 1,-3 1 54,-5 3 1,-2 0-86,-10 1 0,-1-1-240,-4 1 1,-1-5 127,-3 0 1,-3-1-335,-5 1 0,4 2-10,0-6 602,6 0 0,-9-4 0,4 0 0</inkml:trace>
  <inkml:trace contextRef="#ctx0" brushRef="#br1" timeOffset="107">10471 14362 7569,'12'-18'228,"0"4"0,2-8 500,3 6-441,-4-6 0,10 12-45,-7-2 1,6 3-132,-1 1 1,2 2-593,2 6 0,4 0 238,0 0 0,0 0-327,-4 0 0,1 0 158,3 0 0,-3 5-279,3-1 691,-3 5 0,4-2 0,2 6 0</inkml:trace>
  <inkml:trace contextRef="#ctx0" brushRef="#br1" timeOffset="108">11339 14101 7569,'0'-17'1015,"0"3"-632,-6-4 0,0 11 189,-7 3-335,1 8 0,-5 6-86,1 10 1,-6 6-134,1 12 0,2 0 144,-2 4 1,4 0 12,-3 4 0,9 1-186,-2-6 0,9 0 57,0-3 1,4-5-136,4 0 1,9-7-2,7-1 1,8-3-60,1-10 1,5 2 41,-1-10 1,-2-3-105,-2-9 1,-3-2 68,-1-10 0,-10 3-82,-3-3 0,-9-1-1,-3-4 1,-11 2 76,-10 2 0,-8 3 184,-4 6 1,-3 5-81,-1 3 1,-3 12-34,3 4 1,-2 5-295,10-1 0,6 8-867,6 5 1238,9 0 0,8 1 0,7 2 0</inkml:trace>
  <inkml:trace contextRef="#ctx0" brushRef="#br1" timeOffset="109">11959 14250 7569,'7'-5'-43,"4"-2"1,-5-6 28,2 1 0,2 4-19,-6 0 1,1 1 141,-1-2 0,-2 3 435,2 1-262,-3 4-144,-1-5 0,-1 6 37,-3 0 1,-2 6-26,-2 2 1,-3-1-20,3 1 1,1 5 2,-1 3 1,5 1-173,-1-5 1,2 1 67,2-1-134,0 1 0,2-2-45,2-3 1,3-3 14,5-5 0,-4 0 8,1 0 1,-1-5-135,4-3 1,-1-3 107,-2-2 0,0-1-62,-5-2 1,1 1-22,-5-6 0,-5 6 18,1-2 1,-5-1 209,0 2 0,2-1 73,-1 5 114,0-1 0,0 2-47,-1 3-27,7-3 1,-3 6-50,10-4 1,3-2-10,8 3 0,4 1-30,5-1 1,1 0 27,3-5 0,-2 2-45,6 3 1,-5-2 32,1 6 0,-3 0 0,-1 4 0,-2 0-24,-2 0 0,-3 0 3,-6 0 0,-1 6-21,-2 2 1,0 4 21,-5 5 0,0 2 106,-4 6 1,-4 0-61,0-1 0,-5 5 201,0 0 0,-2 4 6,-1-4 1,-1 9 11,1-5 0,-2 7-100,-2-3 0,2 1-38,-3 8 1,4-5 23,0 5 0,1-5 46,-1 4 0,5-3-785,0 3 1,0-3 331,-5 3 0,5-4-517,0 5 0,5-10 337,-1 1 0,2-8-161,2 0 1,2-4 582,2-5 0,3-7 0,5-8 0</inkml:trace>
  <inkml:trace contextRef="#ctx0" brushRef="#br1" timeOffset="110">12406 14684 7569,'7'2'235,"-3"2"1,-3 3 375,-1 5 0,2 2-312,2 2 0,3 0-219,5 4 0,6-5-307,3 2 188,2-9 0,6 2 26,0-6 0,4-1-75,-4-7 1,4-7 145,-4-6 1,-1-5-95,-8 1 0,-6-6 220,-6-2 0,-6 0-59,-2 4 0,-13 0 107,-11 1 1,-4 8-105,-9 4 1,1 8-210,-10 0 1,6 9-236,-1 8 1,3 2-552,0 10 0,8 1 867,5 7 0,0 3 0,6-5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913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4317 17400 7157,'0'-12'-274,"0"0"1,0-1 556,0 1 0,0 4 386,0-1-205,0 1 235,0 1-243,0-4-52,0 10-320,0-5 38,0 6 1,0 2 60,0 2 1,2 7 62,2 5 0,-3 11 37,3-3 0,-2 5-212,-2 0 1,0-1-145,0 5 0,-2-6 164,-2 2 0,3 2 46,-3-2 0,2 0-1326,2-5 0,0-3 585,0 0 1,0-6 54,0 1 549,0-7 0,0 2 0,0-4 0</inkml:trace>
  <inkml:trace contextRef="#ctx0" brushRef="#br0" timeOffset="1">4143 17301 7569,'0'-14'0,"0"-2"0,0 2 109,0-2 0,5 2 232,-1 1 0,5 1-184,0 0 1,-2 1-9,1 2 1,0 0-242,4 5 0,1-1 78,-1 5 0,1 0 36,-1 0 1,6 6 76,3 2 1,2 5-1,2 3 0,0 3 71,0 6 0,-1 1 65,1 3 1,0 3-169,0 5 0,-5 0 3,1 1 1,-10-5-16,2 0 1,-5-1-119,0 1 1,-2-2 76,-6-2 0,-6-4 54,-2 0 0,-5-2-29,-3-6 1,-5 1 39,-8-2 0,-2-6 77,-7 2 0,5-3-81,0-1 1,4-3 18,-4-5 0,7 0-72,1 0 1,2 0-115,6 0 1,1 0-275,3 0 0,5 0-39,0 0 328,5-5 0,-1 3-390,8-2 1,8 3-588,9 1 0,2-4 1054,2 0 0,0-6 0,0 3 0</inkml:trace>
  <inkml:trace contextRef="#ctx0" brushRef="#br0" timeOffset="2">4813 17450 7569,'7'0'0,"-1"-1"-151,-6-3 1,0 2 1243,0-3-248,0 5-130,0 0-505,-6 5 0,4 2-195,-7 6 0,6-1 150,-1 0-429,3 6 0,1-4 182,0 3 1,0-4 140,0 0 1,0-5-272,0 0 1,4-4-477,0 5 1,2-7 687,-2 3 0,3-10 0,5-1 0</inkml:trace>
  <inkml:trace contextRef="#ctx0" brushRef="#br0" timeOffset="3">4702 17326 7569,'0'-12'-64,"0"5"171,0-4 0,0 8 7,0-5 0,5 5-205,3-1 27,4 2 1,1 2 9,4 0 0,-2 0-196,6 0 0,1 0 107,7 0 0,-3 0-111,3 0 1,1 2 28,-1 2 1,0-3 224,-4 3 0,0-2 0,-1-2 0,0 0 0,-3 0 0,-3 0 0,-6 0 0,0 4-14,1 0 0,-5 0-99,0-4 766,-5 0-279,3 0 252,-6 0-173,0 0-315,-6 0 0,-1 2 64,-5 2 1,1 3-4,2 5 0,-2 0-95,3 1 1,-2-1 6,2 1 0,-1 3-48,4 1 1,1 1-151,4-2 0,0-2-8,0 3 0,0-4 69,0 0 1,4 3 68,1 1 1,3-1 44,-4-3 0,4-5 64,-4 0 41,1 1 251,0 3-289,-4-5 0,-1 2 109,-8-4 0,-7-1-386,-2-4 0,-5 4 87,2 0 0,-4 0 147,-1-4 1,5 0-389,-1 0 0,6 2-1450,-2 2 1241,9-3 485,3 10 0,10 1 0,2 8 0</inkml:trace>
  <inkml:trace contextRef="#ctx0" brushRef="#br0" timeOffset="4">5421 17413 7569,'13'-13'24,"-1"1"336,-5 0 107,4 5-284,-10 1 1,4 12-1,-10 2 1,-2 4-90,-5 5 0,1-2 87,3 6 1,-3 1-30,2 7 1,0-4 37,1-1 0,-2 1-32,6-4 1,-2-3-90,2-2 1,3 2-136,-3-1 1,2-5-336,2-4 326,6 1 1,-3 2-269,5-3 1,0-2 170,4-6 0,2 0-493,3 0 1,-2-2 170,6-2 1,-5-1 493,5-4 0,0-7 0,3 2 0</inkml:trace>
  <inkml:trace contextRef="#ctx0" brushRef="#br0" timeOffset="5">5669 17500 7569,'-7'5'23,"-4"-3"149,5 3 0,-5-4 140,2 4 1,0 2-87,4 5 1,-3 0-40,4 1 1,0 1-5,4 2 1,0-2-187,0 2 1,0 2 46,0-1 0,5-1-13,4-3 0,3-6 26,5-3 0,-2-3-178,6-1 0,-5-1-95,5-3 1,-5-3 81,5-6 0,-6-3-98,2-1 0,-8-5 59,0 2 1,-7 0-65,2 0 0,-4 0 9,-4 0 0,-3-2 87,-5 5 1,1 1 86,3 3 1,-3 2 99,2 3 0,3-2 219,-3 6 0,5 0-22,-4 4 69,5 0-95,-2 0-220,5 0 0,1 0 38,3 0 1,3 0 5,5 0 1,2 4-7,3 0 0,-3 2-20,2-2 1,2-1 104,-1 5 1,3-4-102,-3 4 1,-1 1 2,-3 3 1,-1 0 12,1 1 1,-1-1 2,0 1 1,-1 3 1,-2 1 0,0-1-3,-5-3 0,5-1 6,-5 0 0,5 1-5,0-1 1,-4-4-224,-1 1 100,3-7 0,-4 4 59,5-6 1,-5-1 26,1-4 1,2-1-157,-2-7 0,0 1 6,-4-1 0,0-3 73,0-1 1,0-3 41,0 3 0,0 1-14,0 3 0,-1 5 531,-4 0-197,4 5-175,-4-3 0,5 8-52,0 2 1,0 0 102,0 8 1,0-2-81,0 7 0,4-2-26,0 1 1,5-2-33,0 3 1,2-5-103,1-4 1,5 2-61,-1-6 0,5 0 57,-5-4 1,5-1 5,-4-3 0,5-7 59,-2-6 0,0-5-68,0 1 0,-4-2 50,0-2 0,-2 0 0,-2 1 1,-3 4 40,-1 4 164,-5-4 286,2 7-147,-5 0-172,0 8 1,0 6-51,0 3 1,-4 7 138,0 6 1,-2 5-39,2-2 1,3 4-82,-3 1 0,2 4-41,2 0 1,0-2-128,0-6 0,0 1-46,0-6 0,4-3 6,1-5 319,-1-5-190,1 2 1,2-10-217,6-3 1,-5-9 4,0-4 0,0-3-3,5-5 0,-5 2 82,0-2 0,1 3-67,3 2 1,-4 4 658,1 4-302,-7 7-38,9 4 0,-8 6-75,5 3 1,-4 9 103,5 7 1,-7 4-124,3 1 0,2 1-208,1 3 0,-1-3-139,1 3 1,0 1-434,5-1 0,0 0-218,4-4 0,-3-4 943,2-1 0,9-5 0,1 3 0</inkml:trace>
  <inkml:trace contextRef="#ctx0" brushRef="#br0" timeOffset="6">6575 17525 7569,'0'-20'173,"0"2"1,0 6 282,0 0 0,0 3 21,0 1 1,0 4-125,0-4 1,1 3-301,4-3 0,1 4 83,7-4 1,5 1-183,2-1 1,5-3 47,4 2 0,2 2 34,2-1 0,7 1-96,-3-1 0,1-2-378,-5 6 1,3-4-348,-3 4 0,-2 0 360,-2 4 1,-5 0 424,-3 0 0,3 0 0,-5 0 0</inkml:trace>
  <inkml:trace contextRef="#ctx0" brushRef="#br0" timeOffset="7">6910 17227 7569,'0'-13'14,"0"1"241,0 0 143,0-1 188,0 6-412,0 2 1,0 16 8,0 5 1,-1 6 123,-4 3 0,3 6-84,-7 2 0,7 2-49,-2 3 0,2 3-55,2 0 1,0 1-114,0-5 0,2-1 138,2-3 1,3-3 28,5-5 1,0-2-882,1-2 0,-1-9 369,1-7 1,5-4 138,2-1 0,4-7 31,0-5 1,1-6-11,0-7 0,-4 0 48,-1 0 1,-4-4-57,0 0 1,-8 1 170,-3 3 0,-4 1-76,-1 4 1,-6 2 175,-2 5 0,-3 6-107,-1 3 0,-6 3 239,-3 1 0,-1 5-19,1 4 1,-1 7-20,6 5 0,1-2-61,6 2 1,4 0 2,5 3 1,5 1-138,4 0 1,7-4 71,5-1 1,2-9-82,2 2 0,5-5 51,3 0 0,3-2-101,2-6 0,-3-10 18,-2-2 1,2-9 12,-6 0 0,0-2 11,-4-2 0,-6 0-1,-3 1 1,-6-1 40,-2 0 1,-5 0-22,1 0 0,-2 5 242,-2-1 0,0 10-78,0-1 0,-2 7-125,-2 1 1,1 3 139,-5 1 1,4 0 201,-4 0 0,4 7-95,-5 5 1,5 6-77,-4 7 1,5 0-225,-1 0 0,3 1 118,1 3 0,0-3-318,0 3 0,0-4 124,0-5 0,1-3 61,3-9 309,-2 3 12,3-10 0,-5-2-201,0-11 0,0-6-18,0-7 1,0-4-171,0 0 1,0-8 125,0 4 0,0 0-270,0 8 1,4-3 136,0 4 0,5 1-510,-5 11 0,5 1 118,0 3 1,3 2-99,5 6 0,-2 2 609,5 2 0,1 8 0,4 7 0</inkml:trace>
  <inkml:trace contextRef="#ctx0" brushRef="#br0" timeOffset="8">8411 17636 7569,'0'-12'111,"0"-1"1,0 5 229,0 0-65,0 5-45,0-2 1,0 6 74,0 3 0,0 8 27,0 9 0,-1 8-48,-3 4 0,1 3 48,-5 1 1,3 4-105,-3 1 1,1 2-189,-1-7 1,-2 2 55,6-10 0,0 2-53,4-6 0,-4-3 63,0-9 0,0-5-156,4 0 0,-2-5 105,-2 1 1,3-9 38,-3-8 0,1-6-476,-1-10 1,2-7 211,-2-5 0,3-12-569,1 0 0,5-8 145,4-5 1,-2 30-1,1 0 347,0-1 0,0 0 0,3 0 1,2 2-112,12-27 1,-1 11-22,5 6 1,2 10 597,-2 6 1,4 10-214,-4 7 0,1 5 154,-1 7 0,-4 5-173,0 3 0,-2 10 258,-6 7 0,-1 1 278,-4 7 0,-5 0-310,-2 5 1,-5-1-4,-5 0 1,-3-5-107,-8-3 0,0-3 172,-4-1 0,-5-6-77,-4-2 1,0-4-80,4 0 0,-4-2-8,0-3 0,-1-1 28,1-3 0,4-3-299,0 4 1,2-4-431,6-1 0,5 0-40,4 0 152,5 0 0,-1-4 7,8 0 0,8-6 138,9 2 0,4 1 150,4-1 1,-2-5 180,7-3 0,3-2 0,4 1 0,0 2 0,-3-6 0,3 1 0,0-5 0,-3 4 69,-5 1 0,-6 4 74,2 0 1,-8 3 1101,-5 5-569,-2-3-224,-1 10 1,-7-3-138,-1 8 1,-4 8 4,-1 9 0,0-2-167,0 2 0,-4 0-11,0 3 0,0 0-8,4-4 1,0 2-48,0-5-299,0 0 165,0-5 253,0-5 1,1-9-120,3-10 1,3-2-152,5-6 0,5-5 6,-1-4 1,2 0 72,-1 4 1,-3-4 49,2 0 1,1 2-4,-5 6 1,3 3-69,-6 6 0,2-1 49,1 1 1,-4 5-107,1 3 0,-5 2 85,4 2 0,-4 0-53,4 0 0,-3 6 62,3 2 1,-1 3-7,1 2 0,2 5 5,-6 2 1,4 0-4,-4 0 1,4 1-75,-3 4 1,3-5 60,-4 1 0,0-2-432,-4 2 1,2 1 179,2-5 0,-3 3-1291,3-3 438,-2-1 579,-2-3 1,-2-6 511,-2-3 0,3 3 0,-5 0 0</inkml:trace>
  <inkml:trace contextRef="#ctx0" brushRef="#br0" timeOffset="9">9180 17239 7569,'7'-12'875,"-1"5"-549,-6 1 0,4 5-125,0-3 0,1 3-256,0-4 1,0 5-44,3 5 42,3-4 1,-4 6-96,6-3 1,3-1-311,1 5 1,-1 0 460,-3 5 0,-1-1 0,1 0 0</inkml:trace>
  <inkml:trace contextRef="#ctx0" brushRef="#br0" timeOffset="10">9490 17314 7569,'0'-13'211,"0"1"469,0-1-218,0 1 1,0 4-101,0 0 0,-1 5-101,-3-1 0,1 4-78,-5 4 1,1 4 119,-1 9 1,-3 2-55,2 6 1,0 1-48,1 3 1,2-2-64,6 6 1,0-5 0,0 1 0,6-3-57,2-1 1,7-4-126,2-1 1,5-5-290,-2 2 1,4-5 216,0-3 1,1-4-331,0-5 1,0-1 125,0-3 0,0-3-22,-1-6 0,0-5-16,-4-2 0,-2-2-83,-5 1 0,-6-1 42,-3 5 0,-3-3 97,-1 3 1,-5 1 248,-4 3 1,-6 2-47,-1 3 0,-6 4 493,1 8 0,-2 3-149,-2 5 1,1 6 60,4 3 0,3 2-83,9 2 0,-2 4 48,6 0 1,0 4-455,4-4 1,7 0 138,5-4 1,2 0-657,7-1 1,1-3 697,7 0 0,-3-6 0,4 3 0</inkml:trace>
  <inkml:trace contextRef="#ctx0" brushRef="#br0" timeOffset="11">10595 17425 7927,'0'-12'920,"0"-1"-708,0 1 1,0 4 144,0 0 0,-5 3 764,1-3-815,0 5 84,4-2-569,0 5 1,2 0 174,2 0 1,7 1-484,5 3 0,6-2 310,-1 2 0,7-1 70,1 1 1,4-3-149,-4 3 255,-6 3 0,0 0 0,-3 5 0</inkml:trace>
  <inkml:trace contextRef="#ctx0" brushRef="#br0" timeOffset="12">10409 17661 7569,'-7'-25'0,"2"2"364,10 2-228,-4 3 1,10 7 283,-3 3 0,3-2 488,2 6 1,1 0-527,2 4 0,3 0-148,6 0 1,1 5-2893,3 4 2658,-3 2 0,10 1 0,-4 1 0</inkml:trace>
  <inkml:trace contextRef="#ctx0" brushRef="#br0" timeOffset="13">11922 17351 7569,'-1'-7'-105,"-3"3"119,2 2-40,-9-3 56,10 4 106,-10-5 1,8 2 105,-5 0-144,5 0 1,-4 0 149,3-1-28,3 1-78,-5 4 271,1 0 1,-2 2-96,-6 2 0,1 4-37,-1 9 0,-3 3-80,-1 9 1,1 0-33,3 8 1,1-4-187,0 5 1,1-1 89,2-4 1,4-7 83,5-1 1,1-4-103,3-1 1,3-3-317,6-9 0,4-2 112,4-6 1,3-3 43,0-5 1,5-8 36,0-13 1,0 2-62,-4-6 0,0 0-62,0-4 0,-7 5 28,-6 3 1,-5-1 85,-7 1 1,-1 0 1,-4 4 1,-7 0-447,-9 0 1,2 6 276,-2 2 1,1 9 150,-5 4 1,0 3-44,0 1 1,2 1 34,2 3 1,3 3-139,6 5 1,3 1 86,1-1 1,5 1 34,-1-1 0,8 0-81,5 1 198,2-1 0,7 1 0,1-1 0</inkml:trace>
  <inkml:trace contextRef="#ctx0" brushRef="#br0" timeOffset="14">12232 17400 7569,'6'-6'0,"1"-5"0,1 5 349,0-2 648,-5 2-702,2 6 0,-5 7-118,0 6-40,0-1 1,-1 10 12,-3-5 1,3 5-24,-4-2 1,4-2-99,1-1 1,0 1 161,0-2-234,0 1 13,0-10 107,0-2-78,0-5 1,0-10-158,0-2 0,4-4 121,0-1 0,6 2-47,-2-6 0,-1 1-23,1-5 0,1 4 48,3 0 1,0 6 15,1-1 0,-1-2 24,1 1 0,-1 5 48,0 4 0,1 5-16,-1-1 0,1-2 11,-1 2 1,1 0 7,-1 4 0,0 1 60,1 3 1,-1-1 84,1 5 0,-1 1-86,0 3 1,1 2-52,-1 2 0,1-2 39,-1 3 0,-1 1-154,-3-2 0,2 2-93,-6-1 0,4-4-174,-4 4 0,1-3 84,-5-2 1,0 1-37,0-1 1,0-4-1068,0 0 449,0-5 912,0 3 0,-6-12 0,-1-1 0</inkml:trace>
  <inkml:trace contextRef="#ctx0" brushRef="#br0" timeOffset="15">12505 17165 7569,'6'-13'404,"1"1"1,1 5-515,0 3 0,-4-1 28,4 0 0,-3 1 124,3 4 0,0 0-156,5 0 1,-1 4-1089,0 1 1202,-5 4 0,10-2 0,-3 5 0</inkml:trace>
  <inkml:trace contextRef="#ctx0" brushRef="#br0" timeOffset="16">12865 17388 6616,'8'-8'188,"0"0"-8,-5-1 0,4-3 4,-3-1-98,-2 1 1,5 0 5,-3-1 0,-3-1-75,3-2 0,-2 2 99,-2-2 0,0 6 88,0 2 1,-5 4-101,1-5 0,-5 7 4,0-3 1,-2 5-103,-1 5 1,-5 6 99,1 5 1,-1 5 5,5-5 0,-1 6 1,1-1 0,4 1-270,0-1 0,5 1-22,-1-6 1,4 5 12,4-4 0,-1-5 94,5-4 1,1-5 28,8 1 1,-3-4-54,2-4 0,2-7 40,-1-6 0,-1 1-91,-3 3 15,-1-4 973,1 3-481,-7 1 0,0 9 43,-6 8 1,-1 9-92,-4 7 1,4 9 0,-3 4 0,-2 5-11,2 3 0,0 2-63,4 2 0,-4 3-53,0-2 1,0-3 8,4-2 0,-2-8-328,-2-4 1,1-4 204,-5-5 0,4-2 194,-4-5 0,0-6-159,-5-3 1,-1-3-117,-2-1 0,1-5-275,-6-4 0,6-2 176,-2-1 1,-1 0 139,2-1 1,-1 1 44,5-1 0,5 1-1012,3 0 0,2-1 213,2 1 1,2-2-35,2-3 1,8 4 395,9-4 1,2-1 142,2 2 1,6-5-654,2 4 870,3-5 0,1-2 0,0-8 0</inkml:trace>
  <inkml:trace contextRef="#ctx0" brushRef="#br0" timeOffset="17">13187 17376 7569,'-12'0'759,"5"0"0,-4 4-459,3 0 0,-3 6-117,-2-2 1,1 3 70,0 1 0,3 2-23,1 3 0,5-4-269,-1 4 70,3-3 0,1-2 75,0 1 1,5-2-70,4-3 1,2 1-327,1-4 1,2-1 185,2-4 0,-2 0 19,3 0 0,-4-4-36,0-1 119,-1-4 0,1 2 0,-1-5 0</inkml:trace>
  <inkml:trace contextRef="#ctx0" brushRef="#br0" timeOffset="18">13063 17338 7569,'0'-12'-18,"0"0"111,0-1 1,6 1 46,2-1 1,3 1 28,2 0 0,-1-1 26,0 1 0,5 4-12,0-1 1,-1 7-116,-4-3 1,1 4-1143,-1 1 567,1 0 24,-1 0 420,0 0 1,-3 4-195,-1 0 257,-5 6 1,4-5-164,-3 4 78,-3 2 0,5-4 118,-6 5 1,4-4 497,0 1 0,0-1-154,-4 4 0,2 1 88,2-1 1,-3 2-149,3 2 0,-2 4 10,-2 4 1,0 1-56,0 0 1,0 4-78,0 0 0,0 0-12,0-4 1,0 0-3,0-1-1048,0-4 543,0-2 189,0-12 0,1-7 64,3-11 0,3-8-89,5-9 1,5-2-225,-1-6 1,2-1 139,-1 1 1,-3-4 111,2-1 1,-2 5 7,-2 4 0,1 11 380,-1 1 1,-5 6 86,-3 3-147,-2 5 1,-2 3-133,0 8 0,0 4 3,0 9 1,-2-2 116,-2 6 1,3-1-53,-3 5 0,2-1-12,2-4 0,0 2-53,0-5 0,0 3-270,0-3 1,6 0 3,2-5 1,-1-1-44,1-3 0,-4 2 136,5-6 1,-3 1-72,3 0 1,2-4-252,-3 3 0,3-2 125,1-2 1,-3 0 98,-1 0 0,0 0 204,5 0 0,-1-6 0,0-1 0</inkml:trace>
  <inkml:trace contextRef="#ctx0" brushRef="#br0" timeOffset="19">13771 17338 7569,'0'-6'432,"-2"-4"163,-2 6 0,1 0-298,-5 4 1,1 1-197,-1 3 1,-3 3 57,3 5 1,-3 1-12,-2-1 1,2 2-120,3 3 1,-2-2 109,6 5 1,0-3-17,4 4 1,0-5-130,0 5 0,0-10-1042,0 1 564,0-2 297,5 2 1,2-6 69,6-6 1,-5-6 40,0-6 0,1-6-25,3-3 0,-4 2-60,0-2 0,-1 2 84,2-2-46,2-2 967,-4 9-257,-1-4-254,0 11 0,-6 12-81,0 7 1,0 9 4,0-1 1,0 8 0,0 1 0,1 0-42,3-4 0,5-2-20,7-2 0,-2-3-172,3-6 0,1-5-294,-2-3 0,6-3-66,-1-1 0,2-7-288,2-5 1,0-10 398,0-7 0,-2-5 7,-2 1 0,-2-7 68,-2-2 0,-5-5 18,0 2 1,-1-3-114,-6-2 1,3 0-1,-4 1 0,-1 2-144,-7 6 1,1 5 535,-5 11 0,-1 10 386,-3 2 1,-2 12-315,-2 5 1,0 14 123,-4 15 1,6 4 264,2 5 1,-1 2-224,5 5 1,2 5-148,2 0 0,3-2-89,1-6 0,0-8-327,0-5 0,4-5-124,0 1 0,6-4-293,-2-5 0,3-2 216,1-5 1,5-5-464,0 0 842,-1-5 0,-2 3 0,2-6 0,2 2 0,-2 7 0,-5 4 0</inkml:trace>
  <inkml:trace contextRef="#ctx0" brushRef="#br0" timeOffset="20">12021 18095 7569,'0'-12'289,"0"-1"319,0 1 60,0 5-26,0 1-303,0 17 1,0 9-59,0 13 1,0 8-99,0 5 1,0 2 11,0 1 0,4-3-154,1-1 0,0-3-4,-1 3 1,2-9-58,2 1 1,2-8 59,-6 0 1,4-8-88,-4-5 1,2-3 17,-2-5 53,-3-2 1,5-12-38,-6-2 0,1-13-10,3-4 0,-2-13-467,2-4 0,3-6 44,1-6 1,-1-4-364,1-8 1,0 3 514,5-3 1,3 4-5,1 4 0,5 10 387,-1 10 0,-2 10-128,2 11 0,-1 2-113,5 11 0,0 0-43,0 4 0,-1 6 683,1 7 0,-4 5-185,0 7 1,-8 1-90,0 3 1,-2-2 144,-7 6 1,-1-5-279,-7 1 1,-5 1 119,-7-1 1,-3-4-106,-6-4 1,0-6-38,0 1 1,-4-2 43,0-2 1,-4-5-136,4-3 1,-4-2-36,4-2 1,6 0-151,6 0 1,3 0 152,2 0 38,5 0-851,2 0 204,16 0 0,2 0 321,12 0 0,0 0 8,0 0 0,4 0 344,0 0 0,11 5 0,-2 2 0</inkml:trace>
  <inkml:trace contextRef="#ctx0" brushRef="#br0" timeOffset="21">12691 18244 7569,'13'-13'0,"-1"1"10,0 0 1,-3 3 137,-1 1 1,-4 4 493,4-4-45,-5 5-139,3-3-91,-1 6 81,-3 0 1,3 2-121,-5 2 1,0 4-146,0 9 1,0-2 22,0 6 1,0-5-138,0 5 1,-4-5-9,0 5 0,0-6-66,4 2 0,0-4 127,0 0 1,0-5 85,0 0-615,-6-5 286,5 3 1,-5-13 73,6-6 1,2 0-83,2-8 1,-1-1-397,5-7 1,4-1 282,5-3 1,5 2 127,-2 6 0,0 1 0,0-1 1,1 1-28,4 4 1,-2 2 318,-2 5 0,1 5-86,-5 0 1,3 5-125,-3-1 1,-1 3 67,-3 1 0,-2 1 45,-3 3 0,3 3-19,-3 5 0,-1 1-4,2-1 1,-5 1-60,4-1 0,-5 5-6,1-1 0,-3 2 238,-1-1 0,4-4-59,1 4 0,-1-3-96,-4-2 1,0 0 12,0 1 1,0-1 54,0 1-900,0-1-1363,0 0 1417,0 1 200,0-1 502,0-5 0,-6-1 0,-1-6 0</inkml:trace>
  <inkml:trace contextRef="#ctx0" brushRef="#br0" timeOffset="22">13088 17934 7569,'-7'-8'201,"3"-1"1,3 5 867,1-4-875,0 5 124,0-8-137,5 10 1,4-5-1,7 6 1,-2 0-991,2 0 1,4 4 429,0 0 0,2 2 134,-1-2 245,3-3 0,-5 10 0,6-4 0</inkml:trace>
  <inkml:trace contextRef="#ctx0" brushRef="#br0" timeOffset="23">13498 17983 7569,'0'-12'0,"0"0"0,0-1 0,0 1 1271,0-1-808,0 6 1,0 1-118,0 1 1,-6 4-120,-2-3 1,-7 8-110,-2 4 0,1 8 82,3 0 0,-3 10 276,-1-1-316,6 8 1,6-1 22,5 5 1,0-1-1,0-3 1,5-1-257,3-3 0,8-5 84,0 1 0,6-1 108,-1-8 0,6-1-116,2-6 1,6-4-747,-2-5 1,3-1 330,1-3 1,-4-7 29,0-6 0,-5-6 166,1-2 1,-9 0 2,-3-4 1,-5 1-63,-4 0 1,-2 0 53,-6-5 0,0 5 29,0-1 1,-4 5-17,0 3 1,-10 3 521,2 6 1,-4 5 65,4 3 0,-5 4 265,1 4 0,-5 4-426,5 9 0,3 2-54,5 6 0,5 4 79,-1-1 0,8 6 23,4-6 1,5 1-62,3-4 0,0 0 0,4 0 1,1-4-207,4-1 0,0-5 0,-1 3 0</inkml:trace>
  <inkml:trace contextRef="#ctx0" brushRef="#br0" timeOffset="24">14912 17971 7569,'0'-12'1486,"0"-1"-941,0 1 0,1 4 576,3-1-747,3 6 1,10-2-64,-1 5 1,6 0-129,-1 0 1,8-4 3,4 0 1,0 0-5,4 4 1,-2-2-1,6-2 1,3 3-190,2-3 0,-2-2-1595,1 2 0,-3-2 302,3 2 1132,-5 3 0,3-5 0,-6 6 0</inkml:trace>
  <inkml:trace contextRef="#ctx0" brushRef="#br0" timeOffset="25">16351 17760 7569,'-4'-21'0,"-2"2"290,-1 1 1,3 6-295,-4 4-8,0 5 1,-2-3 74,-2 6 1,2 2 31,-6 2 0,-2 7 181,1 5 1,-5 6-70,1-1 0,-1 3-90,2 0 0,2 1 149,5 0 1,2 4 139,3 0 1,2 0-349,6-4 1,2-5-160,2 1 0,4-7 172,9-2 1,2-1 75,6-7 0,0-1-399,0-7 1,1-9 93,3-7 0,1-5 50,3-4 1,3-4 0,-3-8 0,-3 1 58,-1-6 1,2-3-358,-2-5 1,0-5 122,-5 1 1,-3-3 195,0-1 0,-6 6 27,1 2 0,-7 14 139,-5 7 0,1 7-161,-1 5-27,1 9 0,-11 7-24,-2 10 0,-7 14 1214,-2 14 0,-4 10-434,5 10 1,-1 0-343,5 5 0,1-5-56,3 5 1,2-3-67,6-1 1,0-2-495,0-10 0,7-2 502,5-7 1,1-4-186,3-9 1,2-3-7,-1-9 0,5-2-368,-1-6 0,-2-3 95,2-5 1,-5-6 44,5-11 1,-5-5 270,5-3 1,-6-2-100,2 2 1,-8-1-115,0 5 0,-7 1 78,2 8 1,-2 2-48,-2 5-129,5 6 772,-3 2 1,3 10-233,-5 4 1,-4 7-100,0 5 0,0 6-54,4 2 0,0 0 11,0-4 1,0 0-1043,0 0 1,4-5 82,0 1 0,6-6 829,-2 2 0,3-9 0,1-2 0</inkml:trace>
  <inkml:trace contextRef="#ctx0" brushRef="#br0" timeOffset="26">16847 17450 7569,'-11'-1'1515,"3"-3"-1215,2-3 1,6-2 66,0 1-784,0 5 0,6-2 219,2 5 0,5 0 205,3 0 0,3 0-169,6 0 0,4 0-716,0 0 1,6 0 877,-2 0 0,3 0 0,1 0 0</inkml:trace>
  <inkml:trace contextRef="#ctx0" brushRef="#br0" timeOffset="27">17306 17463 7569,'-12'-6'0,"-1"-2"0,-3 2 850,-1 2-519,1-3 1,-1 6-32,1-3 0,-5 2-105,5 2 0,-1 2 68,5 2 0,-1-1-167,1 5 1,4 0-185,-1 5 105,6-1 0,-2-2 38,5 2 0,5-2-76,4 6 1,7-1 14,5 2 0,2-2 23,2 6 0,6-6-13,2 1 0,-3 0-8,-1 0 1,-4-2 230,-5 2 0,-2-2-46,-5-1 1,-6-1 79,-3 0 0,-8-1-220,-5-2 0,-7 0-100,-5-5 1,-4 5-131,-4-5 0,-2 0 110,-7-4 1,1 0 126,0 0 1,5 0-25,3 0 0,5 0-2708,3 0 2684,8 0 0,2 5 0,5 2 0</inkml:trace>
  <inkml:trace contextRef="#ctx0" brushRef="#br0" timeOffset="28">17803 17549 7569,'17'-18'0,"-3"3"0,3-5 0,-3 3 768,-2-4-81,0 6-36,-5-3-370,4 6 1,-11 5-175,0 3 1,-7 4 75,-9 4 1,-3 8-1,-6 9 1,-1 3 92,-3 0 1,2 7 272,-2 2 1,5 1-302,3-1 0,-1-1-95,5-3 0,6-6-99,7 6 0,3-7-163,1 3 1,5-1-35,4-8 1,7-1 127,5-7 1,4 2 23,4-6 0,2 0-353,7-4 1,-1-1-1395,0-3 1,0-3 815,0-5 0,-1-2-221,-3-3 1143,3 3 0,-10-9 0,5 4 0</inkml:trace>
  <inkml:trace contextRef="#ctx0" brushRef="#br0" timeOffset="29">18212 17599 7569,'0'-12'-162,"0"5"0,-1 0 1247,-4 3-680,4 2 0,-10-3-13,3 5 0,-3 5-53,-2 4 0,5 6-250,0 1 0,1 6 94,-1-1 1,2 1 11,6-1 0,1 1-89,4-6 0,1 5-449,7-5 1,1-3 149,2-5 1,-1-5-128,6 1 0,-6-3 145,2-1 0,-2-5-70,1-3 0,-6-8 122,3 0 1,-9-6 34,0 1 0,-3-2-24,-1-2 0,-1-1 38,-3-3 1,-3 3 226,-6-3 1,1 7 102,0 1 0,1 6 185,2-2 1,-2 8-79,3 0 47,2 7-636,1-4 1,5 7 147,0 4 0,5 2 210,4 5 1,2 0-297,1 1 1,6-1-1135,3 1 0,2-2 652,2-3 0,-4 3 646,-1-3 0,-4-1 0,0 1 0,-2-4 0,-2 5 0,1-7 0,-1 4 0,-5-12 82,-2 0 904,-5-1 1,0 0 380,0 3-862,0 2 0,0-2-204,0 8 1,0 3-92,0 6 0,0 3-15,0 1 0,0 5-12,0-2 1,2 2-25,2-1 1,-1 1-50,5-5 1,0 3-462,5-3 1,-1-5 163,0-3 0,-2-7-22,3 2 1,-4-2 57,8-2 0,1-11 10,-2-6 1,5-5 7,-5-3 0,1-5 71,-5-3 1,1 1-10,-1-1 0,-1 6-5,-3-2 1,2 8 949,-6 4-172,0 4-293,-4 6 1,0 3-216,0 8 1,0 7-174,0 5 1,0 11-155,0-3 0,0 4 126,0-3 0,0 0 166,0-1 0,2-3-40,2 0 1,3-6-120,5 1 1,1-2-1,-1-1 0,0-1 0,1 0 0</inkml:trace>
  <inkml:trace contextRef="#ctx0" brushRef="#br0" timeOffset="30">19018 17500 7569,'6'-13'0,"1"-3"0,5-1 0,-4 5 694,1 4-100,-7 5-315,9-3 0,-5 9-73,2 5 1,-2 7 136,-6 14 0,0 3 5,0 5 0,0 1-231,0-1-80,-6 0 0,5 0 18,-3 0 1,2-6-97,2-7 0,0 0-16,0-8 92,0 1 77,0-10-139,0-2 0,6-16-244,2-5 1,3-8 46,2-5 1,3-4-66,1-8 0,3 1 151,-3-5 0,4 5 70,-5-2 0,5 11 120,-5 6 1,1 3-139,-5 9-131,1 4 278,-1 9 0,-4 11 725,1 5 1,-7 10-460,3 3 1,-4 6-200,-1-2 0,0-1-232,0 1 1,0-4-385,0 4 1,4-7 40,0-1 0,2-2 197,-2-6 1,1-1 42,4-3 0,0-5-262,-5 0 1,6-5 468,-2 1 0,3-3 0,2-1 0</inkml:trace>
  <inkml:trace contextRef="#ctx0" brushRef="#br0" timeOffset="31">19713 17239 7569,'7'-12'0,"-2"-1"0,-5 5 334,0 0 0,0 7 766,0 1 0,0 11-447,0 9 1,-5 9 8,-3 4 1,-3 4-247,-2 5 0,2 1-30,3 2 1,2 2-242,6-6 0,0 2 9,0-2 1,6-2 40,2 2 0,3-6-170,2-2 1,0-6-1039,4 2 1,-3-4 294,2-4 1,2 1-159,-1-6 1,-2 1 224,-7-5 1,2-4-900,-6 1 472,6-7 1078,-9 4 0,5-17 0,-6-3 0</inkml:trace>
  <inkml:trace contextRef="#ctx0" brushRef="#br0" timeOffset="32">19527 17413 7569,'0'-13'1082,"5"1"0,7 5-447,4 3-406,6 3 0,-7-3-11,6-1 1,4-3 11,4 4 0,9-4-291,0 4 0,1-5 90,-1 5 1,0 0-30,4 4 0,-4 6 0,5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6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13994 4477 7569,'0'-12'223,"0"-1"-107,0 1-34,0 0-217,0 5 188,0 1-248,5 6 130,2 0 0,6 0 146,-1 0 0,0 2-169,1 2 1,-1-1-21,1 5 0,-2 0 76,-3 4 0,3 1-14,-3-1 0,2 1 4,-2-1 0,2 0 39,-6 1 1,4-1 2,-4 1 0,1-1 84,-5 0 0,0 5-62,0 0 1,-2-1 164,-2-4 0,-3 5-15,-5 0 0,-2 5-87,-3-2 0,2 2-52,-5-1 1,3 4-6,-4 0 1,2-5 1,-2 5 1,2-3-129,3 3 1,3 0 38,1 0 1,-1-1 41,5 1 0,3 0-119,0 0 1,4-2 65,1-2 1,1 2 47,4-2 1,3-2 14,8 2 1,0-2 8,4 2 0,-3-3 27,3-6 1,1 5 113,4-1 0,-4 5 31,-1-5 0,0 5-93,0-4 1,2 5 122,-5-2 0,-1 2 18,-3-1 0,-1 4-77,1 0 1,-5 0-66,0 3 1,-5 3-8,1-2 0,-4 5 22,-4-1 1,-3 0-101,-5 5 1,-6-4-22,-3 7 0,-2-1 100,-2 2 1,0-4-187,0 4 0,0 0-37,0 0 0,1 0 166,-1 0 0,6-4-115,2 4 1,5-4-158,3-1 1,0 5 138,5-1 1,-1 0 75,5-3 1,2-4-71,2 3 1,-1-6 48,5 6 1,0-7 147,5 3 1,-1 0 112,0 4 0,-3 1-42,-1-1 0,-5 0-46,1 0 1,-3 5 87,-1-1 1,0 2-63,0-2 1,-7 3 59,-5 6 1,-5-1-278,-3 1 1,-4 0 205,4-1 1,-5 1-66,-4-1 1,3 1-17,-3 0 0,7-5-112,1 1 0,6-1 68,-2 5 0,5-1-109,4 1 1,2-1 49,6 1 0,1-4-93,4-1 0,3 2 136,8 7 1,4-8-23,5 4 0,5-7-114,3 2 1,0-1 95,4 2 1,-2 1 132,6-6 0,3 2 8,2-2 0,-2 2-89,1 2 0,-5 4 201,2-4 0,-9-1 41,-4 2 1,-9-1-266,-3 5 1,-5 1 173,-3 2 1,-4 0 239,-5 5 1,-5 0-151,-4 4 1,-5 2-370,4-29 1,0 1 0,-8 30 156,4-29 0,-1 0 0,3-1 1,0 0-102,-2 1 0,0 0 1,0 0-1,1 1 29,1-1 1,0 0-1,1-2 1,1 0-91,-1 0 0,1 1 1,2-1-1,1 0 67,-1 2 0,-1 0 0,-4 32 18,0-3 1,6 2-404,3-2 1,3 0 126,1-4 0,0 0 26,0 0 1,1 0 193,3 0 1,-1 0 118,5 0 1,-5-4-14,1 0 1,-2-4 217,-2 4 0,0-5-164,0 5 1,-2-4-87,-2 4 1,-3-4 403,-5 3 1,-1 0-107,1 1 0,-4 1-31,-1-5 0,2 1-127,7-1 0,-2-2-156,6 6 0,-4-6-5,3 2 0,3-3 70,6-1 0,3 2 24,5-2 0,0 2-3,1-6 0,5 2-243,2 1 1,0-3 41,0-1 0,0 1-95,0 3 1,2-3 282,-5-1 0,2-1-49,-6 2 1,0 2 42,-8-2 0,-1 2 176,-4 1 1,-7 1 227,-6 0 1,-4-1-208,-8 1 0,-1 1 91,-3 3 0,-2 1-52,-2 3 1,-1 2-130,5-2 1,0 3-81,4 1 0,7-6-200,6-2 1,5-2 27,7 2 1,3-2-309,5 6 1,7-4-136,14 4 1,4-6 358,8 2 0,-17-28 0,2-1 2,2 0 1,2 0 0,2 0 0,1-1-25,0 1 1,0 0-1,2 0 1,0 1 56,-1 1 1,-2 0 0,0-1 0,-2 0 135,0 3 1,-2 0 0,-4-2 0,-1 0 40,1 1 1,-2 2 0,11 29 105,-20-27 1,-2 2 0,3 29 276,-10 3 0,-7-30 0,-3 0 121,-1-1 0,-3 0 0,-5 5 0,-3 0-377,-2-2 1,-1-1 0,-3 2 0,0 0 202,-3 1 0,0-1 0,1 1 0,1 0-204,-2 1 0,0 0 0,2 2 1,0 0 134,2-2 1,1 1 0,2-2 0,3 1-139,1 0 0,3 1 0,2-1 0,1 0-94,1 2 0,2 1 0,2 0 0,1 0-82,1 2 1,2-1 0,3 0 0,2 0-204,1 2 0,2 1 0,4-1 0,1 1-344,4 1 1,2 1 0,-1 2-1,1-1 323,1 1 0,0 0 0,1-2 0,1 0-258,-1 0 0,1 0 0,2 0 1,0 0-667,-2 4 1,-1 0 1198,1 1 0,0 0 0,-1-1 0,-1-1 0,2 4 0,-2-1 0,0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643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992 5147 7569,'-5'-11'0,"-2"1"-156,0 2 75,1 0 1022,1-5-620,4 1 1,-5 0 121,6-1-282,0 1 0,0-1-17,0 1 0,4 4 15,0-1 0,6 7-163,-2-2 0,-1 2 59,1 2 1,1 2-80,3 2 1,-1 8-25,-3 9 1,2 4 97,-6 3 1,0 6-219,-4 7 0,4-3 64,1 4 0,-1-8 35,-4-1 1,0-9 26,0 1 0,0-13 64,0 0 105,0-7 100,0 0 0,-4-10-193,-1-4 0,1-9-11,4-6 0,0-11-145,0-6 1,0-6 106,0 1 1,4 2 67,1-1 0,4 9-7,0-1 0,-3 12-163,3 0 1,-5 13 74,4-1 0,-4 9 110,4 0 1,-3 5-43,3 8 0,-5 5 112,1 10 0,1 3-162,-1 1 0,1 8 52,-5 6 1,0-1 20,0-4 1,0-2 2,0-6 1,1-2-314,3-10 0,-1-1 92,5-3 367,-5-7-17,8 0 1,-8-13-67,5-5 0,-4-8-99,4-9 1,-4-2 35,5-6 0,-5-5 42,4 1 0,-4-6 35,5 2 0,-1-4-335,4 0 1,1 6 76,-1 6 0,-4 5 129,1 7 0,-3 6 115,3 2 0,0 8-120,-4 1 0,0 6 134,-1 2 1,-2 11-71,2 10 1,-3 4-23,-1 4 1,4 4 26,0 8 1,2-1-35,-2 5 0,-1-5 3,5 2 1,-4-9-23,4-4 0,1 1 2,3-1 0,2-4 0,2-4 1,-2-6-52,3 1 0,-3-2 58,-2-2 1,0 1-8,1-1 1,-5-4 11,0 1-955,1-7 6,3 4 307,0-6 1,-3 0 141,-1 0 1,-4-4-169,4 0 1,-4-6 642,5 2 0,-7-3 0,10-7 0,-6-1 0</inkml:trace>
  <inkml:trace contextRef="#ctx0" brushRef="#br0" timeOffset="1">1625 5234 7569,'0'-7'-329,"-1"1"221,-4 6 1,4-1 125,-3-3 566,3 2-160,1-9-97,0 5-20,0-7 138,0 1-182,5-1-193,2 1 91,5 0-191,1-1 1,-1 1-69,1-1 1,-5 5 66,0 0 0,-4 1 180,5-1-102,-7-3-283,4 4 174,-6-6 0,-2 2 102,-2 3 1,2 1 68,-7 3 0,5 3-91,-4-3 0,0 1 73,-5-1 0,5 2-50,0-2 0,1 4 0,-1 4 1,-4 3 16,4 6 0,-1 0 158,0 4 1,-2 2-45,3 6 0,2 0 54,2 0 1,3 4-65,1-1 0,0 1 5,0-4 1,4-1-101,0-4 1,7 2 69,2-5 1,0-5 0,8-3 0,-4-7 0,3 2 1,1-2-387,4-2 1,-4-6-95,-1-2 0,1-7-270,4-2 1,-6-3 57,-2 3 1,0-5-392,0 1 0,-2-1 945,-7 2 0,9-4 0,-3 5 0</inkml:trace>
  <inkml:trace contextRef="#ctx0" brushRef="#br0" timeOffset="2">1972 4837 7569,'0'-12'129,"-1"5"347,-3 2-152,2-1 0,-3 3 433,5-5-445,0 5 1,0-1-21,0 8 1,0 7-77,0 5 0,0 8-11,0 1 0,0 5-82,0 7 0,0 0-121,0 1 1,1-1-512,3 0 1,-1 0 357,6 0 0,-5-5-595,4-3 0,-4-4 351,4-5 1,-4-2-937,5-5 631,-7-6 700,4-2 0,0-10 0,0-2 0</inkml:trace>
  <inkml:trace contextRef="#ctx0" brushRef="#br0" timeOffset="3">1774 4986 9283,'12'0'367,"2"0"-65,3 0 0,3 0 170,9 0 1,0-6-599,8-2 120,-2-3 0,8-3-20,-6-2 0,-1 0-85,-3-4 0,1 3-233,-5-3 0,-1 0 174,-8 0 1,-2 0 31,-5 4 0,-5 3-48,0 1 18,-5 0 305,3 10 1,-12 2 300,-2 8 0,-3 10-106,-2 7 1,2 6 96,3 6 0,-3 4-139,3 0 1,2 5-64,2-5 0,3 5-508,1-5 1,1-1 198,3-7 0,3-4-205,5-8 0,5-3 162,0-6 0,1-5-12,-2-3 0,-2-5 83,2-8 1,2-4-31,-1-12 0,4-1-112,-5-3 0,5 1 109,-5-5 1,1 5 114,-5 0 0,1 3-73,-1 4 0,-4 3 187,1 6-162,-7 5 9,4 1 1,-6 9 121,0 5 1,0 8 218,0 12 0,-6 0-69,-2 5 1,3-1-61,0 1 0,4 1-250,1-5 0,0-1 99,0-8 0,6 3-118,2-7 1,3-4-5,1-3 0,1-7 67,-1 3 1,-4-4-17,1-1 1,3-6-142,5-2 0,-1-7-13,-4-1 0,1-7 43,-1 3 1,-1 2-23,-2 1 1,2-1 30,-3 2 127,-3-1-78,6 5 39,-9 5 1,3 7 82,-5 8 1,0 3 173,0 2 1,0 3-57,0 1 0,0 4-48,0-5 1,2 5-177,2-5 0,3-1 110,5-6 1,1-4-106,-1-5 1,2 0 91,2 0 0,-1-3-15,6-5 1,-6-1-87,2-12 0,-3 4 29,-2-3 1,-5-1 13,-3-4 1,-3 2 5,-1 2 1,-1-2-171,-3 2 1,-4-1 57,-9 1 1,3 3 205,-2 6 0,-2 5-57,1 3 0,-3 4 2,3 4 0,1 2-117,3 2 1,5 7-111,0-3 1,5 4-620,-1-4 1,4 0 63,4 1 756,3 5 0,11-5 0,1 5 0</inkml:trace>
  <inkml:trace contextRef="#ctx0" brushRef="#br0" timeOffset="4">3101 5135 7569,'-7'-13'0,"-4"1"0,3-1 466,-3 6 796,-1-4-948,-6 10 1,4-4-99,-3 5 0,4 6-21,0 7 0,1 5 60,-1 7 1,1-1-73,0 1 1,3 0-193,1 0 1,5 0 81,-1-1 0,3-4 110,1-4 1,5-8-308,4-3 0,3-5-59,5-5 1,2-3 34,6-8 0,-1-9 74,1-8 1,0-3-126,0-1 1,0-6 50,0-2 1,-5-4-437,1 0 0,-6-5 296,2 0 0,-4 1 143,0 3 0,-2 13 0,-3 8 0,2 12 178,-6 9 0,0 8 765,-4 4 1,-4 14-460,0 15 0,-5 4 371,5 5 1,-4 0-286,4 4 0,0-2-331,4-3 1,0-6 58,0 2 0,1-12 30,3 0 1,3-8-1006,6 4 1,0-10-829,4 2 1650,-3-9 0,9 1 0,-4-5 0</inkml:trace>
  <inkml:trace contextRef="#ctx0" brushRef="#br0" timeOffset="5">4044 4973 7600,'-7'0'1118,"2"0"-935,5-5 0,1-2 22,3-5 1,-1-1-51,5 1-78,1-1 1,-1 0 77,0-4 1,0 3-1,5-2 1,-1-4-135,1 0 1,-1 0 82,0 0 1,4 0-125,-4 0 1,3 2 29,-7 5 1,-1 1-82,2 0 85,-7 5 1,5 1 2,-3 6 39,-2 0 1,3 6-15,-5 2 0,0 4-17,0 5 1,-4 4 21,0 8 1,-4 2-4,4 7 1,-1-1-4,5 0 0,-4 4-726,0 1 1,0-5 103,4-4 1,0-7-97,0-1 1,0-2 225,0-6 451,0-1 0,6 2 0,0 2 0</inkml:trace>
  <inkml:trace contextRef="#ctx0" brushRef="#br0" timeOffset="6">4044 5209 7966,'-7'1'1478,"3"3"-611,-3-2 705,6 3-1057,1-5 0,7 0-132,5 0 1,5 0-151,-1 0 0,8 0 90,1 0 0,1 0-82,7 0 1,-4 0-459,4 0 0,-4-1 194,4-3 1,-6 2-1062,2-2 0,2-1-40,-2 1 0,1-5-1602,-1 5 2726,-3-5 0,4 2 0,-5-6 0</inkml:trace>
  <inkml:trace contextRef="#ctx0" brushRef="#br0" timeOffset="7">1857 6042 7569,'0'-12'-1491,"0"0"1491,0 0 0,0 4 0,0-1 1068,0 1-278,-5-4 0,2 5-313,-5 3 1,0 3-174,-4 1 1,-1 1-57,1 3 0,0 9-65,0 7 1,-4 8 135,0 5 0,-2 3-98,2 4 0,2-2-38,-2 3 1,8-4 57,4 0 0,3-5-177,1 0 0,1-6 27,3-2 0,3-1 115,5-7 1,4-1-347,0-7 1,6-2 13,-2-6 0,3 0-437,1 0 0,1-6 295,-1-2 0,4-4 89,1-4 0,-1 1-295,-4-5 0,-1 5-1003,-3-1 0,2 2 457,-6 2 1020,0 5 0,-4-3 0,1 3 0</inkml:trace>
  <inkml:trace contextRef="#ctx0" brushRef="#br0" timeOffset="8">2112 6273 7569,'1'-13'-227,"3"1"1,-2 0 212,2 0 0,-3 0 526,-1 0 326,5 0-166,-3-1-452,3 7 0,-10 2 91,-3 8 0,-3 4-128,-1 8 1,-4 3-1,-1 5 1,-3 6 33,4 2 0,0-1-179,4 2 1,5-7-83,3 3 1,2-9-175,2-4 190,0-2 1,2-4 27,2-1 0,4-9-96,8-9 0,-1-7 65,5-4 0,-4-7 8,5-1 1,-5-5-87,4 5 1,-5-2-186,1 2 0,-2 3 158,-2-4 1,-6 9 62,-2 4 69,3 2-60,-5 8 1,2 7 305,-8 11 1,1 6-116,-5 6 1,1 4-86,-1 1 1,3 3 62,5-4 0,0-1 102,0-7 0,5 1-143,3-9 1,4 1 11,4-9 0,-1 0 6,5-4 0,1-6-7,3-7 0,0-4-116,0-7 0,-3-2 79,-1-2 0,-1-3-10,1-6 1,-2-3-53,-6-1 0,0 0-417,0 0 1,-5-6 119,-3-6 1,1-3-80,-1 3 0,0 1 257,-4 3 1,0 9-5,0 7 1,0 9-59,0 12 1,-1 7-23,-3 5 1,-4 16 796,-8 12 0,1 12 47,-6 9 1,8 1 216,1 6 0,1-4-637,7 0 0,0 0-422,4 0 0,0-6-37,0 2 1,5-7-152,3-1 1,3-7-1744,1-5 2156,1-2 0,1-6 0,1-3 0,0-3 0,1-5 0</inkml:trace>
  <inkml:trace contextRef="#ctx0" brushRef="#br0" timeOffset="9">2816 6139 7569,'-2'-7'28,"-2"3"32,3 3 1,-6 1 377,3 0-300,-3 0 0,-5 1-80,0 3 0,4 3 93,0 5 1,0 4-33,-4 1 1,0 4 47,0-1 1,5 5 10,3 3 1,2-4 12,2 0 0,0 3-140,0-6 0,6 3 1,2-8 1,3 0-94,1-4 1,0-3 49,0-1 1,4-6-93,0 2 0,2-8-3,-2-4 1,-2-3 76,2-1 1,1-5-1,0-3 0,-1-2-89,-4 2 0,0-3-158,0 3 1,-4-3 111,0-2 1,-5 7 73,1 1 140,3 4 127,-6 1 0,3 6-24,-8 6 0,1 7-72,-5 9 0,2 3-56,-2 5 1,2 2 144,6 2 0,0-2 42,0 2 0,0-8-177,0-3 0,6-4-137,2-1 0,2-1 64,3-3 0,-1-2-73,0-6 0,0-2 31,0-2 0,-1-3 44,-3-5 0,3-4-34,-3 0 1,3-6-44,1 2 1,-4-3-89,0-1 1,-4 4 103,4 0 0,-5 5 36,1-1 0,-1 3 134,1 5-188,-3-2 183,4 8 1,-5 4-81,0 10 1,0 4-32,0 4 1,4 6 110,0-6 1,2 5 138,-2-4 1,3-2-156,5 1 0,0-7-118,0-1 0,1-1 46,4-7 0,-3 0-102,7-4 0,-5-5 28,4-3 0,-4-8 24,5-5 0,-5-2 7,4-1 0,-5 0-111,1 0 0,-4-6-504,-4-2 0,2-3 204,-6-2 1,1-1 0,-1-2 1,-3-3 200,4-6 0,-4 2 213,-1 3 1,0 2 69,0 6 1,0 6-32,0 6 0,0 5 0,0 7 0,-1 5 92,-4 3 1,3 5 722,-6 7 0,0 10-254,-5 10 0,3 10 8,2-2 1,-3 10-229,3 3 0,1 0-48,-1 8 0,5-6-238,-1 2 1,3 2-81,1 2 0,0-7 220,0-2 0,5-13-265,3-2 1,8-8-809,5-5 1,-1-7 467,4-9 1,-4-4 94,5-4 0,-1-9 73,-4-7 0,3-7-54,1-1 1,-3-4 77,-1 3 1,-4-8 65,4 0 1,-6-2 25,-2 3 1,-1 5 220,-7 2 1,4 5 104,-4 4-52,0 2 1,-5 12 119,-4 2 0,-7 13 88,-8 7 0,-4 8-162,-4 9 1,3-2-73,1 5 0,1 3 13,7-6 0,0 3 77,4-8 0,5-1-72,3-7 0,4-2-316,4-6 1,-2-5 87,7-3 0,3-4 101,4-4 1,1-4-288,0-8 0,1-7 129,7-6 1,-2-3 92,-3 4 0,1-10 25,-4 2 0,-1 2-198,-4 6 0,0 3-14,0 5 0,-5 7 168,-3 5 1,-3 6 142,-1 2 1,-1 7 293,-3 9 1,1 8-132,-5 9 1,4-4 50,-4 0 0,5-1-103,-1-4 0,4 3 45,4-7 0,-1-2-309,5-2 0,0-8 65,4-4 0,1-2-515,-1-2 1,0-2 49,0-2 0,1-4 481,4-8 0,1-3 0,7-5 0</inkml:trace>
  <inkml:trace contextRef="#ctx0" brushRef="#br0" timeOffset="10">3872 5909 7709,'0'-7'1260,"0"1"-956,0 6 1,1-4-349,3 0 0,3-1-416,5 1 1,4 1 256,0-5 1,4 4-371,-3-4 0,3 4 95,-4-4 478,6 5 0,-9-8 0,5 5 0</inkml:trace>
  <inkml:trace contextRef="#ctx0" brushRef="#br0" timeOffset="11">4017 5617 7569,'-5'18'0,"-2"1"-175,-5 5 170,5 6 0,-4 3 1323,3 12-840,-2-1 1,-1 20-672,3-4 1,-2 8 400,6-3 1,2-31 0,0 0-422,2 31 1,2-2 231,2-6 0,4-10 135,8-10 1,3-12 129,5-9 1,0-4-543,1-3 1,-5-7 77,0-10 1,0-5-88,4-12 1,-1-4-116,-2-4 1,-2-3 140,-3-4 1,-4 0 20,0-4 0,-4 5 88,-4-2 0,-3 6 349,4 7 1,-5 1-316,-5 11 0,3 5 754,-6 7 0,0 5-269,-5 8 1,1 8 118,0 11 1,0 6-273,0-2 1,1 2 27,3-1 1,3-1-313,5-8 0,0 2 102,0-10 0,4 0 133,0-4 0,5-5-35,-1-3 0,4-3-1280,5-1 0,-3-1 1130,7-3 0,-1-8 0,4-7 0</inkml:trace>
  <inkml:trace contextRef="#ctx0" brushRef="#br0" timeOffset="12">5195 6030 7569,'-13'-1'0,"1"-3"0,0 2-102,0-2 0,0 3-974,0 1 943,0 0 1,-1 0 187,1 0 1,4 0 1003,0 0-726,0 0 1,-3 1 129,3 3 1,-3 7-142,3 5 1,-1 6-119,1-2 0,-2 7 57,6 1 1,-4 5-138,4-5 1,0 3-61,4-7 1,0 2-111,0-10 0,1-1-16,3-7 1,5-3 60,7-5 1,-1-7-80,5-5 0,0-7 80,4-9 1,2-8-9,2-9 0,-2-2-260,2-1 1,2-5 87,-2 0 1,-1-7 9,-7 3 0,1-4-6,-9 9 0,3-5 23,-7 5 0,-2 2 74,2 9 1,-5 12 597,1 13-404,-2 2 1,-8 19-116,-2 12 1,-8 16 91,-4 16 0,-3 7 230,10-22 0,1 1 0,2-1 0,2 1-305,-1 3 0,1 1 0,2-2 0,0 0 54,2 0 1,0-1 0,0 30-299,8-6 1,4-11 408,8-13 0,-1-5-184,6-6 1,-1-10 53,4-3 0,-4-8-100,0 0 0,-3-10 63,3-6 0,-5-5 9,1-8 1,1 0 176,0-3 1,-1-2-368,-4-3 1,-4-2 17,0 3 0,-4 2 127,4 2 0,-5 4 37,1 4 1,-3 2-118,-1 6-84,0 5 144,0 2 0,-4 16 210,0 5 1,-8 11-14,4 5 1,-4-1-1,8 1 0,-4-5-298,4 2 1,0-5 116,4-4 1,4-2-253,0-6 1,5-1 120,-1-3 0,-1-3 68,1-5 0,2-1-59,6-3 1,-3-8-678,3-9 0,2-2 30,-2-1 794,0 0 0,-4-11 0,1-3 0</inkml:trace>
  <inkml:trace contextRef="#ctx0" brushRef="#br0" timeOffset="13">5559 5812 7569,'-13'0'114,"1"0"276,0 0-361,0 0-1,5 0 0,2-2 94,5-2 73,0 3 0,9-5 0,3 6 0,9-4-12,-1 0 1,4-4-436,5 4 1,-4 0 111,3 4 0,-2-4-236,-2 0 0,-1 0 179,-2 4 1,0 0 75,-5 0 0,0 0 381,-3 0-209,-1 5 1,-6-2 185,-1 5 1,-5 0-70,-5 4 0,-5 1-105,-6-1 1,-2 0 138,2 0 0,-2 0 186,-2 0 1,3 0 166,4 0-411,1 6 1,6-5-185,1 4 1,5-4 77,5-1 0,1 0-81,6 1 0,6-1 70,2 0 0,-1 0 34,1 0 1,-1 0-61,1 0 1,-2 0 13,-6 1 0,-1-1 87,-3 0 0,1 0 115,-5 0 0,-5 0 67,-7 0 1,-8 2-68,-4 2 1,-3-2-285,-2 2 1,0-3 70,-4-1 1,4-5 127,-4-3 1,5 1-414,4 0-642,-3-1 0,11-6 202,0-2 0,5-3 721,7-5 0,5-5 0,2-2 0</inkml:trace>
  <inkml:trace contextRef="#ctx0" brushRef="#br0" timeOffset="14">6105 5945 7569,'0'-12'0,"0"-2"0,0-2 0,0 3 115,0-3 1,0 2 242,0 2 1,0 4 438,0 0-168,0 5-337,0-2 1,0 7-110,0 6 1,-2 3 22,-2 13 0,-2 6-23,-7 15 1,1-1 151,0 9 1,0-7-189,0-2 0,1-5-238,3 2 1,3-9-249,5-4 1,1-8 265,3-3 1,3-4-398,5-1 0,4-5 232,0-3 0,6-8 56,-2-4 1,4-4-15,5-4 0,-2-3-1030,5-6 1226,-5 1 0,8-5 0,-4-3 0</inkml:trace>
  <inkml:trace contextRef="#ctx0" brushRef="#br0" timeOffset="15">6372 6030 7540,'-7'-5'702,"2"3"-465,-1-3 0,5 6-24,-3 3 1,-2 3 86,2 5 1,-4 0-56,4 0 1,-1 6 29,1 2 0,1 3-61,-5 1 0,5 0-8,-1 1 1,-1-1-78,1 0 0,0-1-311,4-3 1,4-2 175,0-6 0,5-4-38,-1 0 0,-1-5-47,1 1 1,0-4 62,4-4 1,1-4-136,-1-8 1,4 1 47,0-5 0,-1-1 96,-7-3 0,1 0-96,-4 0 0,-1 3-285,-4 1 0,0 0 176,0-4 1,-6 3 52,-2 1 314,-3 5-249,-1-2 237,0 5 1,5 4-50,3 0 0,4 5-95,4-1 0,3-2 42,5 2 0,2-4 70,2 4 0,-1 0-26,5 4 0,-5 0 3,1 0 0,1 2 106,0 2 0,-5 2-92,-4 7 1,-1 4 117,1 3 0,1 3-87,-5 1 1,0 2-19,-4 2 0,4-2-13,0 2 0,0-2-163,-4-2 1,0-8 101,0 1 1,0-11 25,0 6 1,2-8 110,2 0-109,-3-2 0,10-4-120,-3-2 1,3-4 63,1-8 1,0-3 36,0-5 1,2 4-76,2 0 1,-3-1-215,3-3 1,-3 1 125,-5 3 1,1 1 92,-5 3 1,4 6 24,-4-2 0,2 8-22,-2 0 199,-3 3 1,5 6-59,-6 3 1,0 5-100,0 3 0,-5-1 122,1 5 1,0 0 139,4 4 1,0-1-250,0-3 0,2-1-122,2-3 1,-2-6-325,7 2 289,-1-8 1,4 1 119,0-5 1,0-1-45,0-3 1,0-4-214,0-8 1,2 1-20,2-5 0,-6 1 200,2-1 0,-4 2 1,0 6 0,-1 0 84,-3 0 1,-3 4 73,3 0 327,-3 5-259,-1-3 0,-1 6-86,-3 0 1,3 6-4,-3 2 0,-2 4 48,2 4 0,-4 2-49,4 2 0,0 2-1,4-6 1,0 4-8,0-4 0,0 0-156,0-4-70,0 1 102,5-7 0,2-2 54,5-8 0,2-4 17,2-8 0,-1-3-135,5-5 1,-4-2-293,4-2 1,-5 4 179,1-1 1,-6 3 134,-2 5 1,-4 5 200,4 4-23,-5 5 1,2-1 320,-5 8 0,0 5-197,0 7 0,0 3-116,0 5 0,0 0 86,0 0 0,0-1 153,0-2 0,6 0-132,2-5 0,4 0-25,4-3 0,-2-7-195,2-2 0,3-4-111,1-4 1,-1-2-50,1-7 1,0-8 81,4-3 0,-3-5 87,-1 1 0,0-3-49,4-5 0,-3-6-1,-1-3 0,-4-7-152,4-5 0,-5-2 190,1-2 1,-2-4-380,-2 1 0,-4-1 384,0 4 0,-4 9 370,4 7 1,-5 10 13,1 15-296,-3 2 1,-2 13 188,-3 5 0,-4 16 815,-8 13 1,-2 11-493,-2 9 0,2 2-359,6 9 1,1 0-37,7-26 0,0 0 1,-6 34-59,5-34 0,1 1 1,1 0-1,1 0-650,-2 29 0,3-2 606,1-9 1,0-6-3,0-10 1,6-8-446,7-4 1,-1-8-1462,4-9 0,1-2 812,0-6 1,3-3-515,-4-5 1706,0-6 1,-4-10 0,0 0 0</inkml:trace>
  <inkml:trace contextRef="#ctx0" brushRef="#br0" timeOffset="16">7306 5727 7569,'-19'0'0,"-1"-2"0,8-2 0,3 3 2157,9-5-495,0 6 0,2-1-713,6-3 1,7 1-468,14-5 0,2 2-386,5-3 0,4-1 70,1 2 0,1-2-1142,-2 2 0,-3-1 637,-1 5 1,-1 0 338,-7 4 0,1 0 0,-5 0 0</inkml:trace>
  <inkml:trace contextRef="#ctx0" brushRef="#br0" timeOffset="17">2755 7352 7506,'0'-6'40,"0"-5"1,4 8-14,0-5 1,0 4-122,-4-4 193,0 5-25,0-8 10,0 10 1,0-6-74,0 3 0,-1 3 25,-3-3-116,2 3-33,-8 1 181,3 0-48,-5 5 1,1-2 22,3 5 19,-3-6-51,4 9 1,-1-4 62,0 5 1,6-4-9,-3 0 1,3 0 8,-2 5 1,2-1 130,-2 0-159,3 0 1,1 0 70,0 0-59,0 0 1,0 0-27,0 1 23,0-7 0,0 1 60,0-3-77,0-3-166,0 5 167,0-6 228,0 0-237,0-6-17,0 5 58,0-4-54,0 5-1265,0 0 605,0-6-389,5 5 1031,2-4 0,5-6 0,0-3 0</inkml:trace>
  <inkml:trace contextRef="#ctx0" brushRef="#br0" timeOffset="18">2658 7110 7569,'-1'-12'-201,"-3"-1"0,2 5-130,-2 0 174,3 0 0,2-4 479,3 0 1,-1 1-102,5 3 1,-4-1-79,4 5 0,0-5-68,4 5 1,1 0-22,-1 4 1,0 2 17,0 2 0,0 4 40,0 8 1,4 4-12,1 9 0,-1 2 3,-4 5 1,-1 2-142,-3 2 1,1-2 68,-5 2 0,0 1-71,-4-5 0,0 2 61,0-10 1,0-1 202,0-7 0,-5 2-69,-3-6 1,-4 0-2,-5-3 0,0-7-52,-3-2 0,-3 2-16,3-2 0,-3-2-77,-2-6 0,2-2 66,3-6 0,3-1-134,5 1 0,1 0 88,3 0 0,-2 4-546,6 0 215,0 5 239,4-2 1,2 5-260,2 0 0,4 0-408,8 0 0,-1 0 388,5 0 0,0 0 341,4 0 0,6 0 0,1 0 0</inkml:trace>
  <inkml:trace contextRef="#ctx0" brushRef="#br0" timeOffset="19">2998 7365 7569,'7'-6'-15,"-2"5"153,-10-5 0,2 6 68,-5 0 0,5 2 161,-1 2-184,-3 3 1,6 5 22,-3 0 1,3 0-93,1 0-58,0-5 1,0 4 138,0-3 0,5-2 0,3 2 0,3-5-718,1 1 1,-4-2 285,0-2 1,0 0 121,4 0 1,-1-6 53,-3-2 1,3-4-18,-3-4 0,-1-2 78,1-2 0,0-8 0,4 2 0</inkml:trace>
  <inkml:trace contextRef="#ctx0" brushRef="#br0" timeOffset="20">3010 7146 7569,'-12'0'99,"5"-5"0,3 3 11,8-2 0,-1 3 85,5 1 0,4 0-231,4 0 1,6 0 71,-2 0 0,3 0-27,1 0 1,0 0 12,1 0 1,-1 0-60,0 0 1,-4 0 97,1 0 1,-8 1-91,-1 3 1,-1-1 20,-7 5 44,0 0 0,-9 4 101,-3 1 1,-4-1-62,-5 0 1,0 3 81,-3-3 1,-2 5-56,6-9 0,0 6 19,4-6 0,-1-1-73,1 1 0,6-4 60,2 4-157,2-5 1,8 2 77,2-5 0,6 4-94,3 0 1,0 1 65,-1 0 1,-1-4-82,5 3 0,-5 1 97,1-1-54,-2 6 0,-3-8 54,-3 7 1,-3-5 0,-5 4 1,-1 0 91,-3 4 1,-4 0-62,-8 0 1,1 0-195,-6 0 0,1 1 106,-4-1 0,1 3-388,3-3 1,-2 3-383,6-7-286,0-3 754,9 6 1,3-11 339,8 0 0,8-6 0,7-6 0</inkml:trace>
  <inkml:trace contextRef="#ctx0" brushRef="#br0" timeOffset="21">3495 7183 7518,'0'-7'556,"-1"3"-114,-3 8 1,-3 4-197,-5 8 1,4-1-52,0 5 0,4-1-28,-4 1-30,5 9 1,-2-9-117,5 8 1,0-2 45,0-2 0,1-5-160,3-3 1,3 1 91,5 0 0,4-5-185,0-4 1,1-5-49,-5 1 0,4-3-160,0-1 0,0-1 118,-4-3 1,0-3-40,1-5 0,-1-2-704,0-2 1019,5-3 0,-3-5 0,3 0 0</inkml:trace>
  <inkml:trace contextRef="#ctx0" brushRef="#br0" timeOffset="22">3738 7255 7569,'-8'4'-227,"0"0"1,5 6 386,-1-2 0,-1 3 262,1 1 0,0 0-265,4 0 0,0 0-5,0 0 1,0 2-110,0 2-26,0-8 0,1 8-133,3-8 106,3-2 0,5-1-66,0-5 1,-4 0 94,0 0 1,-4-5-123,4-3 1,-5-3 32,1-1 1,-2-2-59,-2-2 1,-2 3 95,-2-4 0,1-1-6,-5-3 0,6 4 57,-2 1 0,-2-2-71,2 2 299,0 0-179,4 4 91,6 0-145,0 5 1,6 1-7,1 6 1,-5 4 26,0 0 0,-2 6 4,3-2 1,1 3 62,-2 1 1,-1 4-73,1 0 1,-4 6 41,4-2 0,-5-1-35,1 1 0,-1 0-78,1 5 0,-3-2 78,3-3 0,-2 1-61,-2-4 0,4-1 53,0-4 1,0-4-8,-4 0 1,1-5 198,3 1-54,-2-3 1,4-2-126,-2-3 1,-1-3 11,5-5 1,-4-4-147,4-1 1,-4-4 93,4 1 1,-4 1-101,4-1 1,-3 3 44,3-3 48,-6 5-37,4-2 36,-1 10 145,-4 2 0,5 10-38,-6 3 1,-1 7 29,-4 1 1,4 4-48,-3-3 0,3 3-75,1-4 0,1 0 52,3-4 1,2 0 6,2 1 1,-2-5-133,-2 0 1,3-6-51,5 2 1,-4-2 37,0-2 0,-1-2 74,1-2 1,3-2-110,-3-6 0,3-6 28,1-2 0,-4 1 19,0-1 1,-4 4 29,4-5 1,-5 7-6,1-3 0,-1 4 127,1 1 0,-3 4 81,3 0 74,-2 5-145,-2-3-1,-6 17 0,5 1-59,-3 9 1,-2 2 40,2-3 1,0 3-32,4 1 1,0 0 6,0 0 1,0-3-147,0-1 1,0-5 25,0 1 1,2-3-51,2 0 121,-3-7 149,4 0 1,0-8-100,-1-2 1,4-7-126,-4-5 1,5-5 28,-1 0 0,3-1-108,1-3 1,-1 1 155,-3 0 1,3 1 0,-3 3 1,-1 2-212,1 6 51,-6 0 76,9 5 28,-9 2 0,3 11 136,-5 7 0,0 0-31,0 7 0,0 1-41,0 3 1,0 0-69,0 0 1,4 1 55,0-1 1,6-5-286,-2-3 1,1-3 81,-1 0 1,3-3-34,-3-2 1,4-2-77,4-6 115,-2 0 1,3-6-1,-4-3-55,-1-6 0,4 0 87,0-5 1,0-2-110,-4-6 0,0 3 70,1-4 1,-1-2 98,0-1 0,0-3 100,0-2 0,-5 1 0,-3 0 0,1-5 0,-1 1 0,4-2 113,-3 2 1,0 7 128,-1 1 0,-3 10 610,3 6-46,-2 3-537,-2 0 0,-2 8 132,-2 5 1,2 10-46,-6 6 1,1 5-105,-1-1 0,-2 9-69,6 3 1,0 3-41,4 2 0,0 0-55,0 4 0,0 1-144,0 2 0,-1 3-87,-3-2 1,2-2 115,-2 1 0,3-6-494,1-1 0,1-6 242,3-7 1,-1-1-80,5-3 1,0-3 79,4-4 1,-3-7-192,-1-2 0,0-2-38,4-2 507,0 0 0,0-6 0,0 0 0</inkml:trace>
  <inkml:trace contextRef="#ctx0" brushRef="#br0" timeOffset="23">4345 7085 7569,'-7'0'937,"2"0"47,5 0-914,5 0 1,6 0 59,5 0 0,4 5-404,-3-1 210,4 0 0,-1-4-196,9 0 1,-6 0 168,5 0 0,-9 0-1053,5 0 1144,-2 0 0,2 5 0,0 2 0</inkml:trace>
  <inkml:trace contextRef="#ctx0" brushRef="#br0" timeOffset="24">5025 7328 7711,'-6'-7'868,"5"2"-197,-5 5-255,6 0-407,0 0-272,-5 0-636,4 5-613,-5 2 1512,6 5 0,6 0 0,0 1 0</inkml:trace>
  <inkml:trace contextRef="#ctx0" brushRef="#br0" timeOffset="25">4988 7474 8099,'7'0'2872,"-2"0"-2875,-5 0 0,0-2-630,0-2 633,0 3 0,0-10 0,0 4 0</inkml:trace>
  <inkml:trace contextRef="#ctx0" brushRef="#br0" timeOffset="26">5741 7158 7569,'0'-12'244,"0"0"165,0 5 87,0 2 233,0 5-511,0 0-35,0 5 1,0 2 10,0 5 1,0 6 0,0 2 0,-2 1-194,-2 0 1,3 6-28,-3-3 0,3 4-73,1 1 1,0-4-58,0 3 0,0-2-215,0-2 0,0 1-255,0-1 1,0-5-20,0-3 347,0 3 298,0-6 0,0-1 0,0-6 0</inkml:trace>
  <inkml:trace contextRef="#ctx0" brushRef="#br0" timeOffset="27">5935 7219 7511,'0'-7'192,"0"2"-31,0 5 427,0 0-405,-6 5 1,5 2 98,-3 5 1,-1 7-89,1 5 1,-2 2-13,2 6 1,3-4-53,-3 5 1,2-6-98,2 1 1,6-2 3,2-2 0,-1-5-146,1-3 0,0-4 31,4-4 0,0-2 65,0-6 1,0 0-66,1 0 1,-3-10 61,-2-2 0,2-7-97,-6 3 1,0-6 43,-4 2 0,0-3-131,0-1 0,-1-2-1,-3-2 1,-3 3-8,-5-4 1,1 8 193,3 0 0,-3 8-93,3 1 111,-3 0-88,-1 10 1,4-3-204,0 5 15,5 5 13,-2 2 1,6 5 54,3 0 0,1-4-318,4 0 522,1 1 0,3-3 0,5 0 0</inkml:trace>
  <inkml:trace contextRef="#ctx0" brushRef="#br0" timeOffset="28">6190 7158 7569,'-12'6'146,"-1"2"0,5-2-108,0 3 1,2-1 107,-3 4 1,3 0 48,2 0 0,2 0-112,-2 0 1,3 0-150,1 1 0,4-5-55,0 0 0,1-6 90,-1 3-54,3-4 125,5-7 1,-1-4-128,-3-7 1,-1-3 9,-3 4 1,-3-4-71,3 4 0,-2-6 114,-2 2 0,0-3 0,0-1 0,-4 4 105,0-1 0,0 5-62,4-4 0,0 5 86,0-1 1,0 6-68,0 2 1,1 6 7,3-2 0,-1 2-40,5 2 1,0 0-3,4 0 1,0 0-12,0 0 0,0 0-14,1 0 1,-1 2 71,0 2 1,-4 2-37,0 7 0,-1-1 182,1 0 1,-3 4-68,-5 0 0,4 6 44,0-2 0,0 8 17,-4 5 1,-1 2 77,-3 1 0,1 6-84,-5 2 1,1-1-10,-1 2 1,-1-1-274,5 5 1,0-2 81,4-2 1,0-5-448,0-8 1,0 2 241,0-6 1,5 1-135,3-5 0,-1-5 3,1-3 1,0-8-98,4-4 0,0-4 152,1-4 0,3-8 305,0-8 0,0-4 0,-4-5 0,6-2 0,1-5 0</inkml:trace>
  <inkml:trace contextRef="#ctx0" brushRef="#br0" timeOffset="29">6493 7534 7569,'7'-17'0,"2"7"-110,-5-2 24,0 8 1,-4 4 262,0 8 1,-1 4 67,-3 5 0,3-3-138,-3 7 0,2-5 201,2 4-293,0-5 0,6 1 100,2-8 0,4-2-36,4-6 0,-1-6 61,5-2 1,-5-7-9,1-1 0,-6-1-136,-2 0 1,-6 4-157,2-3 1,-2-2-34,-2 2 1,-10 0 95,-2 4 0,-8 5-186,0 3 0,-3 3 125,-1 1 1,-1 5 157,1 3 0,-6 8 0,-1 3 0</inkml:trace>
  <inkml:trace contextRef="#ctx0" brushRef="#br0" timeOffset="30">7403 7328 7569,'0'-7'119,"-5"-3"0,2 8-119,-5-2 188,5 3 242,-7 1-307,3 0 1,-5 4-190,0 0 0,4 5-42,-1-1 0,7-1 88,-2 1 1,2-4-173,2 4 204,0-5 1,2 7-16,2-6 1,3-2-22,5-6 0,4-2-86,0-7 1,4 1 60,-4 0 1,1-4 1,-5 0 1,-1-4 13,-3 3 1,1 0 4,-5 1 0,4 2-3,-4-2 1,0 7-52,-4 0 228,0 7-93,0-4-53,0 6 18,-5 0-6,4 0 1,-3 0 28,8 0 0,-2 0-36,6 0 1,0-5 7,5-3 0,-1-4-5,0-4 0,1-3-17,4-6 0,-8 1 12,3 0 1,-4 0-1,0-1 1,2-3 9,-6 0 1,0 5 13,-4 7 298,0 2-255,0 7 1,-6 10 180,-2 13 1,-2 14-65,-3 14 1,1 14-26,0 7 0,6-28 1,1 2-284,1 1 0,0 1 0,-1 0 0,1 1 161,2 0 0,0 1 0,-2 1 0,0 0-17,1-2 0,2 1 1,-2-2-1,2-2-105,1 30 1,0-5-59,0-12 0,0-2 17,0-14 560,0-2 0,-2-16-198,-2-6 0,-3-7-157,-5-9 1,0-9-34,0-12 1,-3-10-49,3-9 0,-1-5-25,9-3 1,-1-4 14,5-4 1,6 1-455,2 2 1,8-1 239,4 5 1,3 6-335,2 7 1,-1 7 192,0 5 0,0 9 364,1 7 0,-5-3 0,0 7 0,-1 3 0,-4 2 0,-4 3 0</inkml:trace>
  <inkml:trace contextRef="#ctx0" brushRef="#br0" timeOffset="31">8411 7110 7569,'0'-7'423,"0"-4"-272,0 4 1,-6-3 1,-2 2 0,-3 1-17,-1 3 0,-1 2-296,-3-2 118,2 3 0,-7 1 126,4 0 1,-4 1 8,1 3 1,2 3 82,2 5 0,0 0-74,4 1 1,-3-1-127,7 0 0,2 0 74,2 0 1,3 0 43,1 0 1,9 1-78,3-1 1,9-4-143,-1 0 1,4-1 19,4 1 1,-1 2 86,6-1 0,-1-3-31,5 2 1,-6 0 45,-3 5 0,-8-1 6,-4 0 0,-4 0-6,-3 0 1,-4 0 0,-5 0 1,-3-4 102,-5 1 1,-1-1 173,-12 4 1,0-1-339,-7-3 1,-2 1 57,-2-5 0,-2 0-278,5-4 1,-3 0 133,4 0 0,-1 0-345,5 0 1,5 0 213,3 0 1,3-4 37,1 0 0,5-5 242,3 1 0,2-3 0,2-1 0</inkml:trace>
  <inkml:trace contextRef="#ctx0" brushRef="#br0" timeOffset="32">8314 6843 7609,'5'-19'40,"-4"1"184,3 6 113,-2 6 1,-2 1-159,0 10 1,0 8-49,0 11 1,-2 7 720,-2 10-503,3 2 0,-4 5-231,5 1 1,0-1 30,0 1 1,0-5-511,0 1 1,0-5 237,0 5 1,4-10-814,0 1 1,4-3 935,-4-1 0,11-2 0,-2-6 0</inkml:trace>
  <inkml:trace contextRef="#ctx0" brushRef="#br0" timeOffset="33">8835 7073 7569,'-12'0'0,"4"-4"-465,0 0 377,5-5 0,-6 6 265,5-5-48,0 0 1,4-4 541,0 0-391,0 0 0,1-1-127,3 1 1,4 4 29,9 0 1,-4 5-152,3-1 1,2 4 34,-2 4 0,4 4-115,-4 9 1,1 6 106,-5 5 0,-2 6-65,-1-2 0,-4 4-188,-5 5 1,0-3 65,0 2 0,-9-4-24,-4-3 1,-5-4 33,1-4 1,-4-6 252,1-3 0,-2-8-46,2-4 1,-3-4 76,3-4 0,2-4-126,2-8 0,2 2 108,2-2 0,5 2 138,3 2 0,3 0-46,1 0 0,1 4-83,3 0 1,3 5 17,5-1 0,2 4-321,2 4 1,3-1-100,5 5 0,0 0-104,1 4 1,0 0 110,4 0 0,-4-4-76,4 1 0,-4-7-453,0 2 1,-5-2 766,0-2 0,0 0 0,4 0 0</inkml:trace>
  <inkml:trace contextRef="#ctx0" brushRef="#br0" timeOffset="34">9127 7061 7110,'5'-12'-1032,"-4"4"1825,4 0-110,1 5-114,-4-2-322,3 5 1,-5 5 113,0 3 1,0 8-129,0 5 1,0 2-170,0 1 1,0 0 71,0 0 0,0 5-281,0-1 0,0 2-94,0-2 1,0-2-334,0 2 1,0-2 255,0-2 0,1-4 316,3 0 0,3-5 0,5 3 0</inkml:trace>
  <inkml:trace contextRef="#ctx0" brushRef="#br0" timeOffset="35">9418 7134 7569,'-12'0'56,"4"5"13,0 3 1,1 5 1,-1 3 1,-3 3 232,3 5 0,3 0-164,1 0 1,2 5 56,2-1 0,2 0-264,2-3 23,2-1 1,11-7 118,-1-4 1,1-3 9,-1-6 1,-1 0-192,5-4 1,-5-1 59,1-3 0,-2-7-140,-2-5 1,-4-5 37,0 0 1,-5-3 76,1-4 0,-4 2 41,-4-2 0,-3 1 0,-5-1 0,-3 2-15,3-2 0,-1 3-14,9 5 1,-4 3 400,3 4 1,1 5 49,4 0-349,0 6 15,0-4 0,6 6-104,2 0 1,4 2 13,4 2 0,-2-3-75,2 3 0,-1 3 122,1 1 1,-4 3-32,0 1 1,-1 1 33,-7 3 0,4-1-44,-4 5 0,0 1 241,-4 3 0,0 4-62,0 1 0,0-2 31,0-7 0,0 1 2,0-5 0,2 1 3,2-5 1,4-1-80,8-3 1,3-3 35,5-5 0,4-7-93,1-5 0,3-7-117,-4-9 0,-3 5-105,-5-5 0,-7 3 71,-1-7 1,-5 4-117,-7-5 1,-1 7 35,-3-3 0,-8 4-24,-9 0 1,-3 8 99,-4 5 1,-3 5-43,-6 7 1,1 5-17,0 3 0,1 7 64,2 1-1,5 5-1188,8-5 1285,7 5 0,3-7 0,3 3 0</inkml:trace>
  <inkml:trace contextRef="#ctx0" brushRef="#br0" timeOffset="36">10389 7158 7569,'-12'0'0,"0"0"0,1 2 0,3 2 0,2-3 377,1 4 0,5-1 511,0 0 0,5 1-604,8-5 1,0 0-225,3 0 0,-1 0-78,5 0 0,0-5 80,5 1 1,-1-4-757,0 4 0,-3-1 346,-1 1 0,-5 3-1197,1-4 1545,-3 4 0,-1-4 0,1-2 0</inkml:trace>
  <inkml:trace contextRef="#ctx0" brushRef="#br0" timeOffset="37">10292 7328 8237,'-12'0'1035,"5"0"0,2 1-334,5 4-380,0-4 0,6 4-101,6-5 0,2 0-443,6 0 0,4-1 150,5-3 1,3-2-909,-4-2 0,9-1 131,-5 5 850,6-6 0,-7 4 0,5-6 0</inkml:trace>
  <inkml:trace contextRef="#ctx0" brushRef="#br0" timeOffset="38">11311 7049 7569,'11'-12'6,"-3"0"0,-1 0 81,-3 0 0,-3 3 280,3 1 0,-2 0-198,-2-4 0,-2 4 14,-2 0 1,-2 5-233,-7-1 0,0 3 18,-3 1 1,1 4-28,-5 0 1,1 5 169,-1-1 1,-2-1-1,6 1 1,0-1-40,4 1 0,3 2-43,1-6 1,6 1 431,-2-1-311,2-3 1,8 9 54,2-6 1,3 4-58,1-4 1,1 5-125,3 0 0,3 1 32,5 2 1,-3 2-109,-1 2 1,-4-2 97,4 2 0,-5 1 19,1-1 0,-3 2-242,-5-2 0,-3-2 48,-5 2 1,-1-3 255,-3-1 0,-9 1-55,-7-1 0,-4 0 56,-4 0 1,-3-1-73,-6-3 0,5-3 18,-1-5 1,2 0-9,-1 0 0,4-1 25,8-3 0,2-2-801,6-2 1,5-2 353,3 2 1,3-3-439,1-1 1,5 1 132,3 3 0,8-2 660,5 6 0,-4-5 0,1 2 0</inkml:trace>
  <inkml:trace contextRef="#ctx0" brushRef="#br0" timeOffset="39">11275 6794 7502,'7'-12'-200,"-2"4"422,-5 0 467,0 5-344,0-2-203,0 5 1,0 11 417,0 5 1,0 12-187,0 9 0,-4 6-64,0 9 1,-5 2-528,0 3 1,0 6 95,1-2 0,-2-2-270,6-2 0,0-6-1324,4 2 1715,0-9 0,11 3 0,3-4 0</inkml:trace>
  <inkml:trace contextRef="#ctx0" brushRef="#br0" timeOffset="40">11566 7110 7569,'0'-12'596,"0"-1"-206,0 1-138,6 6 1,-4-4-58,6 6 0,0-4-205,5 4 1,-1 0 88,0 4 1,0 0 115,0 0 0,2 3-12,2 5 1,-3 1-364,3 11 1,-3 1 86,-5 3 1,-3 1-97,-5 4 1,0-4 150,0 4 1,-1-4-43,-3 0 0,-4-2 183,-9-3 0,4-3-91,-3-5 1,-2-1-6,2-3 1,-4-2-7,4-6 0,-1 0 329,5 0-170,0-6 0,1 0 288,3-7-379,3 1 0,10 1-34,3 3 1,5-1-138,3 5 1,-1 0 66,5 4 0,-4 0 94,4 0 1,-4 0-14,5 0 0,-3 1-478,3 3 0,2-2 26,-3 2 0,-3 1-105,0-1 1,-4 0 80,-1-4 0,0 0 430,0 0 0,1 0 0,-1 0 0</inkml:trace>
  <inkml:trace contextRef="#ctx0" brushRef="#br0" timeOffset="41">11942 7158 5867,'0'-6'1825,"6"0"-1272,-5 6 0,5 1-339,-6 4 0,4 1-90,0 6 1,0 6-106,-4 2 1,-4-1 128,0 1 1,0 0 46,4 5 0,0-1-945,0 0 750,-6-5 0,5 4 0,-5-4 0</inkml:trace>
  <inkml:trace contextRef="#ctx0" brushRef="#br0" timeOffset="42">12234 7134 6190,'0'12'-92,"-4"0"92,0 0 0,-5 6 1095,5 2 0,-4 7-483,4 1 1,0 1-391,4-5 0,10-5-52,2-3 0,9-4-1,4-4 1,4-2-132,8-6 1,-5-2 107,0-2 1,-6-4-237,-2-8 0,-1 1 59,-7-5 1,-1 0-34,-7-5 0,-2 1-65,-6 0 1,-6 1-132,-2 3 0,-9-2-3,-7 6 0,-2 1-120,-6 7 1,3 3-214,-3 5 0,5 1-2,-1 3 598,2 3 0,2 10 0,-1 2 0</inkml:trace>
  <inkml:trace contextRef="#ctx0" brushRef="#br0" timeOffset="43">5898 8141 7569,'-12'0'410,"6"0"-230,-5 0 93,4 0-135,-5 5 1,1 2-116,3 5 1,-1 2 13,5 2 1,-1-3 73,5 4 0,0-3-79,0 3 0,0-4 91,0 3 0,5-1-61,-1 1 1,9-2 22,-1 2 1,3 1-21,-3 0 0,4 0 21,1-1 0,-1-2 6,-4 2 0,0 2-73,0-2 1,0 0 63,0-4 1,-4 0 0,1 0 0,-7 0-7,2 1 0,-4-1-28,-4 0 1,-2 0-18,-7 0 0,-3 0-101,0 0 0,-6-1-71,2-3 1,1-2-267,-1-6 1,0 0-294,-4 0 1,3 0 320,1 0 1,5-10 13,-1-2 364,3-8 0,1-10 0,-1-8 0</inkml:trace>
  <inkml:trace contextRef="#ctx0" brushRef="#br0" timeOffset="44">5850 8202 7569,'7'-6'-131,"3"5"0,-3-8 98,5 4 1,-4-3-5,0 4 0,1-4 527,3 4-274,0-5 0,0 3-159,0-2 1,2 2-170,2 1 1,-3 4-75,3-3 0,-2 3-3,-2 1-22,0 0 174,0 5-11,0 2 1,-1 5 66,-3 0 1,-2-4 128,-6 0 1,0 0-31,0 5 0,-2-1 131,-2 0 1,2 0 24,-6 0 0,4 0-60,-5 0 1,7-4-207,-2 1 1,2-5 223,2 4-93,0-6 0,2 4-74,2-6 0,2-6-144,7-2 0,-1-3 74,0-1 0,0-4-85,0 0 0,0-6-7,0 2 0,-3 1 73,-1-1 1,-6 4-102,2-4 1,-2 5 75,-2-1 1,0 2 7,0 2 74,0 0 4,0 0-93,0 5 0,0 0 3,0 3 0,5 3 87,3-3-51,3 3 1,1 1 95,0 0 1,0 5-88,1 3 1,-1 3-4,0 1 1,-4 5 65,0 4 1,-5 3 167,1 4 1,-3 3-52,-1 6 1,0 0-65,0 4 0,-5-2-130,-3 5 0,-5 0 93,-3 0 0,3 3-274,-3-2 1,2-3 78,2-2 0,1-6-284,3-2 0,3-9-212,5 1 292,0-8 0,1-3 35,3-9 0,3-6-50,5-6 0,0-1 343,0-12 0,6-3 0,2-4 0,-2-4 0,-2 3 0,1 1 0,-1 4 0,1 3 0,-5 1 0,-4 7 136,0 1 267,-5-1-134,2 12 1,-5-3 152,0 8 0,0 3-90,0 5 1,0 0-37,0 0 1,1-4-233,3 0 0,-1-4 79,5 5 0,0-7-8,4 2 1,-1-4-9,-3-4 1,2-2-19,-6-7 1,0 5 56,-4 0-218,0-5 0,-2-1-182,-2-2 1,-6 3 135,-7 0 1,1 7-274,4 2 0,0 2 156,0 2 0,0 4-1022,0 0 1237,5 11 0,1-7 0,6 10 0</inkml:trace>
  <inkml:trace contextRef="#ctx0" brushRef="#br0" timeOffset="45">7331 8432 7569,'-6'-7'480,"3"2"761,-5 5-688,6 0-584,-9 0 0,8 5-55,-5 4 0,5 1 106,-1 2-122,-2 1 1,4-1 57,-2 0 0,3-4-8,1 0 1,1-5 31,3 1 1,-1-3 13,5-1 0,1 0 8,8 0 1,-4-9-53,3-3 0,-2-5-100,-2 1 1,0 1 27,0-5 1,-1 1 96,-3-1 1,2-3-11,-6 3 1,0-3-49,-4-1 1,0-1 59,0 1 1,4 1-3,0 3 0,0-1 32,-4 4 1,4 5 18,0 4 1,1 4 72,-1-4-133,-2 5 62,8-2-32,-8 5 1,7 5 95,-5 3 1,2 4-13,-2 5 1,-2 3-23,6 8 1,-5 7 9,1 6 1,-2 6 110,-2 1 0,4 6-424,0 7 1,0 0 308,-4-1 1,0-3-61,0 0 1,0-8-1,0 0 1,-6-6 370,-2-6 1,1-6-76,-1-3 1,-4-8 54,-4-4 1,0-8-102,4-4 0,-4-4 84,-1-4 0,-4-4-73,1-8 1,1-8-188,-2-9 1,11-2-373,-2-1 0,8-4 204,-1-1 1,4-3-694,1 3 1,11-3 244,5 3 0,7 2-26,5 7 1,3 2 563,6 6 0,-4 2 0,1 6 0,0 8 0,-4 5 0,-3 3 0</inkml:trace>
  <inkml:trace contextRef="#ctx0" brushRef="#br0" timeOffset="46">8192 8323 7569,'6'-12'0,"-1"0"0,3 0 0,3-1 187,-3 1 1,1 0 314,0 0 0,0 0-266,-5 0 1,4 4 176,-4 0-337,0 5 0,-5-2 107,-3 5 1,-4 0-146,-8 0 1,1 5 44,-6 3 0,1 4 35,-4 4 0,1-2-83,3 2 1,1-1-100,3 1 0,6-3-179,-2 4 215,8-4 0,-1-1-79,5 0 1,1-4 40,3 1 0,7-5 19,5 4 0,6-2 42,-2 3 0,1 1-23,0-2 1,2-1 18,-3 1 0,-1-4 13,1 4 0,-5-1 159,1 1-159,-8 3 193,3-4 0,-11 5-60,0 0 0,-10-1-63,-6-3 1,-5 3-20,0-3 0,-2 1 15,-1-1 1,0 2-241,0-6 0,1 4-356,3-4 1,-2 0-1083,6-4 1162,-6 0 1,10-1-514,0-3 959,5-3 0,7-11 0,0-1 0</inkml:trace>
  <inkml:trace contextRef="#ctx0" brushRef="#br0" timeOffset="47">8204 8032 7569,'0'-19'0,"4"5"745,0 6-147,0 6-318,-4-4 0,0 16-85,0 2 0,-4 13 0,0 4 0,-5 10 118,1 5 0,2 4 339,2 0-432,3 1 0,1-1-442,0 1 1,0-2 202,0-3 0,1-2-875,3-5 0,5-5 464,7 0 0,-1-6 430,5-2 0,5 0 0,6-5 0</inkml:trace>
  <inkml:trace contextRef="#ctx0" brushRef="#br0" timeOffset="48">8666 8190 7569,'0'-13'965,"0"1"-596,-6 0-258,5 0-44,-5 5-34,6 2 1,6 5 137,2 0 1,-1 5-24,1 3 1,1 9-117,7 3 1,-2 8 109,2 4 0,-7 3-234,0 2 0,-7-1 32,2 1 1,-2-2-164,-2-3 1,-4 0 161,0-7 0,-6 0 127,2-9 0,-3-5-4,-1-7 1,0-2-11,0-2 1,0-6 99,0-2 0,1-4-77,3-4 1,1 1 209,3-5 1,3 5 186,-4-1-108,4 2-292,7 2 1,0 5-118,6 3 1,1 8 136,-1 5 1,0 0-116,0-1 0,1 3-432,4-3 0,-3 1 245,7-1 1,-1-2-526,4-6 0,0 0 312,1 0 0,-1-10-342,0-2 0,-1-4 765,-3 0 0,3-3 0,-4-5 0</inkml:trace>
  <inkml:trace contextRef="#ctx0" brushRef="#br0" timeOffset="49">9066 8226 9967,'0'12'380,"-1"2"-174,-3 2 1,2-1-257,-2 5 1,2 0 88,-2 4 0,2-4-614,-2 1 0,3-5-44,1 4 0,0-5 619,0 1 0,0-2 0,0-2 0</inkml:trace>
  <inkml:trace contextRef="#ctx0" brushRef="#br0" timeOffset="50">9285 8250 7569,'0'-7'800,"-6"2"0,3 6-396,-5 3 0,4 3-20,-4 5 0,1 0-198,-1 1 1,3 3-138,5 0 0,0 0-376,0-4 276,0 6 1,5-9 42,3 3 0,3-8-69,1 0 0,5-2-388,-1-2 1,0-2 209,-4-2 1,4-6 1,0-7 0,-1-3 7,-7 4 1,-1-4 132,-3 4 1,-3-5 58,4 5 0,-4-4 138,-1 4 0,0-2-48,0 2 0,-4 7 145,0-3 1,0 2 737,4-2-434,0 5-230,-6 2-137,5 5 0,-3 0-192,8 0 1,1 1 8,3 3 1,3 3 2,-3 5 1,-1 0 145,1 0 1,-1 6-50,1 2 0,1 3 6,-4 1 1,4 1-37,-1-1 0,-1-4 46,1 0 1,1-5-16,7 1 0,-2-8 112,2-4 1,2-2-109,-2-2 0,4-6-30,-4-2 0,5-8 45,-5-4 1,-1-3-13,-7-1 1,1 1-320,-5 3 1,-1-3 128,-7 2 1,-4 4-27,-9 1 1,-1 8 89,-7 4 0,0 2-285,-4 2 1,0 2-227,-4 2 0,9 6 594,8 7 0,2-1 0,2-4 0</inkml:trace>
  <inkml:trace contextRef="#ctx0" brushRef="#br0" timeOffset="51">10316 8299 10010,'12'0'-556,"6"0"-432,2 0 697,-2-6 1,4 5 159,-1-3 1,0 3 99,-1 1 31,-2-6 0,-6 5 0,0-5 0</inkml:trace>
  <inkml:trace contextRef="#ctx0" brushRef="#br0" timeOffset="52">10255 8432 7569,'-12'7'1347,"6"-2"-834,0-5 0,8 0-77,2 0 1,8 0-14,8 0 1,0 4-374,4 0 1,3 0-290,10-4 1,1-4-1809,2 0 1052,-2-5 787,9 8 0,-4-10 0,6 4 0</inkml:trace>
  <inkml:trace contextRef="#ctx0" brushRef="#br0" timeOffset="53">11166 8044 7569,'-12'-12'284,"3"4"586,1 0-663,0 5 1,-4-2-60,0 5 1,0 0-52,0 0 0,0 0 228,-1 0-316,1 5 1,2 2 120,1 5 0,4 0-244,5 0 1,1 0-18,3 0 1,5 0-65,7 1 0,3-1 194,5 0 0,0 0-3,0 0 0,1 0-123,-1 0 1,0 1 57,0-1 1,-1 0 72,-2 0 0,-4 0-35,-5 0 0,-5-4 220,-3 0-90,-3 0 0,-3 3 72,-6-3 1,-2 2-144,-10-6 0,0 4-121,-5-4 0,0 1 139,-3-1 0,1-2 10,-6 2 0,5-3-927,-4-1 0,5-1 68,-2-3 803,9-3 0,-3-5 0,4 0 0</inkml:trace>
  <inkml:trace contextRef="#ctx0" brushRef="#br0" timeOffset="54">11044 7826 7569,'0'-13'1355,"0"1"-1067,0 6 1,0 3-94,0 11 0,0 7 303,0 13 0,0 6-146,0 10 0,0-1-68,0 6 0,2 4-259,2-5 1,-2 3-187,6-2 1,1-2-182,3-3 1,0 0-459,0-4 1,0-4-596,0 1 1395,0-1 0,1-10 0,-1 4 0</inkml:trace>
  <inkml:trace contextRef="#ctx0" brushRef="#br0" timeOffset="55">11651 8032 7569,'7'0'894,"-2"0"1,-3 0-282,2 0-590,-3 0 0,8 9 416,-5 3-290,6 9 0,-9-1-83,3 8 0,-2-1-150,-2 5 0,0-3-240,0 3 0,0-5 260,0 1 0,0-2 64,0-2 0,-6 1 0,0-1 0</inkml:trace>
  <inkml:trace contextRef="#ctx0" brushRef="#br0" timeOffset="56">11991 8068 7569,'-7'-1'-79,"3"-3"396,3 2 331,1-3 109,0 5-517,0 0 1,-6 5-58,-2 4 1,2 3 11,-3 4 0,1-1 44,-4 5 1,1 0-130,3 4 1,3-3-99,5-1 0,0-5 52,0 1 0,5-4-143,3-4 0,5 2 5,3-6 1,-3-2 66,3-6 1,3-4 54,2-8 1,-4-3-34,-1-5 0,-2 0-242,-2-1 0,-1 1 87,-3 0 0,-3 4 26,-5-1 1,-7 2 62,-5-1 1,0 7-4,-4 5 0,-2 5 64,2-1 0,-1 5-51,1 7 1,2 0-5,-2 9 0,4 0 5,4-1 0,2 5-465,6-5 0,0 0 54,0-4 1,6-1-125,2-3 1,8 1 574,4-5 0,3 6 0,1-3 0</inkml:trace>
  <inkml:trace contextRef="#ctx0" brushRef="#br0" timeOffset="57">12222 8044 7569,'6'-7'1327,"0"-4"-937,-6 10-191,0-10 1,-2 10 10,-2-3 1,3 4 40,-3 4 1,-2-1 100,2 5 0,0 1 27,4 7-219,0-2 1,2 9-59,2-3 0,-2 3-122,7 1 0,3 0-60,4 1 0,1-1 96,0 0 0,-3 0 78,7 1 0,-8-6-29,-1-3 1,-1 1-87,-7-1 0,4 1-4,-4-5 1,-1 0 48,-7 0 1,-3-1-148,-5-3 0,-4 1-212,0-5 1,-6 0-429,2-4 0,-3 0 376,-1 0 1,-5-5 169,1-3 0,1-5 217,7-8 0,-3 1 0,4-10 0</inkml:trace>
  <inkml:trace contextRef="#ctx0" brushRef="#br0" timeOffset="58">12185 7971 7569,'24'-5'0,"-2"3"0,2-2 0,-2-1 230,6 1 1,2 0 368,-2 4 1,4 0-38,-3 0-402,5 0 1,-3 0-180,5 0 0,-4 0-254,1 0 1,-8 0-1619,0 0 1891,-1 0 0,-11 0 0,5 0 0</inkml:trace>
  <inkml:trace contextRef="#ctx0" brushRef="#br0" timeOffset="59">4879 9112 7569,'-8'0'259,"0"0"1,4 0-111,-4 0 46,5 0-42,-8 0-360,10 0 302,-5 0 0,8 0 15,2 0 1,-1 0 0,5 0 0,-4 0 83,4 0-5,-6 0 1,9 0 174,-3 0 0,-1-2 103,1-2-325,-5 3 0,8-4-13,-3 5 1,3 0-115,1 0 1,1-2-12,3-2 1,3 3 35,5-3 1,2-2 73,2 2 1,3-1-30,6 1 0,3 1 1,1-5 1,5 5-57,-2-1 1,7-1-165,2 1 0,1-2 117,-2 2 0,2 2-142,3-6 1,2 5-88,-2-1 0,0-1 110,3 0 1,-2 0-176,7 1 0,-3 3 232,-1-3 1,1 1-64,3-1 1,-3 3 86,2-3 0,2 1 96,-1-1 0,0 2-56,-5-2 1,1-1 121,0 1 0,1 0 43,3 4 0,-6-1-86,6-3 1,-7 2-36,2-2 0,1 3 18,-4 1 0,-1-2-30,5-2 0,-3 3-55,7-3 0,-3-1-125,-2 1 1,1 0 54,0 4 0,3-5-102,1 1 1,0-1 52,-4 1 0,-1 3 85,1-3 1,0 2 93,-1 2 1,0-4-81,-4 0 0,0 0 146,-4 4 1,2 0 11,3 0 1,1 0 131,-6 0 0,6 0-122,-1 0 0,-2 0-38,2 0 1,0 0-101,3 0 0,5-1 90,0-3 0,-1 2-206,-3-2 1,0 3 59,-1 1 0,5 0-26,0 0 0,4 0 39,-5 0 1,2 0-133,-1 0 1,1-1 165,-32-1 0,1 0 0,2 1 0,0-1-3,-2-2 0,-1 0 0,4 2 0,1 1 79,-5-1 0,1 0 0,2-1 0,1 1-44,-1 0 0,-1 0 1,0-2-1,1 0 71,1 1 0,1 2 0,0-4 1,1 1-26,1 2 0,-1 0 0,-2-2 0,0 0-40,0 2 0,1 0 0,-3 0 0,0-1 48,5 1 0,-1 0 0,-2 1 0,0 0 82,0 0 1,1-2 0,-2 1 0,0-1-98,-1 1 0,1 0 0,-1 0 0,0 0-20,1 2 1,-1 0 0,3-2 0,-1 0 26,1 0 0,-1 0 1,-1 0-1,0 0-6,0 2 1,-1 0 0,-1-2 0,0 0-150,3 0 1,1 0 0,-2-1 0,0 2 18,0 0 0,-1 2 0,33-3 90,-35 0 0,0 0 1,34 1 25,-34-1 0,1 0 0,31 1 96,-6 1 1,-3 0-34,0 0 0,-1 0 155,5 0 1,-2 0 9,-2 0 1,1 0-279,-5 0 1,-1-5 91,-3 1 0,-1-5 59,1 1 1,-6 1 0,-3-1 1,-3 4-388,-5-4 0,-8 4-436,-7-4 0,-5 4 700,-4-4 0,1 1 0,-5-1 0,0 2 0</inkml:trace>
  <inkml:trace contextRef="#ctx0" brushRef="#br1" timeOffset="60">5328 9391 7569,'-5'-7'251,"3"2"-47,-3 5 432,5 0-381,-6 10 0,5 4-80,-3 10 0,-1 4-57,1 1 1,0 6 16,4 1 1,-4-3-4,0 3 0,-1-6-120,5 2 1,0-4 83,0 5 1,0-6-366,0 1 0,2-7-292,2 0 0,-1-7 561,5 3 0,0-4 0,4-1 0</inkml:trace>
  <inkml:trace contextRef="#ctx0" brushRef="#br1" timeOffset="61">5510 9463 7569,'0'-6'-362,"0"0"362,0 6 0,-1 0 963,-3 0-262,2 0-335,-3 0-220,0 6 1,2 0-160,-5 7 0,5-5 21,-1 0 82,3 0 0,1 4 0,0 0 1,0-4-96,0 0-54,0 0 139,0 5 1,5-1-11,3 0 0,3-5-39,1-3 0,0 1-119,0-1 1,2 5 94,2 0 1,-3-3 28,4 2 1,0-4 24,-1 5 1,1-1 0,-5 4 0,3-4 82,-3 0 0,3 0-92,-7 4 0,-3-4 57,-1 0 24,-3 0 0,-2 5 236,-3-1 1,0 0-190,-8 0 1,2-4-108,-6 0 0,-3-1 77,-1 1 1,1 1 2,-1-5 1,1 0-1129,-1-4 0,-2 0 490,6 0 1,0 0 290,4 0 0,4-5-279,0-3 0,5-4 473,-1-4 0,-3-3 0,0-5 0</inkml:trace>
  <inkml:trace contextRef="#ctx0" brushRef="#br1" timeOffset="62">5595 9415 7569,'7'-5'61,"-2"-2"1,1-1 50,2 0 25,-3 0 1,4-1 155,-4 1 1,4 4-82,-1-4 1,3 6-176,1-2 1,0 2 81,0 2 0,2 0 64,2 0 1,-3 2-77,4 2 0,-4-2-279,-1 6 0,-1-4 103,-3 4 0,2 1 38,-6 3 0,0 0 59,-4 0 1,0 0-31,0 0 1,0 4 44,0 1 1,0-5 51,0-4-57,0 0 1,0 0-15,0 0-97,0-5 0,1 2 104,3-5 1,3-5-3,5-3 1,0-3-204,0-1 0,-4-4-133,0-1 1,-5-3 152,1 4 0,1-2 66,0 2 0,-3 1-32,-6-5 1,3 5-72,-3-1 1,-2-1 165,2 1 1,-4 3-22,4 5 0,0 4-42,4-4 1,0 4 213,0-4 0,0 4 53,0-4 0,6 4-78,2-4 1,2 4-43,3-4 0,0 5 31,3-1 0,-2-1-58,2 0 0,-3 1-32,0 4 0,-1 0 18,0 0 1,-4 2-8,0 2 1,-5 7 161,1 5 1,-3 5 39,-1 0 1,-1 7-111,-3 4 0,0 5 0,-9 3 1,7-1 23,-10 6 0,5-5 32,-5 5 0,2-1-189,2 5 1,1-5 12,3 1 0,-1-6 89,5 1 1,0-6-459,4-2 0,1-10-177,3-2 1,3-7 44,5-4 1,0-4 195,0-5 0,2-5 33,2-4 0,-1-8-55,5-7 344,-5-1 0,8-10 0,-5 4 0</inkml:trace>
  <inkml:trace contextRef="#ctx0" brushRef="#br1" timeOffset="63">6117 9718 7569,'5'-24'-103,"-3"5"-33,2 3 194,-3 8 101,-1 2 0,0 8 47,0 2 1,-1 3-24,-3 5 1,2 4-27,-2 0 0,3 4-137,1-3 1,1-1 81,3-4 0,4-1 42,9-3 0,1-3-49,7-5 0,-1-5 34,0-3 1,1-7-83,-1-1 0,0-6 86,0 2 1,-6 1-22,-6-1 1,-1-1-3,-7-3 1,0 0 25,-4 0 0,-7 3-218,-5 1 1,-1 7-301,-8 1 1,0 5-20,-8 7 1,4 5 187,-4 3 1,4 5 212,1 3 0,-1 3 0,1 5 0</inkml:trace>
  <inkml:trace contextRef="#ctx0" brushRef="#br1" timeOffset="64">7173 9658 7524,'-7'0'183,"2"-6"0,3 5-131,-2-3 0,3 8 43,-3 4 1,2 7-93,2 1 1,0 4 46,0-4 0,0 1 50,0-5-121,0 0 1,2-1 9,2-3 0,4-4-32,8-8 0,-2-4 68,2-9 1,1-1-14,0-7 0,3 1-73,-4 0 1,-1-1-178,-7 1 0,1 1 156,-5 3 0,0-1-8,-4 4 114,0 1 1,-5 9 54,-3 3 0,1 3 5,-1 1 0,4 0-104,-4 0 46,5 5-11,-2 2-80,5 5 1,1-5 71,3-3 0,3-3-4,5-1 0,2-1 36,2-3 1,-1-4-7,5-8 0,-4 1-32,4-5 1,-4-1 2,5-3 0,-6 0 7,1 0 0,0-5-25,-4 1 0,3-2-75,-7 2 1,-3 7 87,-1-4 1,2 13-20,-2 0 153,0 8 0,-5 7-31,-4 13 1,3 9 242,-6 16 0,4 9-121,-4 10 0,5 8-430,1-30 0,0 1 1,-1 2-1,0 1 287,1 2 1,0 1 0,0 2 0,0 1-73,2-2 0,0 1 0,1-4 0,0 0 7,0 0 0,2-1 1,0-6-1,0-2 32,10 31 1,-5-14-88,0-11 0,-6-9 105,3-6 0,-4-7 412,-1-5 0,-1-7-183,-4-2 1,-3-5-166,-8-7 1,-7-1 488,-5-12 1,-4-4-773,3-8 1,1-3 140,4-5 1,5-2 147,3-5 1,8-1-335,3 1 0,5 1 84,5 2 0,3 7-484,8 6 0,-1 6 258,5 2 1,5 5 96,8 7 1,-1 1-76,5 3 0,-2-1-1339,9 5 1657,-5-6 0,8 10 0,-2-5 0,2-2 0,2 0 0</inkml:trace>
  <inkml:trace contextRef="#ctx0" brushRef="#br1" timeOffset="65">8435 9524 7569,'-7'-5'0,"-2"-2"587,5-5-220,-6 0-138,4 0 1,-3 4-1,1-1 1,-1 3-24,-7-2 1,2 2-24,-2 6 1,3 0-77,0 0 1,0 2-258,-3 2 0,6 1 84,-2 3 0,4 3 36,0-3 0,3-1-17,5 1 0,0 0 45,0 4 1,5-1-69,3-3 0,4 3 53,4-3 1,-1 3 43,5 1 0,-3-4-34,3 0 0,-4 0-109,4 4 0,-5 0 155,1 0 0,-4 0 54,-3 1 18,-4-1 0,-5 0-61,0 0 0,-7 0 112,-5 0 0,-1-4-57,-8 0 0,0-3-30,-8 3 1,4-6 1,-3 2 0,-2-2 85,2-2 0,-1 0-584,5 0 1,1-4-912,3 0 0,4-6 757,8 2 0,-2-7 576,6-1 0,0-11 0,4 1 0</inkml:trace>
  <inkml:trace contextRef="#ctx0" brushRef="#br1" timeOffset="66">8277 9282 7569,'0'-25'0,"0"6"0,0 3 0,0 7 0,0 1 813,0 5-479,0-2 0,0 15 335,0 7-386,0 9 0,-5 7-93,-3 7 0,2 3-110,2 6 1,-1-5-18,1 1 0,0-1 34,4 5 1,1-5-699,3 1 1,-1-6 310,5 1 1,1-2 95,8-1 194,-4-6 0,10-2 0,-4-4 0</inkml:trace>
  <inkml:trace contextRef="#ctx0" brushRef="#br1" timeOffset="67">8775 9354 7569,'-6'-12'256,"4"4"133,-6 0 1,5 4 136,-1-4-129,3 5-330,1-2 74,0 5 1,5 1 41,3 3 1,1 4-84,0 8 0,1 3-372,-2 6 0,2 4 144,-2 4 1,1 2-57,-5 1 0,0 0 27,-4 1 1,-5-6 6,-3-3 1,-4-4 224,-4-3 0,1-5-62,-5-8 0,3-3-53,-3-5 1,1 0 103,-1 0 0,3-6 240,4-7 1,1 1-62,0-4 1,5-1-4,3 0 1,3 1-111,1 4 0,0 4-36,0 0 0,5 5-162,3-1 0,5 3 94,3 1 0,-1 0 45,5 0 1,-4 4-76,4 0 0,-4 1-546,5-1 1,-5-1 107,4 5 1,-5-5-133,1 1 1,2 1 280,-2-1 1,0 0 292,-4-4 0,0 0 0,0 0 0</inkml:trace>
  <inkml:trace contextRef="#ctx0" brushRef="#br1" timeOffset="68">8981 9403 7569,'0'-12'0,"0"4"0,0 0 0,1 1 0,3-1 438,-2 2 109,3 6 0,-5 2-213,0 2 0,4 4-153,0 8 1,0-1-136,-4 5 0,0 0 82,0 4 1,0 1-499,0-1 0,0 4 235,0 1 0,4-1 150,0-4 0,1-1-15,-5-3 0,5 3 0,2-4 0</inkml:trace>
  <inkml:trace contextRef="#ctx0" brushRef="#br1" timeOffset="69">9260 9415 8492,'-7'5'297,"-2"6"-262,5 5 0,0 2 233,4-2 0,0-2-88,0 2 0,7-3-11,5-1 1,1-5-89,8-3 0,0-4-243,7-4 0,2-4 95,2-8 1,-2 1 8,-6-5 0,-5 4 20,-3-5 0,-6 5 40,-2-4 0,-7 5-140,-1-1 0,-9 2 95,-7 2 1,-11 6 42,-2 2 0,-4 4-132,-4 4 1,5 4-1203,0 8 1334,5-3 0,-8 10 0,4-4 0</inkml:trace>
  <inkml:trace contextRef="#ctx0" brushRef="#br1" timeOffset="70">10583 9330 7569,'0'-7'1602,"0"2"-1602,0 5-216,0 5 1,1-3 18,4 2 0,1-2-285,6 2 269,1-2 1,3 3 66,0-5 1,4 2 4,-4 2 141,6-3 0,-9 10 0,5-5 0</inkml:trace>
  <inkml:trace contextRef="#ctx0" brushRef="#br1" timeOffset="71">10486 9536 7569,'-12'7'925,"5"-2"-819,2-5 1,7-1-107,7-3 0,0 1 1153,11-5-965,0 0 1,10 0-417,2 0 1,4 4-516,0-4 0,4 4 343,1-4 400,5 5 0,8-8 0,8 4 0</inkml:trace>
  <inkml:trace contextRef="#ctx0" brushRef="#br1" timeOffset="72">11323 9269 7569,'-12'-12'0,"0"0"0,0 0 0,0 0 0,0 5 131,0 3 0,-1-1 463,1 1 0,-4 0-370,0 4 1,-6 1-174,2 3 0,1 3-19,-1 5 1,4 0-3,-4 0 1,9 0 66,-1 0 0,8 1-58,0-1 1,2 4 28,2 0 0,7 0-90,5-4 0,2-4-184,6 0 1,0 1 86,4 3 0,1 0 90,-1 0 0,3-4 3,-3 0 1,3 0-23,-7 4 0,-2 0 103,-2 1 1,-2-5-76,-2 0 1,-4-4 13,0 4 1,-5-4 55,1 4 0,-8-5 199,-4 1 0,-9 1-148,-3-1 1,-3 2-211,-1-2 0,-4-3-326,-1 3 1,-3-3 201,4-1 1,-5 0-151,5 0 0,5 0 13,7 0 370,2-5 0,2-7 0,0-7 0</inkml:trace>
  <inkml:trace contextRef="#ctx0" brushRef="#br1" timeOffset="73">11202 9112 7569,'0'-12'1243,"0"5"-565,0-4-400,0 10 0,0 2 70,0 11 1,0 7-129,0 9 1,0 7-99,0 6 0,0 3 73,0-3 0,0 5-12,0-2 1,0-2-137,0-2 0,1 1-1116,3-5 1,3 3 257,5-6 0,2-2 811,2 1 0,3-5 0,5 3 0</inkml:trace>
  <inkml:trace contextRef="#ctx0" brushRef="#br1" timeOffset="74">11760 9160 9260,'6'-7'103,"2"3"0,3 3-50,1 1 0,0 0 78,0 0 1,0 5-8,0 4 0,0 1-74,1 2 0,-1 1-294,0-1 0,-5 1 128,-3 3 0,-3-2-23,-1 2 1,-3 2 104,-5-2 0,-1 0 35,-11-4 0,3-1 42,-3-3 1,0-1-57,-4-3 1,1-3 2,2 3 1,4-3 187,5-1 626,0 0-530,0 0-233,5 0 1,7 0 5,8 0 0,3 0-131,1 0 1,4 2 56,0 2 0,6-1 39,-2 5 0,2 0-10,-2 4 1,3 0-121,-3 0 1,-3 4-131,0 0 0,-4 5 140,-1-5 0,-4 1 48,0 0 0,-5-4 276,1 3 1,-2-6 112,-2-2 0,-6-2-19,-2 3 0,-8-4-120,-4-5 0,1 0-37,-1 0 1,-1 0 94,-3 0 1,-4-1-19,-1-3 0,1 1-95,4-5 0,5 1-111,3-1 1,2-1-113,2 4 0,4 1-793,0 4 340,5 0 0,-1 0 262,8 0 1,3 0 87,5 0 0,4 4-298,0 1 1,6 0 488,-2-1 0,3-3 0,1 5 0</inkml:trace>
  <inkml:trace contextRef="#ctx0" brushRef="#br1" timeOffset="75">12124 9257 7569,'0'-12'1451,"0"0"-676,0 5-488,0 2 1,0 6-105,0 3 1,0 3 72,0 5 1,0 4 93,0 0 0,0 6-252,0-2 1,0 5-165,0 3 0,0-3-605,0 4 1,0-4 382,0 0 0,0-2 214,0-3 1,2 1-19,2-4 0,-1 1 92,5-5 0,0 1 0,4-7 0</inkml:trace>
  <inkml:trace contextRef="#ctx0" brushRef="#br1" timeOffset="76">12416 9233 7408,'0'-8'93,"0"0"0,-2 5 894,-2-1-708,3 3 1,-6 1-97,3 0 1,1 0 293,-5 0-230,6 5 0,-5 2-41,3 5 0,3 0-25,-3 0 1,2 2-140,2 2 1,0-1 49,0 5 0,2-4 13,2 4 0,2-5 25,6 1 0,-1 2-5,-3-2 0,3 2-95,-3-2 1,3-3-94,1 3 0,0-1 41,0 1 0,-4-3 52,1-1 1,-7 0-52,2-4 1,-2 3 51,-2 1 0,-6-1-42,-2-3 1,-7 1 57,-1-5 0,-5 4-19,0-4 1,2 0-178,-1-4 1,0 0-963,-4 0 1,-1-5 309,1-3 1,1-4-64,3-4 1,8-6 863,8-10 0,-3-6 0,0-11 0</inkml:trace>
  <inkml:trace contextRef="#ctx0" brushRef="#br1" timeOffset="77">12319 9221 7569,'12'-7'0,"0"-2"266,0 5 1,4 0 413,0 4 0,5 0 291,-5 0-628,5 0 1,-6 0-349,5 0 0,1 0 53,3 0 1,4 0-295,1 0 0,-1-2 159,-4-2 87,0 3 0,1-10 0,-1 4 0</inkml:trace>
  <inkml:trace contextRef="#ctx0" brushRef="#br1" timeOffset="78">3071 10774 7569,'0'-16'0,"0"-1"0,0 3 88,0 0-1,-6 7 0,5-3 237,-3 2 1,-3-2-213,-1 2 1,1-1-46,-1 5 1,0 0-113,-4 4 1,-2 0 59,-2 0 0,1 5 36,-5 3 0,1 7-20,-1 1 1,-1 6 56,4-2 1,1-1-40,4 1 0,5-5-13,3 1 0,3 1-32,1 0 0,0-1 40,0-4 1,7 3-37,5-3 1,1 3 35,7-7 0,5 3 2,3 1 0,2-4-40,-2 0 1,-1-4-140,5 4 1,-5-1 45,2 1 1,-5 3 28,-4-3 1,-2-2 53,-6 3 0,-4-3-15,0 2 0,-7 3-11,-1-3 1,-9 3-3,-7 1 0,-10-2 301,2 2 1,-8-3-101,-1 7 1,-1-2-152,2-2 1,-2-4-119,6 0 1,1-4-207,7 4 1,-2-5-7,6 1 1,4-3-731,4-1 89,5 0 953,-2-5 0,10-13 0,2-7 0</inkml:trace>
  <inkml:trace contextRef="#ctx0" brushRef="#br1" timeOffset="79">3095 10458 7569,'-12'-18'0,"4"4"622,0 6-320,-1 5 0,1-2 88,0 5-257,6 0 0,-8 3-11,6 5 1,-4 12 80,4 16 0,-4 5-115,4 3 1,-4 9 76,4-1 0,0 5-498,4 0 1,0 1 196,0-6 0,1 5-62,3-5 1,-1-3-122,5-5 0,0-5-314,4 2 1,-6-28 229</inkml:trace>
  <inkml:trace contextRef="#ctx0" brushRef="#br1" timeOffset="80">3532 10713 7569,'-7'-12'189,"3"0"0,3 4-11,1 0 0,0 4 212,0-4-330,0 5 1,1-2 77,3 5 1,-1 1-61,5 3 1,1 8 74,7 8 0,-2 5-58,2 3 0,-2 3 8,-2 5 0,-4 6-123,0 3 1,-5-2 31,1 1 0,-3-6 62,-1-2 0,-1-2-391,-3-10 1,-3-2 153,-5-10 1,0-1 362,-1-3 1,-3-3-53,0-5 0,-5 0-29,0 0 0,-2-5-24,-1-3 1,1-7 36,3-1 0,6 0-17,6 3 0,6 1 131,-2 0-280,2 0 1,4 1 24,2 3 1,2 3-189,7 5 0,0 1 73,3 3 0,3-1-50,5 5 0,1-1-144,-1 1 0,0 1-169,0-5 1,5 2-215,-1-2 0,6-3 13,-2 3 688,-2-3 0,5-6 0,-4-2 0</inkml:trace>
  <inkml:trace contextRef="#ctx0" brushRef="#br1" timeOffset="81">3896 10798 7569,'0'-12'330,"0"5"0,0 0-293,0 3 24,0 3 0,1-4 199,3 5 0,-2 6 253,2 7 0,-3 0-367,-1 7 0,0 5 49,0 3 0,1 4-366,3-3 0,-2 4 145,2 0 1,-3-4-641,-1 0 1,4-4 218,0-1 1,4-1 446,-4-2 0,11 1 0,-1-3 0</inkml:trace>
  <inkml:trace contextRef="#ctx0" brushRef="#br1" timeOffset="82">4224 10859 7569,'-6'-7'172,"5"2"149,-5 5 224,6 0-332,0 0 1,-1 6 389,-3 7-360,3 4 1,-6 7 23,3 1 1,1 0-73,-5 3 0,5-2-151,-1 2 1,3-2 88,1-2 1,5-5-168,4-3 0,1-2 79,2-2 0,6-5 81,2-3 1,-1-4-167,1-4 1,-3-3-220,3-5 0,-5-4-81,1-1 1,-3-4 157,-1 1 0,-5-2-155,-3 2 0,-2-3 104,-2 3 1,-6-3 55,-2-1 1,-8 3 42,-4 1 1,-3 7-27,-2 1 0,-3 1 136,0 7 0,-1 1 216,5 7 0,0 4-94,0 8 1,5-2 65,3 2 1,6-3-345,2 0 0,5 0 54,-1 3 0,4-6-279,4 2 1,3-3 143,5 3 1,6-4 260,2 1 0,8-1 0,3 4 0</inkml:trace>
  <inkml:trace contextRef="#ctx0" brushRef="#br1" timeOffset="83">4576 10883 8320,'-7'5'390,"3"4"0,1 7-23,-1 4 1,3 4 253,-3 4 0,2-2-300,2 2 1,6-3-139,2-5 1,3-3-83,1-4-74,5-7 0,2 4-96,5-6 0,5-2 112,-1-6 0,4-6-354,-3-7 1,-1-4 168,-4 1 1,-5-3-222,-3-1 1,-8 3 162,-4 1 1,-4 0 21,-4-4 1,-8 1-20,-8 2 1,-4 4-123,-5 5 0,-2 1 189,-5 3 1,4 4-26,-1 8 0,5 3-222,-4 5 0,6 5-112,2 4 489,5 1 0,1-3 0,-1-1 0</inkml:trace>
  <inkml:trace contextRef="#ctx0" brushRef="#br1" timeOffset="84">5037 11101 7569,'-12'0'617,"-1"-5"1,5 4-573,0-3 1,6 1 139,-2-1 1142,-3 3-899,5-5 1,-2 6-509,8 0 0,9 0 35,7 0 1,3 0-218,1 0 0,6-1-91,2-3 1,7 1-240,2-5 1,6 4 240,1-4 0,1 0 351,3-4 0,4 0 0,-1-1 0</inkml:trace>
  <inkml:trace contextRef="#ctx0" brushRef="#br1" timeOffset="85">6299 10871 7569,'-12'-5'-771,"-3"2"725,3-5 1,-7 4 192,7-4 0,-4 4 220,-1-5-173,-1 7 0,-3-8-129,1 6 0,0 0 60,-4 4 0,3-4-66,1 0 1,4 0 42,-4 4 1,5 1 91,-1 4 1,4-3-82,4 6-158,-3 0 0,9 5 115,-2-1 0,8 0-113,4 0 1,5 0-59,3 0 0,3 2 56,5 2 1,6-3-49,2 3 1,-1-2 93,1-2 0,-3 4-23,3 0 0,-5 1-1,1-5 1,-7 1-6,-5 3 1,-4-2 58,-4 2 1,1-6 124,-5-2 1,-1 0-61,-7 4 0,-4-4 149,-8 0 1,1-1-332,-5 1 1,-5 3 33,-3-3 0,-2-2-330,2 3 1,5-7-15,-5 2 1,6-2-176,-2-2 1,1 0 570,7 0 0,-6-6 0,4-1 0</inkml:trace>
  <inkml:trace contextRef="#ctx0" brushRef="#br1" timeOffset="86">6117 10543 7569,'7'-6'938,"-2"0"1,-1 13-896,0 5 1,2 7 443,-2 9-350,-3 9 1,6 3 26,-3 9 1,-3-2-109,3 9 1,1-8-360,0 0 0,3-2 344,-4 3 1,1-6-729,-1-3 0,3 2 381,5-2 0,0-3-1143,0-5 1449,6-5 0,1 3 0,5-6 0</inkml:trace>
  <inkml:trace contextRef="#ctx0" brushRef="#br1" timeOffset="87">6566 10689 7577,'0'-12'0,"0"5"0,0 0-6,0 3 1,1 3-27,3-3 154,3 3-118,11 1 1,-5 5 46,3 3 1,-2 3 5,-2 1 1,0 0 18,0 0 1,-1 2-48,-3 2 1,1-3 9,-4 3 0,-1 2 132,-4-2-299,-6 0 0,-1-3 60,-5-1 1,-1-4 197,-3 0 1,6-5-32,-2 1 126,3-3-113,2 4-64,1-3 1,8 7-91,2-5 1,4 6 99,8-2 1,-1 1-146,5-1 1,0 3 27,5-3 0,-5 3 28,0 1 0,-5 0 26,1 0 0,-4 0-19,-4 1 1,-2-1 191,-6 0 0,0 0-57,0 0 1,-7 0 63,-5 0 0,-6 0-35,-6 1 1,-2-3-189,-2-2 1,3 3-123,-4-3 0,5-2-223,4-2 1,2-3-121,6-1-35,0 0 548,5 0 0,2-11 0,5-2 0</inkml:trace>
  <inkml:trace contextRef="#ctx0" brushRef="#br1" timeOffset="88">6966 10750 7569,'7'-6'1974,"-1"5"-1466,-6-5-134,-6 6-178,-1 11 0,-1-1-39,0 10 1,4 1-123,-4 8 0,5-4-210,-1 4 0,3 0 160,1 0 0,0 3-571,0-4 0,1 1 340,3-5 0,3-1-619,5-3 0,0 2 865,1-6 0,-1 0 0,0-4 0</inkml:trace>
  <inkml:trace contextRef="#ctx0" brushRef="#br1" timeOffset="89">7294 10822 7569,'0'-6'0,"-4"-1"0,0 3 940,0 3-192,4-5-473,-5 6 1,3 1-194,-2 4 70,-3 1 1,2 6 42,-3 1 0,3-1 14,5 0-72,0 0 1,0 0-192,0 0 0,0 0 43,0 0 0,5 2-35,3 2 1,3-2 42,1 2 0,0-3-39,0-1 0,0 2 25,1 2 1,0-2 22,3 2 1,-6-3 8,2-1 0,-3 0-20,3 1 1,-5-1 115,-3 0 0,-3 0-83,-1 0 0,-1-4 151,-3 0 1,-3-1-84,-5 1 0,-1 2-200,-3-6 1,-3 1-193,-6-1 0,1-3-247,0 3 1,0-2 207,-1-2 0,5-6-164,0-2 1,5-4 498,-1-4 0,2-8 0,2-7 0</inkml:trace>
  <inkml:trace contextRef="#ctx0" brushRef="#br1" timeOffset="90">7282 10798 7569,'12'-7'862,"0"2"1,0 5-331,1 0 1,-1 0 87,0 0 0,0 0-333,0 0 0,4 0-251,0 0 0,6 0-696,-2 0 506,-2 0 0,5 0 31,-3 0 1,3 4-173,1 0 0,-1 0 295,-3-4 0,3 0 0,-4 0 0</inkml:trace>
  <inkml:trace contextRef="#ctx0" brushRef="#br1" timeOffset="91">7755 10859 7569,'-6'-7'1758,"0"0"-1102,6 3-266,0 3-436,0-4 54,0 5 1,7 0-228,5 0 0,2 0 246,6 0 0,-4 4-539,4 0 1,-1 0 293,1-4 0,2 5 218,-6 3 0,0 3 0,-4 1 0</inkml:trace>
  <inkml:trace contextRef="#ctx0" brushRef="#br1" timeOffset="92">7707 11126 7569,'12'0'5473,"0"0"-4660,0 0 0,-2 0-917,2 0-32,-3 0 160,14 0 0,-4-6-1514,5 5 1,5-10 394,-1 3 1095,0-3 0,-4-1 0,1 0 0</inkml:trace>
  <inkml:trace contextRef="#ctx0" brushRef="#br1" timeOffset="93">8957 10847 7569,'7'-21'0,"-3"3"116,-3 0 0,-1 2-12,0 4-151,0 0 1,-1 1-10,-3 3 0,-5-2 11,-7 6 1,1 0 171,-5 4 1,1 0-101,-1 0 0,-3 4-56,3 0 1,-3 7-1,-1 1 0,0 0 272,-1 4 0,2 2-53,3-2 0,-1 4-77,4-3 1,5-1-107,4-4 1,5 4 5,-1 0 1,4 0-4,4-3 1,9-1 34,7 0 0,4-1-26,4-3 0,3 2 6,6-1 0,1 0-59,2-1 1,2 3 20,2-3 1,-2 3-63,-5 1 0,-6 0 40,-3 0 0,-4 0-100,-4 0 1,-3 1 94,-9-1 0,-3 1 15,-5 3 0,-7-2-19,-5 2 1,-7-1-14,-9 1 1,-7-2 307,-6 2 0,-4-3-54,0-1 0,-1 0-82,2 1 1,-2-5-96,5 0 0,2-4-73,7 4 0,0-5-256,7 1 1,0 1 150,9-1 0,-1 0 58,5-4-29,5 0-150,2 0 0,16-5 0,2-2 1</inkml:trace>
  <inkml:trace contextRef="#ctx0" brushRef="#br1" timeOffset="94">8787 10616 7008,'0'-17'-337,"-1"3"337,-3-2 0,2 6 0,-2 2 938,3 6 0,-1 4-368,-2 15 1,2 7-321,-6 12 1,4 10-150,-5 3 0,7 6-234,-2-3 0,2 5-174,2-4 1,0 3 216,0-3 1,6 1 170,2-2 1,7-3-102,1-1 1,5 4-1689,0-8 1434,7 6 0,3-12 0,5 4 1</inkml:trace>
  <inkml:trace contextRef="#ctx0" brushRef="#br1" timeOffset="95">9600 10859 7569,'7'-12'0,"-3"0"0,-3 3 174,-1 1 394,0 6-393,0-4 0,-1 6 11,-3 0 1,1 7 104,-5 5 1,1 6-76,-1 6 0,-1 6-131,5 2 0,-4 3 58,4 1 0,0 1 40,4-1 1,-5-3-343,1-1 0,0 0-535,4 5 0,0-6 234,0-3 0,0-2-870,0-2 1330,0 0 0,0-5 0,0-2 0</inkml:trace>
  <inkml:trace contextRef="#ctx0" brushRef="#br1" timeOffset="96">9879 10932 7569,'-4'-9'-238,"0"1"434,0 6 399,4-9-319,0 10 1,5-6-100,4 3 1,3 2-150,4-2 0,3-1 55,5 1 0,8-5 37,1 0 1,9 3-62,-6-2 0,3 4-141,-3-5 1,1 7 88,-1-2 0,-3-2-70,-1 2 1,-9 0-51,1 4 1,-8 0 86,1 0 1,-4 0 43,-1 0 0,-5 2-15,-3 2 1,-3-2-102,-1 6 0,0-4 192,0 5 0,0-1 163,0 4 0,-1 0-104,-3 0 1,1 2 114,-5 2 1,4 3-46,-4 5 0,0 0-106,-4 0 1,4 1-173,0-1 0,4 0 58,-5 0 1,7-3 107,-2-1 0,-2 4-336,2 4 0,0-3-507,4-5 1,-4-5 259,0 1 1,0 1-243,4 0 0,0-5 714,0-4 0,6 0 0,0 4 0</inkml:trace>
  <inkml:trace contextRef="#ctx0" brushRef="#br1" timeOffset="97">10717 11041 7569,'6'-12'0,"1"0"483,-3-1-222,-3 1 1,5 0 246,-6 0-371,0 0 1,0 0 104,0 0-192,0-1 1,-1 1-150,-4 0 0,3 4 122,-6 0 1,4 4-22,-4-4 1,-1 5 32,-3-1 0,4 3-64,0 1 0,0 0 25,-4 0 1,4 0 25,0 0 1,1 5-11,-1 3 1,1 3 15,3 1 1,3 0 87,-3 0 1,2 6-69,2 2 0,2 3 111,2 1 0,3 1-105,5-1 0,1 2 77,3 2 0,-1 1-77,5 4 1,-5 1-2,1-6 0,-2 4-19,-2-3 1,-4-1 2,0-4 1,-5-4 28,1 1 1,-3-7-10,-1 3 0,-1-4 161,-3-1 0,-3-5-102,-5-3 1,-4 1-125,0-1 1,-6-1 63,2-7 0,-3 1-3,-1-5 0,3-1 5,1-7 0,5 1 1,-1-5 0,4 3-200,4-3 1,-1 4 57,4-4 1,1 4-177,4-5 1,6 7 70,2-3 1,4 4-131,4 1 1,-1-4 37,5-1 0,-4 1 51,5 4 0,-2-3 26,1 3 1,1-3-142,-4 7 0,-1 1-77,-4-1 1,0 4 119,0-4 0,-1 4-443,-3-4 744,3 5 0,-10-2 0,10 0 0,-4-2 0</inkml:trace>
  <inkml:trace contextRef="#ctx0" brushRef="#br1" timeOffset="98">10996 11029 7569,'6'-6'-278,"5"5"516,-4-10 129,0 4 373,-2 1-458,-5 0 0,-1 6-77,-3 0 0,-2 2 18,-2 2 1,-3 2-23,3 7 0,2-1-19,-2 0 1,5 4 23,-1 0 0,2 6-89,2-2 1,2-1 65,2 1 1,3 3-93,5 1 1,1 3 37,3-7 1,2-1-123,2 1 1,3-3 54,-3 3 1,-1-5 8,1 1 0,-6-3-19,-2-1 0,-1 1-123,-7-1 1,0-4-22,-4 0 1,-1-1 88,-3 1 1,-5-2-488,-7-1 0,-3-4 244,-5 3 1,-6-3-581,-2-1 1,-3 0 333,-1 0 1,5-5 139,2-3 0,6-10 352,7-6 0,0-11 0,9-8 0</inkml:trace>
  <inkml:trace contextRef="#ctx0" brushRef="#br1" timeOffset="99">10935 11101 7660,'18'-12'273,"2"0"-63,8 0 1,2 0 355,2 0 0,3 0 102,-2 0-423,2-1 1,5 5-125,1 0 0,-1 1-160,-4-1 0,1-1-772,-1 5 1,-3 0 199,-1 4 611,-10 0 0,6 0 0,-9 0 0</inkml:trace>
  <inkml:trace contextRef="#ctx0" brushRef="#br1" timeOffset="100">5462 13006 7569,'0'-12'272,"0"0"507,0 0-724,0 5 85,0-4-24,0 10 1,0 2-8,0 11 1,5 7-86,3 10 0,3-2 66,1 5 0,0 0-5,0 5 1,0-1-19,0 1 0,-1-2-4,-3-3 0,3 2-87,-3-6 0,2-1 118,-2-7-51,3 3 79,-10-9 305,10 3 1,-10-13-288,3-8 1,-8-5-277,-4-16 1,1-2 87,-1-9 0,0-6-111,-4-2 0,1-9-478,3-3 0,-1-4 221,5 0 1,-1 6 200,5 5 0,0 7 55,0 10 0,0 8 567,0 8-336,0 2 0,2 7 6,2 3 0,-1 4-85,5 4 1,-2 7 107,2 5 1,2 10-49,-6-2 0,4 4 112,-4 1 1,0-4-219,-4 4 1,-1-4 58,-3 0 1,-3-3-127,-5-1 1,-2 0-9,-2-5 0,3 1-485,-3-5 248,2-6-192,2 0-171,5-6 729,7-6 0,18-11 0,7-9 0</inkml:trace>
  <inkml:trace contextRef="#ctx0" brushRef="#br1" timeOffset="101">5789 12909 7131,'24'-17'-262,"1"3"725,-1-2-249,-5 3 0,2 2 27,-4 3 0,-1 1-76,-4 3 0,0 3-179,0-3 1,-4 6 87,0 2 0,-5 7 36,1 1 1,-2 4-20,-2 5 1,0 1-74,0-1 1,-2 2 75,-2 1 1,3-1-10,-3-3 1,-2-2-108,2-6 0,0 0 106,4 0 159,-5-5 1,2-2-108,-5-5 0,5-5-158,-1-3 0,3-7-17,1-1 0,0-10-174,0 2 1,0-9 105,0 1 1,5-6-39,3 2 0,5-2 106,3 10 0,-3 1-5,3 7 0,-1 2 65,1 6 0,-2 5-96,2 3 0,-2 3 169,-2 1 1,0 5-45,0 3 0,0 7 43,0 1 1,4 6-73,1-2 0,-3-1 23,-5 1 1,1-1-167,-2 1 1,3 2 45,1-6 1,-1 0-282,-3-4 1,3 0-91,-3 1-390,-2-7 221,4 5-44,-8-10 660,3-1 0,-5-12 0,0-7 0</inkml:trace>
  <inkml:trace contextRef="#ctx0" brushRef="#br1" timeOffset="102">6056 12582 6651,'0'-12'271,"0"-1"0,2 5 163,2 0 0,-2 4-192,6-4 1,0 5-60,5-1 1,3 3-803,0 1 0,6 0 188,-2 0 1,3 5-317,1 3 747,0-2 0,6 5 0,1-5 0</inkml:trace>
  <inkml:trace contextRef="#ctx0" brushRef="#br1" timeOffset="103">6517 12582 7569,'-12'-4'105,"0"0"0,0-5-24,0 5 0,0 0 208,0 4 1,3 7-36,1 5 0,0 2-190,-4 6 1,4 2 75,0 6 0,5 3 86,-1 5 0,3-1-82,1-2 0,7 0 0,5-4 0,3-1-7,9-4 0,-1-1-107,9-3 1,1-3-51,3-9 0,0-3 102,1-5 0,1-1-180,2-3 0,-4-4 54,1-9 0,-2 1-250,-7-8 0,0 5 57,-3-9 1,-8 3-67,-5-7 0,-5 4 75,-7-5 1,-1 6 97,-3-1 1,-3 8 298,-5 4 1,-6 4-125,-2 4 1,-4 5 452,-4 11 0,2 5-260,-2 12 1,2-1 68,2 0 0,6 5-251,6-1 0,1 4-352,7-3 1,2-1 158,6-4 0,4-4-80,8 1 1,8-5-581,8 4 1,4-9 62,0 1 734,6-3 0,6-2 0,8-2 0</inkml:trace>
  <inkml:trace contextRef="#ctx0" brushRef="#br1" timeOffset="104">7658 12764 7569,'-5'-13'220,"3"1"305,-3 0-266,5 0 1,1 5-24,3 3 0,-1 3-60,5 1 0,-4 1-130,4 3 0,-1 4 90,1 9 0,2-3 19,-6 7 0,5-2 0,-1 1 1,-1 1-824,1-4 0,-1 3 169,1-4 0,1 0-49,-5-4 0,2-1-104,-2-3 62,-3 3 590,10-10 0,-4-1 0,5-7 0</inkml:trace>
  <inkml:trace contextRef="#ctx0" brushRef="#br1" timeOffset="105">7561 12400 7675,'8'0'357,"0"0"1,0 0-293,5 0 1,-1 0-60,0 0 0,4 0 83,0 0 1,6 1-279,-2 3 1,-1-3 133,1 3 0,-1-2-75,1-2 1,2 0 34,-6 0 1,0 0-26,-4 0 0,0 0 83,1 0 1,-5 0-12,0 0 283,-6 0-204,4 0 0,-6 1 110,0 3 1,-6-1-76,-2 5 1,2-1-41,-3 1 0,3 3-29,-2-3 0,1 2-10,3 3 1,3-1 15,-4 0 1,5 1-20,5 4 1,1-4-10,6 3 0,5 2 20,-1-2 0,5 1 101,0 0 1,0-3-61,-1 7 0,3-5 70,-2 4 0,0-5-57,-1 1 1,-2 2 3,-6-2 0,-4-1 100,0-7 1,-5 2 53,2-3 0,-14 0-32,-3-3 1,-9-3-234,1-1 0,-3 0 88,-1 0 1,1 0-423,3 0 1,-2-1 38,6-3 1,-3 1-575,7-5 313,-3 5 614,14-2 0,6 5 0,9 0 0</inkml:trace>
  <inkml:trace contextRef="#ctx0" brushRef="#br1" timeOffset="106">8860 12521 7569,'-8'-24'570,"0"-1"-392,5 1 1,-3 5 35,6 3-214,0 3 44,0 1-1,0 5 0,2 1-527,2 6 281,-3 0 0,5 2 103,-6 2 0,0 3 54,0 5 0,-4 0 159,0 0 0,-2 4-140,2 0 0,3 0 146,-3-3 0,2-1-124,2 0 1,0 0 131,0 0 0,4 2-8,0 2 0,10-3-53,-2 3 0,8 2-31,0-2 0,3 2-15,2-2 1,-1-1-141,0 5 1,-4-5 41,1 1 1,-6-3-59,1-1 1,-3 1 1,-1-1 151,-5 0 1,-2-4 19,-5 0 1,-5-5 137,-3 1 1,-12-3-111,-5-1 0,-8 0-15,-4 0 0,1 0-127,-5 0 1,1-5 123,4-3 1,-2 1-342,10-1 0,-1 1 140,5-1 0,5-3-362,3 3 0,4 1 16,4-1 500,2 0 0,6-4 0,0 0 0</inkml:trace>
  <inkml:trace contextRef="#ctx0" brushRef="#br1" timeOffset="107">8908 12193 7569,'-12'0'433,"0"-5"-299,5-2 0,1 1-161,1 1 297,4 4-136,-4 1 1,9 7-156,0 5 105,5 6 1,-3 7 41,2 3 1,3 7-15,-3 6 1,-2 5-185,2-2 0,1-1 65,3 2 0,0-5-476,0 5 1,1-5 248,4 5 0,-4-5 234,3 5 0,-2-6 0,-2 3 0</inkml:trace>
  <inkml:trace contextRef="#ctx0" brushRef="#br1" timeOffset="108">8763 12509 7569,'6'-2'-205,"-2"-2"0,3 3 291,1-3 1,-1 1 35,1-1 0,4 3-130,4-3 1,1-1 82,-5 0 0,4 0 25,0 1 1,0 3-1,-4-3 1,2-2-335,2 2 1,-2 0 100,2 4 1,-3-4 95,-1 0 1,1-1 58,-1 1 0,0 2 28,0-2-47,0-2 1,0 4 10,0-2 0,0 3 1,1 1 1,-5-4 15,0 0 1,-4 0-782,4 4 411,-5 0 339,2 0 0,-5 5 0,0 2 0</inkml:trace>
  <inkml:trace contextRef="#ctx0" brushRef="#br1" timeOffset="109">9078 12497 7569,'12'-12'-155,"-5"5"1,3 0 59,-6 3 355,5 3-168,-8-5 1,9 5-159,-6-3 109,0 3 168,-4-5-13,0 6-93,0 0 1,-6 0-260,-2 0 0,-2 4 34,-3 0 0,1 0 129,0-4 0,0 2 19,0 2 1,-2-3 3,-2 3 0,1-1-7,-5 1 0,0-3-4,-4 3 1,-1 2-4,1-2 1,0 5 19,0-1 0,1-1 18,2 1 0,0-1-40,5 1 1,-5 3-4,5-3 1,0-2 18,4 3 1,5-5 27,3 4-64,-3-6 27,6 9 0,1-8-7,8 5 1,0-4-3,4 4 0,-2-5 13,6 1 0,2 1-6,-2-1 0,5 6 2,0-2 0,1-1-24,3 1 1,-1 0-4,0 4 0,1-4 23,-1 0 1,3 0 2,-3 4 1,3 0-35,-7 0 1,-2 1 18,-2-1 0,-3 0-72,0 0 1,-5-1 161,0-3 232,-6 3-190,4-5 46,-6 7 0,-6-5-57,-2 0 1,-4-6-52,-4 2 1,-3 2 24,-5-2 0,0 0 28,-1-4 1,-4 0 42,-4 0 1,-2 0-78,-1 0 0,-1 0 1,1 0 0,0 0-34,-1 0 1,2 0-94,3 0 1,-2-4 15,6 0 0,-1 0 89,5 4 1,4-4-17,0 0 1,5 0-11,-1 4 0,6 0-1519,2 0 259,5 0-138,-2 0 926,5 0 1,5 0 422,4 0 0,7 0 0,3 0 0</inkml:trace>
  <inkml:trace contextRef="#ctx0" brushRef="#br1" timeOffset="110">8920 12351 7569,'0'-8'0,"0"0"0,2 0 0,2-4 0,-3 4-434,3 0 191,-2-1 462,-2 3-112,0 0 9,0 1-3,0 4-14,0-5 1,0 12-26,0 2 1,0 8-5,0 4 0,0 8 31,0 5 1,0 3 291,0 5 0,0-2-208,0 5 0,0-1-103,0 2 1,0 1-46,0-6 1,4 2-189,0-2 1,1-3 23,-1-1 0,-3-1 85,3-7 0,2 5 49,-2-5 0,0-4-68,-4-3 0,4-7-1317,0 3 394,0-4 417,1-1 567,2-5 0,5-2 0,1-5 0</inkml:trace>
  <inkml:trace contextRef="#ctx0" brushRef="#br1" timeOffset="111">9454 12509 7569,'0'-12'-934,"0"5"1158,0-4-41,6 4 0,-5-1 158,3 0 205,3 6-422,0-4 27,5 6 1,-1 3-10,-3 5 0,1 1 9,-5 12 0,0 0 138,-4 8 0,0 2-135,0 5 1,0 0-113,0 1 1,0-1-3,0 1 1,0-2-188,0-3 1,-1 2-70,-3-6 1,2 0 144,-2-4 1,3-1 52,1-2 0,-4 0-48,0-5 1,0 1-1672,4-5 1737,-5 0 0,3 0 0,-3 0 0</inkml:trace>
  <inkml:trace contextRef="#ctx0" brushRef="#br1" timeOffset="112">9903 12557 7569,'-22'0'-230,"1"0"1,0-4 767,5 0-245,-1-5 1,5 8 43,0-4 1,0 4 113,0 1-84,5 0-172,2 0 0,6 0-1,3 0 1,4-1-251,8-3 1,3 2-331,6-2 0,4-1 278,4 1 1,6-2 125,1 2 1,5 2-43,-5-6 1,-1 5 45,-6-1 0,0 3 4,-4 1 0,-2 0 24,-7 0 0,1 1-431,-4 3 121,-1 3 218,-10 5 32,0 0 1,-6 0 74,0 0 0,-2 4 147,-2 1 0,-2 0 23,-6-1 1,-1 2-88,1 2 1,-4 3-76,0-3 0,0 7 47,4 1 0,-1 1 370,1-5 0,0 4-121,0 1 0,1-1-85,3-4 0,1 3-486,3-3 0,3 6-568,-3-10 0,3 5 586,1-9 0,0 0 63,0-4 1,0 0-52,0 0 0,0-4-95,0 1 0,1-7-1715,3 2 1982,-3-2 0,10-8 0,-4-1 0</inkml:trace>
  <inkml:trace contextRef="#ctx0" brushRef="#br1" timeOffset="113">10535 12751 7569,'12'-12'0,"0"4"0,0 0 0,-4 0 0,0-4 0,-4 1-72,4 3 0,-5-3 894,1 3-59,-3 3-433,-1-6 0,0 4-124,0-5 1,-1-1-705,-3-3 358,3 2 0,-9-5 57,6 3 1,-5 4 130,1 0 1,1 0-19,-1 3 0,0 4-32,-4 1 1,3 3 219,1 1 1,0 1-157,-4 3 1,0 3-46,0 5 0,1 1 6,3 4 1,-1 2-20,5 5 0,-5 0 75,5 0 1,0 1-28,4-1 0,0 4-30,0 0 0,2 2-24,2-2 0,2 2 144,7 2 0,-3 2-98,-2-6 1,3 2-28,-3-2 0,-1-5 62,1 6 0,-5-10-6,1 5 0,-3-7 13,-1 4 0,0-7-48,0 3 1,-5-5-11,-3-4 1,-3 1 10,-1-5 1,-2 0 72,-2-4 1,1 0-93,-5 0 0,4 0-102,-4 0 1,5-1 88,-1-3 1,2-3-86,2-5 1,0-1 85,0-4 0,5 3-24,3-7 0,3 2-97,1-1 0,0-3 20,0 3 1,1 1-143,3-1 1,4 4-2,8-4 1,-1 3 101,5-3 1,1 4 71,3-4 0,0 5 1,0-1 1,1 2 59,-1 2 1,0 0-71,1 0 0,-1 4 12,0 0 0,-5 1-6,-3-1 0,-2-2 393,-2 6-32,0 0-59,0-1-127,-5 4 154,-2-5-250,-5 6 1,-1 0 65,-3 0 21,2 0 35,-8 0-711,3 0 0,-1 0-406,0 0 385,5 0 1,-4 6 207,3 2 1,3-2 387,-3 3 0,-3-1 0,0 4 0</inkml:trace>
  <inkml:trace contextRef="#ctx0" brushRef="#br1" timeOffset="114">10959 12606 7569,'6'-12'624,"-5"4"-144,3 0 364,-3 5-335,-1-8-326,-5 10 1,2-5 114,-5 6-92,0 0 1,-4 6-182,0 2 1,-2 1 81,-2-1 1,5 5 111,-5-1 0,10 0-113,-7 4 0,5-3-118,0 0 0,-1-1 166,5 0 0,0 0 1,4 0 1,1-1-147,3-3 0,3 3 5,5-3 1,0 1-157,0-1 0,4 3 72,1-3 0,4-1 103,-1 1 1,-1 0 10,2 4 0,-5-2 9,4 2 1,-5-7 4,1 7 1,1-1 5,0 5 0,-5-2 8,-4 2 1,-1-3-13,1 0 1,-3-1 235,-5 0 1,0 0-25,0 0 0,-4 0-14,0 0 1,-9-3-203,0-1 0,-5-2-124,1 2 1,-4 2 175,1-6 0,-3 0 23,-2-4 0,1 0-326,0 0 0,0 0 97,-1 0 0,1 0-1410,0 0 1,1-5 466,3-4 0,1-7 209,2-4 0,8-4 279,-3-5 553,8-7 0,-2-12 0,6-8 0</inkml:trace>
  <inkml:trace contextRef="#ctx0" brushRef="#br1" timeOffset="115">10850 12545 7569,'19'-12'308,"8"0"146,-3 0 0,9 0 555,-1 0-468,3 5-201,1-4-823,1 4 860,5 1-194,-5 0 1,11 6 45,-11 0-46,5 0 1,-5 0-31,-6 0-193,-2 0 77,-4 0 1,-3 6-1164,-1 2-1612,-4-3 2738,-5 6 0,0-4 0,1 5 0</inkml:trace>
  <inkml:trace contextRef="#ctx0" brushRef="#br2" timeOffset="116">14892 4865 7569,'0'-7'-293,"0"-3"293,0 3-296,0 0 331,0 2 627,0 5-424,0 5 1,4 7-16,0 8 0,4 3-178,-4 2 0,4 0 49,-4 4 1,5-4-140,-1 4 0,-2 0 89,-2-1 1,1-5 153,-1-6-182,0-4-29,-4-1 0,0-6 50,0-6-27,0-11 1,0-4 12,0-5 0,0-2 7,0-6 1,0-3-315,0-6 0,4 0 134,0-4 1,1 4 103,-5-4 0,5 13-76,3 4 170,-3 7 1,6 5-47,-3 8 0,-1 8 136,1 4 1,-4 14 51,4 6 1,-4 2-75,4 2 1,-5 1-66,1 3 0,2 0 6,-2 1 0,4-6 33,-4-3 0,5-8-31,-1-4 0,-1-2-225,1-2 0,-4-5 117,4-3 0,-4-5 95,4-8 1,-4-1-68,4-15 0,-1 2 27,1-9 0,2-2-14,-6-6 1,5-7 15,-1-6 1,-1-5-91,1 2 1,-4 3 62,4 4 0,-4 12 57,4 8 1,-5 9 2,1 4 1,-1 8 47,1 4-69,-3 3 1,5 11-1,-6 7 1,1 4 58,3 3 0,-3 10-49,3 2 0,-1 4 115,1-4 1,-1-2-96,5 2 0,0-4 25,4 5 1,4-6 14,1-7 1,4 0 8,-1 1 0,3-7-71,2-1 1,0-4 34,4-1 1,-7-4-126,7 0 0,-6-5 111,5 1 0,-6-2 6,-2-2 0,-5-5-61,1 1 1,-3-5-215,-1 1 1,-5-3 19,-3-1 1,-2-6-13,-2-2 0,-2 1 15,-2-1 0,-3 0 75,-5-4 1,-1 5 22,-3 3 0,2 3-21,-2 5 1,1 3 152,-1 5 0,7 5-25,-4 3 0,5 9 297,0 3 0,3 4-122,5 4 0,3-2 33,5 2 0,1-3-155,11-5 0,0 1 2,5-4 1,4-3-178,4-5 0,2-4 64,1-5 0,-3 0 92,-1 0 0,-4-5-83,5-4 1,-8-5-268,0-3 0,-3-8 105,-5 1 1,2-9-14,-7 1 1,1-3 200,-9-2 1,0-3-87,-4 0 1,0-6 136,0 1 0,0 3-72,0 2 1,-4 8-34,0 3 1,-1 9 107,1 4 374,2 2 1,-4 9-173,2 5 0,2 12-26,-2 12 0,2 3-84,-3 10 0,4-4-24,-3 8 0,3 2-255,1 2 1,1-2 92,3 1 1,-1-5 135,5 2 0,0-5-173,4-4 1,-1-2-788,-3-6 1,1-5-333,-5-3 1211,6-2 0,-3-7 0,5-2 0</inkml:trace>
  <inkml:trace contextRef="#ctx0" brushRef="#br2" timeOffset="117">15729 4817 7569,'-18'6'559,"5"1"-261,-3-3-212,8-3 218,2 5-98,6-6 1,11 0 22,5 0 0,11-1 38,6-4 0,3-3-163,4-8 1,4-1-176,4-4 0,-1-1-219,-2 1 1,-3 0 247,-6 1 0,-1 1-206,-2 2 0,-5 4 125,-8-3 1,-2 2-2,-6 2-124,0 5 479,-5-3-114,-2 8 1,-5 2 159,0 8 0,-4 9 155,0 3 1,-4 4-162,4 4 1,-4 5-139,4 7 0,0-1 10,4 6 1,0-6 52,0 1 1,5-3-45,3-5 1,3-2-384,1-6 0,1-5 129,4-3 1,-4-2-69,3-2 0,-1-6-9,1-2 1,-2-4 117,2-4 0,-3-2 21,0-6 0,-1-6 12,0-2 1,0-3-10,0-1 1,-4 3 20,0 1 1,-5 4 94,1-4 0,1 5-62,0-1 0,-1 6 28,-4 2-17,0 6-23,5-4 0,-4 12 112,3 2 0,-2 8-66,-2 4 1,0 3-31,0 1 1,1 0 3,3 1 1,3-1-47,5 0 1,-4-5 21,0-3 0,0-2-8,4-2 0,1-1-17,-1-3 0,1 1-6,3-5 0,-2 0-99,2-4 1,-1-5 72,1-3 0,-2-7 21,2-1 0,-3-2-34,-1 2 1,0 1-121,1-5 1,-3 5 134,-2-1 1,2 3 3,-6 0 1,0 5 120,-4 0-131,0 6 271,0-4-155,0 17 1,0 1-60,0 8 0,0-1 39,0-3 1,1-2-65,3 2 0,-1-4 4,5-4 0,-4-1-17,4-3 0,0-3 24,5 3 0,-1-2 11,0-2 0,0-2 6,0-2 0,0-5-16,0-3 0,1-7-19,-1 7 0,-4-3 25,0 3 1,-4-4 59,4 0 0,-5-5-40,1 5 0,-3-4-4,-1 4 0,-4 0-5,0 3 0,-5 1-1,0 0 0,-5 5 54,-3 3 1,-4 3-51,1 1 1,2 5 3,2 3 0,1 3-3,-1 1 0,8-3-297,0-1 1,1 0-403,3 4 172,0 0 1,11 0-696,5 0 1217,0 0 0,11-5 0,-4-2 0</inkml:trace>
  <inkml:trace contextRef="#ctx0" brushRef="#br2" timeOffset="118">17125 5011 7569,'-7'-11'0,"2"6"91,5-12 0,-2 11 539,-2-6-223,3 2 1,-6-1-65,3 3 0,1 3-154,-5 5 1,4 1-7,-4 3 1,1 4 22,-1 8 1,-3-1-40,3 6 0,2-1-150,-2 4 1,5-1-22,-1-3 0,2-2-123,2-6 0,2 0 34,2 0 0,3-5 99,5-3 0,4-5-47,0-8 0,6-4 75,-2-11 0,3-6-32,1-2 0,-4-1-37,1-3 1,-7-2-281,3-6 1,-4-8 7,-1 4 1,-4-2-15,0 6 1,-5 4 376,1 12 1,-1 5-216,1 11 438,-3 5 0,3 10-167,-8 13 1,-3 8-129,-5 13 1,0 3 105,0 1 0,1 3 504,3-3 0,3-1-445,5-3 0,0-6-426,0-3 0,5-4-587,3-4 0,4-2 446,5-6 0,1-5 418,7-3 0,-1-3 0,0-1 0</inkml:trace>
  <inkml:trace contextRef="#ctx0" brushRef="#br2" timeOffset="119">18290 4792 7569,'-12'-10'0,"1"0"241,3 2 203,-3 0 0,10-4-183,-3 0 0,2 0-224,2-1 1,0 5 119,0 0 1,6 0-137,2-4 1,4 0 101,4 0 1,3 4 73,5 0 0,0 5-82,1-1 1,-1 2-362,0 2 0,1 6 178,-1 2 1,0 8 17,0 4 1,1 9-1,-1 3 1,-5 3 87,-3 1 1,-4 5-136,-4-1 1,-2 1 72,-6-5 1,-2-1 38,-2-2 0,-3-1-50,-5-8 1,-1 2 22,-3-10 1,-3-1 39,-5-7 1,-1 1 86,1-5 1,-2-1-103,-2-7 0,4-3-1,-1-5 1,3-4 240,5 0-186,1-6 1,9 9-16,3-3 0,3 6 47,1 2 1,5 5 176,4-1 0,7 4-28,4 4 1,4 3 16,5 5 0,-2 4-107,5 1 1,0-1-4,5-4 1,-1 1-187,0 4 0,-5-4 112,-2 3 1,-4-4 56,0-4 1,-5 3-85,0-3 0,-9-1-966,1 1 144,-2-5-287,-4 2-82,0-5 361,-6 0 13,0 6 0,0-4 763,0 6 0,0 1 0,0 3 0</inkml:trace>
  <inkml:trace contextRef="#ctx0" brushRef="#br2" timeOffset="120">15074 5751 6078,'0'-8'470,"0"0"-254,0 5 1,0-4 24,0 3-53,0 3 48,0-5 0,0 6 182,0 0-198,0-5 1,0 4-144,0-5 138,0 6-225,0 0 127,0-5 48,0 4-128,0-5-244,0 6 142,0 0 84,0-5 23,0 3 123,0-3-115,0 5 1158,0 0-1086,5 0 1,-4 1 89,3 3-144,-2-2 0,-2 9 28,0-3 0,0 2 114,0 3 1,0 3 12,0 0 0,0 7-188,0 1 1,0 0 83,0 5 1,0 0-217,0 0 0,0 3 72,0-4 0,0 1-548,0-5 0,0-1 295,0-3 1,0 2 110,0-6 0,1-4-897,3-4 1064,-3-5 0,10 2 0,-4-5 0</inkml:trace>
  <inkml:trace contextRef="#ctx0" brushRef="#br2" timeOffset="121">14977 5605 7541,'1'-12'-168,"3"0"147,-3 0 0,10 4-7,-3 0 1,3 1-3,1-1 0,4-2 571,0 6 0,6 0-193,-2 4 0,-1 0-113,1 0 0,1 7-96,3 5 0,-1 7-106,-3 9 0,-2 3-14,-6 6 0,0 5-94,0 2 0,-5 3 84,-3 2 0,-4-1-85,-4 1 1,1-7-76,-5-6 0,-4-1 108,-4-7 0,-2 1 16,2-5 1,-2-5-37,-2-3 0,-1-8 409,4-4 0,1 2-108,4-2 1,0 0-32,0-4 1,4-4 24,0 0-112,5-6 0,-3 3-176,6-5 1,7 1 51,5 3 0,2-2-188,6 1 1,0-1 66,5-2 1,7-5-223,0 1 1,6-1 78,-6 1 1,3 2-45,2-2 1,-1-2 144,1 2 1,-6-4 3,-3 4 0,-8 4 248,-4 4 0,-2 5-64,-2-1 590,-5 2-462,-2 2 1,-6 6 318,-3 2 1,-3 7-125,-5 1 1,1 4 32,3-4 0,-1 2-169,5-2 1,-5-2 115,5 2-487,0-3 1,6-2 141,2-3 0,-2-3-474,7-5 0,-1 0 289,4 0 0,0-6-723,0-6 0,0-1 79,0-3 850,0-3 0,6-5 0,1-7 0</inkml:trace>
  <inkml:trace contextRef="#ctx0" brushRef="#br2" timeOffset="122">15595 5630 7569,'-6'0'73,"11"0"1,7 0 67,9 0 0,1 0-199,-1 0 1,2 0 95,1 0 1,0 0-120,0 0 1,-1 0 55,-2 0 0,-4 5-100,-5 3 1,-1 3 111,-3 1 1,-3 1-10,-5 4 0,-6-3 108,-6 7 0,-6-5-77,-6 4 1,0-5 248,-1 1 1,1-2-79,0-2 1,5 0 190,3 0 0,4-4 182,3 0-364,-1-5 0,10 6-26,0-5 1,6 2 46,11-2 0,1-2-290,7 6 1,3-5 60,0 1 0,2 3-42,-2 1 0,-3-1 33,-1 1 0,-1-1 9,-7 1 1,-4 2 100,-4-1 0,-5-3 71,1 2 1,-8 1-109,-4 3 0,-8-4 9,-5 0 1,-2-1-177,-1 1 0,-4 2 71,0-1 0,-5-4-516,5-1 0,4-3-6,3-1-976,7 0 1549,1 0 0,8-5 0,5-2 0</inkml:trace>
  <inkml:trace contextRef="#ctx0" brushRef="#br2" timeOffset="123">16093 5836 7569,'0'-12'0,"0"0"503,0-1 58,0 1 29,0 6 135,0 0 70,0 6-507,-5 11 0,-2 2-7,-5 12 0,0 4 56,0 4 0,3 2-174,1 1 0,6 3 20,-2-2 1,2-2-286,2-7 1,4-8 148,0 0 0,10-2-228,-2-6 1,4-3-28,0-9 1,3 0-213,5 0 0,1-9 176,-1-3 1,0-8-140,1-1 0,-1 3-234,0-3 0,-5 1 231,-3-4 0,-2 0-50,-2-1 1,-5 5 115,-3 0 1,1 5 340,-1-1 0,0 2-94,-4 2 1,-1 6-123,-3 2 0,1 2 323,-5 2 0,0 10 432,-4 2 1,1 4 61,3 0 0,-2-1-301,6 5 1,0-4-45,4 5 1,0-7-59,0 3 1,6-1-268,2-4 1,3 3-57,1-7 1,0-3-56,0-1 0,0-2 80,0-2 0,0-2-48,0-2 1,1-3-123,-1-5 1,-1-1 62,-3-3 1,-3 2 72,-5-2 0,0 1 17,0-1 0,-1 2 138,-3-2 1,-3-1-89,-5 1 1,4-1-27,0 5 1,1 4 952,-1 0-537,2 0 0,6 0 31,0 0-283,0 5 1,2-4-78,2 3 0,4 3 53,8-3 0,-2 3-55,2 1 1,-3 1 23,-1 3 1,4 1-30,1 4 0,-2 3 34,-7 0 1,2 1-6,-2 7 1,-2-3-30,-2 3 0,1 0 34,-1 4 1,0-1-62,-4-2 1,0 0 87,0-5 212,0 0-204,0-3 0,2-7 0,2-2 0,-2-2-54,7-2 1,-5-2 8,4-2 1,-4-6-143,4-7 0,0 0 57,4 1 0,-4 1-88,0-5 0,-1 3 41,1-3 1,3 4-26,-3-4 1,-1 6 114,1 2 0,-4 1-19,4 7-7,-5 0 78,2 4 1,-5 10 298,0 2 0,0 8-137,0 0 0,0 3 2,0 2 1,0-3-120,0-1 1,0 0-93,0-5 0,5 1 25,4-5 0,-3-4-74,2 0 0,0-5 81,5 1 0,-1-3-17,0-1 1,0-5-119,0-4 0,0-1 23,0-2 1,1-2 66,-1-2 0,0 1-5,0-5 1,-1 0-254,-3-5 1,1 6 122,-5 3 1,4-1 127,-4 1-5,1-1 0,-5 9 80,0 0 171,0 6-151,0 7 1,-2 7 244,-2 8 0,-1 3-116,-3-3 1,-2-1 19,6 2 0,-1-3-163,1 3 0,2-2-85,-2-3 0,3-7 76,1 3 0,0-6 5,0 2 0,1-6-129,3 2 1,-1-4 31,5-4 0,-4-4-326,4-8 0,0 1 170,5-5 0,-1 4-40,0-4 0,-1 1 41,-3-1 0,2 2 89,-1 6 0,-3 1-24,2 3 43,-5 3 1,2 7 394,-5 6 1,0 2-166,0 10 0,0 2 124,0 6 0,0-2-74,0 2 1,6-4-120,2-4 1,0-2-29,4-6 0,-1-1-68,9-3 0,0-3 67,5-5 1,-1-2-83,0-6 1,1-3-74,-1-13 1,0 2 62,0-6 0,1-3-23,-1-2 1,0-7 49,0-5 1,-5-2-378,-3-1 1,2-6 267,-2-3 1,0-2 40,-3-2 0,-3 3 130,-2 6 1,2 7 138,-6 17 1,0 9 249,-4 11 1,0 8-205,0 4 1,-10 15-121,-2 17 0,-8 3 14,0 10 1,1 2 571,-1 10 1,5-1-685,-1 1 1,2-6-401,2-2 1,5-3 135,3-2 1,3-9-318,1-2 0,0-10-658,0-3 1,5-7 1234,3-8 0,-2 0 0,-2-5 0</inkml:trace>
  <inkml:trace contextRef="#ctx0" brushRef="#br2" timeOffset="124">17295 5714 7569,'-13'0'852,"7"2"1178,2 2-334,2-3-1171,8 5 1,-2-6-175,8 0 0,0-2-132,12-2 0,-1-4-841,10-8 0,-1 1 443,4-5 0,1 5 259,-1-1-242,1 2 1,-1-3 0,0-2-1</inkml:trace>
  <inkml:trace contextRef="#ctx0" brushRef="#br2" timeOffset="125">18205 5872 7569,'-7'-5'2086,"2"3"-1847,5-3 1,5 5 63,3 0-143,3-5 0,5 3-73,0-2 1,6-1-81,-2 1 1,3-2-560,1 2 1,1 3 310,-1-3 0,0 3-626,0 1 0,-1 0 867,-2 0 0,2 0 0,-5 0 0</inkml:trace>
  <inkml:trace contextRef="#ctx0" brushRef="#br2" timeOffset="126">18266 6018 7569,'-6'7'1963,"5"-2"-1178,-10 0-575,10-3 0,-3 3 259,8-5-212,8 0 0,7-1-168,5-3 0,6-3 63,2-5 0,4 0-476,5 0 0,-2-1 242,5 1 1,1 4-902,3 0 1,-4 1 294,-4-1 543,-2-3 1,-2 10 0,1-4-1</inkml:trace>
  <inkml:trace contextRef="#ctx0" brushRef="#br2" timeOffset="127">19200 5678 7569,'0'-7'1234,"0"2"0,0 6-683,0 3 0,-4 3-200,0 5 0,0 2-151,4 2-39,0 3 0,0 5-292,0 0 0,0 1 157,0-1 0,0 0-723,0 0 0,0 1 380,0-1 1,0-1-786,0-3 1,4-2 1101,0-6 0,5 0 0,-2 0 0</inkml:trace>
  <inkml:trace contextRef="#ctx0" brushRef="#br2" timeOffset="128">19431 5702 7569,'0'-8'593,"0"0"-44,0 5 97,0-2 215,0 5-28,0 0-643,5 5 0,-1 2-178,8 5 1,-2 4 113,6 1 1,-3 4-140,-1-1 0,1 3 8,-1 2 0,-4-1-97,0 0 0,-1 0 14,1 1 1,1-2-9,-5-3 0,0-1 99,-4-3 1,0-3-15,0 4 0,0-8 11,0-1 1,-1-4 1,-3 4 0,-3-5-202,-5 1 0,-4-3 73,0-1 1,-1 0-480,5 0 0,-4 0-42,0 0 1,-2-5-790,2-3 1437,3-3 0,-5-6 0,6-2 0</inkml:trace>
  <inkml:trace contextRef="#ctx0" brushRef="#br2" timeOffset="129">19455 5666 7569,'12'-11'180,"0"3"-42,-5-3 0,2 9 27,-5-7 0,6 7-60,-2-2 1,3-2-104,1 2 1,0 0-254,0 4 1,-1-1-933,-3-3 1183,3 3 0,-4-5 0,5 6 0</inkml:trace>
  <inkml:trace contextRef="#ctx0" brushRef="#br2" timeOffset="130">19698 5520 7569,'-7'6'-10,"1"-5"0,6 6 315,0-3 8,0 3 0,0 5-266,0 0-73,0-5 0,2 3 95,2-2 0,3-1-61,5 1 0,0-5-92,0 1 1,0-3 110,0-1-198,0 0 1,1-5 60,-1-3 0,-6-3-66,-1-1 1,-4 0-36,-1 0 0,0 0 37,0-1 1,0 1 63,0 0 0,-6 0-37,-2 0 1,-2 0 194,-3 0 0,1 0-97,0-1 0,4 5 591,0 0-277,5 6 75,-7-9-216,8 9 0,-2-3-98,8 5 0,4-4 10,8 0 1,-1-4 30,5 4 0,-3-4-132,3 4 0,-4-2 62,4 2 0,-5 3-74,1-3 0,-2-2 82,-2 2 0,0 0 305,0 4-143,-5 0 1,0 6 118,-3 2 1,-3-1-139,3 1 0,-3 0 93,-1 4 1,0 0-17,0 0 0,0 4-40,0 0 1,-4 6-72,0-2 1,-1 3 47,1 1 0,1 1-169,-5-1 1,1 4 99,-1 1 0,-1 3 28,5-4 0,-6 2-175,2-2 0,3-2-238,1 2 0,-2-2 12,2-2 0,0-1 101,4-3 1,0 2-176,0-6 0,0 4 133,0-4 1,0 1-373,0-5 0,0 0 98,0 0 0,0-4 495,0 0 0,6 0 0,1 4 0</inkml:trace>
  <inkml:trace contextRef="#ctx0" brushRef="#br2" timeOffset="131">20050 5848 7569,'-7'5'891,"0"-1"-675,3 8 1,1-2 75,-5 6 1,6 2 11,-2-2-167,2 0 1,2 0 8,0 0 1,2-1-51,2-7 0,4 2-130,8-6 1,3 0 98,5-4 0,0-10-213,1-2 1,-1-7 113,0 3 1,-1-5-131,-3 0 1,-4 2 138,-7-1 1,-4 1 88,-5-1 0,-3 3-19,-5 5 0,-3 1 91,-13 3 0,2 2-92,-6 6 1,-2 7 11,2 5 1,0 2-803,4 6 1,3-4 119,1 4 626,5-5 0,-2 8 0,5-4 0</inkml:trace>
  <inkml:trace contextRef="#ctx0" brushRef="#br2" timeOffset="132">14794 6903 7569,'-6'0'659,"0"0"-269,6 0 0,0 0 303,0-5-107,0 4-456,0-5 1,6 1 52,2-3 1,7-3-67,1-1 1,9 0 30,0 0 0,7 0-114,0-1 1,1 1 139,3 0 0,-6 0-28,6 0 1,1-3-381,-1 3 1,2-3 159,-10 7 0,-4 1-550,-3-1 1,-6 5 329,1-1 0,-7 3-1386,-1 1 883,-5 0 797,-3 5 0,-7 8 0,-5 5 0</inkml:trace>
  <inkml:trace contextRef="#ctx0" brushRef="#br2" timeOffset="133">15086 6855 7569,'12'-19'-46,"-5"2"0,3 10 241,-1 3 90,-4 2 0,0 5-36,-5 5 0,0 6 173,0 10 0,-5 6-247,-3 2-38,-3 3 1,3 3 57,0 2 0,1-2 0,-1 2 0,-1 2-979,5-1 0,-1-2 462,5-7 0,0-2-321,0-6 1,6-11 287,2-4 1,7-8 354,1-5 0,6-8 0,-4-7 0</inkml:trace>
  <inkml:trace contextRef="#ctx0" brushRef="#br2" timeOffset="134">15328 6734 7422,'7'-7'-441,"3"3"441,-6 8 0,0 4 235,-4 8-112,0-2 1,0 10 404,0 0 0,0 2-162,0 6 0,0 0-87,0 5 0,4-1-100,0 1 0,0-6-180,-4-3 0,4-2 24,0-2 0,4-5 10,-4-3 0,0-7 281,-4-1-49,6-5-372,-5 3 0,4-12 57,-5-2 1,0-3-202,0-1 0,4-4 123,0 0 1,6-2-22,-2 2 1,-1 7 186,1-4 111,-6 9 1,9 0-149,-3 8 0,-1 5-43,1 7 1,-4 4 382,4 8 1,0-2-120,5 2 1,0-4-2,3-3 1,3-1-73,5-8 1,1 1-1,-1-8 0,4-3-109,1-6 0,0-4-152,0-8 1,-4-3 160,3-5 1,-7-2 22,-5-2 0,-4 1-538,-4-5 0,-3 1 233,-5-2 1,-1 1 18,-3 8 1,1-2 34,-5 10 0,-4 5 385,-4 7 0,0 9 7,4 7 0,-5 7 33,1 10 1,0 0-168,4 4 0,5-2 10,3-3 0,3-2-481,1 2 1,3-7 228,5 0 0,1-8-441,11-1 1,-2-1 42,6-7 561,-2 0 0,13-4 0,-4 0 0</inkml:trace>
  <inkml:trace contextRef="#ctx0" brushRef="#br2" timeOffset="135">16554 6976 7599,'0'-6'-11,"4"1"0,0 10 0,0-1 637,-4 8 1,-1-2-190,-3 11 1,1-1-148,-5 4 1,0 5-108,-4-1 1,1 1-146,3 0 1,3-8-17,5 4 0,0-5-203,0 0 434,0-2-128,0-6 1,1-6-124,3-1 1,-1-10 14,5-3 1,-4-8-71,4-4 0,0-3 66,4-1 1,-4-2-86,0-2 1,-1 2 31,1-2 1,2 2 25,-6 2 1,1 5 71,-1 3-55,-2 8 114,3 3 1,-5 11-76,0 6 1,0 10 83,0 6 0,0 6-49,0-2 1,5-1-194,3 2 1,3-8 71,1 0 1,6-3-40,2-5 1,-1-1 92,1-4 1,0-5-28,5-3 1,-1-3 105,0-1 1,1-5-108,-1-3 1,-1-7 56,-3-1 1,2-6-38,-6 2 1,-1-4-140,-7-5 1,-3 2 0,-5-5 1,0 2-134,0-6 1,-5 6 167,-3-6 0,-3 8 20,-1-1 1,0 8 187,-1 0 1,1 12-97,0 1 0,-1 7 49,-4 5 0,4 8-64,-3 8 1,4 8 71,4 5 0,-2-1-71,6 4 1,0-2-3,4 7 0,5-8 27,3 0 1,7-6-18,2 1 1,4-4-132,-1-4 1,3-3 54,2-9 0,-1 1 114,0-5 1,-1-5-66,-3-7 0,2-4 49,-6-5 0,4-2-40,-4-5 0,1-5 3,-5-4 0,-4 4 6,0 0 0,-5 2 12,1-1 0,1 6 195,-1-2 0,0 8-64,-4 0 0,0 6 222,0 2-254,0 6 1,-5 3 33,-3 11 1,-3 6-51,-1 6 1,4 5 24,0 4 0,5-2-20,-1 1 0,2-1-40,2 2 0,2-8-223,2-5 0,-1-1 71,5 1 1,0-3 3,4-9 1,0-3 57,0-5 1,-2 0 77,2 0 1,-6-5-102,11-3 0,-7-4-81,7-5 1,-4 0 120,-1-3 0,-1-3 1,-3 2 0,3-1-176,-3-3 1,-1 6 48,1 3 0,-6 3 128,3 1-121,-4 5 108,-1 1 1,0 8 10,0 2 0,1 8 115,3 8 0,-2-1-136,2 1 1,-2-1 19,2 1 0,3 2 229,5-6 0,0 0-51,1-4 0,3-5-14,0-3 0,4-2-52,-4-2 1,2-2 75,-2-2 0,2-4-94,2-8 1,1-3-118,-4-5 1,3-5 125,-4 1 1,-1-6-12,-7 2 0,1-4-407,-5-5 0,0 4 158,-4-4 1,0 9 65,0 3 1,-4 9 56,0 4 0,-5 8-174,1 4 1,-3 3 87,-1 1 1,0 6 49,0 6 1,1 6-85,3 6 172,-3 0 0,10 1 0,-5-1 0</inkml:trace>
  <inkml:trace contextRef="#ctx0" brushRef="#br2" timeOffset="136">18144 7085 7569,'-7'-5'1013,"2"4"1,5 2-831,0 11 1,0 6 102,0 6 1,4 7-81,0 5 1,2-2 81,-2 7 0,1-5-70,3 8 0,1-6-170,-4-1 1,0-2-46,-1-7 0,-1 3-111,5-7 0,-6-2 186,2-10 1,-2-4 62,-2 0 0,0-7 100,0-1 1,0-6-107,0-10 1,0-9-357,0-7 1,-4-10 124,0-6 0,0-6-428,4-7 1,0-2 266,0-6 1,0 6-125,0-6 1,1 7 179,3 5 1,3 13 21,5 7 0,0 14 99,0 3-90,6 11 0,-5 6 232,3 11 0,-2 7-56,-2 13 0,-5 3 155,-3 6 0,-3-5-51,-1 0 1,0 1 257,0 3 0,-1-4-353,-3 1 1,-3-6 4,-5 1 1,0-8-67,0-4 1,0-3 71,-1-5 0,1 1-635,0-5 255,0 0-374,0-4 0,5-5 175,3-3 1,3 1 128,1-1 1,9 0 423,3-4 0,9-6 0,-3-1 0</inkml:trace>
  <inkml:trace contextRef="#ctx0" brushRef="#br2" timeOffset="137">18508 7013 7569,'12'-6'424,"1"0"0,-5-1-11,0 3-230,-6 2 1,4 4 265,-6 2 1,-6 3-84,-2 5 1,2 1-134,-3 3 1,3 3-51,-2 5 1,2-5-229,6-2 1,0 0-42,0-1 0,0 0-95,0-3 307,0-7-53,6 0 1,0-8-216,7-2 1,-1-2 42,0-7 0,1-4 15,3-3 1,-2 1 76,2-1 1,-2-1 7,-2-3 1,0 4-30,0 0 0,0 5-7,0-1 0,0-1 37,1 5 0,-5 2-24,0 5-66,-6 4 0,8 1 64,-6 8 0,0 4 209,-4 5 0,0 0-68,0 3 1,0 7-143,0-3 0,1-1-67,3-2 0,-2-1-190,2 4 0,-2-5 173,3-3 99,-4-2-810,10-8 1,-9 0 306,6-6 0,-1-3 513,1-5 0,8-11 0,-2-12 0</inkml:trace>
  <inkml:trace contextRef="#ctx0" brushRef="#br2" timeOffset="138">18775 6721 7569,'-8'0'130,"0"0"1,5 2 221,-1 2 1,-1-1 93,1 5-290,0-6-39,4 9 0,5-5-13,3 2 0,4 1-755,5-5 1,-3 1 332,7 0 0,-1-3 318,4 6 0,0 0 0,1 5 0</inkml:trace>
  <inkml:trace contextRef="#ctx0" brushRef="#br2" timeOffset="139">19067 6843 7569,'-2'-7'423,"-2"3"-196,3 3 0,-9 2 9,6 3 1,-5 3-54,1 5 1,1 5 377,-1 4 0,4 3-166,-4 4 0,5-1-150,-1 6 1,3-6-63,1 1 1,6-8-121,7-4 1,0-2 24,7-2 1,-1-5-48,1-3 1,7-3 164,-2-1 1,2-7-62,-3-5 0,4-5-541,1-8 0,-3 1 231,-5 0 1,0-5-296,-5 1 0,1-6 193,-5 2 1,-5-3-245,-3-1 0,-3 6 296,-1 6 0,0 5 246,0 7 1,-5 5-207,-4 3 1,-3 11-33,-4 9 0,-1 4 792,-4 12 1,4 2-322,5 7 0,1-5-1,3 0 1,2 1-64,6-5 0,0-2-286,0-2 1,6-6-272,2-2 0,3-5-383,1 1 0,1-4 321,4-4 419,1-2 0,12-6 0,1 0 0</inkml:trace>
  <inkml:trace contextRef="#ctx0" brushRef="#br2" timeOffset="140">20110 6903 7569,'-6'-5'0,"-5"-2"171,9 1 264,-3 0-207,5 6 1,0 2 232,0 2 1,0 8-147,0 8 0,5 3 33,3 1 1,3 4-466,1 1 99,1 4 0,0-7 40,3 2 0,-2-3-139,2-5 0,-3-3 197,-1-4 0,1-7-10,-1-2 1,0-4-125,0-4 1,2-4 23,2-8 1,-7-2-99,3-2 0,-2-7 68,2 3 0,-5-4 54,-3-1 0,-3 4 50,-1-4 0,0 5-2,0 4 0,0 2-1,0 6-45,0 6 1,-1 0-117,-3 6 128,2 0 0,-3 6-118,5 2 0,0 2 78,0 3 0,5 0-80,3 3 1,3-2 61,1 2 1,2-3-4,2 0 0,-3-7-63,4-2 1,0 2 53,-1-2 1,2 0-75,-2-4 0,-2-2 77,2-2 0,-3-2-82,-1-6 0,0-1 36,1 1 1,-1-4-4,0 0 1,-1-6 42,-3 2 0,-3 1 79,-5-1 1,0 4-96,0-4 1,0 5-4,0-1 0,0 6 369,0 2 1,0 4 7,0-4 24,0 5-183,0-2-80,0 5 11,6 0 1,-4 0-14,6 0 0,-4 0-39,4 0 28,1 0 0,-1 0-19,0 0-17,-6 0 0,5 0 22,-3 0 89,-2 0 145,3 0-187,-5 0 53,0 0-35,-5 0-216,3 0 101,-3 0-6,5 0 759,0 0-732,5 0 1,2 0 3,5 0 1,0 0-2,0 0 1,2 0-5,2 0 1,-1 0-20,5 0 0,-5-1 31,1-4 1,2 4-122,-2-3 0,0 3 94,-4 1-60,0 0 69,0 0 7,-5 0 39,4 0 69,-10 0 0,3 1-23,-8 3 1,3-1-71,-3 5 1,-1-4 129,0 4 1,0 4-56,1 4 1,3 5 83,-3-5 1,-2 8-81,2-4 0,0 6-37,4-6 1,0 2 30,0-2 0,0 1-4,0-4 1,6-1-402,2-4 229,2 0 1,3-1-639,-1-3 513,0-3 1,0-5-558,0 0 1,-1-1 69,-3-3 1,1-3-694,-5-5 1395,6-5 0,-9-2 0,5-6 0</inkml:trace>
  <inkml:trace contextRef="#ctx0" brushRef="#br2" timeOffset="141">20887 6612 7569,'-7'-5'-115,"2"2"321,5-5 390,0 5-351,0-7 1,1 4 101,3-2 0,3-3-428,5 3 50,6-3 1,-3 3-47,5 0 0,-4 4-208,4-4 1,-5 4 71,1-4 1,-2 5 118,-2-1 0,0 3-144,0 1 0,-4 0-180,0 0 383,-5 0-43,8 0 295,-10 0-107,4 0 72,-5-5 0,2 3 11,2-2-109,-3 3 52,10-5-78,-4 5 0,1-4 239,0 5-104,-5 0 14,7 0-101,-8 0 0,3 1 90,-5 3 0,0-1-13,0 5 1,0 0-73,0 4 1,-4 6 74,0 2 1,-1 3-53,1 1 0,2 4 107,-2 1 1,-1 8-118,1 0 1,-2 2-139,2-3 0,3 3 34,-3-2 1,3 1-189,1-10 1,4-1 50,0-7 1,5-2 103,-1-6 1,3-2-127,1-1 0,4-4 59,1-5 1,3-1-123,-4-3 1,4-3 19,-4-5 0,6-6 91,-2-2 0,-1-4-74,1-5 0,-5-2-122,1-5 0,-2 0-55,-2-1 1,0-5 116,0-2 0,-4-3 232,0-2 1,-4 1-76,4-1 1,-5 7 262,1 6 1,-2 6 54,-2 10 0,0 2 600,0 6-606,0 6 1,-6 7 84,-2 11 0,1 7 75,-1 9 0,0 1-90,-4 7 1,4 3 9,0 10 1,1-1-130,-1 1 0,3-2-172,5-3 1,0 4-145,0-4 0,0-6-170,0-2 0,4-9 27,0-3 0,5-5-333,-1-7 0,3-1-29,1-3 0,4-2-28,1-6 654,4 0 0,-7-11 0,3-3 0</inkml:trace>
  <inkml:trace contextRef="#ctx0" brushRef="#br2" timeOffset="142">22004 6455 7458,'6'-19'-110,"1"-2"494,-3 9 1,-3 2 288,3 5-490,3 4 1,-5 2 11,2 12 0,-3 5 260,-1 11 1,-1 3-35,-3 9 1,-3 3-24,-5 9 1,-3 1-458,3 2 0,-6 6 129,10-5 1,-4-2-41,8-10 1,0-4 109,4-4 0,4-8-256,0-4 1,5-6 140,-1-7 1,3-6-164,1-1 0,1-4-47,-1-1 1,4-11-102,0-5 1,4-6 341,-4-2 0,3-4-239,-7-1 1,2-7 169,-10 4 1,0-1-61,-4 9 0,0 0 230,0 0 0,0 5-94,0 2 1,-4 4 49,0 1 1,-1 4 33,1 0-66,2 5-45,-3-2-108,5 5 1,1 0 64,3 0 0,3 1 19,5 3 0,6-1-45,2 5 0,3-6 17,1 3 0,-1 0 34,-3-1 0,3 0-3,-3-4 1,2 0 4,-2 0 0,2 0-60,-6 0 1,4 0-83,-4 0 1,0-5 11,-3-3 1,-5-3 54,0-1 1,-1-1-140,1 1 1,-3-5 38,-5-3 0,-1 1-94,-3-2 1,-3 3 86,-5-3 1,0 4 202,-1 5 1,1 5 17,0 3 1,-5 5 292,-4 7 0,0 7-6,1 14 0,-2 2-147,6 5 1,1 4 216,7 1 0,3 3-102,5-3 0,0-5-101,0-3 0,9-7-174,3 3 0,7-5-218,-3-4 1,7-4-294,1-7 1,1 0-636,3-5 1,3 0-568,1-4 1674,3-5 0,-4-7 0,-1-7 0</inkml:trace>
  <inkml:trace contextRef="#ctx0" brushRef="#br2" timeOffset="143">23193 6503 7569,'4'-13'0,"0"-2"30,-1-1 60,-2-1 1,3 4 128,0-3 0,4 2 170,-4-2 1,0 7 83,-4 1-83,6 5-161,-5-3 0,6 8-34,-3 2 0,-3 9 149,3 12 0,-8 10-119,-4 9 0,-3 9-173,-1 3 0,0-2-57,0-1 0,1 1 188,3-2 1,1 0 11,3-8 0,3-2 0,-3-6 0,8-5-2228,4-2 0,3-5 2033,1-4 0,5-2 0,2-6 0</inkml:trace>
  <inkml:trace contextRef="#ctx0" brushRef="#br2" timeOffset="144">23533 6819 8017,'-7'0'951,"2"0"-495,5 0 193,0 0 0,5 0-546,3 0 1,3 0 102,1 0 1,2-5-222,2 1 1,-1 0-172,5 4 1,0 0-130,4 0 1,-4 0-17,1 0 0,-1-1-334,4-3 0,0 3-352,1-3 1017,-6 2 0,9-3 0,-2-2 0</inkml:trace>
  <inkml:trace contextRef="#ctx0" brushRef="#br2" timeOffset="145">24115 6527 6848,'0'-6'464,"0"0"-320,0 6 259,0 0-276,0 6 0,0-4-53,0 6 0,0 0 177,0 5 1,0 4-48,0 3 0,0 1 70,0 3 0,-4-3-148,0 8 0,-4-4-141,4 0 1,-4-1-41,4 0 1,-1-4-212,1 1 0,2-7 2,-2 3 1,3-4 128,1-1 1,0-4-1063,0 0 559,0-5 638,5 2 0,2-5 0,5 0 0</inkml:trace>
  <inkml:trace contextRef="#ctx0" brushRef="#br2" timeOffset="146">24237 6564 8382,'-7'0'1323,"0"0"-1139,3 0-89,3 5 0,-5 2-44,6 5 30,0 0 1,0 4-135,0 0 1,0 1 68,0-5 0,4 4 74,0 0 0,6 6-64,-2-2 1,1-1 33,0 1 1,1-1-79,-2 1 1,2 2 67,-2-6 1,3 4 8,-3-4 0,-1 0-3,1-3 1,-6-1 6,2 0 1,-2 0-5,-2 0 0,0-4 37,0 0-39,0-5 1,-6 6 2,-2-5 0,0 2-262,-4-2 1,3-3-87,-8 3 0,3-2-102,-3-2 1,4 0 18,-3 0 0,-2-2-137,2-2 0,-1-2 25,0-7 0,4 0 142,-3-3 1,8-3 340,4-5 0,-3-11 0,0-3 0</inkml:trace>
  <inkml:trace contextRef="#ctx0" brushRef="#br2" timeOffset="147">24237 6552 7569,'8'-4'260,"0"0"-162,-5-1 1,3 1 90,-2 0 45,-2 0-60,3-1-118,0 4 0,2-5-90,5 6 0,-4-4-1,1 0 0,-1 0 65,4 4 1,-4 0-469,0 0 219,0-5 39,4 3 1,-4-3-54,0 5 338,-5 0-76,2 0 295,1 0-294,-5 0-3,5 0 304,-6 0-16,5 5-74,-4-3-204,5 8 1,-6-7-5,0 5 0,0-4-9,0 4 0,0-4 14,0 5 27,0-1 0,0 4-21,0 0 0,0 0 189,0 0-182,0 0 1,0 0 35,0 1 15,0-1 53,0 0-155,0 0 1,1-5-379,3-3 396,-3-3 1,6-1-1,-3 0-35,-2 0 1,8 0 26,-2 0 1,-1-5-90,1-3 0,-1-3 88,1-1 1,3 0 1,-3-1 0,-1 1-60,1 0 0,-5 0-120,1 0 0,-3-2 144,-1-2 0,0 3-12,0-3 0,-1-2 68,-3 2 0,-3 0-64,-5 4 0,4-1 303,-1 1-77,1 6-135,-4-5 0,1 8-111,3-5-6,3 5-24,5-2 0,0 4 117,0-4-177,5 4 0,2-8 71,5 5 0,4 0-58,1 4 0,0-4 44,-1 0 0,-1-5 27,5 5 0,-5 0 25,1 4 0,-2-1 75,-2-3 1,0 3-15,0-3 0,-4 2-60,0 2 1,-3 0 188,3 0-102,-6 0 50,4 0-28,-6 0 2,0 0-25,0 6 1,0-4 200,0 6-135,0 0 1,0 5-80,0-1 0,0 0 111,0 0 0,0 4-78,0 0 0,0 2 3,0-2 0,0-2-42,0 2 0,0 1 1,0-1 0,0 6 35,0-2 1,0-1-9,0 1 1,0 1-86,0 3 0,0 0 34,0 0 1,0 1-58,0-1 1,-2 0 76,-2 0 0,2 1 5,-6-1 1,3 0-16,-3 0 1,4 1 5,-4-1 0,4 0-50,-4 1 1,4-1-103,-4 0 0,4-4-37,-4 1 1,4-7 96,-4 3 0,5-4-378,-1-1 1,3-4-147,1 0-656,-6-5 585,5 2 660,1-5 0,7-5 0,5-2 0</inkml:trace>
  <inkml:trace contextRef="#ctx0" brushRef="#br2" timeOffset="148">24746 6952 7569,'0'12'1084,"0"0"-756,0 0 1,0 2 113,0 2 1,0-2-70,0 2-236,0-3 1,6 2-11,2-3 1,4 2 11,4-10 0,3 0-79,5-4 1,6-2 78,2-2 0,2-4-207,-2-8 0,-2 1 67,-6-5 0,-1 4-163,-2-4 0,-9 5 165,-8-1 1,-4-2 185,-4 2 0,-10 0-125,-10 4 0,-3 5 18,-9 3 1,3 2-263,-3 2 1,-3 6 99,6 2 0,-3 3-938,8 1 0,1 0 93,6 0 927,4 0 0,5 0 0,0 1 0</inkml:trace>
  <inkml:trace contextRef="#ctx0" brushRef="#br2" timeOffset="149">25547 6721 7569,'-6'-12'326,"-5"6"505,4 0-573,-5 6 1,0 6-70,0 2 1,4 2-38,0 3 0,4-1-2,-5 0 1,7 0-148,-2 0 1,2 0 93,2 0 0,2-4-237,2 1 0,2-7 43,7 2 1,0-2-47,3-2 0,-1-6 37,5-2 1,-3-7-81,3-1 0,-5-4 17,1 4 0,-4-4 66,-4 3 0,-3-3 11,-5 4 1,0 0 1,0 4 1,-5-3 170,-3 3-107,-3-3 0,-1 14 201,0-4-149,5 4 26,-4 1 11,10 0 0,1 0-50,8 0 0,3 0 86,1 0 0,4-1-45,0-3 0,6-3-28,-2-5 1,-1-2-44,1-2 0,-1 1-10,1-5 1,2 0-10,-6-4 1,-4-1-10,-4 1 0,-4 1 29,4 3 0,-5-3 132,3 10 1,-6 2-80,0 11 0,-6 12 394,-2 12 0,-3 11-35,-1 10 1,0 9-71,0 6 1,6-25 0,0 2-399,0 3 1,0 1 0,-1 0-1,0 0 241,-1-1 1,0 1 0,1-2 0,0 0 12,-1-2 1,0-1 0,-5 31-245,1-2 1,0-8 241,-1-5 1,1-5 14,0-6 0,-1-4-12,-4-12 1,4-4-89,-3-9 0,1-5-165,-1-3 0,1-4 365,-5-4 0,5-9-627,-1-12 0,4-4 93,3-8 0,4-7 108,5-1 0,0-4-127,0 4 1,7 5 311,5 3 1,1 2-213,8 7 1,-5 4-178,4 3 1,2 11-180,6-3 0,-2 8-3,2-3 1,2 5-152,-2-1 1,6 3 667,-2 1 0,8-6 0,4 0 0</inkml:trace>
  <inkml:trace contextRef="#ctx0" brushRef="#br2" timeOffset="150">15134 7826 7569,'-6'-13'939,"-5"1"-465,4 6 0,0 11-138,3 11 1,3 11-154,1 5 1,0 9 11,0 3 0,0 4 0,0 0 0,0-1-795,0-2 0,4-3 54,0-6 0,4-1-188,-4-3 1,4-2 355,-4-6 0,2-6 378,-2-6 0,2 0 0,7-5 0</inkml:trace>
  <inkml:trace contextRef="#ctx0" brushRef="#br2" timeOffset="151">14831 8092 7569,'-6'-6'848,"5"-5"-653,-4 4-195,10-5 0,3 0 47,8 0 1,3-2 15,6-2 0,4 1 148,4-5-179,2 0 0,1-4 0,0-1 0,1 5 16,-1 0 1,-5 6 93,-2 2 1,-4 2-93,0 5 1,-7 1 41,-1 4 0,-4 11 39,-1 5 0,-4 11 199,0 6 0,-5 3-92,1 5 0,-3-2-107,-1 5 1,-4-5-52,0 2 0,-4-1-100,4-3 0,0-1 58,4-12 1,0 2 163,0-10-23,0 0-132,0-9 1,2-4-64,2-12 0,-2 0 76,6-11 1,0-4-42,5-5 0,-1-4-66,0 0 0,-4 2-66,0-1 0,-4 9 107,4-1 1,-5 7-15,1 1-101,3 8 20,-6 3 1,4 12 493,-5 5 1,0 5-157,0 7 1,0 5-35,0-1 1,2 0-144,2-3 0,3-2-79,5-3 0,1-3 34,3-5 0,-1-5 62,5-3 1,1-2-6,3-2 0,0-6-16,0-2 0,1-7-288,-1-1 0,-1-5-55,-3 0 1,2-2-142,-6-1 1,-1-6 95,-7-2 0,1-3-73,-5-1 0,0 5 220,-4 2 0,0 9-20,0 4 1,-1 8-25,-3 4 1,-4 9 33,-8 7 0,-2 11 986,-2 10 0,-2 7-388,6 5 0,1 0-174,7 0 0,3-1-283,5-7 0,0 2-330,0-7 1,9-3-83,3-5 0,9-1 73,-1-7 393,8 0 0,3-4 0,6 0 0</inkml:trace>
  <inkml:trace contextRef="#ctx0" brushRef="#br2" timeOffset="152">16457 8129 7789,'0'-12'836,"-1"5"-752,-3 3 0,1 3 122,-5 1 1,0 0-24,-4 0 1,0 9 264,-1 3 1,1 8-42,0 1 0,1 2-182,3 1 1,-1 0-126,5 0 1,0-1-102,4-3 1,5 2-3,3-6 0,3-1 138,1-7 0,6 2 71,2-6 1,2-4-116,-2-4 0,3-10-525,-3 2 0,2-8 105,-2 0 1,-4-3 1,-8-2 1,1 1 168,-5 0 0,1-4 86,-5-1 1,-6 5-176,-2 4 0,-7 1 29,-1-1-1,0 2 61,4 6 1,0 4-204,-1 0 766,1 5 1,4-2-244,0 5 1,5 1-170,-1 3 1,8-3 32,5 3 0,3 2-11,4-2 1,3 0-10,5-4 0,0 0-9,1 0 1,-1 1-29,0 3 1,0-2-42,1 2 0,-5 2 223,0 3 0,-5 1 19,1 2 1,-4 1 16,-4-1 0,2 4-43,-6 0 0,0 6 74,-4-2 0,0-1-58,0 1 1,0-5 55,0 1 75,0-3 22,0 0 242,0-7-430,0 0 0,0-8-283,0-2 0,1-4 22,3-8 1,3 0-124,5-8 0,0 1-3,0-10 1,1 6 113,-1-1 1,0 2 18,0 2 1,0 5-32,0 3 1,-1 7 244,-3 1-15,3 5 1,-6-1 184,3 8 1,-2 3-52,-6 5 1,1 1 77,3 3 0,-2 3-139,2 6 0,1-2-26,-1-3 1,1 3 33,-1-3 0,-1-1 17,5 1 0,-4-5-1043,4 1 0,-5-3-632,1 0 570,3-7 0,-4 0-316,5-6 1253,-6 0 0,9-11 0,-4-3 0</inkml:trace>
  <inkml:trace contextRef="#ctx0" brushRef="#br2" timeOffset="153">16882 7801 7569,'0'-6'0,"0"0"378,5 6 1,2 0 527,5 0 1,0 0-697,1 0-205,4 0 1,1 0-264,2 0 1,4 0-487,0 0 0,1 0 744,3 0 0,3 0 0,0 0 0</inkml:trace>
  <inkml:trace contextRef="#ctx0" brushRef="#br2" timeOffset="154">17198 8153 6906,'8'-8'-47,"0"0"0,-4 0 195,4-4 0,0 0 237,4-1 1,-4-3 104,0 0-304,0 0 1,-1 0-56,-3 0 0,2-1-76,-2 5 1,0 4-42,-4 0 1,-6 5 70,-2-1 0,-4 4 70,-4 4 0,1 3-121,-5 5 0,5 4-186,-1 1 0,2 0 97,2-1 0,4-2-58,0 2 1,5-3 31,-1 0 0,3-1-69,1 0 1,5-1 70,3-3 0,3 3 62,1-3 1,2 2-18,2 3 1,-3 4-11,4 3 1,-4 5 256,-1 3 1,0 3 45,0 5 1,-1 2 116,-3 2 0,-1 2 144,-3 3 0,-3-3-172,4-6 1,-4-4 56,-1 1 0,-4-10-96,0 1 1,-6-8-104,2 0 1,2-6 149,-3-2 1,1-6 238,-4 2 1,-4-4-419,0-4 1,-4-4-382,3-8 1,1-3-588,4-5 1,0 0 520,0-1 0,5-4-357,3-4 1,3-2 240,1-1 0,9 1 18,3 3 1,4 1-161,1 2 0,2 8-271,5-4 1,0 8 373,0-3 1,1 5 109,-1-1 1,-1 2 364,-3 2 1,3-1-117,-3-4 0,-2 8 171,-2-3 0,1 2-145,0-2 1,-5 6-117,-4 1 0,-4 4 719,4 1 633,-5 0 1,2 1-649,-5 4 0,0 1-309,0 6 0,0 1-383,0-1 1,1 0 186,3 0 0,-2 0-286,2 0 1,-3-4 43,-1 0 91,6-5 34,-5 2 1,6-6-1953,-3-3 2026,-3-3 0,4-10 0,-5-2 0</inkml:trace>
  <inkml:trace contextRef="#ctx0" brushRef="#br2" timeOffset="155">17501 8020 7569,'0'-12'0,"0"-1"-36,0 1 0,4 4 347,0 0 0,5 5 56,0-1 0,-3 3-149,2 1 0,0 0-49,5 0 0,-1 1 20,0 3 1,0 3 134,0 5 1,0 6-55,0 2 1,-3 3-65,-1 1 0,-6 5-65,2-1 1,-2 0-160,-2-4 0,0-1 96,0-2 0,0 0 42,0-5 1,0-4 144,0-3-32,0-7-239,0 4 64,0-6 1,1-6 57,3-2 1,-3-3-169,3-1 1,2-4-647,-2 0 0,4-4 405,-4 3 1,1 3 85,-1 6 99,-2-3 264,9 4-76,-10 0 1,6 7-82,-3 8 1,-2 3-9,7 1 1,-5 4 97,4 1 0,0 4 405,4-1 1,1-2-237,4-2 0,-3-2-265,7-2 1,-1-1-9,4-3 1,0-3-195,1-5 0,0-5 37,4-3 0,-8-7 63,3-1 0,-2-6 25,2 2 1,-5-3-176,-3-1 1,-2-2-106,-2-2 0,-5 3 129,-3 1 1,-3 1 76,-1 7 1,-1 1 179,-3 7 1,-3-1 270,-5 5 1,-6 1-67,-2 7 1,-3 7-118,-1 5 1,0 5-15,-1 0 1,6-2 37,3 1 1,4-1 360,4 1 0,3-1-220,5-3 1,0-3-286,0 4 1,1-8 142,3-1 0,3-5-13,5 1 1,0-3-530,0-1 0,4-5 187,1-3 0,0-4 126,-1-5 0,-2 4-78,2-3 0,-3 2-54,0 2 1,-1 0 54,0 0 310,-5 5-77,3 2 149,-8 5 1,3 1 39,-5 3 0,0 7-106,0 5 0,0 2-32,0-2 1,4-3 4,0 3 1,6-2 77,-2-2 1,3-4-98,1 0 1,5-5-102,3 1 1,2-8-8,-2-4 0,7-8-184,-2-5 0,1-1 68,-1-3 0,-1-4 112,0-4 1,1-3-19,-1-5 1,0 1-6,0-9 1,-5-2-1476,-3-9 0,1 0 897,-5 4 0,1 10 590,-9 13 0,0 9-126,-4 12 0,-1 7-55,-3 5 1,-8 17 969,-8 16 1,-5 12-447,-3 12 0,4 1-385,-1-1 1,3 2 271,5-2 1,1-4 730,4 0 1,1-7-3,3-2-2503,3-10 1143,5 6 1,5-14-23,3 2 449,8-2 0,1-4 0,1-6 0,-1-5 0,2-1 0,2 4 0</inkml:trace>
  <inkml:trace contextRef="#ctx0" brushRef="#br2" timeOffset="156">19321 8105 7569,'-12'-18'0,"1"3"-108,3-5 159,3 5 1,5 2 242,0 5 73,0 5 46,0-2-488,0 15 1,5 1 665,3 13 0,3-1-85,1 10 0,1 3-223,-1 5 1,0 4 1,0 0 1,-5-5-113,-3-3 1,-2-2 9,2-7 0,-2-1 0,2-7 1,-3-2 229,-1-6-230,-5-5 1,-2-3-220,-5-8 0,4-7 70,0-5 1,4-13 22,-4-3 0,5-6-867,-1-10 0,3 1-159,1-10 0,6-5 584,0 28 1,0-1-1,11-31 9,3 1 0,3 13 36,-3 3 1,2 16 107,-2 4 0,1 10 347,-4 11 0,-1 3-45,-4 5 1,-1 7 129,-3 5 0,-3 7 18,-5 9 0,-1 2 294,-3 2 1,-3 3 86,-5-3 0,-6 3-321,-2 2 0,-3-6-27,-1-3 0,0-2-10,-1-2 0,6-1-514,3-3-338,-3-2-684,6-6 800,1-5 1,13-7-381,11-9 0,6-3 331,6-4 1,6 1 543,2-5 0,-2 5 0,-2-1 0,3-3 0,0 0 0</inkml:trace>
  <inkml:trace contextRef="#ctx0" brushRef="#br2" timeOffset="157">19673 8044 7259,'19'-5'-697,"-1"-1"1476,-6-2-76,0-3-362,0 5 1,-1-3 111,-3 1-40,3 6-199,-10-4 1,5 8 180,-6 2 0,0 2-98,0 7 0,0 3-113,0 0 1,0 5-85,0 0 1,0-2-142,0 1 1,0-5 5,0 1 1,0-3 224,0-1 40,0-5-289,0-1 1,5-8-347,3-2 1,3-4 132,1-8 0,4-4-41,0-9 1,5 2 109,-5-5 0,4 0 80,-4-5 0,4 8 151,-3 4 1,-1 6-165,-4 7-108,0 0 263,0 5 0,-5 7 686,-3 9 0,-3 5-249,-1 3 1,0 8 34,0-1 1,0 2-457,0-6 0,0 3 92,0-3 1,0-2-245,0-2 1,0-2 115,0-2 0,4-4 282,0 0-904,0-5-1032,2 2 1,-1-10 742,3-3 1,3-5 911,-3-3 0,3-8 0,1-7 0</inkml:trace>
  <inkml:trace contextRef="#ctx0" brushRef="#br2" timeOffset="158">20013 7644 7569,'-5'-7'1549,"3"1"-972,-3 6-252,0 0 102,3 0-232,-3 0 0,6 4 0,3 1 0,3-1-129,5-4 1,6 0-889,2 0 0,2 0 174,-2 0 1,3 0-873,-3 0 1520,3 0 0,1 0 0,0 0 0</inkml:trace>
  <inkml:trace contextRef="#ctx0" brushRef="#br2" timeOffset="159">20365 7704 7569,'-5'-7'1183,"3"2"0,-7 8-933,5 5 1,-6 1-56,2 12 0,-6 4 100,-3 8 0,3 2 481,5 1 1,0 4-341,5 1 1,0-1-93,4-3 0,0-6-238,0-3 0,5-4-133,3-4 0,7-2 8,1-6 0,6-5 161,-2-3 0,4-3 53,5-1 0,-2-11-216,5-5 0,-4-5-844,5-4 1,-6-3 240,1 0 0,-4-10-120,-3 2 0,-1-3 329,-8 2 1,-3 6 19,-9 3 1,0 2 383,0 2 0,-2 11-57,-6 4 1,-2 8-128,-10 5 0,0 8 261,-5 9 1,3 8 1106,1 8 0,4-1-599,5 4 0,1-3-178,3-5 1,2-2-227,6-6 1,0-1-244,0-3 1,4-2-405,0-6 1,10-1 320,-2-3 1,4-3 155,0-5 0,3 0 0,6 0 0</inkml:trace>
  <inkml:trace contextRef="#ctx0" brushRef="#br2" timeOffset="160">21166 8141 7569,'7'0'847,"-2"0"0,-3 0-491,2 0-237,-3 0 1,-1 5 218,-8 3 0,0 3-162,-4 1 1,2 2-620,-6 2 322,-3 3 0,0 1-348,-5 0 0,4 1 469,0 3 0,-6 6 0,-5 1 0</inkml:trace>
  <inkml:trace contextRef="#ctx0" brushRef="#br2" timeOffset="161">21737 8202 7706,'-13'6'482,"1"-2"-48,6-2 236,0-2-315,6 0-111,0 0-244,6 0 1,0-2 69,6-2 0,6-4 33,2-8 1,7 1-74,1-5 1,5 0-419,-5-4 1,0 3 139,-3 1 1,-5 1-63,0-1 1,-6-3 192,-2 3 1,-1 2 37,-7 2 234,0 3-160,-4 1-194,0 5 260,-6 1 0,0 8 264,-7 2 1,7 3-173,2 5 1,-2 1-23,2 3 0,0-2-151,4 2 1,0 2-94,0-2 1,0 1-128,0-1 0,0-2 107,0 2 1,1-2-23,4-2 155,-4 0 0,10-5 0,-5-2 0</inkml:trace>
  <inkml:trace contextRef="#ctx0" brushRef="#br2" timeOffset="162">21919 7777 7569,'-13'0'0,"3"-1"870,2-3-194,2 2-501,6-3 125,0 5-105,0 0 0,6 1-136,2 3 0,2-2-982,3 2 0,4-3 923,3-1 0,3 0 0,2 0 0</inkml:trace>
  <inkml:trace contextRef="#ctx0" brushRef="#br2" timeOffset="163">22149 7983 5916,'0'0'0</inkml:trace>
  <inkml:trace contextRef="#ctx0" brushRef="#br2" timeOffset="164">22246 8080 11103,'-6'0'-1488,"0"0"1452,6 0 0,1-1 36,4-3 0,1 3 0,6-5 0</inkml:trace>
  <inkml:trace contextRef="#ctx0" brushRef="#br2" timeOffset="165">22428 8092 8463,'6'-6'536,"0"-5"-388,7 3 0,0-3-55,3-1 0,3-2-169,5-2 1,1-3 14,-1-5 0,0-1-37,1-4 1,-1 4 136,0-4 0,-5 4 24,-3 0 0,-8 1-180,-4 0 0,-2 5 73,-2 3 0,-2 6 31,-2 2 1,-3 6 80,-5-2 0,-1 8 750,-3 4 1,2 4-372,-2 4 1,1 4-70,-1 9 1,4 2-228,0 5 1,1 0-242,7 1 0,0-5-187,4 0 1,5-5 237,3 2 0,3-4 78,1 0 1,2-2-40,2-3 0,-3 3 0,5-4 0</inkml:trace>
  <inkml:trace contextRef="#ctx0" brushRef="#br2" timeOffset="166">22865 8092 8322,'-6'0'741,"0"0"-1414,1 0 1,5 0 672,0 0 0,11-5 0,7-2 0</inkml:trace>
  <inkml:trace contextRef="#ctx0" brushRef="#br2" timeOffset="167">23581 7983 8091,'0'-8'382,"0"0"1,6 0-290,2-4 0,3-4-32,1 0 1,4-6 69,0 2 1,2-3-16,-2-1 1,-3-1-69,3 1 0,-6 0-303,-2-1 0,-5-3 139,1 0 1,-3 4-141,-1 3 206,0 7 1,-5-3 14,-3 9 1,-5 3 145,-3 5 0,1 4-123,-5 0 0,0 9 4,-4 0 0,1 7 48,3 0 1,-2-1 202,6 1 0,4 6-104,4 6 1,5-1-116,-1 1 1,2 1 6,2 3 1,7-3-74,5-1 0,2-4 43,6 5 1,-4-6 46,4 1 1,-3 2-18,3-2 1,-4-1-27,4-7 1,-5 2 89,1-6 1,-2 4-52,-2-4 20,-5 0 40,-2-4 1,-6-3 98,-3-1 1,-4-6-164,-9 2 0,3 2 37,-7-2 0,-3 0-4,-4-4 0,-1 4-30,5 0 0,0 0-80,0-4 1,5-1 38,3-3 0,2 1-10,2-5 0,1 0-32,3-4 1,-1-5-137,5 1 1,0-5 1,4 0 1,5-1 108,3-3 0,8-3 21,4 0 1,-1-2-134,2 2 1,-1 2-202,4-2 0,-1 6 65,-3 2 0,2 5 18,-6-1 1,4 7 13,-4 0 0,1 7-399,-5-2 368,0 2 1,0 2 311,0 0 0,0 6 0,0 0 0</inkml:trace>
  <inkml:trace contextRef="#ctx0" brushRef="#br2" timeOffset="168">24079 7838 7569,'-12'0'0,"0"0"0,-1 0 0,1 0 0,0 0 967,0 0-330,5 5 0,-3 0-240,1 4 0,3 1-190,-2-2 0,5 3-1,-1 1 1,3 2-24,1 2 1,1-1-291,3 5 0,3-1 125,5 1 0,4 2 105,0-6 1,6 4-89,-2-4 1,3 5-287,1-5 0,-4 4 271,1-4 0,-1 2 225,4-2 1,-5-3-107,-3 3 0,-4-2 58,-4-2 0,-2-4 260,-6 0-261,0 0 1,-6 3-18,-2-3 1,-8 2 2,-4-6 0,-3 4-540,-1-4 0,-6 0-52,-2-4 1,1 0-293,-2 0 1,6-1 181,-1-4 0,2-3-292,2-8 0,5-3 151,3-5 1,8-7 250,4-5 0,3-3 185,1-10 1,6 3 86,6-6 1,2 7 137,6 5 0,-5 9 89,1 6 0,-6 7 89,-2 5-293,0 1 0,3 4 115,-3 0 1909,-3 5-1282,0-2 1,-2 5-211,5 0 0,0 0-139,4 0 1,1-4-498,-1 0 0,1-1-119,3 1 0,-1 2-385,5-2 0,-1 3 383,2 1 340,2 0 0,-5-6 0,7 0 0</inkml:trace>
  <inkml:trace contextRef="#ctx0" brushRef="#br2" timeOffset="169">24467 7716 7569,'-11'8'-27,"3"1"53,-2-1 1,7 4 207,-5 0 1,5 0-88,-1 0 1,3 2-66,1 2 1,0-3 61,0 3 0,5-2-122,3-2 1,3-4-27,1 0 1,4-5-51,0 1 0,1-3 27,-5-1 1,0-5-185,0-3 0,0-4 13,0-4 0,-5 2 105,-3-2 0,-3-2 22,-1 2 1,0-5-72,0 0 0,-4-2-163,0-1 1,-4 0 164,4 0 1,-4 3 219,4 1 0,0 9 12,4-1 353,0 3-297,0 2 0,1 2-83,3 5 1,-1 0-8,5 0 0,0 0 69,4 0 1,1 0-18,-1 0 1,0 0-34,0 0 0,2 4-16,2 0 1,-3 4 18,3-4 0,-1 5-7,1 0 0,-2 1 27,2 2 1,-2 1-28,-2-1 1,-4 4 2,0 0 0,-5 2 77,1-2 0,-3 3 276,-1 5 0,0 0-138,0 0 1,-4 6-137,0 2 1,-6 2-2,2-2 1,-4 4-27,-4-4 0,3 3-90,-4 1 1,0 1 90,1-1 0,-1 1-1,5-1 0,0-4-223,0 1 1,1-6-1106,3 1 0,1-4 363,3-4 1,3 2-81,-3-6 1,4-1 916,4-7 0,3-3 0,5-5 0</inkml:trace>
  <inkml:trace contextRef="#ctx0" brushRef="#br2" timeOffset="170">24941 8190 7569,'-13'12'0,"5"0"0,0 0 0,6 4 0,-2 0 0,-2 5 299,2-5 534,0 0 0,5-4-333,3 0 0,5-5-270,7-3 1,3-3-101,5-1 1,3-2-138,5-7 1,-1-4-17,6-11 0,-1-2 157,-4-2 0,-6 1 39,-2-5 0,-5 5-158,-3-2 1,-5 1-152,-11 4 0,-3-3 358,-5 6 0,-6 4 388,-15 1 1,-2 8-392,-5 4 0,-1 5-74,1 7 0,0 2-474,-1 10 1,3 0 296,6 4 1,0 0 195,8 1 1,3-5-165,5 0 0,0 0 0,5 5 0</inkml:trace>
  <inkml:trace contextRef="#ctx0" brushRef="#br2" timeOffset="171">22999 18660 24575,'0'0'0</inkml:trace>
  <inkml:trace contextRef="#ctx0" brushRef="#br2" timeOffset="172">15122 9451 7569,'0'-12'701,"2"5"40,2 3-164,-3 3-225,4 1 1,-5 1-31,0 3 1,2 9-21,2 7 0,-3 7-107,3 1 0,-4 7-12,-4 2 1,3-1-345,-3 4 0,-2 1 172,2-5 0,0 7-1016,4-6 1,0 1 538,0-6 0,0-4 466,0-8 0,6 3 0,0-4 0</inkml:trace>
  <inkml:trace contextRef="#ctx0" brushRef="#br2" timeOffset="173">15341 9548 7569,'0'13'236,"0"-1"-27,0 0 1,-6 5 130,-2 4 1,-1 6-154,1 1 0,-2 6-126,6-2 0,0-6-29,4-2 1,5-5 561,4-3 1,8-1-292,7-11 1,1 0-187,3-4 1,2-7-55,-2-5 1,0-4-159,-3-5 0,-3-5-4,-1 1 0,-5-2 115,-8 3 0,-3 0-175,-5-1 1,-6 1 34,-7 0 0,-4 0-37,-7-1 1,-1 8-5,1 5 1,-3 5 94,3 7 0,-2 1-165,10 3 1,0 3-206,4 5 0,5 0-774,3 1 1214,3-1 0,11 0 0,4 0 0</inkml:trace>
  <inkml:trace contextRef="#ctx0" brushRef="#br2" timeOffset="174">15717 9415 7569,'-12'-7'-147,"0"2"1,-1 6 41,1 3 0,4 3 166,0 5 1,4 0 36,-4 0 1,5-4-67,-1 1 117,3-7 1,6 8-58,3-6 0,3 0-107,1-4 1,-4-6 52,0-2 0,1-3 53,3-1 1,-6 0-95,-1 0 1,-4-1-130,-1-4 0,0 4 52,0-3 1,-1-3 62,-4-1 1,0-2 116,-3 2 0,-1-3-93,4 3 0,-3-2 179,4 2 1,0-2-16,4 6 1,4 0-8,0 4 0,6 1-84,-2 3 1,4-1 0,4 5 1,-2-5-21,2 5 0,1 0 36,0 4 1,-1 0-98,-4 0 1,0 2 65,0 2 0,-1 3 89,-3 5 1,2 1-53,-6 3 0,0 3 93,-4 5 0,0 2-50,0 2 1,0 3 7,0 6 0,-6 5-110,-2 2 1,1 5 81,-1 3 0,-1 3-624,-7 6 0,6 0 431,-2-1 0,4 0-540,0-4 1,-2-3 42,6-9 1,0 1-81,4-9 1,0-2-237,0-10 880,0 1 0,4-8 0,0-7 0,-10-28 0,-8-4 0</inkml:trace>
  <inkml:trace contextRef="#ctx0" brushRef="#br2" timeOffset="175">15984 9755 7569,'0'12'0,"0"0"0,0 0 0,0 4 184,0 0 1,0-3 265,0-5 1,1-2 119,3 2-343,3-2 1,9-6-81,0 0 1,5-6-43,-5-2 0,0-4-75,-4-4 1,-5 3 73,-3-4 1,-3 3-200,-1-3 0,-5 4 86,-3-3 0,-4 2-415,-5 2 0,-1 5-17,-7 3 1,1 3-148,0 1 1,-1 5 587,1 4 0,0 1 0,0 2 0</inkml:trace>
  <inkml:trace contextRef="#ctx0" brushRef="#br2" timeOffset="176">17246 9718 7569,'-12'0'0,"0"0"0,0 0 0,0 0 131,-1 0-188,1 11 1,-4-1 371,0 10-184,0-5 1,4 3-36,-1-1 0,3-8 69,2 3 1,-2-6-127,6 2 0,1-6 1,7 2 1,-1-2 4,5-2 0,4-6 16,5-2 0,3-7-233,-4-1 1,1-1 4,0 1 0,-4 2 31,3-2 0,-6-2 95,-2 2 1,-4 1-37,4 7 184,-5-3-228,2 5 355,-5-1-94,0 2-13,0 5-168,0 0 72,5-6 0,2-6-5,5-8 1,0 1-118,1-1 1,-1-4 81,0-5 0,-4 0-26,0 0 1,-5 5 24,1 0 0,-3 5 293,-1 7-93,0 0 0,-1 8 75,-3 8 1,1 13 10,-5 15 0,0 17 30,-4 12 1,6-26 0,0 2-385,-1 7 1,1 1-1,0 3 1,0 0 206,0 2 0,0 1 1,0 3-1,0 0-421,0-3 1,0-1 0,0 1 0,1-1 319,1-6 1,0-3 0,1-2 0,1-2 38,2 23 1,0-7 255,0-13 0,1-5 339,3-10 1,-3-6-266,3-3 0,-8-8-75,-4-4 0,-2-8 102,-3-4 0,0-10-342,-3-6 0,2-8-515,-2-13 0,8-3 351,4-9 0,3-6-414,1 2 1,10-6-135,7 2 1,0 10-97,3 6 0,1 10 155,3 3 0,0 9-57,0 6 1,1 11-445,-1-3 1072,0 4 0,4-2 0,1 3 0,-2 4 0,-2 3 0,0 1 0</inkml:trace>
  <inkml:trace contextRef="#ctx0" brushRef="#br2" timeOffset="177">18302 9500 7569,'0'-12'0,"0"0"248,0-1 0,1 1 305,3 0-491,-2 0 1,3 0-122,-5 0 1,-1 4 42,-3 0 1,-3 5 106,-5-1 1,-6 3 106,-2 1 0,-3 1-84,-1 3 1,4 3 170,-1 5 0,7 0-170,-3 0 1,4-1-160,1-3 1,5 3 113,3-3 0,4 1-147,4-1 0,4 3 34,8-3 1,3 3 123,5 1 0,7-1-206,6-3 1,-1 3 27,5-3 0,-5-1-7,-4 1 0,2 0 101,-5 4 1,-3 0 93,-5 0 1,-5 0-19,-8 0 0,1 1 151,-5-1 0,-5-3-47,-7 3 1,-8-6-84,-4 6 1,-9-3-29,-3 3 0,-3 1 32,-2-1 0,2-6-152,3-2 0,-3 2-209,3-2 1,3 0-249,5-4 1,4-1 53,4-3 0,6 1-319,-2-5 1,8 0-88,0-4 863,3-1 0,6-9 0,2-4 0</inkml:trace>
  <inkml:trace contextRef="#ctx0" brushRef="#br2" timeOffset="178">18229 9233 7569,'-5'-12'694,"3"0"0,-4 5-252,2 3-521,2 3 0,-3 9 766,5 8-374,5 3 0,-2 17-48,5 1 1,-4 4-111,4 8 1,-1-1-240,1 1 1,3-1 108,-3 1 1,-1-2-1034,1-2 0,0 0 214,4-4 711,0-1 0,0-3 0,0-1 0</inkml:trace>
  <inkml:trace contextRef="#ctx0" brushRef="#br2" timeOffset="179">18666 9379 7799,'-5'-19'230,"3"1"1,-3 6-565,5 0 0,0 4 449,0 0 0,1 4 526,3-4 0,3 5 29,5-1-417,0 3 0,4 6-98,1 3 1,3 4-146,-4 4 1,2 5-13,-2 7 1,-4 1 94,0 4 0,-5 6-464,-7-3 1,0 3 220,0-2 1,-6-6-34,-2-3 1,-7-6 162,-1-2 1,-1-9 173,1 1 1,-2-8-105,-2 0 1,-2-3 143,6-1 0,0-1-17,4-3 0,0-3-63,-1-5 0,7 0 159,2 0 0,4 0-1,4-1 0,2 3-224,7 2 0,4-2 18,3 6 0,3 0-100,2 4 0,-3 0-202,-1 0 1,6 4-413,-3 0 1,3 4 0,-3-4 1,-4 0 295,1-4 1,-1 0 350,4 0 0,-5-5 0,-1-2 0</inkml:trace>
  <inkml:trace contextRef="#ctx0" brushRef="#br2" timeOffset="180">19067 9330 7569,'5'-7'619,"-4"-3"29,5 8-305,-6-3 1,0 10 104,0 3 0,0 8-221,0 5 1,0 2-45,0 1 1,0 4-208,0 0 0,0 5 105,0-5 1,0 6-752,0-2 1,0-1-25,0 2 0,0-2 694,0 1 0,5-2 0,2-6 0</inkml:trace>
  <inkml:trace contextRef="#ctx0" brushRef="#br2" timeOffset="181">19394 9451 7569,'-12'2'784,"0"2"-448,0 2 1,1 12 19,3 2 0,-2 5-27,6 3 0,0-3 138,4 4-307,0-9 1,7-1-10,5-3 0,6-8-66,6 0 1,6-5-25,2-3 1,0-3 73,5-5 0,-9-1-270,5-12 0,-8 5 132,-5-4 0,-3 0-175,-9-4 0,-3-1 4,-5 1 0,-5 0-94,-3-1 1,-9 1 128,-3 0 0,-7 5-27,-1 3 1,-4 8-83,3 4 1,-3 4 49,4 4 1,1 3 197,6 5 0,-2 5 0,5 2 0</inkml:trace>
  <inkml:trace contextRef="#ctx0" brushRef="#br2" timeOffset="182">20317 9500 7569,'-7'-5'2476,"1"3"-1787,6-9-299,0 10-261,0-4-65,0 5 1,6-4 18,2 0 1,4-1 89,4 5 1,-1-4-468,5 0 1,-1-1 207,1 1 1,3 3-804,-2-3 1,-4 2 124,-1 2 0,-4 2 764,-3 2 0,1 2 0,-3 6 0</inkml:trace>
  <inkml:trace contextRef="#ctx0" brushRef="#br2" timeOffset="183">20280 9645 8221,'-7'0'1530,"2"0"0,10-4-1289,4 0 0,3-1-63,4 1 0,3 1-665,5-5 0,2 4 249,2-4 1,-1 1-665,5-1 1,1-3 113,3 3 788,-5 3 0,4-6 0,-4 4 0</inkml:trace>
  <inkml:trace contextRef="#ctx0" brushRef="#br2" timeOffset="184">21506 9318 7569,'0'-19'0,"0"3"0,-1 2 539,-3 2-302,2 0-180,-9 5 1,9-2-103,-6 5 0,-2-2-51,-6 2 0,1 3 668,-5-3 1,4 7-236,-4 1 0,3 5-100,-3-1 1,5 3-170,-1 1 0,8 0-30,4 1 1,3-5-84,1 0 0,1 0 115,3 4 0,7-4-274,5 0 1,6-5 91,-2 1 0,-1 1 16,1-1 0,0 6 98,4-2 0,1 0 4,-1 4 0,-4-5-41,0 9 1,-5-4 14,1 8 1,-2-4-26,-2 5 0,-4-6 42,0 1 1,-5 1 25,1-1 0,-4 1-32,-4-5 0,-7-2 266,-5-1 1,-4-3-53,4-2 1,-6-2-129,2 2 1,-7-3-71,-2-1 0,0 0 0,0 0 0,4-4 77,-3 0 0,6-5 7,2 0 0,5 3-624,-1-2 0,2 1-9,2-1-209,5-3 0,2 8 148,5-5 1,5 4 602,3-4 0,9 0 0,2-4 0</inkml:trace>
  <inkml:trace contextRef="#ctx0" brushRef="#br2" timeOffset="185">21482 9100 7569,'0'-13'1438,"0"5"-855,0 0-216,0 6 260,0 12 1,0 11-234,0 15 0,0 2-4,0 2 1,-2 3-86,-2 6 1,2-1-648,-6 1 1,5 2-471,-1-2 0,2 5-1579,2-10 2170,0 6 0,-5-7 0,-2 6 1</inkml:trace>
  <inkml:trace contextRef="#ctx0" brushRef="#br2" timeOffset="186">19722 9463 7569,'-7'0'655,"2"2"-558,5 2 0,0 4-34,0 8 0,-4 3 595,0 5 0,0 1-234,4-1 1,1-1-126,3-3 0,3 2-93,5-6 1,1 0-182,4-4 1,1-5 24,7-3 1,-1-3-53,0-1 1,-1-7 121,-3-5 0,2 0 3,-6-4 0,-5-3-506,-7-1 0,-3 0 192,-1-5 0,-5 8-58,-3-7 0,-8 2 88,-5-2 0,-1 5 102,-3 3 0,1 8-20,0 4 1,-1 4-24,1 4 1,5 2 32,3 6 1,4 1 4,4-1 1,2 4 63,6 0 0,6 0 0,1-4 0</inkml:trace>
  <inkml:trace contextRef="#ctx0" brushRef="#br2" timeOffset="187">21931 9354 7569,'0'-6'514,"0"-5"66,0 9 1,0-8-135,0 8-268,0-8 1,0 3-77,0-5 1,0 4 36,0-1 1,4 5-141,0-4 0,5 4 76,-1-4 1,-1 5-120,1-1 1,0 3 23,4 1 1,1 5 11,-1 4 1,-4 7 64,0 4 1,-5 8-3,1 5 0,-3 6-159,-1 1 0,-5 2 8,-4-2 0,-3-3-120,-4-1 1,1-5 60,-5-7 0,4-5 427,-4-2 1,4-9-24,-5-4 1,5-3-25,-4-1 0,5-5-148,-1-3 1,4-9-21,4-3 0,-2-3 159,6-1 0,1-4 30,7-1 1,3 5-181,5 4 1,1 6 64,-1 2 0,0 1-162,0 7 0,1 2-75,4 6 0,-4 2-117,3 7 0,-1 4 195,1 3 1,-2-1 48,2 1 1,-3-1-583,0 2 0,-1-3-241,0-1 1,0-5-262,0 0 0,-4-1 1063,0-7 0,-5 5 0,2-2 0</inkml:trace>
  <inkml:trace contextRef="#ctx0" brushRef="#br2" timeOffset="188">22319 9366 7569,'0'-8'-169,"0"0"1113,0 6-569,0-4 1,1 6 188,4 0 1,-4 2-209,3 2 0,-3 2-31,-1 6 0,0 6-265,0 2 0,-4-1-169,0 1 1,-4 0 190,4 5 1,0-2 112,4-3 0,0 1-1570,0-4 0,0-1 239,0-4 1136,0 0 0,0 0 0,0 0 0</inkml:trace>
  <inkml:trace contextRef="#ctx0" brushRef="#br2" timeOffset="189">22586 9379 7569,'0'-9'-292,"0"1"68,0 6 375,0-4 504,0 6 2139,0 0-2583,0 6 1,0-4-99,0 6 0,0-3 39,0 3 1,0 0 174,0 4 0,-1 5-65,-3 4 1,1 1-89,-5 3 0,5-1 9,-1 0 1,3-1 11,1-3 0,0 2-311,0-6 1,5-1 123,3-7 0,4-3-58,5-5 1,0 0 47,3 0 0,3-5-129,-2-3 0,-4-8-77,-1-4 1,-2 1-103,-2-1 1,-5-1 170,-3-3 0,-4 0 99,-4-1 1,-3 3-209,-5 1 1,-4 1-52,-1 8 1,-3-1-141,4 8 1,-4 1 112,4 4 0,-1 6-1067,5 2 1393,-5 3 0,3 6 0,-3 2 0</inkml:trace>
  <inkml:trace contextRef="#ctx0" brushRef="#br2" timeOffset="190">15365 10932 7569,'7'0'1065,"3"0"-652,-3-6 0,1-1-67,0-5 1,-1-1-143,1-3 1,3 1-188,-3-5 0,1-1 111,0-3 0,0 0-121,-5 0 1,0 3 56,-4 1 0,0 1-163,0-1 1,-1 3 27,-3 4 1,-2 1-55,-2 0 1,-3 5 96,3 3 1,-1 4-53,1 4 0,-2 3-46,6 5 1,-1 6 70,1 2 0,3 3 76,-3 1 1,2 0-45,2 1 1,2 3 175,2 0 1,2 5-72,6-5 0,-3 6 19,-1-2 1,0 2-87,4-2 1,-1 2 19,-3-6 0,1 2-72,-5-2 1,2-6 79,-2 2 0,-3-8 93,3 0 1,-4-6-72,-4-2 0,-3-5 169,-5 1 0,-4-3-102,0-1 0,-2-1-108,2-3 1,-1-3-6,-4-5 1,2-6 17,3-2 1,7-3-198,-3-1 1,8-5 71,0 1 0,2 0-46,2 4 0,10 1 14,2 2 1,8 0-83,0 5 1,3-1-31,1 5 0,5 0-27,-1 0 0,0 1 94,-3 3 1,-1-3 5,0 3 0,0 3 13,1 1 1,-6-2 7,-3 2 1,-3 0 114,-1 4 1,1 0-155,-1 0 461,-6 0-81,0 6 0,-6 2 90,0 8 1,0-2-120,0 2 0,0 3 41,0 1 1,0-1 46,0 1 1,0-4-50,0 4 1,1-5-69,3 1 1,3-2 7,5-2 1,0-1-123,0-3 1,5-3 42,-1-5 1,0-1-68,-4-3 0,0-3 45,0-5 1,-1 0-110,-3 0 0,-2-2 114,-6-2 0,0-2-9,0-2 0,-10-1-490,-2 4 0,-8-3 219,0 4 0,1 0-26,-2 4 1,5 5-91,-4 3 0,5 3-559,-1 1 514,8 0 1,3 5-416,5 3 799,0-2 0,10 4 0,4-3 0</inkml:trace>
  <inkml:trace contextRef="#ctx0" brushRef="#br2" timeOffset="191">16129 10689 7569,'-12'0'879,"0"0"0,4 1-1010,0 3 104,0-2 0,0 8 126,0-1 1,4-3 120,-4 2 1,5 0-207,-1 5 0,3-1 68,1 0 0,4-4-105,0 0 0,5-5 73,-1 1-187,3-3 26,1-1 0,-5-5-109,-3-3 1,-3 1 168,-1-1 0,0 0-52,0-4 0,-5-5 10,-3 1 0,-3 0 54,-1 4 1,1-2 86,3-2 0,-2 3-94,6-3 1,0 2 162,4 2 1,0 0 69,0 0-163,0 0 1,7 1-21,5 3 1,0-2 12,5 6 1,0-4-99,-1 4 0,5-1 61,-5 1 0,4 2-24,-4-2 1,0 3 36,-4 1 0,1 0-243,-1 0 278,-6 0 0,1 0 249,-3 0-245,-2 5 1,2 1 112,-8 2 0,2 3 63,-2-3 1,-1 2-45,1 3 1,-2-1 60,2 0 1,2 1-78,-6 4 1,5 0 58,-1 3 1,-2 7-119,2-3 0,-1 6-15,1 2 1,3 1 48,-3 7 1,-3 2 5,-1-1 1,1 3-387,-1-4 1,4 5 146,-4-5 0,4 5-222,-4-5 1,-1 1 151,-3-5 0,4 1-299,0-1 0,4-5-7,-4-3 1,5-2-180,-1-2 1,3-5 146,1-3 518,0-8 0,-5 3 0,-2-4 0</inkml:trace>
  <inkml:trace contextRef="#ctx0" brushRef="#br2" timeOffset="192">16299 11065 7820,'-1'12'440,"-3"0"0,3 0-282,-3 1 0,-2-1 315,2 0-257,0 0 1,4 0-80,0 0 0,6-1-24,2-3 0,4-3-86,4-5 1,-1 0 59,5 0 0,-4-5-140,4-3 1,-5-7 101,1-1 1,-7-4-182,-5 4 0,-3-6 8,-1 2 1,-1 1-7,-3-1 0,-5 6 73,-7 2 0,1 1-47,-5 7 1,4 0-233,-4 4 1,5 6 113,-1 2 0,4 3-821,4 1 1043,2 5 0,6-3 0,0 3 0</inkml:trace>
  <inkml:trace contextRef="#ctx0" brushRef="#br2" timeOffset="193">17040 10944 7876,'-6'-7'398,"5"2"1,-6 5-295,3 0 0,2 5 129,-7 3 1,5 3-180,-4 1 0,2 0 39,-3 0 1,4 0-214,5 1 173,0-1-229,0 0 1,1-1 7,3-3 0,3-3-12,5-5 0,-4-4 94,1 0 0,-1-5-97,4 0 0,-1-3-169,-3-4 100,2 3 265,-3-10 1,0 9-120,-3-2 486,-3 8-103,-1-3-104,0 10-152,0-5 52,0 6 26,0 0-61,6 0 1,-4 0 14,6 0 0,5-5-23,3-3 0,0-3-66,-4-1 1,4-5 50,0-4 1,1-2-3,-5-1 1,-1 0-2,-3 0 0,1-5 3,-5 1 0,4-4 4,-4 3 1,0 1-9,-4 4 0,2 6 355,2 6-240,-3 0 0,4 15-90,-5 5 0,0 12 382,0 20 1,0 12 210,0 12 0,-1-30 0,-2 1-647,2 5 0,-2 1 1,-1-1-1,0 1 188,2 1 1,0 1 0,-2 0 0,0 0-32,2 2 1,0-1 0,-2-3-1,0-1 4,2 1 1,0-1 0,-6 25-83,4-9 1,-2-10 73,2-6 0,2-7 527,-6-5 1,0-9-334,-5-7 0,-3-5-320,0-7 1,0-3 12,4-5 0,-3-11-100,3-13 0,-2-7-774,10-10 1,0-2 606,4-14 1,4 30 0,2-1-420,-1-1 0,2 1 0,3-2 0,1 0 266,1 2 1,1 0-1,0 2 1,2 2 397,17-29 0,-12 29 0,1 1 0,-2 2 0,2 1 0,3 0 0,1-1 0,2 0 0,2-1 0,2-1 0</inkml:trace>
  <inkml:trace contextRef="#ctx0" brushRef="#br2" timeOffset="194">18193 10701 7569,'12'-12'520,"0"0"-273,-5 5 0,2-4 91,-5 3-298,6 3 0,-10-5-132,0 6 59,-6 0 1,-7 4 105,-3 0 0,-3 0 53,-6 0 1,1 2 299,0 2 1,0 1-140,-1 3 1,5 3-96,0-3 1,9-1-39,-1 1 1,8 0-217,0 4 0,3-4 26,1 0 0,5 0-33,3 4 0,8 1 116,4-1 1,3 0-77,2 0 0,0 1-93,4 4 0,-4-4 23,3 3 1,-6 2-124,-2-2 0,-6 0 68,-2-4 0,-1 0 154,-7 1 0,0-1 0,-10 0 97,-2 0 0,-8-5-116,-4-3 1,0 1 6,-5-1 1,4 0-80,-7-4 0,2 0 77,2 0 1,5-4-399,3 0 1,2-5 173,2 1 1,1-5-487,3-3 0,3 3 29,5-3 695,5-3 0,2 0 0,5-5 0</inkml:trace>
  <inkml:trace contextRef="#ctx0" brushRef="#br2" timeOffset="195">18205 10434 7569,'0'-12'501,"-6"5"276,5-4-473,-4 10 0,3 2 202,-2 12 1,3 7-163,-3 12 1,-1 7-39,0 14 0,1 1-257,4 2 1,0 6-428,0-5 0,0 4 282,0-9 0,0 1-132,0-5 1,6-3-920,2-1 0,4-6 206,4-2 941,-2-5 0,9-6 0,-4-1 0</inkml:trace>
  <inkml:trace contextRef="#ctx0" brushRef="#br2" timeOffset="196">18690 10628 7569,'0'-12'56,"-4"0"-468,0 0 171,0 0 0,4 4 1386,0 0-860,6 5 0,0 3 296,6 8 0,-1 4-225,-3 4 1,7 7-240,-3 5 1,2 6-88,-6-1 0,1 6-186,-5 1 0,4 1 114,-4-5 1,1-5-26,-5-3 1,-6-4-26,-2-3 0,-3-4 11,-1-5 0,-4-5 235,0-3 1,-2-2-80,2-2 0,3-2 44,-4-2 0,4-3 375,1-5-16,0-5 1,5 3 95,3-2-305,2 8 1,8 3-302,2 5 0,3 0 91,1 0 0,4 0-416,0 0 0,6 4 208,-2 0 0,3 4-650,1-4 1,3 0 73,-3-4 1,6 0-256,-10 0 0,6 0 324,-6 0 656,-2-6 0,-1-6 0,-5-7 0</inkml:trace>
  <inkml:trace contextRef="#ctx0" brushRef="#br2" timeOffset="197">18994 10640 7569,'0'-6'801,"5"0"0,-4 12-408,3 2 0,-2 4-155,-2 4 0,0 7-131,0 5 0,0 5-93,0-5 1,-4 6-845,0-2 624,0-2 1,5-1 11,3-4 1,-1 2-470,5-3 663,0 3 0,4-8 0,0 5 0</inkml:trace>
  <inkml:trace contextRef="#ctx0" brushRef="#br2" timeOffset="198">19285 10762 7569,'-7'-12'907,"-4"5"0,9 1-663,-6 6 1,0 2-277,-5 2 1,5 4 377,0 8-209,6-2 1,-8 4 13,6-1 0,0-4-89,4 3 1,0-2-201,0-2 0,1-1 165,3-3 1,-1-3-264,5-5 1,0 0 136,4 0 1,1-1-309,-1-3 1,0-4 153,0-8 1,0-2-26,0-2 0,-1-3 110,-3 3 1,-1-3 19,-3-2 1,-3 3 429,3 1 0,-2 0-186,-2 5 0,0 3 772,0 5-462,0 6-290,0-4-39,5 6 0,-4 6 14,3 2 0,-2 4 39,-2 4 0,4 3 2,0 5 0,1 0-123,-1 1 0,2 0 50,2 4 1,3-8-167,-3 3 1,4-7 55,4-1 1,-1-3 20,5-1 1,-4-5 121,4-3 1,1-4 103,3-4 0,-4-7-170,0-5 0,-5-4-6,1 4 1,-3-10-85,-5 2 1,-3-4 71,-5-1 0,0 2-170,0-5 1,-5 5 68,-3-1 0,-9 8 80,-3 3 0,1 5-179,-1 4 0,0 3-261,-4 5 0,5 1 27,3 3 1,-2 3 425,2 5 0,0 6 0,3 0 0</inkml:trace>
  <inkml:trace contextRef="#ctx0" brushRef="#br2" timeOffset="199">20317 10592 9858,'5'-7'530,"2"2"1,5 5-203,0 0-387,0 0 1,4 0 108,0 0 0,5 0-549,-5 0 0,5 0 329,0 0 1,2 0-1479,1 0 1648,-5 0 0,4 5 0,-4 2 0</inkml:trace>
  <inkml:trace contextRef="#ctx0" brushRef="#br2" timeOffset="200">20341 10774 7569,'-12'5'2913,"0"-3"-1359,5 3-1130,1-5-287,12 0 1,6 0-363,8 0 0,6-4 215,6 0 1,2-6-931,10 2 0,5-6 563,4-3 0,5 1 17,-2 4 0,3-5 0,2-2 0</inkml:trace>
  <inkml:trace contextRef="#ctx0" brushRef="#br2" timeOffset="201">21166 10446 7569,'19'-6'0,"-1"-5"111,-6 3 0,0 2 137,0 2 1,-4-1 918,0 1-378,-5-6-442,2 9 0,-7-4-127,-7 5 1,0 0-189,-11 0 0,4 0 121,-5 0 1,1 0 86,-4 0 1,0 4-6,-1 0 0,5 4 0,0-4 0,6 5-149,2-1 1,1-1 213,7 1-506,0 0 0,6 4 163,2 1 0,7-1-177,5 0 0,7 0 109,1 0 1,2 4-41,6 0 1,-5 5 85,1-5 1,-2 5-23,-2 0 0,-1-3 33,-3 3 0,-4-5-8,-7 4 1,-4-5 233,-5 1 0,0-2-53,0-2 0,-10 0 93,-2 0 0,-12-4-55,0 0 0,-9-5-95,1 1 1,-3-3-252,-1-1 1,3 0-348,1 0 0,5-5-492,-1-3 1,3-8 473,5-5 1,4-2-403,8-1 0,2-5 956,6-4 0,6-7 0,1-3 0</inkml:trace>
  <inkml:trace contextRef="#ctx0" brushRef="#br2" timeOffset="202">21081 10228 7569,'14'-24'0,"2"5"0,-8 3 1383,-3 2-358,6 7-378,-10 2 0,5 10 264,-6 3 1,-4 14-533,0 6 0,-6 15-156,2 6 0,-3 9-153,-1 3 162,6-6 1,1-21 0,0 1-405,1 25 0,0 2 56,4-5 1,1-3-955,3-6 1,3-3 659,5-1 0,2-6-1206,2-2 0,-1-4 1616,5-8 0,4 0 0,5 0 0,-2 1 0,-2-1 0</inkml:trace>
  <inkml:trace contextRef="#ctx0" brushRef="#br2" timeOffset="203">21639 10507 7569,'-10'-8'409,"2"0"1,2 0 577,6-4 1,0 3-425,0 1-173,0 6-195,0-9 0,2 10-12,2-4 1,2 10-91,6 3 1,2 8 61,2 4 1,-2 7 20,2 1 0,-4 6-194,-4-2 1,1 3-292,-4 2 1,-1-5-84,-4 0 0,-2-5 235,-2 2 0,-7-5 3,-5-4 0,-4-4 61,4-7 0,-2 0 193,2-5 0,3-1-110,-4-7 0,1-3-53,4-5 1,-1-2 121,9-2 1,0 3 180,4-4 0,1 4 457,3 1 0,4 0-291,8 0 0,-1 3-418,5 1 0,0 6 56,5-2 1,-1 2-509,0 2 1,1-1 283,-1-3 1,0 3 124,0-3 1,1 2-558,-1 2 1,-4 0-1963,0 0 2574,-5 0 0,3-5 0,-6-2 0</inkml:trace>
  <inkml:trace contextRef="#ctx0" brushRef="#br2" timeOffset="204">21955 10519 7767,'0'-12'2741,"5"5"-2296,-3 2 1,3 10 58,-5 3 1,0 8-223,0 5 1,0 3-43,0 4 0,-4-1 34,0 6-137,0-6 1,0 6-790,0-4 1,0-1 470,4-4 1,0 0-1275,0 1 0,0-2 1455,0-3 0,11 3 0,2-4 0</inkml:trace>
  <inkml:trace contextRef="#ctx0" brushRef="#br2" timeOffset="205">22258 10604 7569,'-12'5'0,"3"3"583,-3 9 1,2-1 809,-6 8 0,3-2-636,0 6 0,7-2-331,2-2 1,2-1-529,2-3 1,6-2 120,2-6 0,8-6-70,4-2 0,4-4 99,5-4 1,-4-4 72,4-8 0,-1-4-371,-4-8 0,2 2-249,-10-2 1,-1-3-140,-7-2 0,-3 4 271,-5 0 0,-6 5 263,-6 4 1,-6 4-55,-6 8 0,-6 2-395,-2 6 0,-2 6-15,2 2 568,-3 2 0,4 8 0,-6 1 0</inkml:trace>
  <inkml:trace contextRef="#ctx0" brushRef="#br2" timeOffset="206">22987 10604 7569,'5'-12'504,"-2"0"96,5 0 749,-6-1-730,9 1-474,-9 6 1,2 2 37,-8 8 1,-7 2 11,-5 6 0,-6 6 295,2 2-257,-8 9 1,2 2-433,-2 5 1,-2 0 208,2 1 0,-5-1-1230,5 1 1,-4-2 205,3-3 870,6-2 1,-5-6 0,2 0 0</inkml:trace>
  <inkml:trace contextRef="#ctx0" brushRef="#br2" timeOffset="207">22707 10604 12161,'0'18'586,"0"-4"-263,0 7 0,7-5-93,5 4 0,2 0-298,6 4 1,0-1 86,5-2 0,0-3 164,4-1 1,-3-5-703,7 0 0,-5 0-2194,5-4 2713,-7-2 0,10 4 0,-5-3 0</inkml:trace>
  <inkml:trace contextRef="#ctx0" brushRef="#br2" timeOffset="208">23569 10495 7569,'-5'-19'375,"2"1"128,-5 6 0,0 0-733,-4 0 1,2 0 211,-2 0 0,3 4 330,-7 0 0,-2 5-25,2-1 0,-4 2 106,3 2 1,0 6-98,1 2 0,6 3-113,-2 1 1,7 4-19,-3 0 1,5 6-23,-1-2 0,8 3-105,4 1 0,3 0 81,1 1 1,1-1-31,4 0 0,2 2 58,5 2 1,-1-2 20,-3 2 0,2-2-50,-6-2 0,3 0-9,-7 1 0,1 1-42,-9-1 1,0 2-113,-4-7 0,0-3-7,0 0 0,-6-4 117,-7-1 1,0-1-224,-7-3 1,-2-2 57,-6-6 0,2 0-177,-2 0 1,-2-2 108,2-2 0,4-3 87,3-5 0,7-5-33,-3-4 0,9-5-24,4-3 1,3 0 81,1 0 0,9 0-50,3-4 1,10 2 108,2 3 0,6 2-41,6-2 1,1 6-15,-1 2 0,-3 1 81,-1-1 1,-4 1 111,5 3 0,-8 3-103,0-4 1,-3 0 44,-5 1 1,-3-2-180,-5 2 0,-4 1 99,-5-5 1,0 4-81,0-4 1,-7 3 66,-5-3 1,-1 7 111,-8 1 0,5 1-168,-4 7 0,0-4-7,-5 4 1,3 0-133,1 4 0,2 1-247,3 3 0,3 3-208,-3 5 0,3-3 260,5 3 0,2-2-730,2 6 1130,2-3 0,-3 5 0,5 1 0</inkml:trace>
  <inkml:trace contextRef="#ctx0" brushRef="#br2" timeOffset="209">23824 10677 7569,'7'-6'0,"-2"5"726,1-10 1,-4 5 1000,6-7 0,-4 5-1190,4 0 1,1 4-353,3-4 1,1 5-140,3-1 1,-1-1-187,5 1 0,1-4-553,3 4 529,-5 0 1,2 4-465,-4 0 1,1 1 627,-5 3 0,1 3 0,-7 5 0</inkml:trace>
  <inkml:trace contextRef="#ctx0" brushRef="#br2" timeOffset="210">23836 10810 7569,'-12'0'6524,"11"0"-5905,7 0 1,9-4-280,5 0 0,1 0-145,3 4 0,2-4-1518,2 0 961,3-5 0,1 2-488,1-5 1,-5 1 849,4 3 0,-5-8 0,3 2 0</inkml:trace>
  <inkml:trace contextRef="#ctx0" brushRef="#br2" timeOffset="211">24953 10592 7569,'4'-12'230,"0"0"1,0-2 368,-4-2 1,4 2-342,0-2 0,0 3 155,-4 1-230,0 0 1,-5 1-1,-3 3 1,-3 2-251,-1 6 0,-6 0 51,-2 0 1,-7 6 137,-1 2 0,-5 3 73,5 1 0,0 4 55,3 0 0,6 0-307,3-4 1,4 4 128,4 1 0,3 0 36,5-1 0,1-2 31,3 2 0,4-1-370,8 1 0,4-2 115,9 2 1,2-1 34,5 1 0,1-3 69,-1 3 1,-1-6-17,-3-2 0,1 0-73,-9 4 0,2-4 66,-10 0 1,-4-4 32,-4 4 59,-5-5 1,-7 7 253,-8-6 1,-14 5-180,-2-1 0,-6-1-127,-2 1 1,-2-1-56,-3 1 0,4 1-173,-4-5 1,5 0-467,3-4 1,4 0 344,4 0 1,7 0 113,1 0 1,8 0 36,1 0 0,5-5 193,-1-3 0,8-3 0,3-1 0</inkml:trace>
  <inkml:trace contextRef="#ctx0" brushRef="#br2" timeOffset="212">24892 10179 7569,'0'-12'0,"0"0"0,0 5 1696,0 2 1,4 21-539,0 8-814,0 14 1,-4 7 135,0 7 0,0 8-397,0 4 1,-1 2 107,-3-1 1,1-2-55,-1-28 1,0-1 0,-4 27 45,-4 3 1,1-6-1,3 3 1,-3-6-2706,3-6 1,3-2 2521,1-2 0,-2-1 0,2-5 0,1 0 0,2 4 0,1 3 0</inkml:trace>
  <inkml:trace contextRef="#ctx0" brushRef="#br2" timeOffset="213">25402 10580 7569,'1'-11'497,"3"3"-259,-2-3 0,8 8 76,-2-5-177,3 6 1,-3-5 68,0 3 1,-4 2-24,5-2 1,-7 4 239,2 4 1,-2 0 62,-2 9 1,-2-3-210,-2 11 0,-3 4-94,-5 8 1,-4 2 14,0 1 0,-2 0-96,2 1 1,-1-1-122,-4 1 0,5-6-210,8-3 0,-3 2-537,3-2 0,3-4-597,1-4 1,3-5 129,1 1 1233,0-2 0,10-7 0,4-2 0</inkml:trace>
  <inkml:trace contextRef="#ctx0" brushRef="#br2" timeOffset="214">25790 10446 8978,'-12'0'790,"0"3"-1368,0 5 0,0 3 1258,-1 13 0,-4 3-315,-3 9 0,-7 10-226,-2 3 0,1 3-341,4 1 1,1 1 1362,3 3 1,3-4-557,9-4 0,3-6-396,5-2 1,3-5-211,5-4 1,5-3-385,12-9 1,-1-7-20,0-5 1,2-5 251,2 1 1,-2-13 5,2-7 0,-2-6-151,-2-2 1,-7-2 18,-4-2 1,-7-3 49,-6-6 0,-1 5 216,-3 0 1,-8 6 63,-8 2 0,-3 2 325,-2 10 1,-3-1-207,0 9 1,-1 1-66,5 7 1,5 3-36,3 5 1,4 0 197,4 0-2230,2 0 1,9-1 1960,5-3 0,6 3 0,10-4 0</inkml:trace>
  <inkml:trace contextRef="#ctx0" brushRef="#br2" timeOffset="215">26106 10847 7569,'12'-12'471,"-1"-5"162,-3 1 0,2 0-308,-1 4 1,0 0-143,-1 0 1,2-5-330,-6 1 1,0-5-45,-4 0 1,-2 3 347,-2-3-92,-2 7 0,-7-4 166,1 6 1,-4 1 197,0 3 0,-6 3-71,2 5 1,3 1-87,0 3 1,4 3-72,1 5 1,0 1 22,-1 4 0,7-3-331,2 7 1,2 0 54,2 7 0,0-2 156,0 2 0,6 2-21,2-2 0,3 6-143,1-2 0,0-1 126,0 2 1,0-6 16,0 1 0,-4-2 4,0-2 1,-3-4 14,3 0 0,-6-5 408,2 1 0,-4-6-163,-4-2 0,-2-5-3,-7 1 1,0-3-211,-3-1 0,-3-5-94,-5-4 0,3-3-62,1-4 0,5-3 89,-1-5 0,4-2 73,4-2 1,3 1-35,5-5 1,6 1-1566,6-2 1,6 0 600,6 4 1,2 2 262,2 7 1,-1 3 103,5 5 1,-5 1-96,2 3 1,-5 2-77,-4 6 0,2 0 255,-6 0 1,0 0 179,-4 0 1,0 2 225,1 2 0,-1-3 0,0 4 0</inkml:trace>
  <inkml:trace contextRef="#ctx0" brushRef="#br2" timeOffset="216">26312 10786 7569,'0'12'1131,"0"0"-406,0 6 0,0-3-249,0 5 0,0-1-137,0 1 0,0 1-73,0-4 0,5 3-40,3-4 0,3-1-31,1-7 0,5 1 0,-1-5 0,9-1 130,0-7 1,2-7-84,-3-5 0,-4-5-230,0 0 0,-6-2 22,-2-1 1,-5-1 32,-7-4 1,-2 0-73,-2-4 0,-4 4-282,-8 4 0,-4 2-254,-8 3 0,1 7 274,-6 5 0,2 5 54,-1-1 1,-2 9 212,6 7 0,-6 6 0,3 6 0</inkml:trace>
  <inkml:trace contextRef="#ctx0" brushRef="#br2" timeOffset="217">15498 11987 7569,'0'-12'-303,"0"0"1,0 0 302,0 0 0,0 5 0,0 0 1499,0 3-638,0 3-652,0-5 0,0 8-12,0 2 1,0 2-4,0 7 0,-1-1 168,-3 0 0,1 4-85,-5 0 0,6 6-94,-3-2 1,4-1 30,1 1 0,0 0-132,0 5 0,4-5-23,0 0 0,7-5-75,1 1 0,0 2 82,4-2 1,-1 0-98,1-4 0,-2-4 84,2 0 0,2 0 15,-2 4 0,0-3 22,-4-1 12,0 0-117,0 4 1,-5 0 14,-3 0 0,-9 0-114,-7 0 1,-6 1 14,-6-1 0,0 0-135,-1 0 1,-3-4-449,0 0 1,-1-1 309,5 1 1,-3 1 100,3-5 1,-2 0-195,10-4 0,0-5 465,4-3 0,0-8 0,-1-3 0</inkml:trace>
  <inkml:trace contextRef="#ctx0" brushRef="#br2" timeOffset="218">15523 11999 7569,'5'-19'152,"-4"2"39,3 5 0,-1 0 929,1-1-691,-2 7 1,7-1-11,-5 3 1,5 3-49,0-3 0,1 1-519,2-1 0,2 2 136,2-2 0,2 3 156,2 1 0,3 0-347,-3 0 1,-1 0-2036,1 0 2238,0 0 0,5 0 0,-1 0 0</inkml:trace>
  <inkml:trace contextRef="#ctx0" brushRef="#br2" timeOffset="219">15972 11914 7569,'-12'0'469,"3"0"139,1 0 1,4 0 87,-4 0-329,6 6-471,-9 0 147,9 1-78,-3 4 0,6-10-16,3 3 1,-1-4-63,5-4 0,-1-2 158,1-7 1,1 1-26,-4 0 1,-1-4-492,-4 0 1,0-2 248,0 2 0,0 1 118,0-5 0,-4 5 79,-1-1 0,-3 3 359,4 0-77,0 1-100,4 0 0,0 4-108,0 0 0,2 5-11,2-1 1,2 3-79,7 1 0,0 0 87,3 0 1,-2 0-3,2 0 0,-1 1-16,1 3 1,-3 4 97,4 9 0,-4 1 33,-1 7 1,-1 4 154,-3 4 0,-3 3-172,-5 5 0,-1 4-21,-3 4 1,1 6-253,-5-6 0,0 2 85,-4-2 0,0-5 148,0 0 1,4-4-12,0 0 0,5-4-1207,-1-3 0,3-4 89,1-4 1026,0-6 0,5-2 0,2-5 0</inkml:trace>
  <inkml:trace contextRef="#ctx0" brushRef="#br2" timeOffset="220">16275 12266 7569,'0'-7'763,"0"2"1,1 6-612,4 3 0,-3 3 192,6 5 0,-4 0-81,4 1 0,2-5-128,6 0 1,3-6-44,5 3 1,-4-5-121,1-5 0,-2-1 138,1-6 1,-3-2 13,-5-2 1,-5 1-160,-3-5 1,-4 1-197,-4-1 0,-3 1-557,-5 3 0,-5 2 397,-3-2 0,-1 3 37,-3 0 354,2 7 0,-7 0 0,5 6 0</inkml:trace>
  <inkml:trace contextRef="#ctx0" brushRef="#br2" timeOffset="221">18023 11951 7569,'0'-7'208,"-6"2"-249,5 5 0,-10 2-154,3 6 1,-3 2 314,-1 10 0,-1 0 750,-3 5 1,3-1-533,1 0 1,2-1-112,5-3 1,1-2-144,4-6-150,0 0 0,6-5 62,2-3 1,-1-3 103,1-1 0,0-1-16,4-3 1,0-3-117,0-5 1,4-2-308,1-2 0,-5 3 112,-4-3 0,-1 2-367,1 2 524,-3 0 0,-5 4-15,0 0 181,0 5-163,0-2-13,-5 5 0,-1 1 50,-2 3 324,-3-3-271,10 5 1,-6-2-47,3 0-11,3 0-24,-4-4 348,5 0 2938,0 0-3187,0-6-411,0 5 274,0-4 0,0 3-64,0-2 133,-6 3 1,5-6-38,-3 3 56,-3 3 0,4-9-10,-5 6 14,5 0 0,-6 3 61,5-3 186,0 3-229,4-5 11,-5 6-55,3 0-122,-3 0 177,5 0-390,0 0 63,5 0-19,-3 0-328,3 0-217,-5 0-356,5 0 1222,-3 0 0,3 0 0,-5 0 0</inkml:trace>
  <inkml:trace contextRef="#ctx0" brushRef="#br2" timeOffset="222">17198 12157 7569,'-19'-5'1766,"1"-2"-1495,6 0 1,4 2-6,0 5-221,5 5 1,-2 2 35,5 5 1,0 0 9,0 0 0,1-1 6,3-3 0,4 2-53,8-6 0,-1 0-164,5-4 1,1 0 30,3 0 0,0-6-132,0-2 0,-3-4 60,-1-4 0,-5 2-166,1-2 1,-4 1 140,-4-1 1,-2 3 83,-6-3 0,-3 2-35,-5 2 0,-2 1 44,-10 3 0,4 3 348,-4 5 0,1 0-67,-1 0 0,2 1 94,6 3 1,1-1 68,3 5-153,-3 0 0,10 0-222,-3 0 1,8-5 64,4 1 1,7-3 47,1-1 0,6-1-58,-2-3 0,7-7-231,1-5 0,0-6 18,-3 2 1,-1 1 12,0-1 0,-4-3 88,1-1 0,-8-5-11,-1 5 0,-1 0-19,-7-4 1,0 2 47,-4 2 0,0 1-19,0 3 0,-5 3 47,-3 9 1,1-1 375,-1 5 0,0 7-15,-4 9 0,4 12 134,-1 12 1,3 17-254,-2 12 1,3-28-1,0 1-180,3 2 1,0 1-1,0 3 1,0 1-6,2 1 0,0 1 1,0 3-1,0 0-239,0 0 1,0 1-1,-2-3 1,0 0 315,0-3 1,0-1 0,0-6 0,0-1 46,2 32 0,0-7-396,0-6 0,0-10 286,0-13 1,-4-5 170,0-12 0,-6-1-89,2-7 0,-8-3 531,-4-5 1,-3-10-648,-1-7 0,-1-11 41,1-8 0,0-6 150,0-7 0,5-4 140,3-4 0,3-4-1198,5-3 0,4 3 255,8 0 1,3 7-62,5 10 0,10 3 319,2 9 0,8 8 32,1 8 1,7 3 319,5 5 0,-2 10 0,1 12 0,2 13 0,1 10 0</inkml:trace>
  <inkml:trace contextRef="#ctx0" brushRef="#br2" timeOffset="223">18181 12121 7569,'-7'-6'286,"-3"4"-231,6-7 0,-1 7 31,1-2 0,3 1-1,-3-1 10,2 3 213,2-5-47,0 6 9,0-5 13,0 3-131,0-3 13,0 5-219,0 0 1,-5 0 87,-3 0 1,-4 0 38,-5 0 0,3 0-61,-7 0 1,2 0-106,-1 0 1,-3 1 171,3 3 1,-3-1 96,-1 5 0,4-4-64,-1 4 1,7-1 406,-3 1-398,4 3 0,5-6-8,0 3 1,5 3 50,-1-3 0,4-1-30,4 1 1,4 0-104,8 4 1,3 1 51,5-1 1,2 4-85,2 0 0,2 4 49,2-4 1,2 2-70,-6-2 1,5-1-16,-5 5 0,-4-5 53,-3 1 1,-7-4 95,3-4-95,-9 3 247,-3-9 1,-8 7-29,-5-5 1,-5 0-55,-11-4 1,-2 0-127,-2 0 1,-3 4-94,-6 0 1,1 0-281,-1-4 1,2 0 181,3 0 0,0 0 150,7 0 0,4-1-256,9-3-2293,-1 2 1558,7-8 1,6 2 974,8-9 0,8-1 0,3-7 0</inkml:trace>
  <inkml:trace contextRef="#ctx0" brushRef="#br2" timeOffset="224">18083 11793 7569,'-5'-18'0,"0"5"1452,-3-3-361,-3 2-494,9 8 1,-7 2-253,5 8 0,0 5-118,4 11 0,0 11 51,0 14 0,0 9 340,0 6 0,1 1-576,3 4 1,3-3-46,5-2 0,0 0-300,0-4 0,5-2-517,-1-5 0,4-6-913,-4-3 1,10 1 1732,-2-5 0,9-2 0,-2-10 0</inkml:trace>
  <inkml:trace contextRef="#ctx0" brushRef="#br2" timeOffset="225">18702 11926 7569,'-17'-12'638,"3"2"172,-2 1 1,7-1-476,1 2 32,5 2 23,-2-5-238,5 10 0,5-4-206,3 5 1,7 0 109,1 0 0,6 6 91,-2 7 0,3 5-15,1 11 0,0 6 8,1 5 0,-2 6-493,-3-1 0,-3 0 195,-5 0 1,-1 1 160,-3-6 1,-2-1-21,-6-6 0,-6-4-185,-2-4 0,-7-8 204,-1-5 0,-7-1 314,-1-7 0,0-1-172,-5-7 1,4 0 29,1-9 1,1 3 57,2-11 0,4 7-77,5-3 0,1 0-9,3 1 0,2 0 75,6 3 0,6 5-272,2 0 0,3 6-157,1-2 0,5 2-163,4 2 0,2 0-3,1 0 0,4 4-337,0 0 1,5 0-411,-5-4 0,5 0 1121,-5 0 0,0 0 0,-4 0 0</inkml:trace>
  <inkml:trace contextRef="#ctx0" brushRef="#br2" timeOffset="226">19079 11999 7569,'6'-12'0,"0"4"1416,-6 0-370,5 5-332,-3-2-487,3 16 0,-5 2-14,0 11 1,0 5-19,0-1 0,0 6-725,0-2 1,0 2 331,0-2 1,1 2 204,3-6 0,2 3 156,2-7-163,8 3 0,-8-8 0,10 6 0</inkml:trace>
  <inkml:trace contextRef="#ctx0" brushRef="#br2" timeOffset="227">19394 12072 9339,'-11'5'932,"3"4"0,3 5-896,5 3 1,0 3 36,0-4 0,0 4 80,0-4 1,5 1 41,3-5 0,7-2-71,1-1 0,6-4-365,-2-5 1,3-5 156,1-4 0,-2-7-49,-6-4 1,0-3-125,-8-1 0,-2 0-48,-2-1 1,-4 1-276,-4 0 0,-7 4 233,-5-1 1,-6 11 163,2-3 0,-6 9 183,2 0 0,-8 8 0,6 3 0</inkml:trace>
  <inkml:trace contextRef="#ctx0" brushRef="#br2" timeOffset="228">19758 12048 7966,'0'12'876,"0"0"0,0 6-564,0 2 0,6 3-140,2 1 0,4 0-59,4 1 1,2-7-299,2-1 0,5-5 93,-4-4 1,4-3 120,-4-5 1,1-7-11,3-5 1,-6-5 0,-3-7 1,-7 2-141,-1-2 0,-6 2 81,-2-6 1,-6-2 38,-6 2 1,-5 0-8,-4 3 1,-2 6 110,-1 3 1,1 4-65,3 4 1,-2 4-34,6 8 0,0 4-165,4 8 1,5-1-227,3 5 0,3-4-399,1 5 0,11-5 78,5 4 705,5-5 0,14 2 0,3-4 0</inkml:trace>
  <inkml:trace contextRef="#ctx0" brushRef="#br2" timeOffset="229">20596 11939 8100,'-6'-13'1195,"5"5"-1125,-3 0-187,-3 6-13,6-4 136,-5 6 0,12 2 263,2 2 0,4 1-363,4 3 1,3 3-462,5-3 1,-3 3 126,-1 1 428,0-5 0,4 9 0,1-3 0</inkml:trace>
  <inkml:trace contextRef="#ctx0" brushRef="#br2" timeOffset="230">20584 12108 7569,'-7'7'3808,"1"-3"-3323,6-8 0,2 2-194,2-7 1,8 7-109,8-2 1,4-2 11,5 2 0,3-5-3476,9 1 3281,2-3 0,11-7 0,1 0 0</inkml:trace>
  <inkml:trace contextRef="#ctx0" brushRef="#br2" timeOffset="231">21627 11732 7569,'0'-12'1099,"0"0"1,0 0-942,0 0 1,0 4-373,0 0 0,-5 0 148,-3-5 1,-4 5 85,-4 0 0,1 6 34,-6-3 0,1 4-21,-4 1 1,-4 1 230,-1 4 0,1 1 20,4 6 0,5 1-11,3-1 1,8 0-245,4 0 1,2 0-136,2 0 0,2-4 12,2 0 1,6 0 86,7 5 1,4-5 78,-1 0 0,7-4-73,2 4 1,0-4-112,0 4 1,-4 0 50,4 4 0,-5-2 54,-4 2 1,-2-7 2,-6 7 0,-1-2 51,-3 2 141,-3 0 1,-12 0-112,-5 0 1,-5-4-45,-8 1 1,-3-5-12,0 4 1,-6-2-255,2 2 0,-2-1-111,2-3 0,-2-2-144,6 2 0,-1-3-7,5-1 1,5-5 493,3-3 0,2-3 0,2-1 0</inkml:trace>
  <inkml:trace contextRef="#ctx0" brushRef="#br2" timeOffset="232">21494 11490 7569,'0'-12'1228,"0"3"-806,0 1 0,1 6-168,3-2 0,-2 4-110,2 4 1,-3 2 349,-1 7 1,0 8-130,0 3 1,1 10-164,3 2 1,-2 2-196,2 7 1,-3-2-198,-1 1 1,5-1-937,4-2 1,1-3 664,3 2 1,-1 1 460,0-5 0,5 3 0,2-8 0</inkml:trace>
  <inkml:trace contextRef="#ctx0" brushRef="#br2" timeOffset="233">22028 11611 9611,'0'13'652,"0"4"0,0 2-446,0 5 0,0 0 8,0 0 0,0 2-351,0 2 0,0-2-164,0 2 1,0-5-399,0 1 0,4-6 443,0 6 256,5-8 0,-2 7 0,5-4 0</inkml:trace>
  <inkml:trace contextRef="#ctx0" brushRef="#br2" timeOffset="234">22283 11708 7569,'-7'5'0,"-2"-2"923,4 5-543,-4-5 0,8 8-283,-3-3-129,-3 8 0,6-3 178,-4 4 0,4 0 135,1-1 0,1-1-372,4-7 1,5 2 70,7-6 0,4 0 132,-1-4 0,3-6-53,2-2 1,-1-4-336,0-4 1,-1 1 87,-3-5 0,-4 0-63,-8-5 0,-2 1 135,-6 0 0,-1 4 45,-4-1 1,-3 3 217,-8-3 0,-3 5-77,-5 8 0,4 3-123,0 5 1,1 2 51,-1 7 0,2 0-153,6 11 0,1-4-121,3 5 1,3-3-704,5 3 978,0 2 0,5-5 0,2 7 0</inkml:trace>
  <inkml:trace contextRef="#ctx0" brushRef="#br2" timeOffset="235">22623 11647 8474,'-7'0'902,"1"0"-630,6 0 1267,0 0-1465,0 6 280,0-5-213,0 5 0,0-5 120,0 3 39,0-3-282,6 10 1,-5-4 105,3 5 1,-2-4 15,-2 0 0,1 0 8,3 4-190,-3 6 0,9-1 72,-6 4 0,1-4 8,-1-5 0,-1 0-14,5 1 1,-1-1 7,1 0 1,3 0-33,-3 0 1,-2 0 51,3 0 0,-1-4 7,4 1 0,-4-1 15,0 4 0,0-4 135,4 0 0,-4-1 26,0 1 1,-4 1 497,4-5-79,-5 6 224,3-9-756,-6 10 1,-2-10 60,-2 3 1,-3 2-123,-5-2 0,-1 0 74,-3-4 0,-3 0-355,-6 0 0,1 4-299,0 0 0,0 0-603,-1-4 1,2-2 210,3-2 0,3 2-496,5-6 0,1-2-752,3-6 2159,2 3 0,6-16 0,0 4 0</inkml:trace>
  <inkml:trace contextRef="#ctx0" brushRef="#br2" timeOffset="236">22671 11672 7569,'19'-6'901,"-2"4"217,-4-7 0,3 5-67,0-4 0,6 2-523,-2-2 0,3-2 155,1 6 1,-4-5-282,0 1 1,1 1-267,3-1 0,0 4-313,0-4 0,-3 4-502,-1-5 1,-1 5-28,1-4 1,2 6-1859,-6-2 2564,-5-3 0,-1 5 0,-3-3 0</inkml:trace>
  <inkml:trace contextRef="#ctx0" brushRef="#br2" timeOffset="237">16045 13674 7569,'0'-12'26,"0"0"134,0 0 1,0 0-4,0 0 1,0 3 11,0 1 0,0 4 204,0-4-23,0 6-39,0-4 0,0 6-136,0 0 1,-4 7 23,0 5 1,-6 6-59,2 6 1,-1 5-59,1 4 0,-3 2 87,3 1 0,1-1-364,-1-2 1,1 2 0,-1-3 0,-1-2-116,5-2 0,-4-4-4,4-3 0,-5 0-156,5-5 0,0-4-633,4-3 379,0-7 368,0 4 0,6-13 355,2-5 0,3-6 0,1-6 0</inkml:trace>
  <inkml:trace contextRef="#ctx0" brushRef="#br1" timeOffset="238">1178 12873 7720,'1'-6'831,"3"2"-502,-3 2 1,10 1-188,-3-3 1,3 3-53,1-3 1,0 2-6,1 2 0,4-4-115,3 0 0,3-5 93,1 1 1,5-2-163,-1 2 0,4-7 52,-3 3 1,-1-3-361,-4 3 1,1 1 32,-1 3 0,-1-1-110,-3 5 1,2 0-159,-6 4 408,0 0 1,-5 1 233,-3 3 0,-3 3 0,-5 5 0</inkml:trace>
  <inkml:trace contextRef="#ctx0" brushRef="#br1" timeOffset="239">1481 12898 7569,'0'-12'74,"0"-1"376,0 1-287,0 6 0,1 0-109,3 6 0,-2 2 85,2 2 1,-3 4-76,-1 8 0,4-1-118,0 5 1,0 0 107,-4 4 1,4 1-199,0-1 1,1 0-77,-5 0 1,4 1-96,0-1 1,4 0 90,-4 0 0,5-5-66,-1-2 1,-1-4 289,1-1 0,6-5 0,4-2 0</inkml:trace>
  <inkml:trace contextRef="#ctx0" brushRef="#br1" timeOffset="240">1748 12728 7569,'12'0'-457,"0"0"0,-5 5 1344,-3 3-515,3 3 1,-6 3-72,3 2 1,-2 7 27,-2 5 1,0 8-285,0-3 0,0 4 87,0-4 1,0 1-267,0-2 0,0 2 90,0-6 0,0-5-246,0-7 200,0-3 227,0-6-143,0-1 1,1-16-28,3-2 1,-3-12-69,3 0 1,-2-3 97,-2 2 1,4 1-65,0 0 1,0 5 71,-4 3 0,4 6 38,0 2-2,0 5 0,0-1 76,0 8 0,2 9-75,-2 7 0,1-1 15,3 1 0,2 0-10,-6 4 1,5 1-6,-1-1 0,3-5 37,1-3 0,0-3-30,0 0 1,0-3 52,1-2 1,-1-2-74,0-6 1,0 0-6,0 0 1,0-6-9,0-2 1,1-2-5,-1-3 1,0-3 31,0 0 1,-5-5 10,-3 0 1,-3 2-551,-1-1 0,0 1 230,0-1 1,0 3 62,0 4 1,-1 3 49,-3 2 196,-3 2 0,-4 12-102,3 2 1,-3 4 88,3 4 0,1-1-31,-1 5 0,6 0 143,-2 5 0,2-3-275,2-1 1,2 2 82,2-3 1,1-3-453,3 0 1,7 0 34,-3-1 466,8-5 0,-1 0 0,5-4 0</inkml:trace>
  <inkml:trace contextRef="#ctx0" brushRef="#br1" timeOffset="241">2488 13080 7569,'-8'0'-96,"0"0"128,6 0 1,-5 0 122,3 0 0,1 0 58,-5 0 0,5 5-4,-1 3-71,-3 3 0,6 5 31,-3 0 0,1 5-3,-1-5 0,3 5-154,-3 0 0,3-3 143,1 3-211,5-7 58,2 4 1,5-11-44,0-3 1,-4-3 69,0-1 0,-1-7 18,1-5 1,3-5-75,-3-8 1,-1 0-121,1-4 0,-2-3-28,3-8 0,0 1 123,-5-6 1,4 6-148,-4-1 0,0-2 50,-4 1 0,0 1 57,0 4 0,0 6-63,0 6-29,0 5 242,0 7 1,0 6 220,0 6 1,0 12 131,0 13 0,2 4-175,2 8 1,-2 0-6,6 4 1,-4 1-78,5 2 1,-5-1-192,4-2 1,0-5 15,4 0 1,0-2-93,0-10 1,-1 2 99,-3-10 1,3-4 6,-3-4 250,-3-5-238,6 3 1,-5-12-13,2-2 0,-2-3 20,-2-1 0,-2-4-121,2 0 1,-3-6 37,-1 2 0,0 2-52,0 2 1,0 3 109,0 1-32,0 0 47,0 5-47,0 1 0,4 8 158,0 2 0,0 3-82,-4 5 1,4 1-59,0 3 1,4-2 32,-3 2 0,4-3 17,-1 0 1,-1-3-214,1-2 1,-4 2-795,4-6-70,0 0 735,4-4 1,-1-5 316,-3-3 0,-2-9 0,-6-2 0</inkml:trace>
  <inkml:trace contextRef="#ctx0" brushRef="#br1" timeOffset="242">2707 12861 7569,'-8'0'306,"0"0"-168,5 0 0,-4 0 242,3 0 22,3 0-12,-5 6-195,6-5 0,6 8-1010,2-4 567,3-1 1,2-4-341,3 0 1,2 4 321,2 0 0,3 0 266,-3-4 0,3 5 0,2 2 0</inkml:trace>
  <inkml:trace contextRef="#ctx0" brushRef="#br1" timeOffset="243">3035 12910 7569,'6'0'77,"0"0"0,-6-2 320,0-2-235,-6 3 0,0-4 9,-7 5 1,1 1-230,0 3 46,0-3 1,0 10-11,0-3 1,4 3 112,0 1 0,-1 0-78,-3 0 0,4-1 49,0-3 0,5 3-71,-1-3 1,3-1 34,1 1 1,0-4 23,0 4 0,5-4 45,4 4 0,3-4 57,4 4 0,-1-1-14,5 1 1,-4 2-56,4-6 1,-5 4-84,1-4 1,-2 1 80,-2-1 1,-4-1-196,0 5 134,-5-5 1,2 4 36,-5-3 0,-5 1-133,-3 3 0,-4 2-202,-5-6 1,0 4-131,-3-4 1,-2 4 155,6-4 0,-4 4-167,4-4 0,-1 0-205,5-4-145,0 0 769,0 0 0,5 0 0,7 0 0,7 0 0</inkml:trace>
  <inkml:trace contextRef="#ctx0" brushRef="#br1" timeOffset="244">3265 12934 7195,'0'-7'951,"0"2"0,0 6-768,0 3 1,0 3 11,0 5 0,0 6-59,0 2-82,0 3 1,0 1 5,0 0 0,0 1 84,0-1 0,0-4-150,0 0 1,0-5 71,0 1 1,2 1-73,2-5 1,-2 1 59,6-9 0,-4 4 25,4-4 1,1 0-55,3-4 0,0-4-113,0 0 0,0-5-109,0 1 1,4-4 95,1-5 0,-1 4-191,-4-3 1,0-2 110,0 2 0,0 0-130,0 4 1,-3 0-153,-1 0 160,-6-1 133,4 1 313,-6 6 160,0-5-212,0 9 149,0-3-56,-6 5 94,5 0-129,-4 0-99,5 0 0,-2 0 122,-2 0-88,3 0 0,-5 1-10,6 3 38,0-2-98,0 9 0,0-9 34,0 6 0,0-4 14,0 4 0,0 1 22,0 3-47,0 0 0,0 4 35,0 0 0,0 0 1,0-4 0,0 1-45,0-1 0,2-4 28,2 0 0,-1-5-85,5 1 74,0 2 1,4-6-97,0 0 0,0-5 82,0-7 0,0 0-8,1 0 1,-1-6-88,0-2 1,-4 1-156,0-1 0,-4 1 7,4-1 1,-5-2 117,1 6 0,-3 0-85,-1 4 0,-1-3 62,-3 3 1,-3-2 102,-5 10 0,4-1-75,0 1 1,0 2-5,-4-2 0,3 3 54,1 1 170,0 0 1,-2 1 227,1 3-173,4-2 43,5 3-166,0-5 0,1-1 70,3-3 1,-1 2-85,5-2 0,0 3 11,4 1 1,1 0 41,-1 0 0,1 0-4,3 0 1,-2 5-68,2 3 1,-2 3 37,-2 1 0,0 2-74,0 2 1,0-1 89,0 5-68,-5-5 1,2 6 5,-5-4 0,0-1-65,-4-4 69,0 0 0,5 0-42,-1 0-26,0-5 185,-4-2-120,0-5 0,0-1-169,0-3 0,0-4 55,0-8 0,0 1-252,0-5 155,0 0 70,0-5 0,1 5 54,3 0 1,-3 9 46,3-1 228,-2 2 70,-2 4-207,5 0 0,-3 12 193,2 2 1,-3 3-58,-1 1 0,4 4-94,0 0 0,5 4 10,0-3-102,1-1 50,-3-4 1,4 0-11,-3 0 1,7-4-191,1 0 149,0-5 0,-4 2-112,0-5 0,1-1 51,-1-3 1,-4-4 49,0-8 1,-1 2-176,1-2 0,1-3 2,-5-1 1,4-3-30,-4-1 0,2 1 45,-2 3 0,-3-2-154,3 6 1,2 0 278,-2 4-239,0-1 550,-4 7-169,0 0 197,0 6 0,0 7-90,0 5 1,0 4 14,0 5 0,0 1-4,0-1 0,0 2 54,0 1 0,0-1-241,0-3 1,1 2 69,3-6 1,-3-4 35,3-4 0,-2-4 169,-2 4-628,0-5 0,4 1 112,0-8 1,0-4 7,-4-8 0,4-3 9,0-6 1,1 0-161,-1-3 1,-2 2-82,2-2 1,1 3 128,-1 5 1,4 3 353,-4 4 1,2 7-74,-2 2 164,-3 2 0,6 4-110,-3 2 0,-3 2-84,3 7 0,2 4 86,-2 3 0,4-1 185,-4 1 0,5-5-546,-1 1 1,3-2 146,1-2 0,1 0-495,-1 0 1,1-5 287,3-3 1,-2 1-276,2 0 1,-3-1 29,0-4 611,-1 0 0,0-11 0,0-3 0</inkml:trace>
  <inkml:trace contextRef="#ctx0" brushRef="#br1" timeOffset="245">4248 12861 7508,'0'-8'178,"0"0"0,0 4 295,0-4 1,0 4 7,0-4-344,0 5 1,2-6 20,2 5 1,2-4-120,6 4 1,1-5-114,-1 5 0,4-4 107,0 4 0,2-4-209,-2 4 1,-1-4 120,5 4 1,-5-1-406,1 1 1,-3 2 134,0-2 1,-1 3-373,0 1 303,0 0 394,0 0 0,0 0 0,0 0 0</inkml:trace>
  <inkml:trace contextRef="#ctx0" brushRef="#br1" timeOffset="246">4406 12582 7532,'-7'-6'659,"-4"0"0,10 7-512,-3 4-10,-3 1 1,6 8 82,-3 2 0,-1 0-23,0 8 0,0-1 2,1 10 1,3-2 6,-3 1 0,2 3 8,2-3 0,0 2-31,0-2 1,6 2-118,2-6 0,3 2 18,1-2 1,0-2-49,0 2 1,0-7 19,0-5 1,4-3-209,1-1 0,0-1-350,-1-3 1,-2-2 278,2-6 1,-3 0-329,0 0 1,-1-2 226,0-2 1,-4-3-245,0-5 1,-1 0 180,1 0 1,-1 0 148,-3 0 1,-3-4 50,3-1 1,-4 1 186,-4 4 0,1 0-58,-5 0 1,4 5 57,-4 3 12,0-3-12,-4 6 0,0-4 220,0 5-13,5 0 64,-4 0-179,10 0 224,-5 0-413,6 0 201,0 0-211,6 0 0,-4 0 43,7 0 0,-5 0-225,4 0 103,-6 0 48,9 0-27,-9 0 165,3 0 0,0 0 0,-3 0 0,3 0 0,-5 0 0,0 0 0,-5 0 0,3 0-39,-3 0-2,5 0 321,-5 0-163,3 0 338,-3 0-124,5 0-55,0-6 1,0 4 160,0-7-175,0 7-77,0-4 0,0 5 318,0-3-446,-6 3 195,5-5-232,-10 6 127,10 0-125,-10 0 1,8 2 67,-5 2 1,4-3 68,-4 3 110,5 3-138,-7-1 0,4 7 69,-2-1 1,3 0-85,5 0 1,-4 0 55,0 0 0,0 0-51,4 1 0,0 0-43,0 3 0,1-2 21,3 2 0,3-4-4,5-4 1,0 2-26,0-6 1,4 0-126,1-4 1,4 0-330,-1 0 1,-1 0 205,1 0 0,1-2-584,3-2 0,-1 2 359,-3-7 1,-1 5 92,-3-4 0,-2 6 14,2-2 296,-8 2 0,3 2 0,-4 0 0</inkml:trace>
  <inkml:trace contextRef="#ctx0" brushRef="#br1" timeOffset="247">4831 13104 7569,'0'-12'0,"0"0"39,0 0 1,0-1 134,0 1 0,0 0 3,0 0 1,-2-1 5,-2-4 1,2 4-209,-6-3 0,1 2 16,-1 2 45,-3 0 1,4 1 70,-5 3 0,0 3-35,0 5 0,1 1 313,3 3 0,-3 4-112,3 8 1,-1 1 130,1 7 1,2-5-68,6 9 1,0-9-130,0 5 1,6-4-34,2 1 0,2-4-86,3-5 0,-1-1 43,0-3 1,4-3-133,0-5 0,4-1-229,-3-3 0,4-12 195,-1-8 0,2-6 3,-2-2 1,2-2 18,-6-11 1,0 0-1214,-4-8 1,-1-2 553,-3-6 1,-2 0 140,-6 1 1,0 2 278,0 5 0,0 9 384,0 15 768,0 7 1,0 16-580,0 6 1,-4 16 1051,-1 13 0,-3 10-620,4 5 0,0 7 212,4 2 0,0 4-668,0-5 1,6 1-93,2-5 1,3-5-325,1-2 0,5-3-261,3-2 0,-1-5-925,2-3 0,-3 2 751,3-2 0,2-1-2577,-3-7 3130,3 3 0,-3-4 0,0 6 0,2-1 0,1 0 0,1 0 0</inkml:trace>
  <inkml:trace contextRef="#ctx0" brushRef="#br2" timeOffset="248">15766 13674 7569,'0'-12'-325,"0"4"97,0 0 1,0 4 858,0-4 0,0 4-221,0-4 0,1 5-175,3-1 0,7 3-53,5 1 0,4-5 0,-3 1 0,4-1-153,-1 1 0,7 3 88,2-3 1,-1-2 55,-4 2 1,2 0 20,2 4 1,-2-4-743,2 0 0,-2 0 53,-2 4 1,0 0-152,1 0 0,-5 0 227,0 0 419,-5 0 0,2 5 0,-5 2 0</inkml:trace>
  <inkml:trace contextRef="#ctx0" brushRef="#br2" timeOffset="249">16373 13407 7569,'0'-12'0,"0"0"331,0 0 138,0 0-134,0 5 1,0 2-217,0 21 0,-7 5 35,-5 20 1,-2 2 28,-6 5 1,4 5-146,-4 0 1,5 5-215,-1-2 0,6-2 41,2-1 0,5-10-117,-1-7 1,3-6 290,1-10 1,0-6 197,0-6 0,5-6-9,3 2 1,3-12-127,1-4 1,2-8-38,2 0 0,-2-4 38,2-5 1,-1 8-261,1-4 0,-7 5 24,3 0 0,-6 6-42,2 6 203,-6 6 0,4-2 62,-6 8 0,0 8-144,0 8 1,-1 4-10,-4 5 1,4-2 227,-3 5 1,-1-5-42,1 1 1,0-2-435,4-2 1,5-5 68,3-3 0,3-4-59,1-4 1,1-2-89,4-6 1,2 0 387,5 0 0,0-6 0,0 0 0</inkml:trace>
  <inkml:trace contextRef="#ctx0" brushRef="#br2" timeOffset="250">16652 13978 7569,'-7'1'443,"3"3"72,3-3-25,1 10-220,0-10 1,5 5-136,3-6 0,7 0-131,1 0 1,6-6 142,-2-2 1,3-8 58,1-4 1,-1-3-530,-3-1 0,-2-1 149,-6 1 1,-5-4-29,-3 0 1,-3 3 75,-1 5 0,-5 3 82,-3 0 0,-5 3 304,-3 10 0,0 2-101,-8 10 0,2 7-144,-6 13 0,8-2 26,3 2 1,5 2 237,4-2 0,3 5-202,5-5 0,9 0-258,3-3 0,10-1-38,2 0 1,6-5-326,6-3 0,5-2 544,-1-2 0,12 0 0,-3 0 0</inkml:trace>
  <inkml:trace contextRef="#ctx0" brushRef="#br2" timeOffset="251">17720 14014 7569,'0'-30'0,"0"6"203,0 0-90,0-1 1,-2 12 199,-2-3-129,3 8 0,-10-2-149,3 6 1,-3 0-116,-1 4 1,-4 6 232,0 2 0,-2 8-47,2 4 0,7 4-35,-3 5 1,3-2 8,1 5 0,3-1 18,5 1 0,1-6 153,3-6-31,3-5 1,11-3-79,2-8 1,3-8 15,1-4 0,6-14-210,2-6 0,-1-7 50,1-5 1,-1-3-164,2-6 0,1-4 272,-6 1 0,0-3-460,-4-2 1,-3 4 89,-1-7 0,-5 8-29,1 4 0,-7 6 210,-1 10 1,-5 8 462,1 7-338,-2 9 1,-5 6 115,-5 10 1,-2 12-129,-10 16 1,0 13-14,-4 11 0,13-26 0,1 0-25,0 4 1,0 1 0,4-5 0,1 0 98,-1 1 1,0-1 0,2 24-47,0-5 1,8-13 327,4-3 1,3-10-264,1-3 0,0-7-1,0-9 1,5-2 109,-1-6 1,4-7-110,-4-5 1,4-3-31,-3-9 0,3 2-43,-4-6 0,0 1-267,-4-1 0,1-2-91,-1-2 0,-4 3 6,0 9 164,-5-3 358,7 10-233,-8 1 0,-1 13-75,-5 11 0,-5 7 21,0 9 1,0-1 257,1 6 1,3-6-145,5 1 1,0-2-207,0-2 1,1-4 69,3 0 0,-1-6-212,5-2 1,0-5-106,4-7 0,0 0 162,0 0 0,0-2 67,0-2 0,5-7-39,-1-5 0,-1-5 228,-7 0 0,3-12 0,-5-5 0</inkml:trace>
  <inkml:trace contextRef="#ctx0" brushRef="#br2" timeOffset="252">18217 13614 7569,'-12'-6'94,"5"-1"381,2 1-325,5-5-96,0 4 0,7 0-27,5 3 1,4 3-222,4 1 0,7 0-134,-2 0 1,4 0 185,4 0 0,-5 0 120,8 0 0,-2 1 30,2 3 0,-5-1-326,-2 5 0,-4 0 67,0 4 1,-2-4 250,-3 1-105,-3-1 105,-4 4 0,-8-1 74,-5-3 1,-7 1-76,-9-5 1,-3 6-24,-5-2 0,4-3 21,-1-1 1,5 2 413,-4-2 0,5 4 256,-1-4-306,2 5 1,8-2-96,2 5 1,2 1-27,2 4 1,3 0-71,5 3 0,0 3 2,8-2 1,2 6 10,-2 1 1,4-1 23,-3-7 1,-1 2-219,-4-6 1,-1 0 85,-3-4-50,-3 0 0,-12-1-48,-5-3 1,-4 2-180,-4-6 1,-3 1-556,3-1 0,-3-3 394,-2 3 1,5-2 362,0-2 0,5 0 0,-2 0 0</inkml:trace>
  <inkml:trace contextRef="#ctx0" brushRef="#br2" timeOffset="253">19128 13747 7569,'0'-12'-207,"0"-6"0,0 5 686,0-3 79,0 2 65,0 2 254,0 0-709,0 5 0,-2 9-15,-2 10 1,-4 8 29,-8 12 1,-3 6 22,-5 11 1,4-4-52,-1 4 0,6-7-76,-1 6 0,4-7-142,4-1 0,3-3 37,5-5 1,1-7-112,3-4 1,3-8 81,5-1 0,1-5 76,4-7 0,1 0-13,7 0 1,0-9-42,4-4 1,-2-7-628,5 0 1,-5-3 98,1-1 1,-2 0-108,-2-1 0,-5-3 296,-3 0 1,-2 1 100,-2 7 0,-1-2 245,-3 6 0,-1-4 26,-3 3 0,-3 5 0,3 4 0,-3 4 0,-1-4 351,0 5-137,0-2 0,-1 6 136,-3 3 1,1 4-76,-5 9 0,0 0 97,-4 3 0,4 5-47,0-1 1,5 0-75,-1 4 0,3-2-68,1-2 0,0-3 29,0-1 0,1-5-362,3 1 1,-1-4 100,5-4 0,0-3 13,4-5 0,4-1-10,0-3 0,1-7-111,-5-5 0,0-6-84,0 2 1,-1-7 96,-3-1 0,-3-6 112,-5 2 0,0-3-15,0-2 0,-4 5-146,0 0 0,-4 5 102,4-2 1,0 9 345,4 4-181,0 3 206,0 0-360,0 7 0,1 2 83,3 8 1,3-2 25,5 7 0,0-1 24,1 4 1,3 4 110,0 0 0,4 4-46,-4-4 0,5 6 62,-5-2 0,0 3-160,-4 1 1,-1 1 18,-3-1 1,1 0-91,-5 1 1,0-5 81,-4 0 0,0-1 36,0 1 0,0-6-4,0-6 0,0-4 212,0 4-103,0-6-24,0-7 0,4-4-164,1-12 0,0 5-116,-1-4 1,-1 0-107,5-4 0,0-5 120,4 1 0,-1 0 133,-3 3 1,1 6-56,-5 3 361,6 3-293,-9 1 0,5 6 57,-6 6 1,0 7-25,0 9 1,0 3 18,0 5 0,0 1-5,0-1 1,0 0-18,0 0 0,5-5 14,3-3 0,7-2-10,1-2 0,2-1 80,-2-3 1,-1-3-74,5-5 0,-1-1 30,1-3 0,3-4-73,-3-8 0,-1-2-80,1-2 0,-5-3-7,1 3 1,-2-4 66,-2-5 1,0 4 30,0-4 0,-4 5 6,0 4-181,-5-3 1,2 9 88,-5-2 122,0 8-127,0 3 0,0 6-90,0 3 1,-5 8 282,-3 8 1,-3 3-97,-1 2 1,4 3-46,0 0 1,1 5 1,-1-5 1,3-1 117,5-7 1,0 2-55,0-6 1,0-4 78,0-4 52,0-5 19,0 2 1,5-10-365,3-3 0,7-4 70,1-5 0,2-6 120,-2-5 0,-1-6 9,5 2 0,0-3-660,4-1 1,-1 5 320,-3 2 0,-2 9 193,-6 4 1,-4 8 22,0 4 243,-5 2 0,2 13 161,-5 5 1,-1 11-186,-3 6 0,1 2-79,-5 1 1,6-1 35,-3-2 1,8 0-311,1-4 1,6-5-90,-2-4 1,3-5-221,1 1 1,1-2-12,3-2 1,3-6 527,5-1 0,1 1 0,-1 1 0</inkml:trace>
  <inkml:trace contextRef="#ctx0" brushRef="#br2" timeOffset="254">20450 13735 7569,'0'-18'790,"0"-2"1,0 3-107,0 0-88,0 4-735,0 1 164,6 5 0,2 0 170,8 3 0,-1 3 0,5-3 0,0 1-606,5-1 0,-1 1 89,0-5 0,5 4-101,-1-4 0,4 4-45,-3-4 0,-1 5-240,-4-1 1,-4-1 146,1 1 561,-7-6 0,4 4 0,-6-6 0</inkml:trace>
  <inkml:trace contextRef="#ctx0" brushRef="#br2" timeOffset="255">20790 13419 7569,'-6'-12'-185,"-5"6"1,8-5 528,-5 3 400,5 2-512,-8 1 1,9 12-38,-6 5 0,2 8 250,-6 12 0,3 10-54,-7 11 1,2 6-415,2 2 1,0 3 60,6-29 0,0-1 0,0 2 0,1 0-87,0-2 0,2 0 0,-3 31-161,6-4 1,7-7 173,5-10 0,2-7 112,6-9 1,-1-9-26,1-7 0,3-5-67,-3-7 1,4-6-64,5-2 0,-4-8-86,4-4 1,-5-7 369,-4-2 1,-2-2-434,-6-1 0,-1 4-3,-3-9 1,-3 4 68,-5-4 0,0 6 63,0 3 0,-5 8-70,-3 4 0,0 3 446,-5 5 1,4 3-114,-7 5 0,2 7 45,2 5 1,1 1-101,3 8 1,-1-1 37,5 4 0,0 0-260,4 1 1,5-1 119,3 0 0,8-1 59,5-3 1,2-4-30,1-8 0,6 2-620,2-6 0,2 0 59,-2-4 0,3-5-96,-3-3 1,2-9 247,-1-3 0,0-3 372,-4-1 0,-1 0 0,-4-6 0,0-1 0</inkml:trace>
  <inkml:trace contextRef="#ctx0" brushRef="#br2" timeOffset="256">21373 13771 7569,'-7'-12'-447,"-9"0"1,8 5 1121,-8 3-377,-3 3 0,0 6-18,-5 3 1,-1 6-86,1 6 1,0 0-120,-1 9 1,7-2 67,1 1 1,4 3 49,1 5 1,5-3 0,3-1 0,4-5-265,4 1 1,4-12 107,8-3 0,-1-5 109,5 0 1,1-8-99,3-8 0,4-9-79,1-3 1,3-4-191,-4-4 0,5-9 130,-5-7 0,4-3-103,-3-2 1,-1-6 213,-4-6 1,-10 28 0,1-1-476,-1-4 1,0-1-1,-2 2 1,0 1 332,-1 0 0,-2-1 0,-2 2 0,0 0 172,5-25 0,-1 12 419,-7 16 321,0 10 1,-11 12-236,-5 10 1,-6 16-221,-6 12 1,4 11-46,0 6 0,6 3-41,2 5 1,1 1-545,7 2 0,2-2-110,6-5 0,4-2-349,8-3 1,3 2 167,5-5 1,2-2-1145,2-7 1729,3 3 0,7-9 0,2-1 0,5-4 0,2-5 0,1 0 0</inkml:trace>
  <inkml:trace contextRef="#ctx0" brushRef="#br2" timeOffset="257">22247 13844 7569,'0'-12'0,"0"0"0,0-6 1099,5 5-675,-4 1 0,10 8 224,-3 8-405,-2 8 1,3 8-22,-5 8 0,0 10 88,-4 11 0,0-1-124,0 5 0,-4 6-230,0 2 1,-4-3 103,4-6 1,0-7 89,4-5 1,-1-3-259,-3-5 1,2-4 246,-2-8 317,3-2-411,1-11 1,0-14 29,0-13 1,0-10 21,0-10 1,5-5 0,3-7 1,4-5-664,5-8 0,-10 29 1,0-1 396,3-3 1,1 0-1,1-3 1,1-1-478,3-2 1,1-1 0,0 2-1,1 0 465,0-2 0,0 1 0,-2 6 0,-1 2 9,13-23 0,-3 17 178,-5 11 1,0 16 246,-8 5 1,3 12 4,-7 8 0,-2 11-151,-2 17 1,-3 10 3,-1 2 0,-1 8 5,-3-4 0,-3 3-51,-5-6 1,-4 1-181,-1-10 1,1-1 437,4-6 0,-4-1-495,0-8 1,-2-2-247,2-10-336,2-5 477,-8-2 1,9-6-166,1-3 0,2 1 441,5-5 0,1-1 0,4-5 0,0 2 0,0 3 0</inkml:trace>
  <inkml:trace contextRef="#ctx0" brushRef="#br2" timeOffset="258">22756 13711 7569,'25'-25'0,"-6"2"708,-3 3-421,-3 3 0,-2 9 431,-3-1-310,-3 7 0,-6 2-171,-3 8 1,-4 8-55,-8 4 1,2 7-157,-2 2 1,3-1 111,1-4 0,-1 3-201,1-3 0,6 2 15,1-10 1,4 0-63,1-4 0,0-3 121,0-1 1,4-7 136,0-1 0,10-3-238,-2-9 1,8-1 38,0-8 0,2-6-49,-2 3 0,4-8 91,1 0 1,-1-2-201,4 1 1,-2 0 98,-2 4 0,-5 7 192,-3 5 1,2 4-68,-2 1 131,0 5 0,-5 7-66,-3 8 0,1 8-79,-5 4 0,0 3 40,-4 2 1,0 4 13,0 4 1,0-4-79,0 0 1,5-4 13,-1 0 1,4-5-139,-4 0 1,5-7-30,-1 0 1,2-5-626,-2-4 98,3-3 0,-6 3 308,3-8 1,-1-3-376,-3-5 769,-3-5 0,5-8 0,-6-6 0</inkml:trace>
  <inkml:trace contextRef="#ctx0" brushRef="#br2" timeOffset="259">23193 13298 7569,'-12'-7'1249,"0"-3"-542,5 3 186,2 0-638,5 2-180,5 5 0,2 5-72,5 3 1,6-1-214,2 1 0,3-1-437,1 1 0,0 3 409,1-3 0,2-2 224,-3 3 0,2-1-227,-10 4 241,5 5 0,-7-3 0,3 3 0</inkml:trace>
  <inkml:trace contextRef="#ctx0" brushRef="#br2" timeOffset="260">23545 13444 7498,'0'-19'-70,"2"1"978,2 6-567,-3 5 1,-1 2-116,-8 5 1,-3 7-32,-1 5 0,-6 11 26,-2 9 0,-3 3 9,-1 2 1,4 3 70,0 0 1,10 6-121,2-1 0,5-5 12,3-3 0,11-2 94,5-7 1,9-1-74,7-7 0,3-4-19,14-8 0,-4-2 0,8-6 0,5-6-652,-1-2 0,-2-8 213,-11-4 1,1-3-157,-9-1 1,2-6 118,-10-2 1,-6-3-116,-10-2 1,-5 2 189,-7 3 0,-2 2 44,-2 6 1,-8 5-30,-8 3 0,-8 9-19,-5 7 1,-6 7 1144,-1 9 1,-1 8-452,5 9 1,6 2-239,6 1 0,5-3-165,7-1 1,5-4-46,3 5 0,4-11-446,4 3 0,8-5 278,9 0 1,2-2 87,1-6 0,6-4-43,2 0 0,3-4 87,1 4 0,-5-5 0,-1 2 0</inkml:trace>
  <inkml:trace contextRef="#ctx0" brushRef="#br2" timeOffset="261">24528 13626 7569,'4'-17'208,"2"1"325,0 1 0,-1 7-55,3 4-295,-6 3 0,4 2 129,-6 3 0,0 4-94,0 9 1,0 2-303,0 5 0,0 0-109,0 0 1,0 1-201,0-1 1,0-4 75,0 0 0,0-5-183,0 1 1,0-2 256,0-2 1,1-5-100,3-3 342,3-3 0,5-1 0,0 0 0</inkml:trace>
  <inkml:trace contextRef="#ctx0" brushRef="#br2" timeOffset="262">24504 13444 7569,'-12'-12'0,"4"1"513,0 3-241,5-3 1,-2 8-256,5-5-40,5 5 1,2-6-70,5 5 1,0 0-232,0 4 1,6 0 217,2 0 0,3 0 108,1 0 0,-1 0-113,-3 0 0,3 0 137,-3 0 0,2-1 114,-2-4 1,2 4-148,-6-3 0,4 3-4,-4 1 1,2 0-1,-2 0 0,-6 0-7,2 0 34,-3 0 1,-1 0 5,0 0-53,-5 0 1,1 0 38,-8 0 0,1 0 213,-5 0 0,-1 1-78,-7 3 0,2-1 53,-2 5 1,4 0-114,4 4 0,-2 0-23,6 0 0,0 2 27,4 2 1,2 3 8,2 5 1,4 0-111,8 1 0,3 0 73,5 4 1,6-4-182,2 4 0,3-4 77,1-1 1,-4-3 158,-4-1 1,-4-5-3,-4 1 194,-2-3-251,-6 0 1,-15-7 16,-5-2 1,-16-1 81,-4 1 0,-7-3-49,-6 3 1,2 2-1206,-6-2 0,1 5 1099,-5-1 0,-4 9 0,-3 1 0</inkml:trace>
  <inkml:trace contextRef="#ctx0" brushRef="#br2" timeOffset="263">22392 14972 7569,'8'-13'256,"0"-3"1,1 2-23,3-2 1,0 3 125,0 0 1,1 1-178,4 0 1,-4 0-1,3 0 1,-2 4-2,-2 0 0,-4 5 122,0-1-533,-5 3 143,2 1 0,-6 0-67,-3 0 1,-4 5 87,-8 3 1,1 7-78,-6 1 0,3 0 87,-3-4 1,4 1 19,5-1 0,1-4-110,3 0 125,-3 0 1,11 4 132,0 0 0,9-4-66,8 0 0,6 1 120,1 3 0,6 0-124,6 0-1,-1 0 8,-3 0 1,-2 0-117,-6 0 0,-3 1 107,-1-1 1,-9 0 7,1 0 1,-8-4-38,0 0 0,-10 0-58,-6 4 0,-7-1 69,-9-3 1,-4 3-1,-9-3 1,2-1-24,-5 1 0,4-5 11,0 1 1,8-3-190,3-1 1,5-1 76,4-3 1,2 1 101,6-5 1,5 4-270,3-4 1,3 0-797,1-4 1,5-1 180,4 1 883,7-5 0,3-8 0,5-6 0</inkml:trace>
  <inkml:trace contextRef="#ctx0" brushRef="#br2" timeOffset="264">22514 14705 7372,'6'-17'172,"0"3"0,-6-3 524,0 5-218,0 5-239,0-4 1,4 11 28,0 0 0,0 6-93,-4 6 1,0 7-86,0 5 0,0 6 32,0 6 1,0 2-73,0 2 1,-5-1-67,-4 6 0,-1-1 73,-2 5 1,1-1 30,3 1 1,-3-5-274,3 1 0,2-5-1059,2 5 1,3-10 1243,1 1 0,0-7 0,0 0 0</inkml:trace>
  <inkml:trace contextRef="#ctx0" brushRef="#br2" timeOffset="265">23205 14863 7868,'0'-12'1404,"0"0"-1037,0 5 189,0-4-337,0 10 1,-1 5-53,-3 8 1,1 8-6,-5 1 0,0 3-112,-4 4 0,0 3-82,0 6 1,4-1-273,0 0 1,4-3-179,-5-1 0,5-1 263,-4 2 0,4-2 24,-4-3 195,5-8 0,-7 8 0,3-9 0</inkml:trace>
  <inkml:trace contextRef="#ctx0" brushRef="#br2" timeOffset="266">23849 14900 7653,'-18'0'251,"5"-2"308,-4-2 1,4 3-166,1-3 1,4 1 103,0-1-131,5 3-921,-2-5 1,6 6 223,3 0 1,8 0 48,8 0 1,5-4 175,3 0 0,4-5 72,9 1 0,-6-3 32,5-1 1,-5 1-114,6 3 0,-5-1-1,-3 4 0,-5-3 172,-8 4 1,-2 0 466,-6 4 0,-1 2-224,-3 2 1,-3 0 1,-5 8 0,-1-1-45,-3 9 1,-3 1 106,-5 8 1,-2-2 0,-2 5 1,1 0-120,-5 5 0,1-1-25,-1 1 1,-2-2-22,6-3 1,-1 2-237,0-6 0,5 4-207,0-3 1,0-5-333,4-4 1,1-1 48,-1 1 0,5-2-503,-1-6 0,3 0-304,1 0 1333,5-5 0,2-2 0,5-5 0</inkml:trace>
  <inkml:trace contextRef="#ctx0" brushRef="#br2" timeOffset="267">24722 14948 7569,'19'-24'757,"-6"5"1,-4-3-548,-5 6 0,0-1-27,-4 1 1,-1 2 22,-3-2 1,-3 0-56,-5 4 0,-6-2-206,-2 10 1,-3-4 174,-1 4 1,2 0 190,-2 4 1,6 4-112,-6 0 0,7 5-2,-4 0 1,7 1-173,-3 2 0,5 6 100,4 2 0,-1-1 76,5 1 0,0 0 17,4 5 0,5 0-585,3 4 1,3-2 177,1 5 1,0-5 40,0 1 0,0 2 74,1-2 1,-1 2 52,0-2 0,-1-2 85,-3 2 1,1-6-59,-5-2 0,0-5 3,-4 1 1,0-3 59,0 0 1,-5-3 172,-3-2 0,-8 2-181,-5-6 1,-2 0-60,-1-4 1,0-5 115,0-4 0,-5-1 3,1-2 0,5-6 45,7-2 0,2-3-70,2-1 1,6-2-32,1-2 0,5 2-12,5-2 1,3 2-497,8 2 1,-1 1 67,5 3 0,1-3-119,8 3 1,-2 2 65,5 2 1,-1 2-290,1 2 0,2 0 182,-6 0 1,2 1 203,-2 3 1,-3-1 329,-1 5 0,6-6 0,-5 3 0</inkml:trace>
  <inkml:trace contextRef="#ctx0" brushRef="#br2" timeOffset="268">25050 14887 7569,'0'-6'794,"-5"0"247,-3 6 0,-3 0-688,-1 0 1,-4 6-226,-1 2 0,-3 3 15,4 1 0,0 0 18,4 0 1,0 0-18,-1 0 1,3 0 26,2 1 1,2-1 21,6 0 0,0 0-187,0 0 0,1 0-343,4 0 1,1 0 147,6 1 1,5-3-39,-1-2 1,4 3 181,-4-3 0,2 3 174,-2 1 1,1 4 67,4 1 0,-4-1-95,-5-4 0,0 1-106,1 4 0,-1-4 228,0 3 0,-5-2 269,-3-2 1,-3 0-290,-1 0 1,-1 0-184,-3 0 1,-4 1 14,-9-1 1,2-2-218,-5-1 1,0 0 135,-4-5 0,-1 4 38,1-4 0,-4 0-363,0-4 0,-9 0-324,5 0 0,-2-1-2527,6-3 3221,2-3 0,-4-10 0,6-2 0</inkml:trace>
  <inkml:trace contextRef="#ctx0" brushRef="#br2" timeOffset="269">24965 14887 7569,'24'-12'0,"1"4"3515,-1 0-2337,0 0 1,1 0-338,-1 0 1,3 5-130,-3-1 0,3 3-633,-7 1 1,3 0 18,1 0 1,1 0 96,-1 0 0,0 0-393,1 0 0,-5 0-2379,0 0 0,-1 4 2577,1 0 0,3 5 0,-4-2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1.47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14503 4378 7478,'1'-11'257,"3"3"426,-3-3-126,10 9-421,-4-3 0,6 5 45,-1 0 0,5-4-188,-1 0 0,5-1-10,-5 5 1,5 0-26,-4 0 0,3 0 146,-3 0-133,-1 6 36,-3 1 1,-1 11-86,1 2-84,-6 4 220,-2 1-94,-5 5-427,0 2 471,-5 5 1,3 0 0,-9 4-68,3 1 62,-3-1 26,4-9 1,-4 2 2,3-5 0,1 4-16,-2-4 96,7 6-399,-9-9 311,9 10 151,-9-10-154,10 10 0,-6-6-7,3 3 0,2 3 2,-2-3 1,-1-1 201,1 1 0,0 0-189,4 4 1,-2-4 232,-2 0-235,3 0 1,-5 3 36,6-3 1,0 3 4,0-3 1,0-1 237,0 1 0,0-2-247,0 3 1,4 0 32,0-5 0,6 4-13,-2-4 1,-1 4-95,2-4 0,-1 4 19,4-4 0,1 4-53,-1-4 1,0 4 122,1-4-51,-1 5 1,1-2-70,-1 5 0,0-4-115,1 1 0,-2 0 98,-3 7 1,-1-2 28,-3 2 1,-2-1 44,2 2 1,-7-4 91,-1 3 1,-6-1 200,2 2-182,-9-4 0,4 6-36,-4-2 0,3-2-14,2 5 1,-1 1-24,1 3 0,4 1-948,-1 0 811,7-1 1,-4 1-212,6-1 1,6 1-93,2 0 0,7-1-7,2 1 0,5-5-152,-2 1 334,4-1 0,-1 3 70,-2-2 0,5 1-2,-5-6 0,5 9 92,-5-5 0,1 2 225,-2-6 0,0 3 460,-4 6 1,-7 0-341,-1-1 1,-5 6 527,-3 3 1,-2 4-492,-2 4 1,-7-1-13,3-30 1,-1 1 0,-13 30-384,12-31 1,0 0 0,0-1 0,0 1 103,0 0 0,0 0 1,2 2-1,1-1-153,-1-1 0,-1 0 0,0 1 0,0 0 101,1-1 1,0 0-1,1 2 1,1-1-312,1 0 0,2-1 0,1 1 0,1-1 183,-1 0 1,0 1-1,2 0 1,0 1-322,2-2 0,0 0 0,5 34 280,-1-34 0,0 0 1,7 30-229,-1 1 0,5 2 241,-1-2 1,6 0 31,-1-4 0,-2-1 89,2-4 1,-4 4 191,3-3 1,-5 4 565,2 4 1,-5-3-493,-3 4 0,-4-32 1,-1 1 150,-1-1 0,-2 1 0,2 1 1,-1 1-49,-2 33 0,0-34 1,0 1-124,0-1 0,0 1 0,-2 4 0,-1 1-99,2-3 1,-2-1-1,-1 4 1,0-1-45,2-2 0,0-1 1,-2 2-1,0 0-11,1-1 0,2-1 0,-2 5 0,1 0-220,2 0 1,0-1 0,0 1 0,0 0-56,0-2 0,0-1 1,1 1-1,1 0 144,2-3 0,0 1 1,2 3-1,2 0-221,4-1 0,1-1 1,2 3-1,0-1 88,1-4 0,1 0 0,1 0 0,0 0 4,0-4 1,1 0-1,2 3 1,1 1 90,1-2 1,0 0 0,-1 0-1,0-1 47,1 0 0,-1-1 1,-2-3-1,0 0 66,1 1 1,0 1 0,0 0 0,-1 1 111,-1-1 0,-1 2 0,2 0 0,-3 1 266,-3 0 1,-3 0-1,2 0 1,-1 1-201,-5-1 1,-2 0 0,3 2 0,-2 1-90,-3-1 0,-2 0 0,1 3 0,-1 0 158,-2-1 1,-2 1-1,-2 3 1,-2 0 145,-3 0 0,-1 0 1,-3 6-1,-1-1-251,-1 0 1,-1-1 0,-1 0 0,-1-1-58,-2-3 1,0 1 0,2-1-1,-2-1-39,-1 2 1,-1-1 0,1-1-1,0 0-219,-1 2 0,0-1 1,1 0-1,2-1-30,0-1 0,2 0 1,2 0-1,1 0 126,0-2 0,1 0 0,1 2 0,1-1-132,1-3 1,1 0 0,1 1 0,0 0 76,2 0 0,2-1 0,1-4 0,1 1-70,0 2 0,2-1 0,1 30 122,1-32 0,2 0 1,9 32 29,-2-32 0,1 0 0,2-1 0,2 1 73,-2 0 1,3 0 0,3 2 0,1-1-41,1-1 1,0 0 0,2 0 0,1-1 106,0 1 0,1 1 1,0 0-1,0 2-33,0 1 0,0 1 0,-1 1 0,0 2 129,-1-2 1,-1 0 0,2 1 0,-1 0-31,-2-1 0,0 1 0,0 3 0,-1 0 28,-1-2 0,-1 0 0,-2 2 0,0 0-57,-1-2 0,-1 1 0,-3 1 0,-2 1 15,0-1 1,-1 1-1,-3-1 1,-2 1-51,0-3 0,-2 0 0,0 2 1,-2 0 5,0-2 1,-2 1-1,0 0 1,-2 0-575,-3-4 1,-1-1 0,3-2 0,-1 0 107,-1-1 0,-1-2 383,-10 26 0,9-26 0,1 0 0,-14 24 0,4 0 0,3 3 0,-1 2 0</inkml:trace>
  <inkml:trace contextRef="#ctx0" brushRef="#br0" timeOffset="1">1551 4998 7569,'0'-12'-454,"0"3"1314,0 1-167,0 5-391,0-2-148,0 5 0,0 5-22,0 4 1,0 7 27,0 5 0,0 4-25,0 4 0,0 2-44,0 7 0,4-1 83,0 0 0,5-4-151,0 0 1,-2-5 61,1 1 1,-5-7-78,1-2 129,3-4 55,-6 1-56,5-10-148,-6-1 0,0-13 40,0-5 1,4-2-90,0-7 1,0-5-192,-4-7 1,0-7 122,0-1 1,1-5-97,4 5 0,-4-1 65,3 5 1,2 5 172,-2 4 0,4 7-62,-4 4 138,6 9 0,-3 3-157,5 5 1,-4 2 13,1 7 0,-1 4 438,4 12 1,-3 5-178,-1 4 1,-1 1-11,1 3 0,3-1-75,-3 0 0,3-4-160,2 0 1,-1-9 45,1 0 0,-1-7-52,0-1 0,1-7 98,-1-5 1,-4-3-17,1-1 1,-1-5-57,4-4 0,1-11 35,-1-5 0,-4-12-166,1 0 1,-1-10 57,4-3 0,-1-1-392,-2-7 0,2 0 309,-3-4 0,-1 10 115,1 2 1,0 10 21,5 3 0,-5 11-14,0 9 0,-5 8 210,1 1 1,-1 6-76,1 2 1,-2 13 288,2 11 1,-3 7-167,-1 6 1,0 4 82,0 1 1,0 0-31,0 0 0,4-7 156,0 7 1,5-10-357,-5 5 0,4-7 49,-4 3 1,6-4-269,-2 4 0,-1-5 110,1 1 0,-4-5-674,5-3 1,-5-2 366,4-2 0,-4-3-795,4 2 1,-3-2 1150,3-2 0,0 6 0,4 2 0</inkml:trace>
  <inkml:trace contextRef="#ctx0" brushRef="#br0" timeOffset="2">2382 5383 7569,'-7'0'396,"1"0"-127,6 0 0,2-2 77,2-2 1,1 1-113,4-5 1,6 0-191,-3-5 1,5-3 103,-1-1 1,-2-5 21,3 2 0,-4 0-234,0 0 0,-2 3 29,-3-4 1,-2 2-72,-6-2 0,-2-1 69,-2 6 0,-3-5-50,-5 5 0,-2 5 65,-2 7 1,-4 2 150,-5 2 0,5 3-69,-1 5 0,6 3-45,-2 14 1,4-3 217,0 7 1,6-1-13,3 0 1,3-1 23,1 2 1,7-3-93,5-1 1,2-6-76,7-3 0,-1-2 50,5-1 1,5-6-205,3-3 1,-1-4 68,1-4 0,-1-3 85,1-6 1,1 1-945,-5-1 1,0-3 105,-4-1 0,0-3-169,0 3 1,-6 1 928,-2 3 0,2-5 0,0-1 0</inkml:trace>
  <inkml:trace contextRef="#ctx0" brushRef="#br0" timeOffset="3">2890 4825 7569,'-5'-18'-63,"4"4"728,-10-4-3,9 11-298,-9-4 0,10 17-93,-3 2 0,-2 10-178,2 11 1,0 0 89,4 8 1,0 3-415,0 9 0,1 2 91,3 3 0,-1-2 254,5 6 1,-4-3-919,5-1 1,-1-11 803,4-14 0,6-3 0,2-1 0</inkml:trace>
  <inkml:trace contextRef="#ctx0" brushRef="#br0" timeOffset="4">2692 4961 7569,'-12'0'747,"-1"0"-409,6 0-96,2-6 1,10 0 345,3-7-349,9 1 1,2-5-204,6 1 1,5-6 97,4 1 1,1 2-210,3-2 1,-1 6 70,0-2 0,-4 4-126,0 0 1,-5 5 73,1 0 0,-4 5 63,-5-1 0,2 8-107,-5 4 0,-1 9 114,-3 3 1,-6 9 218,-3 4 0,-3 10-75,-1 7 1,0 1-243,0 6 0,0-1 152,0 6 0,0-14-71,0 1 1,2-9 90,2-7 0,-2-4 2,7-8 1,-1-3 80,4-6 1,-3-1-24,-1-2-203,0-4 0,5-6 111,-1-3 1,2-7-106,2-6 1,-2-9-64,3 1 1,1-7-178,-2 4 1,1-3 100,-5 2 1,-4 7 66,1-3 1,-5 9-77,4-1 71,-5 4 217,2 6 1,-5 3-62,0 8 1,0 4 209,0 8 0,0 5-89,0 8 0,0-3 27,0 3 1,0 2-111,0-3 1,2 1 23,2-4 1,3-5-126,5-4 0,1-2-21,-1-2 1,4-1-95,1-2 0,1-4 45,-2-5 1,0-1-80,4-3 0,-5-3 37,2-6 1,-2-1 75,2-2 1,-4-3-53,4-6 1,-7 4-101,-2 0 0,-4 2 88,4-1 1,-5 2 216,3 5 1,-6 8-51,0 5 1,0 7 225,0 9 0,0-1-111,0 6 0,0 0 19,0 3 1,1-4-72,3-4 0,3 1-4,5-5 1,1 2-92,-1-10 0,2 0 65,3-4 0,-2-1-92,5-3 0,-4-9 77,0-7 0,-2 0-127,-2 0 1,-3-1 97,-1-4 1,-5-1-266,1-3 0,-8 3 88,-5-3 1,-6 3 139,-1 1 0,-5 6-108,4 2 1,-5 9-170,2 4 0,-2 5 97,1 7 1,2 1 82,2 7 1,9 2-494,0-1 1,5 3 603,3-3 0,0 5 0,0-3 0</inkml:trace>
  <inkml:trace contextRef="#ctx0" brushRef="#br0" timeOffset="5">4081 5159 7630,'-12'-18'175,"0"5"198,-6-5-214,-2 11 1,-3 3 155,2 8 0,3 8-82,6 9 0,0 2 109,-1 2 1,5 4-33,0 0-177,5 6 1,-3-11-19,6 1 0,6-6-77,2-6 1,5-2-17,3-3 0,-1-4 132,6-8 1,4-10-256,4-10 1,5-8 52,-1-10 1,-2-2-344,-3-5 1,3-1-75,-2 1 0,-4-7 130,-5-1 1,-5-4-244,2-1 1,-5 8 206,-3 9 0,-4 9-265,-5 15 410,0 9 0,-5 19 431,-4 13 0,-2 16-183,-1 14 0,-3 1 1369,2 7 0,0-6-695,8 2 1,1-5-346,4-3 0,0-3-466,0-6 0,7-6-467,6-2 1,0-8 581,8-4 0,-6-4 0,3 0 0</inkml:trace>
  <inkml:trace contextRef="#ctx0" brushRef="#br0" timeOffset="6">5210 4924 7569,'-7'0'361,"-4"0"6,10-6-238,-4-1 0,5-5 54,0 0 1,1-1-211,3 1 0,-1-2 53,5-3 0,0 2 16,5-5 0,-1 0 49,1 0 1,-1-2-121,0 5 0,1-4-24,-1 5 0,-4-1 111,1 5 1,-5-1-117,4 1 1,-4 5 142,5 3-144,-7-3 144,4 6-52,-1-5 0,-3 8 35,2 2 0,-3 3 83,-1 5 1,0 6-17,0 3 0,0 3-46,0 5 0,0-1-102,0 5 1,0 0 81,0 4 0,0-1-243,0-3 0,0 2-13,0-6 0,0 0-31,0-5 0,0-3-80,0 0 1,0-6-727,0 1 1024,0-7 0,6 7 0,1-2 0</inkml:trace>
  <inkml:trace contextRef="#ctx0" brushRef="#br0" timeOffset="7">5223 5271 7569,'-6'7'2464,"5"-2"-1345,-5-5 292,6 0 64,0 0-1126,11 0 0,-1-5-5,11-3 1,-1-3-335,5-2 0,-3 5 63,3 0 0,-3-1-821,7-3 1,1 4 506,-1-1 0,4 5 251,-4-4 1,4 5 38,-4-1-49,0 3 0,2 6 0,0 2 0</inkml:trace>
  <inkml:trace contextRef="#ctx0" brushRef="#br0" timeOffset="8">2928 6251 7569,'0'-8'60,"0"-1"0,-4 5 734,-1-4-308,1 5-336,4-2 0,0 10 32,0 3 1,2 9 11,2 4 1,-3 3-34,3 5 0,2 3-80,-2 5 1,0 0 109,-4 1 1,0 3-53,0 0 0,4-1-660,0-7 0,2 2 100,-2-6 0,-1-2-87,5-6 0,-4-3 163,4-6 0,-1-3-161,2-1 0,2-7 20,-3-1 486,8-11 0,4-8 0,5-6 0</inkml:trace>
  <inkml:trace contextRef="#ctx0" brushRef="#br0" timeOffset="9">3201 6338 7569,'0'12'768,"-5"7"-573,1 6 0,-5 4 0,0 4 0,2 3 598,-1-3-351,5-3-196,-2 1 0,6-7-89,3 1 0,-1-5-14,5-4 0,5-4-70,3-3 1,2-4 121,-1-5 0,-2-1-12,6-3 1,-5-7-78,5-6 0,-6-6-191,2-2 0,-5 0-824,-4-4 476,-2 3 283,-6-4 0,-2 2-378,-2-5 275,-3 6 133,-10-4 1,-1 8 24,-3 2 0,-2 5-28,2 7 1,2 4-14,-2 5 0,4 1 72,-3 3 1,4 3 164,0 6 1,8-1-624,4 0 200,2 1-19,2-6 0,6 2-139,2-5 0,8 5 192,5-5 1,7-1 287,1-8 0,0-7 0,-5-7 0</inkml:trace>
  <inkml:trace contextRef="#ctx0" brushRef="#br0" timeOffset="10">3511 6226 7569,'-13'0'0,"5"0"0,0 0 0,4 0 69,-5 0 1,7 1 303,-3 3 44,-1 3-89,4 6-225,-3-6 0,5 4 70,0-3 6,0-3 1,4 2 157,0-2-256,6-4 1,-3 0-156,5-5 0,-4-6-217,0 2 1,-1-4 120,2-5 0,-2 2-22,-3-6 1,-3 6 112,3-1 0,-2-2 43,-2 1 0,-2-3 22,-2 3 1,1-4 10,-5 5 1,5-1-64,-1 5 36,3-6 0,1 4 186,0-2-158,5 2 42,2 2 0,6 3 11,-1 1 0,0 5 60,1-1-99,-1 3 0,1 2 3,-1 3 1,-4-1 35,1 5 0,-3 5 8,3 3 0,-2 8 330,-3 0-177,-3 1-75,5 11 1,-6 1 233,0 9-161,0 2-250,0 2 0,0 3 55,0 1 0,-5 0 110,1-5 1,0 0 10,4-4 1,0-2-158,0-6 0,0-5-280,0-3 1,4-5-1027,0-3 664,6-3 374,-9-11 1,11 3-716,-4-6 798,3 0 206,1-15 0,1-3 0,-1-11 0</inkml:trace>
  <inkml:trace contextRef="#ctx0" brushRef="#br0" timeOffset="11">3796 6474 7569,'0'19'115,"0"-1"0,0-4 328,0 3 0,0-4-173,0 4 1,1-3-99,4-2 1,1-1 29,7-3 0,5-2 8,2-6 1,4-2-97,1-2 70,0-8-35,-6-2 0,2-8-329,-9 6 111,3-6-73,-14 8 1,5-8-60,-6 5 1,-7-1 141,-5 2 0,-6 6 68,-7-2 0,-1 3-223,-3 1 1,3 4-217,-3 8 1,2 3 429,3 5 0,-1 6 0,0 2 0</inkml:trace>
  <inkml:trace contextRef="#ctx0" brushRef="#br0" timeOffset="12">4590 6449 7569,'0'-12'312,"0"5"-312,0-4 0,0 10 0,0-5 0,0 6 0,0 6 274,0 2 1,-4 3 395,0 1 0,0 2-352,4 3 0,0-4-332,0 4 0,1-5-790,3-3 544,-2-4 175,3-5 1,1 0-23,2 0 0,-1 0-23,1 0 1,-4-5-8,4-4 0,-3-6 42,3-1 1,-5-6 81,1 1 0,1-3 130,-1 0-158,0-1 16,-4 6 1,0-4 48,0 7-56,0-1 28,0 5 0,2 0-5,2-1 1,-3 5-14,4 0 1,0 4 8,-1-5 0,6 5-49,-2-4 0,-1 0 8,1-5 1,1-1-57,3-2 82,0 2 0,1-9 0,-6 3-69,-3-4 62,3-1 60,-6 5-19,5-3 1,-6 9-79,0-2 41,0 7 0,-5 12 144,1 14 1,0 9 196,4 15 1,0 12 655,0 13-1879,0-27 1,0 2 1023,0 8 0,0 1 0,0 1 1,0 1 392,0 0 0,0 0-236,3 0 0,0-1-145,-3-4 0,1 0 0,2 0 0,0 1-107,-3-4 1,0-1 0,0-4 0,1-1 178,3 20 0,-3-6-12,4-11 1,-4-6 93,-1-15 0,-1-2 123,-4-5 1,1-6 2,-8-3 1986,2-8-2240,-13-9 0,9-12-788,-3-8 351,-2-13-225,11-5 1,-3-13-508,11-2 1,1-3 809,1 32 0,0 0 1,11-32-58,7 3 0,1 9-466,4 8 0,-3 7 733,7 13 0,-11 3 0,-4 14 0,-3 5 0,-3 4 0</inkml:trace>
  <inkml:trace contextRef="#ctx0" brushRef="#br0" timeOffset="13">5682 6127 7569,'-7'-13'848,"3"1"-400,2 5-159,2 2 1,2 5 242,2 0-217,-3 11-101,10-3 1,-5 21 186,2 0-217,3 11-122,-10-2 0,5 9-55,-6-6 0,1 5 150,4-5 1,-4-1 25,3-7 1,-1 2-518,1-6 0,-1 2-773,5-6 0,-4 1-805,4-9 1912,1-1 0,3-3 0,0-1 0</inkml:trace>
  <inkml:trace contextRef="#ctx0" brushRef="#br0" timeOffset="14">6066 6201 7569,'2'-7'-698,"2"3"389,-3-3 336,5 6 331,-6-5-73,5 6-18,-3 0-8,3-5 1,-5 2 190,0-5 0,2 5-88,2-1-178,-3-3-35,10 6 0,-4-6-31,5 3 65,1 2 1,-1-3-154,1 5 42,-1 5 0,0 4 110,1 7 1,2 5-38,-3 8 1,2 0-124,-10 8 1,0-3-130,-4 8 0,-1 0-348,-3 0 349,-3-6 1,-7-2 3,-2-5-24,2-6 0,-9-5 148,3-5 263,1-6-177,-5-2 0,11-5-89,-4 0 0,3-5-29,2-4 1,5-2 140,3-1 1,12-5 221,5 1 1,7-1 345,1 5-316,2-1-159,2 7 1,0 0-88,0 6-197,5 0 214,-4 0-1349,5 0 859,-1 0 0,-5 1 179,0 4 1,-2-4 151,-6 3 5,-1 3 0,-9 0 0,-1 5 0</inkml:trace>
  <inkml:trace contextRef="#ctx0" brushRef="#br0" timeOffset="15">5409 6288 7569,'7'-12'0,"-2"3"186,-5 1-2,0 5-24,0-8 1,0 9 326,0-7-303,0 6-1,0-2-387,0 5 218,-5-6 1,-2 5 119,-6-3 0,1 4 48,0 4 1,-1 3-134,1 5 1,-1 2-249,1 3 0,1-4 38,3 4 69,-3 2-1,9-5 1,-3 4 72,5-6 1,0-3 57,0-1 32,0 0-48,5-1 0,2 3 3,6-6 0,-1 4-1,0-4 1,5 6 101,0-2 1,3 3 0,-3 2 0,3-4 69,-3 4-140,-1-4 2,-3 4 0,-5 2-30,0-3 23,-5 3 1,3 2-88,-6 0 23,-6-1 0,-1 1 66,-5-1 1,-5 1-10,1-5 0,-6 3-415,1-2 0,-2 2 22,-2-7 1,0-2-634,0-2 459,0-3 258,6-6 1,1-4 264,6-7 0,-1-9 0,1-7 0</inkml:trace>
  <inkml:trace contextRef="#ctx0" brushRef="#br0" timeOffset="16">5359 6127 7569,'13'-18'0,"-5"5"399,0 1-209,-5 0 0,2 12-43,-5 0 1,-1 11 292,-3 9 0,1 13-114,-5 5 0,1 11-273,-1 1 1,-2 8-304,6 0 1,-4-1-114,4 5 1,-1-8 329,5 4 0,0-6 174,0-2-141,0-6 0,6 4 0,1-4 0</inkml:trace>
  <inkml:trace contextRef="#ctx0" brushRef="#br0" timeOffset="17">6525 6276 7569,'0'-7'167,"2"1"425,2 6-98,-3 0-311,5 0-23,-6 0 1,0 6 255,0 2-92,0 9-141,0 2 153,0 6-176,0-1 1,0 1 22,0 0 1,4-2-1,0-2 1,6-3 22,-2-6 1,3-5-24,1-3 1,1-2-220,-1-2-174,6-6 175,-4-6 1,5-9-312,-2-8 217,-3-2-553,3-7 233,-4 1 316,-6 0 1,-2 3 44,-5-4 1,-1 4 57,-3-7 0,-7 7-212,-6 6 0,-1 8-169,2 8 1,-2 5-61,-3 7 314,3 5 289,0 8 1,5 8-152,-4 7-127,9-1-218,-3 8-174,9-8 261,-3 8 1,8-8 81,5 2 1,1 1 194,12-1 0,0-3 0,4-7 0,-1-5 0,1-3 0,0-3 0</inkml:trace>
  <inkml:trace contextRef="#ctx0" brushRef="#br0" timeOffset="18">6947 6238 7624,'-5'-12'859,"3"5"-357,-9 2-53,4 10-212,1 7 0,-6 9 344,4 8-278,-3 3-83,4 5 1,-2 0 166,5 0-204,-1-5 1,5-2-257,6-5 137,6-5 0,8-8 87,4-8 1,7-4 31,2-4 1,4-10-189,4-11 0,-6-6-328,2-11 1,-9 4-1398,-4-4 1313,-4-2 243,-13 11 1,-2-8-713,-5 8 573,-11 2 115,-3 1 1,-10 7-131,-1 2 0,-6 9 131,-2 8 0,-3 9-18,-1 7 0,6 6 204,2 7 0,8 4 297,4 0 0,5 0-286,4-4 0,-2 0 0,6 2 0,1 3 0,2 4 0,1-1 0</inkml:trace>
  <inkml:trace contextRef="#ctx0" brushRef="#br0" timeOffset="19">7778 6375 7569,'-12'-7'550,"5"1"-52,2 6 309,5-5-351,0 4-44,0-5-176,0 6 0,1 0 0,3 0 0,3 0-66,5 0 0,1 0-95,-1 0 0,2 0-455,3 0 231,-4 0 154,11 0 1,-6 0-1333,2 0 636,-2 0 361,-5 0-1294,-1 0 1624,1 0 0,-1 6 0,0 0 0</inkml:trace>
  <inkml:trace contextRef="#ctx0" brushRef="#br0" timeOffset="20">7766 6524 7569,'-12'0'0,"5"1"1001,3 3 1228,2-2-1765,2 3 0,2-5 279,2 0 1,8 0-469,9 0 1,2-1-382,2-3 0,5 1-341,3-6 0,2 7-618,-2-2 0,1-2 651,-5 2 414,6 0 0,-3-2 0,5-1 0</inkml:trace>
  <inkml:trace contextRef="#ctx0" brushRef="#br0" timeOffset="21">9106 6189 7569,'0'-20'34,"4"-2"0,0 6 276,-1 1-161,-2 1 0,-5 6 29,0-1-118,-6 7 16,3-9 0,-10 9-26,-4-2-50,3 3 168,-5 6-185,3 2 128,-5 6 1,2 0 110,2 4-78,3-3-38,6 4 0,0-5 8,-1 4 1,6-3-6,3 2 0,4-6-35,4-2-182,9 0 190,0-1 0,11 3-123,-3-6-35,8 6 142,-3-9 0,8 10-219,-5-3 78,0 3-1,-4 2-188,0-1 164,-6 1 0,2 3 58,-9 1 1,2-1 14,-10-3 0,0 0-129,-4 4 298,-11-3-86,3 4 0,-17-6 205,0 0-119,-5 1-66,-2-1 1,-6-4 101,4 1-136,-4-6-232,12 2-225,-5-5 270,7 0 1,4-1 127,4-3 0,6-3 56,2-6 1,5 1-1056,-1-1-6,8 1 459,8 0 563,2-1 0,11-1 0,-6 1 0,-1-3 0,3 1 0,1-1 0</inkml:trace>
  <inkml:trace contextRef="#ctx0" brushRef="#br0" timeOffset="22">9031 5928 7569,'0'-12'356,"0"5"0,0 3 203,0 8 163,0 3-416,0 16 0,-1 6 12,-3 17 1,3 5-174,-4 11 1,3-27-1,-1 0-213,1 0 1,0 0 0,-1 3 0,2 0 262,1 32 0,0-2-512,0-2 0,5-4-441,3-4 0,8-4 758,0-9 0,6 3 0,-3-4 0</inkml:trace>
  <inkml:trace contextRef="#ctx0" brushRef="#br0" timeOffset="23">9615 6065 7569,'0'-9'708,"0"1"-317,0 5 29,0-2 32,0 5-144,0 0-114,0 5 1,0 8-1,0 8 0,-2 2 12,-2 2 1,3 5-24,-4 3 1,0-1-107,1 1 0,0-4-133,4 4 0,0-6-560,0 2 0,0-2-252,0-3 0,0 1-671,0 0 1539,0-11 0,0 2 0,0-9 0</inkml:trace>
  <inkml:trace contextRef="#ctx0" brushRef="#br0" timeOffset="24">9801 6201 7569,'0'-12'0,"-5"4"0,1-1 0,0 5 49,4-4 1,0 4 106,0-5 0,2 3 172,2-3 1,3 4 49,5 5 1,0 0-264,1 0 2,-1 0 0,1 11-236,5-3 84,-5 15 1,5-3 144,-5 5 1,-5 1-13,0 3 1,-5-2-48,1 6 0,-3-5-134,-1 1 1,-5-3-444,-3-1 215,-3-6 195,-7-6 1,4-2 412,-3-3-118,-2-3 1,5 6 264,-4-9-261,6 3 1,4-5 45,-1 0-29,7 0 136,-4 0 11,17 0 0,3-4-274,11 0-603,0 0 404,-1 4 1,1-2-805,0-2 462,0 3 71,5-10 1,-4 10-782,3-4 766,-2-1 186,-8 4 0,3-9-240,-6 3 466,6-3 0,-8-2 0,4 1 0</inkml:trace>
  <inkml:trace contextRef="#ctx0" brushRef="#br0" timeOffset="25">10222 6338 7569,'-6'0'1246,"-4"5"-1006,6 3 0,0 3-34,4 2 1,6-1 48,7 1 1,1-5 130,6 0 0,7-5-389,6 1 0,7-8-22,1-4-212,6-9 205,-9-2 1,0-2 131,-9 0 0,-10 2-19,-7-1 0,-5-3-73,-7 7 1,-11 1-105,-5 6 1,-16 0-45,-5 5 0,-9 0 1,1 4 0,1 5-277,-2 3-410,6 3 605,3 2-1276,1-1 478,15 1 1019,-8 5 0,13-3 0,-3 3 0,2-2 0,-2-1 0,-3 2 0</inkml:trace>
  <inkml:trace contextRef="#ctx0" brushRef="#br0" timeOffset="26">3188 7429 7640,'-12'0'919,"-1"0"-767,1 0 0,1 1 98,3 4 340,2-4-597,6 10 1,0-4 221,0 5-244,0 1 29,0-1 1,2 2-4,2 2 81,-3-2 0,11 8 11,1-5 1,-1 3-37,5-3 0,-2 5-8,1-1 1,0-2 3,4 2 1,0-1-59,0 5 1,-2-6-105,-5-2 0,-2 1 316,-3-2-169,3 1-8,-10-5 0,3 1 279,-8-1-172,-3 0 0,-6 1-79,-4-1-3,-2 1 0,-6-2 34,0-3 0,0-3 37,1-5 0,-1 0-553,0 0-400,0-5 1,6-7 93,2-9-805,4-8 1542,0-8 0,6-13 0,2-6 0</inkml:trace>
  <inkml:trace contextRef="#ctx0" brushRef="#br0" timeOffset="27">3188 7379 8190,'-5'7'853,"3"-1"0,-2-6-743,8 0 1,3 0-447,6 0 1,0 0-64,4 0 0,2 0-50,6 0 0,0 0 153,0 0 0,4-4-32,0 0 1,-1-6 143,-3 2 1,-4 1 70,0-2 0,-6 3 113,1-3 0,-2-2 0,-3 9 160,-3-7 12,-2 6 0,-7-2 228,-4 5 0,-1 4-127,-7 0 1,5 6 36,0-2 0,5-1-19,-1 1-173,2 1 1,2 3 48,0 0 0,2-5 33,2-3 1,3-2-370,5-2 0,1-2-12,-1-2 0,4-3 60,1-5 1,-5-2 19,-3-2 1,-2 1-10,1-6 0,-3 2 80,-5-2 1,0-1-10,0 5 0,-7-5 21,-5 2 1,0 0-7,-5 0 0,3 4-131,2 0 328,0 2-12,5 7 20,-4-4 20,9 4-199,-3 0 14,5 2 0,1 1 4,3 0 1,5-5 6,7 5 1,-2-1 24,2 1 1,0 2 11,0-2 1,-2 3 98,2 1 153,-7 5-180,2 2 0,-6 11 507,3 3-320,-2 2-115,-6 7-336,0 8 328,0 0 0,-6 16-48,-2 0 1,-3 6-69,-1 7 1,6-33 0,-1 2 14,1 3 0,0 0 1,0-3-1,0-1 41,-1 0 0,1 0 0,-5 34-655,3-3 0,2-7-137,6-9 0,0-12-290,0-9 479,0-2 262,0-8 1,6-3-94,2-7 1,3 0-118,2-5 0,-1-5-611,0-7 1022,6-9 0,-4-8 0,4-6 0</inkml:trace>
  <inkml:trace contextRef="#ctx0" brushRef="#br0" timeOffset="28">3771 7751 7586,'-5'13'292,"2"3"-109,-5 1 1,4 1 22,-5-2 1,7-2 123,-3 3 1,4 1 9,1-2 1,4-3-269,0-5 0,7-1 6,2 1 1,1-3-46,6-5 0,-3-1 104,3-3 0,-3-4-101,4-9 1,-6 2 70,1-6 1,-3 1-10,-5-5 0,-2-1-491,-6-3 0,0 1-60,0-5 1,-6 7 172,-2 1 1,-9 7 49,-3 10 1,0 2-19,0 6 1,-1 11 89,-4 6 0,0 11-252,0 5 410,6 2 0,-4 8 0,3 1 0</inkml:trace>
  <inkml:trace contextRef="#ctx0" brushRef="#br0" timeOffset="29">4640 7764 7569,'0'-13'18,"-4"5"-19,-1 0 1,1 4-231,4-4-29,0 5 831,0-3-19,0 6-356,0 0 0,0 6-28,0 2 1,4 4-158,1 5 1,0-3-94,-1 2 1,-1-3 94,5-5 1,0 2-71,5-6 1,-1-1 104,1-8 1,3 1-56,1-8 1,-1 1-155,-3-10 0,-1 0 85,1-3 1,-5 0-101,0 4 137,-5-9 10,2 8-140,1-9 72,-5 5 0,3 0 33,-8 0 1,2 0-2,-7 1 0,6 4 8,-1 4 0,3 6-90,1 2 287,-6 5 248,5 9-250,-4 7 0,5 15 394,0 5-288,0 6-1122,5 10 1305,2 12-291,5 2 1,-5-23 0,-1 2-80,0 1 0,0 0 0,1 3 0,0-1-11,1 3 1,1-1-1,-3-1 1,1-2-51,1-4 0,1-1 0,-2-3 0,0-1 193,5 23 0,-1-6-112,-3-10 1,-2-6 364,-6-12 1,-3 0 712,-5-3-563,0-9 872,-16-1-1417,5-10 33,-12 5 0,5-12 235,-3-2 1,-1-14-343,1-7 0,-3-11 180,8-5 0,3-9-212,13-4 0,2-3-1124,6-1-2401,11 0 2786,3 6 1,11 2-1110,0 9 296,5 2 1611,2 11 0,6 2 0,4 5 0,3 3 0,3 6 0,2 4 0</inkml:trace>
  <inkml:trace contextRef="#ctx0" brushRef="#br0" timeOffset="30">5756 7615 7569,'-18'-5'0,"5"-1"-2,-4-2 1,9-3 184,-3 4 313,4-6 37,0 1-330,-4 0 0,4 1-50,-5 2 0,3 4 42,1 5 0,-4 0-1,-5 0 1,1 1-260,3 3 1,-3 5 11,-1 7 0,1 2 24,3 3 1,1 1 110,-1-6-234,6 1 124,2 1 0,5-3 24,0 6 1,7-5 14,5 5 1,2-6 42,7 1 0,1 0 4,7 0 0,-3-2-99,3 3 9,-3-4 52,-1 0 1,-2-1 45,-2 0-45,-3-5 33,-11 4 1,2-4 195,-4 6-201,-1-6-38,-10 4 0,-6-4 15,-9 5 1,-4 2 24,-4 2 1,-1-3 4,-3-1 1,-3-1-351,3-7-641,3 6 621,-1-9 0,11 5-951,-1-6 611,6 0 259,2-11 395,8 2 0,-1-20 0,-1 3 0</inkml:trace>
  <inkml:trace contextRef="#ctx0" brushRef="#br0" timeOffset="31">5645 7243 7569,'0'-19'892,"0"1"-629,0 5-185,0 6 0,0 3 3,0 8 0,0 10 0,0 11 0,0 11 577,0 9 0,0 13-213,0 4 1,0 7-720,0-3 0,2-30 1,1 0 284,1-1 0,0 0 0,7 33 179,2-2 0,5-4-912,2-4 0,2-3 722,-1-5 0,8-6 0,-3-2 0</inkml:trace>
  <inkml:trace contextRef="#ctx0" brushRef="#br0" timeOffset="32">6128 7479 7569,'-11'-9'0,"3"1"0,3 5 1108,5-2-451,0 10-360,0 8 0,0 6-92,0 6-175,0 5 108,0 2 0,1 4-913,3-3 398,3 3 102,0-10 0,4 8-500,-3-5 775,3 0 0,7 1 0,1 2 0</inkml:trace>
  <inkml:trace contextRef="#ctx0" brushRef="#br0" timeOffset="33">6302 7516 7569,'-5'-13'451,"-2"7"-280,0-5-70,1 9 1,8-3 192,2 5 0,7 1-144,5 3 1,6 4-37,-1 9 0,1-2-10,-1 6 0,1 1 0,-6 7 0,5-2-231,-4 6 1,-5-1-103,-4 1 1,-5-3 61,1-5 0,-2-4 134,-2 0 1,-6-6 195,-2 1 1,-3-7-130,-2-5 1,-3-3 1,-1-1 1,-3 0-42,3 0 0,1-1 30,3-3 0,5-2 329,0-2 1,5 1 516,-1 3-799,2 2 1,9-3-42,6 5 1,0 0-149,8 0 0,0 0 38,4 0 1,-1 4-160,1 0 0,4 0 162,0-4 0,1 0 103,-1 0-27,-2 0 0,8-5 0,-3-2 0</inkml:trace>
  <inkml:trace contextRef="#ctx0" brushRef="#br0" timeOffset="34">6798 7541 7569,'-7'5'0,"-2"-2"0,5 5 27,-6 6 0,9 1 0,-3 6 1,-2-1 751,2 5 1,0 1-246,4 3 0,1-4-467,3 0-37,3-6 31,6-6 1,3-2 133,1-3 0,3-3-151,-3-5 1,4-6-228,-5-7 0,1 1 172,-5-5 0,-1-2 39,-3-2 0,2-2-446,-6-2 0,-1-1 11,-7-3 1,-3 3 64,-6-3 0,0 3 106,-4 1 0,3 6 99,-2 2 1,-2 9 81,1 4 1,1 2 153,3 2 1,5 7-192,0 6 1,5-1-141,-1 4 28,3-2 1,2-1-186,3-1 0,4-4 389,9 1 0,-3-7 0,9 9 0,-4-4 0</inkml:trace>
  <inkml:trace contextRef="#ctx0" brushRef="#br0" timeOffset="35">6972 7565 7569,'7'6'448,"-3"2"-200,-3 9 1,-1-2 294,0 6 0,0-1-203,0 5 1,2 0-115,2 0 1,1-2-19,4-2 0,3-3-12,1-6 0,4-5-1,8-3 0,0-4 0,0-4 0,4-8-165,0-9 0,-2-7-73,-6-1 1,-3-1-182,-6 1 0,-5 2 135,-3-6 0,-4 5 94,-4-1 1,-8 3-194,-9 1 1,-4 7-324,-4 6 1,-2 1 212,-7 7 1,3 6-63,2 11 1,-2 5-483,6 6 1,4-3 841,5 0 0,5-1 0,-3 5 0</inkml:trace>
  <inkml:trace contextRef="#ctx0" brushRef="#br0" timeOffset="36">7915 7565 8360,'1'-6'1417,"3"1"0,-1 4-1030,5 1 0,-3 0-188,3 0 1,0 0-28,5 0 1,-1 0-153,0 0 25,6 0 23,2 0 0,4 0 127,1 0 0,-1 0-500,-4 0 1,4 0-722,-4 0 0,-2 4 274,-1 0 1,-3 6 751,-2-2 0,0 3 0,1 2 0</inkml:trace>
  <inkml:trace contextRef="#ctx0" brushRef="#br0" timeOffset="37">8064 7739 7569,'-13'6'0,"2"-4"1435,3 7-407,3-7-624,5 4 0,2-6-35,7 0 1,6 0-513,14 0 0,2-4 133,7 0 0,0-6 156,4 2 1,-2-3-147,5-2 0,6-5 0,6-1 0</inkml:trace>
  <inkml:trace contextRef="#ctx0" brushRef="#br0" timeOffset="38">9267 7441 7569,'-5'-24'0,"2"3"0,-5 0 0,-1 6 335,-3-1 0,0-2 499,-1 1 0,-3 5-581,-1 3 1,-4 7-285,5-2 1,-5 4 98,5 4 1,-5 4-53,4 8 1,1 0 344,3 4-70,1 1-200,5-2 1,-3 5 7,6-4 1,2 2-94,6-1 1,4-2-109,9-2 1,-2-3 92,5 2 0,1-2-61,4-2 0,4-1 33,0-2 1,-2 2-119,-6-3 0,-3 3-58,-6 1 52,1 1 138,-1-1 1,-5 1-24,-3-1 0,-8-4 48,-4 1 1,-5-1 99,-3 4 0,-3-3-91,-6-1 1,-4-5 11,0 1 1,-4-3-21,4-1 0,0 0 19,4 0 0,6-1-1526,2-3 671,3-9 518,2-6 1,5-3-179,3-3 493,8-3 0,9-9 0,6 0 0</inkml:trace>
  <inkml:trace contextRef="#ctx0" brushRef="#br0" timeOffset="39">9168 7131 7569,'7'-12'1600,"-7"5"-1161,-2 2 0,-7 10 37,5 3 1,-1 5-23,5 3 1,0 9-131,0 8 0,0 8-171,0 5 1,0 8-24,0 4 1,2-2-206,2 2 0,-3-3-52,4-1 0,-3 0-437,2-9 0,3 2-25,6-2 1,0-6-1588,4-6 2176,-3-5 0,9 2 0,-3-5 0</inkml:trace>
  <inkml:trace contextRef="#ctx0" brushRef="#br0" timeOffset="40">9813 7156 7569,'-7'0'0,"0"0"247,3 0 0,1 3 372,-5 5 1,0 3-63,-5 14 0,1 8 197,0 13 1,-1 3-114,1 5-1561,-1 2 1083,6 1 1,2-2-63,5-5 0,3-6-76,5-3 0,2-9-198,10-7 0,2-6 66,7-7 0,-1-5-193,5-3 1,-1-13-123,1-8 1,-4-5 178,-9-3 1,-2-1-85,-5-3 50,-6 3 217,-2-4 1,-8 2 552,-5 3 1,-2 2-627,-10 6 1,-2 9 29,-7 0 1,3 6 267,-3 7 1,2 3 393,3 8 0,4 4-587,4 4 0,3-4-352,5-4 1,3 2-993,5-1 662,0-1 305,5-3 405,2-1 0,11 0 0,1 1 0</inkml:trace>
  <inkml:trace contextRef="#ctx0" brushRef="#br0" timeOffset="41">10210 7441 7569,'-8'13'2002,"-1"-1"-1296,7 6 1,-4 1 127,6 6-549,0 0 0,0-2-109,0-2 0,7 0-42,5-9 0,6 2 43,7-10 1,1-3-81,3-9 1,3-1-180,5-12 87,-5-5 66,-2 0 1,-6-6-153,-4 3 1,-3 1 39,-9-5 0,-4 6 115,-8-2 0,-10 3 35,-10 1 1,-7 7 115,-6 5 0,-1 7-286,-4 6 0,-2 11-163,-6 5 0,10 10-839,3 3 0,4 6 530,0-2 1,10-3 532,10-1 0,1-3 0,5-1 0</inkml:trace>
  <inkml:trace contextRef="#ctx0" brushRef="#br0" timeOffset="42">2258 8942 7574,'-13'0'605,"1"0"-309,5-5 1,3-2-8,8-6 1,7 1 1,6-1 1,6 0-137,2-4 1,1 3-43,7-2 1,0 6-65,4 2 1,1 5-58,-1-1 0,-4 3-216,0 1 0,-5 1-2,1 3 0,-7-1-247,-2 5 0,-5 0 293,2 5 0,-3 1 180,-2 2 0,1 3 0,-1 6 0</inkml:trace>
  <inkml:trace contextRef="#ctx0" brushRef="#br0" timeOffset="43">2642 8917 7569,'0'-7'81,"0"2"40,0 21 1,-4 1-172,0 16 1,-4 0 57,4 4 0,-2 2-1,2 2 0,3-1 0,-4 6 1,4-8 4,1-1-12,0-5 0,6-7 0,0 0 0</inkml:trace>
  <inkml:trace contextRef="#ctx0" brushRef="#br0" timeOffset="44">2952 8620 7569,'0'-13'384,"0"6"-146,0 7 0,-4 14 6,0 11 1,-4 5 98,4 7 0,-4 10-160,3 3 1,1 6-70,4-2 0,0-1-123,0-8 1,0-2 98,0-6 1,6-7-55,2-5 0,-1-3 99,1-10 0,-4 2-152,5-10 0,-5 1 36,4-5 1,-4-2 37,4-2 1,-5-4 11,1-9 0,3-2-141,1-6 1,-2 0-202,-2 1 0,2 3 136,-2 0 0,1 10-176,-1-1 294,-2 8 0,3 1 14,-5 11 0,2 10 194,2 11 1,-3 11-213,5-12 0,-5 11-6,3-10 0,3 0 84,6-4 0,3-6 81,1-2 0,1-5-36,-2-3 1,2-5 1,3-8 0,2-5-94,-2-7 1,1-9-105,-1-8 1,1-4-273,-6-5 1,1-2 167,-5-5 1,-5 0 129,-3 4 0,-4 5-59,-4 11 1,1 6-323,-5 10 361,-6 6 89,0 7 1,-4 18 166,6 11 0,0 6-157,-1 2 0,6 4 110,3 1 0,4-5-634,4-4 196,3-6 182,11 4 1,3-8 164,8-2-28,2-3 0,12-6 0,1 1 0</inkml:trace>
  <inkml:trace contextRef="#ctx0" brushRef="#br0" timeOffset="45">4019 8967 7569,'0'-13'315,"0"7"-120,0-5 0,2 9 292,2-2-303,-3 8-1,5 3 0,-5 12 114,3 6 0,-2 7-152,2 9 1,-4-1-65,-4 6 0,2-2 19,-2 1 0,-1-2-154,1-6 1,-1-7 25,5-5 1,2-5 62,2-8 33,-3-5 36,10-2-76,-9-5 1,9-7-17,-3-5 1,-1-7-43,1-10 1,0-3-13,5-5 0,-5-3 6,0 3 0,-1-6-159,2 10 0,-3-3 65,-1 11 134,-4 3-34,4 10 82,-5 0-71,6 5 56,-5 7 1,5 12 149,-6 9 0,0 8-106,0 4 1,0 3 70,0 1 1,5-1-74,4-3 1,2-3-2,1-5 1,0-2-4,1-2 1,3-7-14,1-6 1,5-5 10,-1 1-5,-3-3-48,5-6 1,-4-4 9,6-7 1,-1-3-81,-4-6 0,2-1-148,-5-3 0,-5 1 52,-3-5 1,-7 0-152,2-4 0,-4-2-51,-4-2 108,-3 8 171,-5-3 0,0 17 132,-1 2-152,-5 3 51,4 7 1,-5 5 113,3 10 0,0 7-41,-4 14 0,5 4 131,-2 8 1,5-1-75,3 6 0,4-2-32,5 1 0,5 2-54,4-5 17,7-7 6,-2-4 1,9-8 11,-2-2-13,8-3 25,-3-11 1,5-2 77,-7-5 1,3-11-128,2-5 1,-7-8 0,2-5 1,-3-2-33,0-7 0,-3 1-120,-6 0 0,-1 0 129,-3 0 1,2 2-89,-6 6 0,0 2 124,-4 10-27,0 1 39,0 3 0,-1 6 126,-3 3 0,-3 10-116,-6 6 1,1 10 110,0 7 0,-1 8-52,1-4 0,5 10 51,3-6 1,2 3-18,2-3-53,0-5-17,6-2 0,1-6-99,5-4 109,1-2-45,-6-5 0,4-6-56,-3-3 0,3-3 41,1-1 0,1-5-83,-1-4 1,-4-7-7,1-5 1,-5-2-160,4-2 1,-5-1 160,1-3 0,1 3 25,0-3 0,-1 3-459,-4 1 222,0 5 135,5 8 59,-3 1 55,3 10 1,-5-3 141,0 8 1,-4 8-72,0 9 1,0 2 86,4 2 1,1 0-37,3 0 1,-1-2-72,5-2 0,6-2 27,7-3-24,-3-7 45,5 7 0,-4-14 65,6 2 0,0-3-64,0-1 0,-4-9 70,-1-4 0,-3-8-94,3 1 0,-4-1 4,0-4 0,-6 3-51,-2-7 0,-5-2-118,1-2 1,-3-3-204,-1-1 200,-5 5-8,-2 2 0,-1 10 51,-1 4 1,-3 3-54,-5 5 0,-1 4-119,2 8 0,2 7-92,-2 6 1,2 5-216,1-2 1,7 0 564,1 0 0,-1 1 0,-1 4 0</inkml:trace>
  <inkml:trace contextRef="#ctx0" brushRef="#br0" timeOffset="46">5347 9327 7324,'7'-13'-246,"0"2"863,-3 3-217,3 2-104,0 6 0,4 2 15,-3 2 0,3 6-128,1 10 1,1 6 11,-1 12 0,0 4-19,1 4 1,-2-2-13,-3 1 1,2-1-271,-6 2 0,1-1 142,0-7 0,-4-8-75,3-9-28,-2-12 343,-2 8 321,0-16-586,0-23 0,0-3-79,0-24 1,0-2 38,0-3 0,0-7-461,0-1 1,-5-4 112,3 31 1,0 0-268,0-2 1,0 1 507,2-33 0,0 1-105,0 6 91,0 11 101,0 14 0,6 12-28,2 9 1,-1 8-8,1 3 1,0 7 161,5 6 0,-5 7-78,0 14 1,-4 7 117,5 5 1,-7 5-9,3-5 0,-4 3-69,-1-6 0,0 6 11,0-7 278,0-3-280,-6-3 0,0-8 487,-7-2 1,1-3-606,-1-6 1,-3-5-148,-1-3 0,1-3-54,3-1 1,5-5-260,0-3 0,5-9-492,-1-4 849,2-2 171,14-7 0,1 3 0,12-1 0,5 1 0,2 3 0</inkml:trace>
  <inkml:trace contextRef="#ctx0" brushRef="#br0" timeOffset="47">5756 9165 7569,'20'-4'-38,"-4"0"18,-2 1 961,-7 2-590,4 1 1,-10 1 12,3 3 1,-6 3-52,-3 6 1,-4 1-32,0 2 0,3 2-156,-3 3 0,5 2-76,-4-2 1,5-2 11,-1 2 1,3-6-216,1 1-119,0-2 266,5-1 1,2-8-77,5-5 1,1-11-15,-1-10 0,1-2-38,-1-2 0,0-4 65,1 0 0,3-4-77,1 4 0,0 0 132,-5 5 0,4 0 5,1 3 0,-2 8 124,-7 4 1,3 7-93,-2-3 1,-2 4 54,1 1 1,-4 6-88,4 2 1,-5 8 18,1 5 0,2 3 44,-2 0 0,1 1 43,-1 0 0,-1 0-69,6 0 0,-5-1-259,4 1 1,-4-6-758,4-2 720,-5-3 1,4-3-417,-3-3 241,-3-2 1,5-13-613,-6-6 1055,6 1 0,-5-17 0,4 3 0</inkml:trace>
  <inkml:trace contextRef="#ctx0" brushRef="#br0" timeOffset="48">6079 8855 7569,'-8'-1'476,"-1"-3"41,6 2 7,-2-3 26,-1 5-160,5 0-195,7 5 0,3-3-718,12 2 1,-5 1-2,5 0 1,0-1 523,4-4 0,5 11 0,2 2 0</inkml:trace>
  <inkml:trace contextRef="#ctx0" brushRef="#br0" timeOffset="49">6377 8855 7279,'0'-7'266,"0"2"0,-2 6 19,-2 3 1,-1 5 164,-4 7 1,2 3 17,3 6-239,3 6-92,-5-5 1,2 14 178,0-3-133,0 3 15,4-3 0,1-1 144,3-3 1,3 1-125,6-5 1,1-4 11,2-4 0,3-6-91,6 2 0,-3-5-11,3-4 0,-3-2 67,7-6 0,-3-2-1,-1-2 1,0-3-722,0-5 291,-1-6 28,-4-1 1,2-6-166,-6 0 1,1 0 89,-5 1 1,-5-5-179,-3 0 1,-4-4 153,-4 4 0,-3 0-85,-5 4 0,-1 6 557,1 2-112,-6 9-93,4 2 0,-8 17 316,6 6-196,-6 10 111,8 0 1,-4 8 257,6-1 0,5 0-255,3-1 0,4 1 33,4-5 1,3 0-196,5-4 1,6-6-318,3-2 0,2-5-1508,2-3 903,0 2 391,-1-10 499,1 5 0,6-6 0,0 0 0</inkml:trace>
  <inkml:trace contextRef="#ctx0" brushRef="#br0" timeOffset="50">7543 9227 10138,'5'-7'779,"2"2"-596,6 5 1,3 0-272,1 0 89,5 0-266,-3-6 1,2 5-365,-1-3 0,0 3 487,0 1 1,2 0 147,-5 0-6,-1 0 0,2 11 0,2 2 0</inkml:trace>
  <inkml:trace contextRef="#ctx0" brushRef="#br0" timeOffset="51">7592 9426 7569,'-12'7'1869,"5"-2"0,3-5-1640,8 0 1,3 0 108,5 0 1,8 0-449,4 0 0,3-1-569,6-3 0,4-3 51,4-6 1,6 1 627,-1 0 0,-4-1 0,1 1 0</inkml:trace>
  <inkml:trace contextRef="#ctx0" brushRef="#br0" timeOffset="52">8845 9054 7569,'7'-7'-876,"3"-4"943,-6 3 1,2 1 124,-2-2 0,-3 1 218,3-4 1,2-1 82,-2 1-354,0-1 0,-4 1 446,0 0-235,-6-1-200,0 1 1,-8 5-201,-3 3 0,-2 2 88,-6 2 0,-1 10-106,-3 3 0,3 7 145,-3 1-142,3 2 33,6 2 1,2-4 76,6-1 0,5-4-60,3 0 1,5-3-65,8-5 1,4 1 96,12-4 1,0-1 46,0-4 0,4 1 13,0 3 0,0-1 105,-4 5 1,-2 1-129,-2 3 1,-3-2 4,-6 2 1,-1-2 10,-3 6 0,-2-1 13,-6 2 1,-2 1 137,-2 2-149,-3 4-38,-11-10 1,1 8-76,-4-6 0,-3 1-78,4-5 0,-2 1-243,1-1 0,-1-1-33,5-3 0,1-2-858,3-6 952,7 0 1,0-3 299,6-5 0,6-12 0,0-11 0</inkml:trace>
  <inkml:trace contextRef="#ctx0" brushRef="#br0" timeOffset="53">8833 8719 7569,'-12'-13'166,"-1"1"141,1 0 0,3 5-158,1 3-12,5 2 1,-3 2 37,1 0 1,3 6 22,-7 2 1,7 4-52,-3 5 1,4 4 0,1 8 0,0 4 29,0 8 1,0 4 5,0 9 1,1 1-480,4 3 0,-3 4 145,7 0 1,-7-3-210,3 8 1,-3-7 19,2 6 1,-1-8-335,5-4 1,1-4 249,3-5 424,1-2 0,-4-7 0,1-1 0,2 0 0,2-1 0,3-1 0</inkml:trace>
  <inkml:trace contextRef="#ctx0" brushRef="#br0" timeOffset="54">9366 8954 7796,'-5'-6'1317,"4"0"-703,-5 1-292,6 3 0,0 4 90,0 10 1,-1 7-229,-4 10 0,4 3-42,-3 5 1,-2 0-76,2 1 0,0-5 69,4 0 1,0-2-773,0 2 0,4-2 17,0-6 0,6-5-1333,-2 1 1313,3-6 639,2 3 0,5-17 0,1-2 0</inkml:trace>
  <inkml:trace contextRef="#ctx0" brushRef="#br0" timeOffset="55">9540 8967 7400,'0'-13'181,"0"1"1,1 4 161,4 0 0,-3 5 214,7-1-473,-1 2 0,4 2 87,1 0 1,-1 6 15,1 2 0,-2 9-78,-3 3 1,1 9-101,-4 4 1,3-1-5,-4 1 0,0-1 81,-4 1 0,-4-3-199,0-5 0,-6-2 56,2-2 1,-3-3 118,-1-6 0,-1-1 113,1-2 256,-1-4-241,1-5 29,5-5 0,1-2-77,6-6 0,6 2-18,2 3 0,3-2-108,2 6 0,0 0-71,4 4 1,1 0-223,3 0 0,2 0-69,-2 0 0,2 0-263,2 0 1,0 0 98,0 0 1,-2 0-309,-2 0 0,1 0 118,-6 0 700,6-5 0,-2-8 0,4-6 0</inkml:trace>
  <inkml:trace contextRef="#ctx0" brushRef="#br0" timeOffset="56">9999 9091 7447,'-7'-12'64,"-4"-1"0,4 6 1208,-5 3-822,-1 3 1,1 6-152,0 3 1,-1 5-104,1 3 1,5 4-47,3 5 0,2-5-136,2 1 1,0-2 75,0 2 1,10 1-118,3-6 1,2 0 39,-3-8 0,5-1-159,-1-3 0,5-3 36,-5 3 1,1-8 57,-5-4 0,1-3-87,-1-1 1,-5-5 61,-3 0 0,2-5 35,-2 2 0,0-4-168,-4 0 0,-4-1-216,0 0 0,-5 4 253,5 1 1,-4 4 239,4 0-216,-6 2 252,9 2-20,-5 5-83,6 1 0,2 6-18,2 0 1,4 0 16,9 0 1,-4 0-9,4 0 1,-3 0 44,-2 0 1,1 6 66,-1 2 1,-1 7 27,-3 2 1,-1 5-92,-3-2 1,-2 4 220,2 1 1,1 0-21,-1-1 1,6-3 43,-2 0 1,3-10-48,2 1 1,1-8 85,2 0 0,-1-2-163,6-2 0,-2-10-43,2-2 1,-3-9-73,-6 0 0,-3 2 69,-1-2 1,-5 1-420,1-5 1,-10 1-10,-6 4 0,-2 2-199,-7 6 1,1 0 133,-5 4 0,-4 3-221,0 5 1,1 7 93,8 5 505,2 0 0,0 12 0,-1-5 0</inkml:trace>
  <inkml:trace contextRef="#ctx0" brushRef="#br0" timeOffset="57">10855 9079 7569,'-25'0'455,"1"0"1,4 0-95,4 0 1,2 0 676,1 0-402,7 0-269,0 0-149,23 0 0,-1 0-61,17 0 0,-2-6-122,6-2 0,-1-3 1,9-2 1,-4 5-161,5 0 0,-5 1-196,5-1 0,-10-2-420,1 6 0,-4-2 490,0 2 0,-8 3-33,-9-3 283,-2 2 0,-7 2 0,-1 0 0</inkml:trace>
  <inkml:trace contextRef="#ctx0" brushRef="#br0" timeOffset="58">11066 8806 8515,'0'18'470,"-4"1"-65,0 6 0,-2 6-171,2 7 1,1-1-133,-5 4 0,5-2-500,-1-2 1,4-1-86,4-3 1,5-1-304,7-4 1,3-5 785,6 1 0,6-7 0,0 1 0</inkml:trace>
  <inkml:trace contextRef="#ctx0" brushRef="#br0" timeOffset="59">11835 8868 7569,'0'-20'1078,"0"2"-1010,-5 12-69,3-5 0,-9 9 324,3-2 1,-3 3-27,-1 1 0,-5 5 77,0 3 1,0 3-159,0 2 0,3 1-79,-2 2 1,6-2-24,2 3 1,1 0 7,-1 0 0,2 4-180,6-5 0,0 5-3,0-5 1,1 5-103,4-4 1,2-1 42,5-3 0,2-1-38,2 0 0,2 1 91,3-1 0,-2 1 9,-2-1 0,-4-4-46,4 0 0,-7-1 22,-2 2 0,-5-2 164,1-3 0,-4-3 11,-4 3 1,-5 2 64,-7-2 1,-3 0-64,-6-4 1,0 0-160,0 0 0,-4 0-76,0 0 0,4 0-247,5 0 0,5 0 240,-2 0 0,7-4 95,2 0 0,5-6-839,-1 2 0,8 1-323,5-1 1214,2-1 0,7-9 0,1-1 0</inkml:trace>
  <inkml:trace contextRef="#ctx0" brushRef="#br0" timeOffset="60">11748 8768 7569,'0'-24'0,"-4"0"120,0 4 17,0 2 1,0 9 350,0 1-146,0 5 1,4-1-160,0 8 1,0 9 11,0 7 0,0 8 204,0 1 1,0 11-63,0 1 1,0 6-274,0 3 1,0-2-172,0-3 1,0 2-309,0-5 0,0-1-40,0-4 0,1-1-1325,3-3 1780,-3-3 0,10 1 0,-4 0 0</inkml:trace>
  <inkml:trace contextRef="#ctx0" brushRef="#br0" timeOffset="61">12220 8620 7569,'-13'-7'714,"1"3"0,0 9-272,-1 8 0,-1 7 234,-2 13 0,-6 6-332,-3 10 0,-3 5-314,8 0 0,2 2 353,1-6 1,9 1-97,4-10 1,2-3-387,2-5 1,3-6 125,6 2 1,-1-8 122,8-5 1,4-3-391,0-5 0,2-4-640,-1-8 0,2-4 568,-2-9 0,-3-2 162,-1-6 1,-5 2-221,-4 2 395,-2-2-78,-6 9 0,-7-3 320,-6 9 1,-4 3-75,-8 5 1,0 1 57,0 3 0,0 7-299,1 6 1,0 3-262,3-3 1,8 3 235,4-3 0,7 0 114,-3-5 0,4 0-1115,1 1 1,11-6 1073,6-3 0,5-3 0,3-1 0</inkml:trace>
  <inkml:trace contextRef="#ctx0" brushRef="#br0" timeOffset="62">12356 9029 7569,'7'5'760,"-3"4"-328,-2 2-77,-2 1 0,-4 6 254,-1 3 0,1-2-329,4 2 1,6-6-142,2 1 0,7 1 44,2-5 1,5 2 11,-2-10 0,9-1-142,5-7 0,1-9-17,3-7 0,-3-4-72,-2 0 0,-2-5-9,-6 0 0,-6-2-36,-3 2 1,-7 3 30,-5-3 1,-10 4-62,-6 5 0,-11 2 137,-11 5 1,-3 8-19,-4 5 1,-3 7-777,-6 9 0,-1 9-2176,-3 8 2944,3 3 0,3 11 0,11 3 0,9 1 0,10 0 0,7-2 0</inkml:trace>
  <inkml:trace contextRef="#ctx0" brushRef="#br0" timeOffset="63">7568 10418 8009,'0'-8'1658,"0"-1"-1419,0 7 1,1-4 203,3 6 0,-1 0-129,5 0 0,-2 0-222,6 0 137,-2-5-45,13 3-401,-4-3 204,6 5 1,4-2 157,0-2 0,1 3 50,-1-3 0,-2-2-602,1 2 0,-1 0-855,-3 4 0,-3 0-593,0 0 1855,-12 0 0,3 5 0,-12 2 0</inkml:trace>
  <inkml:trace contextRef="#ctx0" brushRef="#br0" timeOffset="64">7654 10616 7569,'-12'13'1565,"5"-6"-1150,2 4 1,6-9 51,3 7 0,4-6-203,9 1-185,2-3 1,11-1-259,4 0 0,3-1-469,4-3 1,2 1 647,2-6 0,4-4 0,-5-7 0</inkml:trace>
  <inkml:trace contextRef="#ctx0" brushRef="#br0" timeOffset="65">8969 10294 7569,'0'-12'27,"-4"-1"135,0 1 1,-4-1 487,4 1-291,0 0-134,-2-1 1,3 2 412,-5 3-228,0-3-45,-5 9-467,1-3 133,0 5 0,-2 5 33,-3 4 0,2 6-107,-6 1 1,2 2 132,-2-1 0,3 1-62,6 2 1,1 2-58,3-5-5,2 0 7,6-5 1,0 0-75,0 1-37,6-1 151,1 1 1,11-2-4,2-3 1,4 3 19,1-3 144,-1 3-151,7 2 1,-5-1 5,3 0 0,-7-1 2,-1-2 1,-8 2-156,0-3 147,-1 3-5,-10-4 1,3 4-78,-5-3 85,-5 3-5,-8 2-94,-6-1 0,-7-4 0,-2 1 37,-1 0-424,-5 2 303,2-4 1,0-1-88,3-6 1,4 0-101,5 0 0,2-10-526,5-2 1,7-10 869,1-3 0,4-6 0,1-6 0</inkml:trace>
  <inkml:trace contextRef="#ctx0" brushRef="#br0" timeOffset="66">8845 9984 7569,'-11'-8'594,"3"-1"1,1 7 83,3-3-407,3 4 1,-5 8-32,6 5 0,0 12-45,0 9 0,0 5 102,0 8 0,0 1 182,0 11 0,2-6-497,2 2 0,3 0-85,5-5 1,4 2-692,1-10 1,5 5-44,-1-5 0,4-1 837,4-7 0,-3-2 0,4-7 0</inkml:trace>
  <inkml:trace contextRef="#ctx0" brushRef="#br0" timeOffset="67">9552 10232 9103,'7'12'1451,"0"6"-1150,-3 3 1,2 6-108,2 2 0,2 6-60,-6-2 0,1 1 9,0-1 0,-3 2-861,7-6 1,-5 0 404,4-4 1,-4-5-1480,4 1 1792,-5-11 0,8 6 0,-4-9 0</inkml:trace>
  <inkml:trace contextRef="#ctx0" brushRef="#br0" timeOffset="68">9801 10232 7569,'-13'0'0,"1"-6"585,-1 5 914,1-4-1129,5 5-187,2 0 1,6 0-127,3 0 1,3 4 43,5 0 1,2 5-63,3 0 1,2 2 145,6 1 0,0 2-74,-1 2 0,1 0-334,0 4 1,-1 1-56,-4 4 0,-2-2 175,-5-2 0,-2 2 116,-3-2 1,-3-3-261,-5-2 1,-1 2 44,-3-1 0,-3-5 99,-5-3 0,-6-5 32,-3 4 1,2-5 2,-2 1 1,4 1 270,-3-1 449,5 1 442,-3-5-540,11 0-350,1 5 1,13-4-109,6 4 0,4-4-158,8-1 0,6-4 201,2 0-1298,3-6 806,-5 9 1,5-10 210,-3 2 0,-1 3-12,1-3 154,-6 1 0,9-4 0,-4-1 0</inkml:trace>
  <inkml:trace contextRef="#ctx0" brushRef="#br0" timeOffset="69">10384 10257 7569,'0'-13'476,"0"1"0,0 4-333,0-1 0,-2 7-104,-2-2 1,1 2 340,-5 2 0,1 11 512,-1 6 0,-3 6-443,3 6 1,-3 4-153,-2 8 1,5-2 6,0 2 0,5-2-259,-1-2 1,2-1-173,2-3 0,10-3 230,3-5 0,3-1 80,1-4 1,-2-6-363,5-6 1,-3-5-569,4 1 0,-6-8 114,1-4 325,-7-3 160,2-7 0,-10 3-156,3-6 1,-5 2 218,-7-2 0,-2 3 180,-11 6 0,1 5-165,-5 3 0,0 4 3,0 4 1,6-1 12,2 5 1,3 0 115,2 5 1,5-1-1118,3 0 488,3 1 341,1-6 1,7 2 225,5-5 0,6 1 0,7-5 0</inkml:trace>
  <inkml:trace contextRef="#ctx0" brushRef="#br0" timeOffset="70">10756 10418 9358,'-2'14'206,"-2"2"1,3-1 135,-3 6 1,2-4 531,2 3 0,2-5-445,2 2 0,3-3-188,5-2 0,6-1-163,3-3 1,4-3-17,4-10 0,1-1-75,3-7 1,2-6 179,-7-6 0,-4 3 16,-8-7 1,-3 10-95,-5-6 1,-2 4-199,-6 1 0,-9 2 348,-7 5 1,-3 2-29,-10 3 1,-6 3-429,2 5 0,-4 1 163,8 3 0,-4 4 139,4 9 1,5-3-568,8 2 0,2-1 482,2 2 0,-1-3 0,1 4 0</inkml:trace>
  <inkml:trace contextRef="#ctx0" brushRef="#br0" timeOffset="71">2059 11956 7569,'-12'0'309,"5"0"-160,-4 0 0,8 0 551,-5 0-147,5 0-163,-8 0-119,10-6-238,-5 5 1,13-10 65,5 3 0,6-7-76,7-2 0,7-5-76,5 1 1,2-6 80,6-2 1,1 1-232,3 8 1,-3-3-16,-1 7 0,-3-5 203,3 5 0,-6-1-288,-2 5 0,-1 5-460,-7 3 1,0-2 762,-4 2 0,-1 6 0,1 4 0</inkml:trace>
  <inkml:trace contextRef="#ctx0" brushRef="#br0" timeOffset="72">2493 11795 7628,'5'-13'89,"-1"1"1,4 4-90,-4-1 0,2 7 563,-2-3-306,-3 4 1,5 7-73,-6 2 0,4 8-55,0 5 0,0 8-256,-4 4 1,0 3 80,0 1 1,0 0-100,0 0 1,0 3 70,0-2 0,0 0 114,0-9 0,4-1-267,0-8 1,6 2-970,-2-5 854,3-6 0,6-5 341,-1-6 0,6-12 0,-2-1 0</inkml:trace>
  <inkml:trace contextRef="#ctx0" brushRef="#br0" timeOffset="73">2928 11559 7569,'7'5'-459,"-1"4"401,-1 7 0,-4-1-7,3 6 0,-3 5 1419,-1 7-842,-5 9 1,2-4-220,-5 4 0,4 0-255,-4 0 0,5 2-181,-1-7 1,-2 2 108,2-10 0,-4-1-48,4-3 0,-1-10 48,5-2 1,0-8 100,0 4-63,0-7 1,0 3-4,0-10 1,0-6-52,0-5 0,2-2-93,2 1 0,-1 4 139,5-4 1,-4 5 9,4 3 135,-5-2-103,8 10 0,-5 1 74,2 8 0,2 7-49,-6 2 0,5 5 118,0-1 1,3-3-100,5-2 1,2-2-7,6-2 0,0-5-11,-1-3 0,5-5 14,0-7 0,4-2-150,-4-11 1,4-3 24,-4-5 0,-1-6-82,-7 2 0,-4-1 52,-4 1 1,-6-2-168,-3 6 0,-3 0 92,-1 4 0,-9 6-91,-4 3 0,-6 7 260,2 5 0,-9 10-73,1 6 0,-1 7 243,5 10 0,-2 3-83,2 5 0,3 0-136,2 1 0,8-3-132,4-1 1,4 0-194,4-5 0,8-1 33,9-8 0,8 1 323,4-9 0,8 3 0,3-8 0</inkml:trace>
  <inkml:trace contextRef="#ctx0" brushRef="#br0" timeOffset="74">3995 12030 7569,'4'-12'-44,"0"-1"0,5 1-36,0 0 1,-2 1 395,1 2 0,-4 0-7,4 5 0,-4-1-166,5 5 1,-5 0 41,4 0 1,-5 2 11,1 2 0,2 7-30,-2 6 0,0 9-11,-4-1 0,0 3-28,0 1 0,0-2-108,0 2 1,0-2-118,0 2 0,0-7 90,0 3 1,0-9-63,0 1 1,0-7 176,0-2 200,0-5-298,0 2-102,0-16 0,-4-3-2,0-10 0,-1-3-180,5-2 0,0 2 69,0-6 0,0 7 14,0 1 459,0 0-55,6 11-225,-5 2 0,5 8 60,-6 8 1,4 8 181,0 9 0,2 2-84,-2 2 1,1 0-52,4 0 0,2 0-110,-3-1 1,7-4 57,2-4 0,3-2-81,-3-2 0,5-5 74,-2-3 0,4-2-12,1-2 1,-5-7-12,1-6 1,0 0-20,4-8 1,-5 2-24,1-2 0,-6-4 13,2 0 1,-9 1-201,-4-5 1,2 1 71,-2-1 1,-4 3-66,-4-3 1,-6 7 96,2 1 1,-3 10 76,-2-1 1,1 8 28,-1 0 1,0 4 143,-4 4 1,3 4-50,-2 9 0,6 2 141,2 6 0,5-1-36,-1 1 0,3 1-36,1 3 1,1-2-180,3 2 1,3-3 58,5-1 0,2-2-5,3-2 1,-4-3-40,4-6 1,1-1-140,-2-3 1,2-2 86,-1-6 1,-3 0 13,2 0 0,-2-6-57,-2-2 0,-1-3 76,-2-1 1,0-6-107,-4-3 0,0-2 63,-1-2 1,-2 4 22,2 0 0,-3 6 81,-1-1 77,0 2 1,-1 3 4,-3 3 176,2 2-185,-3 6 0,5 7-73,0 5 0,0 2 70,0 7 1,0-5-42,0 5 0,1-2 13,3 2 0,3 1-63,5-5 1,-3-1-12,-1-3 0,0-2 31,5-3 0,-1-3-7,0-5 0,5 0-80,0 0 1,-1-5 87,-3-3 1,-1-5-245,0-3 1,-1 2 41,-2-3 1,0-1 44,-5 2 0,1-1 123,-5 5 1,0 4-22,0-1 22,0 7 255,0-4-157,0 6 0,0 6-65,0 2 0,0 3 3,0 1 1,0 1-37,0-1 0,5-4 12,3 1 1,3-7-7,2 3 1,1-4-17,2-1 0,-1-6 60,6-2 0,-6-4 0,2-5 1,-4-2-38,0-6 0,-6 0 3,-3 0 0,-3-3-288,-1-1 1,-7-2 103,-5 2 0,-2 3 160,-7-3 0,2 9-5,-1 3-1308,-4 3 831,10 7 1,-8 5 50,6 10 0,-1 2 45,5 10 1,5 1 390,3 4 0,2-1 0,2 1 0</inkml:trace>
  <inkml:trace contextRef="#ctx0" brushRef="#br0" timeOffset="75">5508 12080 7569,'-12'-19'739,"5"1"-93,1 11 24,1-4-182,3 9-354,-3-3 1,5 16 68,0 5 1,0 12-1,0 5 0,0 10 0,0 6 0,5 2-156,4 7 1,-2-5-28,1 0 0,0-6-117,5-1 0,-2-6 96,-3 1 1,3-8-209,-3-4 0,-1-7 114,1-1 1,-5-10 72,1 1 281,-2-8 382,-2 2-523,0-6 0,-6-7 92,-2-5 1,-5-13-672,-3-12 0,2-8 254,-3-8 0,4-11-4,6 27 0,1 0 0,1 0 0,-1-1 60,2-1 1,0 0 0,-1 3 0,0 2-711,1-33 1,0 11 654,4 6 0,4 13 332,0 12 0,6 6-86,-2 7 1,3 5 165,2 3 1,-1 9 350,1 8-270,4 4-185,3 8 0,-1 1 497,-2 3 1,0 3-405,0 5 0,0-4-179,-5 0 1,-4-5-32,1 1 1,-7-3-115,2-1 1,-2-4 114,-2-1 0,-6-5 16,-2 2 0,-7-3-86,-2-2 0,-3-4 52,3 1 0,-1-7 18,2 3 1,2 0-546,-3-1-96,4 0 1,4-4-199,1 0-344,5 0 551,9 0 646,2-5 0,15-2 0,-3-5 0</inkml:trace>
  <inkml:trace contextRef="#ctx0" brushRef="#br0" timeOffset="76">5806 12192 7569,'12'-13'-328,"-5"1"1,0-5 502,-3 1 1,-2 3 404,2 5 0,-3 4-138,-1-4 1,-1 5-108,-3-1 0,1 2-152,-5 2 1,3 2-1,-3 2 1,1 3 22,-1 5 1,-2 0-76,6 1 0,0 3-105,4 1 1,0 4 86,0-5 1,0 1-161,0-5 1,0 1-97,0-1 1,0-4 42,0 0 209,0-5-113,0 3-115,0-6 0,1-7 30,4-6 1,0 0-165,3-8 1,3 0 78,-2-3 0,2-1-133,1 0 1,0 4 341,1 1 0,-1 6-80,1 1 0,-1 2-70,1 7 0,-1 0 162,0 4 0,1 0 242,-1 0 1,1 1-146,-1 4 1,-1 1-72,-3 7 0,3 1-3,-2 2 1,-3-1-1,3 6 0,-2-6-82,1 2 0,-1 1 48,-3-2 0,-3 1-21,3-5 0,-1-4-386,1 1-544,-2-1 277,3-1-108,-5-2 332,0-5 1,-1-2 413,-3-7 0,-3-4 0,-6-12 0</inkml:trace>
  <inkml:trace contextRef="#ctx0" brushRef="#br0" timeOffset="77">5905 11832 8020,'-7'0'1656,"2"1"-1243,5 3-230,5-2 1,2 3-224,6-5 0,0 2-309,4 2 1,1-3 32,2 3 1,4-2-214,-3-2 1,2 4 120,2 0 0,0 4 408,-1-4 0,1 6 0,0-3 0</inkml:trace>
  <inkml:trace contextRef="#ctx0" brushRef="#br0" timeOffset="78">6265 11956 7692,'-13'0'185,"1"-6"0,0 5-185,-1-3 0,2 4 1162,3 4-696,-3 3 1,5 7-129,-2 2 1,-2 5-60,6 8 1,0-2-111,4 6 1,2-4-99,2 4 1,0-5 28,8 1 1,-1-7 105,10-1 1,0-6-24,3 1 0,5-6-95,0-2 0,6-5-169,-2 1 1,-3-8 76,-1-4 1,0-9-74,-4-3 1,1-4 14,-9-1 0,-2 3-126,-7-3 1,-2 5-151,-6-5 1,-2 2 131,-2 6 1,-4 0 87,-9 5 1,4 5 136,-4 3 0,-1 4 152,2 4 1,-1 4-77,5 9 1,-1 2 148,1 6 0,5 1-321,3 3 0,2-3-259,2 3 1,7-4-464,6-4 0,0 1 394,8-6 0,5 1 146,7-5 0,3-5 259,1-3 0,1 3 0,-1 0 0</inkml:trace>
  <inkml:trace contextRef="#ctx0" brushRef="#br0" timeOffset="79">7133 12192 7569,'-12'0'229,"5"-6"1,-3 3 158,6-5 493,0 0-640,4-5 1,6 1-210,2-1 1,3 1-98,1 0 0,1 3 71,-1 1 0,1 5 67,-1-1 54,0 3-63,1 1 1,-6 1 66,-3 3 1,-3 5 109,-1 7 1,-1-1-199,-3 6 1,2-4 16,-2 3 0,-1-5-212,0 2 1,1-3 95,4-2 1,0-4-96,0 1-43,0-7 48,0 4 0,2-7 21,2-4 1,-1-7-78,5-9 0,-1-3 2,1-5 0,2-4-68,-6-9 0,0 4 172,-4-4 0,4 9-34,0 4 1,0 9 235,-4 3 120,0 3-38,0 7 1,-1 3-108,-3 8 0,2 3 6,-2 6 1,4-1-82,4 0 1,2 1-73,2-1 0,7-3 21,-2-1 1,2-5 56,-3 1 1,2-8 69,3-5 1,-2-7-46,6-5 1,-8-6 4,0-2 0,-2-2-38,-7 2 0,4-1 3,-4-3 0,0 1-80,-4 3 0,0 9-462,0-1 332,-5 6 155,4 2 1,-9 13 190,6 9 1,0 14 213,4 14 1,0 13 318,0 12 1,1 7-665,1-30 0,0 0 0,-1 4 1,1 0 444,2 2 0,0 1 0,0 1 0,-1 1-231,1-2 1,0-1 0,2-1-1,-1 0 80,0 0 0,-1-1-130,-2-7 0,1 1-230,3 5 0,-1 0 0,1 16 129,2 0 0,2-13-59,-6-8 0,0-5 326,-4-7-6,0-6 1,-7-2-118,-5-9 0,-8-8-22,-9-8 1,2-10-246,-6-7 0,4-12-177,-4-13 1,5-10-163,13 25 1,1-1 0,3-2 0,1-1 197,1 0 1,2 0 0,2 1 0,2 1-69,0 1 0,2 2 0,1-20-307,4 4 1,4 15-328,8 6 0,5 8 228,8 4 1,4 9-910,9 4 1572,2 3 0,11-5 0,1-1 0</inkml:trace>
  <inkml:trace contextRef="#ctx0" brushRef="#br0" timeOffset="80">8362 12204 7569,'12'-18'0,"0"4"0,1-2 0,-1 2 119,1 1 1,-5-3 245,0-1 0,-1 1-58,1 3-299,-2 1 474,-6 0-305,-6 5 0,-5 3 71,-5 8 1,-6 4 78,1 9 1,-2 2 148,-2 6 0,4 5-239,0 3 1,8-3-83,0-1 0,2-2-105,7-3 0,0 0-335,4-4 32,0-2 1,5-11 198,4-3 1,6-4-149,1-4 1,6-10-56,-1-10 0,-2-3-125,2-6 0,-6 2 157,2-2 0,-5 0-51,-4 8 0,-1 3 306,-3 9 585,-2 6-360,3 2 0,-5 16-129,0 5 1,0 6-347,0 3 1,2 4-243,2 0 0,-1 0-1095,5-4 1557,0 0 0,10 0 0,1-1 0</inkml:trace>
  <inkml:trace contextRef="#ctx0" brushRef="#br0" timeOffset="81">9280 11968 7569,'0'-12'553,"-6"-1"-465,5 1 0,-5 0 98,6-1-105,-5 6-204,3-4 111,-9 10-122,4-5 0,-5 9 174,0 5 0,-1 6 31,1 11 1,-1 5 236,1 3 1,4 7-53,-1 2 0,5-2-101,-4-7 0,5 1-107,-1-5 0,7 0-83,1-4 0,6-6 108,-2-2 0,3-5-126,1-4 1,1-2 120,-1-6 1,6-1-49,3-4 1,-2-3-262,2-8 0,-1-8-6,5-5 1,-4-1-102,0 1 1,-2-1 120,2-3 1,-4-3-9,-4 3 1,-1 4 177,1 4 1,-6 6 199,-3 6-350,3 1 133,-6 5 1,4 8 535,-5 12 1,-4 5-192,0 6 0,-1 3-1,1 2 1,2-3-99,-2 3 0,3-3-52,1-1 0,1-5-38,3 1 1,3-6-119,5 2 0,1-5 127,-1-4 0,1-2-75,-1-6 1,0 0-142,1 0 1,-1-1 50,1-4 0,-1-6-62,1-5 1,-1-6 25,0 1 0,-3 2-86,-1-2 1,-5 0 87,1-3 1,1 3-45,-1 0-7,1 6 114,-5-3 1,-2 11 515,-2 3-291,3 3-41,-10 6 0,9 2-4,-2 6 0,3 3-101,1 1 0,0 3 0,0-3 0,1-1-10,3-3 1,3-1-108,6 1 0,-1-2 115,0-3 0,5-2-31,-1-6 1,6-2-338,-1-2 156,3-3-2,0-5 1,0-2-25,-3-3 0,2-1 59,-2-2 0,-3-4-59,-2 4 0,-2-4 120,-2-1 1,-3 5 8,-1-1 0,-5 10 133,1-1-182,-3 8 43,-1-2 1,0 7 495,0 4-214,-5 7 31,-2 7 0,-4 12 204,2 2 0,-2 9-117,3 8 0,1 1 7,-1 7 0,5 0-26,-1 4 1,3 4-370,1 0 1,0 0 177,0-4 0,0-7 58,0-5 1,4-6-347,0-7 134,6-5-79,-4-2 1,1-6-496,-2-4 448,1-7 70,-4-8 0,3-12 71,-5-5 0,0-13-290,0-12 0,-5-11-284,-3-10-234,2-8 722,-5-3 1,7 27-1,1-2-333,-3-1 0,0-1 212,2 1 1,1-1 163,0-3 0,0 1 1,1 6-1,0 1 93,0-1 1,0 1 0,-2-24 36,4 12 1,4 14 208,0 14 0,6 7-176,-2 10 1,3 3 96,1 5 0,2 11 5,3 5 0,1 10-46,2 3 1,2 6 276,-5-2-175,0 3 431,-5 1 0,0 0-601,1 0 0,-6-4-42,-3 0 0,-3-5-104,-1 1 0,-1-7-29,-3-1 1,-5-6-168,-7 1 0,-2-3-307,-3-5 305,-2 3 121,4-10 1,-1 5 146,4-6 0,-4-11 0,1-3 0</inkml:trace>
  <inkml:trace contextRef="#ctx0" brushRef="#br0" timeOffset="82">10384 11633 7526,'0'-12'417,"0"5"0,-2 3-78,-2 8 1,-3 10 32,-5 11 1,-1 8-85,1 12 1,1 1 25,3 7 0,-2 4-448,6 1 1,0 1 309,4-1 1,0-4 17,0-9 1,0 2 61,0-6 1,1-1-351,3-7 1,-1-6 134,5-7 0,-5-9-350,1 2 288,-2-9 1,-2 0 90,0-8 1,0-9 22,0-7 1,4-9-448,0-4 1,0-4 104,-4-5 1,6 4-70,2-4 0,-1 9 224,1 4 0,0 4-21,5 5 1,-1 7 147,1 9 1,-1 3-77,0 1 1,5 1 83,-1 3 1,1 9-52,-5 7 1,1 0 118,-1 0 1,-1 1-73,-3 4 0,-2 0 1,-6 0 1,-1-2 133,-4-2 1,-1 1-95,-7-6 1,-5 5-62,-2-5 1,0 1-143,0-5 0,-1 1-226,-4-1 0,4-5 3,1-3 1,5-2-202,-2-2 1,5-2 275,3-2 0,4-4 18,5-9 0,1 2-378,3-6 633,9 6 0,6-8 0,6 4 0</inkml:trace>
  <inkml:trace contextRef="#ctx0" brushRef="#br0" timeOffset="83">10694 12117 7569,'0'7'-103,"0"4"243,0-10 0,-2 9 227,-2-6 618,3 6-570,-10-3 1,10 5-81,-4 1 0,0-5 138,1 0-290,0 0 1,5 3-88,3-2 0,3 0-109,5-5 0,1 1 72,-1-5 1,2-2-94,3-2 1,-4-4-10,4-9 0,1 2 59,-2-6 0,0 1-220,-8-5 1,1 1 12,-4 4 0,-1-4-87,-4 4 0,-6-4 107,-2-1 1,-7 6-68,-2 3 0,-5 7 153,1 5 0,-2 3 41,-2 1 0,5 7-105,-1 5 51,6 6 11,-3 1 1,7 5-394,3-4 209,2-2-45,6 6 0,6-10-146,2 2 0,8 1-11,5-5 473,2 3 0,8-8 0,0 6 0</inkml:trace>
  <inkml:trace contextRef="#ctx0" brushRef="#br0" timeOffset="84">11140 12030 7569,'0'-12'-261,"0"-1"0,0 1 816,0 0-251,0 5 1,-1-4-66,-3 2 1,1 4-34,-5 1 1,0 2 5,-5 2 1,1 6 0,-1 2 0,-3 9-55,-1 3 0,-3 5 25,3 4 1,1-1-67,3 5 1,-2-6 6,3 2 0,-2 0-158,10-4 1,0 1 46,4-9-164,0-1 194,5-3 0,2-6 21,5-3 0,-3-4-146,-1-4 0,0-7 58,5-6 0,2-5-179,-3 1 1,3-2 14,-6-2 1,2 0 51,1 0 0,-4 5 99,1-1 0,-7 6-21,2-2 0,2 8 71,-2 1 355,0 5-257,-4-3 1,0 12-82,0 2 1,0 4 171,0 5 1,4-2-56,1 6 0,3-5-121,-4 5 0,6-6 47,-2 2 1,3-3 8,1-2 1,1-5-103,-1-3 0,0-3-144,1-1 0,-1 0 47,1 0 141,-1-5-30,1-2 0,-2-5-150,-3-1 1,3-3 27,-3-1 1,-1-1-47,1 2 0,-5-2 127,1-3 1,2-1-84,-2 5 114,0 1 0,-3 5 212,3 3-162,-2-3 0,3 11-70,-5 0 1,0 5 358,0 7-155,0 1 18,0 5 0,5 0 28,-1 2 0,1 4-99,-1-4 0,-1-2-7,5-1 1,-4-3-39,5-2 0,-5-1-178,4-3 373,-5 3-59,2-9-142,-5 3 0,0-10 210,0-3-186,0-3-134,0-7 0,0 1-165,0-8 1,0 3 215,0-7 0,0-5 63,0 1 1,5-4-527,-1 8 1,4 0-767,-4 4 0,4 6 153,-4 2 623,6 9-25,-8 2-253,9 6 726,-5 0 0,7 6 0,-1 1 0</inkml:trace>
  <inkml:trace contextRef="#ctx0" brushRef="#br0" timeOffset="85">11686 11894 7463,'-5'-7'0,"1"1"0,-9 6 0,4 0 286,-8 0 0,2 7 437,-2 6 1,4 1-271,-4 6 1,1 1-158,3 4 0,-1-1-209,10 1 0,0-4 27,4 0 0,1-6-164,4 1 0,-1-7 88,8-5 1,-1-3-114,10-1 1,-5-7 111,5-5 1,0-7-12,4-10 0,-2-7-526,-2-6 0,-2 0 229,-3 0 0,-2-3-289,3-9 1,-9 7 237,-4-2 1,-1 7 24,1 1 1,-3 13-147,4 8 185,-10 5 1,-3 19 343,-8 8 1,2 18 394,-3 8 0,4 11 341,0 1 1,6 2-389,3-2 1,3-2-1616,1-2 988,0 2-228,5-10 1,2 5 420,6-6 0,4 3 0,4 0 0,5 0 0,7 4 0,6 3 0</inkml:trace>
  <inkml:trace contextRef="#ctx0" brushRef="#br0" timeOffset="86">12505 12005 7569,'-7'-12'408,"2"5"1380,-1 2-1442,5 5 0,-5 5-130,6 3 0,0 8-554,0 0 171,6 6 151,-5-8 1,10 4-902,-2-6 477,-4-5 60,6 4 0,-4-9-280,5 2 0,1-3 182,-1-1 478,1 0 0,4-5 0,3-2 0</inkml:trace>
  <inkml:trace contextRef="#ctx0" brushRef="#br0" timeOffset="87">12493 11770 7569,'-20'7'0,"-3"-2"0,2-5 0,5-1 179,3-3 48,1 2 0,11-5-217,-4 3 1,5-1-252,5-3 0,1 1-43,7 3 197,5-3 1,1-4 83,6 2 0,1-2 42,3 3 0,1-3-48,3-1 0,2 3-151,-6 1 1,4 1 173,-4-1 1,0-2-19,-4 6 0,-2 0-201,-2 4 70,-3-6 30,-6 5 70,-5 1 0,-7 7-20,-8 5 0,-3-3 74,-2-1 0,-1 2 180,-2 6 1,2-2 235,-2 2 1,3 0-185,5 0 0,2-2-21,6 2 0,0 4-107,0 0 1,7 0-59,6 0 1,1 0 63,6 0 0,-1 4 7,2-4 0,3 2-79,-4-1 1,2 1-101,-1-5 1,-4-1 267,-9-3 1,-3-1-104,-5 0 0,0-3 117,0-1 0,-11-4-136,-5 4 0,-8-5-182,-5 1 1,2-2 164,-6-2 1,1 0 55,-1 0 0,-2 0-365,7 0 1,3 0-502,4 0 1,6 0-409,-2 0 0,8 1 119,0 3 1013,7-2 0,-4 9 0,6-5 0</inkml:trace>
  <inkml:trace contextRef="#ctx0" brushRef="#br0" timeOffset="88">13684 11757 7569,'-13'-1'-746,"1"-3"1,1-3 1350,3-5 0,1-1-171,3 1 0,2-1-119,-2 1 1,-1 4-167,0-1 1,-3 5-138,4-4 1,-6 5 170,2-1 1,-3 3 22,-1 1 1,-2 1-271,-3 3 1,2 5 33,-6 7 1,5-1-5,-5 6-28,6-6 116,-3 3 0,6-1-75,-1-1 1,6 2 8,3-1 0,3-4-57,1 4 0,5-3 114,4-2 1,3-1 0,5-3 1,-2 2-49,6-6 0,-1 6-7,5-2 0,-6-1 7,-2 1 2,-3-5 0,-2 19 0,0-1 0</inkml:trace>
  <inkml:trace contextRef="#ctx0" brushRef="#br0" timeOffset="89">13584 11981 7569,'0'12'532,"-5"-4"72,-3 1 1,-9-3-429,-4 3 0,-2 0-130,-2-4 0,0 3-78,1-4 1,-5 0-10,0-4 1,0 4-306,4 0 0,1 0 144,4-4 1,2 0-344,5 0 1,5 0-321,0 0 529,5-5 1,-1-5 335,8-10 0,3-1 0,5-9 0,1 5 0</inkml:trace>
  <inkml:trace contextRef="#ctx0" brushRef="#br0" timeOffset="90">13510 11385 7569,'0'-12'0,"0"5"209,0-4 121,0 10 1,0-3-162,0 8 0,0 8 1,0 9 1,0 9 85,0 7 1,0 11-90,0 10 0,0 0-363,0 4 0,-4-2 196,0 6 0,-1-29 0,0 0 0,2 1 0,-1 0 0</inkml:trace>
  <inkml:trace contextRef="#ctx0" brushRef="#br0" timeOffset="91">13485 12005 7569,'0'56'-101,"0"-5"-98,0 2 0,0-3-298,0-5 1,0-7 496,0-9 0,6 2 0,1 1 0</inkml:trace>
  <inkml:trace contextRef="#ctx0" brushRef="#br0" timeOffset="92">13870 11733 7674,'0'16'503,"0"1"1,-2 5-309,-2-2 0,2 9-115,-7 4 0,2 2-80,-1-2 0,-3 8 0,4-2 0</inkml:trace>
  <inkml:trace contextRef="#ctx0" brushRef="#br0" timeOffset="93">13820 12055 7569,'-4'19'-1273,"0"-2"893,0-3 380,4-2 0,0 0 0,0-5 0,0-1 0</inkml:trace>
  <inkml:trace contextRef="#ctx0" brushRef="#br0" timeOffset="94">13895 11733 7110,'12'0'553,"-5"-6"0,4 5-530,-3-3 1,3 2 31,2 2 1,-5 6-36,0 2 1,0 4 14,5 5 1,-1 2-1,1 6 0,-5 1 95,0 3 1,-5-3-131,1 3 0,-3 14 0,-1 2 0</inkml:trace>
  <inkml:trace contextRef="#ctx0" brushRef="#br0" timeOffset="95">14043 12018 7569,'0'25'0,"-5"-5"104,-3 1 0,-3-10 156,-2 1 1,2-6 221,3 2 0,-3-5 267,3 1-306,-3-3 0,4-2 51,3-3-105,2 3-391,2-5 0,3 5 82,5-3 0,2 2-762,11-2 1,-1 1 396,5-1 0,0 3-589,0-3 0,-2-2 244,-2 2 1,2-1 629,-2 0 0,2-2 0,2-5 0</inkml:trace>
  <inkml:trace contextRef="#ctx0" brushRef="#br0" timeOffset="96">14453 11646 7569,'-8'0'639,"-1"0"-331,7 0 1,-9 9-3,2 4 0,-3 13 64,-5 3 1,2 5 141,-5 4-290,4 4 1,-2-2-223,6 6 0,5-1 0,2 5 0</inkml:trace>
  <inkml:trace contextRef="#ctx0" brushRef="#br0" timeOffset="97">14292 12043 7569,'1'30'1667,"3"-5"-833,3 0-418,11-12-428,-4 0-56,9-8 17,-4-5 0,5 0-167,-3 0 119,2-5-33,-9-2 0,8-10-142,-6 1 0,-5-2 119,-6 1 1,-4-2 31,-1-6 1,-6 2 4,-2 2 1,-7 3 88,-2 6 1,-6 5 78,-2 3 1,0 2-7,-4 2-44,3 6 0,-4 6 0,-2 8 0</inkml:trace>
  <inkml:trace contextRef="#ctx0" brushRef="#br0" timeOffset="98">14267 12005 7569,'-13'13'0,"6"-1"-162,3 1-162,3-1 324,6 0 0,2-5 0,6-1 0</inkml:trace>
  <inkml:trace contextRef="#ctx0" brushRef="#br0" timeOffset="99">14614 11881 7569,'7'-5'-557,"-1"4"965,-6-5 1,0 7-52,0 4 1,-5 1-164,1 7 1,-1 1-195,1 2 0,2 14 0,-3 9 0</inkml:trace>
  <inkml:trace contextRef="#ctx0" brushRef="#br0" timeOffset="100">14602 12005 7569,'0'25'1882,"5"-5"-1660,2-3 0,6-4 20,-1-1 0,6-5-177,3-3 1,2-4-60,2-4 0,0-8 59,-1-9 1,0-11-1,-3-1 0,-8 0-152,-4 8 0,-7-1 72,3-3 0,-14 5 100,-3-1 0,-10 1-56,-3 8 1,-1 5 205,-7 7 1,5 2-213,-1 2 0,3 3-301,1 5 0,6 1 220,2 7 1,8 3 111,0 2 0,7 2-675,-2 2 1,2-1 620,2-4 0,6 4 0,1-5 0</inkml:trace>
  <inkml:trace contextRef="#ctx0" brushRef="#br0" timeOffset="101">15408 4304 7798,'0'7'596,"0"9"-710,0 1 81,0 5 71,0 8 1,0 0-144,0 3 60,0 9-574,0-9 451,0 4 143,6-1 0,-4-10 158,7 3-224,-7-3 61,9-7 1,-8-6 91,6-9-50,-7-3 0,8-8 218,-6-5 373,6-6-510,-3-12 1,1-1 173,0-2-223,-5-8 1,7 7-94,-6-12 77,0 6 1,0-7 76,0 6-303,6-6 140,-9 9 1,9 0 67,-6 9 1,4 9 23,-4 3-181,6 9 24,-3 2 47,0 17 1,0 5 160,-3 13-117,-3 2-570,5 12 673,-1-4-85,-3 9 0,4-11-13,-1 0 87,-4 0-65,10-16 1,-8 7 4,5-12 3,0 1 1,5-10 5,-1-3 131,-5-3-135,4-12 0,-8-1 646,5-9-641,0-8 1,5 3-522,-1-6 521,1-9 0,-2 6-101,-3-10 0,3-5 110,-3-3 0,-1-1-50,1 4 1,-4 12-113,5 5 0,-7 10 109,3 7 127,-4 8 0,-1 9-53,0 11 286,0 12-153,-6 13-582,0 13 590,-7 6-70,6 6 0,2 0-33,5 0-118,0 0 1,1-9 155,3-4 55,9-13 0,7 0-79,9-11 0,3-6-68,5-2 1,0-9 10,1-4 1,-1-5-69,0-8 66,-5 1 0,2-17-198,-5 0 80,0 1 0,-5-8 126,-4 3-274,-2 3 146,-5-10 0,-7 4 51,-1-5 1,-4 4 544,-1 0 1,-6 5-637,-2-1 1,-3 9 75,-1 3 0,-2 9 155,-3 4-49,-2 2 0,-6 18 228,1 4-145,-1 12 24,5-6-638,2 10 641,6-4-146,5-1 0,3 4 32,8-6 1,4-2 23,9-6 0,4 0-84,8-9-125,-3 3 176,10-13 0,-3 2-187,8-8 168,-2-3 0,3-7-158,-4-3 0,-3-1-55,-1-2 192,-4-9-636,-5 8 617,0-9 1,-2 1 204,-2 0 1,-3-5-229,-6 0 1,-4-3-113,0-4 195,-5 2-83,8-9 0,-9 0 152,2-6-1048,-3 0 1028,-1 10 1,0 8 345,0 12-260,0 4 532,0 8-594,-5 5 0,-2 7-48,-6 8 1,1 16 26,0 9 0,-1 8 83,1 9 0,3 5 220,1 3 0,5 0-987,-1 4-1122,3-3 1614,1 8 0,0-10-1221,0-3-128,0-3 1074,5-7-294,2-2 0,2-14 666,-1-3 0,-5-7 0,4 0 0,-1-2 0,3-1 0,-1 2 0</inkml:trace>
  <inkml:trace contextRef="#ctx0" brushRef="#br0" timeOffset="102">16301 4316 7569,'-12'-12'0,"0"1"128,-1 2 1,6-2 284,3 3 1,4-4-103,4-5 0,5 2-208,7-6 0,9-4-98,8-3 1,4-7 28,5 2 0,-1-1-276,0 0 0,5 4 360,-9 5 0,-3 2 32,-5 2 0,-2 7-264,-3 6-52,-4 5 1,-4 5 333,-8 10 1,-2 12-3,-6 9 0,0 8 88,0 5 1,0 3-140,0 5 0,0 2-79,0 6 1,0-2 108,0-7 0,1 0 16,4-12 0,1-5-169,7-7 0,-1-4 78,1-5 0,0-3 86,4-9 0,-3-2-89,2-6 0,2-6-65,-1-2 0,1-9-16,-2-3 1,2-8 47,3-1 0,1-1-5,-6 1 0,1 3 41,-5-3 1,-1 7-250,-2 1 1,0 10-43,-5-1 1,2 8-184,-2-1 338,-3 4 0,5 8 188,-6 5 1,-1 6-69,-4 7 1,4 0 98,-3 0 0,1 4-121,-1 0 1,3-1-5,-3-3 1,4 0 47,4 0 1,-2-6-42,7-2 1,-2-4-63,1 0 1,3-6 91,-3-3-227,3-3 185,-4-1 0,4-1-84,-3-3 0,3-4-137,2-9 1,-1 2 136,1-6 1,-2 2 26,-3-2 1,2-1-183,-6 6 1,4-5-56,-4 4 0,2 5 6,-2 4 204,-3 5 126,5-3 0,-6 12-52,0 2 0,0 7 97,0 2 0,0 5-119,0-1 0,1-3 6,3-2 0,-1 2 96,5-1 0,-4-2 10,5-7-8,-1 3 1,4-10-58,1 4 164,-1-4-86,1-1 0,-1-10-117,0-2 0,1-5 1,-1 1 0,-5 1 50,-3-6 0,-2 0 6,-2-4 0,0 1-191,0-1 1,-2 1-58,-2 4 1,-3-1 74,-5 9 1,-1-2 95,1 10-260,0 0 148,-1 4 1,1 5-128,-1 3 1,5 3-207,0 2 1,5-1 205,-1 1 1,4-1 63,4 0 196,3 1 0,11 5 0,1 1 0</inkml:trace>
  <inkml:trace contextRef="#ctx0" brushRef="#br0" timeOffset="103">17567 4452 7756,'-13'-6'701,"4"0"-409,-4 6 1,2 0-19,-9 0 1,4 6 97,0 2 0,2 4-189,2 5 1,1-2-1,2 6 1,0-2-47,5 2 0,0-2-127,4-3 0,5-3-105,3-1 0,3-1-61,2-7 1,5-2 50,2-11 0,4-4 30,1-12 1,2-1 64,-2-3 1,7-4 19,-8-9 0,3 4-1,-7-4 0,4-2-21,-4-1 1,-2-3-57,-1-2 1,-5 2-110,-3 2 1,0 10-235,-5 12 511,1 4 78,-5 13-209,0 2 445,-6 16-260,-1 8 1,-7 14-99,-2 9 1,2 3-29,-3 9 1,5-7 46,4 2 0,-2-2 47,6 3 0,0-6-598,4-3-1834,0-2 1325,5-7 985,2-2 0,0-8 0,-3-3 0,-2-2 0,-2-1 0</inkml:trace>
  <inkml:trace contextRef="#ctx0" brushRef="#br0" timeOffset="104">18249 4093 7569,'0'-13'-69,"-5"6"1029,3-4-411,-3 5-32,-1-7-232,5 6 1,-3 0-61,8 3 1,-1 1-43,5-5 1,4 5-27,5-1 0,5 3-23,-1 1 0,2 5-157,2 4 1,0 3-48,-1 5 0,-4 3-160,-4 9 161,-2 3-472,-7 5 425,-2 0 71,-5 6 0,-6 0 27,-7 2 0,-3-2 39,-5-6 0,-1-6-16,5-7 0,1-4-16,3-8 0,5-1 824,0-3 64,5-2 115,-2-6-633,16 0 592,2 0-429,18-6-170,0-1-814,18-5 623,-9 0 0,12-1 22,-11 1 1,1 4-1,-5-1 1,-1 5-27,-3-4 1,-3 5-24,-5-1 1,-4 3-1185,-1 1 1,-4-4-387,0-1 1,-6 1-1274,-2 4 2202,-5 0 507,2 0 0,-5 6 0,0 1 0</inkml:trace>
  <inkml:trace contextRef="#ctx0" brushRef="#br0" timeOffset="105">15458 5519 7772,'-7'0'763,"1"0"0,6-1-386,0-3 0,2 1-36,2-5 1,8 3-85,9-3 0,2-4 70,2-5 1,6-1-133,2 2 0,4-2-12,4-3 1,2-1-106,2 6 1,2-5-96,-5 4 0,-5 2-197,-4 7 0,-7-2-129,-1 6 0,-2-1-491,-6 0 1,-5 4 216,-3-3 1,-7 4-1052,2 4 1668,-2 3 0,-2 11 0,0 1 0</inkml:trace>
  <inkml:trace contextRef="#ctx0" brushRef="#br0" timeOffset="106">15818 5445 7569,'-7'0'772,"1"7"-522,6 5 0,-1 3 254,-3 10 0,1 2-374,-5 11 0,-1-1-329,-3 0 0,4 4 44,-1 1 0,7 0-132,-3 0 0,4-4 287,1 4 0,0-4 0,0 0 0</inkml:trace>
  <inkml:trace contextRef="#ctx0" brushRef="#br0" timeOffset="107">16128 5221 7569,'-13'27'197,"1"2"0,4 2 334,-1 6 1,2 6-283,-1 3 1,-3 7-78,3 5 1,1 3 9,-1 1 1,5-8-140,-1-9 0,4-9-216,4-15 1,7-3 206,6-6 1,0-5 91,0-3 1,-3-14-67,2-6 1,2-8-65,-1-5 0,3 2 50,-3-6 0,0 1-2,-5-1 0,-1-1-91,-3 5-22,3 5 228,-9 6 7,3 6-45,-5 5 0,0 14 147,0 14 0,-1 9-149,-3 11 0,2-2-16,-2 2 0,4-4-91,4-4 1,5-2 101,7-6 1,5-8-170,8-4-28,2-6 105,1-7 1,4-6-86,-3-2 1,2-9 111,-2-3 1,0-8-46,-9-1 1,3-1-225,-11 1 1,-3-3-181,-5-5 1,-5 1-66,1 3 255,-8-3 62,-3 16 1,-10-4 152,1 12 12,-6 5 69,2 7 1,-6 14 248,-3 11 0,4 5-257,1 7 1,4 3-96,8-3 1,1 3-175,3-7 0,3-1-310,10 1 1,1-10-420,7 2 487,5-8 433,1 1 0,6-6 0,0 1 0</inkml:trace>
  <inkml:trace contextRef="#ctx0" brushRef="#br0" timeOffset="108">17306 5569 7569,'11'-6'426,"-2"-2"-211,2 2 0,-9 1 231,7 5-152,-7 0-168,4 5 1,-6 4 468,0 7-201,0 3-208,0 12 0,0-1-103,0 3 1,-4 2-64,0-6 0,0-1-231,4-3 0,1-5 2,3-4 0,-1-2-204,5-2 1,0-5-2,5-3 1,1-8 140,2-4 0,-2-7-984,2-2 1257,-2-10 0,-1 6 0,-1-9 0</inkml:trace>
  <inkml:trace contextRef="#ctx0" brushRef="#br0" timeOffset="109">17319 5420 7569,'-7'0'-278,"-4"0"1,11-6 330,0-2-36,5-3 1,9 3 111,3-1 0,2 3 177,6-3 1,0 4-119,-1 5 0,1 1 70,0 3 1,-2 7-87,-2 6 1,1 9-34,-5-1 1,-2 8-57,-7 0 0,2 3-2,-6 1 1,0 2-109,-4 2 1,0-7 79,0 4 0,0-15 62,0-2 38,0-1-43,0-6 142,0-1 1,0-9 0,0-8 1,0-7-392,0-6 0,6-9-37,2 1 1,3-12-62,1 0 0,5-5 185,-1 1 1,5 4 60,-4 0 0,3 6-183,-3 11 0,-5 6-105,-4 5 1,-1 8 266,2 1 0,0 7 91,-5 10 0,1 6 377,-5 6-256,0 5-109,5-7 0,-4 8-36,4-2 0,-4-1 22,-1 1 0,5-5 31,4 1 1,-2-4-288,1-5 0,4-2 178,5-5 0,10-1 0,0 0 0</inkml:trace>
  <inkml:trace contextRef="#ctx0" brushRef="#br0" timeOffset="110">18137 5469 7569,'0'-12'0,"0"4"248,0-1 249,0 7-268,-5-4 0,2 8-97,-5 2-18,0 3 22,-5 11 1,1 6 170,-1 9 1,1 7-222,0 2 1,1 3-118,2-3 1,4 2 154,5-7 1,5-3 7,4-9 1,3-6-346,5-2 121,2-3 55,6-7 1,-5-2 180,1-5-73,0-5-68,4-2 0,-5-11 24,1-3 1,-6-4-25,2-4 0,0 3 5,0-3 1,-5-1 48,-3 1 1,-5-4 18,4 4 1,-5 0-280,1 4 51,3 6-37,-6 7 125,5 1 64,-6 9-47,0-3 0,0 6-1,0 3 1,0 4 97,0 9 1,1 4 132,3 8 0,-2-3-141,2 3 1,-3 1-20,-1-1 0,2-1 105,2-8-156,3 4 59,0-11 1,2 1 118,-5-6-114,6-5 83,-9 3 0,9-8 140,-6-2 1,6-3-198,-2-5 0,-1-6-47,1-3 0,-4-6 59,5-2 1,-7-6 35,2 2 1,2-4-367,-2-4-363,6 2 431,-9 2 1,9 4-918,-6 8 563,6 3 62,-9 10 1,6 1-996,-3 2 903,-3 4 572,5 10 0,-1 8 0,2 6 0</inkml:trace>
  <inkml:trace contextRef="#ctx0" brushRef="#br0" timeOffset="111">18572 5742 9670,'12'-5'367,"1"1"-146,-1-9 0,6 2-123,3-9 1,2-1-130,2-4 0,-2 0 116,-2 0 0,1 1-105,-6-1 0,1 0 85,-5 0 1,-3-1-56,-1-3 1,-5 7-124,1-3 1,-3 9 28,-1-1 1,-5 9-7,-4 4 0,-3 5 43,-5 7 24,-2 6 25,0 11 1,-3 5 24,5 3 0,2 3 0,7 1 0,-2 1-32,6-1 0,1-5 3,7-4 0,5-7-73,7-4 82,4-4-2,4-6 0,5-1-130,0-6 126,0 0 0,2-6-493,-5-6 417,10-2 0,-10-9-10,3 2-151,-9-2 104,4-2 1,-10-1 30,2-3 0,-3 3-23,-5-3 1,1 4-22,-4 4 1,-1 3 51,-4 6 0,-2 4 426,-2-1-281,-3 7-75,-11 2 198,-1 12-134,0 7 0,-7 10-95,5 0 194,-5 0 0,12 0 39,-3 0-156,9 0 0,-1-10 26,4-2 1,1 1-3,4-2 1,4-3 11,1-5 1,0-5 202,-1 1-211,-2-3-8,9-1 30,-5 0 1,7-1 5,-1-3-15,1-3-246,-6-11 100,4 4 0,-4-8 87,5 5 0,-1 1-128,-3 3-71,3 1-26,-9 5 197,3-4-218,-5 10 108,0 1 1,0 7-277,0 5 228,0 0 0,2 5-55,2 0-604,-3 5 352,10-3 488,-4 0 0,5-1 0,1-6 0</inkml:trace>
  <inkml:trace contextRef="#ctx0" brushRef="#br0" timeOffset="112">19415 5420 7191,'0'-25'-227,"0"2"659,0 2-196,0 3 0,-2 11 256,-7 3 1,1 3-141,-9 1 1,2 2-125,-1 7 0,-2 0-81,-3 12 0,3 0-73,6 3 0,1 1 54,3 0 0,2 0-141,6 0 0,0 4 107,0 0 0,0-1-61,0-3 0,6-4-179,2 0 65,3-6 34,1 8 1,1-9-111,-1 3 0,-1-4 5,-3 0 1,2-5-189,-6 0 359,6-5-18,-9 2-70,5-5 24,-12 0 1,-1 0-169,-5 0 0,-2-5 59,-2-3 0,2 1-70,-3-1 1,3-1 134,2-3 1,4 4 113,-1-1 0,7 5-124,-2-4 195,2 5-118,2-2 1,6 5 7,2 0 1,4-4 275,5-1 1,1-4-105,3 0 1,6 3 16,-2-3-112,3 1-67,-4-4 0,5-5 18,0 1 1,0-6 46,-4 1 0,-2-1 1,-2 1 0,-3-2-102,-6 2 1,-5-2-177,-3-2 1,-2 6-132,-2 2 312,0 3 0,-6 7 165,-2 3 0,-3 10 36,-1 6 123,-6 6-175,4 12 0,-4-2-223,6 5 1,3-1-238,1 1 0,5 3 130,-1-3 216,3 2 0,1 3 0,0-1 0</inkml:trace>
  <inkml:trace contextRef="#ctx0" brushRef="#br0" timeOffset="113">20060 5581 7569,'-6'0'614,"0"0"-459,1 0 151,3 0 0,-5 0 171,3 0-330,3 6 1,-9 6 22,6 9 1,0 3-32,4 5 1,0-1-66,0 5 0,1-8-276,3 4 126,3-11 73,6 5 1,0-10 162,4-1 1,1-5-137,3-3 0,2-3-314,-2-1 227,-3-5 13,5-2-117,-4-11 187,1-1 1,2-2-41,-6 0 1,1 1 7,-5-5 0,-4 1-5,1 4 0,-7-2-2,3 5 0,0 5-36,-1 4 65,0 5 0,-4-3-88,0 1 56,0 3-57,0 8 1,-4 2 56,0 9-18,0-4 0,4 0-8,0-1 0,5 2-28,4 3 1,0-4-15,0 4 0,4-7-114,-4-2 149,5-5 10,-8 8 153,7-10-146,-1 4 0,1-6-52,-1-3 113,0 3-56,1-10 1,-1 0-34,1-6 1,-2-1-3,-3 2 1,2-2 7,-6-3 1,4-1 22,-4 5 0,2-3-183,-2 3 173,-3-5 1,5 8 189,-6-4-217,0 12-16,0-5 256,0 9-229,0-3-10,0 5 14,0 0 86,5 0-44,-3 0 5,9 0 1,-6 1 109,3 3-102,3 3-7,-9 5 108,9 1 1,-8-1-33,5 1-45,0 5 1,0-3 8,1 5 0,-1-3-13,4 4 0,-3-5 11,-1 5 1,4-6-11,5 2 12,5-9-10,-3-3 1,2-5 176,0 0-18,-1-5-147,5-2 97,0-6 1,-4-3-83,-1-1 0,-1-5-82,2 2 74,-3-9 1,-1 1-17,-1-5 1,1 0 12,-5-4 0,1-2-246,-1-2 106,0-3-71,1-6 1,-5 1-119,0-1-607,1 6 748,-3 1 221,0 17 1,-6 3-77,0 10-29,0 1 95,0 5 1,-1 8-56,-4 12 1,-1 10 204,-7 10 1,6 4-208,3 5 1,-1 2 45,0 5 0,1 1 408,4 0-425,0-1 0,4-5-238,1-2 129,4-9 1,-2-4 22,6-9 267,4-2-208,-3-5 0,10-6 56,-4-3 0,0-8 102,0-5 1,1-9 56,4-6 0,-5-7-56,1-6 1,0-2-230,4-2 193,-6-3 1,3-12-237,-5-6 0,-7 28 0,0 0-770,-1-3 1,-1 0 921,0-4 0,0 2-203,1 3 1,0 1 81,-2-4 0,0 0 0,10-22 47,-9 3 16,-3 14 1,-6 22 52,-3 14 0,-9 24 160,-7 22 0,-8 13 306,-1 6-1249,0 4 840,10 7 1,8-34-1,0 1-51,2 2 1,1 0 0,0-2 0,0 0 397,1 1 0,1-1-2153,0 24 1349,0-23 1,1-1-1,2 21-94,-6 1 457,7-1 0,-8-15 0,6 3 0,1-3 0,2 3 0,1 3 0</inkml:trace>
  <inkml:trace contextRef="#ctx0" brushRef="#br0" timeOffset="114">20470 5358 7569,'-11'-13'3318,"3"1"-3095,2 5 0,7 0-93,4 3 0,7-3-85,9-5 0,9-2-590,7-3 1,6 2 332,7-5 1,3 3-2448,1-4 2659,0 6 0,6-8 0,4 4 0</inkml:trace>
  <inkml:trace contextRef="#ctx0" brushRef="#br0" timeOffset="115">21810 5655 7569,'-25'7'0,"0"3"1006,0-6-434,6 6-194,1-9 103,6 10 18,5-9-256,1 3 1,8-5-61,2 0 1,10-12-129,10-9 1,8-5-138,9-11 1,8-3-953,-23 15 1,1 0 1013,1 0 0,-2 0 1,20-24-1,-4-1-102,-3 1 1,-5-1-126,-9 0 1,-1 5 228,-4-1 0,-7 6 28,-9-1 238,3 8-147,-6 8 0,5 7-24,-6 6 1,-6 5-6,-2 3 1,-9 14-157,-3 6 153,-4 17-135,5 6 1,-3 12 44,5 2 158,1 4-85,3 11-294,7-5 159,-6 4 1,11-11 56,-3-7-404,8-5 425,3-7 0,5-6-6,1-6 0,-1-6-14,1-7 0,-1-5 292,0-3 0,1-4-172,-1-4 0,1-7 1393,-1-5-1470,6-6 348,-10 2 0,9-9-471,-9 0-4,-2-5 135,5 2-138,-10 1 58,4 0 1,-5 8 51,0 2 1,0 3-16,0 6 1,0 4 11,0-1-27,0 7-16,0-4-142,0 6 23,0 0 133,6 6 176,1-5 1,7 10-69,2-3-95,-2-2 111,9 5-94,-3-10 0,5 5 5,-1-6 0,1 0 4,0 0 0,0-6-336,0-2 159,-6-9 84,4 4 1,-13-7 86,2 4 1,-3 1-162,-1-6 0,-3 6-538,-5-2 417,-5 3 25,-2 2 579,-11 5-243,-1 2 1,-10 16-11,0 5 0,-4 12 129,4 5 1,1 7 465,8 1-856,2 0 338,11-9 1,1 4-648,6-3 420,0-3 0,11 1-1175,3-12 871,11 4 1,4-9 385,0 3 0,0-9 0,-4-7 0,-1-8 0,1-6 0</inkml:trace>
  <inkml:trace contextRef="#ctx0" brushRef="#br0" timeOffset="116">23373 4998 7569,'7'-5'0,"-3"-4"179,-3 4 69,5-6 1,-5 8 311,3-5-58,-2 5 0,-2 9-167,0 10 1,-6 13-118,-2 8 1,-3 11-127,-2 10 0,2 6-186,3-2 1,-3 5 276,3-9 1,2 4-38,2-8 0,3 0-204,1-5 1,1-1-1098,3-2 0,3-1-1048,6-7 2203,5-4 0,-5-15 0,5-1 0</inkml:trace>
  <inkml:trace contextRef="#ctx0" brushRef="#br0" timeOffset="117">23534 5445 8700,'0'-7'1025,"6"-3"-842,2 6 1,4-4-1,5 4 1,4-5-288,7 5 82,-1 0 1,4 3-355,-2-3 1,-2 2 282,1-2 1,-1 3-576,-3 1 0,-3 0 66,0 0 602,-6 0 0,8 0 0,-3 0 0</inkml:trace>
  <inkml:trace contextRef="#ctx0" brushRef="#br0" timeOffset="118">23844 5060 7569,'0'-7'296,"0"2"1,0 6-36,0 3 1,-4 9 140,0 7 0,-6 11-103,2 6-162,-3 6 1,3 8-40,0 2 0,1-2-146,-2 3 0,0-3-735,5-1 1,-1-1 593,5 1 0,0-1 189,0 1 0,11-6 0,3-1 0</inkml:trace>
  <inkml:trace contextRef="#ctx0" brushRef="#br0" timeOffset="119">24303 5308 7569,'-7'0'-365,"1"0"989,1 0-398,4 0 0,-9 10 163,6 2 0,-5 10-85,0 3 1,-2 5-83,-1 8 1,1-5-84,3 0 1,-2-6-12,6 2 1,0-4-10,4-4 1,0-3-115,0-6 1,5-1 125,3-3 1,5-2 16,3-6 0,4-7-360,4-5 0,1-10 118,0-7 1,0-6-116,0 2 1,-6-1 66,-2 1 1,-9-7 110,-4 2 0,-4-2-21,-4 3 1,-7 1-127,-6 3 0,-1 3 164,2 5 0,2 6-43,-3 2 0,-2 9-30,-1 4 0,0 4 37,0 4 0,4 8-180,0 9 0,2 3-13,2 0 1,5 3-28,3 2 1,2 1 52,2 3 217,6 3 0,6-5 0,7 7 0</inkml:trace>
  <inkml:trace contextRef="#ctx0" brushRef="#br0" timeOffset="120">24663 5519 7987,'-12'0'669,"5"0"-1044,-4-5 317,9 3 512,-9-3-1708,10 5 582,-5 0 672,12 0 0,1 0 0,5 0 0</inkml:trace>
  <inkml:trace contextRef="#ctx0" brushRef="#br0" timeOffset="121">24874 5333 7569,'-12'-7'0,"-1"3"653,1 8-394,5 3 1,-4 5 210,3 1 1,1 5-117,-2 2 0,7 0-362,-2 0 1,2-4 0,2 0 0,7-2 13,5-2 0,2-5 118,7-3 0,1-2 20,7-2 0,-3-6-39,3-2 1,-3-7-115,-1-2 0,-2-5-17,-2 1 0,1-2 65,-5-2 0,-5-1-122,-4-3 1,-5 3 96,1-3 0,-5 3-110,-7 1 0,2 4 11,-10 1 1,5 9-1,-6-2 1,-2 9-18,-2 0 1,-1 8-160,1 4 0,-1 5-149,6 3 0,1-1 154,6 6 1,0-4-278,5 3 1,-1 0 170,5 0 0,5 4 362,-1-4 0,11-2 0,-1 0 0</inkml:trace>
  <inkml:trace contextRef="#ctx0" brushRef="#br0" timeOffset="122">25147 5308 7569,'0'-12'292,"4"-1"-97,0 1 0,0 4 172,-4-1 108,0 7 171,0-9-507,0 9 0,0 2 56,0 9 0,0 7-7,0 5 0,0 2-5,0 2 1,4 1-41,1 3 0,-1-1 23,-4 5 0,1-4-71,3 4 1,-1-7 42,5-1 1,-5-2-124,1-6 1,-1-1 10,1-3 99,-3-1 0,5-4-133,-6 1 0,-6-7 65,-2 2 0,1-2-451,-1-2 0,-4 0 94,-5 0 0,1-2-54,3-2 1,-3-1-70,-1-3 0,0-5-267,5 1 0,0-1-40,-1-3 1,2-2 729,3 1 0,-3-10 0,4 1 0</inkml:trace>
  <inkml:trace contextRef="#ctx0" brushRef="#br0" timeOffset="123">25197 5197 9170,'0'-7'1615,"0"-4"-1241,0 2 1,1 3-137,3-3 0,3 5-451,5-4 1,1 1 220,-1-1 1,2-3-682,2 2 0,0 2 80,4-1 0,-3 5-261,4-1 0,-5-1 854,5 1 0,-6 0 0,3 4 0</inkml:trace>
  <inkml:trace contextRef="#ctx0" brushRef="#br1" timeOffset="124">24837 4167 7495,'0'-7'534,"-6"2"1,3 5-361,-5 0 0,5 1-111,-1 3 1,-1 3 62,1 6 0,-2-1-150,2 0 1,3 1 95,-3-1 0,-2 5 53,2-1 1,0 5-63,4-5 0,0 7-19,0-3 0,0-1-113,0 2 1,0-2 89,0 2 1,0 3-124,0-4 1,-4 4 55,-1 0 0,1 1-356,4 0 0,-4 0-13,0 0 0,-4-5-559,4 1 974,-6 0 0,3 3 0,-5 1 0</inkml:trace>
  <inkml:trace contextRef="#ctx0" brushRef="#br1" timeOffset="125">24539 4576 7744,'7'0'524,"-2"2"-235,-5 2 1,0 3-95,0 5 0,2 6-13,2 3 0,-3 2-36,3 2 0,-2 0-64,-2 0 0,0-2 57,0-2 1,4 1-108,0-6 20,6 1 0,-3-6 95,5-3 1,2-2-5,2-6 1,0-6-40,4-2 1,1-9-1,4-3 0,0-9-199,-1-4 0,5-3-277,0-1 0,0-6-134,-4-3 0,0 0-2247,0 0 2753,-1-2 0,-4 15 0,-2-3 0</inkml:trace>
  <inkml:trace contextRef="#ctx0" brushRef="#br1" timeOffset="126">25010 3696 7569,'0'-7'0,"0"-4"275,0 10-138,-5-5 1,2 6-80,-5 0 1,4 1 69,-4 4 1,5-3-222,-1 7 82,2-1 1,2 0 59,0 0-121,0 1 1,2 3 141,2 1 0,1-5-71,4 0 1,6-1 5,-3 1 0,3 3 56,-2-3 1,-1 4 84,0 0 0,1-1-61,-1-3 0,1 3 90,-1-2 0,-5 2 39,-3 1-107,-2 0 1,-2 1-1,0-1 0,-2-4 8,-2 1 0,-3-5-200,-5 4 1,-2-1-85,-3 1 0,-1 2-108,-2-6 0,-4 0 38,4-4 0,-4 0-84,-1 0 1,5 0-43,-1 0 1,6 0-136,-2 0 1,4-5 499,0-4 0,6-7 0,2-3 0</inkml:trace>
  <inkml:trace contextRef="#ctx0" brushRef="#br1" timeOffset="127">25048 3671 7569,'5'-7'341,"-2"2"-252,5 5-56,-5 0 0,4-4 57,-3-1 1,3 1-133,5 4 1,1 0-103,-1 0 1,2-4-326,2 0 0,-2 0 200,3 4 269,2 0 0,0 0 0,6 0 0</inkml:trace>
  <inkml:trace contextRef="#ctx0" brushRef="#br1" timeOffset="128">25383 3584 7569,'-7'7'-242,"-3"0"398,6-3 1,-2 2 26,2 2 1,3 3-119,-3-3 1,2 3-5,2 2 1,0-5-257,0 0 201,6 0 0,1-1-83,5-2 0,5-4 83,-1-1 1,2 0-75,-1 0 1,-3-6 12,2-2 1,-3-3 73,-5-1 1,1-1-137,-4 1 0,-1-2 7,-4-2 1,0 2 45,0-3 0,-6-1 37,-2 2 1,-3-1-8,-2 5 0,1 1 58,0 3 1,-1-2 275,1 6-184,5-6-115,1 9 1,6-6-64,0 3 0,6 1 53,2-5 1,5 5-72,3-1 0,-2-2 62,3 2 1,2-1-15,1 1 1,-2 2 47,-1-2 1,-3 3 165,-2 1-85,1 0 1,-2 1-105,-3 3 1,-1 3 213,-3 5 0,-3 1-33,3-1 1,-4 6 0,-4 3 0,-3 4-81,-5 4 0,0 1-34,-1 3 0,1 4-40,-1 0 1,1 1-143,0 3 1,0-2-27,4-2 1,-1-4 114,4 0 0,1-4-296,4 4 0,0-7 105,0-1 0,2-4-213,2-5 0,-1-4-20,5 1 457,0-6 0,10-2 0,1 2 0</inkml:trace>
  <inkml:trace contextRef="#ctx0" brushRef="#br1" timeOffset="129">25693 3956 7357,'-6'13'-528,"-1"-1"637,-5 1 1,0-1 335,-1 0 1,6 1-69,3-1 0,3 5-147,1-1 1,0-3-126,0-5 0,5-1 52,4 1 1,6-2-24,1-6 1,6 0 48,-1 0 1,1-6 22,-1-2 1,1-5-121,-6-3 0,1 1-171,-5-6 1,-5 0 173,-3-3 0,-4 3 10,-4 0 0,-7 7-15,-5 2 1,-11 1-67,3 7 1,-8 1-182,3 7 1,0 3-170,4 6 1,2 0-448,2 4 0,3-1 779,6 9 0,5-3 0,1 9 0</inkml:trace>
  <inkml:trace contextRef="#ctx0" brushRef="#br0" timeOffset="130">23162 6623 7569,'-8'0'1515,"-1"0"-1138,7 0-102,-4 0 115,6 0-83,0 0 1,6-2 157,2-2 0,4 2-278,5-7 1,1 7-153,2-3 1,4 3-533,-3-2 413,-4 2 1,7-3-38,-3 5 1,1 0-193,-2 0 0,2 0-181,-5 0 1,-1 0 493,-3 0 0,-1 0 0,1 0 0</inkml:trace>
  <inkml:trace contextRef="#ctx0" brushRef="#br0" timeOffset="131">23187 6772 10105,'12'0'757,"1"0"-523,-1 0 0,2 0-39,2 0 0,8-4-12,5-1 1,4 1-621,-4 4 355,5 0 1,-6 0-1022,5 0 1,-4-4 581,4 0 1,-4 0 520,4 4 0,0-6 0,4-1 0</inkml:trace>
  <inkml:trace contextRef="#ctx0" brushRef="#br0" timeOffset="132">24006 6338 7569,'6'-7'2362,"0"1"-1558,-12 6-472,5 0 0,-4 2-104,5 2 0,-2 4 112,-2 9 0,3 7-447,-3 9 0,2 2 145,2-2 1,0 5-608,0-4 1,6 4-7,2-5 0,-1 3-385,1 1 1,0-4 330,5 0 629,5-5 0,-5 2 0,5-5 0</inkml:trace>
  <inkml:trace contextRef="#ctx0" brushRef="#br0" timeOffset="133">24341 6722 7569,'-13'0'2452,"5"-4"-1986,0 0-190,5 0 192,-3 4-45,6-6-870,0 5-277,0-5 0,2 6 724,2 0 0,8-5 0,8-2 0</inkml:trace>
  <inkml:trace contextRef="#ctx0" brushRef="#br0" timeOffset="134">24601 6561 8322,'-1'8'1307,"-3"0"0,1-3-1010,-5 3 1,5 0 90,-1 4 1,2 5-82,2 0 0,2 0-490,2 0 1,3-7 56,5 2 1,6-4-36,3 1 0,-2-4 184,2-5 0,-1-3-75,5-5 0,-4 0-120,-1-9 0,-4-1-54,0 2 0,-8-6 88,-3 1 0,-4-2 64,-1-2 0,-6 1 114,-2 4 1,-4-2 26,-5 5 1,2 2 89,-6 7 0,2 2-125,-2 6 1,-1 0-16,6 0 0,-2 2-161,1 2 0,8 3-220,-4 5 0,8 0-322,-3 1 1,5-1 310,-1 1 0,4 3-293,4 1 1,4-1 36,9-3 631,-4-1 0,11-5 0,-5-2 0</inkml:trace>
  <inkml:trace contextRef="#ctx0" brushRef="#br0" timeOffset="135">25035 6437 7569,'7'-6'1348,"-1"5"-418,-1-10-597,-3 10 0,3-6 512,-5 2-219,0 4-443,0-4 1,-1 6 146,-3 3-188,2 3 0,-3 10 30,5-1 0,4 1 23,0-5 0,6 6-1,-2 3 1,3-2-12,1 2 1,1-5 44,-1 5 1,1-5-56,-1 5 1,2 0 7,2 3 1,-6-4-12,2-4 0,-3 2-103,-1-1 1,-1-1 5,-3-3 1,-3-1-159,3 0 0,-6 1-355,-3-1 0,-6-1 278,-1-2 1,-6 0-799,-7-5 0,1 0 446,-1-4 0,-4 0 221,0 0 1,0-6 292,4-7 0,0-10 0,0-9 0</inkml:trace>
  <inkml:trace contextRef="#ctx0" brushRef="#br0" timeOffset="136">25060 6350 7569,'25'-12'790,"0"-1"1,4 5-312,0 0 0,1 1 405,-1-1 0,-3-4-439,3 4 0,3 1 27,1-1 0,-3 1-1309,-1-1 0,-3-2 510,-1 6 0,-4-6 327,-1 2 0,-4 3 0,2-1 0</inkml:trace>
  <inkml:trace contextRef="#ctx0" brushRef="#br0" timeOffset="137">1774 5445 7779,'0'12'486,"0"5"-409,0-1 0,-4 6 82,0-1 1,-1 1 35,5-1 0,0 1-185,0-6 1,6-1-244,2-6 0,-1-3 231,1-1 0,5-4 108,3 3 1,1-3-184,-5-1 1,1-5-271,-1-3 1,1-3 92,-1-2 0,-1-1 81,-3-2 1,3 6 106,-2-2 1,-3 6 184,3-2 1,-5 5 637,4-1-594,0 3 0,5 2-80,-1 3 0,1 3 110,-1 6 0,2 0 133,2 4 0,-2 2-191,3 6 1,-4 0 0,0 0 0,1-2-6,2-2 1,-1 1-130,6-6 0,-4 1-158,3-5 1,-3-5 127,3-3 1,1-2 55,4-2 1,0-7-119,0-6 1,-1-3-168,1-5 0,4-5 303,0 5 0,0-5-71,-4 5 0,0 4-4,-1 0 1,1 5 152,0 3 0,0 4 220,0 5 0,0 0-157,-1 0 0,1 1-66,0 3 0,5 3-25,3 6 1,-1-1-133,1 0 0,0 1-67,4-1 1,1-3 50,-1-1 0,0-5 79,0 1 1,1-3-124,-1-1 1,4-1-163,0-3 1,1-2 115,-5-2 0,4-3 62,1 2 1,-1-2 48,-4-1 0,5 0 108,-1-1 0,5 2-14,-5 3 1,2-3-94,-2 3 1,-4 2 14,0 2 1,5 3 152,-5 1 1,3 5 206,-3 3 1,-1 5-175,-3 3 1,7 0-86,-3 4 0,3-1 41,-3 2 1,-1-3-76,-3-6 0,7 4-220,-2-4 1,2 2 82,-3-10 0,0 0 118,0-4 1,5-5-177,-1-4 0,6-7-236,-2-5 1,-2-2 155,-2-2 1,-1-1 83,2-3 0,-4 4 208,4 0 0,-5 2 299,-4 6 1,1 1-253,-5 3 1,4 6-98,-4 3 1,2 4 597,-2 4 1,-2 5-199,6 7 0,-1-1-64,1 6 1,3-6-106,-3 2 0,3 1-57,1-2 0,4-1-357,1-6 0,3-4-506,-3-5 1,4-1 74,0-3 1,2-5 294,2-7 1,-1-2 51,1-3 1,4-2-1269,0 2 1517,-1-2 0,-7 1 0,-1 2 0,2 4 0,1-4 0,2-2 0</inkml:trace>
  <inkml:trace contextRef="#ctx0" brushRef="#br0" timeOffset="138">15396 4899 7569,'0'-12'196,"-9"-1"156,1 1 0,-6 3 38,6 1-207,-3 5 1,0-3-9,3 1 0,1 4-1,3-3 1,2 4 287,-2 4-325,3 3 1,2 7 183,3 2-346,-2 4 162,9 4 1,0-3-352,5 0 182,1-1 0,1 4 29,3-4 0,2-2 176,2-5-158,0-6 0,1-2-992,3-5 638,-3 0 1,8-7-74,-5-5 329,6-1 13,-9-10 0,8 9 82,-5-2 1,4-2 55,-4 1 0,0-3 138,-4 3 1,3 1-105,-3 3 0,2 5-38,-6 0 0,-3 5 304,-2-1 0,-1 2-38,2 2 0,-3 2-229,2 2 0,-1 7 31,2 5 0,-3 5-101,2-4 0,-1 3-72,2-3 1,-3 1-150,2-2 1,2-6 134,-1 2 0,5-3 48,-1-1 1,2-3-120,2-5 0,0-1-175,-1-3 0,5-7 294,0-6 1,0-1-62,-4 2 1,0-2 196,0-3 0,-2-1 86,-2 6 1,-2-1 107,-2 5 0,-4 3-163,4 1 1,-3 5-44,-2-1 1,1 4 17,-1 4 0,0-1-44,1 5 1,3 5-201,1 3 0,4 1 76,-5-5 0,6 5-48,-1-1 0,4 0-111,4-8 0,2 1-77,7-4 0,-1-1 104,0-4 0,4-6 95,1-2 0,7-7-126,-3-2 1,8-5-24,-9 2 1,9-5 245,-9-4 1,2 7 53,-6-3 1,-6 8 134,2 1 0,-8 8 47,0 3 1,-3 4 180,-1 1 0,0 1-158,0 4 0,-5 3-142,1 8 0,1 0 0,7 4 0,-3-5-39,3 2 0,3-3-393,1-2 1,7-1 180,1-3 0,6-2-75,-1-6 0,6-1-151,2-4 0,1-6 135,-1-5 1,-3-6 86,2 1 0,-3-1-25,-4 1 0,-4-1 411,-4 6 1,-7 1 651,-2 6 1,-4 0-586,-4 5 0,-2-1-60,-3 5 0,-2 2-436,3 2 0,-3-1-380,-2 5 0,5 0-412,-1 5 1,8 0 945,0 4 0,12 2 0,8 6 0</inkml:trace>
  <inkml:trace contextRef="#ctx0" brushRef="#br0" timeOffset="139">15743 8024 7569,'-12'7'1413,"-1"-1"-1014,1-6-237,5 0 0,0 0 331,3 0-173,3 0-262,-5 0 1,13-6 95,5-2 0,6-4 29,7-5 1,5 2-45,4-6 0,7 5-125,4-5 0,-1 6 10,2-2 0,-7 3 47,-2 2 1,-6 4-759,-6 0 0,-4 5 127,0-1 1,-6 2-164,1 2 0,-7 6 384,-5 2 0,-3 9 339,-1 3 0,-5 4 0,-2 1 0</inkml:trace>
  <inkml:trace contextRef="#ctx0" brushRef="#br0" timeOffset="140">16041 7987 7569,'7'-5'791,"-2"3"0,-5-2-697,0 8 1,0 9-69,0 7 1,-1 4 49,-3 1 0,-2 1-102,-2 3 1,1-2 107,3 6 1,3-4 30,-4 4 0,4-1-800,1 1 0,4-4-60,0-8 1,10-5 446,-1-8 0,6-3 300,-3-10 0,6-7 0,-2-7 0</inkml:trace>
  <inkml:trace contextRef="#ctx0" brushRef="#br0" timeOffset="141">16326 7776 7569,'0'-19'0,"0"1"-73,0 6 460,0 5-114,0 23 0,0 6 191,0 20 1,-1 2-230,-3 1 0,2 5-52,-2 4 1,-1-2 48,1 6 0,-1-10-225,5 2 0,2-14 144,2-3 1,1-7 50,4-6 0,2-3 154,-3-9-220,3-2 0,1-12-57,1-2 0,-5-9 56,0-3 0,-1-9-8,2-4 0,0-3-398,-5-1 0,5 4-44,-5 0 0,0 9 55,-4-1 75,5 9 128,-3 3 1,3 11 80,-5 10 1,0 11 135,0 14 0,0 0-147,0 5 1,4-9-9,1 4 1,8-6 280,0-2 0,6-6 7,-2-2 1,6-5-111,2-4 0,0-3-63,4-10 0,2-1-62,2-7 1,-2-6-70,-2-6 0,-5-1-179,-3-7 1,-3 4 150,-6-4 0,-1 0 73,-2-4 0,-4 3-316,-5 1 0,-5 11-412,-4 2 0,-3 6 483,-4 6 0,0 8 162,-4 8 0,-1 14 237,-4 7 0,2 4-218,2 0 1,5 3-71,7-3 1,4-1 85,5 1 0,3-7 67,5-1 0,3-2-1020,14-6 0,-1-1 967,14-3 0,2-1 0,9 0 0</inkml:trace>
  <inkml:trace contextRef="#ctx0" brushRef="#br0" timeOffset="142">17592 8111 7569,'0'-12'0,"5"5"0,-3 0 432,2 3 277,-3 2-414,-1-3 1,4 6 151,0 3-276,0 3-22,-4 11 1,0 3 135,0 8-110,0 3-100,0 5 1,0-4-51,0 0 1,0-6 135,0 2 0,0-4 183,0-4-523,0-3 67,0-11 90,0-2 0,2-5 195,2 0-85,3-5-37,0-8 1,4-7-224,-3-9 99,3 2-62,1-8 0,1 3-80,-1-5 0,-3 1 184,-1 3 0,-5 3 49,1 5-78,-3 5 1,-1 7 36,0 4 1,0 8 11,0 1-22,0 11-11,0 8 1,0 10 190,0 0-169,0 6 47,0-9 0,6 3-6,2-9 1,3 2-8,1-5 1,2-2-5,3-7 1,1 2 94,2-6 1,4 0 44,-4-4 0,5-9 87,4-4-207,-3-7 11,5 0 0,-7-4-97,1-1 101,-5-6-82,-3 5 1,-6-5-128,-2 2 0,-4-2 156,-5-2 1,0-1 26,0 5 1,-1-3-269,-3 7 0,-3 3 181,-6 10 0,1 5 207,0 3-183,-6 2-16,4 8 0,-8 6 185,5 9-158,-5 3 50,9 6 0,-1 2 2,5 5 0,7 0 8,-2 0 1,4-1 24,4-3 0,3 1-158,5-5 32,6 0 72,1-9 0,6-2 174,0-6-173,0-5-6,-1-2 0,-3-5 179,0 0 3,-1-5-130,0-2 0,-1-11 12,-2-3 0,-4-2-14,4-2 0,-3 0 14,-2 1 1,-1-1-142,-3 0 0,2 0 72,-6 0 0,0 6 47,-4 2-8,0 9 50,0 3 140,0-1-198,0 5 1,-4 6 2,0 12 1,-4 6 10,4 6 0,-5 2 11,5 2 1,0 1-24,4-5 1,2 4-25,2-4 0,3-4-27,5-4 60,0-6-13,1 3 0,-1-10-14,1 0 0,-1-5-18,0 1 0,1-5-1,-1-8 0,5 0 18,-1-12 0,-1 0-8,-6-3 0,2-1 10,-3 0-190,3 0 185,-4 0 1,3 2-3,-6 2 0,0 9-10,-4 1 45,0 9-38,0-3 31,0 10 1,0 4 70,0 7 1,0 4-97,0 4 1,1-3 6,3 0 0,3-6-31,6 1 1,3-2-12,1-1 0,5-7 47,-2-1-4,4-4-3,-5-1 1,3-7 250,-5-5-121,5-1-4,-8-10 0,2 8 75,-8-6 0,2-1-153,-6-7 0,0 3 31,-4-3 1,-4-3-48,0-1-552,-6 3 374,-2-6 0,-2 11-42,-2 0 50,2 1 126,-4 15 0,3-6-716,-6 11 332,6 0-74,-3 4 0,6 5-382,-1 4 1,2 3 278,3 5 570,2 2 0,6 0 0,0-1 0</inkml:trace>
  <inkml:trace contextRef="#ctx0" brushRef="#br0" timeOffset="143">19316 8124 7569,'7'0'1267,"-2"6"-780,-5 7 1,5 10-5,-1 10-115,0 3-230,-4 7 0,0 1-85,0 6 0,0-6-49,0-3 1,0-4-148,0-4 0,0-2 261,0-7 233,0-4-689,0-8 621,0-6-140,0-6 0,0-16-169,0-4 1,0-13 74,0-4 0,1-12-141,3-9-1425,-2-2 1417,9-2 0,-6-4-228,4-1 1,2 0 88,-3 9 0,3 2 237,1 14 1,-3 8-479,-1 9 12,0 6 389,5 12-45,-1 12 706,0 9 1,-5 16-390,-3 3-110,3 3 195,-5 2 1,3 3-170,-5 0 0,0 1-99,0-5 0,0-1 4,0-3 0,-4 0-44,0-8 1,-6 1 2,2-10 0,1-3 343,-1-5-212,0-5 0,-5 2-382,1-5 140,5-5-154,1 3 0,6-13-231,0 3 0,2-10 317,2-3 1,7 0 62,5-4 0,5 4-189,-4 5 1,3 2-47,-3 5 1,4 1 377,-5 0 0,1 5 0,-5 1 0,-4 2-66,1 0 66,-1 0 157,-1 4 0,-2-2 210,-5-2 0,2 3-60,2-3-21,-3 2 52,5 8 0,-6 1 238,0 5 0,0 1 109,0-1-404,0 6 0,0-3 75,0 6-395,0-6 0,0 3 93,0-6 1,0 1-177,0-1 274,0-5 28,5-2-160,2-5 0,7-9 7,2-4 1,-2-7-109,3-1-22,-4-2 135,5-8 0,-4 1-95,3-3-27,2 3 76,-5 5 0,4 1 1,-6 4 0,-4 2 36,1 5 0,-5 6-27,4 3 0,-4 3-50,4 1 0,-5 1 38,1 3 0,-2 3 112,-2 6 1,4 0-89,0 4 0,4 2-110,-4 6 110,6-6-71,-9 5 0,10-6-118,-2 2 0,-2 2 131,1-5 0,-1 0 23,1-5 0,2-4-280,-6 0-7,6-5 1,-8 3-984,7-6 572,-7 0 245,4 0 480,-1-6 0,2-6 0,6-7 0</inkml:trace>
  <inkml:trace contextRef="#ctx0" brushRef="#br0" timeOffset="144">19924 7751 6879,'12'0'-17,"5"0"244,-1 0 0,2 5-575,-1-1 0,1 5 348,3 0 0,2 7 0,-4 3 0</inkml:trace>
  <inkml:trace contextRef="#ctx0" brushRef="#br0" timeOffset="145">20209 7950 7569,'-8'0'220,"0"0"0,4 5 339,-5 4 1,2 7-65,-1 5 1,-1 6-143,4 2 1,1 0-188,4-4 0,2-1-16,2-4 1,8 1-91,9-9 1,2 2 122,2-10 1,5-1 11,4-7 0,1-4-80,3-9 0,-5-4-170,0-8 1,-7 2-529,-1-6 1,-7 4 322,-10-4 1,2 5 18,-6-1 0,-2 4 102,-6 5 0,-3 3 232,-5 9 1,-6 4-183,-3 8 1,-1 8-18,2 9 0,-2 4 201,5 4 0,1-2 267,3 6 1,6-4-465,3 4 0,4-5 50,4 1 1,3-3-667,6-1 0,5 0 59,2 0 659,9-6 0,3-1 0,5-6 0</inkml:trace>
  <inkml:trace contextRef="#ctx0" brushRef="#br0" timeOffset="146">20929 8062 7569,'5'-7'0,"-3"-4"0,3 8 709,-5-5 29,6 5-117,-5-3 208,5 6-523,-6 0 0,0 6-149,0 2 1,0 3-104,0 2 1,0 3-177,0 1 0,0 3 200,0-3-1,4-1 118,0-3 0,4-1-1076,-4 1 0,6-5 66,-2 0 0,3-5-93,2 1 1,5-8 203,2-4 704,4-9 0,1-8 0,-1-6 0</inkml:trace>
  <inkml:trace contextRef="#ctx0" brushRef="#br0" timeOffset="147">21127 7863 7569,'-19'-12'0,"5"5"19,6 3 39,0 2 233,1 2-207,1 0-29,6 0 1,6 0 3,2 0 0,5 0-119,3 0 0,-1 0 1,6 0 1,0 0 13,3 0 1,-3 4 28,0 1 1,-6-1-13,1-4 1,2 1-13,-1 3 13,-1-2 0,-3 7 20,-1-5 1,-5 2-4,-3-2 0,-2-1 122,-2 5 0,0 0 35,0 5 0,-2-1 27,-2 1 0,3-1-77,-3 0 0,2 5 61,2-1 0,0 5-107,0-4 0,4 3-4,1-3 0,4 3 40,-1-3 0,3 1 101,2-2-118,-6-2 0,0 4-16,-3-5 0,-3-5-242,3 0 0,-8-1 70,-4 1 0,-9 3 118,-3-2 0,-9 7 0,-3 3 0</inkml:trace>
  <inkml:trace contextRef="#ctx0" brushRef="#br0" timeOffset="148">18931 9215 7569,'0'-12'828,"0"-1"-655,-5 6-165,4-4 1,-10 10 23,2-3 0,-2 2 94,-1 2 1,-6 0-104,-3 0 1,-2 10 0,-2 2 1,-4 5 52,0-1 1,4 0 293,5 4-81,4-5-4,4 9-240,7-16 1,5 9-82,0-9 0,11-1 78,5 1 0,8-5-15,4 1 1,4 2 51,5-2 1,1 4-3,-1-4 0,-4 6-137,0-2 1,-5-1 57,1 1 1,-5 0-61,-3 5 1,-4-1 99,-9 1 275,-3-1-145,-5 0-34,-5 1 1,-8-1 20,-7 1 1,-8-1-85,-1 0 0,-7 1 17,-1-1 1,0-1-144,-4-3 0,3 2-44,5-6 1,0 0-688,8-4 383,3 0 255,10 0 1,1-1-778,3-3 0,2-3-6,6-5 930,6-1 0,1-5 0,5-1 0</inkml:trace>
  <inkml:trace contextRef="#ctx0" brushRef="#br0" timeOffset="149">18845 8967 7569,'-7'-6'0,"-3"4"0,6-7 0,-2 7 586,2-3 597,3 10-733,-5 7 1,6 13 73,0 8 1,5 11-170,-1 1 0,5 12-172,0-3 1,2 1-478,1 3 0,5-7-413,-1-2 1,6 4 579,-1-8 1,4 2 185,4-6 1,1-6-60,3 2 0,3-8 0,-4 1 0</inkml:trace>
  <inkml:trace contextRef="#ctx0" brushRef="#br0" timeOffset="150">19539 9227 7569,'-5'-7'392,"3"-4"-392,-9 5 973,10-1-106,-4-4-425,5 9 1,5 2-210,3 9 1,-2 7-39,-2 5 0,2 6 90,-2 2 0,1 6-117,-1-2 0,-2 3-476,2 1 0,-1-4 251,1 0 1,1-4-1132,3 4 1,4-7 1187,-4-1 0,3 0 0,1-6 0</inkml:trace>
  <inkml:trace contextRef="#ctx0" brushRef="#br0" timeOffset="151">20160 9401 7569,'-6'-18'60,"5"4"0,-5-5 502,6 2-284,0 4 1,0-5 21,0 5 1,0 1 26,0 0 0,2 3-144,2 1 1,-1 5 22,5-1 1,-4 3-95,4 1 1,0 1 38,5 3 0,-1 5-77,1 7 1,-2 3-35,-3 6 1,3 5-116,-3 4 1,-2-3 62,-2 2 1,-3-4-163,-1 4 0,-1-5 183,-3 1 1,-3-7 2,-5-1 0,-2-6-105,-3 1 1,-2-6 43,-6-2 0,4-5 208,1 1 1,5-3 32,-2-1 1,3-1 132,2-3 0,5 1 31,3-5-266,2 5 1,4-7 27,2 6 1,4-1 81,9 1 1,-2 2-456,6-2 1,3 3-132,5 1 0,4-2-295,-4-2 1,4 3 66,-4-3 0,5-2-149,-6 2 0,6-1 366,-6 1 1,-3 1 174,-4-6 1,-6 3-31,2-3 1,-4-2 251,0 3 0,-6-3 0,-3-1 0,-3-1 0,-1 1 0,0-1-86,0 1 1,-1 4 416,-3-1 0,-3 7 437,-6-2 1,5-2-225,0 2 0,0 1 148,-5 7 0,2 3-362,3 6 1,-2-1-95,6 0 0,0 5-91,4-1 1,0 2-118,0-1 1,1-3-175,4 2 0,1-6 168,7-2 1,-1-1-283,1 1 0,-1-2 36,0-6 0,1 0-46,-1 0 1,-3-2 141,-1-2 1,-5-3 8,1-5 0,-3 0 115,-1-1 1,0-3-57,0-1 0,-4-1 76,0 2 1,-4 2-63,3-3 0,1 4 95,4 0 42,0 1-163,0 5 0,6-3-11,2 6 0,3-1 53,1 0 0,1 4-4,-1-3 1,1 3-18,-1 1 155,1 0-127,4 5 0,-3 2 60,3 5 0,-3 1 2,-2-1 1,0 1 111,1-1 0,-1 5-84,1-1 1,3 1-12,1-5 0,1-1-21,-2-3 1,2 2 18,3-6 1,2 0 49,-2-4 0,-2-9-37,2-4 0,-6-8 199,2 1 1,-8 1-72,-1-2 0,-5 0-226,1-4 119,-13 6 20,0 1-316,-14 6 155,-2-1 1,-7 2 82,-5 3 0,0 3 26,0 5 0,1 5-389,3 3 0,7 3-288,5 2 0,10-1 621,-1 1 0,7 4 0,0 3 0</inkml:trace>
  <inkml:trace contextRef="#ctx0" brushRef="#br0" timeOffset="152">21884 9265 7569,'7'-13'-119,"-1"5"-41,-6 0 467,0 5 46,0-8 195,0 9 176,0-9-253,0 10 195,0-4-264,0 5 222,0 0-418,-6 5 1,-1 6-207,-5 6 0,-1 5-17,1-2 1,-5 0-342,1 0 0,-6 1 228,1 4 1,2 0-715,-2-1 0,6-3 124,-2 0 0,4-6 720,0 1 0,1-2 0,-1-1 0</inkml:trace>
  <inkml:trace contextRef="#ctx0" brushRef="#br0" timeOffset="153">21636 9265 7796,'-7'-13'568,"0"2"140,3 3 812,3 2-649,-5 6-261,6 0-371,0 0 1,4 2-34,0 2 1,6 8-16,-2 9 0,5-2-242,3 2 0,-1 4-627,6 4 0,0 0 459,4-5 0,4 1-1990,0 0 2209,0 0 0,1 0 0,2-1 0</inkml:trace>
  <inkml:trace contextRef="#ctx0" brushRef="#br0" timeOffset="154">22765 8954 7569,'-7'0'-427,"2"0"646,-1 0 145,5 0-78,-5 0 1,6 0 1023,0 0-1162,6 0 0,-4 0 128,7 0-64,-7 0-112,9 0 0,-8-4-275,5 0-51,-5 0 39,3 4 194,-1 0-56,-3 0 116,3 0-17,-5 0 411,0 0-472,-5 0-106,3 0 115,-3 0 1,3 4-62,-2 0 15,3 0-7,-5-4 21,1 6 13,3-5 0,-3 6 56,5-3-33,-6-2 1,5 5 33,-3-3-49,3-3 76,1 10-27,-6-4 1,5 6 50,-3-1-30,2 0 1,1 1 8,-3-1 1,2 1-26,-2-1 1,3 4 9,1 1 1,0 1-132,0-2 1,0-2 110,0 3 0,0 1-396,0-2 0,0 5 53,0-5 0,0 6-72,0-1 1,0 3 17,0 0 366,0 1 0,-6 5 0,-1 2 0</inkml:trace>
  <inkml:trace contextRef="#ctx0" brushRef="#br0" timeOffset="155">22988 9314 8148,'-1'-7'1496,"-3"3"-1613,2 3 0,-3 2 42,5 3 0,0-1-517,0 5 0,0-4 245,0 5 0,0-5 347,0 4 0,0 0 0,0 5 0</inkml:trace>
  <inkml:trace contextRef="#ctx0" brushRef="#br0" timeOffset="156">23311 9091 7569,'-13'0'0,"1"0"598,0 0-394,-1 0 1,5 5 89,0 4 1,-1 2 151,-3 1 1,4 5 14,-1-1-338,7 6 0,-8-2-4,6 4 0,1 0-110,7-4 0,0 4 49,9-3 1,-2-4-143,10 0 1,-5-9-163,5-4 0,-1-2 154,5-2 0,0-2-291,0-2 1,0-4 136,-1-9 1,0 2-13,-3-5 1,-1-1 67,-7-4 0,0 0 11,-8 1 0,-1 3 130,-4 0 0,-6 2 145,-2-2 1,-9 3 313,-3 6 1,-4 5-247,-1 3 0,1 3-68,-1 1 1,1 0 22,4 0 0,2 5 136,5 3 1,2 3-292,3 2 0,3-1-374,5 1 0,1-1 32,3 0 1,9-3-265,7-1 0,4-5 642,0 1 0,7-3 0,0-1 0</inkml:trace>
  <inkml:trace contextRef="#ctx0" brushRef="#br0" timeOffset="157">23757 9054 7569,'-12'0'0,"0"0"0,3 0 1134,1 0-265,5 0-134,-2 0-380,5 0 1,0 5-200,0 3 0,0 5 39,0 3 0,1 0-135,3 4 1,2 1 78,2 4 0,3 0-172,-3-1 0,-1 0 61,2-4 1,-5 4 82,4-3 0,-5-2-187,1 2 1,-3-6-263,-1 1 0,-5 2 152,-4-1 0,-7-1-1,-5-3 0,-2-2-140,-2-3 0,-4 2 99,0-6 0,-4 0-226,4-4 0,0-6 132,4-2 0,6-10 105,2-7 0,5-5-132,4-7 1,5-9-101,11 1 0,2-5 449,11 9 0,-2 5 0,2 7 0,2 8 111,-2 5 1,2 3-134,2 5 1,-2-1-103,-2 4 1,3-3 404,-4 4 0,8-4 623,1 4 1,0-5-616,-5 5 0,5-4-251,0 4 0,6-4 273,-2 3-311,-3 1 0,6-1 0,-4-2 0</inkml:trace>
  <inkml:trace contextRef="#ctx0" brushRef="#br0" timeOffset="158">24266 9091 7569,'-7'0'1443,"2"0"1,16-4-1593,5 0 1,2 0 160,3 4 0,-5-5 149,5 1 0,-6 0-465,2 4 0,1 0-713,-2 0 1,-1 1 1016,-6 4 0,2 2 0,-4 5 0</inkml:trace>
  <inkml:trace contextRef="#ctx0" brushRef="#br0" timeOffset="159">24266 9289 7569,'-12'7'0,"3"-1"1123,1-6 1588,5 0-2329,-2 0 1,6-4-200,3-1 1,5 0 22,7 1 0,5 1-685,8-5 0,-2 4-950,6-5 1,-4 7 1428,5-2 0,-7-3 0,3 0 0</inkml:trace>
  <inkml:trace contextRef="#ctx0" brushRef="#br0" timeOffset="160">25010 9066 7731,'5'-8'440,"-1"0"1,5 3-235,0-3 1,2 0 116,1-4 1,0-1 136,1 1-110,-1-1-89,1 1-213,-6 5 88,-2 1 1,-10 6-147,-4 0 0,-3 2-32,-5 2 0,2 7-178,-5 6 0,-1-1 51,-4-3 1,6-1 66,2 0 1,5 1 26,4-1-24,-3 1 42,9-1 1,4-1 47,10-3 1,3 3 12,10-2 0,-3-3 37,7 3 1,-3-2-51,-1 1 1,0 3 77,0-3 1,-2 3-72,-2 2 1,-3-1 3,-6 0 0,-5 1 47,-3-1 1,-3 1 96,-1-1 0,-5 0-82,-3 1 0,-9-1 8,-4 1 0,-3 3-83,-5 1 0,2-2 3,-2-7 1,-1 3-309,1-3 0,2-1 146,6 2 1,-1-7-224,5 2 1,1-2-81,3-2 0,7-2 473,1-2 0,4-8 0,1-7 0</inkml:trace>
  <inkml:trace contextRef="#ctx0" brushRef="#br0" timeOffset="161">25035 8830 7569,'-5'-6'1186,"-2"0"-777,0 1-263,-4 3 1,8-2 424,-5 8-322,5 3 1,-2 7-49,5 2 1,0 4-61,0 4 1,1 7-50,3 2 1,-1 3-117,5 1 0,-4 4-502,5 1 1,-5 0 358,4 0 0,-5 0-335,1 4 1,1 1 501,0-6 0,4 6 0,-2-3 0</inkml:trace>
  <inkml:trace contextRef="#ctx0" brushRef="#br0" timeOffset="162">25494 8992 7569,'0'-7'1432,"0"1"-1010,0 6 0,0 7-1,0 6 1,0 5-244,0 6 1,4 2-184,1 3 1,0 3-148,-1 5 1,-2-4-373,2 0 0,1-4-512,-1 4 0,5-1 1036,-5 1 0,0-2 0,-4-7 0</inkml:trace>
  <inkml:trace contextRef="#ctx0" brushRef="#br0" timeOffset="163">25730 9029 7437,'1'-8'-25,"4"-1"0,-3 7 156,7-3 0,0 4-103,8 1 0,-3 0 35,2 0 1,2 0 20,-1 0 0,-1 6 8,-4 2 0,1 7-44,-1 2 1,-1 3-3,-2-3 1,-4 5-93,-5-1 0,0 2 100,0 2 1,-7 0-19,-5-1 1,-2 0 1,-7-4 0,5 4 85,-5-3 1,5-6 25,-5 1 0,7-9 510,2 6-254,-1-9-125,12 1 1,-3-5-103,8 0 0,8 0 11,9 0 0,2 0-461,2 0 1,1-1 192,3-3 1,-1 2-305,5-2 0,-4 1-201,4-1 1,-5 2 583,1-7 0,-3 1 0,-1-4 0</inkml:trace>
  <inkml:trace contextRef="#ctx0" brushRef="#br0" timeOffset="164">26325 8942 7943,'-1'-7'406,"-3"3"1,1 4-845,-5 4 1,0 10 1281,-5 11-485,1 0 0,-2 10-23,-2-2 0,2 7 82,-3 2 1,8 3-292,0-3 1,7-2-164,-3-7 0,5-3-112,5-5 0,1-2 119,7-2 1,5-3 10,2-6 1,0-5-46,0-3 1,-3-4-177,4-4 0,-6-1 65,1-4 1,-3-2-56,-5 3 0,-2-3 145,-6-1 1,-2-1 158,-2 1 0,-8 1 115,-9 2 0,-3 3-84,0 1 1,0 4-11,4-3 1,-2 4-174,5 4 0,0-1-486,5 5 219,5 0 1,2 5-959,5-1 1302,5-5 0,8-1 0,6-6 0</inkml:trace>
  <inkml:trace contextRef="#ctx0" brushRef="#br0" timeOffset="165">26698 9116 7569,'-13'0'324,"1"5"26,-1 4 1,1 3 518,0 4-563,-1-2 1,2 8 36,3-5 0,2 3-15,6-3 1,0 0-302,0-5 0,2 0 51,2 1 0,4-6-126,9-3 0,2-3 65,6-1 1,1-5-6,3-4 0,-3-3-50,3-5 1,-3-2-160,-1-6 1,-6 5 99,-2-1 1,-9 2-40,-4-2 0,-4-1 103,-4 5 1,-4 1-8,-9 4 0,-3 0 149,-9 4 0,1 3-85,-5 5 0,6 1-35,-2 3 0,2 4-396,3 9 1,4-2-1262,4 6 1668,2-6 0,-4 8 0,-1-3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2.225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13572 3398 8113,'1'-8'-1112,"4"0"974,1 5 1,3-3-70,-1 6 1,0 0 1381,5 0-772,-1 6 1,2-3-182,2 5 1,2-4-100,3 4-210,2-5 105,-9 8 1,8-8 19,-5 5-117,-1 0 101,-9 5 0,3-1 20,-6 1 1,-1-1-34,-7 0 1,-5 6 88,-7 3 1,-3 2 181,-6 2 1,-4 0 214,0 0-217,-6 5-106,9-4 0,-4 5 16,5-6-53,6-1-21,-5 1-171,16 0 48,-8-6 1,13 5 139,-6-4 1,7 4 2,-2 1 1,2-5-118,2 1 1,0 0-175,0 3 1,4 1 24,0 0 11,6 0 135,-3 0 1,5-1 167,1 1-165,-1-6 9,1 5-39,-1-5 1,0 2 40,1 0 0,-1-2 26,1 2-25,-1 2 0,-4-4-48,1 6 1,-2 1-12,1 3 0,-3 1 187,-5 4-75,0 1 0,-5-2-55,-3 9 150,-4-4-904,0 11 757,0-11-10,-1 10 16,1-3-4,-1 4 1,1-3 49,0-1-39,-1 1 47,1-2-98,5-2 1,-3-4 4,6-1 1,0-4 13,4 0 25,0-6-2,6 4-11,0-6-47,7-6 46,-1 4 5,6-9 130,-4 4 751,9-6-876,-3 1 0,4-1-2,-4-5 0,2 4 47,-6-3-58,6 3-70,-8 2 90,4-1-38,-5 1 0,-2 0 3,-3 4 36,-3-3 167,-5 9 1,-5 2-166,-2 1-387,-11 10 699,-1-10-155,-6 10 4,0-4-931,-5 5 806,4 0-13,-5 0 22,1 1 1,8-5-149,-3 0 289,9-6-97,-2 9 0,7-10-161,2 3 158,4-8 86,5 2 1,0-3-252,0 4 0,5 1 974,4 0-844,2 5-38,7-4 0,-5 5 26,4-6-7,-3-1 212,4 1 0,-3 0-279,5 0 0,-4-2 75,0-2-193,-2 2 185,-2-3-15,1 4-157,-6 1 151,4 0-1,-10 5-12,5 2 0,-6 5-11,0 0 0,-6 6 47,-2 3 1,-5 6-150,-3 2 0,1 2 83,-6 2 0,4 0-308,-3 8 1,0-2 123,0-2 1,2-3 67,5 3 1,5-7 136,0 7 1,1-7 136,-1 3 0,-2-4 26,6 4 1,-4-5-52,4 5 1,-5 0-109,5 4 0,-4 0 229,4 0 1,0 4 141,4 0 0,-1-30 1,0 0-238,-1-1 0,0 0 0,1 0 0,-1 1-76,-1 1 1,-2 0 0,1-1 0,-2 0-284,-2 3 1,0 0 0,0 2 0,1 0-31,-4 0 1,1 0-1,2 0 1,-1 1-737,-1 1 0,0 1 710,2-2 0,1 0 164,-3-1 1,2-1 0,2-1 0,1-2-226,-4 25 307,4-8 0,9-10 0,0-6 0,-1 0 0,-2-4 0</inkml:trace>
  <inkml:trace contextRef="#ctx0" brushRef="#br0" timeOffset="1">1910 3671 7569,'0'-12'0,"-4"-5"-212,0 1 1,0-2 0,4 3 225,0-2 0,-4-4 330,0 5 1,0-6 29,4 1-238,0 3 0,-6 0 161,5 6 1,-6-1 134,3 1-182,2 5-73,-3-4 1,3 10-25,-2-3 0,3 9 4,-3 8 1,-3 4 9,-1 8 1,1 10-7,-2 2 1,2 13-126,-1-1-1253,-3 9 1265,4-1-302,0-1 66,-4-1 1,6-7 242,-3-2-119,-3-3 48,9-17 0,-7 1 232,4-10-33,-4-1-22,2-9-77,-6-1 1,1-8 975,0-2-1135,-1-8 272,1-2-532,5-9 214,-4 3 1,10-4 92,-4-1 1,4 5 26,1 4 1,0 2-165,0 2-61,0 5 0,1 1 139,4 6 1,1 7 113,7 6 1,-4 3 215,4 5-114,-3 2 0,7-3 18,-4 4-66,-1-4 0,6-2-57,3-6 0,-2-1 29,2-3 0,-5-2-15,5-6 1,-2 0-7,2 0 1,-2-7-21,-2-6 0,-3 0-88,2-8 1,2 2-135,-1-2 93,-6-2 0,0 3-75,-10-4 88,5-1 1,-2 4 55,0 0 170,0 12-76,-4-8 0,-1 14-53,-4-5 0,-1 7 79,-7 1 0,2 7-31,3 9 1,-2 2 141,6 3 1,-4 2-30,4-2-102,0 2-21,4 2-146,5 0 150,2-6 0,7-1 42,2-5-173,-2-1 56,10-5 0,-9-2 28,5-5 0,0 0-23,0 0 1,0-5-27,-4-3 1,-1-9-125,6-4 0,-6-2-123,2-2 134,2-5 64,-5-2 0,0-4 32,-6 3 0,-1-7-39,1 3-143,3-3 95,-10-3 1,5 5 94,-6-4 1,0 5 3,0 4 0,4 0 46,0 8 0,0-1 303,-4 10 306,0-1-315,-5 10-159,3 2 0,-4 6 308,1 3-214,4 9 1,-10 11-14,10 3 1,-5 8 96,6-2-227,0 3 0,0 3 52,0 2 1,0-2-138,0 2 1,4 2-242,0-2 1,6-5-943,-2-7 584,-2-3 303,5-7-656,-4-1 612,5-11 0,-4-1-96,1-6 455,-7-6 0,9-12 0,-4-8 0</inkml:trace>
  <inkml:trace contextRef="#ctx0" brushRef="#br0" timeOffset="2">2158 3597 7569,'-12'0'1191,"5"0"-504,2 0-229,5 0-275,0 0 1,1-4 103,3-1 0,3-3 137,5 4 0,2 0-644,3 4 109,2-6 148,6 5-1705,5-5 1181,-4 1 1,14 2 486,-2-5 0,7 0 0,-1-5 0</inkml:trace>
  <inkml:trace contextRef="#ctx0" brushRef="#br0" timeOffset="3">3139 3721 7569,'-5'-9'-288,"1"1"712,0 5 33,4-2 298,0-1-291,0 5-281,0-5-168,0 1 145,0 4 1,2-4 22,2 10 1,3-3-1,5 7 1,0 3 7,1 5 0,-1 5-23,1-2 1,3 8-36,1 1-100,-1 0 13,-3 1 0,-1 0-152,0 3 50,6 3-150,-4-10-280,4 5 372,-6-12 0,-3 3 64,-1-5 1,0-2 79,5-7-684,-6 3 67,4-10 0,-6 4-688,3-10 640,-2-7 720,-1-7 0,2-6 0,6 0 0</inkml:trace>
  <inkml:trace contextRef="#ctx0" brushRef="#br0" timeOffset="4">3436 3609 7976,'-18'0'724,"5"6"-464,-5 6 0,4 9-44,-3 8 1,-2 2-34,-6 7 1,0 3-11,1 0 0,-3 5-91,-2-5 0,3 4-1867,-3-3 1527,9-1 262,2-4-1885,5 1 1881,6-7 0,2 5 0,5-4 0</inkml:trace>
  <inkml:trace contextRef="#ctx0" brushRef="#br0" timeOffset="5">4106 3857 7569,'-8'-4'-82,"0"0"0,5-2 453,-1 2-139,2 3 146,2-5 85,0 6-212,0 0-322,6 0 87,1 0 1,5 0 121,1 0 0,5-4 0,2 0 0,0 0-449,0 4 0,-1 0 6,2 0 1,1 0-717,-5 0 490,5 0 531,-8 0 0,4 0 0,-6 0 0</inkml:trace>
  <inkml:trace contextRef="#ctx0" brushRef="#br0" timeOffset="6">4106 4006 7569,'-8'0'0,"0"0"926,5 0-187,-3 0-218,6 0-255,0 0 1,2 4-244,2 0 33,3 0 122,11-4-854,1 0 519,6 0 1,1 0 107,3 0 1,7-4 193,5 0-145,1-6 0,0 4 0,2-7 0</inkml:trace>
  <inkml:trace contextRef="#ctx0" brushRef="#br0" timeOffset="7">5136 3870 7569,'-1'-9'-454,"-4"1"545,4 5 0,-6-2 180,3 5 1,1 0 42,-5 0-210,5 5 38,-8 2 0,8 6 120,-5-1 1,5 6-118,-1 3 1,-1 2 26,1 2 0,-1 0-86,5-1 1,2-4-109,2-4 0,3-2 179,5-2 1,2-5-34,3-3 1,1-5-366,2-7 133,4-1-11,-5-14 1,4 0-22,-2-6 1,-3-4 28,-6 4 1,-1 0-87,-2 4 0,-4 0 87,-5 0 0,-5 6-33,-4 2 1,-3 5 63,-5 4 0,2 2-16,-5 6 0,3 3 121,-4 5 35,6 1-207,3 9 0,2-2-130,6 1 0,0-1-8,4-3 1,5 2 283,4-3 0,7 3 0,4-8 0</inkml:trace>
  <inkml:trace contextRef="#ctx0" brushRef="#br0" timeOffset="8">5521 3857 7569,'-7'6'230,"2"2"0,4 3 0,1 3 314,0 2 0,0-1-313,0 6 1,0-2-62,0 2 1,0 1 0,0-5 0,0-1-97,0-3 0,1-2-351,4-3-89,-4-3 246,10-5 71,-10-5 1,10-8-51,-2-7 0,2-4 57,1 0 1,1-5-108,-1 0 0,0 0 113,1 4 1,-5 0-69,0 0 0,1 7 69,3 6-12,0 0 75,1 10-55,-1-3 55,-5 10 0,3 2 126,-6 6 1,0 4-77,-4 4 0,4 3-15,0 0 0,0-3-79,-4 0 0,0-2-118,0 2 1,2 1 168,2-6 1,-3-3-3,3-5 1,-1-5-1176,1 1 613,-2-3 1,7-2 528,-4-3 0,4-9 0,-2-6 0</inkml:trace>
  <inkml:trace contextRef="#ctx0" brushRef="#br0" timeOffset="9">5707 3621 7569,'-7'-6'0,"1"-5"0,6 8 652,0-5-272,0 5-307,6-3 1,1 2-206,5 0 1,2-2 5,2 2 1,0 3-176,4-3 1,-5 2 195,2 2 1,-3 0 94,-2 0 10,0 0 0,1 6 0,-1 1 0</inkml:trace>
  <inkml:trace contextRef="#ctx0" brushRef="#br0" timeOffset="10">5992 3820 7569,'7'-6'-146,"-2"4"-158,-5-7 376,6 1 1,-5-4 369,3-1-218,-2 1 1,3 0-216,-3-1 1,2 6-57,-8 3 1,1 3 70,-5 1 41,-1 5 1,-3 2 130,0 6 1,-1 4-126,1 4 1,-1 3-28,1 0 1,5-3 31,3 0 1,3-6 35,1 1-53,0-2 1,1-3-140,3-3 1,3-2-276,5-6 0,2 0 90,3 0 73,-4-11 160,11 3 1,-10-10-154,2 5 5,-2 1 179,-2 5 120,-5-4 0,3 11-138,-6 0 1,0 7-19,-4 9 1,0 9 384,0 8 0,-4 5 473,0 3 1,0-1-144,4 5-1282,-6 1 783,5 3 0,-5-3-66,6-1 24,0-10 1,-4 5-126,0-11 48,0-6 1,0-5 66,0-6 0,-2-3-17,2-1 1,-3-5-17,-5 1 0,-1-8 49,1-5 1,0-7 553,-1-5-760,1-2 1,1-7-429,2-4 1,4-1 284,5-3 0,0 3-283,0 2 0,5-2 190,4 6 0,3 0 21,5 4 0,-4 1-59,4-1 0,1 4-200,-2 0 0,5 6 226,-4-1 1,3 2 16,-3 2 206,-1-1 1,1 1 86,-1-1 1,1 2 32,-5 3 1,-3-2 178,-1 6 0,-4 0-208,4 4 21,-5 0 372,3 0 0,-6 6 569,0 2 0,0 3-358,0 1-345,0 1 1,0-1-432,0 1 184,5-1 0,-3 0-690,2 1 480,3-6 0,-5-2 103,7-5 1,-5 0 12,4 0 1,-4-1-55,4-3 133,1-3 0,3-17 0,1-2 0</inkml:trace>
  <inkml:trace contextRef="#ctx0" brushRef="#br0" timeOffset="11">6240 3733 7569,'-12'-8'123,"-1"0"0,5 3 629,0-3-308,5 5-192,-8-2 1,11 1-68,0 0-184,5-6-54,8 9 1,-1-6-184,1 3 1,5 1 255,2-5 0,0 5 137,0-1 0,-3 2-503,3 2 0,-4 0-822,0 0 0,-2 2 883,-2 2 1,-3-1 284,-1 5 0,-5-4 0,1 4 0,3-5 65,-6 8 0,5-10-117,-6 10 91,5-9 1392,-4 9-743,5-4 1,-6 5-313,0 1 0,4-4-59,0 4 1,0-4-143,-4 8 0,2-2-19,2 1 0,-3 2-77,3 3 0,-2 2 104,-2-2 1,0 1 11,0-1 0,-4 1-302,0-6 1,-1 1-271,5-5 324,0-5 60,0-1 1,0-9-276,0-5 175,6-6-145,1-11 1,9-4-153,1 0 1,4-5 194,-5 1 0,1 1 87,-5-1 1,3 7-1,-2 1 1,2 3 95,-7 10 1,-1-2-262,1 10 115,-5-1 0,2 12 7,-5 6 0,0 5 549,0 7 1,0-1 594,0 1 1,-4 4-632,0 0 0,0-1-92,4-8 1,0 2-117,0-5 0,1-1-320,4-3 1,-3-6-299,7-3 300,-7-3 45,9-1 1,0-3-83,6-5 1,1 0-1,-2-9 1,-2-1-87,3 2 1,-3-5 106,-2 5 1,0-5-26,1 4 0,-5 1 96,0 4 204,-5-1-55,3 1 33,-6-1-36,0 1 1,-2 5 32,-2 3-121,-3 3 1,-1 2 119,0 3 0,-3 3 142,-2 5 0,-5 6-158,10 3 0,-4-2-13,7 2 0,-3-5 104,4 5 1,0-6 201,4 2 1,0-3-271,0-2-117,5-5 68,-3-2 1,9-5-48,-3 0 1,3 0-37,2 0 0,-1-5-185,0-3 0,1-3 125,-1-2 1,1-1 14,-1-2 1,-1 6-102,-3-2-177,3 2 424,-9 3 14,3-4-97,-5 10 108,6-5-12,-5 12 1,5 1 149,-6 5 1,1 1-41,3-1-78,-3 0 1,11-1-19,-4-2 1,3-4-2,1-5 0,2 0-212,3 0 205,2-11-65,6 3 0,-1-20-70,1 3 0,0-8 8,0 0 0,-4-4-130,-1-4 1,1-5 122,4-7 0,0-5-111,-13 25 1,0 0 0,-1-1 0,-1 0-61,1-1 0,-1 0 1,4-26-525,-2 11 1,-5 17 1220,-7 13-333,0 5 0,-6 10 226,-2 10 0,-9 14-172,-3 18 135,-4 6 1,0 12 25,-1 3 0,5 2-68,4 2 0,-1-4 73,5 0 1,2-5-289,10 0 0,0-3-1508,0-5 1453,6-2 0,3 0 0,7 0 0,-1-1 0,4 0 0,3-1 0</inkml:trace>
  <inkml:trace contextRef="#ctx0" brushRef="#br0" timeOffset="12">8138 3733 7569,'-12'-5'390,"-1"3"0,2 4-390,3 10 0,1 9 274,3 12 0,3 3 423,-3 13 0,1-1-143,-1 10-312,2-5 1,-3 2-198,5-6 0,0 1-996,0 0 915,0-6 1,0-7-172,0-8 190,0-3 109,0-7 1,0-8-46,0-11 1,0-11-122,0-9 1,0-15-211,0-6 180,0-12 0,0-3-6,0-6 1,2 26 0,0-1 61,-1-2 1,2-1-1,3 1 1,2 0-106,-2-1 0,0 1 1,2 4-1,-1 1-122,6-28 1,3 16 165,1 8 0,1 15-110,-2 2 1,-2 12 305,3 4 1,-8 10 39,0 3 1,-3 8 23,3 5 1,0 2 250,-4 2 1,-1 4-379,-4 0 0,-2 4 287,-2-4 0,-3 4-128,-5-4 1,-6 4-132,-3-4 1,3-4-6,2-4 1,-2-2-414,1 2 1,1-8-323,3-4-354,6-7 807,2 4 0,10-7-130,4-4 141,7-1 1,-1-11-102,6 0 0,0 1 325,4 4 0,-1-1 0,1 1 0,-1-5-17,-4 1 0,4-1 17,-4 5 0,-2-2 822,-1-3-559,-3 4 1,-2-1 130,1 6-185,-1 5 713,-5-3 0,-2 8-420,-5 2 0,0 4-212,0 9 0,0-2-31,0 5 0,0 1-133,0 4 0,0-2 76,0-2-632,0 2 398,0-9 1,2 3 77,2-9 39,-3 3 1,10-10-195,-2 4 0,2-10-303,1-3 0,5-8 242,-1-5 0,5-4-46,-5-4 0,2 3 53,-1-3 0,-3 3-41,2 1 1,-2 2 281,-2 2 41,-5 3-170,4 6 0,-8 5-64,5 3 208,-5 2 1,2 4 215,-5 2 0,0 7-163,0 5 0,0 5-68,0-4 0,-4 3-50,0-3 1,0 3-102,4-3 0,0 0-816,0-5 409,0 0 316,0 1 1,0-5-2,0 0 0,1-5 165,4 1 0,1-8 0,7-3 0</inkml:trace>
  <inkml:trace contextRef="#ctx0" brushRef="#br0" timeOffset="13">8684 3559 7569,'-7'0'0,"2"0"0,6 0 1097,3 0-433,3 0-273,0 0-1050,4 0 465,-4 0 0,9 0-100,1 0 1,-1 0-468,-3 0 761,5 0 0,1 6 0,6 1 0</inkml:trace>
  <inkml:trace contextRef="#ctx0" brushRef="#br0" timeOffset="14">8982 3621 8313,'-11'2'1245,"3"2"-1004,-4 3 0,6 8-23,-7 6 0,2-1-23,3 9 0,-2 3 403,6 1-127,0-3-226,4 6 0,1-11-199,3 0 33,3-6-46,6-6-262,5-1 211,1-5 1,7-2 46,3-5 1,-1-11-127,5-5 0,-4-6 37,4-3 1,-6-5 57,2-3 0,-4-3-768,-4-1 0,-5 3 40,-7 1 1,-2 11 412,-3 2 66,-3 4 71,5 10 1009,-12 0-631,-6 12 0,-2 3-43,-3 12 1,-1 4 147,2 8 1,-1 7-127,5-3 0,4-1-64,-1-3 0,7-1 552,-3 1 0,4-4-304,1-9 0,4 2-1773,0-5 992,6-1 1,1-5-2249,6-2 2668,5-4 0,-3-10 0,6-2 0</inkml:trace>
  <inkml:trace contextRef="#ctx0" brushRef="#br0" timeOffset="15">781 3249 6047,'0'7'762,"0"-1"-419,0-6 2716,0 0-2772,0-6-163,0 5-8,0-5-50,0 6-80,0 0 110,-5 0-142,4 0 166,-5 0 15,6 0 495,0 0-596,0 6 0,0-3-20,0 5-106,0-5 110,0 8 1,0-9-89,0 7 87,0-6 3,0 8-45,0-10 35,0 4 1,0-3 12,0 2 84,0-3-90,0 5-1,0-6 123,0 0-125,-6 0 23,5 0-17,-4 0 5,5 0-531,0 0 522,-6-6 13,5 5 138,-5-5-184,6 6 60,0-5-30,0 4 19,0-5 15,0 6 196,0 0-205,0 6 88,0-5 1,0 10-80,0-3 116,0-2-129,0 5 11,0-4 110,0 5-122,0 0 1,0 2 59,0 3-75,0-3 58,0 3-24,0 1 1,0-4 72,0 3-261,0-4 70,6-6 125,-5 4-174,5-9-36,-6 3 174,0-5-523,0 0 408,0-5-382,0-2 299,0-6 0,0 5-149,0 0 208,0 0 1,4-5-712,0 1-42,0-1 162,-4 7-463,0-11 608,6 9 189,-5-16 373,4 11 0,1-5 0,1 5 0</inkml:trace>
  <inkml:trace contextRef="#ctx0" brushRef="#br0" timeOffset="16">695 2952 7569,'-13'0'100,"1"0"84,5 0 45,-4 0-67,4 0-25,-5 5 0,-1 4 46,1 7 0,-1 8 22,1 4 1,1 11 19,3-2 112,-3 14-463,9 0 1,-7 13 595,4 2-1695,1-3 1317,4-26 0,0-1 195,6 28-328,1 3 0,9-12 247,1-5 0,6-6-68,2-7 1,1-5 62,7-3 1,0-10 22,5-7 1,-4-5 161,3-7 0,-4-7-208,5-5 0,-3-10-290,-6-7 59,6-11 413,-9 2-976,4-18 463,-10 0 1,-4-12 87,-11 33 1,-2 0-302,1-1 0,-2-1 247,-1-5 1,-2-1 0,-4-1 0,-1 1 13,-2-4 0,-1-1 0,-2-1 0,-1 1 34,-2 2 0,-1 1 0,0 6 0,-2 1-52,0 6 1,-3 2-1,-24-14-171,-6 19 0,1 13 1882,-5 12-719,3 5-1171,7 19 438,1 2-94,6 6 0,7 3-113,5-1-1396,5-4 1018,14 6 1,0-6 761,6 3 0,8 2-313,9-7 0,8 7 0,12-3 0</inkml:trace>
  <inkml:trace contextRef="#ctx0" brushRef="#br0" timeOffset="17">2580 5060 7569,'7'-1'955,"-3"-3"-238,3-3-448,0-6 1,1-3 139,1-1-285,-7 1 59,9-2-100,-4-1 0,2-5-54,-1 3 1,-5-2 75,1 2 1,1-2-157,-1-2 1,1 2 139,-5 2 0,-5-1-17,1 5 1,-5 1-266,0 3 31,-2 1 0,-1 5 72,-1 3 1,1 3 64,0 1 1,-1 1-12,1 3 1,-1 0 50,1 9-75,5-4 0,-2 11 3,4-4 0,1-1 51,4 6 1,0-4-3,0 3 1,0 1 171,0 4-15,6-6 1,1 4-38,5-2-19,0-3-76,1 5 0,3-3 32,1 5 1,1-5 10,-2 1-54,-2-6 1,4 7 3,-5-5 0,-5 1 42,0-2 0,-1-2-8,1 2 0,-2-2-89,-6-1 38,0-1 1,-2 0 29,-2 1 1,-3-1-5,-5 1 0,0-2-19,-1-3 1,-1 3 21,-2-3 1,2-2 24,-3-2 0,4-3-24,0-1 1,5-1 2,0-3 0,4-3-44,-5-6 0,7-5-198,-3-2 0,4-4 68,1 0 0,6-1 30,2 0 0,4-1-96,5-3 0,-2 7 32,6-3 0,-5 7-120,5-3 1,-6 6-113,2-1 289,-4 2 1,4 3-56,-1 3 1,1-2-420,-5 6 1,1 0 598,-1 4 0,1-6 0,-1-1 0</inkml:trace>
  <inkml:trace contextRef="#ctx0" brushRef="#br0" timeOffset="18">2965 4800 7569,'0'-7'-372,"-2"1"425,-2 6 10,3 0 1,-6 6 459,3 2-208,3 9 0,-5 2 25,6 6 0,-4 4-2,0 0-188,0 5 1,4-6 61,0 5 1,0-6-59,0 2 0,5-8-91,3-5 0,3-2 139,2-1 0,-1-7-9,1-1 0,-1-4-174,0-1 0,5-6-221,0-2 0,-1-8-71,-3-5 215,-1-2 1,0-4-303,1-2 0,-6 2 163,-3-6 1,-3 4-81,-1-4 0,-1 5 75,-3-1 1,-5 4 60,-7 5 1,2 3 63,-3 9 1,0 3 260,0 5 1,0 1-97,5 3 0,0 3-93,-1 5 1,2 5-264,3-1 0,2 1-83,6-5-20,0 1-80,0-1 1,6 1 450,2-1 0,9-5 0,2-2 0</inkml:trace>
  <inkml:trace contextRef="#ctx0" brushRef="#br0" timeOffset="19">3238 4713 7569,'7'-7'-396,"-2"1"0,-5 5 538,0-3 0,-1 3 680,-3-4-545,2 4-350,-3 1 284,5 0-106,0 6 1,0 0-97,0 7-33,0-6 91,0 4 0,4-8 21,0 5 0,2-4-99,-2 4 1,-2-5-122,7 1 0,-5-2 70,4-2 0,-4 0-66,5 0 1,-5 0 100,4 0 1,-4-2-18,4-2-264,1-3 1,-1-5-22,0-1 1,-5 1 168,1-1 1,2 1 81,-2 0 0,0-1 11,-4 1 0,-6 1 5,-2 3 0,1-3 139,-1 2 1,-4 2-162,-5-1 1,0 4 23,5-4 1,0 5 299,-1-1 0,1 2 49,-1 2 0,5-4-13,0 0-80,5 0-105,-2-1 0,5 2-49,0-5 1,5 3-83,3-3 1,3 4 104,2-4 1,-1 1-10,1-1 1,0-3-262,4 2 6,-3-2 106,4 4 0,-6-4 53,0 3 1,1 1 37,-1-1 0,1 4 81,-1-4 0,-1 3-7,-3-3 67,3 5 0,-8-2-98,5 5 41,-5 0 137,3 0-146,-6 0 9,0 0-23,0 5 1,0-2-10,0 5 1,0-3 3,0 3-1,0-5 6,0 8 0,0-5 11,0 7 0,0 3-19,0 1 0,0 6 0,0 2 1,-4 5 247,-1 8 35,-4-1-159,7 6 0,-9 5-101,3 6-1549,3 10 1525,-6-6 1,7-22 0,1 0 67,-10 30 0,5 3-472,0-7 0,5 1-124,-1-9 1,2-2 328,2-6 1,0-3 47,0-6 0,0-7-520,0-5-13,0-6 1005,0-6 0,2-2-883,2-3 512,-3-3 0,9-9 0,-3 0 0,1 1 0,2 2 0,-2 1 0</inkml:trace>
  <inkml:trace contextRef="#ctx0" brushRef="#br0" timeOffset="20">3536 5110 7569,'-13'14'97,"1"2"0,3-2 186,1 2 1,5 2-135,-1-1 0,3-1-36,1-3 1,5-1 488,4 1-307,2-7-94,1 0 1,2-6-250,2 0 43,4-6-31,-1 0 1,3-12 6,-5-3 1,3-2-65,-3-2 1,-2 0-244,-7 0 0,-2 2 224,-6 2 1,-2-1-44,-2 5 1,-4 1-435,-9 4 202,-2 5 177,-6 1 0,-4 13-481,0 5 321,1 6 226,-3 7 1,5 5 0,-4 2 0</inkml:trace>
  <inkml:trace contextRef="#ctx0" brushRef="#br0" timeOffset="21">4168 4911 7569,'-5'-7'91,"3"-4"76,-3 10 0,5-6-76,0 3 0,0 1 35,0-5 0,5 5 52,4-1-90,2-3 1,0 4 10,-3-5 0,3 5-87,-3-1 1,3 3 34,2 1 47,-1 0 0,-4 0 46,1 0 85,-1 5-7,4 2-145,1 11 0,-1-3 47,1 6 1,-1 0 33,0 4 0,1-1 95,-1 1 1,1 0-81,-1 0 1,0 0-14,1-1 1,-2 0-4,-3-4 1,3 3 55,-3-7 1,-1 1-654,2-5 310,-1 0 1,0-5 68,0-3 162,-5 3-1397,3-5 968,-1 3 0,-3-10 7,2-4 143,-3-2 1,-1-2 181,0-4 0,6-2 0,0-6 0</inkml:trace>
  <inkml:trace contextRef="#ctx0" brushRef="#br0" timeOffset="22">4615 4787 7569,'-2'-8'39,"-2"0"196,3 5-88,-10-2 0,4 6-17,-5 3 1,3 7 474,1 6-132,-6 10-204,1-6 0,-11 15-110,3-3-163,-2-3 141,-2 6 1,2-4 68,2 5 1,-1-4-458,5 0 0,1-6-1264,4 2 1515,-1-2 0,6-3 0,2 1 0</inkml:trace>
  <inkml:trace contextRef="#ctx0" brushRef="#br0" timeOffset="23">5297 4973 9004,'8'0'226,"1"0"0,-5 0 36,4 0-159,-5 0 0,8 0-84,-3 0-60,-2 0 152,5 0-333,-10 0 139,10 0 129,-4 6-571,5-5 218,-5 5 99,4-6 127,-4 0-350,0 0-854,4 0 1285,-9 0 0,3 0 0,-5 0 0</inkml:trace>
  <inkml:trace contextRef="#ctx0" brushRef="#br0" timeOffset="24">5297 5073 8787,'13'0'695,"-1"0"1,0 0-441,1 0-72,-1 0 1,1 0-479,-1 0 268,6 0 1,-4 0 104,2 0-974,-2-6 680,4 5 0,-4-5 166,2 6 1,2 0-106,-1 0 155,-1 0 0,2 0 0,2 0 0</inkml:trace>
  <inkml:trace contextRef="#ctx0" brushRef="#br0" timeOffset="25">6563 4763 7569,'0'-9'-199,"0"1"295,0 5 5,0-2 1,0 5 338,0 0-239,-6 0-137,5 0 0,-5 0 41,6 0 124,0 0-198,0 5 137,0-3-127,0 3 59,0-5-81,-5 0 1,3-1 1,-2-3-97,3 2 136,1-3 15,0-1-47,0 5 0,0-6 26,0 3 69,0 2-40,0-3-23,0 5 169,0 0-130,0-6-20,0 5-2,0-5 53,0 6 760,0 0-893,0-5 63,0 4-2,0-5-37,0 6 713,0 0-730,-6 6 0,1 5 27,-3 5 0,-4 8-5,4 0 0,-3 5-67,-1 4 50,-1 3-358,6-4 228,-4 0 60,5-2 1,-7-1-49,1 0 123,-1-6-15,6-5 0,1-7 68,1-3 142,4-2-137,-4-6 222,5 0 1,0-1-441,0-4 137,5-1 0,-2-7-121,5 1 63,0-1 0,5 1 83,-1 0-42,6-1 0,-4 6 14,2 3 0,2 3 107,-1 1-120,-1 0 1,1 1 58,-1 3 0,5-1 129,-4 5 0,3 1-39,-3 3-105,5 0 1,-8-1-212,2-2 97,4 2 1,-7-9 130,4 7-395,-3-7 0,-2 4 37,1-6 133,-1 0 0,-4 0-90,0 0 0,-3 0-522,3 0 189,-5 0 0,2-1-381,-5-4 664,0 4 1,0-10 328,0 3 0,-5-3 0,-2-2 0</inkml:trace>
  <inkml:trace contextRef="#ctx0" brushRef="#br0" timeOffset="26">6674 4862 6458,'-5'-13'-556,"3"1"1724,-2 0-254,3 5-238,1-4-458,0 9 1,0 2 102,0 8 0,0 6-100,0 7 0,0 1 75,0 11 1,0 0-365,0 4 1,0 1 86,0-1 0,-4 0 164,0 0 1,-1-4 22,5 0 0,0-5-206,0 1 0,6-3 0,1-1 0</inkml:trace>
  <inkml:trace contextRef="#ctx0" brushRef="#br0" timeOffset="27">6922 4899 7569,'0'8'83,"0"0"0,-5 1 113,-3 3 1,1 1 220,-2-1 0,7 0-178,-2 1 1,2 3-57,2 1 1,0-1-21,0-3-82,6-1-19,1 1 0,5-2-231,0-3 107,1-3-69,-1-5 1,5 0-63,-1 0 1,2-1 24,-1-3 0,-3-3-94,2-5 1,-2-5 108,-2 0 0,-3 0 48,-1 0 1,-5 3-193,1-2 42,-3-4 157,-1 7 0,-5-5 90,-4 5 50,-2 1-18,-1 0 0,-1-1 165,1 1 1,0 3-50,-1 1 0,1 5 388,-1-1-259,7-3-98,0 6 150,6-4-382,0 5 151,0 0 0,6-5-153,2 1-44,3 0 125,1 4 1,5 0-91,-1 0 0,5 0 77,-4 0 1,-1 6-1,-4 2 1,1 3-7,-1 1 0,5 6-5,-1 3 0,1-2 179,-5 2-47,1 0 1,1-1-81,2 1 135,-2-6-1,9 3-72,-3-11 1,6-2 110,3-5 0,-3-1-149,3-3 0,-3-7-26,-1-6 1,-2-5 58,-2 2 0,-3 0 0,-6 0 1,-5-2-214,-3-7-60,-2 2 118,-8-3 0,-1 7-239,-5 2 189,-6-2 0,-5 13-103,-6-2 0,-2 7-23,2 1-62,-2 3 1,-1 6-780,3 4 1069,-3 7 0,6 4 0,-4 4 0</inkml:trace>
  <inkml:trace contextRef="#ctx0" brushRef="#br0" timeOffset="28">3821 6152 7569,'0'-13'-55,"0"1"171,0-1 1,4 5 38,0 0 0,0 0-83,-4-5 1,4 5 41,1 0 0,4 1 49,-1-2-55,-2 4-49,5-1 0,-4 5 74,5-3 14,1 3 0,1 6 15,2 3 0,-2 5-5,2 3 1,-2 4 107,-1 4 1,3-3-133,1 0 1,1-1 6,-2 5 0,-2-1 168,2-4-165,-2-2-66,4 0 1,-4-4-113,2 2-30,-2-2 1,-1-3-205,-1-3 0,-4 2-390,1-6 95,-7 0 1,5-4 68,-3 0 102,-2 0 393,3 0 0,-5-11 0,0-2 0</inkml:trace>
  <inkml:trace contextRef="#ctx0" brushRef="#br0" timeOffset="29">4156 5953 7569,'-13'0'226,"7"0"1,-4 2-44,6 2 1,-6 4 22,2 8 1,-2 4-55,2 5 1,-3 5-62,3 3 0,-3 3 115,-2 1 1,1 4-24,-1 1 1,5 0-719,0 0-340,5-4 560,-8 5 1,10-10-1147,-3 0 1461,2-5 0,2 2 0,0-5 0</inkml:trace>
  <inkml:trace contextRef="#ctx0" brushRef="#br0" timeOffset="30">4565 6077 7872,'-7'0'1198,"3"0"-1079,8 0 0,-1 2-61,5 2 0,1-3-113,3 3 1,2 2 149,2-2 1,0 4-12,4-4 1,-3 2-717,3-2 0,-3-3 95,4 3 537,-6-2 0,3 3 0,-6 2 0</inkml:trace>
  <inkml:trace contextRef="#ctx0" brushRef="#br0" timeOffset="31">4627 6276 7891,'-7'0'1216,"2"0"-1210,16 0 1,1 0-177,9 0 1,4 0-702,0 0 871,-1 0 0,12-6 0,-4-1 0</inkml:trace>
  <inkml:trace contextRef="#ctx0" brushRef="#br0" timeOffset="32">6017 5779 7632,'0'-6'323,"0"0"0,-4 7 83,-1 4-222,1 1-47,-1 12 1,2 2 267,-5 5-191,5-1 1,-7 5-89,6 0 0,-1 4 150,1-4-219,2 0 0,-3-5-51,5-4 0,-4 2 12,-1-5 0,1-5-90,4-4 17,0-5-26,0 3 137,0-6 1,2-4-116,2-1 129,3-10-53,5 13 0,1-18 25,-1 12 0,2-6 24,2 6 0,-2-2 16,3 2 1,1-2-76,-2 6 1,5 0-7,-5 4 1,1 0-290,-5 0 142,6 0 73,-4 0 0,4 0-193,-6 0 150,1 0 1,-5 0-459,0 0 1,-1 2 55,1 2-178,-2-3 72,-6 5 1,0-5 623,0 3 0,0-3 0,0 5 0</inkml:trace>
  <inkml:trace contextRef="#ctx0" brushRef="#br0" timeOffset="33">6203 5854 7385,'0'-12'360,"0"-1"3,0 6 226,0 2-362,0 5 0,0 9 9,0 4 0,-4 7 22,0 1 1,-2 7-134,2 1 1,3 1-89,-4-1 1,4-3-516,1 3 0,0-3 326,0-1 0,1 0-563,4 0 389,1-6 326,7-1 0,-1 0 0,1 1 0</inkml:trace>
  <inkml:trace contextRef="#ctx0" brushRef="#br0" timeOffset="34">6389 5904 7569,'-8'0'93,"-1"0"1,3 5 232,-3 3 1,0-1-128,4 1 0,0 2-23,1 7 1,2-4-55,-2 4 0,3-3 8,1-2 0,5 5-139,4-1 0,-2 1-16,1-5 1,0-1-183,5-3 0,0 2 96,4-6 0,-3 0-109,2-4 0,-3-5 72,-5-3 0,3-3-34,-3-2 0,2-1 91,-2-2 0,2 2 45,-6-2 1,0-2 23,-4 1 1,0 1 3,0 3 1,0 1 106,0-1 0,0 5-48,0 0 1,-1 1 265,-4-1-157,4-3 1,-6 5-88,3-2 1,3 1 12,-3 3-61,2 2 1,4-7-16,2 5 1,-2-2 50,7 2 1,-1 3 2,4-4 0,-3 3-114,-1-2 0,0 2-141,5-2 0,-5 3 309,0 1-86,0 0 0,3 7 132,-2 5 3,2 0-79,-10 12 0,9-4 125,-6 9 1,4-2-69,-4 2 0,5-3 66,-5-1 1,5-5-63,0 1 1,2-7 129,1-2-129,0 0 1,1-10-23,-1 2 0,1-8-69,-1-4-58,1-9 19,-1-2 1,-1-6-115,-3 0 1,2-5-34,-6-3 1,4-3-190,-4-1 0,-1 0 151,-7-1 0,-3 7 18,-5 2 0,-1 8 254,1 4 1,0 9-79,-1 4 1,1 4-233,-1 4 146,1 3-65,-1 11 0,1 0-109,0 3 0,3 2-54,1-2 1,1 2-683,-1 2 977,2 0 0,6 0 0,0-1 0</inkml:trace>
  <inkml:trace contextRef="#ctx0" brushRef="#br0" timeOffset="35">5545 6449 7569,'-7'-1'596,"3"-3"-425,3 2 0,0-3 782,-4 5-285,4-6-440,-4 5 1,10-6 182,3 3-45,3 3-229,2-5 1,5 2 45,2 0 1,4 0 7,1 4 1,1-5-1,3 1 1,7 0-92,5 4 1,4-4-114,-3 0 0,9 0 46,-2 4 0,5-4-347,0 0 0,-2-1-101,6 5 309,0 0 0,1 0-81,3 0 183,-8 0 0,10 0-156,-15 0 1,4 0-280,-8 0 1,2 0 227,-2 0 1,-2-4 82,-6 0 1,-1-4 90,-3 4 0,0-5 127,-8 5 1,1-4 251,-9 4-243,-1-6 1,-3 8 365,-1-7-467,-5 7 1,4-8 38,-3 6 1,-2-6-174,-2 2 1,2 1-31,-2-1 0,0 4-200,-4-5 0,0 5-104,0-4 0,-10 5 470,-2-1 0,-14 3 0,-1 1 0</inkml:trace>
  <inkml:trace contextRef="#ctx0" brushRef="#br0" timeOffset="36">6178 6710 7569,'-5'-13'229,"3"1"0,-3-1-229,5 1 0,-5 0 87,1-1 0,-1 1 151,1-1 1,-2 1-189,-2 0 1,-3 1-40,3 2 1,1 0 33,-2 5 0,5-5 29,-4 5 102,5 0-89,-8 4 0,10 6-1,-3 2 1,2 3-28,2 1 1,2 1-1,2-1 0,1 6 50,4 3 0,3-2 114,0 2 1,1-1-172,3 5 0,-2 0-85,-1 0 0,-2-1-41,-3 1 0,2-4 88,-6 0 1,0-6 139,-4 1 0,0-2 59,0-1-111,-6-1 0,-2-1-13,-8-3 0,2-2 112,-3-6 1,3-2-89,2-2 0,0 1 81,-1-5 0,2 0-144,3-4 1,-2-5 137,6 0-596,0 1 317,4 3 1,0 1-33,0 0 0,7-2-76,5-3 0,2 4-129,7-4 0,-2 3-294,2 2 1,6-1 131,-2 1 1,3 0-198,-4-1 1,0 1 255,-3-1 0,1 5 431,-6 0 0,5 4-206,-5-4 140,1 5 136,-10-3 72,-2 6 235,-5 0 238,0 6 1,-5 5-145,-3 5 1,-3 2 331,-2-1 0,2-3-279,3 2 0,-2 2-188,6-1 0,0-1-153,4-4 1,5-3-98,4-1 0,2-5-163,1 1 1,6-3 97,3-1 0,-3-5-94,-2-3 0,-1-4-73,2 0 1,-7-2-187,2-2 0,-4 2-19,0-3 1,-2 4 141,-6 0 1,-1 1-14,-4-1 1,-3 2 118,-8 3 1,2-1 13,-3 4 0,2 1-42,-1 4 1,2 2 3,-3 2 0,4-1-79,0 5 1,5-1-471,0 1-242,5 3 390,-3-10 197,12 10 331,-5-9 0,16 3 0,-3-5 0</inkml:trace>
  <inkml:trace contextRef="#ctx0" brushRef="#br0" timeOffset="37">6612 6635 7804,'-1'7'604,"-3"-3"0,1 2 86,-5-2-333,5 6-23,-3-4-471,6 7 148,0-1 15,0-5 1,6-1-338,2-6 236,-2 0 1,5-2-151,-3-2 174,-2 3 1,3-10-107,-5 2 1,5-2-137,-5-1 1,0 0 59,-4-1 0,0 1-31,0-1 0,0 1 241,0 0 34,-6-1-178,5 6 486,-5-4-159,6 4-90,0 1-87,0 0 0,0 5 145,0-3 87,0 2 1,6-3-97,2 5-129,3 0 0,2 0-122,-1 0-36,0 0 189,1 0-37,-1 0-3,1 0 162,-1 0-78,-5 5 0,3 2 50,-6 5 1,0 1 199,-4-1 0,-4 5-61,0-1 0,-6 6 72,2-1 0,-3 2-70,-2 2 0,5 0-41,0 0 1,1 0-266,-1-1 33,-3 1-45,9 0 0,-7 0-47,4 0 0,1-2-103,4-2 0,0-3-352,0-6 1,0 1-315,0-1 155,0-5 1,6-2-215,2-5 520,-2-5 417,5-2 0,-5-5 0,7-1 0</inkml:trace>
  <inkml:trace contextRef="#ctx0" brushRef="#br0" timeOffset="38">6774 6871 7569,'5'-7'30,"-4"-4"275,5 10 50,-6-5 0,0 7 142,0 4-55,0 1-259,0 7-73,0-1 1,1-3 45,3-1 1,-1-5-4,5 1 0,1-3-48,3-1 0,1-1 16,-1-3 0,-4-3-136,1-6 0,-7 5-168,2 0 0,-2-1 133,-2-3 0,-6 1-132,-2 3 0,-3-2 61,-1 6 0,-2-4 96,-3 4 0,3-1-181,-2 5 0,-2 6-281,1 2 1,1 5 486,3 3 0,-4-2 0,-3 4 0</inkml:trace>
  <inkml:trace contextRef="#ctx0" brushRef="#br0" timeOffset="39">4702 7627 7569,'-7'0'1667,"1"0"-1606,17 0 38,-2 0 0,6 0 84,-3 0 1,-2 0-245,6 0 1,-2-4-336,-1 0 1,-1 0 200,0 4 195,1-5 0,-1-2 0,1-6 0</inkml:trace>
  <inkml:trace contextRef="#ctx0" brushRef="#br0" timeOffset="40">4689 7813 11132,'13'0'510,"3"0"-471,1 0 1,5 2-146,-1 2 0,3-3-325,5 4 0,-1-4-1777,5-1 2208,-5-6 0,13-1 0,-3-5 0</inkml:trace>
  <inkml:trace contextRef="#ctx0" brushRef="#br0" timeOffset="41">5719 7404 7599,'-7'2'342,"3"2"-263,3-3 0,-4 10 18,1-3 1,-1 3 12,1 2 0,2 3-45,-2 1 1,-1 1-3,1-2 1,-6-2-39,2 3-81,2 2 116,-5-5 0,4 4-53,-5-6 58,-1 0-7,1 1 0,4-2 54,-1-3-14,1-2 0,0-6 100,0 0 1,5 1 19,-1 3-93,2-2 1,4 3-1,2-5-24,3 0-27,5 0 0,2 0-84,2 0 105,4 0-14,-1 0 0,4 0 5,-2 0 1,3 0-87,0 0 0,-3 0-135,0 0 0,-5 0 38,5 0 0,-6 0-130,2 0 1,-4 0-345,0 0 303,-6 0 1,4 0-378,-10 0 302,10 0-66,-9 0-3,3 0-153,-5 0 565,0 0 0,0 6 0,0 0 0</inkml:trace>
  <inkml:trace contextRef="#ctx0" brushRef="#br0" timeOffset="42">5818 7516 6192,'0'7'-229,"0"-2"125,0-5 156,0 0 134,6 0-168,-5 0 9,5 0 188,-6 0 911,0 0-904,0-5 20,0 3-227,0-3 86,0 5 988,0 0-1035,0 5 1,-2 2 17,-2 6 1,3-1-51,-3 0 28,-3 1 1,5 3 5,-2 1 0,-1 4 3,1-5 1,-5 5 3,5-5 0,-1 5-118,1-4 0,2 3-179,-2-3 1,-1 3-243,0-3 1,1-1 221,4-3 0,0-1-969,0 1 1223,0-1 0,0 0 0,0 1 0</inkml:trace>
  <inkml:trace contextRef="#ctx0" brushRef="#br0" timeOffset="43">6091 7553 7569,'0'7'-443,"-5"-2"494,3-5 170,-3 0-55,5 0-5,0 0-19,-6 6-37,5-5-27,-5 10 1,6-8 202,0 5-148,0 1-26,0-2 220,0 9-242,-5-8 1,3 10 41,-2-5 0,2 3 7,-3 1 0,4 3-30,-3-3 1,3 1 13,1-2 1,0-2-192,0 3 47,0-9 37,0 3 0,0-8-131,0 5 55,0-5-64,5 2 1,-2-5-17,5 0 130,-5 0 0,4-5-94,-3-3 1,-3-4 17,3 0 0,2 0-127,-2-1 0,0 1-80,-4-1 178,0 1 0,0 0-18,0-1 220,0 1-77,0-1 1,-1 5 46,-3 0-23,2 5 1,-5-4-82,3 3 43,3 3 1,-5-6 17,6 3 192,0 2-142,0-3-46,0 5-8,0-6 1,5 4-96,-1-7 93,5 7-1,-2-9-79,11 9 74,-4-9 0,4 8-1,-6-5 0,1 5-5,-1-1 1,0 3 7,1 1 1,-5 0-2,0 0 134,1 0-61,-2 5 1,2 2-65,-5 6 307,0-1-130,-4 0-6,0 1 177,0 5-192,0 1 0,-4 6-12,0 0 1,0-2 48,4-2 1,0 1-104,0-6 1,0 1 37,0-5 66,0 1-354,6-6 138,-5 4 34,10-10 0,-4 4-132,5-5 79,1-5-20,-1-2-156,1-5 140,-1-6 0,0-2 26,1-4 0,-1-1-65,1 0 0,-2-2 43,-3 2 0,-3-6-107,-5 11 0,0-5 115,0 8 1,-5 1 60,-3 3 0,-3 2 577,-2 3-429,-5 3 0,3 5 274,-6 0-229,1 5 34,0 2-203,-3 5 0,9 2 46,-2 3 1,3-3-184,5 2 0,2-2-282,6-2 1,0 1-1170,0-1 746,0 0 815,11-5 0,3 4 0,11-4 0</inkml:trace>
  <inkml:trace contextRef="#ctx0" brushRef="#br0" timeOffset="44">5483 7962 6804,'-12'0'-841,"5"0"1336,1 0 970,1 0-983,4 0-127,-5 0-155,6 6 0,6-5-36,2 3 0,3-2-13,1-2 0,2 0 29,3 0 0,2 0-63,6 0 0,1 0-67,3 0 0,3 4-42,5 0 1,0 1-28,0 0 1,6-4 42,2 3 0,5-1-85,4 1 1,-6-3-24,6 4 1,-6-4-206,6-1 1,1 0 271,-1 0 1,0 0 7,-5 0 1,-3-4-55,-1 0 1,-9 0-8,1 4 0,-8 0 21,0 0 1,-7 0 22,-1 0 0,-10 0-160,1 0 1,-6 4-178,2 0-221,-5 0 622,2 1 0,-10 1-135,-4 2 0,-6-1 97,-1-3 0,-6 3 0,2 6 0</inkml:trace>
  <inkml:trace contextRef="#ctx0" brushRef="#br0" timeOffset="45">5868 8322 8502,'8'-4'-113,"0"0"174,-5-6 0,7 3-10,-6-5 0,1 3-75,0 1 1,-4 0 129,3-4 1,-2 3 13,-2 1 1,-5 0-324,1-5 128,-5 6 0,2 2-121,-6 5 251,1 0 1,-1 1 25,1 3 1,0 2-12,-1 2 1,6 3 90,3-2 1,-1-3-47,1 3-57,-1-1 0,7 4-5,2 1 0,3-1 18,5 1 0,1 0-119,-1 4 1,5-3 110,-1 2 1,1 2-102,-5-1 0,1 3 1,-1-3 1,0-1-7,1-3 57,-6 5 0,-2-5 0,-5 4 0,0-7 35,0-2 0,-1-4 1,-3 4 1,-3-5-120,-6 1 0,1-2 84,0-2 0,-1 0-56,1 0 1,3-2 21,1-2 5,0-3 1,1-5 14,3-1 1,2 1-10,2 0 0,6-1-78,2 1 1,3-1-130,2 1 0,0 0 29,4-1 0,-2 2 97,6 3 0,-5-3 54,5 3 0,-6 2 3,2 2 0,-3-2 70,-2 2 0,-4 0-183,1 4 31,-7 0 289,9 0 0,-9 2 43,2 2 0,-3 3 157,-1 5 0,0 0-156,0 1 0,-4-1 406,0 1-295,0-1-365,4 0 1,1-5 200,3-3 0,3-2-1,6-2 1,-1-6-348,0-2 0,1-7 6,-1-2 0,-5-3-278,-3 3 0,2-4 225,-2 5 0,0-5-263,-4 5 218,-5 5 147,3 0 1,-9 9 125,3-2 1,-3 3-147,-2 1 1,2 5-6,3 4 0,-3 2 46,3 1 0,2 0 102,2 1 0,4-5-429,4 0 1,5-5 432,7 1 0,9 3 0,7 0 0</inkml:trace>
  <inkml:trace contextRef="#ctx0" brushRef="#br0" timeOffset="46">6997 7888 7351,'0'-7'423,"0"1"559,0 6-681,-6 6 0,1 5-56,-3 6 0,-3 5-62,2-2 1,-2 8-199,-1 1 0,-1 1-99,1-1 1,-5-3-93,1 3 1,-1-3 219,5-1 1,0-4 124,-1-1-1575,1-4 852,-1 2 0,2-13-269,3-5 853,3 0 0,-1-16 0,-1 2 0</inkml:trace>
  <inkml:trace contextRef="#ctx0" brushRef="#br0" timeOffset="47">6749 7938 8968,'-7'-1'482,"1"1"1,6 2 346,0 2-577,6 3 1,1 5-70,5 1 1,2-1 39,2 1 1,0 3-135,4 1 0,1-1-440,4-3 221,0-1 143,-1 0 1,1-1-777,0-2 0,0 2 198,0-3-1073,-1 3 774,-4-4 864,3 4 0,-9-4 0,4 5 0</inkml:trace>
  <inkml:trace contextRef="#ctx0" brushRef="#br0" timeOffset="48">7208 7813 7569,'-7'2'205,"3"2"0,2 3 360,2 5 1,0 2-40,0 3-171,0 2-217,0 6 0,0 0-295,0-1 90,6 1 1,-5 0-851,10 0 651,-9-6 1,5 3 168,-3-5 1,-2-1 96,7-3 0,-1-1 0,4 0 0</inkml:trace>
  <inkml:trace contextRef="#ctx0" brushRef="#br0" timeOffset="49">7381 7863 7569,'-6'0'1179,"-4"1"-713,6 4-328,0 1 0,4 7 68,0-1 0,0 5-23,0-1 1,0 6 63,0-1 0,1-3-179,3-1 1,3-4-309,5 0 1,1-2 211,-1-3 1,1-2-329,-1-6 1,0 0 91,1 0 1,-2-6-119,-3-2 0,3-7 153,-3-2 0,-2-5 80,-2 1 1,2-2-11,-2-2 1,0 0 139,-4 0 0,-1 3 144,-4-2 0,3 6-63,-7-7 0,2 8 245,-1 1 0,-1 2-95,4 2 1,0 1 318,1 2-375,2 4 1,-3 3 50,5-2-255,5 3 23,2-5 1,6 6-100,-1 0 133,0 6 1,1 1 101,-1 5 0,1 2-11,-1 3 0,-4 2 114,1 6 0,-5-1-153,4 1 1,-4 0 5,4 0 0,-1-4 62,2-1 0,2-6 40,-3-2 1,4-1-234,5-6 1,-3-3 105,2-6 1,2-3-229,-1-5 91,5-6 1,-9-7-705,11-7 670,-10 1 0,2-5 1,-7 3 1,0-3 82,-5-1 1,0 5-451,-4 3 195,-5 3 194,-2 7 0,-11 2 734,-3 9-326,4 2-213,-7 6 1,5 6 527,-6 2-408,0 9-221,0 2-1552,1 6 905,4 0 659,-3-1 0,12 1 0,-6 0 0,1 0 0,2 0 0,3-1 0</inkml:trace>
  <inkml:trace contextRef="#ctx0" brushRef="#br0" timeOffset="50">4789 9041 9113,'12'0'-52,"0"0"162,1 0-46,5 0 0,-3 0 9,6 0 1,-5 0-225,5 0 1,-6-4-307,1 0 1,-2 0 456,-1 4 0,-1 0 0,0 0 0</inkml:trace>
  <inkml:trace contextRef="#ctx0" brushRef="#br0" timeOffset="51">4851 9203 8820,'6'0'288,"6"-5"21,-4 1 0,3 0 452,1 4 0,2 0-734,3 0 0,0-1 26,4-3 0,3 2 124,-4-2 0,4 1 74,0-1-251,1 3 0,6-10 0,0 4 0</inkml:trace>
  <inkml:trace contextRef="#ctx0" brushRef="#br0" timeOffset="52">5893 9041 7569,'5'-7'-66,"-3"-4"151,3 10 0,-5-6-290,0 3 4,0 3 171,0-5 69,0 6-1,0 0 226,0-5-125,6 3 171,-5-3-224,5 5 0,-8 0-107,-2 0 73,3 0 8,-10 5 0,4-2 12,-6 5 0,1-1-3,-1 1 0,-3 3-9,-1-2 0,1 2 83,3 1 1,1-4-60,0 1-1,-1-2 33,1 1-49,-1 3-7,7-10 0,-1 5-70,2-6 81,4 0-32,-4 0-141,5 5 195,0-3-66,5 3 1,2-3-44,5 2 0,1-3 4,-1 3 1,1-1-45,-1 1 76,6-3-12,-4 10 1,4-5-108,-6 2 111,6 3-51,-10-4 0,9 1-43,-9 1 80,3-1 0,-3 0-20,1 0 37,-7-5 142,4 3-4,-6-1 152,0-3-140,-6 3 47,5 1-13,-10-5-147,4 5-18,-5-1 1,3-4 11,1 4 0,0-4 42,-5-1 1,5 0 87,0 0-262,0 5-75,-5-3 93,1 3 0,4-5-388,-1 0 252,7 0 7,-9 6-461,9-5 330,-9 5-260,10-1-376,-5-3 382,6 3 135,0-5 447,0 0 0,0 0 0</inkml:trace>
  <inkml:trace contextRef="#ctx0" brushRef="#br0" timeOffset="53">5806 8905 7569,'0'-7'1598,"0"1"-1414,0 6 0,0 6 261,0 2-110,0 9-214,0 2 1,0 7 56,0 3 1,0 3 16,0 5 0,0 0-12,0 1 1,0-3-58,0-2 0,0 2-116,0-6 1,0 3-950,0-8 0,0 3 52,0-11 887,5 1 0,2-5 0,6 0 0</inkml:trace>
  <inkml:trace contextRef="#ctx0" brushRef="#br0" timeOffset="54">6066 9004 10892,'0'13'378,"0"-1"1,0 0-205,0 1 0,0-1 0,0 1 0,0-1-360,0 0 1,6-3 88,2-1 1,-1 0-49,1 5 0,1-1 77,3 0 0,0-3-56,1-1 0,-1-4 70,1 4 0,-1-4 8,0 5 0,1-5 8,-1 4 1,5-1 19,-1 1 1,-3 2 76,-5-6 1,-1 6-40,1-2 1,-2-1 65,-6 1 1,0-4-49,0 4 0,-2-3 6,-2 3 1,-3-4-19,-5 4 0,-1-4 3,1 5 1,-6-7-100,-3 3 0,2-4-190,-2-1 0,-3 0-401,-5 0 0,1-1 95,7-4 0,-2-1-115,2-7 0,3-3 178,2-1 503,2-10 0,2 6 0,-1-9 0</inkml:trace>
  <inkml:trace contextRef="#ctx0" brushRef="#br0" timeOffset="55">6017 9079 7569,'12'-13'304,"1"5"-121,-1 0 1,-4 3 207,1-3-184,-1 5 0,4-6-12,1 5 0,-1-5-12,0 5 1,5-4 31,-1 4 0,5-2 0,-4 2 0,5 3-497,-2-3 1,3 2 8,-3 2 0,2 0-195,-5 0 1,1 0-172,-2 0 148,-2 0 1,4 0 206,-6 0 1,-3 0 10,-1 0 1,-5 2 272,1 2 0,-3-3 529,-1 10 0,0-8-91,0 5 0,-1-1 113,-3 1 0,2 3-204,-2-2 1,1 2 86,-1 1 1,3 1-113,-3-1 0,2 4-139,2 1 1,0 4-131,0-5 1,0 5 100,0-5 0,4 5-168,1-4 1,4 3-46,0-3 0,-3-5-145,3-4 164,-1 1 1,4-2-39,1-3 0,-5-3 69,0-1 0,1-5 6,3-4 1,-4-3-95,1-5 1,-5 2-117,4-5 0,-5-1-291,1-4 1,-3 2 197,-1 2 0,0 2 91,0 2 1,-4 3 127,0-2 1,-6 2 132,2 2-164,-3-1 1,-1 6-11,-1 3 1,2 2 132,3-3 1,1 4 321,3-3 288,2 3-321,-3 1 4,5 0-218,0 0 0,5 0-63,4 0 1,2-5 29,1 1 0,1 0-8,-1 4 0,0 0-73,1 0 0,3 0-18,1 0 0,-1 1 51,-3 4 10,-1 2-6,6 5 1,-4 2 184,2 2 0,-2-1 20,-1 6 0,-1 0 28,0 4 0,-3-1-119,-1 1 1,0 0-11,5 0 1,-1-6 86,1-2 1,-1 0 64,0 0 0,1-2-96,-1-7-30,6-2-16,-4-6 1,4 0-118,-6 0-86,1-6 47,-1-6 0,0-7-132,1-6 1,-1-5 137,1-3 1,-2-7 54,-3-2 0,-3-5-168,-5 2 1,-1-1-192,-3 5 0,-7 1 61,-6 11 87,-5 6 88,9 10 0,-12 8 1062,0 5-647,0 5 1,-5 8-296,5 7-42,6 9 1,-3-2 124,5 2 1,5 1-103,3-1 0,1 5 0,-4-2 0</inkml:trace>
  <inkml:trace contextRef="#ctx0" brushRef="#br0" timeOffset="56">8213 8632 7643,'-11'-1'952,"2"-3"-427,4 2-431,5-9 1,1 8 0,3-4 115,5 2 1,3-3-65,5 4 1,3-6-1,9 2 0,-1-3-173,5-2 1,0 2-81,4 3 1,-1-3 12,-3 3 1,2-2-139,-7 2 0,0 2-255,-7 6 0,-3 0 85,-6 0 1,0 0-769,1 0 1170,-6 0 0,-2 6 0,-5 1 0</inkml:trace>
  <inkml:trace contextRef="#ctx0" brushRef="#br0" timeOffset="57">8461 8570 7754,'7'12'669,"-2"2"-242,-5 3-289,0 2 0,0 7-28,0 3 1,0-1-87,0 5 1,0-2 122,0 3 0,2 1 36,2-2 1,-3-2-998,3-2 0,2-7-39,-2-2 1,5-10 852,0-2 0,2-5 0,1-3 0</inkml:trace>
  <inkml:trace contextRef="#ctx0" brushRef="#br0" timeOffset="58">8659 8434 7569,'6'-7'-18,"-5"1"1,5 9 121,-6 5 0,0 2 200,0 11 1,1 5-176,3 7 1,-2 1-41,2-1 0,-3 3 82,-1-3 1,0 2-102,0-2 1,4 1-73,0-5-58,6-5 104,-9-7 0,9-4-157,-6-1 193,6-5-80,-9-1 6,10-6 0,-4-10 6,5-2 0,-3-9-11,-1 0 0,-4-2-166,4-2 5,-5 6 164,8-5 1,-9 11-12,2-4 14,-3 3 3,-1 7 161,0 2-165,6 5 73,-5 5 0,5 4 147,-6 7 0,0 5-152,0 8 1,0-3-20,0 3 1,4 1 190,0-1-101,5-5-81,-2-1 1,6-9 48,-1 2-32,1-7-43,-1-4 1,5-5-82,-1 0 0,5-1 49,-5-3 0,2-7-119,-1-6 0,-3-6 135,2-2 1,-4 0-10,-3-4 0,-4 1-438,-5 0-178,0 1 381,0-8 1,-1 8-20,-3-2 167,-3 9 77,0 2 0,-4 10 289,3-1-169,-3 7-61,-2 2 1,1 12 171,-1 9 0,2 2-138,3 2 0,-2 0-33,6-1 1,2 1 247,6 0-454,-3 0 210,16 0 1,-9-5-324,8 1 139,4-6-205,-6 3 0,9-6-304,-2 1 0,-2-6 221,2-3 405,-1-3 0,5-1 0,0 0 0</inkml:trace>
  <inkml:trace contextRef="#ctx0" brushRef="#br0" timeOffset="59">9503 8520 7479,'-13'0'84,"7"6"0,-1-3 53,3 5 0,1 2 135,-5 6 1,3-1 99,-3 6 1,5 0-149,-1 3 0,3 1-53,1 0 0,0 0-23,0 0 1,4-6-33,0-3 1,6-3-69,-2-5 0,3-2 115,1-6 1,1 0 17,-1 0 1,1-2-504,-1-2-430,0-8 522,1-8 0,-2 0-226,-3-1 273,-2 0-6,-6-3 0,0 3-143,0 0 0,-6 1 146,-2-5 0,-3 6 40,-2 2 1,1 5-7,0 3 0,-1 4-196,1 5 487,-1 0 47,1 5-143,5 2 1,2 6-267,5-1 142,0 0-74,5 1 0,2-2 155,5-3 0,6 3 0,2-4 0</inkml:trace>
  <inkml:trace contextRef="#ctx0" brushRef="#br0" timeOffset="60">9701 8545 7569,'7'0'610,"-1"0"-427,-6 0 1,0 2-1,0 2 1,0 3 187,0 5 1,0 5-77,0-1 1,0 6-147,0-1 0,1-2-26,3 2 0,-2-6-147,2 1 0,-1-6 144,1-2-167,-3-5 1,6 3 112,-3-6 1,-3-2-18,4-2 0,0-7-195,-1-5 1,2-6-89,-2 1 1,1-4 81,4-4 0,2 2 6,-3-7 1,-1 7-108,1-2 0,-1 4 192,1 5 0,3 3 30,-2 9 0,-2-2-64,1 6 1,-4 0-22,4 4 0,-5 5 344,1 4 1,-3 6 92,-1 1 0,5 6-41,-1-1-68,0 2-199,-4-3 0,0 3 20,0-2-48,0-3 0,0 0-367,0-6 357,5-5 39,-3-2 0,5-5-844,-3 0 0,-1-5 830,5-3 0,0-9 0,4-2 0</inkml:trace>
  <inkml:trace contextRef="#ctx0" brushRef="#br0" timeOffset="61">9887 8347 7870,'0'-7'-139,"0"-4"1,2 9 109,2-2 0,1 2 21,4-3 0,3 4-329,1-3 0,-1 3 337,5 1 0,-4-6 0,0-1 0</inkml:trace>
  <inkml:trace contextRef="#ctx0" brushRef="#br0" timeOffset="62">10049 8496 7671,'11'-13'330,"-3"1"1,2-1-159,-6 1 0,4-5-73,-4 1-300,0-1 171,-4 5 1,0 0-23,0-1 20,0 1 223,0 5-161,0 1 0,-5 6 5,-3 0 1,1 6-115,-2 2 0,1 5 107,-4 3 0,3-1-10,1 6 0,5-5-1,-1 5 0,3-4 15,1 3 1,1-3 163,3 4-15,-2-6-84,9 3 1,-4-6 1,5 0 0,1 1-3,-1-1 1,-4-2 79,0 2 1,-1-2-118,2 6 0,0 0 2,-5 0 0,5-1 27,-5 6 1,0-4 42,-4 3 1,0-3 740,0 3-345,0-4-253,0 1 0,-1-4-38,-4-1 0,0 1-92,-3-1 0,-3-1-103,2-3 0,-2-1 107,-1-3 1,4-2 30,-1 2 0,1-7-554,-4-1-611,-1-11 678,1 7 1,5-16-487,3 3 440,-3-7-26,6-4 0,-4-1-716,10 0 712,2 5 50,5-2 0,4 9-122,1 0 1,0 6 219,-5-1 1,4 6 40,1 2 0,-2 4-298,-7-5 493,3 7 0,-4-9 0,2 8 0,-1-5 0,-5 5 34,2-3-37,1 1-34,-5-2 337,5 0 568,-6 2-689,0 5 1,1 0 144,3 0 397,-3 0-118,5 5-317,-6 2 1,0 5 154,0 1-212,0 5-174,0-4 0,0 5-78,0-3 0,0-2 17,0 3 1,1-4-163,4 0 0,-4-5 127,3 0 91,-3-5 1,1 3-152,2-6-147,-3-6 142,5-1 1,-2-5-124,0-1 67,6-4 52,-9 3 0,9-6-117,-6 4 0,4 2 128,-4-2 0,5 2 27,-5 1 0,4 5-95,-4 0-84,6 5 304,-3-8 54,0 10-174,-2-5 1,-5 12 865,0 2-387,0-3-158,0 7 1,1-6 78,4 7 1,-4-1-139,3 1 1,-3-1-170,-1 0 0,2-3 116,2-1 1,-1-1 30,5 1 1,-5-1-660,1-3-714,3-2 417,-6 3-144,10-5 489,-4 0 438,0 0 0,4-5 0,-4-2 0</inkml:trace>
  <inkml:trace contextRef="#ctx0" brushRef="#br0" timeOffset="63">10222 8272 7930,'0'-7'0,"0"1"522,0 1 364,0 4-529,0-4 0,2 5-180,2 0 53,-3 0-330,10 0 0,-8 0-674,5 0-150,1 0 924,3 0 0,0 0 0,1 0 0</inkml:trace>
  <inkml:trace contextRef="#ctx0" brushRef="#br0" timeOffset="64">10371 8508 7812,'-7'-6'342,"2"5"-67,5-10 156,0 10-91,5-10-246,-3 9 0,5-5 45,-3 3 1,-1 3 43,5-3 1,-4 2 11,4 2 0,-4 0-77,5 0-315,-1 0 184,-1 0 1,2 2 51,-4 2 121,4-3-36,-7 10 1,7 0 19,-5 6 1,5 4-31,-5-5 0,4 5 18,-4-5 0,2 5-13,-2-5 1,-1 0 21,5-8 0,-4 2-159,4-6-543,1 5 273,3-7-428,0 3 402,1-5 159,-1-5 1,1 2 16,-1-5 0,-4-1-38,1-3 176,-1 0 0,4-1 0,1 1 0</inkml:trace>
  <inkml:trace contextRef="#ctx0" brushRef="#br0" timeOffset="65">10681 8520 7569,'0'-6'-570,"0"-1"1342,0 2-426,0 4 1,-1-4 44,-3 5 1,1 0-20,-5 0 1,1 5-154,-1 3 0,-3 3-24,2 2 0,3 3 35,-3 1 1,7-1-184,-3-3 1,4 3 52,1 1-77,0-1-328,0-3 216,6-6 0,-4-2-136,7-5 0,-3-1 129,3-3 1,2-7-24,-3-6 1,3-4-340,1 5 1,-1-10 41,-2 1 1,0-1 271,-4 5 0,3 3 66,-4 6 383,0 5-130,-4 1 1,0 8 211,0 2 0,0 8-266,0 9 0,0 2-2,0 2 1,0-4 493,0 0 0,1-6-148,4 1 0,1-6-200,7-2 0,1-5-153,2 1 1,-1-4-137,6-4 1,0-8-1,4-9 0,-1-3-217,1 0 0,0-7 198,0-2 0,-2-4 8,-2-4 0,1-3-632,-6-6 0,5-1-305,-4-3 0,-5 0 400,-4 1 1,-5 2 319,1 14 0,-2 3 280,-2 14 0,-6 7 77,-2 9 0,-5 15 288,-3 10 1,-3 13-375,-6 12 0,1 8-61,4 4 0,-1 1 759,9-1 1,-2 1 17,10-5 0,0-5-535,4-3 0,1-12-308,3-1 1,3-5-1555,5-3 1662,6-1 0,2-4 0,4-2 0</inkml:trace>
  <inkml:trace contextRef="#ctx0" brushRef="#br0" timeOffset="66">11327 8409 8273,'-13'0'671,"6"5"1,2 4-477,5 7 0,0 8 220,0 4 57,0 12-227,-6-1 1,5 6 148,-3 1-614,2-6 276,2 3 1,0-3-22,0-3 0,0-1 3,0-7 1,0-9-105,0 1 1,0-10 100,0-3 1,-1-5 21,-3 1 1,2-9 106,-2-8-316,3-5-3,1-12 0,0-2-187,0-5 205,5-11-387,-3 2 1,9-16 42,-3 0 0,3-5 282,-5 30 0,1-1 0,6-29-183,4 5 1,-3 7 111,2 9 0,2 9 45,-1 8 0,-1 10 475,-3 6 392,-1 7-490,0 6 0,-5 9 292,-3 4-237,3 13 240,-5-6 0,3 16 6,-5-3 1,-5 3-154,-4 1 0,-2-1 31,-1-3 0,0-2-112,-1-7 1,1 0 15,-1-4 1,1-2-86,0-5-299,5-6 154,-4-2 1,8-5 101,-5 0 1,4 0-65,-5 0 1,6-1-1098,-1-3 607,3-3 144,1 0 0,1 0-94,3 3 1,-1 3 193,6-4 0,-5 3-60,4-3 0,-4 4-50,4-3 241,1 3-62,3 1 1,0-2-50,1-2 1,-1 1 27,1-5 1,0 4 146,4-4 1,-2 4 214,6-5 1,-6 7 3,1-3 0,2 4-155,-1 1 0,-1 0-57,-3 0 0,-1 1 467,1 4-92,-1-4-200,1 10 0,-5-8-13,0 5 0,-4-5-109,4 1 0,-5-1-184,1 1 246,-2-3-176,3 5 16,-3-12 1,5-1 71,-3-5 0,-3-1-44,3 1 1,2-2-233,-2-2-111,0 2 206,-4-4 1,4 6 42,0-1 1,0 1 6,-4-1 234,0 6 10,6 2-34,-5-1 307,5 5-369,-6-4 1,0 6 101,0 3 302,0-3-9,0 10-4,0-9-226,0 9 1,0-8 14,0 5-213,0-5 111,0 2 11,0 1-113,0-5 0,0 6 77,0-3 1,0-1-28,0 5 1,0-4 192,0 5-151,0-7-47,0 9 0,0-4 124,0 6-115,0-1 0,-4 0 20,-1 1-22,1-1 0,4 1-125,0-1 118,0 0 1,0 1 14,0-1 1,0-4 31,0 1-219,0-1-170,0-1 77,0-2 120,0-5-52,0 0-57,0-5 0,0-3 2,0-9 0,4-2-125,1-6 1,4-1 172,0-3 1,2-3-1,1-5 1,0 5-483,1 3 534,-1 3 1,1 7-139,-1 2-103,0 4 66,1 0 607,-1 6-291,-5 2 0,3 6 125,-6 3 1,0-1 1,-4 5-168,0-5 63,0 8 0,0-4 204,0 5-65,0 1 1,0-5 68,0 0-237,0 1 0,0 3 78,0 0 1,0 1 216,0-1-123,0 1-135,0-1 1,0-4 18,0 1 0,0-1 7,0 4 0,0 1 9,0-1 1,4 0-101,0 1-302,0-6 199,-4 4 1,5-9 106,-1 7-602,0-7-719,-4 10 939,0-11-630,0 4 91,5-5 0,-3-1 899,2-3 0,3-3 0,0-5 0</inkml:trace>
  <inkml:trace contextRef="#ctx0" brushRef="#br0" timeOffset="67">11972 8024 7569,'-7'0'1572,"1"0"-1046,6 0-522,0 6 1,6-3 142,2 5 1,2-4 58,-2 4 1,3-4-207,-3 5 0,9-1 0,2 4 0</inkml:trace>
  <inkml:trace contextRef="#ctx0" brushRef="#br0" timeOffset="68">12170 8111 7569,'-7'6'0,"-2"-4"841,4 7-328,-4-7-91,7 15 0,-9-7 165,3 10 0,1 2-194,-1 7 0,5 0 2,-1 8 0,3-8-222,1 4 0,1-5-38,3-3 1,3-2 70,6-2 1,4-7-57,4-6 1,3-5-150,0 1 1,1-8-57,0-5 0,1-7-200,3-5 1,-4-2 1,0-2 1,-2-1-252,-6-3 0,-2 3 12,-7-3 0,-2 3-118,-6 1 368,0 5 1,-2 8 28,-2 8 0,-4 4 868,-9 4-404,4 8-116,-5 8 0,5 5 136,1-1 0,-1 5-290,1 0 1,5 2-175,3-3 1,-1-1-145,0 2 1,1-3-1112,4-1 1448,0-1 0,0 1 0,0 0 0</inkml:trace>
  <inkml:trace contextRef="#ctx0" brushRef="#br0" timeOffset="69">10781 9103 9127,'-6'7'621,"5"4"-415,-3-2 1,2 2 531,2 1-131,0 0-311,0 1 1,0 3-38,0 1 1,2 1-109,2-2 1,-1-2-707,5 3 355,-5-9-116,8 3 1,-9-8-1247,7 5 922,-7-5 0,9 1 640,-2-8 0,2-9 0,1-6 0</inkml:trace>
  <inkml:trace contextRef="#ctx0" brushRef="#br0" timeOffset="70">10793 8917 7569,'0'7'351,"-5"-1"0,3-6-206,-3 5 1,10-3 22,3 2 1,4-3-88,0-1 0,2 0-156,2 0 0,-1 0 39,6 0 1,-2 0-163,2 0 0,2 0 232,-2 0 1,-3 0-143,-1 0-398,2 0 366,-5 0-58,-2 0 138,-6 6 1,-8 0 99,-2 7 0,-4-1 202,-9 1 1,4-1 89,-4 1 1,-1 3-161,2 1 1,-1-1-68,5-3 1,3-5 207,1 0 43,5 0-245,-2 5-43,10-1 0,-1-4-133,9 1 1,-4-5 71,8 4 0,2-4-85,2 4 1,-2-1 35,2 2 0,-6 0 22,2-5 1,-4 6 17,0-2 1,-6-1 64,-3 1 376,-3 1-264,-1 3-27,-5-5 0,-4 3-53,-7-6 0,2 1-106,-2-1 1,2-2-158,1 2 0,1 1-280,0 0-626,-1-1 875,6-4 0,2-2 199,5-2 0,11-3 0,3-5 0</inkml:trace>
  <inkml:trace contextRef="#ctx0" brushRef="#br0" timeOffset="71">11674 9079 7569,'0'-13'1177,"0"1"-967,0-1 0,0 1-48,0 0 0,-1 3 251,-4 1-214,-1 5 0,-7-2-56,1 5 41,-6 0-58,4 0 1,-5 5-46,2 3 1,3 5 63,-2 3 1,3-6-53,5 2 1,-1-2-189,4 3 1,1-5 70,4 0 1,0 0 117,0 5 1,6-5-81,2 0 1,4 1-126,5 3 1,1 0 27,3 1 0,2-5-104,-2 0 1,1-1 80,-2 1 0,-2 3 37,-5-2 0,-2-2 81,-3 1 11,3-5-67,-10 8 1,1-9 87,-6 7 0,-10-5 179,1 4 0,-3-1-200,-1 1 1,-1 3-131,-2-2 0,-4-4-103,4-1 0,2 2-366,1-2 1,2 0 105,-1-4 1,6 0-870,-3 0 1339,9 0 0,-1-11 0,5-3 0</inkml:trace>
  <inkml:trace contextRef="#ctx0" brushRef="#br0" timeOffset="72">11599 8843 7569,'-5'-7'833,"4"1"-553,-10 6 0,9 6 198,-2 2 1,3 9-145,1 3 0,0 5 17,0 4 0,4-1-111,0 5 0,1-1-118,0 1 0,-4 1-273,3-5 1,2 4-89,-2-4 0,0 0-249,-4-4 0,0 0 35,0-1 1,0 0-1160,0-4 1612,5-2 0,-3 0 0,3 2 0</inkml:trace>
  <inkml:trace contextRef="#ctx0" brushRef="#br0" timeOffset="73">11848 9017 7826,'0'-7'1661,"-6"1"-1446,5 6 1,-5 1 0,6 4 0,0 2-10,0 5 1,2 0-55,2 1 1,-2 0-62,7 4 0,-5-2 97,4 6 1,-4-6-24,5 2 1,-5 0 4,4 0 1,-4 1 28,4-2 0,-3-2-79,3 3 1,-4-3 7,4-2 0,-4 0 50,5 1 1,-7-1-123,2 1 0,-2-1-181,-2 0 0,0-3-84,0-1-462,0-5 318,0 8 1,-2-10-348,-2 3 1,2-2-449,-7-2 0,1-2 133,-4-2 1015,-1-3 0,-5-11 0,-1-1 0</inkml:trace>
  <inkml:trace contextRef="#ctx0" brushRef="#br0" timeOffset="74">11872 9054 7569,'9'0'297,"-1"0"0,-4 0 30,4 0 0,1 0 392,3 0 1,0 0-446,1 0 1,-1 0-97,1 0 0,3 1-365,1 3 0,3-1 160,-3 5 0,4-5 153,-5 1 1,5 2-245,-5-2 0,1 1-372,-5-1 1,1-2 186,-1 2 241,1 3 0,-7-4 119,-1 5 0,-4-4 284,-1 4 0,0-4 166,0 5 1,-6-1-220,-2 4 1,-1 2 140,0 3 0,0-4-124,4 4 0,-3 1-53,4-2 0,0 5-158,4-4 0,0 3-192,0-3 0,1-1 104,3-3 0,-1-6-109,5-3 0,1 1-38,3-1 1,1-1-94,-1-7 1,0-3 146,1-5 1,-1-1-142,1 1 0,-2-6-79,-3-3 0,2 2 41,-6-2 1,0 5-9,-4-5 1,0 5 140,0-5 1,-2 6 111,-2-2 0,3 4 254,-3 0 0,-2 5-78,2 0 134,0 5-81,-2-3-185,5 6 0,-3-4-8,8 0 0,-1 0-74,5 4 0,-4 0 72,5 0 1,-3 1-28,3 3 0,2 3 58,-3 6 0,3 1-6,1 2 0,-3-1 175,-1 6 0,-1 0-27,1 3 0,3-3-97,-3 0 0,3-6 77,2 1 0,1-3 146,2-5 0,-1-2-68,6-6 1,-2-3 80,2-5 0,-2-2-251,-2-11-142,-9 1 197,9 0 0,-16-3-274,3 2 1,-2 3 116,-2 2 1,-2 3 99,-2 5 1,-4-2-518,-9 6 0,2 0-758,-6 4 1,1 7 1202,-5 5 0,-5 1 0,-2 5 0</inkml:trace>
  <inkml:trace contextRef="#ctx0" brushRef="#br0" timeOffset="75">14056 2853 7626,'0'-13'-122,"0"1"0,1 3-33,3 1 0,5 1 439,7-1 43,4 3 1,0 0-169,1 1 1,0 0-101,3 4 84,7 0 1,-5 6 215,3 2 0,-7 4-225,-1 5 1,-10 2-75,1 6 0,-8 0-41,0 0 0,-8 3-163,-4 1 1,-7-1 4,-2-7 106,-5 2 0,3-9 100,-6 2 1,2-3 104,2-5 1,3-2 0,6-6 1,3 0-30,1 0 126,5 0-199,14-6 0,0 3-22,14-5 0,-1 4-79,4-4 1,3 4-199,2-5 1,1 5-21,-5-4 1,0 4-207,-4-5 0,0 3 79,0-3 0,-6-2 93,-2 3 0,-5-3 35,-4-1 0,-2-2 64,-6-3 0,-2-2 76,-2-6 1,-7 3 25,-5-3 0,-11-1 49,3-7 1,-11-7-29,-2 3 1,-6-3-81,-6 3 1,0 6 440,4 7 0,-5 6-144,1 9 1,-1 7-97,-4 10 1,9 11-61,3 14 1,5 10 1241,4 7 1,7 7-877,14-22 1,3 1 0,4-1-1,1 1-334,-1 6 0,1-1 1,3-2-1,2-1 214,3 2 0,1-1-928,0-3 0,3-2 698,9-2 1,2-2-7,20 25 0,-10-32 1,4-3-124,1 0 1,2-3 0,3-3 0,2-3 174,4-3 1,1-4 0,1 0-1,0-4-57,2-2 1,1-4 0,1-2 0,-1-4-23,-2-6 1,-1-2 0,-2 0 0,-2-2-56,-7-2 1,-2-2-1,-2-1 1,-3-1-12,-3 0 0,-2-2 0,-4 0 1,-3-1-191,8-31 0,-13 0-183,-12 0 236,-11 0 86,-14 0 0,-12 6 70,15 28 0,-2 2 0,-28-14 64,-2 7 1,-10 12 145,-3 9 0,0 8-269,32 7 1,0 2-1,-33 10-133,34-1 0,2 1 0,-27 17 255,13 5 0,13-8 0,14-8 0,9-12 0,17-6 0</inkml:trace>
  <inkml:trace contextRef="#ctx0" brushRef="#br0" timeOffset="76">16450 2766 7569,'7'-13'0,"-1"1"-248,-1 0 263,-3-1 0,3 1 225,-5-1 0,4-3-123,0-1 1,0 1-6,-4 3 0,0 5-5,0 0 1,-1 1-7,-3-1 0,1-2 45,-5 6-33,5 0 1,-8 4-113,4 0 13,-5 0 0,-1 1 61,1 3 0,0 3-69,-1 5 0,5 1 28,0-1 0,-1 5-116,-3-1 0,5 1 114,3-5 0,1-3 10,-1-1-122,3 0 113,-5 5-25,6-7 1,6 4-19,2-6 21,-2 0 1,5-4-24,-3 0 45,3 0-36,1 0 0,-1-1-15,-2-3 13,2 2 1,-10-4-19,3 1 115,3 4-87,-6-4 4,5 5-22,-6 0 23,0 0 3,-6 0 6,5 0 103,-5 0 19,6 0-98,-5 0 3,4 0-45,-5 0 23,6 0 306,0 0-298,0-6 14,0 5-23,0-5 1,0 5-271,0-3 54,0 2-197,0-3 1,0 5 1,1-2 45,4-2 343,-4 3 0,10-5 0,-4 6 0</inkml:trace>
  <inkml:trace contextRef="#ctx0" brushRef="#br0" timeOffset="77">16401 2766 7569,'0'-13'-645,"0"6"705,0-4 39,0 10 0,-2-6 329,-2 3-212,3 3 60,-5-5 32,6 1-250,0 3 0,-1-3 235,-3 5-341,2 0 30,-9 0 0,4 0 6,-5 0 1,4 0 85,-1 0 0,1 1 60,-4 3 0,-1 3-83,1 6 0,4-1-40,-1 0 1,7 1 48,-2-1 0,2-2-16,2 2 1,4-5 23,0 10 0,6-6 0,-2 5 1,8-1-44,0 2 1,2-2-7,-1 6 0,-4-1-13,4 5 0,1 0 41,-2 0 0,1 1-108,-5 3 0,-3-3 60,-1 3 0,-5-3-70,1-1 0,-3-2 97,-1-2 1,-1-3 144,-3-6 1,-3-1-124,-6-2 1,-3 0 99,-1-5 1,-5 1-136,1-5 1,2-6 43,-2-2 0,2-5-106,-2-3 1,4 1 114,4-6 1,2 0-148,3-3 1,2 0 70,6 4 1,0-3-126,0 7 0,2-1-43,2 5 1,7 0 0,5-1 1,6 5 23,-1 0 1,3-1 81,0-3 0,5 0-20,0-1 1,0 1-3,-4-1 0,-1 1 140,-4 0 1,4-1-83,-4 1 0,-2 1 95,-1 2 1,-8-2 20,0 3 0,-7-3 0,4-1-30,-6-1 1,-6 2-46,-2 3 1,-7-3 89,-2 3 1,-5 1-74,2-1 0,0 3-33,0-3 1,3 5-75,-3-1 0,4 3-173,0 1 1,2 0-531,2 0 544,-1 0 1,5 1-175,0 3 134,5-2 69,-3 9 214,6-4 0,6 5 0,1 1 0</inkml:trace>
  <inkml:trace contextRef="#ctx0" brushRef="#br0" timeOffset="78">16773 2691 7449,'-13'7'393,"1"6"1,0 6-176,-1 10 0,1-2 17,-1 6 1,5-1-61,0 1 0,5 2-87,-1-6 0,4-2-134,4-6 51,8 2 51,2-14 1,8 6-40,-5-11-72,10 0 108,-6-4 1,9-7-54,-5-5 0,0-2-40,0-7 1,-2 1-167,-2-5 1,-3 0 57,-6 0 0,-5-4-60,-3 0 1,-5-1-147,-7 1 78,-6 3 214,-11-4 1,-1 10 59,-3 4-2,3 2 0,-9 7 85,6 3-149,-5 8 0,8 3 40,-3 5 1,12 2 21,5 3 1,4-2-186,-1 5 1,5-4-180,8 0 1,5-2 369,7-2 0,3 6 0,6 2 0</inkml:trace>
  <inkml:trace contextRef="#ctx0" brushRef="#br0" timeOffset="79">17108 2679 7820,'0'12'63,"0"1"1,4-5-215,0 0 1,6-5 6,-2 1 50,3-2 158,1-2 1,1 0-120,-1 0-37,1 0 99,-6-6 1,4-2-80,-3-9 0,1 3 4,0-2 0,-4 1-93,-5-2 0,0 3 76,0-2 0,0 2 18,0 2 0,-5-1 145,-4 1-103,-2-1-20,5 1 0,-4 4 343,6 0-65,-6 5-46,9-3-38,-10 1-148,9 3 37,-3-3-15,10 5 0,2 0-27,6 0 1,-5 0-78,0 0 37,0 0 1,6 0 61,3 0-139,-9 0 117,9 0 0,-11 0-5,7 0 1,-5 1-31,0 3 67,-5-2 0,7 5 174,-6-3-110,0 3 0,-4 5 150,0 0 0,0 5 167,0 0-215,-5 5-59,-2-3 1,-2 6 183,1 0-201,5 5-50,-8-4 0,4 11 59,-5 0 1,1 2-45,3 6 0,-3 0-115,2 0 0,0 6 68,1-5 1,-2 5-173,6-6 1,-5 2-314,5-2-264,0-2 609,4-11 0,0-2-465,0-5 282,6 0 110,1-6 1,1-3-121,0-7 0,0-4 19,5-5 0,3-5 278,1-4 0,5-13 0,-3-4 0</inkml:trace>
  <inkml:trace contextRef="#ctx0" brushRef="#br0" timeOffset="80">17443 3125 7569,'-9'9'0,"1"-1"0,5 0 0,-1 5 0,3-5 37,1 0-208,0-5 167,5 8 0,2-10-124,6 3 223,5-2-41,1-8 1,2-1 29,-1-5 1,0-5-9,0 1 1,-3-5-5,-9 5 0,2-5-32,-6 5 1,0-1-119,-4 5 0,-7-1-29,-5 1-31,-6 5 168,-7 1 1,-1 6-474,-3 0 203,3 6 120,-5 6 120,7 2 0,-1 15 0,0-3 0</inkml:trace>
  <inkml:trace contextRef="#ctx0" brushRef="#br0" timeOffset="81">18783 3051 7569,'-7'-12'0,"1"3"1081,6 1-663,0 5 0,-1-2 347,-3 5-574,2 0 1,-2 0 0,8 0 0,5 0 14,7 0 1,1 0 220,7 0-244,-1 0-66,7 0 1,4 0 68,4 0 1,8-2-72,4-2 0,1 3-312,7-3 1,-4 1 231,4-1 0,-6 2-146,2-2 0,-7 3-284,-2 1 0,-5-4 251,1 0 0,-8 0-703,-4 4 555,-2 0 0,-8 0-372,-3 0 184,-2 0-223,-7 0-111,-1 0 709,-6 0 0,-2 1-230,-2 3 1,1-3 334,-5 4 0,5-4 0,-13-1 0,2 0 0</inkml:trace>
  <inkml:trace contextRef="#ctx0" brushRef="#br0" timeOffset="82">20755 2580 7569,'0'-18'436,"0"4"482,0-3-469,0 4-116,0 6-184,0 1 0,0 17-147,0 6 0,-7 10-297,-5 6 1,-2 7 157,-7 2-450,1 5 632,0-9 0,-2 8-73,6-9 80,-1-3 39,5-9 0,1-1-3,3-4 0,-2-6 83,6-6 0,-2-5 226,2 1 1,3-4 14,-3-4-294,2-3 1,2-5-71,0-1 0,2 1 91,2 0 1,4 3-385,9 1 191,-4 5 1,11-2-17,-4 5 1,4 0 77,1 0 0,1 0-112,3 0 1,-3 1 19,3 3 0,1-1 39,-1 5 1,2-5 13,-2 1-181,-3 3-140,-1-6 202,-2 5 0,-5-6-377,3 0 262,-3 0-183,-6 0-162,0 0 105,-5 0 65,-1 0 0,-8-4 440,-2 0 0,-8-6 0,-7 3 0</inkml:trace>
  <inkml:trace contextRef="#ctx0" brushRef="#br0" timeOffset="83">20892 2667 7569,'1'-7'344,"3"2"-69,-2 4 210,3 1-348,1 6 1,-5 7 6,3 12 1,-4 6 11,-4 6 1,-2 0-92,-2 0 1,-3 4-199,3 1 0,-2-1-487,2-4 1,2 1 355,6-1 1,0-1 263,0-3 0,0 3 0,0-5 0</inkml:trace>
  <inkml:trace contextRef="#ctx0" brushRef="#br0" timeOffset="84">21189 2828 7569,'-12'7'10,"5"4"61,-4-4 0,6 5 42,-4 0 0,2 5 43,3-1 1,3 5-79,-3-4 1,4-1 13,4-3 0,-1-2-145,5-3 0,0-3 90,5-5 0,3 0-91,1 0 0,5-1-159,-2-3 170,-2-3-2,6-5 1,-9-2-263,6-3 161,-6 3 61,3-9 1,-11 8 59,-3-6 1,1 2-32,-1-2 1,-1-1-85,-7 6 0,-2-1 141,-2 5 1,-3-1 99,3 1 0,-3 4 252,-2-1-193,1 7 22,0-4 26,-1 6 11,6 0-175,-4 0 14,10 0 1,-3 0-8,8 0-144,3 0 1,9-4 105,1 0 1,1 0-127,-2 4 1,0 0-43,4 0 150,-5 0-3,9 0 0,-10 0 28,2 0-40,-2 0 35,-2 0 0,1 1-1,-1 3 0,-1 3 56,-3 6 0,2-1 132,-6 0 0,0 6-53,-4 3 1,4 2 121,1 2 0,-1 0 108,-4 0-82,0 0-211,5-6 1,2 3 123,6-6-109,-1 1 0,6-6 161,3-3-149,2-2 0,3-6-16,3 0 1,1-10-119,4-2 0,0-9 93,-5 0 1,-1-6-125,-8-2 0,-2-4 244,-5 4 0,-7-6-70,-1 2 0,-11-1 83,-6 1-118,-6 3-16,-7 10 0,-1 2 23,-3 6 0,1 5-160,-5 3 0,6 4-199,-2 4 1,8 3 160,4 5 104,4 6 0,6 7 0,1 7 0</inkml:trace>
  <inkml:trace contextRef="#ctx0" brushRef="#br0" timeOffset="85">20135 2654 7569,'12'-11'-9,"1"3"68,-6-3 363,-2 9 69,-5-3-373,0-1 0,-1 5-98,-3-3 126,-3 2 1,-6 2 8,1 0 1,-2 2-174,-2 2 0,3-1 110,1 5 0,-1-4-98,5 4 1,1 1 96,-1 3-169,5 1 1,-2-1 80,5 0 1,0 1-151,0-1 1,1 1 60,3-1 0,3 0 88,5 1 0,1-2-191,-1-3 1,-1 3 26,-2-3 0,2 3 174,-3 2 1,-3-1-64,-1 1 0,-2-1 106,-2 0 0,0 1-55,0-1 1,-2-1 144,-2-3 0,-3 3-38,-5-2 0,-2-4-77,-2-1 1,2 2-104,-3-2 0,2 0 110,-1-4 1,2 0-558,-3 0 0,8 0 520,0 0 0,1-11 0,-4-3 0</inkml:trace>
  <inkml:trace contextRef="#ctx0" brushRef="#br0" timeOffset="86">20147 2406 7569,'0'7'193,"0"4"1,0 1-194,0 9 0,-1 9 302,-3 8 0,-3 6 469,-6 9 1,5 3-912,0 1 0,0 8 84,-5-3 1,5-1-839,0-3 0,5 0 894,-1 4 0,2 5 0,2 2 0</inkml:trace>
  <inkml:trace contextRef="#ctx0" brushRef="#br0" timeOffset="87">16599 4093 7569,'-12'0'262,"-1"0"-125,1 5-55,5-3 1,-4 9 27,3-3 1,2 3 6,2 1-72,3 1 1,1-1 33,0 1-215,5-1-115,8 0 119,0-5 73,5-1 1,-5-8-138,-1-2-13,1-3 197,-7-5 1,4-5-33,-6 1 1,0-2-41,-4 1 0,-1 2-73,-3-5 0,-3 3 123,-5-4 1,-1 6 68,1-1 1,1-2 233,2 1-123,-2 1 2,10 3 109,-10 1-103,10 5-59,-5-4 0,7 10 42,4-3-117,2-3 0,6 4-112,4-5 0,-2 5 95,6-1 0,-5-2-123,5 2 0,-6 0 105,2 4 15,-4 0 1,0 0-47,-1 0 384,-5 0-210,4 0 0,-10 5-30,4 4-81,-4 2 1,-1 7 214,0 2 1,-6 4 290,-2 1 0,-1 5-189,0 3 1,-2 3 1,3 1 0,-3 4-275,-1 1 2,-1 5 18,6-9 0,-2 9-375,4-6-186,-4 6 469,7-8 0,-3 3 64,5-4 1,0-3-405,0-1 0,5-4-608,4-5 1,-2-6 456,1-2 1,4-9-89,5-4 1,-1-8 589,-3-4 0,5-9 0,1-2 0</inkml:trace>
  <inkml:trace contextRef="#ctx0" brushRef="#br0" timeOffset="88">16897 4366 7569,'-8'-7'405,"-1"3"1,1 8 81,-4 4-114,-1 9-236,6-4 1,-2 9-49,5-5 0,-1-1 70,5-3 0,0-1 24,0 1 1,6-6-129,2-3 1,9-3-177,3-1 0,4-5 48,1-4 1,-2-6-137,-2-1 1,-3-5-53,-6 4 0,-5-3 88,-3 3 1,-2-5 16,-2 1 1,-7 4 104,-6 0 1,-1 5-13,-6 3 1,-1 0 24,-4 5 1,0 1 10,1 7 1,0 3-163,4 5 0,3 5 189,9-1 0,-3 6 0,4-2 0</inkml:trace>
  <inkml:trace contextRef="#ctx0" brushRef="#br0" timeOffset="89">17852 4403 7569,'-7'0'2583,"2"0"-1789,-1 0-347,5 0-64,6 0 1,6 0 235,14 0 1,3 0-286,9 0 1,2-2-130,2-2 0,3 3-262,6-3-808,-1-3 913,-5 6 1,3-5-320,-5 6 72,-1 0 211,-9 0 0,2 0 59,-5 0 0,-1 0-455,-8 0 0,2 0-524,-5 0 1,-1 0-596,-3 0 1717,-1 0 0,1 6 0,-1 0 0</inkml:trace>
  <inkml:trace contextRef="#ctx0" brushRef="#br0" timeOffset="90">19527 3882 7569,'0'-8'-208,"0"-1"605,0 0 722,-6 3-509,5-5-389,-4 10-269,5-5 108,0 6-136,0 0 0,-6 7 246,-2 6-71,-3-1-25,-2 11 1,0-3 57,-4 5-41,3-1-37,-4 1 0,10-1 9,0-4 1,1-2 25,-1-5 1,2-5 128,6 0-132,0-5 0,1 2 1,4-5 0,2 0 153,5 0-175,6 0 0,1-4 51,6 0-52,5-6 44,2 9-42,0-4 1,4 0 24,-3 1 0,-2 0-59,2 4 1,-4-4-105,4 0 1,-9 0-58,1 4 0,-9 0-213,1 0 1,-3 0-611,-2 0 317,-5 0-151,-2 0-186,-5 0 700,0-6 0,-2 5-105,-7-3 377,1 2 0,-15-3 0,3-2 0</inkml:trace>
  <inkml:trace contextRef="#ctx0" brushRef="#br0" timeOffset="91">19713 3857 7569,'7'-12'246,"-2"-1"531,1 6-3,-5 2-499,10 5 1,-9 3 28,2 5 0,-4 6-109,-4 11 0,1-1-12,-5 1 1,4 4-161,-5 0 0,5 5-216,-4 0 1,5-3-148,-1 2 0,3-5-434,1 1 1,1-4-822,3-5 1595,3 4 0,5-16 0,1 3 0</inkml:trace>
  <inkml:trace contextRef="#ctx0" brushRef="#br0" timeOffset="92">20011 3845 7490,'-13'0'-79,"1"5"79,0 4 0,1 6 182,2 1 0,-2 5 279,3-5 0,2 6-253,2-1 0,3-2-179,1 2 1,0-6-139,0 2 1,5-3 6,4-2 1,2-5-1,1-3 1,2-3 160,3-1 1,-4-5-26,4-3 1,-3-5-128,-2-3 1,-1 0-161,-3-4 0,2-1 68,-6-4 0,0 5-53,-4-1 0,0 0 219,0-3-62,0-1 21,0 5 1,-4 3 507,0 4-235,0 1-71,-2-1-125,5 6 116,-5-4 95,6 10 0,2-4-168,2 5 0,3 0-104,5 0 1,1 0 2,-1 0 89,0 0-22,1 5 0,3 2 210,1 5-217,-1 6-10,-3-4 1,-1 9-8,1-2 1,-1 1 117,1-1 0,-1 1 167,0-6 1,6 5-68,3-4 1,2-6 40,2-7 0,6-3 175,2-1-292,-3 0-38,6-5 0,-10-6-187,3-6 98,-8-5 7,2 8 1,-11-9 99,1 2 0,-6-2-265,-7-2 1,0-4-381,0 0 1,-11 4 250,-6 5 1,-6 4-106,-6 0 1,-3 8-479,-5 3 393,0 10-534,-1 1 994,-4 12 0,-2 2 0,-6 5 0</inkml:trace>
  <inkml:trace contextRef="#ctx0" brushRef="#br0" timeOffset="93">19167 4316 9275,'0'-7'643,"6"2"-615,1 5 1,5 0-59,0 0 69,1 0 0,1 0 92,2 0 1,3 0-30,6 0 0,0-2-64,0-2 1,1 3-145,3-3 0,3 2 95,5 2 1,2 0-39,2 0 1,-1 0-82,5 0 155,6 0 1,2 0-1146,5 0 993,-6 0-21,3 0 155,6 0 1,-3 0-8,8 0 1,1 0-352,0 0 0,3 0 43,-4 0 1,2 0 121,-2 0 1,-3-4 62,3 0 1,-8-2 134,-4 2 40,-3 3-119,-7-5 1,-3 2 654,-7 0-289,-4 0-181,-11 4 1,-1-1 2,-6-4 348,1 4 1720,-6-4-1785,-2 5-111,-5 0 0,-5 0-1158,-3 0 437,-4 0 318,0 0 0,-2 1-1633,-2 3 1743,-4-3 0,-4 11 0,-1-6 0</inkml:trace>
  <inkml:trace contextRef="#ctx0" brushRef="#br0" timeOffset="94">19701 4663 7569,'7'0'180,"-1"0"-46,-1 0 1,-3 0 16,7 0 0,-1-4 587,4 0-449,-5-6 1,4 3-17,-3-5 0,3 2-91,2-2 1,-2 7 0,-3-8 1,2 3 11,-6-2 0,0 0-429,-4-1 1,0 1 171,0-1 0,-1 2-285,-3 3 1,-5-1 154,-7 4 1,-2 1 27,-3 4 1,-2 2 100,2 2 0,2-1 47,-2 5 1,6-1-52,-2 1 0,5 3-2,4-3 1,2 3 300,6 2 0,0-1-89,0 0 0,2 2 74,2 3 1,3-2-56,5 6 1,2-5-100,2 5 0,-2-1-96,3 5 1,-4-4 102,0 0 1,-1-5-3,1 5 0,-2-6 61,-3 2-91,-3-4-3,-5 0 1,-5-2 176,-3-3 0,-3-2-39,-2-6 0,-3 0-39,-1 0 1,-3-6 12,3-2 87,0-3-92,5-2 0,0 0-17,-1-4 1,2 2 21,3-6 0,2 2-227,6-2 1,2-2 55,2 2 0,7-1-377,5 1 0,5 3 36,-4 6 0,5 0-123,-2-1 1,0 5 141,0 0-550,1 5 528,-2-3 1,5 5 44,-3-3 0,-2 3 96,1-4 1,-4 4-330,0 1 0,-2 4 556,-2 0 0,6 6 0,2-3 0</inkml:trace>
  <inkml:trace contextRef="#ctx0" brushRef="#br0" timeOffset="95">20036 4614 7569,'-7'5'266,"-4"-2"135,2 5 0,4 0-84,1 5 1,-2-1 114,2 1 0,0 3-118,4 1-130,0-1-47,0-3 1,7-2-60,5-3 1,2-2 62,7-6 0,5 0 42,7 0 1,1-12-119,0-4 1,-4-2-225,-5-3 1,-2 1 18,-2-5 0,-5 0-88,-7 0 0,-4 0 17,-5 1 0,-11 4-24,-5 4 426,-6 2-105,-9 7 0,-1-2-117,-5 4 0,1 7-8,3 6 0,-1 3-65,5 1 0,7 1-78,9-1 1,2 5 98,7-1 83,0 1 0,15-5 0,3 1 0</inkml:trace>
  <inkml:trace contextRef="#ctx0" brushRef="#br0" timeOffset="96">21351 4304 7569,'0'-7'2070,"0"1"-1376,0 6-244,0 0-267,5 0 115,-3 0-77,9 0-37,-5-5-47,7 3 1,-1-3 57,1 5 0,-5 0-103,0 0 1,1 0-149,3 0 0,0 0-67,1 0 1,1-4-205,2 0 1,-2-1-950,2 5 624,-2 0 409,-1 0 1,-1 0-1244,0 0 689,-5 0 797,4 0 0,-9 0 0,3 0 0</inkml:trace>
  <inkml:trace contextRef="#ctx0" brushRef="#br0" timeOffset="97">21326 4428 7569,'7'0'1449,"0"0"-556,-3 0 1,-1 0-384,5 0 1,1 0 62,8 0 1,-2 0-219,6 0 1,0 0-127,3 0 1,1 0-289,0 0 1,1-4-329,3-1 1,-3 0 422,3 1 1,-3 2-37,-1-2 0,0-3 0,0 0 0</inkml:trace>
  <inkml:trace contextRef="#ctx0" brushRef="#br0" timeOffset="98">22554 3919 7569,'0'-7'854,"0"-4"-627,0 10 150,0-5-247,0 6 439,0 0-479,0 6 1,-1-1-122,-3 4 0,2 2 213,-2-3-123,-3 3 1,2 1-51,-4 1 0,0-1 87,5 1 0,-2-1-147,2 0 124,3-5-18,-5 4 0,6-8 22,0 5 1,-4-4-56,0 5-241,0-7 362,4 4-22,0-6 758,0 0-848,5 0 1,2 0-100,5 0 0,-3 0-2,-1 0 0,0 0 57,5 0 0,-5-1-103,0-4 107,0 4-21,5-4 58,-1 5 14,-5 0-1,4 0 14,-9 0 90,9 0-129,-10 5 1,9-2 7,-6 5 1,1-4-4,-1 5 0,-2-5 6,2 4 1,1 0-44,0 5 1,4-1 0,-3 0 12,2 1 0,2-1-6,-6 1 0,4 3 37,-4 1 1,2-1-23,-2-3 0,-3-1 93,3 0 1,-2 5-17,-2-1 1,0 1-19,0-5 1,0-3 40,0-1 0,-2-1 134,-2 1 1,-3-1-49,-5-3 0,-2-2 103,-2 2 1,0-3-43,-4-1 0,-1 0-94,-4 0 1,0-1-49,1-3 1,3 1 45,0-6 0,6 5 26,-1-4 1,2 5-180,1-1 0,5 3-453,0 1-150,5-6-614,-2 5 220,5-5 0,0 8 156,0 2 0,4-1-88,0 5 1,4-4 320,-4 4 604,6-5 0,-3 8 0,5-4 0</inkml:trace>
  <inkml:trace contextRef="#ctx0" brushRef="#br0" timeOffset="99">22554 3994 7569,'-7'-6'54,"0"1"276,3-4-147,3-2 1,-6 6 404,3-4 993,2-2-590,-3 10-55,5-4-281,0 5-243,0 0 1,7 0-90,5 0 0,2 4 37,7 0 0,5 1-264,7-1 1,3-2 68,1 2 1,6-4-207,2-4 1,-2 2 89,-2-2 0,-2-1 157,-2 1 1,-9 0-230,-4 4 0,-7 0-657,0 0 330,-4 0-190,-6 0 229,-1 0 265,-6 0 209,-6 0-50,-1 5-245,-5-4-18,-1 5 39,1-6 0,4 0-376,0 0 94,5 0-227,-3 0-344,6 0-100,0 0 0,6 5 1,1 2-1</inkml:trace>
  <inkml:trace contextRef="#ctx0" brushRef="#br0" timeOffset="100">15346 5866 7569,'4'-8'0,"0"0"0,-1-2 0,4 5 0,-6-2 209,4 3 0,-4 2-164,-1-3-18,0 5 1,0 1 8,0 3 0,0-1 2,0 5 1,0 2 265,0 6 1,0 0 377,0 4 0,-4 5-371,0 4 0,-6 1-6,2-1 0,1-1-295,-1 5-808,-1-6 600,2 9 1,-2-10 128,5 3 0,-1-4-246,5-4 0,0 1-1012,0-6 1327,0 1 0,6-5 0,1 1 0</inkml:trace>
  <inkml:trace contextRef="#ctx0" brushRef="#br0" timeOffset="101">15557 5978 7473,'7'0'287,"-2"0"-148,-5 0 0,0 5-26,0 4 0,-4 6 89,0 1 0,-4 6 145,4-1 1,-5 1-147,5-1 0,0 1-39,4-6 0,0 1-79,0-5-301,6 1 190,-5-1 1,10-5-154,-3-3 134,-2-2 41,5-2 0,-4 0 70,5 0 1,1-6-198,-1-2 0,0-5-265,1-3 1,-1 1 201,1-6 1,-1 4 106,0-3 0,1 1-376,-1-2 48,1-3 197,-6 11 0,2-9 170,-5 5 44,1 1-34,-5 3 1,-2 5-98,-2 0 0,1 3 192,-5-3 0,0 5 279,-5-1 1,1 3-204,-1 1 1,5 0-39,0 0 183,0 0-106,1 0 52,1 0-348,6 0 335,0 0-209,6 0 1,1 0-89,5 0 1,0 0 91,1 0 1,1 0-9,2 0 0,-2 0-46,3 0 174,-4 0-119,0 0 1,-1 1 2,1 3 1,-2-1 46,-3 5 0,2 2 100,-6 7 1,0 2-57,-4 6 0,0 0 116,0-1 0,0 1-99,0 0 0,4-2-10,0-2 0,2-2-135,-2-2-1,-3-9 137,10 9-150,-4-16 99,5 5-17,1-6 0,-1-2 5,1-2 1,-1-7-111,0-5 0,1-7-176,-1 3 1,-5 0 200,-3 0 0,2-1 36,-2-4 1,-1 1-399,-7-1 97,-3 5 148,-6-3 0,1 9 148,-1-2 117,-4 7-165,3 4 0,-10 5-26,4 0 1,0 0 18,0 0 0,4 1 32,0 3 0,6-2-21,2 2 46,5 3 0,-1-6-644,8 3 652,3-2 0,11-2 0,1 0 0</inkml:trace>
  <inkml:trace contextRef="#ctx0" brushRef="#br0" timeOffset="102">16215 5767 7569,'-6'-7'240,"-1"2"121,-5 5 1,3 1-138,1 3 0,4 2-61,-4 2 1,5 3-22,-1-3 0,3-1-125,1 1 1,0-3-142,0 3 78,0-5 48,5 2 1,2-5 228,5 0-310,1 0 0,-1-4-264,1 0 0,-5-6 194,0 2 1,-5-3 78,1-2 1,-3 0-386,-1-4 217,-5 3 77,-2-4 1,-7 6 189,-2 0 52,2-6-145,-10 4 1,11-4-30,-4 6 1,3-1 92,2 1 1,5-1 256,3 1-68,2 0 0,2-1 108,0 1 1,7-1 39,6 1-459,-1 0 84,12-1 0,-5 5-229,6 0 124,0-1 68,5-3 0,-4 4 58,3-1 1,-4 3-37,-4-3 1,1 4-12,-6 5 1,1 0-72,-5 0 66,0 0 1,-1 5 4,-2 4 0,-4 2 28,-5 1 0,-5 7 1696,-4 6-770,-2 5-553,-1 8 1,-4 4-45,-1 4 1,-4 3 12,5 5 1,-5-1-183,5 4 0,-1-4 66,5 1 1,-1-3-53,1-2 0,1-1-221,2-2-794,4-3 656,5-6 0,0-4-1159,0 0 682,0-6 440,5-2 0,-2-5 5,5-4 0,1-8-239,3 1 1,2-8-692,2-5 1183,4-3 0,5-16 0,-1-4 0</inkml:trace>
  <inkml:trace contextRef="#ctx0" brushRef="#br0" timeOffset="103">16487 6040 7569,'0'12'83,"-4"1"-83,0-1 0,-4 2 0,4 2 0,-4-2 740,3 3 0,1-3-263,4-2 1,2 0-428,2 1 1,3-6 51,5-3 1,0-3 75,1-1 0,5-9-138,2-4 1,0-6-194,0 2 1,-4-5 189,0 2 0,-8 0-10,-3 0 1,-4 0-363,-1 0 0,-1 2 59,-4 5 0,-6 2 136,-5 3 1,-6 3 80,1 5 1,-6 1-20,-2 3 1,0 4-296,4 9 0,1 1 373,4 2 0,2 4 0,5-5 0</inkml:trace>
  <inkml:trace contextRef="#ctx0" brushRef="#br0" timeOffset="104">17418 5966 8503,'0'-7'948,"1"0"-804,3 3 0,3 2-219,6-2 0,-1 3-245,1 1 1,0 0 186,4 0 0,-2 0 99,6 0 1,-5 0-247,5 0-416,-6 0 424,9 0 0,-11 0 272,4 0 0,-3 5 0,-2 2 0</inkml:trace>
  <inkml:trace contextRef="#ctx0" brushRef="#br0" timeOffset="105">17418 6139 7569,'-8'0'0,"-1"0"2014,7 0-1305,2-5 1,4 3-218,8-2 1,-1 3-252,10 1 0,4-4-772,4-1 0,5 1-184,-1 4 1,3-1-309,1-3 0,5 1 128,-1-5 683,0 5 1,8-8 0,2 4-1</inkml:trace>
  <inkml:trace contextRef="#ctx0" brushRef="#br0" timeOffset="106">18324 5866 7569,'0'-12'1590,"-6"5"-1614,-1-4-32,-5 10 49,5-5 0,-4 10 103,3 0 0,-3 7 68,-2 2 1,1-1 131,-1 5 0,5-2-126,0 1 0,1-2 69,-1 3 109,2-3-455,6-2 97,0 0 1,0-3-175,0-1 114,0-5 54,6 8 0,2-9 94,8 7 0,0-5-103,4 4 1,1-4-149,4 4 1,0-3 113,-1 3 0,0 0 11,-3 5 1,2-1 50,-2 0-58,-3 1 34,-1-1 255,-4 1-110,-6-1-57,4 0 1,-10 1-53,3-1 1,-8-4 210,-4 1 0,-7-1 305,-2 4 1,-6-3-227,-2-1 0,0-1-112,-4 1 1,-1 2-49,1-6-474,-6 0 274,9-4 1,-4 0-1062,5 0 582,6 0 366,-5 0 1,11-1-24,-4-4 0,7 0-447,2-3 0,5-5 638,-1 1 0,3-6 0,1-7 0</inkml:trace>
  <inkml:trace contextRef="#ctx0" brushRef="#br0" timeOffset="107">18324 5879 7569,'5'-7'0,"-4"-4"539,5 4 0,-6-1 2244,0-1-1512,6 7-893,-5-4 0,10 6-208,-3 0 0,5 0-103,3 0 0,-1 0-154,6 0 0,1 0-343,7 0 1,-3-4 457,3 0 1,1 0 165,-1 4-194,0 0 0,-4 0 0,0 0 0</inkml:trace>
  <inkml:trace contextRef="#ctx0" brushRef="#br0" timeOffset="108">16078 4080 7569,'1'-11'0,"4"3"251,-4-3 388,4 10-296,-5-5 74,0 6 1178,0 0-1268,0 11 1,5 0-85,-1 14 0,4 0 56,-4 12-162,0-3 1,-4 19 450,0-4-1543,0 9 1185,0-1-359,0-1 0,-5 5-470,-3-3 1,2-3-1479,2-1 1439,2-3 0,2-7 74,0-3 564,0-8 0,-4 0 0,0-2 0,1 2 0,2-3 0,1-2 0</inkml:trace>
  <inkml:trace contextRef="#ctx0" brushRef="#br0" timeOffset="109">19155 5904 7569,'7'-2'630,"-3"-2"-64,-3 3-362,-1-5 1,-4 12-22,0 2 1,-7 4 136,-2 5 1,0 2-42,-8 6 0,2 1-272,-2 3 1,-2-3-21,2 3 1,3 1-96,1-1 1,0 0-149,0-4 1,2-1-1202,7-4 1072,-3 4 385,4-11 0,0 5 0,1-5 0</inkml:trace>
  <inkml:trace contextRef="#ctx0" brushRef="#br0" timeOffset="110">18956 5904 7569,'-7'0'896,"2"0"0,5 1-703,0 3 1,1 3 16,3 5 1,3 1-78,6-1 1,-1 5-77,1-1 0,0 5 126,4-5 1,-2 5-1,6-4 1,-1 3-964,5-3 0,-4 3-1106,0-3 1886,-1 5 0,-1-8 0,-1 4 0</inkml:trace>
  <inkml:trace contextRef="#ctx0" brushRef="#br0" timeOffset="111">19490 5990 7569,'-7'0'913,"1"6"1,6-3-889,0 5 1,0 2-17,0 6 1,0-1-2,0 6 0,0-2-307,0 2 1,0 2-453,0-2 0,4-3 751,1-2 0,10 4 0,-1-1 0</inkml:trace>
  <inkml:trace contextRef="#ctx0" brushRef="#br0" timeOffset="112">19688 6003 7569,'-1'8'790,"-3"0"0,2-4-485,-2 5 1,1-1-262,-1 4 1,3 1-251,-3-1 1,2 5 140,2-1 0,0 1 8,0-5 0,5-4 100,-1 1 1,5-2 0,0 1 0,2-3-381,1-5 0,0 0-69,1 0 0,1-5 235,2-3 0,-2-8-19,3 0 0,-8-2-80,-1 1 1,-3-2 170,3-6 0,-5 2 120,1 2 0,-3-1-159,-1 6 1,-1-1 14,-3 5 1,-3 1 593,-6 2 1,5 0 488,0 5-569,-1 0 66,-3 4-108,5 0-248,2 0-74,5 0 1,1 0-128,3 0 0,-1 1 157,5 3 0,2-1 7,6 5 1,-2 0-248,3 5-38,2-1 130,-5 1 0,8 3 37,-6 1 0,5 3 60,-4-3 1,3-1 286,-3-3-104,5-1-107,-3 1 0,6-7 108,0-1 1,-2-4-100,-2-1 0,2-1-10,-2-4 1,-3-1 85,-1-7 0,-4-5-90,0-2 1,-6-4 26,-3-1 1,-3 1-66,-1-1 0,-5 0-318,-4 0 219,-7 6 74,-4 1 1,-4 7 74,-1 3 0,-1 2-80,-3 6 1,4 1-20,0 4 1,2 7-105,6 9-1374,1-3 695,3 5 793,6-4 0,-4 1 0,4-2 0</inkml:trace>
  <inkml:trace contextRef="#ctx0" brushRef="#br0" timeOffset="113">20929 6015 7569,'5'-7'1638,"-3"-4"-1342,9 10 0,-4-6-37,5 3 1,0 2-77,1-2 1,3 3-1,1 1 1,1 0-609,-2 0 1,-2 0-455,3 0 1,1 0 515,-2 0 363,6 0 0,-8 0 0,4 0 0</inkml:trace>
  <inkml:trace contextRef="#ctx0" brushRef="#br0" timeOffset="114">20941 6176 7569,'-7'6'2620,"2"-5"-1847,5 5-549,0-6 1,7 0-31,5 0 0,2 0-241,7 0 1,-1 0 183,5 0 1,5-2-75,4-2 0,1 3-2156,3-3 2093,-1-3 0,6 0 0,1-5 0</inkml:trace>
  <inkml:trace contextRef="#ctx0" brushRef="#br0" timeOffset="115">22219 5928 7569,'6'-12'0,"-5"0"0,3-1 0,-3 1 863,-1-1-457,0 6 1,0-4 252,0 3-468,0 3 1,-1-5-9,-3 6 1,-7 0-1,-6 4 1,-5 1-87,2 3 1,-4 3-186,-1 6 0,1-1 217,-1 0 0,6-1-87,2-2 1,3 2-36,2-3 1,4-1-15,-1 1 1,6-4-59,-1 4 1,8-3 124,5 3 1,7-4 42,5 4 1,8-1-196,4 1 0,3 2-32,1-6 1,4 6 126,1-2 1,-2 3-52,-7 2 0,1-5-125,-5 0 0,-1 0 46,-8 5 93,-2-1-28,-5 1 0,-8-2-26,-5-3 0,-7-1 421,-9-3 1,-5-1-9,-8 5 0,-2-1-142,-7 1 1,1 2-54,0-6 0,4 1-244,0-1 1,7-2-162,1 2 1,1-3-819,8-1 917,-1 0 0,6-1 36,3-3 0,2 1-1548,6-5 1688,0 0 0,11-10 0,3-2 0</inkml:trace>
  <inkml:trace contextRef="#ctx0" brushRef="#br0" timeOffset="116">22083 5680 7569,'0'-12'433,"0"-1"0,0 5-66,0 0-173,0 5 1,1-2 0,3 5 0,-1 1-12,5 3 1,-1 4 254,1 9 0,3 8-98,-2 8 1,-2 8-8,1 5 0,-5 2-219,1 2 1,-2-1-304,3 1 0,-4-2 244,3-3 1,-1 2 139,1-5 0,-1 3-1824,5-4 1629,-5 1 0,8-5 0,-4 0 0</inkml:trace>
  <inkml:trace contextRef="#ctx0" brushRef="#br0" timeOffset="117">22753 5792 7569,'0'-7'0,"0"1"0,0 6 0,-2-1 629,-2-3-295,3 3-197,-5-5 1,2 7-32,0 4 124,-6-4 45,9 10-210,-10-4 1,5 5 95,-2 1 0,1-5 31,3 0 1,3-4 130,-4 5-270,4-1 0,-3 4-8,0 1 1,0-5-95,4 0 1,0 1 66,0 3 0,1 0 58,3 1 1,-1-1-151,5 1 0,1-1-13,3 0 0,0 1 18,1-1 0,3 5 71,1-1 1,3 2-16,-3-1 1,4-4-29,-5 4 0,1-3 36,-5-2 1,-1 1 127,-2-1-118,2 0 1,-10-3 346,3-1-164,-3-5-18,-1 2 0,-1-5 46,-3 0 1,-3 4-131,-5 0 1,-6 1 31,-3-5 1,-2 0-559,-2 0 1,-4 0-138,0 0 0,-1 0 23,1 0 0,4-5 244,0 1 0,2-7 310,6-1 0,-5-6 0,3-7 0</inkml:trace>
  <inkml:trace contextRef="#ctx0" brushRef="#br0" timeOffset="118">22815 5817 7569,'12'-7'682,"-5"-4"0,4 9-400,-3-2 1,3 3-88,2 1 0,-5 0-204,0 0 44,0 0 1,5 0 50,-1 0 1,-3 4 108,-1 0 0,-4 6 55,4-2-148,-5 3 0,7 6-145,-6-1 0,0 1 21,-4-5 0,0 5 158,0-1 0,-4 5-242,0-5 1,-1 2-56,5-1 136,0-3 0,0 4 6,0-6 1,2-4-7,2 0 1,-1-5-17,5 1 0,0-2-108,5-2 1,0-2 152,4-2 1,-2-7-8,6-5 1,-6-2-407,2 1 1,0-2-42,0-6 1,0 2 191,-5 2 0,-4-1 57,0 5 1,-5 0 246,1 0 0,-2 7 40,-2-2 0,-2 4 105,-2-1 1,-3 0-165,-5 5 1,4-1-88,-1 5 1017,1 0-77,-4 0-523,5 0-208,1 0 1,8 0-264,2 0 0,4 0 29,9 0 1,-2 5 13,5-1 1,1 5 76,4 0 1,1 2-11,3 1 0,1 1-112,4-1 1,0 4-51,-5 1 1,5-2 45,-1-7 0,2-2 91,-2-6 0,3 0 3,-3 0 1,-3-1 178,-1-4 1,-3-1 261,-1-7 1,-5-3-253,-4-1 0,-4-5-111,-3 1 1,-5 2 531,-8-2 1,-5 5-158,-7-5 1,-3 6-212,-6-2 1,-4 4-20,0 0 0,-4 2-690,4 3 0,-4 2 162,4 6 331,-6 11 0,4-2 0,-7 9 0</inkml:trace>
  <inkml:trace contextRef="#ctx0" brushRef="#br0" timeOffset="119">14155 7801 7569,'-5'-12'0,"-2"-1"0,0 1 0,1 4 0,6-1 1402,0 7-366,0-9-377,0 9-314,6-9-91,1 10 1,11-10 75,2 2 0,9-2-162,4-1 1,5 0-30,3-1 0,3-3 44,6-1 1,1 1 11,2 3 0,-3 1-640,0-1-2346,-1 1 2226,-5 0 0,-4 3-903,-2 1 790,-15 5 678,6-2 0,-15 5 0,4 0 0</inkml:trace>
  <inkml:trace contextRef="#ctx0" brushRef="#br0" timeOffset="120">14515 7677 7569,'0'14'1333,"0"2"-378,0 9-577,0 7 1,0 5-233,0 0 0,1 0-183,3 1 1,-2-2-309,2-3 0,-1 1-73,1-5 0,-1-1-1072,5-8 1490,-5 4 0,8-11 0,-4 5 0</inkml:trace>
  <inkml:trace contextRef="#ctx0" brushRef="#br0" timeOffset="121">14837 7503 7569,'0'13'0,"0"5"652,0 2-345,0 4 0,-4 6 187,0 3-276,-5 9 0,7-4-74,-2 3 1,-1-2 0,0-2 0,1-1 38,4-3 1,2-4 11,2-8 0,-1-3-203,5-6 0,-4-5-40,4-3 0,0-2 162,5-2 0,-5-2-43,0-2 0,1-7-253,3-6 0,1-5 111,-1 2 1,-4 2 80,0 1 1,-3 3 53,3 2-27,-5 0 164,2 5 1,-3 3 64,2 8 0,-2 4-54,7 9 1,-5 1-60,4 2 0,0 4-30,5-4 0,5-2-23,2-1 1,4-5-102,1-4 1,1-2 116,3-6 1,-3-1 5,3-4 0,1-6-489,-1-5 0,-1-6-51,-8 1 1,-2-4 152,-5-4 1,-2-1-82,-3-3 1,-2-6-210,-6 6 1,-6-4 374,-2 8 1,-5 2 228,-3 6 1,-2 9-211,-3 7 0,-2 8-37,2 10 1,-1 2 1368,1 14 519,3 8-1115,6-4 0,5 10-75,3-6 0,3-1-247,1-3 0,5 1-265,3-5 0,9-1-315,4-8 1,2 0-599,2-4 0,0-6 925,0 2 0,5-8 0,2 2 0</inkml:trace>
  <inkml:trace contextRef="#ctx0" brushRef="#br0" timeOffset="122">16115 7801 7569,'0'-12'645,"0"5"26,0-4-78,0 9 0,-1-3-219,-3 5 0,1 5-53,-5 4 1,1 7-139,-1 5 1,-3 4 11,2 4 0,2-2 69,-1 6 0,5-7 92,-1-1 1,7-1-227,1-8-116,11 1-5,-6-10 1,14 2-117,-2-5 0,2-5-43,2-7 0,0-7-203,0-2 0,-2-11 133,-2 0 1,-1-3-139,-7-2 1,1 1 146,-10-1 0,-2-2-11,-6 1 1,-3 6 116,-5 3-64,0 5 158,-1 8 1,-5 5 181,-2 3 0,-2 8-213,1 4 1,3 8-35,6 0 0,0 6-172,4-1 1,3-2-316,5 2 1,0-2 311,0 2 0,9 1 251,4-6 0,13 6 0,0-2 0</inkml:trace>
  <inkml:trace contextRef="#ctx0" brushRef="#br0" timeOffset="123">16512 7789 7569,'0'-13'1079,"0"1"-244,0 5-426,0 1 1,0 8-191,0 2 0,-5 4 27,-3 9 1,1 1 117,-2 2 0,7 4-149,-3-4 0,4 4-32,1 1 1,0-5 22,0 1 1,0-6-147,0 2 1,1-5-616,4-4 1,-3-2 346,7-6 1,-5 0 26,4 0 1,0-7 26,5-5 0,-1-8-93,1-9 1,3-2 115,1-7 0,3 3 33,-3 2 0,-1 2-86,-3 6 266,-1 6 342,1 1-295,-1 11 1,-4 3 76,1 8 1,-7 7-91,2 6 1,-2 5-14,-2-1 1,1-2 0,3 2 0,-2-2 44,2 2 1,-3 1-782,-1-6 0,4 1 7,0-5 0,1-4-1101,-5 1 1079,5-7 648,-4 4 0,11-17 0,-6-3 0</inkml:trace>
  <inkml:trace contextRef="#ctx0" brushRef="#br0" timeOffset="124">16636 7491 7569,'-12'0'1814,"5"0"-1651,2 0 0,5 1-143,0 4 0,5-4-232,3 3 1,5 2-220,3-2 0,-1 0 431,6-4 0,0 0 0,4 0 0</inkml:trace>
  <inkml:trace contextRef="#ctx0" brushRef="#br0" timeOffset="125">16971 7863 7845,'9'-4'868,"-1"0"-457,-5-6-279,8 3 1,-9-5-31,7-1 0,-2 0 13,1-4 0,1 3-138,-4-2 208,-1-3-135,-4 5 23,0-4 0,-6 11-30,-2 3 1,-3 4-123,-1 4 147,-1 3-26,1 11 0,-1-4 27,1 2 1,1-2-74,3-2 0,-2 1-128,6-1 1,0 0 92,4 1 0,1-2-60,3-3 0,3 2 97,6-6 0,0 4-10,4-4 1,1 6 268,2-2-127,-2 3-4,0 2 0,0 0 69,3 4 0,-2-2-25,-2 6 0,-5 0 105,1 3 1,-2 5-2,-7 0 0,4-1 143,-4-8 0,-1 2-115,-7-5 0,1 0 55,-5-5 0,-1-1 351,-3-3-368,0 3-194,-6-9 0,3 3-138,-6-5 0,4-1-83,-3-3 0,4-3-296,0-6 1,-1-5 6,5-2 0,-2 0-468,10 0 1,0 5 377,4-2 1,4 3-141,0 2 0,10 0-786,-2-1 718,4 1 165,1 5 0,-1-4-736,4 3 1233,1 2 0,9-11 0,2 4 0</inkml:trace>
  <inkml:trace contextRef="#ctx0" brushRef="#br0" timeOffset="126">17381 7813 7569,'0'-6'962,"0"0"0,0 7-589,0 4 0,-4 1-146,-1 7 1,1-1-190,4 1 1,0-1 96,0 0 0,0 1-978,0-1 358,6 1 1,-3-2-289,5-3 0,-4-3 398,4-5 375,-5 0 0,8-5 0,-4-2 0</inkml:trace>
  <inkml:trace contextRef="#ctx0" brushRef="#br0" timeOffset="127">17344 7615 7740,'12'7'179,"0"-3"1,5 2 95,-1-2 0,5 5 86,-4 0 1,3 3-137,-3 5 1,1-2 19,-2 5 0,-2 1-123,3 4 1,-5 0-11,-4-1 1,2 0 9,-6-3 1,0 2 12,-4-2 0,0-3 319,0-2-133,0-2 125,0-7-327,0-2-201,0-5 1,2-7 15,2-5 1,-2-6-163,7-7 0,-2-4 144,1 0 1,3 0 2,-3 5 0,2 0-73,-2 4 151,3 2-6,-9 11 22,9-4 1,-9 9 75,7-2 1,-7 8 227,2 5 0,2 2-171,-2 1 1,2 6-52,-2 3 1,-1 2 145,5 2 0,-4-2-93,4-2 0,2-2-218,6-2 0,0-8-115,4 4 1,1-9-157,4 0 1,-5-3 69,1-1 1,0-1-102,4-3 1,-2-3 110,-2-5 1,1-1-84,-6 1 1,1-5-62,-5 1 235,-5-6 9,-1 8 0,-6-8-46,0 5 1,0 1 225,0 3 0,-2 2 283,-2 3 0,-3-1-190,-5 4 1,-5 3 120,1 6 1,-6 4-100,1 9 1,2-4-14,-2 4 0,6 2 11,-2 2 0,9-3-27,4-2 1,3-1-152,1 2 101,0-3-58,0-2 1,1-2-104,3-6 0,3 0 44,5-4 1,1-1-166,-1-3 1,5-3 91,-1-6 0,5-5-75,-5-2 1,1-4 120,-5-1 1,1 6 15,-1 3 0,-5 2 194,-3 1-68,3 7 234,-5-5-16,3 9 1,-5-2-8,0 8 0,0 9 150,0 7 0,0 4-182,0 0 0,0-3-32,0 0 0,6-2-58,2 2 0,3-3-1,1-6 0,2-1-242,3-3 68,2-2 1,4-7-294,-2-4 235,8-1 1,-8-12-54,8-3 1,-3-8-138,-1-4 0,-1-10-94,1-6 1,-4-8-272,0-9 1,-12 29 0,1-2 111,0-4 0,1-1-759,1-4 0,-1-2 1140,-6 3 1,-2-1 0,5-2 0,-1 0-178,-4 5 1,-1 3-731,7-26 1266,-7 20 1,0 23 375,-10 9 1,-2 16-308,-10 12 1,-1 14 303,-4 20 0,0 10-501,13-21 1,0 1 0,1-1 0,2 1 72,1-1 0,0 1 0,1 0 0,0-1 1035,-5 31-636,8-29 0,1-2-296,-3 23 0,8 7-1722,2-11 1468,3-1 0,2-3 0,4 2 0,5 6 0,4 6 0</inkml:trace>
  <inkml:trace contextRef="#ctx0" brushRef="#br0" timeOffset="128">19155 8173 7569,'0'18'264,"0"-4"1,0 9 410,0-2 0,0-2-260,0 2 1,0-2-98,0 2 0,0-3 49,0-6-161,-6-5 0,4-1 379,-7-6-119,6-11-223,-8-3 1,10-18-359,-3-5 44,3-6-454,1-17 1,0-9 327,0 28 0,0-1 0,0-2 1,0 0-166,-1-4 0,2 1 0,1-1 0,1 1 44,1-5 1,0 0 0,2 5 0,1 2 131,1 3 1,0 1 0,6-22-86,3 17 0,-2 17 325,1 9 92,-2 10 0,8 6-129,-5 8 435,5 3-264,-8 11 64,3 7 0,-5 6 561,-4 7 1,1 3-520,-4 0 1,-3 5 71,-6-5 1,-3 2-116,-5-2 1,-5-4-27,1 1 0,-6-5-235,1-4-192,-2-9 667,-2 9 0,6-15-1500,2 3 548,3-4-691,2-6-1032,-1-1 1527,6-6 1,9-6 682,10-2 0,6-9 0,7-2 0</inkml:trace>
  <inkml:trace contextRef="#ctx0" brushRef="#br0" timeOffset="129">19589 7603 7569,'7'-7'2208,"-2"0"-1505,-5 3-223,0 2-297,0 8 1,-4 4-1,0 10 1,-6-3 313,2 3 0,3 1-264,1 4 1,-2-4-216,2-1 0,0-5-45,4 2 0,0-3-240,0-2 0,1-5 223,3-3 0,-1-3 41,5-1 0,1-1-520,3-3 0,6-8 104,3-9 1,-2-8 86,2-4 1,-5 3 210,5 1 0,-5 2 248,5 3 0,-6 3-74,2 0 0,-8 10 433,0-1-305,-1 8-156,4-2 1,-3 8 335,-1 2 1,-5 3-56,1 5 0,-1 2-237,1 2 0,-3 0-206,3 4 0,-1-3-312,1 3 0,-3-4-43,4 0 0,-3-2-490,2-2 0,-2-3 982,2-1 0,3-5 0,0 2 0</inkml:trace>
  <inkml:trace contextRef="#ctx0" brushRef="#br0" timeOffset="130">19800 7330 7569,'-6'-7'0,"4"1"1952,-7 6-571,7 0-1209,-4 0-313,6 6 1,0 1-95,0 5 1,7-4-120,5 1 0,6-5-494,7 4 1,0-4 847,0 5 0,5-1 0,2 4 0</inkml:trace>
  <inkml:trace contextRef="#ctx0" brushRef="#br0" timeOffset="131">20247 7342 7569,'-13'6'2778,"1"1"-2313,-1 5 0,1 6-48,-1 3 0,1 8-175,0 4 0,5 5-47,3-1 0,2 6 256,2-10 1,3 4-115,5-8 0,6-5-142,11-8 0,1-3-418,3-5 0,3-3-508,5-5 0,-1-11 314,-3-5 0,1-12-270,-5-5 0,0-4 434,-4-4 1,-4 1-116,-1-6 1,-10 2-122,-2-1 1,-5 9 199,-3 11 1,-1 3 713,-3 10 0,-5 2-6,-7 10 1,1 12 247,-6 9 0,6 4-401,-2 8 0,1 0-14,3 4 0,4-1-193,9-3 0,0 2-92,0-6 0,1 4 366,3-4-333,3-1 0,11-3 0,1 0 0</inkml:trace>
  <inkml:trace contextRef="#ctx0" brushRef="#br0" timeOffset="132">21177 7454 10335,'8'5'521,"1"4"1,-3 7-368,3 5 0,0 2 41,-5 2 0,5 0 0,-5 0 0,4-5-472,-4 1 1,5-10-722,-5 1-1222,5-2 2220,-2-3 0,6-7 0,-1-7 0</inkml:trace>
  <inkml:trace contextRef="#ctx0" brushRef="#br0" timeOffset="133">21165 7293 8232,'-7'-7'787,"1"1"0,6 5-1380,0-3 1,7 2 211,5-2 0,2 3 128,7 1 0,4 0 177,4 0 0,5 0-3,-1 0 1,3 0-17,1 0 0,-4-4 14,0 0 1,-1-1-59,1 5 0,-8 0-11,-8 0 1,-4 0 70,0 0 0,-6 2 96,-3 2 1,-8-1 312,-5 5 1,-7 0-172,-5 5 0,-1-1 812,1 0-471,-2 1-230,9-1 0,-2 1 475,7-1-536,-2 0 0,11 5-64,0-1 0,11 1-48,10-5 0,4 5-140,4-1 1,-2 5-143,7-4 0,-7-1 128,2-3 0,0-1-103,-4 0 1,-3-1-100,-10-2 160,1 2 74,-6-4 0,-13 1 0,-11 0 1,-5-4-169,-2 5 1,-5-7-240,0 2 0,-6 2 432,2-2 0,-3 6 0,-1-3 0</inkml:trace>
  <inkml:trace contextRef="#ctx0" brushRef="#br0" timeOffset="134">22815 7243 7569,'12'-7'323,"-4"-4"0,1 3-11,0-3 0,2 0 164,2 2 17,-6-2-298,-2 5 0,-8-1-78,-5 3 1,-7 2 65,-14 2 1,-3 7 124,-5 5 0,-4 2-44,-1 7 1,-2-5 15,7 5 1,2-6-122,11 2 1,2-3-72,5-2 1,2 0-88,11 1 0,1-1-235,7 1 1,4 0 2,9 4 0,8-2 137,8 6 1,8-2-54,5 2 0,-2 1-64,1-6 1,-5 1-104,2-5 0,-5 1 108,-4-1 1,-8-4-50,-9 1 830,-7-7-454,-4 9 0,-16-8 434,-6 5 0,-10-3-293,-6 3 1,-4-4 226,-5 4 1,4-5-170,-4 1 0,1-3-25,4-1 1,-2 0-317,10 0 0,6 0-475,6 0 0,3 0-98,2 0 1,5-1-750,3-3 1,8-4 1342,4-9 0,9-8 0,2-6 0</inkml:trace>
  <inkml:trace contextRef="#ctx0" brushRef="#br0" timeOffset="135">22703 6958 7926,'-7'-6'805,"0"3"-537,3-5-268,3 5 0,-5-1 1329,6 8-848,6 14 1,-4 10 16,7 13 1,-5 6-157,4 11 1,-5 0-487,1 8 1,-3 2 135,-1-2 0,2-31 0,0 0-238,3 31 1,-1-4-216,-4-4 1,1-7-664,3-1 1,-1-2 628,5-7 495,-5 0 0,14-9 0,-4-1 0</inkml:trace>
  <inkml:trace contextRef="#ctx0" brushRef="#br0" timeOffset="136">23249 7169 7569,'-13'0'2077,"1"0"-1336,5 0 0,-3 1-485,6 3 0,-1 3-73,1 5 1,1 1-44,-5-1 1,5 5-24,-1-1 1,-2 6-138,2-1 0,0-2 95,4 2 0,0-5 24,0 5 0,1-6-208,3 2 0,-1-3 38,5-2 1,-1-4-113,2 1 0,6-3 87,-3 3 0,3 2-73,-2-3 1,5-1 26,2 1 1,2-1 83,-1 1 1,1 3 30,-5-2 1,-1-3-12,-3 3 1,-1-1 123,0 4 1,-3-1 218,-1-2 0,-5 2 259,1-3 0,-4-1-259,-4 1 1,-9 0 43,-7 5 0,-4-2-143,-1-3 0,-1 3-225,-3-3 1,-2-2 183,-7-2 0,1-3 35,0-1 0,1 0-1104,3 0 1,0-1-537,8-3 0,-1-4 1440,9-9 0,1-8 0,3-6 0</inkml:trace>
  <inkml:trace contextRef="#ctx0" brushRef="#br0" timeOffset="137">23174 7280 7569,'7'-12'1236,"4"5"1,-8 0 126,5 3-923,1 2 0,3-7-232,0 5 1,5 0-284,-1 4 0,7 0 36,-3 0 0,4-5-177,0 1 1,1 0-972,0 4 1,4 0 1186,0 0 0,0 0 0,-4 0 0</inkml:trace>
  <inkml:trace contextRef="#ctx0" brushRef="#br0" timeOffset="138">23695 7280 7569,'-6'-5'891,"-6"3"0,10-3-403,-7 5 0,5 5-15,-4 4 1,4 3-119,-4 4 0,1 4 38,-2 5 0,0-1 157,5 1-413,0 6 1,4-5 19,0 3 0,1-5-78,3-3 1,0 1-56,9-5 1,-2-1-188,9-3 0,-3-6-397,4-3 0,-1-4 301,5-4 0,0-5-327,0-7 1,-5-4 185,1-4 1,-6-3 32,2-1 1,-9-3 102,-4-2 1,-2-1 90,-2 5 1,-7 0 311,-6 4 0,-1 6-170,-6 2 1,-1 5 457,-4 3 1,0 4-253,1 5 1,0 0-64,4 0 0,2 1-347,5 3 0,1 2-929,-1 2 543,6 3-116,2-4 737,5 6 0,11-7 0,3 0 0</inkml:trace>
  <inkml:trace contextRef="#ctx0" brushRef="#br0" timeOffset="139">24006 7317 8168,'0'9'1179,"0"-1"0,0 0-278,0 5 1,5 5 95,3 2-682,-2-2 0,6 0-74,1-6 1,0-1-197,8-2 1,1-4-50,7-5 0,3-5-155,5-4 0,0-13-132,0-7 1,-1-5 208,-3-3 1,-4-2-46,-8-2 0,-4 4 111,-9-1 0,-3 3 220,-5 6 0,-11 0-71,-5 4 0,-10 6 135,-3 2 1,-10 9-238,2 4 0,-3 4-221,3 4 0,-1 4-1331,1 9 0,0 3 1521,0 9 0,0-3 0,-1 5 0</inkml:trace>
  <inkml:trace contextRef="#ctx0" brushRef="#br0" timeOffset="140">4702 11981 7569,'7'-13'-14,"-2"1"100,1-1 1,-5 1-1,5 0 1,-2-1 762,0 1-666,0-1 1,-4 5-6,0 0 0,-6 1-189,-2-1 1,-8 2 76,-5 6 0,-3 0-81,0 0 1,-3 7 180,-1 6 0,1-1-9,-2 4 0,3 0 78,1 0 0,6-2-88,3 2 0,2-2-73,1-1 1,6-1 147,3 0-118,3 1 1,8-1-11,5 1 0,3-1-96,10 0 1,-1-3 20,9-1 1,0-1-175,4 1 1,0 3-45,0-3 1,-1 2 87,-3-2 1,1 3-71,-10-2 154,4 7 15,-14-2 1,2 4-22,-8-6 0,-2 1 88,-6-1 0,-7 1 158,-5-1 1,-6 2-115,-7 2 1,-5-2 80,-3 3 1,-3-4-76,-2 0 0,1-5 6,0 0 0,1-5-591,3 1 0,3-2 118,5-2 0,6 0-23,2 0 0,3-2 159,2-2 0,5-4 60,3-9 1,3 1 165,1-9 0,5-3 0,2-9 0</inkml:trace>
  <inkml:trace contextRef="#ctx0" brushRef="#br0" timeOffset="141">4540 11708 7569,'0'-13'78,"0"1"1,0 4 997,0-1-704,0 7 0,0-2 172,0 8 0,2 14-157,2 11 1,-1 8-48,5 8 1,-4 6-210,4 11 0,-3 0-311,3 0 0,-4 4-27,4 1 1,-1 0-815,1-1 0,3-2-1330,-2 2 2031,2-8 0,7 2 1,1-3-1</inkml:trace>
  <inkml:trace contextRef="#ctx0" brushRef="#br0" timeOffset="142">5235 12043 7569,'-8'-13'235,"0"1"-145,5-1 1,-4 2 136,3 3 1,2-3 286,-2 3 1,3-3-184,1-2 1,0 1-149,0 0 1,0 3-260,0 1 133,5 0 0,4 0 102,7-1 0,-1 7-123,6-3 1,0 11-190,4 6 1,-1 8 146,1 9 0,3 4-55,-3 8 0,1 3-51,-10 6 0,0-2 76,-8-3 1,-3-2 45,-5-6 0,0-5 52,0-3 0,-7-7 90,-5-1 0,-2-10-96,-6 1 0,-1-8 90,-4 0 1,-1-4-139,-3-4 0,3-4 4,-3-9 1,7-2-78,1-6 0,6 1 117,-2-1 0,9 5 71,4 4-110,3-3 0,3 6-28,7 1 1,0 5-41,12 7 0,-5 5 9,5 4 0,0 3-107,4 5 0,1-2-219,3 5 1,-3-3-260,3 4 1,-3-5 259,-1 5 0,0-6 146,0 2 0,-1-5 225,1-4 0,5-2 0,2-6 0</inkml:trace>
  <inkml:trace contextRef="#ctx0" brushRef="#br0" timeOffset="143">5781 12030 7569,'7'-12'877,"-2"-1"-168,-5 1-247,6 5 1,-3 3-152,5 8 0,-4 4-128,4 9 1,-3 2-50,3 6 0,-4 1-131,4 3 0,-4 3-188,5 5 0,-5 0-371,4 1 1,-4-4 555,4 3 0,1 3 0,3 10 0</inkml:trace>
  <inkml:trace contextRef="#ctx0" brushRef="#br0" timeOffset="144">6439 12092 8111,'-9'7'243,"1"6"0,4 6 384,-4 10 0,5-2-315,-1 6 0,2-5-209,2 1 1,2-3-8,2-1 1,3-6-134,5-2 0,5-5-28,-1-4 0,2-2 86,-1-6 0,1-3 83,2-5 0,2-2-144,-5-10 1,-1-1-194,-3-4 0,-6-4 77,-3 0 0,-4-1-15,-4 1 0,-9-1 69,-7-3 1,-4 6 8,-1 7 1,1 6 179,-1 2 1,-1 5-91,-3 7 1,4 2-53,0 7 0,2 0-83,6 12 0,1-2-121,3 2 1,6 2-12,3-2 1,8-2-215,4 2 1,9-6 44,4 2 439,2-3 0,7-8 0,2 0 0</inkml:trace>
  <inkml:trace contextRef="#ctx0" brushRef="#br0" timeOffset="145">6798 12117 7743,'-12'0'614,"4"0"-247,-1 0 46,1 0-17,-4 0-199,-1 6 1,6 2-49,3 8 0,3-2 0,1 3 1,0 2-55,0 2 0,3-2-121,5 2 1,0-6-179,9 1 1,1-3 190,-2-5 0,6 2-167,-1-6 1,1 0-36,-1-4 1,2-6-35,-2-2 0,-3-7 62,-2-2 0,-3 0-35,-5 0 1,-3 2 133,-5-6 1,-1 1-18,-3-5 1,-8 1 171,-9 4 0,2-2-53,-2 5 0,0-1 142,-4 2 1,2 6 72,2-2 1,-1 7 59,6 1 0,-1 3 127,5 1-198,-1 0 0,6 1-233,3 3 1,3-1-185,1 5 1,5-3-92,4 3 1,6-4 177,1 4 0,6-5-87,-1 1 1,4-3-70,4-1 0,-3-1-63,3-3 1,-3 3 157,-1-4 1,-2 0 65,-2 1 1,-3 0 36,-6 4 0,1 1 145,-1 3 0,-3 3 187,-1 5 0,-4 1-173,4-1 1,-5 2 111,1 3 0,2 1 39,-2 2 1,5 2 44,0-5 0,2 3-135,1-3 0,5 0-62,-1-5 1,5-4 6,-5 0 0,5-5 7,-4 1 1,3-2 34,-3-2 0,5-6-32,-1-2 1,-3-4 23,-2-5 1,1 2-40,-5-6 0,2 1-1,-10-5 1,0 0-17,-4 0 0,-1-1-77,-3-3 0,-5 3 146,-7-3 1,-2 7-4,-3 1 1,-2 11-209,2 2 0,-2 5 95,-2 3 1,0 3-264,0 5 1,4 2 118,1 11 1,9 1 95,-2 7 22,9-3 0,-1 10 0,5-5 0</inkml:trace>
  <inkml:trace contextRef="#ctx0" brushRef="#br0" timeOffset="146">8920 12117 7569,'-7'0'699,"1"0"-143,6 0-70,-5 0-25,3 0-71,-3 0 160,5 0 1463,0 0-1818,5 0 0,2 1-12,6 4 1,5-3-17,2 7 1,4-5 0,1 4 0,5-5-42,3 1 0,8 1-117,5 0 1,2-1-191,2-4-1100,5 0 1267,1 0 1,1 0-29,-3 0 0,-5 0-110,-3 0 0,-1 0-36,-8 0 0,-2 0 47,-10 0 0,-6 0-302,-2 0 35,-4 0-166,0 0 896,-6 0 0,-7 1-493,-9 3 0,-2-2-101,-1 2 0,-6-3-179,-3-1 0,-1 4-105,2 0 0,-4 1 66,4-5 1,0 0 489,0 0 0,-1 0 0,-4 0 0</inkml:trace>
  <inkml:trace contextRef="#ctx0" brushRef="#br0" timeOffset="147">9466 11869 9341,'12'0'764,"2"1"-417,2 4 1,5-3-196,8 7-15,3 4 1,5 3 20,0 4 0,-1 1-74,-3 4 1,3-1 1,-3 1 1,-3 0-134,-1 0 0,-8 1-193,-5 3 1,-3-3 166,-5 3 1,-2-4-26,-6-4 0,-7 2-22,-6-2 0,-10 2-50,-10 2 0,-8 0-75,-5 0 0,-1-1-178,2 1 1,-4-4-86,4-1 1,4-3 507,3 4 0,7-6 0,6 3 0</inkml:trace>
  <inkml:trace contextRef="#ctx0" brushRef="#br0" timeOffset="148">10855 11894 7569,'7'-13'299,"4"7"551,-4-5-192,5 9-214,1-3 0,-2 10-35,-3 3 1,2 9-172,-6 4 1,0 8-16,-4 4 1,0 1-29,0-1 0,-4 3-12,0-3 1,-5-1-266,5 1 0,-1-6-363,1 2 1,2-2-22,-2-3 1,3 0-543,1-4 0,1 0 1008,3-4 0,3-2 0,6 4 0</inkml:trace>
  <inkml:trace contextRef="#ctx0" brushRef="#br0" timeOffset="149">11240 12278 7569,'0'-12'0,"0"0"0,0-1 0,0 6 1858,0 2-514,0 5-1822,0 0 1,5 0 16,3 0 0,1 0 461,3 0 0,-2-6 0,8-1 0</inkml:trace>
  <inkml:trace contextRef="#ctx0" brushRef="#br0" timeOffset="150">11575 12043 7569,'-13'0'0,"1"0"0,4 2 313,-1 7 0,5 0 495,-4 12 0,4 4-227,-4 4-357,5 5 0,-3-8-79,6 3 1,6-2-100,2-3 1,9-9 77,3-2 1,4-5-78,0 0 0,1-3 118,0-10 1,0-3-127,0-8 1,-6 0-261,-2-4 0,-5-1 100,-4-4 1,-4 1-9,-8-1 0,-4-4 134,-9 0 1,-6 0 34,-6 4 1,-1 2 54,1 2 1,3 4 166,-3 9 1,4 3-175,4 5 1,3 0-28,6 0 0,5 5-779,3 3 1,2 3 129,2 2 0,3-1-135,5 1 0,6-5 203,11 0 1,4-1 519,0 1 0,5 3 0,-2-4 0</inkml:trace>
  <inkml:trace contextRef="#ctx0" brushRef="#br0" timeOffset="151">12021 11981 7569,'-5'-13'0,"3"1"0,-2-1 0,-1 1 762,1 0-79,-1 5-93,5-4-362,0 9 0,0-5 118,0 3-308,6 3 0,1-5 86,5 6 0,2 0-113,3 0 0,-4 6 160,4 2 1,2 3-10,2 2 0,-3 3-402,-2 1 1,1 3 50,-5-3 1,2 4-55,-10-5 0,5 2 119,-5-1 0,-2-4 90,-6 4 0,-3-3 98,-5-2 0,0-4 167,-1 1 1,1-7-179,-1 3-71,1-4 350,0-1 0,5 1-170,3 3 1,4-2-112,4 2 1,3 3-6,5 1 1,4 3-136,1 2 1,4-1 67,-5 0 0,5-1-83,-5-2 0,1 2 99,-5-3 1,-1 3 4,-2 1 0,-4-3 348,-5-1 0,-7 0-155,-5 5 1,-7-1-6,-10 0 0,-3 1-179,-5-1 1,-2-1-163,-2-3 1,2 3-154,-2-2 1,2 0-468,2 0 0,7 2 357,5-3 416,6-3 0,1 6 0,-2-4 0</inkml:trace>
  <inkml:trace contextRef="#ctx0" brushRef="#br0" timeOffset="152">13138 12092 7887,'0'-12'1433,"0"5"-1091,0 1-167,0 6 1,-2 10 22,-2 3 1,-1 4-16,-3 4 1,-3-4-1,2 7 1,4-6-300,1 3-48,2-6 67,2 3 1,6-11-26,2-3 0,4-4-14,5-4 0,-2-7 55,6-6 0,-2-5-68,2 2 1,-3-6-39,-6 1 164,0-8-17,-5 12 1,3-5-172,-6 5 1,0 2 86,-4-2 0,0 7 95,0 6 1,-1 1 1,-3-1 1,1 2 120,-5 6 1,5 2-64,-1 2 1,2-1 67,2 5 1,0-4-79,0 4 0,0-3-13,0 3 1,6-5 12,2 1 0,1-3-6,3-1 1,-2-5-15,6-4 0,-2-7-19,-2-5 1,1-2-8,-1-2 1,-4-1 21,1-3 1,-5 3 0,4-3 1,-5 4 132,1 4 1,3 3-123,-6 11 95,5-4 0,-5 18-78,3 6 0,-2 13 10,2 19 1,-3 9 230,-1 16 1,2-34 0,0 1-97,0 6 1,0 1 0,1 1 0,0 0 21,-1 4 1,0 1-1,-1-3 1,-1 0-40,3-2 0,-1 1 1,-1-5-1,-1 0-95,0-1 0,0-1 1,0 30-58,0-7 0,-1-11 91,-4-10 1,1-9 169,-8-7 1,2-8 120,-6-8 0,-2-5-273,1-8 0,-5-10-249,2-11 0,-4-11 18,-1-9 0,6-9 157,2-4 1,9-5-166,5 28 0,2 0 0,2 0 0,2-1 55,0-3 0,2 0 0,12-27-1264,4 4-311,8 8 1013,2 4 0,7 13-312,-1 8 0,6 10 812,2 6 1,9 1-1,2 5 1</inkml:trace>
  <inkml:trace contextRef="#ctx0" brushRef="#br0" timeOffset="153">14304 11733 7569,'-6'-13'580,"4"2"933,-7 3-1123,7 2 0,-8 8-120,6 2 1,0 14-73,4 11 0,-4 7-239,0 5 0,-1 3-295,5 6 1,0-2-77,0-3 0,0-1-460,0-2 0,0-8 452,0 3 420,0-8 0,0 2 0,0-6 0</inkml:trace>
  <inkml:trace contextRef="#ctx0" brushRef="#br0" timeOffset="154">14106 12129 7569,'-25'-17'0,"0"1"1042,0-4-613,6 5 0,1-5-41,5 4 1,7 2-115,1-3 0,4 0-68,1 0 1,10-4-123,2 5 0,10-6-150,3 1 1,5 2 184,8-2 0,0 2-49,3-2 1,-1 2 70,6 2 1,-6 8-78,1-4 1,-4 9-21,-3 0 0,-5 3 27,-9 1 0,-2 9 22,-5 4 0,-2 11 58,-3 1 0,-3 8 100,-5 0 1,-1 3-164,-3 1 0,-3 1-24,-5-1 0,3-5 14,1-3 0,4-5 95,-4-3-21,5-3-44,-3-6 0,6-6-107,0-6 1,2-7-99,2-10 1,-1-2-253,5-6 1,0-5 157,5-3 1,-1 3 5,0 1 1,-1 4 157,-2 4 0,0 3 143,-5 6 0,2 4-32,-2-1-163,-3 7 1,5 3 265,-6 11 0,0 6-34,0 7 0,4 0 26,0 0 0,6-1-64,-2 1 1,3 0-53,2 0 1,4-6 11,4-2 0,8-9 1,4-4 0,3-3-286,1-1 0,5-11 84,-1-5 0,0-6-206,-3-3 1,-3-4 120,-2 0 0,-4-9 86,-8 0 0,-3-2-194,-6 3 1,-5 6-221,-3 2 1,-2 8 531,-2 4 0,-7 9 442,-5 4 0,-8 5-32,-9 8 1,-2 10-224,-7 14 1,7 8 164,2 5 0,4-2-370,4 1 0,3 1-432,6 3 0,5-4-156,3-4 1,8-2-1775,4-2 2387,14 0 0,-1-5 0,9-2 0</inkml:trace>
  <inkml:trace contextRef="#ctx0" brushRef="#br0" timeOffset="155">15855 11906 8398,'11'2'844,"-3"2"0,2 8-386,-6 9 1,4 6-134,-4 2 1,0 10 38,-4-2 1,0 9-80,0-1 0,-1 3 45,-3 2 0,1-5-171,-5 1 1,5-10-116,-1 1 0,-2-10 223,2-2-153,0 0 230,-1-11 0,2-3-65,-5-11 1,4-7-469,-5-10 1,6-9-161,-1-11 1,3-7-318,1-10 0,7-4 102,5-8 0,-5 31 0,0 0 96,3-4 0,1-1 0,-1 1 0,0 0 297,2-1 1,1 1 0,1 3 0,1 2-4,14-20 1,-4 7 202,-4 14 0,-2 9-85,2 7 0,-4 9 141,-4 4 1,-1 12 7,1 4 1,-6 10 142,-3 3 1,-3 1-55,-1 7 1,0-1 453,0 1 0,-5 2-378,-4-6 0,-2 4 71,-1-4 1,-6-2-206,-3-6 1,-2 1-6,-2-6 0,0 1-326,0-5 0,5-1-120,-1-2 1,6-4-930,-2-5 797,4 0 1,2-1-283,2-3 0,5-3 269,8-6 1,7 1-12,6-1 1,5-3 482,-1-1 0,8 1 0,-3 3 0,8 1 0,-5 0 0,4 3 0,-4 1 0,6 0 0,-2-5 0,-3 1-70,-1 0 0,0-1-38,-4 1 0,1-1 385,-10 1 1,1 5 1056,-5 3-217,-5 3-736,-1 1 0,-6 5 150,0 3 1,-6 5-175,-2 3 1,-3 4-168,-1 4 0,3-3-64,1 0 1,5-2-144,-1 2 1,3-2 72,1-2 0,0-8-83,0 4 87,0-9 0,5 1 14,4-5 1,2-7-203,1-5 0,2-2-32,2-6 0,0-5-99,4-4 1,-1-2 102,2 3 1,-2 0-86,-2-5 1,-2 5 189,6-1 1,-6 7 136,2 2 1,-4 10-30,0 2 1,-5 1-101,0 3 0,-5 5 196,1 7 1,-2 5 13,-2 3 0,0 4-15,0 4 1,-2 1-180,-2 0 1,1 0-160,-5 0 0,5-1-54,-1 1 1,3-1-325,1-4 1,-4-2 112,-1-5 85,1-1 366,4-5 0,6-2 0,1-5 0</inkml:trace>
  <inkml:trace contextRef="#ctx0" brushRef="#br0" timeOffset="156">16574 11621 7569,'0'-12'1771,"0"5"-1305,0 1-570,0 6 1,0 6-82,0 2 1,4 3-365,1 1 0,6 1 329,1-1 0,2 5 220,6-1 0,-4 1 0,2-5 0</inkml:trace>
  <inkml:trace contextRef="#ctx0" brushRef="#br0" timeOffset="157">16934 11695 7569,'-12'0'696,"-1"5"167,1-1 0,-5 5-315,1 0 0,-2 7 63,1 5 0,4 8-285,-4 4 1,5 3-121,3 1 1,4 0-117,5 0 0,1-5 93,3-3 1,5-3-303,7-1 1,5-10-84,8-3 1,4-9-211,8-3 0,-2-7 119,2-9 0,-2-5-274,-2-8 1,-5 2 270,-3-6 1,-9 1-5,-3-1 1,-9-2-99,-4 6 0,-2 5 78,-2 3 0,-7 10 768,-6-2 1,-5 11-46,-6 2 1,-5 11 206,0 9 0,0 5-506,4 4 1,6 0-238,2 8 0,5-6 293,3 6 0,4-7 78,5 3 1,5-5-239,4 1 0,7-3 0,4-1 0</inkml:trace>
  <inkml:trace contextRef="#ctx0" brushRef="#br0" timeOffset="158">17827 11472 7569,'7'-19'338,"3"1"607,-6 6-128,6-1-361,-9 6 0,5 3-170,-6 8 0,0 6-91,0 11 0,-6 6 407,-2 14 1,-7 4-199,-2 4 1,1 5 46,3 0 0,2 4-372,3-5 0,-2 1-53,6-4 1,0-6 14,4-3 1,1-2-204,3-2 0,3-10 242,6-2 0,0-8 115,4-1 0,2-7-130,6-5 1,0-4-110,0-4 1,4-9-1304,0-7 1,5-11 420,-1-6 1,-2-2 183,-3-6 1,-3-1 430,-4-3 0,-4 1 133,-9 2 0,-3 5-17,-5 8 0,0 4 177,0 8 0,-5 5 645,-3 7 0,-9 4-429,-4 5 1,-4 11 292,-3 5 0,0 8-151,-5 5 1,5 2-41,-1 7 1,9-5-115,3 0 1,9-6-207,4 2 1,2-4 135,2-4 1,2-3-17,2-6 0,3-5-309,5-3 1,5-3 97,-1-1 1,5-1-365,-5-3 260,7-3 96,-10-11 0,9 0-48,-5-2 1,-2-2 187,-7 5 0,2-4 150,-6 5 1,4-1-186,-3 5 1,-1 4-99,-4-1 533,0 7 1,-4-3-155,-1 10 0,-3 1-39,4 7 1,-4 5-159,4 2 0,-1 4-125,5 1 1,0 2 29,0-2 1,0 3-157,0-8 1,2-2 156,2-1 0,3-5 6,5-4 1,1-2-284,-1-6 1,0 0 90,1 0 0,-1-7-6,1-5 0,3-6 9,1-7 1,-1-5-78,-3-4 1,1-3 35,2-4 1,-2 2-87,2-2 0,2 8 164,-1 4 1,-5 6 81,-3 6 524,-1 0-242,4 16-176,-5-4 1,0 11 328,-3 7 1,-2 6-169,2 10 1,-4-3-63,-4 3 0,2 3 219,-2 1 0,-2-1 303,2 1 1,-4-6-386,4 2 0,-4-4-107,4-4 1,-5 1-897,5-6 389,-6 1 289,9-10 0,-6-2-1328,3-5 700,3 0 1,-9-1-939,6-3 1637,0-9 0,4-6 0,0-6 0</inkml:trace>
  <inkml:trace contextRef="#ctx0" brushRef="#br0" timeOffset="159">18758 11385 7569,'5'-19'642,"-3"1"963,2 6-660,-3-1-473,-1 6 1,-5 10 493,-4 14-621,-7 2 1,-2 22 94,-3 1 1,-1 10 30,6 6 1,-1-2-338,5 2 0,-1-5-25,1 0 0,5-6-647,3-1 1,3-6 407,1 1 1,1-8-1041,3-4 1,3-4 95,5-4 0,1-5-1213,-1-8 2287,6-2 0,-4-6 0,4 0 0</inkml:trace>
  <inkml:trace contextRef="#ctx0" brushRef="#br0" timeOffset="160">18435 11621 7569,'-25'0'0,"10"-6"0,3-2 2108,8 3-1406,-2-1 0,8 6-707,2 0 0,3 0-43,5 0 0,7 0-834,6 0 1,11 0 31,9 0 850,-2 0 0,5-5 0,-3-2 0</inkml:trace>
  <inkml:trace contextRef="#ctx0" brushRef="#br0" timeOffset="161">19266 11819 7569,'6'-20'0,"2"-1"0,2 6 274,-2-2 1,2 8 1094,-6 0-1166,6 7 1,-4-4-9,7 6 0,-5 2-176,0 2 0,-1 4 76,2 9 0,0 0 52,-5 4 1,5 4 7,-5 0 1,4 0-10,-4 3 1,6-3-104,-2-4 1,-1 1-191,1-5 1,1-2-76,3-7 1,2-3 131,2-5 0,-1-1-76,6-3 1,-4-8-20,3-9 0,0-7-45,0-1 0,2-6 118,-5-3 1,-1 1 9,-3-4 0,-1-2-10,1 2 1,-6 1 1,-3 7 1,1 4 776,-1 8-362,0 3-88,-4 11 1,-1 14 78,-3 14 1,-3 13 137,-5 12 0,-1 9-174,1 7 0,-1 7-378,7-30 1,0 0-1,2-1 1,0-1 260,-1 0 0,1 0 0,3 1 0,0-1 121,-1-2 0,0 0 1,0 31-437,2-4 1,4-5 249,0-8 0,1-10-91,-5-6 1,-2-7 116,-2-5 0,1-9 199,-5-8 1,-4-2-153,-5-2 1,-5-11 334,1-6 1,-3-11-559,-5-5 1,2-7-203,-1-1 0,3-10 153,4 1 1,3-3 121,6-1 1,1 9-87,2-1 1,4 7-61,5 6 0,0 4-145,0 9 0,5 3 136,4 9 0,7 2 97,5 6 1,8-1-247,4-3 0,8 3-367,5-4 0,3 0 204,5 1 1,-1-4 136,4 3 1,-6-3 55,-1 4 1,-3-4 67,-10 4 0,2-6 194,-10 2 1,-5 1-185,-3-1 0,-10 1 11,2-2 1,-9-6 164,0 3 0,-4-3 235,-4 2 0,-5 1 366,-7-1 0,1 1-337,-6 0 1,2 5 469,-2 3 0,-2 2-246,2 2 0,3 6-58,2 2 1,-1 3-128,5 1 1,-4 10-102,8 3 1,3 4-170,1 0 1,2-3-226,2 3 1,6-3-51,2-1 0,4 0 190,5 0 1,2-7-150,6-6 1,0-1-12,0-7 0,-1-1 1,1-7 0,4-3 120,0-5 0,1-6 35,-1-3 1,-4-4-112,0-4 1,-2 2-160,-6-6 1,4 1 284,-5-1 1,-1 3-51,-6 5 0,0 1 607,-5 4-337,1 2 209,-5 5-266,0 7 1,-2 0-15,-2 6 1,0 6-21,-9 2 0,4 4 64,-8 5 1,4-2-2,0 6 0,2-2-160,3 2 0,2 1 98,6-6 0,0 5-76,0-5 72,0 1-80,0-5 45,6-5 1,-3-1 8,5-6 0,0 0 0,5 0 1,-1-2-80,0-2 1,2-3-133,3-5 1,-4-5-123,4 1 281,2-1 1,-5-1 0,4 5-141,-6-4 0,4-1 67,-4 2 0,6-1-48,-10 5 67,6-1 1,-9 5 3,4 0 0,-2 5 149,-3-1 330,-3 2-245,5 2 1,-5 2-111,3 2 1,-2-1 99,2 5 0,1 0-43,-1 5 1,5 0 42,-5 4 0,1-3-84,-1 2 1,-1 4 0,5 0 0,-5 2 56,1-1 1,2 1 114,-2-5 1,0-1 341,-4-4-95,6 1-93,0-6 0,7-3 141,-1-8-504,1-9 36,5-6 1,1-7 117,6-3 1,0-3-13,-1-5 1,5-4-121,0-1 1,0 1-173,-4 4 1,-6 5-946,-2 3 0,-3 13 59,-2 3 995,-5 9 0,-7 4 0,-7 7 0</inkml:trace>
  <inkml:trace contextRef="#ctx0" brushRef="#br0" timeOffset="162">3970 13729 7569,'-18'0'0,"4"-4"1207,-2 0-750,7-6 1,5 8-61,8-7 0,5 1-17,7-4 0,10-2-306,11-3 0,8-6 72,8-6 1,4-1-418,5 1 0,-27 16 0,0 0 202,0-2 1,0 1-1,3 0 1,-1 2-108,-4-1 0,0 1 0,32-8-28,-7 4 0,-4 8 105,-9 4 1,-8 2-472,-8 2 0,-4 0 570,-4 0 0,-5 4 0,-5 3 0,2 4 0,2 4 0</inkml:trace>
  <inkml:trace contextRef="#ctx0" brushRef="#br0" timeOffset="163">4578 13556 7569,'-13'0'688,"6"0"0,2 1-423,5 3 0,-4 9-224,0 7 1,-2 9-31,2 4 38,3 9 1,-9-4 111,6 4 1,0 0 21,4 0 1,0-2-393,0-7 0,1 1-551,3-5 0,0-5 64,9-8 1,-2-9 327,9-7 1,1-12 367,4-13 0,5-17 0,2-9 0,-13 20 0,-1 0 0</inkml:trace>
  <inkml:trace contextRef="#ctx0" brushRef="#br0" timeOffset="164">4851 13419 7569,'18'-42'-696,"-6"4"1,0 8 2244,-3 9-1032,-4 4 0,1 15-185,-6 6 0,0 17-136,0 8 1,0 12-16,0 9 1,-5 1 1,1 7 1,0-7-1,4-2 1,0 0-96,0-8 0,2-3-171,2-9 1,-2-1 129,7-12 0,-5 0 187,4-8 249,-5-3-417,8-5 1,-8-11-179,5-5 0,-5-6 174,1-3 0,1-5 60,0-3 0,-1-3-181,-4-1 0,4 5-675,0 3 440,6 3 144,-9 6 179,10 8 1,-8 13 31,5 12 1,-4 10 174,4 10 1,-3 3-168,3 1 0,0-1-10,4-3 0,1 2 70,-1-6 0,6-5 127,3-3 1,1-7-166,-1-2 0,6-5 22,-2-7 0,3-1-124,-4-3 1,5-9-91,0-7 1,-4-5-177,-4-4 0,-6-4 181,1-9 0,-3 3 85,-5-7 0,2 12-159,-6 1 0,0 9-232,-4 3 1,-1 12 490,-3 1 1,-3 6-78,-6 6 1,1 14 186,-1 11 0,1 7-116,0 5 0,1-1-130,2 6 1,4-9 84,5 4 1,5-5 48,4 5 1,3-6 63,5-2-151,-4-5 0,16 2 0,-3-5 0</inkml:trace>
  <inkml:trace contextRef="#ctx0" brushRef="#br0" timeOffset="165">6724 13667 7569,'-19'-24'845,"-5"4"-489,10 8 1,1 6-90,4 6 0,7 11-240,-3 6 1,4 6 458,1 6-220,6 9 0,0 6-83,7 5 1,3 5-1,1 0 1,4-2 2,-5-6 1,5 0-24,-5-4 1,1-2-238,-5-7 0,1-3 99,-1-5 0,-5-10 358,-3-3-258,-2-7 0,-4-1-18,-2-8 1,-3-10 1,-5-11 0,-1-7-15,1-9 1,0-9-314,-1-8 1,5-5-338,3 28 0,2 0 0,1-1 1,1 0 165,-1-5 0,0-1 0,1 2 0,2 1 113,0-1 1,2 1 0,8-29 218,5 15 59,6 13-164,-2 4 294,-1 17-141,4 6 0,-7 9-118,4 8 0,-9 10 0,2 11 0,-9 5 223,0 7 0,-4 7 359,-4 6 0,-4 0-14,-9 3-509,3-2 219,-9-1 1,9-6-374,-2-3 0,3-7-44,5-6 1,-2-7-790,6-4 855,0-9 1,11-3 61,5-5 0,6-15-227,7-5 1,5-13 365,3-5 0,0-9 0,5-6 0,2 0 0,-2 2 0,-2 2 0</inkml:trace>
  <inkml:trace contextRef="#ctx0" brushRef="#br0" timeOffset="166">7108 13605 7569,'18'-24'-1097,"-4"-1"1806,4 5-385,-5 8 1,-7 5 239,-1 3-381,-4 3 1,-1 1 200,0 8 0,0 4-54,0 5 0,-6-1-36,-2 9 1,3-3-52,0 7 0,0 2-60,1-3 1,0 1-156,4-4 0,0-1-172,0-4 1,0-2 265,0-5 159,0-6-226,0-2 1,5-8-154,3-5 0,4-7-63,0-14 0,2 1 72,2-5 1,-2 3-9,3-7 0,-2 8 57,1-4 1,-2 5 31,3 3 1,-4 6 10,0 3 1,-5 3-25,0 5-111,1 2 62,3 6 0,-1 6 124,-3 2 1,-2 9-70,-6 3 1,4 4 38,0 1 0,0-1-151,-4 1 1,0 0-167,0 0 1,4-2 164,1-2 0,-1 1 76,-4-6 0,1-3-405,3-5 0,-1-5 457,5 1 0,-5-8 0,2-3 0</inkml:trace>
  <inkml:trace contextRef="#ctx0" brushRef="#br0" timeOffset="167">7431 13258 7569,'-7'0'1856,"2"0"-1961,5 0 1,0 1-16,0 4 1,1 0 113,3 3 1,4 3 28,9-2 0,-2 2 17,6 1-40,-1 1 0,0-1 0,-2 0 0</inkml:trace>
  <inkml:trace contextRef="#ctx0" brushRef="#br0" timeOffset="168">7791 13395 7919,'-13'0'58,"1"0"1,0 1-59,-1 3 0,1 6 325,-1 10 1,1 2 486,0 11 1,1 1-447,2 3 0,0 0-160,4 0 1,3-1-149,6-3 1,4 0 11,9-8 1,2 1-51,6-9 1,1-6 116,3-7 0,7-4 0,5-4 1,0-10-283,-3-11 1,-5-1-410,0-7 1,-10 0 125,2-4 0,-12-1 208,-1 1 1,-8 1 15,0 3 1,-2 3 292,-2 5 1,-6 7 248,-2 6 0,-5 5-275,-3 7 1,1 7-114,-6 5 0,6 12 212,-2 9 0,5 3 330,4 1 1,2 0-787,6 0 1,0-1 182,0-3 1,7 2-817,5-7 0,2 1 927,7-4 0,5-5 0,6-3 0</inkml:trace>
  <inkml:trace contextRef="#ctx0" brushRef="#br0" timeOffset="169">8783 13109 7569,'0'-25'1617,"0"1"-1434,0 4 1,4 9 42,1 11 1,3 17-24,-4 12 1,4 15 75,-4 6 0,1 12-120,-5 0 0,-2-28 0,-1 2-140,2-1 1,-2 0 0,-6 34 160,4-34 0,1 0 1,-3 27 25,-1-4 1,5-3-95,-1-9 1,3-9-105,1-4 0,5-11 17,4-5-227,2-9 0,5-3-92,1-5 1,5-11 193,-1-5 0,2-13-541,2-8 1,0-6 71,-1-7-634,-4 1 906,-2-1 0,-6 1 0,0-1 1,-5 6 80,-3 3 0,-2 9 147,-2 7 1,0 6 245,0 6 1,-6 8 99,-2 5 0,-4 7-234,-5 9 1,2 9 246,-6 8 1,6 3-51,-1 1 2,2 0 459,7 6 0,-3-10-622,6 0 1,0-5 14,4-3 1,1-6-35,3-3 0,-1-6-133,6-2-95,-1-5 85,4 3 49,6-12 0,-4-5-217,2-5 0,-2-8 45,-1-1 1,-1 0 124,0-3 0,-3 1 76,-1 3 0,-5 3 83,1 0 1,-3 10-3,-1-1 357,0 2-281,0 3 0,0 3-76,0 8 0,0 3-70,0 6 0,0 4 3,0 4 1,0-2 3,0 2 0,6-2-7,2 2 0,3 1-24,1-5 1,1-2-48,-1-7-79,1 3 0,-1-10-112,0 4 226,1-4 1,-1-7-291,1-2 139,-1-3 0,-5-7-222,4-1 205,-4-6 1,0 0 48,-3 1 0,3-1 20,1 0 0,-1 6 48,1 2 1,-4 3 110,5 2 1,-5 5 124,4 3 1,-4 4-114,5 4 0,-7 3 279,2 5-140,-2 6 0,-2 2 210,0 10-219,0-4 0,-4 4-43,0-5 0,-5 0-22,5 0 1,-6-2 14,2-2 0,-3-3 10,-1-6 1,3-1-907,1-3 352,0-2 194,1-6 135,2 0 0,5-6 93,0-2 0,0-14 0,0-4 0</inkml:trace>
  <inkml:trace contextRef="#ctx0" brushRef="#br0" timeOffset="170">9602 12936 7569,'1'-11'0,"4"2"0,-4 4 0,3 10 1829,-8 4-1166,-3 13 1,-5 9-160,-1 15 1,-3 8-62,-1 3 0,1 5-1794,3 5 1511,6-4 1,-2 2-41,5-3 0,-1-8-188,5 3 0,6-10 242,2-5 1,9-9 8,3-4 1,4-9-1901,1-3 0,-5-9 805,1-4 0,-4-5-868,3-7 1780,-5-6 0,3-17 0,-5 0 0</inkml:trace>
  <inkml:trace contextRef="#ctx0" brushRef="#br0" timeOffset="171">9428 13134 7569,'-24'-7'836,"4"0"1207,4 3-1188,2 3-614,7-5 1,3 10-441,8 1 146,9 4 1,11-7-391,9 2 1,6-3-341,6-1 1,5 0 782,8 0 0,8-11 0,-2-3 0</inkml:trace>
  <inkml:trace contextRef="#ctx0" brushRef="#br0" timeOffset="172">10359 13593 7569,'-18'-18'0,"4"4"-180,-2-2 90,2-4 1,7 5 321,3-5 0,2 3 365,2-4 1,6 6-231,2-1 0,3 3-130,2 5 0,-1-2-107,0 6 1,5 2 12,0 6 0,0 4-106,0 8 1,-3 4 132,2 5 0,2 3 0,-1 1 0,-1 4-164,-3-4 0,-1-1-234,1-7 0,3-5 46,1-8 1,-1-2 83,-3-6 0,-1-1 123,0-4 0,1-7-81,-1-9 1,1-6-117,-1-2 0,0-6 121,1 2 0,-6-2 28,-3-3 0,-3 5-53,-1 0 1,0 6-117,0-2 0,4 12 352,1 5-173,-1 8 1,-4 6 254,0 15 1,-4 9-90,-1 15 0,-3 8-134,4 4 0,-4 12-308,4 1 1,-5 2 369,7-33 1,0 0 0,-6 34 269,6-34 1,0 0 0,-3 1 0,0 0 346,-3 30 1,-2-1-355,2-7 0,-3-9-195,3-7 1,-3-9-148,-2-4 1,1-13 157,-1-3 0,1-11 22,0-2 0,-5-8-58,0-13 1,-3-5-52,3-11 1,1-6 60,3-2 0,2-9 64,3-4 0,3-2 181,5-2 0,5 1-515,3 3 1,10 4-1285,7 9 0,1 4 821,7 7 0,-4 10 271,4 7 1,-4 5 2,4 3 0,-4 4-22,4 5 1,-5 1 346,1 3 0,-3-2 0,-4 2 0,-5-3 0,-6-1 0</inkml:trace>
  <inkml:trace contextRef="#ctx0" brushRef="#br0" timeOffset="173">10880 13643 7569,'-12'6'0,"-1"0"0,1-6 0,3 4 0,1 0 1353,5 0-539,-2-4-173,5 0-542,0 0 1,5 0 55,4 0 0,3-7 40,5-5 0,2-2-104,6-6 1,-5-1-128,1-4 1,-6 0-171,2 1 0,-5-1-168,-4 0 0,-2 0 112,-6 0 0,0 2-76,0 2 643,-6 3 1,-5 7-156,-5 3 1,-5 9-130,5 12 0,-6 5 137,1 7 1,0 3 256,5 1 1,1 6-228,10-2 0,1 3-225,4 1 0,6-5-165,2-3 0,9-3 126,3-1 0,8-7-290,1-6 1,5-5 170,-1-7 0,3-2 6,1-2 0,-1-8-48,-3-9 0,-2-2-166,-7-2 0,-4-1 179,-4-3 0,-2 1 213,-1-5 0,-7 6 314,-1-2 1,-4 3-189,-1 1 0,-1 5 287,-4 4 0,3 4-212,-7 3 1,1 4-20,-4 5 0,-1 0 8,1 0 0,-1 7 130,1 5 0,1 2-93,3 6 1,1 0-223,3 0 0,2 4-26,-2-3 0,4-2 28,4 1 1,2-4-76,2 0 1,3-2 82,-3-2 1,3-3 48,2-1-84,-1-5 0,1 1-12,-1-8 0,1-3-52,-1-6 0,0 0-153,1-4 0,-1 3 245,1-2 0,-2 2-36,-3 2 0,3-1-116,-3 1 1,-1-1 114,1 1 1,-1 4 4,1-1 0,2 5-128,-6-4-15,6 5 183,-3-2 153,5 5-12,1 0 0,-2 5-57,-3 4 0,2 3-86,-6 4 0,4-2 168,-4 3 1,4-2 233,-3 1 0,3-6 200,-4 3-14,6-4 320,-9-2-283,4-1 1,0-13-716,-1-6 0,1-1 116,-1-6 0,-1-2-679,5-7 0,-1-3 406,2-5 1,3 0 130,0 0 1,2-3 97,7 2-126,-6 4 0,8 4 0,-3-2 0</inkml:trace>
  <inkml:trace contextRef="#ctx0" brushRef="#br0" timeOffset="174">12406 13333 7635,'-19'0'197,"1"-2"349,5-2 842,6-3-635,2 0-570,5 2 1,7 5 217,5 0-252,6 0 1,7 0-399,0 0 0,4 0-207,0 0 0,5 4-365,-1 0 1,-1 1 176,1 0 644,-6-4 0,4 10 0,-6-4 0</inkml:trace>
  <inkml:trace contextRef="#ctx0" brushRef="#br0" timeOffset="175">12456 13593 7569,'-13'0'710,"1"0"1,1-1-383,2-4-328,4 4 0,6-6 535,3 3 0,3 3 1697,6-3-1560,10 2-1394,-2 2 470,15-5 179,1-2-666,7 0 0,10-4-1634,-1 3 2104,-4-3 1,5-2 0,-3 1 0</inkml:trace>
  <inkml:trace contextRef="#ctx0" brushRef="#br0" timeOffset="176">14515 12799 7569,'7'-5'386,"0"3"601,-3-2-841,-3-3 1,10 6-41,-2-3 1,2-2-123,1 2 1,0 0 151,1 4 1,-1 0 93,1 0 0,-1 0-131,0 0 0,1 7 7,-1 5 0,-1 8 116,-3 9 1,-2 6 167,-6 7 0,0 3-352,0-3 1,-1 3 35,-4-4 0,-3 5-155,-8-5 0,-4-5 65,-4-7 1,-1-4 90,0-5 1,-1-3-50,-3-9 0,1-2-37,-5-6 0,6-2 115,-2-2 1,2-7 196,3-5 1,6-11-297,5 3 0,2-8 45,7 3 1,1 0 20,8 4 10,7 6-22,2 1 1,9 7-1,-2 3 1,4 2-25,4 6 0,-2 6-12,6 2 1,0 7-198,5 2 1,-1 5-255,0-2 0,0 0-466,0 0 1,-4-3 414,1 4 1,-5-6-552,4 1 1,-6-3 1029,2-5 0,-3 3 0,-1-4 0</inkml:trace>
  <inkml:trace contextRef="#ctx0" brushRef="#br0" timeOffset="177">15061 12985 7569,'5'-19'0,"-3"-3"-55,2 5 0,-3 5 1023,-1 4-134,6 5-311,-5-3 0,5 12-165,-6 2 1,-5 9-306,1 3 0,-4 4 37,4 1 0,-4 4-51,4 0 1,-1 1 112,5-1 1,0-3 42,0 3 0,5-8 104,-1-5-299,5 3 0,4-5 0,6 4 0</inkml:trace>
  <inkml:trace contextRef="#ctx0" brushRef="#br0" timeOffset="178">15359 13010 7569,'-9'0'732,"1"0"-423,5 0 1,-6 6 222,4 2-394,1 8 0,0 0 45,0 4 1,0 4 11,4 0 0,1 3-147,3-11 0,3 5-194,6-5 0,5 0-185,2-8 1,4-3 233,1-5 0,-1-5-42,1-3 1,3-9 24,-3-4 1,1-2 85,-10-2 0,1-4-47,-5 0 1,-5-1-10,-3 1 1,-2 3 355,-2-3 0,-4 3 110,-1 1 1,-4 6 171,0 2 0,-3 7-233,-4 2 0,2 5-72,-3-1 0,-1 8-221,2 5 0,-1 3-208,5 5 0,4-2 242,-1 5 0,6-4 114,-1 0 1,4-1-1361,4 2 1,2-3 28,2 2 0,7-2-52,-2-2 1207,2-5 0,3 4 0,1-4 0</inkml:trace>
  <inkml:trace contextRef="#ctx0" brushRef="#br0" timeOffset="179">15594 13084 7569,'0'-8'917,"0"0"-54,0 5-526,0-2 0,0 6-220,0 3 1,4 3 30,1 5 1,4 1-94,-1-1 0,-1 1 128,2-1 1,-1 0 11,4 1 0,5-5-375,-1 0 1,5-5-86,-4 1 1,3-4 75,-3-4 0,3-3 71,-3-5 1,4-5 273,-5 1 0,1-6-7,-5 1 0,-5-1 0,-3 1 1,-2-2-103,-2 2 0,-2-1 26,-2 2 1,-7 2 126,-5 5 1,-7 5 50,3 0 1,-4 5-401,0-1 1,-1 8 90,0 4 1,6 5 134,2 3 0,7-2-617,2 2 1,5 2-851,-1-1 1,4-1 1389,4-3 0,3-1 0,6 1 0</inkml:trace>
  <inkml:trace contextRef="#ctx0" brushRef="#br0" timeOffset="180">15991 13010 7569,'9'0'884,"-1"0"-584,-5 0 1,6 6-1,-5 2 1,6 3-103,-2 1 1,5-3-332,3-1 1,3-5 11,6 1 1,4-4 103,0-4 1,10-5 48,-2-7 1,2-8 1,-6-5 1,-3 0 100,-5 5 0,-6-1 150,-2 0 1,-9 0-165,-4 0 1,-5 2-52,-8 2 1,-6 3-105,-14 6 1,0 5 52,-8 3 0,1 4 39,-9 4 0,-1 9 18,-3 7 0,3 4-29,1 0 0,5 3 4,-2 2-334,4 2 0,-5 6 1,-1 1-1</inkml:trace>
  <inkml:trace contextRef="#ctx0" brushRef="#br0" timeOffset="181">14006 13407 7569,'-12'0'1980,"-1"-6"-765,7 5-505,-5-4-269,9 5 0,6 0 148,9 0-406,13 5-46,6-4 1,19 10-1482,11-2 1566,-26-6 0,1-1-93,3 1 0,1 0 1,5-3-1,2 0 20,1 0 1,1 0 0,4 0-1,1 0-119,2 0 0,2 0 1,1 0-1,1 0-272,-1 0 0,0 0 1,2 0-1,0 0 171,2 0 1,0 0-1,1 0 1,0 0-344,1 0 1,0 0 0,-2 0 0,-1 0 160,-5 0 0,0 0 1,-3-2-1,-1 0 36,-6 0 1,-1-1 0,-2-1 0,-1 0-83,-4 2 1,-1 0 0,0 0 0,-1 0 1,28 2 0,-5 0 272,-7 0 0,-13 0 331,-4 0 1,-9 0-838,-3 0 368,-6 0 1,-8 1 1229,-3 3-1327,-2-2 412,-12 3 0,-6-5-318,-9 0 0,-8 0-120,-4 0 286,-3 0 0,-6 3 0,-1 3 0,0 2 0,2-3 0,-1-2 0</inkml:trace>
  <inkml:trace contextRef="#ctx0" brushRef="#br0" timeOffset="182">14837 13605 7569,'-12'-5'0,"0"2"100,-1-5 1212,1 5-854,-1-2 1,5 5 92,0 0 0,1 6-200,-1 7 1,-2 5-146,6 7 1,-2 5-47,2 3 0,3 4-117,-3 5 1,2-8 139,2 3 1,0-2 22,0 2 1,6-4-1541,2 0 1,3-5 1333,2 0 0,5-1 0,1-3 0</inkml:trace>
  <inkml:trace contextRef="#ctx0" brushRef="#br0" timeOffset="183">15061 13853 7569,'7'0'0,"-2"-1"1985,-5-3-583,0 3-472,-5-5-405,3 6-1195,-3 0 1,5 1-349,0 4 1,0-3-40,0 7 1,1-5 1056,3 4 0,3-5 0,6 2 0</inkml:trace>
  <inkml:trace contextRef="#ctx0" brushRef="#br0" timeOffset="184">15334 13816 7569,'-7'2'0,"3"2"0,2-2 364,2 7 0,2 3 1488,2 5-1443,-3-1 1,12-2-365,-1 3 0,2-8 2,6 4 1,1-9 42,4 0 1,0-3-81,0-1 1,-2-5-165,-2-4 1,-1-7 160,-7-5 0,1 2 24,-10-2 1,-2 1-50,-6-5 0,-4 1 139,-8 4 1,-4-2 127,-5 5 1,-1 5-60,-3 3 0,3 7-107,-3-2 1,3 4-254,1 4 0,6 3-371,2 5 1,5 0 404,4 1 1,3-1 97,10 1 1,3-5-1667,8 0 1704,9-5 0,7 2 0,5-5 0</inkml:trace>
  <inkml:trace contextRef="#ctx0" brushRef="#br0" timeOffset="185">15830 13655 8132,'0'-12'2370,"1"1"-2064,3 2 1,-1 0-124,6 5 1,-1-1-64,4 5 1,2-4-153,3 0 1,-4 0 171,4 4 1,1 0 65,-2 0 1,1 4-502,-5 0 0,-1 6-179,-2-2 1,0 3 87,-5 2 0,0-1 170,-4 0 1,-5 1 66,-3-1 1,-7 1 267,-2-1 0,-4 0 361,5 1 1,-1-1-212,5 1-202,-1-1 0,7 0 153,1 1 0,4-5-269,1 0 0,11-4-50,6 5 0,2-2 39,6 1 1,-3-1 72,7-3 1,1-1 41,-1 5 0,-1-1 90,-8 1 1,-2 3-191,-5-3 0,-2-1-13,-3 2 1049,-3-1 0,-16 4-5,-5 1 1,-8 3-711,-5 1 0,-4 1-93,-8-2 1,1-1-1,-6 6 1,1-2-636,-5 2 0,6 2-905,3-2 1,9-3 1356,7-1 0,1 2 0,4 0 0</inkml:trace>
  <inkml:trace contextRef="#ctx0" brushRef="#br0" timeOffset="186">17840 13618 7569,'-7'-13'1090,"1"1"216,6 0 1,0-1-853,0 1 0,3 1-221,5 2 0,2 0-71,11 5 0,1 0 21,7 4 1,2 0 22,7 0 1,-1 1-897,0 3 1,-1-1-367,-3 5 0,1 0-1291,-5 5 2347,0-1 0,-9 1 0,-2-1 0</inkml:trace>
  <inkml:trace contextRef="#ctx0" brushRef="#br0" timeOffset="187">17815 13791 7569,'-24'7'1904,"4"-3"1,6-2-39,6-2-1298,5 0 1,9 1-211,10 3 0,14 3-140,12 6 1,10-6-59,-17-5 1,0 0-472,36-1 0,-24-1 0,2 0 0,-1 0 0,-1 0 0</inkml:trace>
  <inkml:trace contextRef="#ctx0" brushRef="#br0" timeOffset="188">19155 13494 7569,'0'-17'0,"0"1"384,0 1 1,0 1 17,0 1 1,0 1-33,0 0 1,0-1-148,0 1 1,1-1-47,3 1 0,0 4-144,9-1 0,-4 1 64,8-4 1,2-1-62,2 1 1,2 4 70,2-1 0,-4 7-34,0-3 0,-2 5-74,2 5 0,-3 4-35,-6 12 1,-5 5 93,-3 11 0,-4 12-76,-4 4 0,-6 2-534,-11 3 1,-1-1 276,-11 1-1191,6-9 1305,-9 0 0,8-16 56,-5 0 0,2-7 201,-3-5 1,-1-9 49,2-8 0,2-3 84,2-1 1,9-1-149,3-3 0,5-8 247,3-9 0,4 2-84,5-2 1,11 2 636,5-2 1,7-1-676,1 5 0,3 5-61,1 4 1,0 5-161,5-1 0,-5 8-240,1 4 0,1 5-298,-1 3 1,0-1 243,-4 6 0,2 0-181,-2 3 0,3-3-68,-8 0 0,4-2 557,1 2 0,-1 2 0,1-4 0</inkml:trace>
  <inkml:trace contextRef="#ctx0" brushRef="#br0" timeOffset="189">19850 13506 7569,'-13'0'1019,"1"0"1,2 7-687,-2 5 0,2 8-108,-7 9 1,5-3-112,4 3 0,2 1-138,6-1 0,7-4 166,6-4 0,0-10 39,8 1 0,4-8-439,4 0 169,0-8 1,-4-4 85,-1-9 0,0-2-96,-4-6 1,-7 0-11,-9 1 1,-3-3 94,-1-2 1,-9 3-191,-4-3 1,-9 9 75,-3 3 1,1 5 102,-5 3 1,-2 5-266,2 8 1,-4 9-824,4 8 1113,0 7 0,5 4 0,-1 5 0</inkml:trace>
  <inkml:trace contextRef="#ctx0" brushRef="#br0" timeOffset="190">20507 13556 7569,'-12'-20'0,"1"4"0,2 2 493,5 2-240,3-1 1,1 5 128,0 0 30,0 5-434,0-8 1,5 10 41,4-3 0,6 2 60,1 2 1,5-4-12,-4 0 1,3 0-169,-3 4 1,-1 5 42,-3 4 1,-2 2-208,-3 1 0,-2 0 92,-6 1 0,-2-1 117,-2 1 1,-4-1 37,-9 0 1,2 5 7,-6-1 1,6 0-10,-1-8 1,2 3 32,1-3 0,5 2 113,0-2 0,5 3-11,-1-3 1,4-1-94,4 2 1,3-1 166,5 4 0,2 1-46,3-1 1,-2 5 32,6-1 0,-5 1-90,5-5 0,-6 0 23,2 1 0,-8-1-7,-1 1 1,-5-5 7,1 0 0,-4-4 13,-4 5 0,-4-7-15,-9 2 0,1 2-185,-9-2 0,3 4 112,-7-4 1,-1 5-329,1-5 1,1 1 65,8 0 0,-3-4-49,7 3 1,-1-1-518,5 1 99,5-3 1,3 9 690,8-6 0,9 0 0,6-4 0</inkml:trace>
  <inkml:trace contextRef="#ctx0" brushRef="#br0" timeOffset="191">21003 13667 7436,'0'-12'-331,"0"-2"448,0-2 1,0 2 327,0-3 0,0 2-143,0-1-157,0 2 1,-4-5-97,0 2 1,-4 2-200,4-6 1,-6 6 176,2-1 0,2 2-42,2 1 0,-1 5 98,0 0 1,0 5 77,1-1-352,2 3 152,-3 1 1,5 5 45,0 3 1,0 3 43,0 2 1,4 5 0,0 2 1,2 5 67,-2 4 1,-1 0 135,5 8 0,-1-2-15,1 6 0,-3-2-101,-5-2 0,0 1-67,0 4 1,0-5 16,0 0 0,-5-5 25,-3-7 0,-5-2 31,-3-2 1,1-5-15,-6-7 1,0 0-156,-4-5 0,1 0 64,-1-4 0,0-5-127,0-3 0,6-9 108,2-4 0,5-2-124,4-2 0,2-5-18,6-3 1,10-2-33,2 2 0,10 2-25,3 2 0,4 7-172,4-3 0,2 12-233,-6 1 0,-1 8 240,-3 0 0,0 2-713,0 2 1055,0 6 0,0 1 0,-1 5 0</inkml:trace>
  <inkml:trace contextRef="#ctx0" brushRef="#br0" timeOffset="192">21438 13667 7569,'12'-12'-337,"0"-6"1,-1 0 348,-2-3 0,0 2 183,-5 3 0,1 0-286,-5-4 0,0 3 71,0-3 1,-2 3 39,-2-4 0,-3 6 21,-5-1 1,-1 3-6,1 5 1,0 3 76,-1 5 0,1 0 165,-1 0 0,2 1-137,3 3 0,-2 4-21,6 9 1,0 2 17,4 6 1,0 1-26,0 3 1,4-1 14,0 5 0,6 0 58,-2 4 1,3 0-13,2 0 1,-1 5-67,1-1 1,-5-4 8,0-4 1,-5-5 26,1 1 1,-3-4-18,-1-5 1,-1-2 112,-3-5 0,-7-6-63,-6-3 1,-5-3-41,2-1 1,-4-5-92,-1-4 0,-2-7-157,2-5 0,-3-4 69,8-4 1,6-2-106,1-7 0,9 0-238,0-4 0,8 4 197,5-3 1,6 7-143,1 6 1,6 3 64,-1 4 0,2 5 112,2 7 0,4 4-180,0 5 0,0 3-221,-4 5 0,-2 0 29,-2 9 525,2 2 0,-3 6 0,5 6 0</inkml:trace>
  <inkml:trace contextRef="#ctx0" brushRef="#br0" timeOffset="193">21797 13891 7569,'0'-18'0,"0"4"1466,0-4-366,0 11-925,0 2-1165,0 5-701,0 0 899,-5 0 792,3 0 0,-3 5 0,5 2 0</inkml:trace>
  <inkml:trace contextRef="#ctx0" brushRef="#br0" timeOffset="194">22442 13494 7569,'0'-25'0,"2"0"12,2 0-7,3 6 0,5 3-29,1 7 0,-1 2 158,0 3 0,6 3-30,3-3 1,1 2-94,-1 2 1,2 0 128,-2 0 1,1 4-91,-1 1 0,1 4 23,-6 0 0,1 6-36,-5 1 1,-5 2 27,-3-1 1,-2-2-67,-2 5 0,-10-4-114,-3 0 1,-7 2 58,-1-1 0,-6-2 64,-2-7 1,-4 3 140,4-3 1,-4-2-97,4-2 0,4-1 265,4 1-97,6-3-69,-3 5 1,11-5-111,3 3 1,4-1 12,4 5 0,4 5 64,9 3 0,-2 2-36,6-1 0,1 2-11,7 6 1,-3-2-1,3-2 0,-3 6-12,-1-2 1,0 3 35,0-3 0,-6-5 13,-3 1 1,-3-6 4,-5 2 1,2-4 8,-6 0 1,-1-5 120,-8 0 0,-7-3-92,-9 3 1,-6-5-208,-2 1 1,-10 1 110,2-1 0,-7 5-116,3-5 0,-5 4-151,5-4 0,-3 2-303,6-2 1,1-3 67,12 3 1,3 2-1150,10-2 739,-1 0 0,8 0 856,5 0 0,11 0 0,8-4 0</inkml:trace>
  <inkml:trace contextRef="#ctx0" brushRef="#br0" timeOffset="195">23162 13481 7569,'0'-12'0,"0"5"0,-1 3 1284,-4 8-791,-7 8 0,-3 9-31,-6 8 0,1 3-160,-5 5 1,5-1-232,4-3 0,8 3 83,3-3 0,5-3-76,5-1 1,8-7 44,12-1 1,6-6-115,6 1 0,1-6-56,4-2 1,2-5-216,5 1 0,-4-2-476,-4-2 1,-3 0 368,0 0 0,-8-2-526,-5-2 1,-2 3 26,-6-3 868,-6-3 0,0 0 0,-4-6 0</inkml:trace>
  <inkml:trace contextRef="#ctx0" brushRef="#br0" timeOffset="196">23373 13519 7569,'7'-6'-129,"-2"6"700,-5 0 0,0 8-171,0 13 1,-5 2-103,-4 15 1,-7-3-104,-5 11 0,-1 1-194,2 7 1,-3-8-261,7 4 0,1-3-369,6 2 1,4 0 489,5-4 1,0 2 137,0-6 0,11 1 0,3-5 0</inkml:trace>
  <inkml:trace contextRef="#ctx0" brushRef="#br0" timeOffset="197">23956 13618 7569,'0'-25'0,"-7"6"645,-5 2-363,-6 9 0,-8 2 252,-3 6-397,-3 6 1,-5 6 0,-1 9 1,3 2 8,2 2 1,4 4-194,8 0 0,3 1 61,6-1 1,5-7-83,3 3 0,2-4 66,2 0 0,10-5-12,2-8 1,9-2 7,0-6 1,8 0-134,4 0 0,-2-7 15,2-5 1,-5-1-126,1-3 0,-3-2 254,-1 1 0,-6 1-21,-2 3 1,-9 5 626,-4 0-453,3 5 0,-7-1 59,0 8 0,-10 8 23,-6 9 0,-5 4 56,5 4 1,-5 2-168,4 7 0,1-1-179,3 0 0,1 0 181,0 0 0,5-3 10,3-1 1,2-6-1447,2 2 0,0-4 616,0-4 1,10-8 150,2-4 0,9-7-37,0 3 574,2-10 0,7-7 0,2-7 0</inkml:trace>
  <inkml:trace contextRef="#ctx0" brushRef="#br0" timeOffset="198">24266 13680 7569,'0'-20'0,"0"7"407,0 4 142,0 7 1,0-2-111,0 8 0,0 4-133,0 8 0,0 5 43,0 8 0,0-1-62,0 5 1,0 0-6,0 4 1,0 0 37,0 0 0,0 3 105,0-2 0,0 2-142,0-7 1,0 1-36,0-1 1,0-3-250,0-5 0,0-1 66,0-4 1,-1-2-339,-3-5 1,1-2 231,-5-3 0,-1 2-271,-3-6 0,-5 0-250,1-4 1,-5-1-471,5-4 1,-6-1 291,1-7 0,-7-5-914,-1-2 1654,0-4 0,5-12 0,-1-2 0</inkml:trace>
  <inkml:trace contextRef="#ctx0" brushRef="#br0" timeOffset="199">24043 13779 7569,'19'0'109,"5"0"94,-4 0 1,4 0 12,0 0 1,1 0-34,0 0 1,5 0-274,3 0 1,3 0 83,2 0 1,3 0 136,0 0 1,-1 0-411,-7 0 1,2 4 278,-6 0 0,5 0 0,-2-4 0</inkml:trace>
  <inkml:trace contextRef="#ctx0" brushRef="#br0" timeOffset="200">25060 13605 7569,'7'13'0,"-3"-1"0,-8 7 0,-4 6 0,-6 7 2316,-7 9-1500,1 3 0,-20 12-1479,2 1 0,16-24 1,-1-1 556,0 1 0,0 0 0,0 3 0,0 0 106,0-1 0,0 0 0,-1 2 0,0-1 0,2 2 0,0-1 0</inkml:trace>
  <inkml:trace contextRef="#ctx0" brushRef="#br0" timeOffset="201">3250 15701 7569,'-19'0'574,"1"0"86,6 0-188,5 0-272,1 0 1,17-4 58,6 0 1,10-6-46,6 2 1,12-4-24,8-5 0,9-3-387,-25 5 0,1 1 1,1 0-1,2 0 219,0-2 0,0-1 0,0 3 1,0 0-151,0 0 0,0 0 0,-2 1 0,-2 1-43,1 1 1,-1 1-1,-1-1 1,-1 0-140,27-6 0,-4 5 131,-12 4 0,-8 5-1305,-5-1 1483,-5 3 0,-2-1 0,-5 4 0,1 3 0,1-1 0,2-1 0</inkml:trace>
  <inkml:trace contextRef="#ctx0" brushRef="#br0" timeOffset="202">4094 15577 7569,'-7'11'587,"0"9"-144,3 13-280,-3 8 0,-5 3-111,-1 6 0,1 5-573,-1 3 0,0 4-96,-4 4 0,5 3-587,5-32 1,1 0 1203,-6 32 0,11-32 0,0-1 0,-4 33 0</inkml:trace>
  <inkml:trace contextRef="#ctx0" brushRef="#br0" timeOffset="203">4491 15453 7569,'-7'14'0,"3"3"0,2 3 563,2 9-272,-5 8 1,-1 9 319,-2 8-926,-3 2 1,4 10 397,-5 0 1,5-5-129,3-7 1,2-13 174,2-4 0,5-9-63,-1-3 1,5-7 113,0-10 0,-3-3-59,3-5 1,0-5-103,8-3 1,-2-10-90,6-7 0,-6-5 91,1-8 0,2 1-197,-1 0 1,-1 1-50,-3 3 1,-6 4 285,-3 9 1,1 6-54,0 5 41,-1 7 0,-4 7 109,0 12 1,0 12 265,0 8 0,1 0-270,3 4 0,0-2 7,9-2 0,2-5 41,10-3 0,4-8 58,0-5 0,5-4-252,-1-3 0,3-7 88,1-10 1,-1-3-79,-3-14 1,2 2 32,-6-10 0,-5-2-325,-3-6 1,-10 3-85,1-4 0,-7 4-218,-1 0 0,-8 3 341,-5 1 0,-3 10 61,-5 7 1,-2 9 585,-6 4 1,0 9-267,1 8 0,-5 6 102,0 10 1,5 3-149,8 5 0,3 1 175,5 4 1,3-5-176,5 0 1,1-1-235,3-7 1,7 4-88,6-4 0,9 4-488,-1-4 1,4-4-1225,0-5 1932,8 1 0,7-2 0,6-1 0</inkml:trace>
  <inkml:trace contextRef="#ctx0" brushRef="#br0" timeOffset="204">5620 15925 7569,'-6'-13'145,"5"5"427,-3 0-330,2 5 1,2 3 113,0 8 0,4 16-122,1 9 1,-1 9 161,-4 12 0,4 8-385,-2-27 0,0 0 0,0 2 0,0-1 71,-2 2 1,0-1 0,0 0-1,0-1-52,0 34 0,0-2-169,0-6 1,0-6-200,0-2 1,0-14 145,0-7 510,0-11-322,0-4 1,0-17 442,0-5 0,-1-12-370,-3-9 0,2-12-313,-2-13 1,1-6-24,-1-11 0,3-3-84,-1 31 1,0 0-1,1-5 1,2-1-105,0-4 0,2-1 1,0-2-1,2-1-56,3-3 0,1 1 0,-2 4 1,1 1 379,2 2 1,1 1 0,-2 10-1,2 2-53,14-22 1,-2 15 475,-2 13 1,3 14-163,-4 7 0,2 8 15,-1 8 0,-2 11-54,-2 15 1,-5 7 168,1 4 1,-6 5-88,-7 4 0,0-2 225,0 6 1,-7-10-366,-6 2 1,-1-9 23,-6 0 0,-1-9 570,-4-7 1,2-2-675,2-6 1,-1-5-120,6-3 1,-1-7-80,5 2 1,1-4-646,2-4 890,4-3 0,5-2 0,0-4 0,0-4 0,0-6 0</inkml:trace>
  <inkml:trace contextRef="#ctx0" brushRef="#br0" timeOffset="205">6190 15776 7569,'20'-6'74,"-2"-1"201,-6 0-42,0 2 0,-5 8 0,-2 5 0,-4 2-6,-1 10 1,-1 1 99,-4 4 1,-2 5 39,-5 3-230,0 3 1,3 1-41,1 0 1,4-5-107,-4-3 1,5-4 148,-1-4 1,2-8 226,2-4-503,0-7 116,0 4 0,6-17-99,2-6 0,3-6-66,2-6 0,-1 0-72,0-8 1,2 2 76,3-6 0,-3-2-41,2 2 1,2 4 239,-1 4 0,1 6-52,-2 3 1,-6 6 76,2 9 1,-2 4-98,2 5 1,-5 3 166,-3 5 1,2 7 30,-2 14 0,0 0 14,-4 8 0,0-6-140,0 6 1,0-3-157,0 3 1,0-1-273,0-3 1,0-6 200,0-7 0,1-6-428,3-2 285,-2 1 1,5-12-513,-3 3 863,-3-13 0,10-5 0,-4-11 0</inkml:trace>
  <inkml:trace contextRef="#ctx0" brushRef="#br0" timeOffset="206">6401 15478 7569,'0'-12'451,"0"-1"0,2 6-389,2 3 0,-1 3-291,5 1 1,-4 5 209,4 4 1,2-2 53,6 1 1,0 0-701,4 5 0,5-1 665,4 0 0,0 6 0,-4 2 0</inkml:trace>
  <inkml:trace contextRef="#ctx0" brushRef="#br0" timeOffset="207">6836 15602 7569,'-6'-7'0,"-2"3"0,1 10 790,-1 6-478,-1 6 1,-3 12 508,0 3-535,-1 9 1,2-2 8,3 5 1,2-4-113,6 5 1,3-10 52,5 1 0,8-9 22,12-4 1,1-4-76,9-8 1,0-6-1,8-6 1,2-7-459,-3-10 1,-2-2 176,-1-6 1,-8-5-526,-1-3 1,-11-3 140,-1-1 0,-12 2-69,-4-2 0,-5 7 322,-5-8 1,-3 11 54,-8 2 0,-1 11-25,-8 10 0,3 6 15,-7 6 1,2 7 900,-2 14 0,8 4-380,0 8 1,8 2-245,4 2 1,4-2-194,5-6 1,3 2-289,5 2 0,6-6 25,10 2 1,3-8-792,2 0 950,2-3 1,12-1 0,1 0-1</inkml:trace>
  <inkml:trace contextRef="#ctx0" brushRef="#br0" timeOffset="208">8027 15441 7569,'5'-32'-222,"-4"2"0,6 11 158,-3 2 1110,-2 3-727,3 7 1,-5 5-178,0 10 1,0 8 109,0 18 1,-5 5 125,-3 15 1,-3 8-269,4-27 0,1 1 1,0 0-1,0 2-141,-1 1 1,1 0 0,2-1 0,0-1 154,0 0 1,0 0-1,1 32 59,-1-7 1,3-7-185,1-5 1,5-7 78,3-10 0,3-4 105,2-9 1,1-3-177,2-9 0,-1-2-200,6-6 1,0-3 134,3-5 1,5-8 80,0-12 0,4-6-610,-4-7 0,-1 1 287,-7-5 0,-4 3-147,-4-3 0,-2 5 468,-3-1 0,-1 5-63,-3 7 1,-2 1-74,2 12 272,-8 5 0,-5 7-185,-7 8 0,1 8-51,-6 9 1,0 8 435,-4 4 1,5 3-110,-1 1 1,7 0-117,2 0 1,1-5-94,7-3 0,0-7-180,4-1 149,5-6 1,2 1-14,5-7 0,2-5 58,3-8 0,-2-5-35,6-7 0,-5-4-188,5-4 0,-6-3 47,2-1 1,-4 0-61,0-5 0,-6 9 80,-3 0 1,-3 7 239,-1 1-163,0 2 112,0 1 0,-4 8-78,0 5 0,-4 7-38,3 9 1,1 4 116,4 4 1,0 1-59,0 0 0,0 0-22,0 0 0,10-6-15,2-3 0,5-2-15,-1-1 0,0-6-18,4-3 1,-5-3-76,2-1 1,1-1 101,-2-3 1,5-7-123,-4-6 1,-1-5-223,-3 1 0,-5-2 50,0-2 0,-5-1-81,1-3 1,2 1 108,-2-5 0,4 7 84,-4 1 1,0 6 210,-4 7 0,4 3-50,0 1 36,1 5 1,-1-1-2,0 8 0,1 3 0,0 6 0,-3 0 0,7 4 0,-7-3 0,2 2 0,3-2-11,2-2 0,-2 5-19,1-1 0,-4 0 3,4-8 1,-5 3 26,1-3 0,3-2 0,-6 5 0,5-4 0</inkml:trace>
  <inkml:trace contextRef="#ctx0" brushRef="#br0" timeOffset="209">8684 15987 7110,'-7'0'-516,"-4"0"0,8 0 409,-5 0 0,5-2 243,-1-2 253,3 3-272,-5-5 12,5 6-130,-5 0-8,6 0-112,0 0 123,0 6-2,0-5 4,0 5-7,0-6 4,0 5 1,-1 1 31,-3 2 0,3 3 2,-4-3 1,0 3 67,1 2 0,-2-1-69,2 0 0,1 1 7,-5-1 0,4 1-38,-4-1 1,4 0 32,-5 1 0,5-2-144,-4-3 0,0 2 85,-5-6 0,5 4 23,0-4 0,-1 6 0,-3-3 0</inkml:trace>
  <inkml:trace contextRef="#ctx0" brushRef="#br0" timeOffset="210">8932 15255 7569,'0'-13'1343,"0"1"-869,0 5-279,0 24 0,-5 9 290,-4 19 1,-6 11-158,-1 1 1,-1 5-281,11-27 1,0 1 0,-5 31 147,2-1 1,0 3-268,5-11 0,1 0-2,7-8 1,8-8-144,9-4 0,3-4-62,0-9 1,3-5 155,2-11 1,-7-4 13,2-5 1,-6-1-354,3-3 0,-7-5 461,-2-7 0,-5-9 0,-7-7 0</inkml:trace>
  <inkml:trace contextRef="#ctx0" brushRef="#br0" timeOffset="211">8622 15590 7569,'-26'-13'904,"2"1"-132,18 0-454,0 5 1,13 1-136,5 6 1,8 0-1698,9 0 978,8 0 0,8 0 536,9 0 0,8 0 0,7 0 0</inkml:trace>
  <inkml:trace contextRef="#ctx0" brushRef="#br0" timeOffset="212">9441 15677 7569,'-6'-25'0,"5"5"489,-3 4-392,2 8 0,4 4 97,2 8 1,-1 8 208,5 9 0,2 8-168,6 4 1,-1-2-126,6 3 0,0-3 3,3 2 0,5-2-34,0-7 1,0 0 4,-4-3 0,3-5-170,-3-8 0,2-2-233,-6-6 0,1-11 167,-1-6 0,1-6-10,-6-6 0,1-3-17,-5-5 0,-1 0 53,-3 0 1,-2 1-141,-6 3 1,0 4-166,0 8 523,0 3 0,0 13 131,0 5 1,-6 12 173,-2 13 0,1 16-62,-1 13 0,4 7 5,-4 5 0,5-30 0,1 1-381,-2 2 0,0 0 0,2 3 0,1-1 182,-1-1 1,0-1 0,1-2 0,1 0-53,0 33 1,-4-6-120,0-2 0,-2-7 61,2-10 1,1-9 177,-5-11 0,0-6 138,-5-6 0,-5-7-306,-2-1 1,-4-14-188,-1-3 1,-1-14-52,-3-3 0,3-6 135,-3-2 0,4-4-92,5-1 0,2-3 45,5 4 1,6 1 296,3 7 1,8-2-419,5 6 0,7 2 93,5 6 0,8-1-98,4 5 0,7-5-7,1 2 1,12-4 195,0-1 0,8-1-239,-28 12 0,0-1 1,31-15 257,-31 14 0,0-1 0,29-15-117,-4 3 1,-9 3-108,-7-3 1,-9 3 156,-4 1 0,-10 0 13,-7 1 0,-5-1 57,-7 0 1,-2 6 144,-7 2 1,-5 5 80,-10 3 1,-7 4-129,-2 5 1,-3 8 412,-1 9 1,1 3-205,3 13 1,3 2 99,5 6 0,7-2-176,6 2 1,1 1-213,7-5 1,5 1 349,7-9 0,5-1-474,3-7 0,5-4 48,8-4 0,-2-6 81,7-3 1,-1-8-208,4-5 1,0-7 52,0-5 1,-1-4-87,-3-3 0,-2 0 13,-7-5 1,-4 0 8,-4-4 0,-2 1 149,-2 3 0,-5-2 70,-3 6 0,-2 2-225,-2 6 99,0 3 0,-6 7 435,-2 3 1,-3 8-151,-1 8 1,-5 9 72,0 3 1,1 5-35,4 4 1,0-3-52,4 3 0,3-3-77,5-1 0,0-1-12,0-4 1,5 2-6,3-5 0,-1-5 23,2-3 0,-5-7-112,4 2 93,0-2 1,5-4-121,-1-2 0,1-3 15,-1-5 1,-4 0-52,0-1 1,-1 1 88,2-1 0,0 1-6,-5 0 0,2-1 5,-2 1 1,-1 1-13,5 2 0,-1 3-95,1 1 1,3 4 56,-2-3 0,2 3-87,1 1 0,-2 0 99,2 0 0,-2 0 38,6 0 0,-1 4-46,2 0 0,-3 5-15,2 0 1,2 2 225,-1 1 1,-1 5 40,-3-1 1,-2 2 77,-3-1 0,2-4-108,-6 4 1,4-3 501,-4-2 168,0-5-215,-4-1 0,0-8-289,0-2 1,0-4-109,0-9 1,-4-3-307,0-9 0,0 0 118,4-8 0,1 2-724,3-6 1,5-3 410,7-2 0,4-1-1366,4 2 1,1 5 41,0 11 1491,0 0 1,0 10 0,-1-6-1</inkml:trace>
  <inkml:trace contextRef="#ctx0" brushRef="#br0" timeOffset="213">11972 15553 7569,'1'-13'156,"3"1"663,-2 5-471,9 1 0,-9 6-23,7 0 1,0 0-113,8 0 1,-2 4-91,6 1 1,-1 3-14,5-4 1,4 0-146,0-4 0,1 0 168,-1 0 0,-1 0 39,5 0 1,-5 0-1105,0 0 0,-5 4 494,-3 0 0,-5 2-953,2-2 1391,-9 3 0,-2 11 0,-6 1 0</inkml:trace>
  <inkml:trace contextRef="#ctx0" brushRef="#br0" timeOffset="214">12021 15825 7569,'-12'0'0,"-1"-1"1478,1-3-348,5 3-83,-4-5-719,10 0 1,-3 5-20,8-3 1,4 3-115,9 1 0,3 0-713,9 0 1,8 0 390,9 0 0,4 0-2102,3 0 1900,4 0 1,5-6 0,0-1 0</inkml:trace>
  <inkml:trace contextRef="#ctx0" brushRef="#br0" timeOffset="215">13684 15404 7569,'12'-25'-161,"1"1"161,-1 4 0,-4 2 0,0 5 602,-5 7-128,3-5-480,-6 9 0,-7-2 45,-6 8 0,-6 3 127,-10 5 1,0 2-98,-8 3 0,3 1 152,-8 2 0,4 4-93,0-4 0,8-2-52,5-1 0,6 1 29,7-2 0,1 1 22,2-5 1,5 1-120,8-1 1,9 1 75,7-1 1,11 0 4,6 1 1,6-1-9,6 1 0,1-2-67,-1-3 0,0 7 51,-4-3 1,1 4-8,-9-4 0,-3 0-37,-9 1 1,-5-2-103,-4-3 0,-8 3 168,-4-3 1,-4-1-41,-4 2 1,-9-1-36,-12 4 0,-11-2 24,-10 2 0,-2-6-231,-1 6 0,-1-6 78,0 2 1,1-5 130,-1 1 1,6-3-338,3-1 0,12 0-488,4 0 0,8-4-52,1 0 1,7-7 862,5-1 0,3-6 0,1-7 0</inkml:trace>
  <inkml:trace contextRef="#ctx0" brushRef="#br0" timeOffset="216">13646 14932 7569,'-5'-12'667,"4"0"0,-6 7-388,3 10 0,2 10-84,-2 18 0,-1 12 715,0 17-1059,1-26 0,-1 1 0,2 4 0,0 0 351,-1 2 1,0 0 0,-1 1 0,0-1-45,3 1 1,0-1-1,0-1 1,0-1-368,2 0 1,0 0-1,0-4 1,1 0-2,1 0 1,1 0 0,-2-2 0,0 0-329,3 0 1,1 1 0,4 31 401,8-5 1,-2-1 135,6-3 0,-3 1 0,1-5 0,-3-2 0,4-1 0,2-1 0</inkml:trace>
  <inkml:trace contextRef="#ctx0" brushRef="#br0" timeOffset="217">14366 15317 7569,'0'-17'493,"0"1"-257,6-1 1,-4 6-21,7 3 1,-1 1-22,4 3 0,2 3-711,3-4 340,-4 4 0,9 2 280,-5 4 1,5 3-37,-1 8 1,-2 5 223,2 8 0,-2 8-114,2 9 0,-3 3-222,-6 5 1,-5-2 153,-3 6 1,-3-7 25,-1-1 1,-5-3-132,-3-10 0,-9-3-250,-4-9 0,-2-10 466,-2-2 1,-4-9-49,0 0 0,-5-8-137,1-4 0,1-9 103,-1-4 1,7-2 138,1-2 1,3 0-8,9 1 1,0 4 48,9 4 182,-1 7-159,5 4 0,10 10-468,2 4 1,9 11 125,0 5 0,4 3-802,4-3 0,2-1 450,6 1 1,1 0-865,-1 0 0,4-5 1215,1 1 0,4-6 0,-1 3 0</inkml:trace>
  <inkml:trace contextRef="#ctx0" brushRef="#br0" timeOffset="218">15073 15453 7569,'7'-5'0,"-1"3"210,-6-3 0,-2 5 342,-2 0 1,-4 12 47,-9 9 1,2 9-207,-6 12 0,6-4-20,-1 4 0,7-1-140,5-4 0,3 2-235,1-10 1,11-5 59,6-3 1,6-10 123,6 2 1,3-11-122,5-2 1,3-11-226,-3-9 1,2-9-152,-10-4 1,-2-3 183,-6-1 1,-9-2-31,-8-2 1,-8 1 44,-4-6 1,-10 8 72,-7 0 0,-1 7-55,-7 6 1,4 10-134,-4 2 1,0 11 98,-4 2 0,4 11-111,-1 9 1,8 8-585,1 1 0,10 5 826,7-1 0,5 3 0,-2 1 0</inkml:trace>
  <inkml:trace contextRef="#ctx0" brushRef="#br0" timeOffset="219">15830 15329 7569,'-12'-11'0,"-1"2"277,1-12 0,-1 7 426,1 2 1,4 1 27,-1 7-235,7-6-765,-4 9 293,6-5 1,10 6-72,2 0 1,13 4 93,0 0 1,8 6 128,0-2 0,3 5-177,1 3 0,-5-2-347,-3 3 0,-3-2 29,-1 1 1,-6-2 124,-2 3 1,-9-4 81,-4 0 0,-5-1 125,-8 1 1,-2-1 99,-14 0 0,1 1-158,-14-1 1,4 1-9,-7-1 0,6-4 171,2 0 1,10-5 638,-2 1-524,8 3 0,5-4-40,8 5 1,2-4-226,2 5 1,6-1 81,2 4 1,9 2 50,3 3 0,4-2-18,1 5 0,-5-3-10,1 4 0,-2-5 37,2 5 1,-3-5 53,-6 5 0,-3-6-134,-1 2 0,-5-3 67,1-2 1,-10 0 22,-6 1 0,-6-1-23,-7 1 0,-4-2-302,0-3 0,-5 2 115,1-6 1,-2 0 96,2-4 1,3 0-331,5 0 0,6-2-516,2-2 0,5 2-132,3-7 1,5-5 66,8-6 904,14-4 0,14-11 0,12-4 0</inkml:trace>
  <inkml:trace contextRef="#ctx0" brushRef="#br0" timeOffset="220">16425 15416 7569,'25'-12'0,"-1"-1"64,-4 1 92,-2 0 123,-5-1-119,-6 1 1,-2-1 22,-5 1 1,-5 4-1,-4-1 1,-2 1 78,-1-4 1,-2 1 89,-2 2 1,0 0-289,-4 5 0,0-5 102,0 5 1,-2 0-201,5 4 1,-4 1-6,5 4 0,1-3 8,6 7 0,0-1 99,5 4 1,0 1-9,4-1 0,0 2-60,0 2 0,1 4-124,3 5 1,3 1 270,5 3 1,6-2-12,3 6 1,-2 0 18,2 5 0,0-1-104,3 0 0,1-1 16,0-3 1,-6 1 22,-2-5 0,-3 0 16,-2-4 0,-5-6 213,-3-2-94,-2-3 1,-9-3-85,-6-3 0,-5-3-22,-7-5 1,-1-5-233,-3-3 0,2-5-20,-6-3 0,5-5-35,-1-8 1,3 2 163,1-7 1,7 1 11,6-4 1,1 0-191,7 0 0,1 1-265,7 3 0,7 3-184,6 5 1,5 5 241,-2 4 0,8 6-268,1 2 0,5 5 150,-1-1 1,1 3-391,3 1 897,-8 0 0,18 0 0,-9 0 0</inkml:trace>
  <inkml:trace contextRef="#ctx0" brushRef="#br0" timeOffset="221">16996 15379 7569,'7'-6'0,"0"-5"0,-3-5 0,-3-2 224,4 1 0,-4 4 361,-1-4 1,0-1-361,0 2 1,-1-1 187,-4 5-325,-1-1 1,-7 2 126,1 3-142,-1 2 1,1 6 109,0 0 1,3 7-68,1 6 1,5 5-50,-1 6 1,3 7-57,1 2 0,0 7 18,0 1 0,0 5 88,0-5 1,5 4-151,3-3 0,-1 1 26,2-2 0,-7-7 39,3 4 1,-4-14 30,-1 1 0,0-8-14,0-1 0,-1-3 76,-4-5 1,-6-3 106,-5-5 0,-2-1-292,1-3 1,2-3 83,-5-5 0,0-6-136,0-3 1,2-4-126,5-4 0,6-2-156,3-7 0,6 0 225,6-4 0,6 2 80,10-5 1,5 5-176,0-1 1,4 8-241,-4 4 0,2 8 136,-2 4 1,-7 9 128,3 4 1,-9 3-136,1 1 1,1 5-130,-2 3 502,-5 9 0,6-3 0,-4 4 0</inkml:trace>
  <inkml:trace contextRef="#ctx0" brushRef="#br0" timeOffset="222">17406 15652 8060,'0'-20'1104,"1"3"596,3 4-583,-3 1-329,5 5-314,-6 1-1096,0 1-1419,-6 3-265,5 2 2306,-10 7 0,10 6 0,-5-1 0</inkml:trace>
  <inkml:trace contextRef="#ctx0" brushRef="#br0" timeOffset="223">17654 15193 7569,'0'-14'0,"0"-2"0,-4 2 473,-1-3 140,1 3 1,8 2-574,1 0 1,4 5 55,-1 3 1,9 2-232,4 2 0,-2 0 78,2 0 0,-2 2-15,2 2 0,2 3 74,-2 5 1,1 0 45,-2 1 1,-2 3-128,-5 1 1,-2 5-196,-3-1 0,-4 1 223,-8-2 1,-6 4 9,-10-4 1,-2 4 159,-11 1 1,-5-5-53,-3 1 0,1-6 124,7 2 1,3-3-53,5-2 1,6-4-84,2 0 0,5-3 52,3 3 0,4-4 14,5 4 1,1 1 12,3 3 1,3 0-48,6 1 0,5 1 87,2 2 1,8 2-87,1 3 1,4 1-7,-4-6 0,0 5-40,-4-5 0,-1 5-60,1-4 1,-6-1 68,-2-3 0,-3-1-8,-2 0 0,-5-3 442,-3-1-358,-2-5 0,-9 6 68,-6-5 1,-2 1-118,-10-5 0,2 4-122,-10 0 0,4 0 61,-4-4 1,1 0-69,-1 0 1,0 0-59,8 0 1,-2 0-729,6 0 17,3 0 0,0 0-99,6 0 62,5 0 1,3 0 77,8 0 778,3 0 0,11 0 0,1 0 0</inkml:trace>
  <inkml:trace contextRef="#ctx0" brushRef="#br0" timeOffset="224">18274 15267 7569,'7'-12'1024,"-2"-1"-747,-5 1 0,0 4-37,0 0 0,-1 5 78,-3-1-180,-3 2 0,-1 8 77,-1 2 0,7 9 11,-2 3 1,2 0-24,2 0 1,0 5-12,0 4 0,2 0-65,2-4 1,4 4 67,8 0 0,0 4-70,4-4 0,-3 1 56,4-1 1,-5-3-9,5 3 1,-2-3-16,2-1 0,-5-2 1,-7-2 0,-3 1-28,-1-5 0,-4 1-86,3-2 1,-12-2-92,-5 2 0,-7-2 63,-1-1 0,-2-1-530,-2 0 0,-4-1-42,0-2 0,-6-4-282,2-5 1,-2 0 346,-3 0 1,1-7-134,0-5 1,7-6 622,5-7 0,5-16 0,8-5 0</inkml:trace>
  <inkml:trace contextRef="#ctx0" brushRef="#br0" timeOffset="225">18249 15242 7569,'30'-12'203,"2"0"630,5-1-481,-5 1 0,4 1-2,-3 3 0,8 1-67,5 3 1,-2 2-575,1-2 0,1 3 217,4 1 0,-2 0-1592,-3 0 1299,-2 5 1,0-3-1,1 3 1</inkml:trace>
  <inkml:trace contextRef="#ctx0" brushRef="#br0" timeOffset="226">17344 15714 7569,'0'-13'212,"0"6"47,0 2-116,0-1 0,-2 5 181,-2-3-76,3 3 0,-6 1-111,3 0 5,2 0 0,-3 1-258,5 3 153,-6-3-245,5 5 39,-5-6 70,6 0 262,0 0 0,4-1 230,1-4-379,-1 4 100,-4-4 19,0 5 1496,0 0-1613,-6 0 1,3 0 180,-5 0 106,0 0-632,-5 0-886,7 0 653,0 0 0,7 0 562,4 0 0,1 0 0,7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2.452"/>
    </inkml:context>
    <inkml:brush xml:id="br0">
      <inkml:brushProperty name="height" value="0.053" units="cm"/>
      <inkml:brushProperty name="color" value="#FF0000"/>
    </inkml:brush>
  </inkml:definitions>
  <inkml:trace contextRef="#ctx0" brushRef="#br0">4044 5383 7569,'-8'-5'28,"0"1"-28,5 0 0,-3 3 508,6-3 794,0 2-977,-5-3 0,3 3-255,-2-2 1,8 2 54,5-7 0,3 5 14,5-4 0,2 0 34,6-5 0,1 2 0,3 3 0,-1-2-135,5 6-28,0-6-92,4 9 1,-5-4-85,-3 5 1,0-5-110,-5 1 0,3 0-259,-11 4 0,5 2 129,-5 2 1,-3-3-1031,-5 3 886,-5 3 549,2 0 0,-5 5 0,0 1 0</inkml:trace>
  <inkml:trace contextRef="#ctx0" brushRef="#br0" timeOffset="1">4243 5333 7569,'7'-6'-237,"-2"5"506,-5-4-131,6 5 1,-5 5 131,3 3 1,-2 9-215,-2 4 0,1 3-112,3 5 1,-3 3-45,4 5 1,-4 5-270,-1-1 1,0-4-126,0-4 283,0-5-213,0 8 424,0-10 0,-6 4 0,0-5 0</inkml:trace>
  <inkml:trace contextRef="#ctx0" brushRef="#br0" timeOffset="2">4081 5879 7569,'-6'0'1139,"-6"0"-805,11 0-336,-4-6 46,10-1 24,8 0 0,3-4 67,9 3-91,-3-3 1,14-5-261,-3-1 146,3-5 1,-3 8 31,0-2 1,-10 2-160,2 1 0,-4 5 20,-1 0 0,-2 5 22,-5-1 0,-1 3 112,1 1-42,-7 0 246,0 5 27,-6 2-99,0 5 0,0 5 193,0 0 0,0 0-190,0 0 1,-1-2-14,-4 6 0,4-2 95,-3 2-136,3-3 0,1-6 38,0 1 0,0-7-18,0 0 0,1-6 26,3 0-46,-3 0 0,11-6-59,-4-2 0,3-10 61,1-7 1,2-1-155,3-7 0,-4 1 56,4-1 1,1 0 3,-2 9 1,-1 1 59,-6 11 1,2 1 20,-3 3 0,-1 2 7,1 6 0,-4 7-3,5 6 1,-5 4 100,4 8 1,-5 1-27,1 3-132,3-2 1,-2 3-108,4-5 1,2-2-15,-3-2 0,3-3-275,1-6 1,5-1-44,-1-3 1,5-2 464,-4-6 0,5-6 0,-3 0 0</inkml:trace>
  <inkml:trace contextRef="#ctx0" brushRef="#br0" timeOffset="3">5111 5271 7569,'-5'-25'169,"2"0"130,-5 1 1,3 6 416,-3 5-170,5 1-247,-8 5 1,9 1-147,-7 6 1,5 11-129,-4 10 1,1 8 129,-1 4 0,-3 13 22,2 3 1,4 9-414,1 0 1,-3 8 193,3-31 0,0 0 0,-2 34-81,4-33 1,0-1 0,-3 25-17,0 2 1,1-9-62,4-4 1,0-9 95,0-7 1,0-5-62,0 1 1,0-4-61,0-5 1,0-2-703,0-5-437,0-7 1364,0 0 0,-8 2 0,0-5 0,2-2 0</inkml:trace>
  <inkml:trace contextRef="#ctx0" brushRef="#br0" timeOffset="4">4789 5730 7679,'0'-13'464,"5"5"-240,3 0 0,3 4-198,2-4 1,5-2-22,2-7 1,9 4-86,4-4 0,3 3-201,1 2 1,1-5-32,-1 1 0,0-2 312,0 1 0,1-2 0,-1-6 0</inkml:trace>
  <inkml:trace contextRef="#ctx0" brushRef="#br0" timeOffset="5">5322 5296 7784,'-12'0'698,"3"1"-146,1 3-369,0 9 3,-5 6 1,1 11 154,0 3 0,3 11-206,1 2 0,1 13-102,-1-5 0,2 8-115,6-4 0,0-7-303,0-2 0,2-9 264,2-2 0,4-9 25,9-13 1,-4-1-18,4-11 93,-3 1 0,2-7 18,1-2 1,4-13-64,-5-7 0,2-11-261,-1-2 173,-4 0 1,5-6 84,-5 6 1,-5 2-4,0 6 0,-5 1 225,1 7-232,-3 8-20,-1 2 150,0 11-108,-5 6 39,-7 6 0,-6 13 71,-3 8 0,-1 3-44,5 1 0,1-5 19,3-3 0,7-4-3,1-5-19,4 4-8,1-10 0,0-2 1,1-6-2,4-6 1,1-6-1,7-2-58,-1-9 0,5-6-6,-1-6 0,1-4 37,-5 4 0,-1 0-6,-2 4 1,0 6 83,-5 2 201,0 3-266,-4 8 0,0 6-1,0 8 1,0 8 612,0 5-383,0 2 0,0-2-87,0 0 0,2-5 7,2 5-185,3-6 1,5 2-194,1-9 1,3 2-28,1-6 0,3 0-230,-3-4 0,5-3-408,-1-5 910,8 0 0,-3-16 0,4 5 0</inkml:trace>
  <inkml:trace contextRef="#ctx0" brushRef="#br0" timeOffset="6">5645 5457 7794,'-13'0'1092,"6"0"-812,2-5-156,5 3 0,5-5-106,4 3 1,7 3-102,5-3 1,2-2-277,2 2 0,0-4-296,0 4 370,-1-6 285,1 9 0,0-10 0,0 4 0</inkml:trace>
  <inkml:trace contextRef="#ctx0" brushRef="#br0" timeOffset="7">5831 5172 7569,'-2'15'328,"-2"6"-200,-3 5 1,0 12 137,3 4 1,-1 7 130,1 9 0,-5 3-1003,5 1 1,-4 5 668,6-31 1,0-1-1,-2 31-190,4-4 82,5-6-14,2-6 0,10-11 8,-1-6 1,1-11 381,-5-6 0,0-8-86,1-3 1,-1-5-107,1-5 0,-1-11-102,1-9 0,-1-12-200,0 0 0,1-7 87,-1 2 0,-1 2 74,-3 7 1,2 4 24,-6 9 0,0 2 645,-4 5-683,0 6 0,0 3-50,0 8 1,-4 9 22,0 7 1,-6 5 65,2 4 1,3-3-298,1 3 1,2 0 97,2-4 1,0 1 140,0-9 1,6 2-224,2-7 1,3 2-289,1-10 1,1 1 194,-1-5 0,1-2 350,-1-2 0,6-8 0,1-8 0</inkml:trace>
  <inkml:trace contextRef="#ctx0" brushRef="#br0" timeOffset="8">6042 5631 7569,'-13'-13'86,"6"6"0,-4-2 301,3 5 0,2-1-20,-5 0-172,10 4 0,-3-5-358,8 6 104,-3 0-26,10 0 1,-2 0-5,7 0 1,-2 0 100,3 0 1,-4 0-102,0 0 0,-2 6 99,-3 2 0,3 3 22,-3 1 0,-1 5-31,2-1 0,-5 6 4,4-1 0,-5-2 171,1 2-11,-3 0-98,-1-2 1,4 3 13,0-5 1,1-1 88,-5-3-3,0-1-69,0 0-53,0-5 0,0-3 14,0-8 0,4-4 2,0-9 1,4-2-273,-4-6 107,6 0-27,-9-5 0,9 0-57,-6-3 0,2 0 128,-2 8 0,-1-3 34,5 8 1,-5 6-2,1 1 17,-3 4-39,5 2 1,-5 3 1,3 8 1,2 4 376,-2 9-157,0 2-17,-4 0 0,4 9 5,0-3 0,4 6-98,-3-2 1,4 4-3,-1-4 0,-1 0-35,2-4 1,-1-4-8,4-1 1,-3-6 44,-1-1 1,-4-2 63,4-7 87,1 0-37,3-15-172,0 3 1,1-20-41,-1 3 0,1-9 22,-1-3 0,0-5-108,1-3 0,3-1 138,1 9 1,-1 0 19,-3 12 0,-5 7-32,0 10 0,-4 5-30,5-1 1,-6 14 575,1 6-262,-3 12-109,-1 3 1,0 5 107,0-3 1,0 2-324,0-6 1,1 4-323,4-4 0,0-4-148,3-5 0,3-5-1312,-2 2 1816,7-3 0,3-2 0,6 1 0</inkml:trace>
  <inkml:trace contextRef="#ctx0" brushRef="#br0" timeOffset="9">7989 5755 7569,'-11'-2'-28,"2"0"0,0-3 547,0 3 93,3 0 138,1-3 43,5 3-592,0-3 1,2 1-116,7 0 1,0-5 96,12 5 1,0-4 11,4 4 0,5-2-1160,3 2 487,-3 3 44,6-5 0,-6 6-378,4 0 1,-4 0 811,-5 0 0,-1 6 0,1 1 0</inkml:trace>
  <inkml:trace contextRef="#ctx0" brushRef="#br0" timeOffset="10">7878 6003 7569,'-7'0'2623,"1"0"-2563,6 0-12,11 0 1,-1 0 48,11 0 0,5 0-280,7 0 0,4-2-367,4-2 0,4 1 143,4-5 110,12 0 0,2-10 0,-26 8 0,1 1 0</inkml:trace>
  <inkml:trace contextRef="#ctx0" brushRef="#br0" timeOffset="11">9701 5829 7569,'0'-8'177,"0"0"-91,0 5-83,0-3-2,0 17 1,-7 3-1,-5 11 1,0 0 302,-5 0 0,1 3 431,3 1 0,-2 4-348,7-4 0,2-1-156,2-7 1,3 1-174,1-6 0,1-3 0,3-5 0,4-5-120,9 1 0,2-6 41,6-6 1,4-6-170,0-10 1,0-7 54,-4-2 1,-6-3-41,-2-1 1,-5 0 29,-4 0 1,-4 4 50,-8 0 0,-3 6-42,-5 3 1,-6 6 92,-3 9 1,-2 4 76,-2 5 1,4 5-150,1 4 1,5 7-91,-2 5 1,5 2-20,3 2 0,4-1-232,5-4 0,7 2 39,5-5 1,8-1 416,8-3 0,-1-1 0,3 1 0</inkml:trace>
  <inkml:trace contextRef="#ctx0" brushRef="#br0" timeOffset="12">10098 5829 7569,'0'-12'302,"0"-1"646,0 6-338,0 2-409,0 16 0,-4-1-21,0 10 1,0 1-1,4 4 1,0 0-41,0-1 0,0 5 11,0 0 0,0 0-367,0-4 123,0-6 25,0 5 1,0-15-286,0 4 299,5-9 62,-3 1 0,5-10-49,-3-3 1,-3-8 2,3 0 0,-2-6-157,-2 1 189,0-2 1,0-6-10,0 0-195,0 0-1,0-1 210,0 3 0,4-2-19,0 9 1,0-2 13,-4 5 1,2 5 5,2 4 1,-3 3-42,3-3 33,3 5 181,0-2-195,5 5 22,-5 5 1,4-2 12,-2 5 1,-3-3 132,3 3 1,-1-4 171,4 4 1,1 0-221,-1 5 0,1-2-55,-1-3 1,0 3 13,1-3 1,-1 4 40,1 0-37,-1 0 0,0 1-8,1-1 0,-5 1-178,0-1 157,-5 0 1,3 1-484,-6-1 176,5 1-198,-3-1-632,3-5 171,-5-2-329,0-5 1263,0 0 0,-5-5 0,-2-2 0</inkml:trace>
  <inkml:trace contextRef="#ctx0" brushRef="#br0" timeOffset="13">10260 5507 7569,'0'-13'636,"0"6"-21,0-4-366,0 10-70,0-10-120,0 10 1,5-5-211,3 6 0,5 0-49,3 0 1,0 0-346,4 0 1,1 1-309,4 4 853,0 1 0,-1 7 0,1-1 0</inkml:trace>
  <inkml:trace contextRef="#ctx0" brushRef="#br0" timeOffset="14">10533 5879 8495,'0'-7'-165,"5"-4"1,-2 3 204,5-9 1,-4 2-8,5-6 0,-5 5-97,4-5 0,-5 4 130,1-3 0,-3 9 52,-1-2-194,0 4-14,0 2 33,0 1 1,-5 6-67,-4 0 139,-2 0 22,-1 6 0,0 2 15,-1 9 0,2-4-22,3 4 1,-2 1 11,6-2 0,0 6-20,4-1 0,0-2 6,0 2 1,0 0-34,0 4 70,5-1 1,2 1-15,6 0 221,-1 0 0,1 0-173,-1 5 0,0-3 142,1 6 1,-1-2-131,1 6 0,-2-3 76,-3 8 1,2-8-50,-6-1 1,1-6 13,-1-3 1,-2 0 356,2-8 225,-3 1-158,-6-5 55,-2-5-225,-11-1-244,4-6 0,-8-6-174,6-2 1,-7-6-49,3-7 1,-4 1-208,0-9-1,4-3 325,4-1 1,3 1 5,5-1 0,3 4-868,5-4 264,0 6 1,6-4 77,7 7 1,1 0-28,6 3 1,1-1 83,4 6 0,1-1 0,3 5 230,-3 5 1,9-4-47,-7 3 0,1-2 14,-4 2 1,4-2 22,0 6 1,-4-4 43,-4 4 211,-6 0-200,-3-2 549,-1 5-237,-4-5 290,0 6 0,-1 1-121,-6 4-164,0 2 1,-2 1 127,-2 0 0,3 0-83,-3 5 0,2 1-45,2 2 0,0-2-332,0 2-413,0-2 319,0-7-1172,0 4 713,6-10 256,-5 5 441,10-6 0,-4 0 0,5 0 0</inkml:trace>
  <inkml:trace contextRef="#ctx0" brushRef="#br0" timeOffset="15">10806 5693 7569,'0'-13'169,"-6"1"-169,5-1 260,-5 7 0,12-1 406,2 3 0,3 2-479,1-2 1,2 4-120,3 4 1,-2-1-122,5 5 0,-4 0-4,0 5 1,-2 5-20,-2 2 0,1 4 122,-1 1 1,-5-1-31,-3 1 0,2 0 21,-2 0 0,0 0-29,-4 0 0,0-5 300,0 1 1,0-6 5,0 2 1,0-8 304,0-1-126,0-5-141,-6 3-304,5-6 1,0-7-194,5-6 0,6-4 200,-2-8 1,4-6 43,5-2 0,-2 3-593,6 1 139,-6 3 221,3 7 1,-7 1-158,-3 5 272,3 6 6,-10 2 0,6 5 97,-3 0 1,-2 7-36,2 5 0,-3 2 166,-1 7 0,0-1-137,0 5 1,0-1-10,0-4 0,6 2-152,2-5-51,3-1 89,1-3 1,5-6-296,0-3 165,5-3-9,-3-1 1,6-1-56,0-3 1,-2-7 64,-2-6 1,1-1-48,-6 2 0,4-4 65,-8-4 0,3 3 9,-7 0 0,-2 2 123,-2-2 64,-3 3-147,-1 6 1,-1 1 352,-3 3-139,-3 2 35,-5 6 144,-1 0 1,-5 7-141,-2 5 0,-4 2 230,-1 7-238,6-1 0,1 4-27,6-3 0,5 1-22,3-6 1,2 1-193,2-5 61,0 1 1,2-5 193,2 0-361,3-5 146,5 2 0,1-6-301,-1-3 234,6-3 0,-4-10 50,2 1 1,-2-6-52,-2 1 0,-1 3 78,-2 2 1,0-2 21,-5 1 0,2 5 154,-2 4 39,-2 5-239,3-3 36,-5 6 0,0 6 123,0 2 0,-4 4 807,0 5-651,0 2 0,4 5 115,0-4-207,0 4 0,1-6-16,3 2 0,3-2-14,5-5 1,1-2 18,-1-3 0,6-2 34,3-6 0,-2-2-403,2-2 156,5-3 1,0-11-54,3-2 1,1-9 28,-1-4 156,0-9-2069,-4-2 1774,6-11 0,-5-7 71,-11 27 1,-1 0 0,-3-2-1,0-1-250,-1-1 0,0 0 1,-2 0-1,0 1 5,0 0 1,0 1-40,0-24-70,-2 30 1071,-6 7-285,-11 23-223,-3 13 625,-16 20 0,4 18-238,-3 8-1756,2 2 1801,15-26 1,0 0-149,-8 29 1,2 5 314,6-6 0,1-6-573,3-2 1,2-4 167,6-5 1,2-2 264,2-6 1,4-5-499,8-3 0,-5-6 0,3-6 0,-3-9 0,-5-5 0</inkml:trace>
  <inkml:trace contextRef="#ctx0" brushRef="#br0" timeOffset="16">12344 5767 7569,'0'-7'0,"-2"2"487,-2 5-243,3 0-121,-10 11 374,10 8 0,-10 14-162,2 8 0,-6 8 333,-1 4-575,-1 7 1,5-13 166,-1 2 1,5-3-67,0-1 1,5-2-203,-1-6 50,2-5 1,2-8 184,0-7-250,0-3 14,0-7 188,0-2-146,0-5 0,5-7 124,-1-5-8,5-17-517,-7-10 0,9-13 155,-3-6 0,3-5 11,-5 26 0,0-1-95,1-4 1,-1-1 0,1 1-1,0 0 51,1-6 0,0 1 1,-1 4-1,0 0 56,1 3 0,0 2 0,10-28-332,-1 20 570,-1 14 0,-3 9 33,-1 11 0,1 6 218,-1 6-416,-5 11 561,4 14-325,-4 1 0,0 15 473,-3 1 1,-1 1-440,1 2 0,-3 0 95,3 5 158,-2-6-327,-2-7 0,-2-2-334,-2-6 313,-3 0 0,-6-10-55,-4-2 1,2-5 120,-6-4-49,0-2-516,-3-6 624,-1 0 1,4-2-526,1-2 198,4-3 1,0-5-609,8 0 0,2 3 309,6 1 1,6 4-798,2-4 609,8 5 223,9-8 408,1 9 0,10-9 0,-4 5 0,5-7 0</inkml:trace>
  <inkml:trace contextRef="#ctx0" brushRef="#br0" timeOffset="17">12617 5817 7569,'16'-13'-20,"1"1"114,-6 5 254,0-4 0,-10 8 706,3-5-96,-2 5-258,-2-2-361,0 16 1,-4-2-31,0 12 0,-5-4-153,5 3 1,0 0-24,4 0 0,0 2-185,0-5 0,0-1 182,0-3-216,0-6 0,6-2-1,2-5 0,3-1-9,1-3 0,5-9 40,-1-7 1,5-4 23,-4-1 0,3-5-81,-3-3 1,1 1-130,-2-1 0,-1 6 145,6-2 1,-6 4 48,2 4 0,-3 7 92,-2 6 1,-4 5-3,0-1 99,1 3 0,-2 8-89,-3 5 1,-3 2 136,-1 7 1,0-5-98,0 5 0,0-5-13,0 5 1,4 0-80,0 3 0,1-3 76,-5 0 0,1-6-213,3 2 0,-3-4-130,4 0 1,0-5-589,-1 0-74,0-5-569,-4 3 1002,6-6 0,-1-6 496,4-2 0,2-9 0,-4-2 0</inkml:trace>
  <inkml:trace contextRef="#ctx0" brushRef="#br0" timeOffset="18">12902 5432 7569,'0'-7'1249,"0"2"-692,0-1-397,6 5 1,-4-6-29,7 3 0,-1 3-104,4-4 1,1 4 93,-1 1 0,5 1-150,-1 4 0,2-3-1369,-1 7 722,-4-1 675,5 4 0,0 1 0,2-1 0</inkml:trace>
  <inkml:trace contextRef="#ctx0" brushRef="#br0" timeOffset="19">13262 5507 8141,'0'-7'893,"-1"1"-710,-4 6 1,3 6 91,-7 2 351,-4 9-299,-1 2 0,-4 11 59,5 3-152,7 3 1,-4 3-8,6 2 0,0-2 6,4 2 1,2-2-44,7-2 0,0-7 11,12-5 1,1-2-95,7-6 0,-1-5-143,5-4 0,0-6-212,4-2 0,-5-6 191,-3-6 0,1-7-351,-1-6 0,-2-1 206,-6-7 1,1-5-104,-5-3 0,-2-2 86,-7 2 1,-2 7-145,-6-4 1,0 11 245,0 2 0,-7 7 292,-6 10 0,-2 5 324,-10 11 1,7 7-313,-6 14 0,2-1-109,-3 5 0,7 0-9,5 4 0,2-1 559,7-3 0,2-2-371,6-7 1,3 1-404,5 0 1,2-6 232,2-2 1,-1-5-1334,6-4 1,0 2 1245,4-6 0,-1 0 0,1-4 0</inkml:trace>
  <inkml:trace contextRef="#ctx0" brushRef="#br0" timeOffset="20">14763 5482 8257,'7'0'2471,"-2"5"-2239,-5 4 1,-1 11-165,-3 5 1,-8 8 45,-9 0 0,-4 7-46,-4 2 0,-3 3-349,-5-4 0,1 5-3,3-5 0,-3 1 82,3-5 1,0-4-248,4 0 1,0-10-1597,9 2 2045,2-14 0,-6 6 0,5-10 0</inkml:trace>
  <inkml:trace contextRef="#ctx0" brushRef="#br0" timeOffset="21">14366 5556 11650,'4'17'824,"0"-1"-457,6 6-126,-3-8 0,7 10-87,2-4 0,3 0-93,6 0 0,1-5-496,3 2 0,5-1 346,7-3 1,3 2-2416,6-7 2219,5-2 1,-4 10-1,4-2 1</inkml:trace>
  <inkml:trace contextRef="#ctx0" brushRef="#br0" timeOffset="22">15917 5395 7569,'0'-19'0,"0"2"628,0 3-54,0 2 40,0 0-159,0-1 86,0 1-105,0 5-253,0 1 1,0 8 11,0 2 0,0 10 66,0 10 1,0 16 87,0 10 0,-6 8-217,-2 0-163,-3 2 0,3 2 307,-1 0-2220,7 0 1646,-9-11 238,4 3-967,0-10 0,1-4 166,6-3 690,0-8 0,0 0-172,0-8 343,0-3 0,-4-7 0,0-3 0,1-1 0,2 3 0,1 4 0</inkml:trace>
  <inkml:trace contextRef="#ctx0" brushRef="#br0" timeOffset="23">16239 5767 7569,'-12'-7'1527,"0"-4"-770,5 4-300,1 0-232,6 2 0,2 1 32,2 0 0,3-1 81,5 5 1,6-4-77,3 0-32,2 0-93,2 4 1,5 0-220,3 0 87,3 0-371,1 0-696,-5-5 759,4 3 0,-9-3 190,6 5 0,-5-4 19,1-1 0,-7 1 33,-1 4 61,-6 0 0,3-5 0,-6-2 0</inkml:trace>
  <inkml:trace contextRef="#ctx0" brushRef="#br0" timeOffset="24">16550 5395 7569,'0'-7'1590,"0"2"-1282,5 5 1,-4 11-114,4 5 0,-5 8 109,-5 5 1,3 2 151,-7 6 1,1 5-492,-4-1 0,3 5 59,1-5 0,0 6-1016,-5-2 1,1-1 991,0 2 0,-1-1 0,1 5 0</inkml:trace>
  <inkml:trace contextRef="#ctx0" brushRef="#br0" timeOffset="25">17219 5755 7569,'0'-13'107,"0"6"1,0 1 244,0 1-89,0 4-45,0-10 63,0 4-129,0-5 39,0-1 48,0 6-122,-5-4 0,4 9 4,-4-7 1,-1 7 17,-3-3 0,-2 4-19,-1 1 0,-5 7-4,1 5 1,-5 5-17,5 4 34,-7 8-33,10-9 0,-9 15-103,5-6-74,1 0 227,9 1-299,1-4 124,6-1 0,0-3 21,0-6 1,2 1 19,2-5 1,3-5 1,5-3 0,2-2-87,2-2 1,4-7-257,4-6 148,1-4 76,0-8 0,0 0-258,0 0 155,-6 0-12,-1-5 265,-6 9-104,1-8 1,-6 20-120,-3-4-65,3 9 359,-6-1 0,-1 14 336,-8 4 1,-2 7 91,2 1-284,2 8-94,1-3 0,3 5-207,-2-7-31,3-4 173,1 3-680,0-9 418,5 4 1,-2-6-68,5 1 0,1-5-119,3 0 0,2-5 17,2 1 325,-2-3 0,15-12 0,-3-2 0</inkml:trace>
  <inkml:trace contextRef="#ctx0" brushRef="#br0" timeOffset="26">17654 5531 7269,'0'-6'662,"-6"0"-438,5 6 1,-9 1-66,6 4-2,-6 1-19,9 1 0,-9 4 19,6-2 0,-4 6-103,4 1 1,0 2-156,4-1 0,0-3 77,0 2 1,1-2-108,3-2 1,-1-3-77,5-1 121,-5-5 38,8 2 1,-8-5-114,5 0 146,0 0 3,-1-5 0,4 2-24,-3-5 1,-2-2-37,-2-7 0,2 4-80,-2-4 0,0 2 61,-4-2 1,0-1-10,0-2 1,0 0 184,0 4 32,-6 2-154,5-4 0,-10 7 309,3 3-130,2-3-73,-5 10 0,10-6-65,-3 3 95,2 2 54,2-9 0,2 6-129,2-4 1,-1 0-4,5 5 1,0-5-117,4 5-50,6-5 162,-4 2 0,4-2-158,-6 1 59,1 0 1,-1 1 43,1 3 4,-1 2 49,1-3 1,-5 4 190,0-4-163,-5 4 0,4 1 299,-3 0-119,-3 0 4,5 0-148,-6 0 210,0 0-17,-6 6-197,5 0 1,-9 7 30,6-1 0,-4 5 35,4-1 0,-6 8 85,2 1 1,-2 1-80,2 7 1,-3 0 7,3 4 1,1 0-4,-2 0 1,1 2-15,-4 2 1,3-1-346,1 6-574,0-6 768,1 3 1,-3-10 95,6 0 1,0-4-260,4 4 1,-4-10-362,0 2 0,0-9-227,4 1-442,0-3 73,5-7 1115,2-2 0,7-8 18,2-5 0,-2-6 0,4-10 0</inkml:trace>
  <inkml:trace contextRef="#ctx0" brushRef="#br0" timeOffset="27">17840 5866 7551,'-13'6'-17,"5"-3"17,0 5 483,0-5 1,-1 8-105,1-3 1,4 4-162,-4 5 0,5-3 13,-1 2 0,2-2 22,2-2 1,0 1-128,0-1 1,6-4-115,2 1 1,4-7 25,5 3 0,-2-4 33,6-1 0,0-6-175,3-2 0,-3-4 62,0-5 0,-7 3 89,-2-2 1,-5-3-37,-7-2 1,0 3-66,0 1 1,-7 4 57,-5 0 1,-6 2 1,-7 3 0,0 3-188,0 5 0,0 4 68,1 0 0,4 5-596,4 0 1,7 2 320,5 1 0,3 1 389,1-1 0,0 0 0,0 1 0</inkml:trace>
  <inkml:trace contextRef="#ctx0" brushRef="#br0" timeOffset="28">18187 5122 7569,'13'-7'236,"-5"2"113,0 5 1,2 5-54,6 4 1,-2 7 167,3 5 0,-4 8 61,0 4 1,-1 9-199,1 8 1,-2 1-144,-3 7-1364,-3 0 1284,-5 4 1,5 0-89,-1 0 0,-2 0-172,-6 0 0,3-6 24,-3-2 0,-3-4-17,-1-5 1,1-3-168,-2-9 1,0-3-198,-8-5 1,2 0 227,-6-1 0,-1-4 17,-7-4 1,-4-2 267,-8-2 0,-3 4 0,-6-1 0,1-3 0,-1-1 0,0-3 0</inkml:trace>
  <inkml:trace contextRef="#ctx0" brushRef="#br0" timeOffset="29">15855 5234 7569,'-14'-4'0,"-1"0"0,-3 1 0,-1 1 98,-2 2 0,0 0 138,1 0 0,-5 7-17,-4 6 0,-4 6 95,4 10 0,-6 4-54,2 8 1,-1 13-326,1 8 1,15-25-1,1 2 394,2 0 0,1 0-1105,-1 6 0,1 0 877,4-1 0,1 0 1,2 2-1,2 1-56,2-4 1,2 0-626,-1-2 0,2 0 621,2-4 1,2 0-1,11 31-341,14-6 1,9-6 207,-12-28 1,2-2 0,0-3 0,2-1-192,2 0 1,2-2-1,0-3 1,1-3 169,6 0 0,1-3 113,2 0 0,3-3 0,8-5 0,1-4 0,0 0 0,0 0 0</inkml:trace>
  <inkml:trace contextRef="#ctx0" brushRef="#br0" timeOffset="30">18522 5135 7569,'0'-7'0,"0"-4"0,6 9 302,-5-3-97,4 10-50,1-3 0,-5 9 53,4-3 0,-4 3-18,-1 1 1,0 1 139,0-1 0,0 1 134,0-1-243,0 0 0,0-3-153,0-1 209,0-5-152,0 2 0,1-5-106,3 0-22,3-5 0,6-6-26,-1-6 0,6-5 11,3 1 0,2-6-210,2-2 0,-4 0 87,-1 4 1,0 3-26,0 6 0,-6 0 395,-6 12-122,1-5 1,-3 9 103,-1 0 1,-4 11 264,-1 9 0,0 9 109,0 4-386,0-2 1,0 0 66,0-2 1,0-4-40,0 0 0,6-6-146,2-6 0,3-2-151,1-3 1,2-3-1403,3-5 1011,2 0 1,6-5-1223,-1-3 0,1-5 1683,0-3 0,0-4 0,0-4 0</inkml:trace>
  <inkml:trace contextRef="#ctx0" brushRef="#br0" timeOffset="31">8349 7454 7569,'1'-8'-351,"4"-1"1,-3 2 318,7-1 1,-5-3 170,4 3 1,-4-3 121,4-2-30,-5 7-172,3-6 1,-5 7 23,3-3 1,-2-3 85,2 2 0,-3 3 135,-1-3 1,0 5 88,0-4 96,0 0-383,-5-5 0,-2 2 7,-6 3 1,0 2-69,-4 6 98,3 0-39,-9 0 1,8 2 29,-6 2 0,0 3 2,-4 5 1,2 6-12,2 3 1,-1 4 7,6 4 1,-1-3 8,5 3 0,5 1-53,3-1 1,2 0 13,2-4 0,6-6-115,2-3-85,9-2 179,2-1 1,6-6 15,0-3 1,-1-4-155,1-4 1,4-5-215,0-7 1,0-1 49,-4-8 1,0 7-65,0-6 0,-6 2 104,-3-3 1,-6 1-100,-2 4 757,-5 2-238,3 5-174,-6 7 1,0 1-96,0 10 1,0 7 233,0 9 0,-5 2 383,1 2 0,0 0-378,4-1 1,0 0-160,0-3 0,7-1-191,5-7 0,2 2-428,7-7 0,-5-2-1755,5-2 1107,0-3 1216,9-6 0,-4-2 0,5-6 0</inkml:trace>
  <inkml:trace contextRef="#ctx0" brushRef="#br0" timeOffset="32">9441 7528 7569,'-7'-5'1592,"1"3"-1010,6-9-336,0 10 0,6-9 70,2 6 0,7-1 140,2 1 0,5 2-221,-1-2 0,2 3-194,2 1 0,1 0-83,3 0 0,-1 1-270,5 3 0,0-2-1805,4 2 1094,0-3 867,0-1 0,6 0 0,1 0 0</inkml:trace>
  <inkml:trace contextRef="#ctx0" brushRef="#br0" timeOffset="33">10979 7305 7569,'-12'-12'1647,"5"3"-1316,3 1-102,2 5 115,-3-2-126,3 5 0,-3 5-63,5 4 0,4 3 0,0 4 0,5 2-88,-5 3 0,1 3-170,-1-4 0,-2 4-862,2 0 526,3-4 337,-6 3 1,6-10-607,-3-1 364,-3-5-431,5-2-371,0-3 1146,0-2 0,7-18 0,-1-8 0</inkml:trace>
  <inkml:trace contextRef="#ctx0" brushRef="#br0" timeOffset="34">10880 7144 7569,'-12'0'1129,"5"0"-1042,1-6 1,8 5-209,2-3 0,3-2 163,5 2 1,2 0 91,2 4 0,4 0 41,4 0 1,1 1-2,0 3 0,-2 3-14,-2 6 0,1-1-62,-5 1 1,2 4-118,-7 4 1,2 3-28,-10 0 0,5-3 1,-5 0 0,0-1 48,-4 5 0,0-6 68,0-2 0,0-3 125,0-2-112,0-5 53,0-1 266,0-6-290,0 0 0,0-6-118,0-2 0,5-7-169,4-2 0,3-4-239,5 5 249,-4-6 73,5 8 0,-4-4-19,3 6 103,-4 5-15,0 1 0,-2 6 3,-3 0 1,2 2 46,-2 2 1,-1 3 205,-3 5 0,-1 5-139,5-1 1,-4 5 77,5-5 0,-1 5-109,4-4 1,1-1-65,-1-3 0,0-2-866,1-3 536,5-3-91,1-5 1,2 0-398,-1 0 0,1-9 818,4-4 0,0-7 0,-1 0 0</inkml:trace>
  <inkml:trace contextRef="#ctx0" brushRef="#br0" timeOffset="35">11761 6958 7569,'0'-13'0,"-6"1"595,-2 0-281,2-1 1,0 1 198,1-1 1,4 5-163,-3 0 0,-3 5 2,-1-1 1,1 2-94,-1 2 1,3 3-50,-3 6 1,4 6-18,-4 14 1,5 2-24,-1 7 0,3 10-31,1 5 1,0 7-339,0 2 0,-2 7 164,0-32 1,0 0 0,1 0 0,1-1 50,-2 1 1,-1 1 0,2-2 0,0 1-164,-3 29 1,2-6-103,-2-6 1,3-6-211,1-6 0,0-4 154,0-13 1,-4-3-137,-1-9 0,0-2-83,1-3 1,2-4-930,-2-8 1452,-3-3 0,7-11 0,-5 0 0,-2 3 0,0 4 0</inkml:trace>
  <inkml:trace contextRef="#ctx0" brushRef="#br0" timeOffset="36">11525 7305 7569,'-12'-7'1999,"5"2"-2222,-4 5 29,9 0 156,2 0 0,4 0 227,9 0 0,2 0-223,10 0 0,1-6-146,3-2 1,3-7 7,5-2 0,0-5-177,0 1 1,1-3-283,-1-5 393,-5 2 0,1-7-13,-9 5-175,4-5 303,-14 2 125,4 0 0,-10-1 164,0 8 0,-5 3-328,1 10 14,-3 5 1,-6 3 650,-3 8 1,-5 10 805,-3 11 1,2 2-67,-3 10-875,4 3 0,2 7-83,2 3 1,4-3-84,5 6-200,0-2 0,0-5-179,0-1 0,1-10 111,3-2 1,3-7-137,6-5 1,0-5 24,4-7-1,-2-4-188,6-5 1,-5-7-481,5-5 428,0-12 179,-2-2 1,0-10-287,-2 3 390,-9 3 1,9-5 210,-9 7 1,-3-1-157,0 4 17,-4 5 335,-1 3-208,-6 10 0,-5 4 156,-5 11 1,-6 3 348,1 14-304,-2 3-129,3 3 1,-2 4 125,6-6-208,-1 5 2,10-8 0,-2 3-3,5-8 0,-1-3-10,5-6 0,2-1-140,2-2 1,-1-4 23,5-5 0,4-5-131,5-4 0,1-7-247,-2-5 259,-2-2 61,4-8 1,-5 4 21,-1-6 52,0 5 30,1 3 0,-2 3 161,-3 6-136,-2-1 182,-1 10 0,-4 3 4,4 8 0,-4 5 190,-1 7 1,-4-1-19,0 6-90,0 0-176,4 3 1,5-4-137,3-4 154,3-2-180,2-2 1,-1 1-247,1-1 0,4-5-2,4-3 0,3-2-255,0-2 0,1-2 110,0-2 1,0-3 464,0-5 0,-1-1 0,1 1 0</inkml:trace>
  <inkml:trace contextRef="#ctx0" brushRef="#br0" timeOffset="37">12269 7020 7569,'0'-7'902,"0"0"-723,0 3 1,6 1-144,2-5 1,9 4-95,3-5 0,0 5-266,0-4 0,5 0-371,4-5 0,-4 1 695,-4 0 0,-1-6 0,5-2 0</inkml:trace>
  <inkml:trace contextRef="#ctx0" brushRef="#br0" timeOffset="38">12518 6660 7569,'-13'12'0,"1"8"188,-1 5 1,2 10 846,3 11-637,-3 8-469,4 8 1,2-27 0,-1 1 295,2 1 1,0 1 0,-1 0 0,0-1-30,1 30 1,0-1-277,4-4 0,0-6 82,0-2 0,1-10-133,3-7 1,2-6 201,2-11 0,3-3 112,-3-9 1,4-4-705,0-8 905,0-8-629,1-8 1,-1-11-114,1-6 1,0-2 158,4-7 1,-7 5-13,2-4 1,-4 6 167,0 2 1,2 5 339,-6 7 1,0 6-457,-4 3 172,0 7 1,-1 4 546,-3 5-387,-3 11-42,-5-3 1,1 14 91,2-5 1,0 5-146,4-2 0,1 4-56,4 1 1,0-5-97,0 1 0,0-5-222,0 5 0,4-6 196,1 2 1,4-9 71,0-4 0,2-2-1420,1-2 675,0 0 363,1-6 1,-1-1 409,1-5 0,-1-6 0,0 4 0,1-4 0</inkml:trace>
  <inkml:trace contextRef="#ctx0" brushRef="#br0" timeOffset="39">12679 7231 7569,'-4'-13'-40,"0"1"1,-6-1 38,2 1 1,1 1 146,-2 3 0,1-2 40,-4 6 1,4-4 187,-1 3-46,6 1-132,-2-1-233,5 3 160,0-3 0,5 5-1,4 0 0,-1 0-214,4 0 1,-2 0 4,7 0 1,-2-4-1,1 0 1,-1 0 100,6 4 1,-6 0-10,2 0 0,-3 0 55,-2 0 0,0 1 14,1 3 1,-2-1-40,-3 5 1,-2 0 18,-6 5 1,0-1 110,0 1 1,0-1-63,0 0 1,-2 1 104,-2-1 0,3 1-73,-3-1 1,-2 0 128,2 1-123,0-1-129,4 1 1,1-5 89,3 0 0,-1-5-47,5 1 1,-3-4-137,3-4 1,0 1 20,5-5 1,-5-5-85,0-3 1,-4-1 71,4 5 1,-5-2-64,1-2 0,-2-2 72,-2-3 0,0-1-226,0 5 238,-6-5 1,3 9 4,-5-4 1,5 7 526,-1 2-164,3 5-290,1-2 1,1 5-3,3 0 1,3 0-2,6 0 0,-1 0 0,1 0 1,-1 1-6,0 3 0,1 3 18,-1 6 0,1 1-38,-1 2 0,-1 3 95,-3 6 0,-1 0-39,-3 0 1,-2 0 17,2-1 1,-3 1 43,-1 0 0,4-6 337,0-2-112,1-3-88,0-8 0,3-1-104,9-10 1,-2-8-40,6-12 1,-5-5-390,5-8 0,1-2 68,7-5 1,-3 2-84,3-2 1,0 3 176,-4 13 0,-3 7-36,-10 10 480,-5 5 0,-1 15 640,-6 9 1,0 5-642,0 15 1,-2-2 76,-2 6 0,3-2 816,-3-2 0,2-6-591,2-2 0,2-4-181,2-4 1,0-3-190,8-6 0,-1-5-76,10-3 1,-4-2-634,3-2 0,1-6-769,4-2 0,1-9 937,3-3 1,-3-5-57,3-4 338,-3 3 0,5-16 0,0 4 0</inkml:trace>
  <inkml:trace contextRef="#ctx0" brushRef="#br0" timeOffset="40">8758 6958 9163,'-6'5'662,"0"2"-387,6 6-315,0-1 224,0 0-100,0 1-194,0-1 189,6 1 1,0-2 20,7-3 1,-5-3-229,0-5 1,1-1-241,3-3 1,1-3 144,-1-5 1,-4-5-119,0 0 0,-5 0-23,1 0 88,-2 3 141,-2-4 0,-6 5-128,-2-4 149,-3 3-7,-1-4 1,-1 6-68,1-1 1,-1 5 201,1 0 0,4 5 763,-1-1-532,7-3-80,-4 6 1,12-5 89,2 6-251,3-5 43,1 3 1,5-4-44,-1 1 33,6 4-12,-2-10 1,0 10-6,1-4 0,-6 4 37,2 1-38,-3 0 0,-3 6 50,-3 2 1,-3 7 120,-5 2 1,-4 5 44,0-2-16,-6 9-167,4-3 0,-7 10 417,1-3-205,-1 3-81,1 7 0,0-3-49,-1 5 0,1 5 31,-1 4 0,1 1-167,0-1 0,1-4-166,2 4 0,0-4-553,4-5 0,-3 2-111,4-5 485,0-1 148,4-9 0,0-2-1048,0-5 612,0-6 635,0-7 0,4-5 0,3-16 0,-6-4 0,-1-3 0</inkml:trace>
  <inkml:trace contextRef="#ctx0" brushRef="#br0" timeOffset="41">8945 7479 7190,'-6'12'316,"5"0"130,-3 1 0,2-1-116,2 1 0,0-1-103,0 0 1,2 1-108,2-1 0,3-5 29,5-3 1,5-2-60,-1-2 1,6-7-31,-1-6 0,2-5-190,2-6 0,-6-3 80,-2-1 0,-9 1-102,-4-2 1,-2 5 49,-2 3 1,-7 0 102,-6 9 1,-5-2 63,-6 10-54,-7 5-50,0 12 1,-1 7 16,3 9 0,3-1-324,1 5 0,6-4 346,2 4 0,9-5 0,2 2 0</inkml:trace>
  <inkml:trace contextRef="#ctx0" brushRef="#br0" timeOffset="42">15830 7206 7569,'0'-7'927,"0"1"1,-1 8-790,-4 2 1,4 8-109,-3 9 0,1 2-199,-1 2 1,3 4 512,-3 0-86,2 0-95,-3 1 1,3-8 80,-2 3-126,3-8-33,1 1-121,0-6 262,0 0-22,0-5-107,5-18 0,2-8-18,6-14 1,3-7-455,1 3 261,5-3 1,-9-2-8,4 1-922,-3 0 884,4 4 76,-4 5 1,2 7 76,-8 9 1,3 3 10,-2 5 0,-2 2 123,1 6 1,-5 3-170,1 5 1,-2 6 18,3 11 0,-4 7 877,3 5-395,-3 0 106,-1 6 1,0-6-130,0 0-104,0 0-264,0-5 0,6-2-80,2-5 0,-1-1-128,1-4 1,5-2-360,3-5 1,1-5 381,-5 0 0,5-5-52,-1 1 168,6-8 0,3-8 0,7-8 0</inkml:trace>
  <inkml:trace contextRef="#ctx0" brushRef="#br0" timeOffset="43">16971 7367 8150,'-5'-7'3425,"3"2"-3109,-3-1 1,10 5-398,4-3 38,2 2 66,7 2 0,6-1 164,10-3 1,3 1-920,4-5 0,3-1 732,6-3 0,5 0 0,2-1 0</inkml:trace>
  <inkml:trace contextRef="#ctx0" brushRef="#br0" timeOffset="44">18026 7193 7569,'8'-4'719,"0"0"-378,-5 0-147,8 4-92,-4 0 1,4 1-7,-3 3 0,-1 3-1,-3 6 1,-1 3 179,5 1-207,-5-1 1,7-3-29,-6-1 0,6 1 95,-2-1-45,3-5-160,-4 4 60,4-10 0,-4 5 91,5-6 0,1-2-15,-1-2 0,0-3-71,1-5 1,-1 0-150,1-1 1,-1-5-173,0-2 198,1-4 51,-1-1 1,-1 1-170,-3-1 217,4 0 0,-10 2 177,7 2-11,-1 3-178,-1 6 1,-2 3-44,-5 1 107,0 5 1,2-1 149,2 8 0,-3 7 184,3 6-156,-2 5-75,-2 3 1,0 8 266,0 8-224,0 9 1,0 2-334,0 6 1,-5 0 347,1 4-102,0 0 1,0-2 44,0-2 0,0-3-127,4-5 0,-4-6-199,0-2 0,-2-9 711,2-4-213,-3-9-138,0-2 0,-4-10 608,3 1-478,-9-7 0,2 3 35,-6-10 55,6-1 1,-7-8-177,6-3 0,-5-2-15,4-6 0,1-4-107,3 0 1,7-8-167,1 4 1,4-7-736,1 3 587,6 0 1,6-2-210,9 6 1,2 5-1046,2-1 1052,0 3-1175,0 7 1120,-1-5 1,1 11 123,0-4 0,0 5 146,0 4 1,-1-2-189,1 6 1,-1-5-120,-4 5 0,-2 0 525,-5 4 0,-1 0 421,-5 0-396,-2 0-209,-5 0 1121,-5 0-694,4 0 0,-9-1-18,6-3-56,-6 2 0,7-5 782,-5 3 570,5 3-838,-2-10-319,5 4-522,0-5 158,0-1-197,0 1 167,0-1 179,0 1-92,0 5 1,-2 2 52,-2 5 1,-3 0-13,-5 0 1,1 5 134,3 3-5,-3 9-156,4 2 0,0 6-120,3 0 158,2 0-17,2-1-166,0-4 0,7 2 128,6-6 12,5 1 1,4-10 8,3-3 0,-2-3-175,10-1 0,0-3-264,4-5 0,-4-4-180,0-9 272,-5-8 96,2 14 1,-5-15 204,0 5-132,-6 0 21,-1-5 224,-11 10-103,4-3 0,-9 9-207,2-2 92,-3 2 0,-2 7 123,-3 3 1,-3 3 205,-6 1 1,-3 1 269,-1 3-323,-5 3 1,8 9 50,-2 1-377,2 5 205,2-3-13,-1 1-143,6 3 61,2-9 0,5 8 73,0-6 0,0 1 33,0-5-94,0-5-238,5 4 485,2-9-235,6 3 1,-1-9-3,0 0 1,1-6 23,-1 2-16,-5-3 263,4-1-149,-4-1 1,4 1-43,-3-1 1,2 5 61,-6 0-63,6 5-34,-9-8-123,10 10-40,-9-5 175,9 6-153,-10 0 0,6 0 70,-3 0 1,-1 4-105,5 0 125,-5 1-15,8 0 0,-4-2-33,5 5-13,0-5 0,1 2-55,-1-5 0,1 0-49,-1 0 132,1 0-1,-1-5 1,-1-2 21,-3-5-26,3 5-1,-4-4 84,6 9 1,-5-7-86,0 5 0,-5-2-30,1 2 33,-3 2 94,5-3 0,-5 6 146,3 3 1,-2 5 382,-2 7-304,-6 4-141,5 4 1,-9 1 323,6 0-283,-6-6 1,9 3 467,-3-5 1,3-1-224,1-3 1,0-5-34,0 0-121,0-5 174,0 3 0,0-8 280,0-2 1,5-8-117,3-9-356,3-8 0,7-3 41,3-5-883,2-11-604,2 8 1181,0-8-1311,0 11 989,-6-1 0,-1 11 193,-6 2 1,1 8-161,-1 1-725,1 8 0,-5 2-1047,0 6 1,-1 6 2068,-6 3 0,-1 6 0,0-2 0,0-2 0,0-3 0</inkml:trace>
  <inkml:trace contextRef="#ctx0" brushRef="#br0" timeOffset="45">17951 6672 7569,'0'-8'-608,"0"0"791,0 5-52,0-8 144,0 10 81,0-5-73,0 1 16,0 3-154,0-3 0,0 6-8,0 3 0,0 3 307,0 6-258,0 5-75,-5 1 1,4 6 38,-4-1 1,0 1-116,1 0 0,0-4-170,4-1 0,-5-4 178,1 0 165,0-2-110,4-7-258,0-2 48,0-5 151,0-5 7,6-8-271,-5 0 147,10-11 0,-5 1 45,2-6-138,3 0 84,-4-1 0,4 3 80,-3-2 0,2 7-19,-6 2 0,4 9-36,-4-2 0,2 9-145,-2 0 486,-3 3-102,5 6 5,-6 2 100,0 11-167,5-4 1,-3 13-11,2-2-78,-3 3 7,-1-4 1,0 1 27,0 0 0,0 0 16,0 0 1,4-5-437,1 1 3,-1-6 1,0 3-532,0-5 414,6-7 283,-9 0 1,10-6-790,-3 0 418,3 0 560,-4-6 0,10-6 0,-4-7 0</inkml:trace>
  <inkml:trace contextRef="#ctx0" brushRef="#br0" timeOffset="46">18249 6710 9398,'-7'12'460,"2"0"-242,5 1 1,0-1 19,0 1 152,0-1-355,0 0 0,5-5-32,4-2 0,2-4-65,1-1 1,0-10 80,1-2 0,-1-7 81,1 2 1,-2-5-323,-3 1 0,-3-2-93,-5-2 1,0 2 164,0 2 1,-5 3 102,-3 6 168,-3 5-147,-2 1 0,1 6-111,-1 0 0,1 6-148,0 2 0,1 7 188,2 2 1,4 5 54,5-2 1,0 0-281,0 0 1,1 1 321,3 4 0,3 0 0,6-1 0</inkml:trace>
  <inkml:trace contextRef="#ctx0" brushRef="#br0" timeOffset="47">18510 6858 7569,'0'-8'0,"0"0"347,0 5 1,0-4 1377,0 3-1644,0 3-62,0-5 184,0 6-1257,0 0 1054,5 0 0,2 0 0,5 0 0</inkml:trace>
  <inkml:trace contextRef="#ctx0" brushRef="#br0" timeOffset="48">18882 6710 7722,'0'-13'1576,"0"1"-1210,0 5-341,-6 1 117,5 6 0,-9 6 9,6 2 1,0 3-127,4 2 0,0-1-222,0 0 1,0 1 26,0-1 1,4-3 42,0-1-18,6-5 68,-3 2 0,1-5 55,0 0-2,1 0 1,3-5-4,0-4 0,-3-2-10,-1-1 1,-5-5 36,1 1 1,1-5-22,0 5 0,-1-2-20,-4 1 1,0 7 9,0-2 122,0 2-110,0-2-172,0 5 166,0 2 6,0 5 0,1 0-3,3 0 1,-1-4-30,5-1 1,2-4 50,6 0 1,0-3-7,4-4 1,-3 0-21,3-4 0,-3-1 53,4-4 0,-6-1 19,1-3 1,-2 3 113,-1-3 0,-2 8-73,-3 5-37,-3 2 235,-5 2 0,0 7 19,0 10 0,-4 8 367,0 16-274,-11 14-472,7 8 0,-3-18 1,-2 2 218,3-1 1,0 2-863,-2 0 0,0 1 795,0 3 0,-1 0 0,1-3 1,0 0 59,-1 1 0,1-1 1,-8 30-253,4-9 0,6-10-163,2-11 1,5-6 764,-1-11 1046,-3-2-63,6-11-950,-10-1 1497,9-6-2131,-9-6 1,6-6 356,-3-9-94,2-8 0,6-2 46,0-7 0,10-3-211,2 0 0,9 5-263,-1 7 1,4 4-457,1 4-1270,0 3 1297,-1 6 1,-3 5-1614,0 3 1209,-6 3 1112,8 1 0,-9 0 0,4 0 0</inkml:trace>
  <inkml:trace contextRef="#ctx0" brushRef="#br0" timeOffset="49">2543 9426 7569,'-4'-13'0,"0"0"0,1-3 324,2 0-203,1-1 0,0 5 0,-2 0 104,-2-1 1,1 1-256,-5-1 48,5 1 0,-8 1 100,3 3 1,-4 2-65,-5 6 1,-2 6 93,-6 2 0,0 13 18,0 3 1,1 15-93,-1 2 1,5 2 33,4 3 0,4-7-59,3 3 0,4-9 61,5-4 1,0-4-130,0-5 0,7-3 50,5-9 1,2-2 18,6-6 0,-3-2 24,4-2 0,2-8-26,2-9 0,4-4-389,-4-4 0,0-2-72,3-7 1,-5 7 159,-3 2 0,-9 3-12,2 1 37,-4 5 219,-2 3 0,-1 11 214,-6 6 0,-2 7-215,-2 9 0,1 4-16,-5 5 1,5 4 384,-1-1 1,3 1-97,1-4 1,0-4-378,0 0 0,5-8 30,4 0 1,3-2-369,5-7 1,-4 0 93,4-4 1,1-3-43,-2-5 0,5-2 400,-4-10 0,5-6 0,-3-6 0</inkml:trace>
  <inkml:trace contextRef="#ctx0" brushRef="#br0" timeOffset="50">2742 8905 7569,'6'-6'0,"1"5"131,-3-3 1,3 5 266,6 8 1,1 2 26,2 13 1,3 0-138,6 9 1,0 5-106,0 8 1,1 2-150,3 2 0,-1 6 182,5 6 0,-19-30 1,-1 1-95,2 0 0,-1 0 1,12 32 83,-1-11 0,-6-6-450,-2-7 1,-9-8-4,-4-4 0,-4-8-65,-4-5 1,-5 0 178,-12 0 0,-7-2 24,-13 2 0,-3 1 31,-6-5 78,1 9 0,-1-11 0,0 8 0,1-5 0,-1-3 0</inkml:trace>
  <inkml:trace contextRef="#ctx0" brushRef="#br0" timeOffset="51">4205 9314 7569,'0'-12'-224,"0"3"-88,0 1 312,0 0 0,0 0 517,0-1-236,0 7 0,0-5 301,0 3-270,0 2-46,0-3-145,0 5 83,0 0 62,0-6 50,0 5 30,0-5-376,0 6-416,0 0 369,-5 0 94,4 0-36,-5 0 0,5 0-47,-3 0 84,2 0-10,-9 0-15,4 0 105,0 0 0,0 0 83,3 0-4,3 0-129,-5 0 100,6 0-90,0 0 77,-5 0 44,4 0-28,-5 0 39,6 0-116,0-5-214,0 3 200,0-3-17,0 5 400,0 0-439,-5 0-26,3-6 58,-3 5-60,5-4 0,-2 5 43,-2 0-17,3 0 1,-6 0-58,3 0 0,1 0-124,-5 0 0,-1 1 127,-3 3 0,0 3 21,-1 5 0,-3 1-142,-1-1 1,1 1 80,3-1 1,1 3 136,-1-2-40,1 2 1,4-10-26,-1 3 1,7-1-7,-2-3 86,8-2 1,4 8-62,8-6 0,0 5 22,4 0 0,1-3 90,4 3 1,1-1-68,3 4 1,3 5-54,5-1 0,-5 1 16,-4-5 1,3 1-2,-2-1 0,-2 1 10,-6-1 1,-3-1 10,-6-3-33,-5 3 0,-1-4-14,-6 6 0,-6-5 237,-2 0 1,-10 0 6,-7 5 0,-5-1-137,-7 1 0,-2 0-56,-2 4 1,2-3 0,-2 2 1,2-2-98,2-2 0,7-3-226,5-1 1,1-1 203,8 1 1,1-1-49,6-3-1779,-2-2 1018,10 3 0,1-15-279,8-2 1175,3-9 0,7-3 0,2-8 0</inkml:trace>
  <inkml:trace contextRef="#ctx0" brushRef="#br0" timeOffset="52">4069 9079 7569,'-6'-20'150,"1"2"27,-3 6 0,2 4 45,6-1 24,0 7 0,0-3-146,0 10 1,6 7-38,2 9 1,2 12 443,-2 4 0,2 8-116,-6 1 0,4 6-465,-4 2 1,0 4-284,-4-4 0,2 4 200,2-5 1,-3 5 166,3-4 1,-2 0 35,-2-5 0,4-5 2,0-2-48,6-9 0,-4-3 0,7-5 0</inkml:trace>
  <inkml:trace contextRef="#ctx0" brushRef="#br0" timeOffset="53">4627 9265 7569,'-5'-13'0,"3"1"0,-2-1-134,-3 1-2,0 5 1,-5 2 1201,0 5-81,-1 0-663,1 5 0,1 2-97,3 5 0,2 1-74,6-1 0,0 5-41,0-1 1,0 5 4,0-5 0,6 6 68,2-1 1,3 3-23,1 0 1,2 1-185,3 0 1,-2 0 27,5 0 1,-3-2 101,4-2 0,-5 1-39,5-6 0,-6 6 14,2-1 34,-4-3-99,-6 0 1,3-4-91,-6 2 0,0-6 239,-4 2-91,0-2 1,-1 1-239,-3-3 1,-3 2-63,-6-6 0,-3 0-382,-1-4 0,-6 0 288,-2 0 0,0-5-175,-4-4 1,3-3-39,1-5 0,2-7-648,2-10 1180,3-1 0,0-14 0,-1-2 0</inkml:trace>
  <inkml:trace contextRef="#ctx0" brushRef="#br0" timeOffset="54">4491 9265 7569,'5'-13'-2,"-2"1"126,5-1 1,-4 2 94,5 3 1,-5-3 109,4 3 0,5-2-134,3 2 0,6-2 0,-1 6 0,4-4-219,4 4 0,-2 0-88,6 4 1,-1 0-6,1 0 0,2 0 109,-7 0 0,0 1 95,-7 3 0,1-1-167,-6 5 1,1-1-227,-5 1 1,-3 2 154,-1-6 1,-5 6 89,1-2 1,-3 3 235,-1 1 1,-1 2 96,-3 3 0,-2-4 68,-2 4 0,-3 1-70,2-2 1,4 6-30,1-1 0,2 1-68,2-1 1,2 2 75,2-2 0,3-2-34,5 2 0,6-6-8,3 2 1,2-5-173,2-4 1,4-1-28,0-3 0,5-2-226,0 2 1,-3-4 16,2-4 0,-5 2-115,1-2 0,-8 3-128,-5 1 0,-2-4-333,-2 0 0,-3-5 393,-1 5 0,-5-1-227,1 0 611,-8-1 0,-3-12 0,-6-2 0</inkml:trace>
  <inkml:trace contextRef="#ctx0" brushRef="#br0" timeOffset="55">5248 9165 7569,'0'-7'-104,"1"3"797,3 8-353,-3 9 1,5 3 3,-6 9 0,0 3-158,0 9 1,0 2-96,0 2 1,-6-1-175,-2 5 0,-3 1-397,-1 3 0,-5 5 158,1 0 0,-1 5 0,5-2 1</inkml:trace>
  <inkml:trace contextRef="#ctx0" brushRef="#br0" timeOffset="56">6178 9451 7569,'0'-7'229,"0"1"0,0 5 161,0-3-23,0 2 23,0-3-582,0 5 412,0 0-127,0 5 1,-1 2 9,-3 6 0,1-1 25,-6 0 1,1 2-132,-4 3 0,-2-2-145,-3 6 0,-2-1 171,-6 5 0,-4 0-80,0 0 0,1-2-1289,3-2 732,0 2 614,6-9 0,-5 4 0,5-6 0</inkml:trace>
  <inkml:trace contextRef="#ctx0" brushRef="#br0" timeOffset="57">5855 9339 7569,'0'-7'277,"6"2"-12,-5 5 0,10 5-4,-2 3 1,2 5 180,1 3 0,1 5-296,-1 8 0,4-2-200,1 7 0,5-7 112,-1 2 0,2-3 0,2-1 1,5 4-59,3 0 0,3 0 0,1-4 0</inkml:trace>
  <inkml:trace contextRef="#ctx0" brushRef="#br0" timeOffset="58">6699 9153 7569,'-7'-6'378,"2"5"-53,5-4-6,0 5-1,0 5 1,1 3-140,3 9 0,-2 2 0,2 6 0,-2 1 248,3 3-139,-4 3-139,4 5 1,-5 4-17,0 1-114,6-1 118,-5 2 1,5-5-461,-6 4 226,0-4-126,0-6 1,0 2-270,0-5 1,0 4 333,0-4 0,0-4 21,0-4 0,1-6 137,3 1 0,3-2 0,6-1 0</inkml:trace>
  <inkml:trace contextRef="#ctx0" brushRef="#br0" timeOffset="59">7046 9612 7569,'-6'-13'1175,"0"7"-719,6 0-376,0 6-1216,0 0 758,6-5 1,0 3-554,7-2 931,-1 3 0,1-5 0,-1-1 0</inkml:trace>
  <inkml:trace contextRef="#ctx0" brushRef="#br0" timeOffset="60">7369 9364 7569,'0'-7'120,"-5"1"561,3 6-365,-3 0 0,0 6 57,1 2 1,-4 9-41,4 3 0,-4 5 36,4 4 0,-5 1-217,5 3 1,0 2-62,4-6 0,1-4 115,4-5 1,6-4-24,5 0 1,6-8-259,-1-4 0,2-2-57,2-2 1,0-2 0,0-2 0,-1-7-35,1-5 0,-5-6-125,-4 1 1,-3-4 104,-5-4 0,-3 2-93,-5-6 1,-7 4 133,-5-4 0,-2 9 15,-6-1 0,-1 5 144,-4-1 0,-1 5 167,-3 7 0,6 4-51,-6 5 0,9 0-59,-5 0 1,9 1-81,-1 3 1,8 3-86,0 6 1,7-1-187,-2 0 0,4-3 195,4-1 0,-2 0 75,7 5 1,3-5-708,5 0 1,5-5-8,-2 1 1,4-3 723,1-1 0,-1 0 0,1 0 0,0 0 0</inkml:trace>
  <inkml:trace contextRef="#ctx0" brushRef="#br0" timeOffset="61">7741 9215 7569,'0'-8'106,"0"-1"0,0 5 100,0-4 1,0 4-24,0-4 1,4 3 109,0-3 1,5 4-62,-5-4 1,6 4-136,-2-5 87,3 7-47,1-4 1,2 5 68,3-3 1,-2 2-158,5-2 1,-3 4-184,4 4 1,-6 3 171,1 6 1,-1 0 38,2 4 0,-7-2-280,2 6 1,-4-2-10,1 2 1,-4 2 49,-5-2 1,-1 2 47,-3 2 1,-3-2 39,-6-2 1,1-2 88,0-2 0,0-3 227,4 2-248,-3-2 0,10-2-23,-3 1 0,2-1 236,2 1 0,6-1 32,2 0 0,7 2-20,2 3-170,5-3 20,-8 3 1,6-4 186,-7-1-182,2 6 16,-8-4 0,0 0 13,-3-6 0,-3 0-15,-1 5 1,-11-1-2,-5 0 0,-12 5-128,-5 0-1042,-8-1 742,-4 2 1,-4-4-824,-1 2-541,1-2 1705,-7-2 0,5-1 0,-5-2 0,-1-2 0,0 2 0,-1 5 0</inkml:trace>
  <inkml:trace contextRef="#ctx0" brushRef="#br0" timeOffset="62">3039 8086 7569,'-12'0'17,"5"-1"87,3-3 0,2 1 277,2-5-245,0 0-102,0-5 0,5 1-69,-1-1 0,4 1 104,-4 0 1,6-5 28,-2 0 1,2-3-76,-2 3 0,2-3-159,-6 3 0,4 0 133,-4 5 1,6 1 12,-2 3 0,-1 1-117,1 3 133,-5 2 26,8 2 0,-10 9 13,4 7 0,-3 6 1,2 11 1,-2 3 85,2 14 1,-3-2-105,-1 10 1,-4-2-146,0 2 1,0-4 111,4-9 1,-4-3-2,0-9 0,-2-4 22,2-9 9,-3-2 44,0-5 1,-4-5 131,3 0 0,-7-5-216,-2 1 0,1-2-92,3-2 1,1-6 194,-1-2 0,1-5-339,0-3 1,1 1 137,2-6 1,4 0-74,5-3 0,0 4-123,0 4 69,0 2 117,5 2 0,4-1-20,7 1 0,-2 3 49,3 1 1,-2 5 113,1-1 0,-1-1-139,6 1 1,-4-5 35,3 5 0,-5 0 251,2 4 46,-3-5-142,-2 3 1,1-3 97,-1 5-64,-5 0-56,4 5 1,-6 2 8,4 6 0,0 4-39,-5 4 1,5-2 8,-5 2 1,0-2 34,-4 2 1,1 1 69,4-5-259,-4 5 112,4-9 57,-5 0 132,0-2-155,0-10 35,0 5 16,0-6-48,0-6-122,0-1 0,5-6-162,-1-4 0,5-2 100,0-6 1,2 0-128,1 0 1,0 5 139,1-1 0,-1 6 11,1-2 1,-1 9 122,0 4 32,-5 3-66,4 1 132,-4 0 1,4 5-54,-2 3 1,0 3 106,-5 2 1,6-1-58,-2 1 0,3-1-31,2 0 1,1-5-15,2-3 0,-1-2 5,6-2 0,0-2-107,3-2 88,1-3-5,0-11 0,0-2 9,0-9 1,-5 1-159,1-5 0,-6 0-166,2-4 1,-5 0 159,-4 0 1,-2-2 76,-6-2 0,0 1-28,0-6 1,-1 12-43,-4 1 0,3 11 387,-7 5-150,1 9 1,-4 2 1,-1 13 37,1 6 1,-2 11-8,-2 14 0,2 6 118,-3 9 0,3 7-360,8-26 0,0 2 0,0-1 0,0 2 160,-1 3 1,1 2 0,0 1 0,0 1-971,0 1 1,-1 1 856,1 3 0,0-1 45,2-9 1,1-1-1,-1 1 1,1-1-766,-1 20 721,3-9 108,-5-17 0,6-4 442,0-12 233,0 1-637,0-10 0,-5-2 1115,-4-5 1,-2-1-1200,-1-3 0,-5-7 275,1-6 0,-2-6-299,1-2 1,5-6-72,0-6 0,1-1-767,6-4 440,1 4 105,4 1 0,6 2-460,2 6 499,3 6 28,7-1 0,-3 11-16,6-4 1,-5 3 20,5 2 1,0-1 33,4 1 1,-1-5 284,1 1 133,0-1-202,0 5 1,-5-2 229,1-2-195,0 2-17,4-4 1,-6 1 41,-2 1 1,-2-6-56,1 1 1,-2 2-5,3-2 1,-5 2 18,-4-2 0,-2-1 104,-6 6 0,0-1-65,0 5 161,0-1-80,0 6-130,0 2-18,-6 10 0,1 8 11,-4 7 1,-2 7 36,3 6 0,-3 1-5,-1 12 0,5-1-68,3 5 1,2-6-121,2-3 1,2-4 85,2-4 1,3-4 22,5-8 1,2-4 115,2-9-93,-2-3-32,10-5 0,-6 0-1,2 0 1,4-9-58,-4-4 0,0-7-109,0-1 1,0-2 80,0-2 0,2 1-232,-5 4 235,-1-4-81,-3 10 139,-6-3-26,-2 10 0,-5 7 1,-5 8 246,-4 8-90,-2 4 54,-6 5 0,-1-1 85,-3 1 0,3 0-156,6 0 0,-1-2-17,1-2 1,4-3 174,-1-6-81,6 1-73,-2-6 0,5-1-108,0-1-30,0-4 66,0 4 0,5-6-107,4-3 0,2-4 22,1-9 0,2 2-172,3-6 1,-4 1 164,4-5 1,-3 1 26,-2 4 0,-1-2-156,-3 5 149,3 6-84,-9 0 258,3 10 36,-5-5-74,0 6 1,0 6 333,0 2-200,0 3-125,0 1 1,0 2 99,0 3 0,0-4-60,0 4 1,4-7-4,1-2 1,4-4-208,-1 4 28,3-5 68,2 3 0,1-6-623,2 0 304,-2 0 29,4 0 1,0-2-216,3-2 0,2-3 127,2-5 379,-6-1 0,4-5 0,-3-1 0</inkml:trace>
  <inkml:trace contextRef="#ctx0" brushRef="#br0" timeOffset="63">4330 8248 7569,'-7'-6'0,"-4"-1"0,9-5-62,-2-1 1,3 1-234,1 0 343,5 5 0,2-4-104,6 2 1,0 2-36,4-1 0,-3 1-126,2-1 0,2-3 95,-1 3 0,1-3-82,-2-2 1,-2 1 203,2 0 0,-2-6 0,-1-2 0</inkml:trace>
  <inkml:trace contextRef="#ctx0" brushRef="#br0" timeOffset="64">4516 7975 7569,'-2'-11'-245,"-2"2"198,3 4 241,-10 5-34,4 11 1,0 0 22,3 14 1,-2-2-1,2 10 1,-6 7 56,2 10 1,-1 1 43,0 7 1,0 0-448,5 4 0,-1-7 74,5-6 0,2-5-66,2-6 0,3-12 111,5-6 0,-1-4 16,-3-4 1,4-5 45,-4-3 0,3-3 10,1-1 0,1-9-19,-1-4 1,0-7 14,1-1 0,-5-2-44,0-2 0,-1 1-221,2 4 138,2-4 17,-10 11 41,10 0 0,-10 13 31,3 8 1,-2 8 3,-2 0 1,-4 5-25,0-5 1,-1 5 17,5-5 1,0 1-483,0-5 264,0 1 1,2-6-288,2-3 265,3-3 0,5-6 256,1-4 0,-6-7 0,4-3 0,-5-6 0</inkml:trace>
  <inkml:trace contextRef="#ctx0" brushRef="#br0" timeOffset="65">4640 8322 7569,'-4'-8'-344,"-1"-1"94,1 7 272,4-4 279,0 6-241,0 0 1,6 4-1,2 0 1,-1 6 2,1-2 1,0 3 2,5 2 1,-5 1 69,0 2 1,-1-1-84,2 6 0,2-6 6,-3 2 0,2-4 0,-2 0 1,3-1 3,-3 1 1,3-7-12,2-1 0,-5-4 39,0-1-19,0 0-107,5 0 0,-2-6-80,-3-2 0,-1-3 0,-3-1 0,-3-5-109,4 1 1,-4-6 128,-1 1 1,0-1-65,0 1 0,1 3 104,4 6 1,-4 0-31,3-1 1,-3 6 131,5 2 0,-5 6 68,3 3 1,-1-1-47,1 5 1,-2 1-49,2 3 1,-1 2 87,1 2 1,-2-2 194,7 3 1,-5-4-111,4 0 0,-4-5-96,5 0 1,-5-1 18,4 1 1,-1-1-16,1-2 1,3-4-169,-3 3 0,3 2-186,2-2 0,-3 0-255,2-4 0,-2 0 507,6 0 0,3 0 0,1 0 0</inkml:trace>
  <inkml:trace contextRef="#ctx0" brushRef="#br0" timeOffset="66">5806 8458 8916,'7'-5'240,"4"4"1,-8-5-84,5 6 0,0 0-282,4 0-100,1 0 0,3 0-213,1 0 1,0 0 56,-5 0 1,0 0-631,1 0 1011,-1 0 0,1 0 0,-1 0 0</inkml:trace>
  <inkml:trace contextRef="#ctx0" brushRef="#br0" timeOffset="67">5793 8595 7569,'-6'7'1502,"0"-2"-952,6-5 0,6 0-56,2 0-357,8 0 1,-2 0-241,3 0 0,2 0-414,2 0 0,2 0 181,2 0 1,-2 0 335,-2 0 0,8 0 0,-3 0 0</inkml:trace>
  <inkml:trace contextRef="#ctx0" brushRef="#br0" timeOffset="68">6575 8186 7438,'-1'-9'268,"-3"1"153,2 5-119,-3-2-216,5 5 1,0-2 144,0-2-77,0 3-72,0-5 155,0 6 1395,0 0-1591,0-5 1,0 3 1,0-4-112,0 1 1,1 4 107,3-3-215,-2-3 119,3 6 58,-5-5 18,0 6 1577,0 0-1496,0-5-71,0 3 77,0-3-57,0 5 102,0 0-231,0-6-47,0 5 148,0-5 11,0 6 2,0 0-51,-5 0 10,3 0 1,-3 0-62,5 0 1,5-4 9,3 0 0,5-4-87,3 4 0,0-6 74,4 2 1,-1-2-104,2 2 1,1 1 105,-5 3 0,3 2-13,-3-2 1,0 3 80,-5 1 0,-1 1-83,-3 3 1,-1 5 140,-3 7 0,-2-1-31,2 6 0,-3-4 65,-1 3 1,-5 0-78,-4 0 0,-2 2 17,-1-5 1,0 3-27,-1-3 1,-3-2 9,-1-7 0,-4 3-39,5-2 1,-2-4 31,1-1 1,4-1-23,-4 1 1,7-2 18,2 2 53,5-3-57,-2-1-98,5 0-204,0 0 289,0 6 1,5-4-5,4 7 0,6-2 26,1 1 0,6 3-36,-1-3 0,-2 3-154,2 2 147,0-1 4,4-5-40,-6 4 43,4-4 0,-9 4 25,3-3 0,-8 2 145,0-6-60,-7 6 59,4-4 1,-16 7 116,-2-1 1,-9 1-86,0-1 0,-6 0-97,-2 1 0,-4-1 34,4 1-307,0-1 145,10-5 1,-3 4 96,5-3-1054,0-2 376,11-1-32,0-5 157,6 0 0,7 0 68,5 0 1,8-7-145,9-5 1,4-10 580,8-7 0,3-6 0,6 4 0</inkml:trace>
  <inkml:trace contextRef="#ctx0" brushRef="#br0" timeOffset="69">7133 8173 7569,'-5'-11'359,"-3"3"1,1 2 88,-2 6-47,1-5-249,-4 3 0,-1-2-52,1 8 1,5-1 221,3 5-241,2 1 0,2 3-263,0 1 176,0-1 0,6-1-209,2-3 88,3-2 0,2-6-54,-1 0 0,0 0 11,1 0-2,-1-6 0,-1-1 86,-2-5 0,-3-2-19,-1-2 0,-4 2-106,3-3 0,-2-1 83,-2 2 1,-5-5 63,1 5 1,-5-5 47,0 4 0,2 1 154,-1 4 1,4-1-58,-4 1 1,5 3 370,-1 1-331,2 5-78,2-8 0,2 6-17,2-3 1,4-2 16,9 6 0,-3-4-116,2 3 1,2-3 25,-1 4 1,3-4 19,-3 4 0,3-5 35,-3 5 1,0 0-21,-5 4 42,0 0-11,1 0 1,-2 1 26,-3 4 0,-2 1 113,-6 7 1,0 1 55,0 2 0,0 1-9,0 8 0,-2-2-13,-2 10 1,-3 0-138,-5 4 1,-1 2-44,1 2 0,-2-1 92,-2 6 0,2-2 6,-3 1 1,8 2-335,0-6 0,5-5-174,-4-7 0,5-4-75,-1-4 0,4-5 108,4-7 0,-1 0-42,5-5 0,1-1 126,3-7 1,0-4 112,1-9 1,3 2 166,1-6 0,5-5 0,-3-6 0</inkml:trace>
  <inkml:trace contextRef="#ctx0" brushRef="#br0" timeOffset="70">7431 8322 7088,'7'-7'-480,"-2"4"480,-5 12 0,0 0 1031,0 12-606,-5 0 1,4-1-55,-4 1 1,4-6-101,1 2 1,0-4-94,0 0 0,7-6-23,5-3 0,2-3-34,7-1 1,-5-1-32,5-3 0,-6-7-180,2-6 0,-3-1 141,-2 2 0,-5 1 74,-3-6 1,-4 6-268,-4-2 1,-9 3-350,-7 2 1,-4 5-48,-1 3 1,2 3 253,2 1 1,-2 9-882,2 4 1165,3 7 0,-5 0 0,4 4 0</inkml:trace>
  <inkml:trace contextRef="#ctx0" brushRef="#br0" timeOffset="71">3746 11212 7569,'0'-7'2381,"0"1"-1964,0 6 191,0 0-379,6 0-214,1 0 38,5 0 0,6-4 130,3 0 1,2 0 22,2 4 0,-4-4-464,-1 0 1,1-2-621,4 2 1,-4 3-223,-1-4 1,-5 0 1099,2 1 0,-3 0 0,-2 4 0</inkml:trace>
  <inkml:trace contextRef="#ctx0" brushRef="#br0" timeOffset="72">3722 11435 7901,'-7'0'2446,"7"-4"-2129,8 0 0,4 0-111,5 4 0,4 0 7,8 0 0,2-2 0,7-2 0,-1 3-1064,0-3 1,2 1 187,2-1 663,-3 2 0,11-9 0,-5 4 0</inkml:trace>
  <inkml:trace contextRef="#ctx0" brushRef="#br0" timeOffset="73">5285 11001 7569,'7'-24'71,"-5"4"108,-4 3 1,-4 8 63,-2 0 1,-4 7-32,-1-3 0,-1 4-113,-6 1 0,-1 6 23,-4 2 0,0 3 13,1 1 0,0 1 39,3-1 0,-1 0-70,6 1 0,-1-2 34,5-3 1,-1 3-24,1-3-161,5 3 1,-2 2 86,4-1 0,1 1-144,4-1 1,0 1 85,0-1 1,6 2-74,2 2 1,3-2-3,1 3 1,6 0 50,3 0 1,2 1-47,2-2 1,4-2 43,0 3 0,2-3 6,-3-2 0,-3-1 3,0-3 1,-6 3-29,-6-2 245,-1-4 1,-5 2 320,-3-3 1,-8-1-238,-4 5 1,-10 0-124,-7 5 0,-1-1-137,-7 1 0,1-1-46,-1 0 0,-1-3-262,5-1 0,-4-1-32,4 1 1,5 2-292,8-6 0,2 0-372,1-4-338,7 0 1334,0-6 0,6-6 0,0-7 0</inkml:trace>
  <inkml:trace contextRef="#ctx0" brushRef="#br0" timeOffset="74">5136 10902 7509,'5'-32'-178,"-3"-2"623,2 5 1,-1 0-108,1 4 0,-3 6 550,3 2-200,-2 3-468,-2 7 1,0 5-15,0 10 0,0 13-23,0 16 1,-2 7-72,-2 10 1,1 2-273,-5 6 0,4-3-306,-4 3 1,1-1 186,3-26 1,0 0 0,-2 29-105,6-2 1,0-6-79,0-6 0,1-3-218,4-6 0,-3-5 201,7-11 1,-1-10 477,4-3 0,-2-4 0,0 1 0,-1-5 0,-3-3 0</inkml:trace>
  <inkml:trace contextRef="#ctx0" brushRef="#br0" timeOffset="75">5570 10964 7569,'0'-13'1178,"0"1"-977,0-1-18,-5 7 3,3-5 0,-5 9 143,3-2 0,1 4-165,-5 4 1,4 3-108,-4 5 1,5 2 92,-1 3 0,1 2-44,-1 6 1,3 4 2,-4 0-92,10 0 121,-4-4 0,10-1-76,-3 1 1,7 0 16,2 0 1,1-5-13,-2 1 1,0-4 31,4 3 1,-5-5 0,2 2 0,-3-3-61,-2-2 0,1-1-92,-1-3 0,-5 3-103,-3-2 1,-3-2 26,-1 1 85,0-5-37,-5 8-118,-8-10 0,-6 9-262,-6-6 1,-1 1-10,-3-1 1,3-2-323,-3 2 1,-1-8 197,1-4 594,0-9 0,4-8 0,0-6 0</inkml:trace>
  <inkml:trace contextRef="#ctx0" brushRef="#br0" timeOffset="76">5508 10988 7547,'13'-5'-21,"-1"-1"188,0-2 0,1-1 312,-1 4 0,2-3-166,2 4 0,0 0-130,4 4 1,5 0-92,4 0 1,1 0-151,-1 0 1,3 0-255,5 0 1,-4 1 85,0 3 0,-5-1-160,1 5 1,-3-1 140,-1 2 0,-2 0-99,-2-5 0,-3 0 255,-6-4-224,-5 0 502,-1 0 41,-6 0 0,0-1 615,0-3-206,-6 3 450,-1-5-456,-5 6-290,5 0 0,2 6-232,5 2 0,0 8 72,0 5 1,1 2-39,3 2 0,-1 4-39,5 0 0,0 6-135,5-2 1,-1-2 72,1 2 0,-2-5-86,-3 1 0,2-4 65,-6-5 1,4 2 49,-4-5 1,0 0-118,-4-5 0,-5 3 101,-4-2 1,-2 2-181,-1-7 1,-6-3-260,-3 0 0,-1-4-318,2-1 1,-4-3 123,4-5 1,-2-3-1006,1-14 1581,3-8 0,0-17 0,-1-6 0</inkml:trace>
  <inkml:trace contextRef="#ctx0" brushRef="#br0" timeOffset="77">5980 10939 7569,'6'-13'534,"5"1"0,-4 4-284,6 0 0,-1 5-67,1-1 1,-1-2 54,0 2 0,1 0 23,-1 4 0,6 0-331,3 0 0,-2 1 101,2 3 0,-1-1-186,5 5 0,0 1-276,0 3 1,-2 2 430,-2 2 0,-3 4 0,-6 4 0</inkml:trace>
  <inkml:trace contextRef="#ctx0" brushRef="#br0" timeOffset="78">6563 11398 7569,'0'-7'4123,"0"1"-3593,0 6-1605,0 0 1,4-1 597,0-3 477,6 2 0,2-9 0,7 5 0</inkml:trace>
  <inkml:trace contextRef="#ctx0" brushRef="#br0" timeOffset="79">7084 10939 7569,'4'-13'988,"0"1"-253,0 5-495,-4 2 1,-5 6 36,-4 3 0,-3 14 139,-5 11 1,2 7-105,-5 5 1,0 5 19,0 7 0,2-2-332,5 3 1,6-4-16,3-5 0,4-3 154,4-9 1,5-4 43,7-9 1,8-6-430,5-6 1,4-6 57,-4-2 0,1-7-26,-1-10 0,-4-2 121,-1-6 1,-6 4 77,-9 1 0,-4-1 10,-5-4 0,-5 5 105,-4-1 1,-13 7-114,-7 2 0,-5 5 7,-3 7 1,-1 1 419,1 3 0,4 5-276,0 7 0,7 2-253,1 3 0,6 1-167,6-6 0,6 2-474,3-1 0,4-5 159,4 1 1,10-1-1175,11-4 1771,0-2 0,16-6 0,-2-7 0</inkml:trace>
  <inkml:trace contextRef="#ctx0" brushRef="#br0" timeOffset="80">7456 11100 7569,'0'-18'236,"0"4"0,0-4 387,0 6 0,0 4 185,0 0-109,0-1-506,0-3 0,5 1-104,4 3 1,2 2 93,1 6 1,0 0 11,1 0 0,3 1-287,1 4 0,4 7 17,-5 9 1,1 3-37,-5 5 1,-1 4 79,-3 9 0,2-2-48,-6 5 1,-1-3 19,-7 3 1,-3-9-57,-5 1 0,-1-9 111,1-4 1,-1 0-16,1-8 386,0-5 1,-1-5-96,1-6 0,5-1 27,3-4 1,2-1-1,2-7 1,6 1 145,2-1 0,9 2-96,3 3 1,2 3-51,-1 5 0,2 0-116,-2 0 1,3 1 11,0 3 0,1 3-415,0 5 0,-4 1-213,-1-1 1,1 1-468,4-1 1,-2 0 86,-2 1 0,1-2-1706,-5-3 2519,-1 3 0,-9-4 0,-1 5 0</inkml:trace>
  <inkml:trace contextRef="#ctx0" brushRef="#br0" timeOffset="81">11823 9835 7569,'-6'-8'1029,"-2"0"-616,3-1 1,-1 1-247,6 0 0,1-1-44,4-3 0,3-2-80,8-2 1,4-5 30,4-8 1,7-8-123,2-9 0,7-2-142,1-1 0,2-7 190,-22 28 1,-1-1 0,0-1-1,-1 0 13,2 1 0,-1 0 0,13-30-36,-4 5 0,-4 6-3,-4 7 0,-7 9 153,-6 7 77,-5 6 1,1 12-145,-8 3 0,-5 11-35,-7 10 1,1 5 5,-6 15 0,2 3-7,-2 9 1,3 4-21,6-4 0,5 2 327,3-9 0,2-2-378,2-7 1,6-3 22,2-5 1,3-6 24,1-2 1,1-9-35,-1-4 0,1-3-82,-1-1 0,5-2-8,-1-7 1,1 0-170,-5-12 1,0-1 41,1-7 0,-2 3 127,-3-3 1,-1 3 44,-3 1 1,-2 6-51,2 2 0,-3 7-212,-1 2 353,0 5 1,0-1 378,0 8 1,4 3-360,0 6 1,0-1-87,-4 1 1,5 3-121,-1 1 0,4 1 71,-4-2 0,6-6-478,-2 2 0,3-6 580,2 2 0,4-5 0,3 2 0</inkml:trace>
  <inkml:trace contextRef="#ctx0" brushRef="#br0" timeOffset="82">12642 8992 7569,'12'-6'841,"0"5"-569,1-3 1,3 13 202,1 8 1,4 6-88,-5 6 1,6 4 47,-1 9 0,-2 3-77,2 9 1,-7 2-339,-2 6 0,-5 2-73,-7 2 1,-1-5-23,-4-4 0,-3-3-7,-8-13 1,-5-3-264,-8-5 0,-8-6-410,-9 2 0,-1-4 360,2-4 394,-3 2 0,8-8 0,-6 6 0,-1-2 0,-1-4 0,-2-4 0</inkml:trace>
  <inkml:trace contextRef="#ctx0" brushRef="#br0" timeOffset="83">14440 8868 7569,'7'-18'0,"3"4"0,-6-3 0,4 4 744,-3 0-281,-1 6 46,-4-4-336,0 10 11,-6-5-109,-1 6 1,-11 6-77,-2 2 0,-8 9 126,-1 3 0,-4 4-21,4 1 1,0-1-13,4 1 0,6-4-107,3 0 0,3-5 122,5 5 0,2-5-55,6 5 1,3-2-169,5 2 62,6-3-6,11 0 1,4-3 70,0 6 0,4-6 5,-4 1 0,8 2-5,-4-1 1,4 1 8,-8-2 1,-4-2 2,-4 3 0,-6-2-46,2 1 48,-9-2-4,-3 4 1,-7-6 190,-7 1-16,-4 5-175,-12-5 0,-6 5 18,-2-5 1,-4-1-73,-4 1 1,1-1-140,-6 0 0,6-5 161,-1-3 1,4-2 37,4-2 1,4 0-1066,8 0-81,3 0 673,11-6 1,2-6 445,5-9 0,11-13 0,3-5 0</inkml:trace>
  <inkml:trace contextRef="#ctx0" brushRef="#br0" timeOffset="84">14391 8781 7569,'7'-18'309,"-2"10"463,-5-9-440,0 16 1,-1-5 9,-3 6 0,1 11-122,-5 6 0,-1 12-25,-3 8 0,0 6 0,-1 6 0,1 6-234,-1 3 1,5 3-99,0 1 0,5 0-348,-1 0 1,3 4-326,1 0 1,5 0 16,3-4 0,3-6 334,2-7 0,3-6 459,1-10 0,1-3 0,-4-8 0,-2-5 0,-5-9 0</inkml:trace>
  <inkml:trace contextRef="#ctx0" brushRef="#br0" timeOffset="85">14837 9029 7569,'0'-12'68,"0"-1"251,0 1 149,0 5 0,0 0 35,0 3-308,0 2 0,-5 2-278,-3 9 68,2 2 53,-5 1 1,8 5 98,-5-1-3,5 6-56,-2-2 1,5 3 37,0-2 1,1 2-38,3-2 0,3 4-20,6 3 0,3-3 37,1 0 0,1 0 18,-2-4 0,-2 2-28,3 2 15,2 0-25,-5-6 1,-1 3-47,-4-6 1,-7 2 13,3-1 1,-4-7 2,-1 2 0,-1-2-60,-4 2 0,-3-4-159,-8 1 0,-8-7 173,-5 2 0,-8-2 28,4-2 0,-8-2-1536,7-2 698,-4-3 456,12-11 1,-3-6-710,8-9 518,3-9 169,11-2 0,3-5 169,8-1 0,5 2 206,7 2 0,3 9 0,6 8 0,0 4 0,0 5 0,4-2 0,0 5 0,4 2 432,-4 7-297,0-3-69,1 9 0,-4-7 738,3 4-416,-3 1-83,5 4 1,-5 0 127,3 0 1,-7 2-168,-1 2 1,-6-1-109,1 5 1,-2 0 47,-2 5 1,-1 0-24,-2 4 1,-4-3-130,-5 2-27,0 3 101,0-5 0,0 10 301,0-4-275,0-2-35,0 6 33,0-5-25,6 0 1,1 3 24,5-5 1,6 3 24,3-3 1,2-2-50,2-7 1,4 2-202,0-6 0,4 0-1071,-4-4 612,0 0 362,-4 0 0,-6-1-1408,-3-3 710,-2-3 380,-1-5-663,-6-1 1151,-2 1 0,-10-12 0,-2-2 0</inkml:trace>
  <inkml:trace contextRef="#ctx0" brushRef="#br0" timeOffset="86">15433 8979 6632,'7'11'1543,"3"-1"-1231,-6 11 0,0 3-129,-4 5 1,0 7-14,0 1 0,0-2-95,0 6 0,0 1-616,0 7 1,-4 5 336,0 0 0,-12 5 0,3-3 0</inkml:trace>
  <inkml:trace contextRef="#ctx0" brushRef="#br0" timeOffset="87">16475 8992 7569,'0'7'797,"0"9"-595,0-8 0,-1 21-19,-3 0 1,-3 7 17,-6 5 1,-5 5-24,-2 8 1,-9-2-922,-4 6 0,-3-6 675,-1 2 0,3-4-1394,1-5 1462,0-8 0,2-6 0,0-7 0</inkml:trace>
  <inkml:trace contextRef="#ctx0" brushRef="#br0" timeOffset="88">16090 8905 7569,'2'-7'284,"2"3"0,3 8 436,5 4 0,1 7-250,-1 2 1,2 11-128,2 0 0,4 7-411,5 2 0,5-1-155,3-3 0,4 6-168,5-6 0,-4 5 380,3-5 0,-2 2-850,-2-2 861,1 3 0,4-5 0,2 7 0</inkml:trace>
  <inkml:trace contextRef="#ctx0" brushRef="#br0" timeOffset="89">17108 8868 8874,'0'-7'875,"-6"18"1,5 5-770,-3 17 31,-3 6 1,4 1-325,-5 5 1,5 1 207,-1 4 1,1-1-869,-1 1 1,3 5 276,-3 3 0,2-3 1,2 0-1</inkml:trace>
  <inkml:trace contextRef="#ctx0" brushRef="#br0" timeOffset="90">17381 9376 7569,'-13'-5'0,"5"-1"1005,0-2-600,5-3 1,-4 9-126,3-2-855,3 3-1144,-5 6 1719,12 2 0,6 6 0,7-1 0</inkml:trace>
  <inkml:trace contextRef="#ctx0" brushRef="#br0" timeOffset="91">17740 9128 7569,'-17'7'403,"-1"4"131,-3-3 1,3 7-121,6 2 1,1 5-94,2-1 1,0 6-229,5 2 1,1-1 41,7-8 1,8-2 22,9-5 0,4-2 25,4-3 1,1-4-1,3-8 1,2-4-100,-6-9 0,0 3-216,-5-2 1,-8-3-122,-4-2 1,-8 2 163,0-2 1,-8 0-169,-4-3 0,-10-1 106,-7 0 0,-1 10 115,-7 2 1,0 9 22,-5 0 1,7 4-4,2 4 0,3 2-251,1 2 1,7 4-807,6 1 247,5-1 0,12 6 826,3-5 0,14-7 0,5 0 0</inkml:trace>
  <inkml:trace contextRef="#ctx0" brushRef="#br0" timeOffset="92">18175 8992 7569,'7'-13'536,"-2"1"1,-1-1 126,0 1-117,6 5-105,-9-4-258,10 4 1,-4 0-100,6 3 0,-1 3-176,1 1 0,0 5-11,4 4 0,-3-2 153,2 1 1,-1 0-152,2 4 0,-3 2-47,2 3 0,-2-3-65,-2 2 1,-3 2 105,-1-1 0,-5 3 72,1-3 1,-4 1-32,-4-2 0,-5-1-89,-7 6 0,1-6 214,-6 2 0,6-3-113,-2-2 1,4 0 118,0 1 0,6-1 44,3 1 22,3-1 1,2 0-118,3 1 0,3-2 22,6-3 1,3 2 70,1-6 1,1 1 110,-2-1 0,-1-2-175,6 2 0,-10 2 112,1-2-265,-7 0 25,0 1 1,-16 2-131,-6 6 1,-10-1 177,-6 0 0,-9 2 19,-3 3 0,-5 2-940,-3 6 958,2-6 0,0 5 0,5-4 0,-1 4 0,-1 0 0</inkml:trace>
  <inkml:trace contextRef="#ctx0" brushRef="#br0" timeOffset="93">16959 8756 7569,'-7'-12'266,"-4"-1"-128,10 1 0,-6 1 360,3 3-292,2 2 1,-9 7-11,3 4 1,-4 12 22,-5 12 1,-2 17 94,-6 8 0,3 8-452,9-28 1,1 2 0,3-1 0,1 2 228,-2 4 1,0 0 0,2-2 0,2-1-79,1 2 1,2-1-1,-1-3 1,2 0-531,2 34 0,13-1-99,-4-34 0,2 0 313,2 0 1,3-2 212,7-4 0,2-2 1,1-1-1,1-2-465,5-2 0,2-3 251,0-1 1,1-3 303,2-1 0,0-3 0,0-6 0,1-5 0,-1-2 0,0-4 0,1-2 0,-1-2 0,0-1 0,0-1 0,0-1 0</inkml:trace>
  <inkml:trace contextRef="#ctx0" brushRef="#br0" timeOffset="94">18572 8706 7569,'12'-5'0,"-4"4"166,1-4 0,-1 4 288,4 1 1,-1 8-23,-2 9 1,2 8-107,-3 12 0,-1 6 18,1 2 0,-5 9-433,1 4 0,-3 2 91,-1 2 0,2 4 141,2 1 0,-3 3 40,3-4 1,-2-1-300,-2-7 1,4-9-477,0-7 1,2-5 299,-2-4 1,-3-4 89,3-8 0,-2-4-480,-2-4 295,0-6 148,-6-2-809,-1-5 897,-5 0 151,-1 0 0,-5-5 0,-1-2 0</inkml:trace>
  <inkml:trace contextRef="#ctx0" brushRef="#br0" timeOffset="95">18944 8570 7569,'0'-12'-233,"5"-1"421,2 6-123,6-4 0,-1 10 9,1-3 1,-1 2-1,0 2 0,1 6-14,-1 2 0,1 3-12,-1 2 1,-1-1-40,-3 0 1,2 5 64,-6-1 1,0 1-128,-4-5 1,-5 2 60,-4 3 0,-3-3-5,-5 2 0,-2-6 29,-6-2 1,5-4-10,-1 4 1,6-5 42,-2 1 0,8-1 61,0 1-132,7-2 0,-3 3 41,10-5 0,1 0 33,7 0 1,5 6-71,2 2 1,5-1 1,4 1 0,-3 0 32,3 5 0,2-5-7,-2 0 1,-2 0 32,-6 5 0,-3-2 58,-6-3 1,-5 3 88,-3-3 1,-4-1-91,-4 2 0,-8-1-10,-9 4 0,-8 1-23,-4-1 0,-3 0 33,-1 1 0,-4-1-200,-1 1 0,-3 5 84,3 2 0,-4 4 0,1 1 0</inkml:trace>
  <inkml:trace contextRef="#ctx0" brushRef="#br0" timeOffset="96">13249 11472 7569,'2'-16'0,"2"-1"0,6 2 0,5 1 2190,10 2-1443,1 5-448,4 1 1,-1 6-330,0 0 1,0 0 76,-4 0 1,-2 2 147,-2 2 0,2 1-449,-2 4 0,-2 0-1280,2-5 1534,-6 6 0,9-3 0,-5 5 0</inkml:trace>
  <inkml:trace contextRef="#ctx0" brushRef="#br0" timeOffset="97">13287 11733 7569,'-13'7'0,"2"-1"2030,3-1-1316,2-4 1,9 4-231,6-5 0,10 0-185,14 0 1,10-1-589,6-3 0,2 3-552,7-4 1,-1 4-1859,1 1 2370,8-5 1,-14-2 0,9-6 0</inkml:trace>
  <inkml:trace contextRef="#ctx0" brushRef="#br0" timeOffset="98">14701 11063 7569,'0'-29'1479,"0"1"503,0 5-1630,-6-2 1,5 11-78,-3-2-322,-3 8 0,4 2-174,-5 6 1,-2 0 86,-6 0 1,-2 7 147,-3 5 0,-6 5 203,2 4 0,-3 2-18,4-2 0,4 1-22,4-2 0,3-2-233,5-5 1,2 3 96,6 1 0,2-1 18,2-3 1,3-2-131,5-3 0,8 3-2,4-3 1,7 2 105,6-2 1,0 2 40,0-6 1,3 4-68,-2-4 0,4 6 7,-9-2 0,0-1-4,-8 1 0,-5 1 15,-4 3 1,-8-4 95,-3 1 0,-5-1 143,-5 4 1,-8 2-147,-12 3 0,-6-4-40,-6 4 0,0 1-147,0-2 1,0 1-135,-1-5 0,3 1-283,1-1 1,1-1 344,9-3 0,2-2-5,9-6-1530,1 0 1676,-1 0 0,6-11 0,2-3 0</inkml:trace>
  <inkml:trace contextRef="#ctx0" brushRef="#br0" timeOffset="99">14627 10802 7569,'0'-37'1094,"0"7"-706,0 5 0,0 6 394,0 6-368,0 7 0,1 1 146,3 10 0,-3 12-240,4 12 1,-4 11-126,-1 6 0,0 8 37,0 3 0,0 8-140,0 1 1,-4 2-469,0-2 0,0-1 274,4 5 1,0-5-347,0 1 0,1-5-282,3-8 0,3 1-1694,5-8 2424,1-4 0,1 0 0,-1-7 0,3 0 0,-1-1 0,1-1 0</inkml:trace>
  <inkml:trace contextRef="#ctx0" brushRef="#br0" timeOffset="100">15172 11038 7569,'-6'-19'739,"-1"2"1130,3 9-1164,2-3-229,-3 10-248,5-5 1,-2 7-34,-2 4 0,3 6 196,-3 5 0,2 8 24,2 0 0,0 1-278,0 4 0,6-1 46,2 1 1,3-2-82,1 6 1,1-1-14,-1 1 0,1-1-94,-1-3 1,0-3 144,1 3 0,-2-3-32,-3-1 0,2-2-187,-6-2 1,0-3-129,-4-6 0,-1 2-153,-3 2 1,-9-6 184,-8 3 1,2-4-272,-1 4 1,-1-7-138,-4-1 1,0-4-378,0-1 1,1-11 319,-1-6 385,5-5 0,-2-11 255,6-8 0,-6-9 0,3-12 0</inkml:trace>
  <inkml:trace contextRef="#ctx0" brushRef="#br0" timeOffset="101">15048 10988 7569,'13'-12'1407,"-1"5"-1050,6-4 0,-4 4-127,9 0-47,-9 2 21,10-1 0,-7 5 357,4-3-225,3 2-176,0 2 1,4 2 114,5 2-91,0-3-1332,-1 10-188,4-9 766,-5 9 570,1-4 0,4 5 0,-4 0 0</inkml:trace>
  <inkml:trace contextRef="#ctx0" brushRef="#br0" timeOffset="102">15917 10889 7569,'-19'-25'0,"-4"6"1415,7 3-616,-6 7-262,3 4-200,-6 5-122,0 5 0,-4 4 689,0 7-489,0 3-70,4 1-45,0 3-130,6-4 0,1 6 0,7-1 71,3-4 0,2 2-46,6-5 0,6-1-325,2-3 1,9-2-445,3-3 0,5-2 396,4-6 110,-3-6 1,10-2-1138,-3-9 277,-2 4 388,-1-11 124,-11 10 799,-1 2 0,-10 2-242,1 6-207,-7 0-80,4 4 1,-6 3 0,-1 5 1308,-4 9 0,-3 6 5,-8 6 1,2 3-331,-3 5-575,4 0 1,0 0 96,1 1-733,5-7 324,-4 5 94,4-4-2086,0-1 1507,2 0 1,5-2 84,0 0 449,0 0 0,0-5 0,0 1 0,0 0 0,0 0 0,0 0 0</inkml:trace>
  <inkml:trace contextRef="#ctx0" brushRef="#br0" timeOffset="103">16140 11584 7569,'-5'-25'0,"-2"2"5095,-6 2-1705,6 8-728,-4 2-1593,4 10-240,1-10-175,-5 10-471,9-5 93,-3 6-6755,5 0 6479,0 0 0,5 0 0,2 0 0</inkml:trace>
  <inkml:trace contextRef="#ctx0" brushRef="#br0" timeOffset="104">16760 11075 7569,'0'-12'1488,"0"5"-675,-5 1-315,4 6 0,-6 0 143,2 0 1,-1 12-283,-7 4 0,1 9-176,-1 8 1,0 0 55,-4 8 0,9-6 134,0-2 0,5-6-354,3 2 0,3-8 110,5-4 0,6-5-332,10-4 0,7-4-74,2-8 0,7-8-302,1-9 0,0-9 378,-3-7 1,-7-1-4,-2-3 1,-9 1-366,-8-1 0,-5 2 303,-7-2 1,-8 6 303,-9 2 0,-4 11-99,-12 2 1,0 10 736,-4 6 1,-4 9-259,-1 8 1,7 9-91,6 7 1,8 1-85,4-1 1,9 3 32,4 5 0,9-5-1735,8-3 1,6-3-1524,10-1 2981,8-6 0,7-1 0,6-6 0</inkml:trace>
  <inkml:trace contextRef="#ctx0" brushRef="#br0" timeOffset="105">17629 10802 7569,'7'-12'2821,"-2"5"-1874,-5 2 1,0 10 1329,0 3-1616,0 14 1,0 7-194,0 17 1,-9 1-233,-4 11 0,-7 5-492,9-28 0,1 0 0,-1 2 0,0-1 58,1 2 0,-1-1 0,-1-1 0,1-1-306,0 3 1,1-1-1,1-2 1,0 1 503,1 4 0,0-1 0,0-1 0,2 0 0,0-1 0,-1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05T06:53:02.558"/>
    </inkml:context>
    <inkml:brush xml:id="br0">
      <inkml:brushProperty name="height" value="0.053" units="cm"/>
      <inkml:brushProperty name="color" value="#FF0000"/>
    </inkml:brush>
  </inkml:definitions>
  <inkml:trace contextRef="#ctx0" brushRef="#br0">17703 11150 7500,'7'-9'21,"-3"1"0,2 4 7,-2-4-10,0 5 80,-4-8 1,1 10-86,4-4-17,-4-1 0,4 3 77,-5-5 0,0 3 263,0-3-216,0 5 13,0-8-213,0 10 61,-5-5 0,-2 6 25,-5 0 1,-1 2-11,1 2 0,-1-1-20,1 5 1,0-1 24,-1 1 0,1 2-13,-1-6 0,5 4 5,0-4-119,0 6 121,1-9-67,-4 10 1,9-8 33,-2 5-7,3-5 25,1 8 0,1-9-10,3 2 0,3 3 1,6-6 228,-1 3-96,0 3 0,2-4-85,3 5 1,-3-4 6,2 4 1,-2 1 5,-2 3 1,1 1-11,-1-1 1,0 4 35,1 1 0,-2 0 13,-3-5 0,2 4 80,-6 1 0,0 0-104,-4-5 119,0 0 1,0 1-41,0-1 0,-5-4 337,-4 1-252,-2-1 1,-1 3-125,-1-3 0,1 2 7,0-6 0,-1 4-19,1-4 0,-1 2-132,1-2 1,4-3 66,0 4 1,1-3-271,-2 2-12,-2-2-362,4 3-430,1-5 473,0 0 242,6 0 0,1 0-63,4 0 0,1 0 413,7 0 0,-1-5 0,1-2 0</inkml:trace>
  <inkml:trace contextRef="#ctx0" brushRef="#br0" timeOffset="1">18063 11212 7569,'0'-9'191,"0"1"-89,0 5 1,-5-2 128,-4 5-110,-2 5 0,-5 2 8,-1 6 0,1 1 2,3 2 0,1-2 78,-1 2 0,2-2 205,3-1 1,3-5-14,5 0 0,0 0-115,0 5 0,1-1-217,3 1 1,3-2 69,5-3 0,5 3-101,-1-3 0,7-1-8,-3 1 0,4-5-157,0 1 1,0-2-2,-3-2 1,1-5-140,-6 1 0,1-5-147,-5 0 1,-1-2 191,-3-1 0,-2 0 31,-6-1 0,-1 1 4,-4-1 1,-6 1-126,-5 0 1,-8 3 215,0 1 0,-3 5 238,-6-1 0,6 3-79,-2 1 1,4 0 149,4 0 0,3 0-336,6 0 112,5 0-564,2 0 298,21 0 1,1 0 5,16 0 1,0-2 55,4-2 215,0 3 0,0-10 0,1 4 0</inkml:trace>
  <inkml:trace contextRef="#ctx0" brushRef="#br0" timeOffset="2">18361 10902 7569,'-4'-13'367,"0"1"-100,-1-1 0,1 5 261,0 0-256,0 5 0,4-1-42,0 8 0,-1 4-9,-4 9 0,4 2 36,-3 6 0,3 1 133,1 3 0,0 3-284,0 5 1,0 0 38,0 1 1,0-5-309,0 0 0,4-4 153,0 4 0,6-7-212,-2-1 1,1-2-122,0-6 0,2-1-382,-3-3 0,3-5 206,1 0 1,1-5-247,-1 1 1,2-3 409,3-1 1,-4 0 354,4 0 0,2-11 0,0-2 0</inkml:trace>
  <inkml:trace contextRef="#ctx0" brushRef="#br0" timeOffset="3">18584 11299 7569,'0'-13'0,"0"5"-12,0 0 138,0-1 154,0-3 1,-1 1-66,-3 3 1,1-2-53,-5 6 1,-1 0 19,-3 4 1,-1 4-11,1 0 1,0 7 67,-1 1 0,1 1-23,-1 3 0,5 2-64,0-1 1,5 3 23,-1-3 0,3 1 5,1-2 1,1-3-1,3-1 1,0-1-393,9-7 0,-4 1 127,8-5 1,2-2 9,2-2 0,1-7 40,-1-6 0,2-5-202,-2 2 1,2-8 12,2-1 1,-4-5-102,-1 1 1,-5-7 38,2-2 1,-3-4-86,-2 0 0,-4 2 325,1-1 0,-7 11-71,3 6 1,-4 7 613,-1 8-185,0 1 1,-6 8 301,-2 8 0,1 8-253,-1 13 1,0 6 223,-5 2 0,5 0-248,0 4 1,5-3-130,-1 8 0,4-8-5,4-1 1,-1-1-113,5 1 0,2-3-349,6-5 1,-2 0-127,3 0 0,-2-6-470,1-2 0,-2-5 159,3-4 0,2 2-1351,2-6 2043,-3 6 0,11-9 0,-3 5 0</inkml:trace>
  <inkml:trace contextRef="#ctx0" brushRef="#br0" timeOffset="4">19713 11336 7569,'0'-13'2835,"0"1"-2022,0 0-318,0 5-303,6-4 0,0 9 0,7-2 0,1 1 14,2-1 1,3 3-47,6-3 0,0 2-217,0 2 1,4 0-283,0 0 0,1 0-431,-1 0 1,-3 2 232,3 2 537,-3-3 0,5 10 0,0-4 0</inkml:trace>
  <inkml:trace contextRef="#ctx0" brushRef="#br0" timeOffset="5">20606 11162 10162,'2'19'1002,"0"6"-688,3 7 1,-1 1-106,-4 4 0,1-2-92,3 6-114,-2-2 134,3-2 1,-4 1-398,4 4 0,-4-8-136,3 3 1,2-4-386,-2 0 0,1-2 145,-1-6 0,-1-6 636,5-3 0,1-2 0,3-1 0</inkml:trace>
  <inkml:trace contextRef="#ctx0" brushRef="#br0" timeOffset="6">20519 11125 7569,'0'-12'757,"6"-1"1,1 2-1104,5 3 265,1 2 0,5 6 7,2 0 0,1 4-101,4 1 1,-3 4 291,7-1 0,1-1-6,-1 2 1,0-1 144,-4 4 0,0 1-110,-1-1 1,-4 1 118,-4-1 1,-3 0-201,-5 1 0,2 3 65,-6 1 0,-2 1-1,-6-2 1,-7-2-21,-5 3 1,-8-4-73,0 0 0,-3-1 94,-6 1 1,2-1-124,-3 0 1,0-3-85,5-1 1,-3-1-124,8 1 0,-3-1-242,11-3-483,-1-3 744,5 5 0,8-6 27,8 0 1,8 0 152,13 0 0,5-6 0,2 0 0</inkml:trace>
  <inkml:trace contextRef="#ctx0" brushRef="#br0" timeOffset="7">21127 11199 7569,'-12'0'615,"0"0"1,-2 0-224,-3 0 1,2 0-136,-6 0 1,5 6-75,-5 2 1,2 3-1,-2 2 1,-1 3 352,6 1-398,-1-1 0,5 1-12,-1-1 1,5 1 11,0-5 1,5 1-59,-1-1 0,4-4 65,4 0 0,3-5-289,5 1 0,1-2-43,-1-2 0,2 0-131,2 0 0,0-6 192,4-2 1,-5-3-43,2-1 1,-3-1 147,-2 1 0,1-5-102,-1 1 218,0-1 0,-1 5 244,-2-1 227,-4 6-273,-5 2-188,0 5 1,4 5 186,0 4 0,1 2 102,-5 1 0,1 5-267,3-1 0,2 1 42,2-5 1,4 1-103,1-1 0,0-4 40,8 0 1,-4-5-172,3 1 1,0-2-85,0-2 1,4-4-79,-4-1 0,0-8 49,0 0 0,-4-2-48,0 3 0,-2-5 122,-2 1 1,-5-5 35,-3 4 0,2 1 248,-2 4-151,0-1 547,-4 1-184,0 5 17,0 1-169,0 17 1,0-2 118,0 7 1,0-1-99,0 2 0,0-3-98,0 2 1,4 2-120,0-1 0,6-1 64,-2-3 0,3-2-370,2-3 1,-1 1-428,1-4-550,-1-1 218,0-4-700,1 0 653,-6 0 1,-2-7 506,-5-6 0,-1 0 559,-3-8 0,-3-5 0,-6-6 0</inkml:trace>
  <inkml:trace contextRef="#ctx0" brushRef="#br0" timeOffset="8">21301 11113 7569,'-12'-6'0,"3"-1"952,1-5-174,5 5-278,-2-4 0,6 5-162,3-2 0,3-2-33,6 6 1,5 0-240,2 4 0,4-4-256,0 0 0,3 0-123,2 4 0,-2 0-376,6 0 0,-5 5-1097,1 3 1786,2-2 0,1 11 0,5-4 0</inkml:trace>
  <inkml:trace contextRef="#ctx0" brushRef="#br0" timeOffset="9">21760 11187 7569,'0'-12'1647,"0"5"-1125,0 1-306,-5 6 0,2 1-1,-5 4 1,-1-1 128,-3 8 1,-1-1 91,1 10 0,4-6-87,-1 2 1,5 0-75,-4 0 1,5 0-129,-1-5 1,4 0-61,4 1 1,3-5 18,6 0 0,3-5-145,1 1 1,5-8-35,-2-4 0,4-5-275,1-3 1,4-3 126,0-6 1,0-6-163,-5-2 1,0-8 26,-4-4 0,4-5-78,-3-4 1,-4 7-10,0-2 0,-5 5 443,-3 2 0,-2 12 525,-3 13 0,-3 4-96,3 0 0,-8 8 469,-4 5 0,-3 15-189,-2 10 1,1 9 368,0 3 0,1 6-366,2 7 1,0-1-320,5 1 0,1 0 134,7-1 1,7-5-252,5-2 0,7-5-127,-3-4 0,4-3-127,0-5 1,0-6-591,-3-2 0,1-3-3383,-6-2 2029,1-5-331,-5 4 2253,0-10 0,-5 5 0,-1-6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309E34-DB10-7140-9D50-3E5CA7A03957}" type="datetimeFigureOut">
              <a:rPr lang="en-US" smtClean="0"/>
              <a:t>2/5/19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9A515-2550-0B47-BF51-C172E7830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2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tweakyourbiz.com</a:t>
            </a:r>
            <a:r>
              <a:rPr lang="en-US" dirty="0"/>
              <a:t>/marketing/2015/04/14/how-discounts-and-sales-deals-help-ecommerce-boom-globally/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thestockyfox.com</a:t>
            </a:r>
            <a:r>
              <a:rPr lang="en-US" dirty="0"/>
              <a:t>/2016/02/2015-was-an-awesomely-tame-year-for-inflation/</a:t>
            </a:r>
          </a:p>
          <a:p>
            <a:r>
              <a:rPr lang="en-US" dirty="0"/>
              <a:t>http://</a:t>
            </a:r>
            <a:r>
              <a:rPr lang="en-US" dirty="0" err="1"/>
              <a:t>en.tradimo.com</a:t>
            </a:r>
            <a:r>
              <a:rPr lang="en-US" dirty="0"/>
              <a:t>/</a:t>
            </a:r>
            <a:r>
              <a:rPr lang="en-US" dirty="0" err="1"/>
              <a:t>tradipedia</a:t>
            </a:r>
            <a:r>
              <a:rPr lang="en-US" dirty="0"/>
              <a:t>/inflation-rate/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www.evalesco.com.au</a:t>
            </a:r>
            <a:r>
              <a:rPr lang="en-US" dirty="0"/>
              <a:t>/cash-terrible-long-term-investment/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398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www.gstmalaysia.co</a:t>
            </a:r>
            <a:r>
              <a:rPr lang="en-US" dirty="0"/>
              <a:t>/</a:t>
            </a:r>
          </a:p>
          <a:p>
            <a:r>
              <a:rPr lang="en-US" dirty="0"/>
              <a:t>https://</a:t>
            </a:r>
            <a:r>
              <a:rPr lang="en-US" dirty="0" err="1"/>
              <a:t>www.ato.gov.au</a:t>
            </a:r>
            <a:r>
              <a:rPr lang="en-US" dirty="0"/>
              <a:t>/Business/GST/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69A515-2550-0B47-BF51-C172E783089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16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2/5/19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644807"/>
          </a:xfrm>
        </p:spPr>
        <p:txBody>
          <a:bodyPr>
            <a:normAutofit fontScale="90000"/>
          </a:bodyPr>
          <a:lstStyle/>
          <a:p>
            <a:r>
              <a:rPr lang="en-US" dirty="0"/>
              <a:t>5 minutes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910" y="1009934"/>
            <a:ext cx="8679053" cy="51670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Find the following amounts:</a:t>
            </a:r>
          </a:p>
          <a:p>
            <a:pPr marL="0" indent="0">
              <a:buNone/>
            </a:pPr>
            <a:r>
              <a:rPr lang="en-US" dirty="0"/>
              <a:t> a) 10% of $350  b) 2% of $600  c) 6% of $300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D0B311-686E-114C-B4C2-58F50B5C8233}"/>
                  </a:ext>
                </a:extLst>
              </p14:cNvPr>
              <p14:cNvContentPartPr/>
              <p14:nvPr/>
            </p14:nvContentPartPr>
            <p14:xfrm>
              <a:off x="182880" y="2051280"/>
              <a:ext cx="8463600" cy="4530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D0B311-686E-114C-B4C2-58F50B5C82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520" y="2041920"/>
                <a:ext cx="8482320" cy="45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513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F13378-1C8D-064C-82E7-28EA313B166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18391" y="236569"/>
            <a:ext cx="8543925" cy="6536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/>
              <a:t>2</a:t>
            </a:r>
            <a:r>
              <a:rPr lang="en-US" b="1" dirty="0"/>
              <a:t>. The following students gained these percentages on a Year 11 test. If the test was out of 60 marks, calculate each student’s score to the nearest whole number: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 a) Cameron 55%  b) Janelle 97%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5DAFA36-4E4C-D843-AB56-55E2836B7A47}"/>
                  </a:ext>
                </a:extLst>
              </p14:cNvPr>
              <p14:cNvContentPartPr/>
              <p14:nvPr/>
            </p14:nvContentPartPr>
            <p14:xfrm>
              <a:off x="165240" y="1067040"/>
              <a:ext cx="9517680" cy="5307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5DAFA36-4E4C-D843-AB56-55E2836B7A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880" y="1057680"/>
                <a:ext cx="9536400" cy="532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530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7F13378-1C8D-064C-82E7-28EA313B166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1038" y="199216"/>
            <a:ext cx="8543925" cy="65367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price of a commodity increases from $1 640 per tonne to $1 846 per tonne. Express the increase as a percentage increase.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9CC0CB-3FA2-BF48-9189-477B814E41EF}"/>
                  </a:ext>
                </a:extLst>
              </p14:cNvPr>
              <p14:cNvContentPartPr/>
              <p14:nvPr/>
            </p14:nvContentPartPr>
            <p14:xfrm>
              <a:off x="831240" y="1267920"/>
              <a:ext cx="6421680" cy="4161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9CC0CB-3FA2-BF48-9189-477B814E41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1880" y="1258560"/>
                <a:ext cx="6440400" cy="418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7220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Consumer Arithmetic - Percentages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117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percentages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Discount</a:t>
            </a:r>
          </a:p>
          <a:p>
            <a:r>
              <a:rPr lang="en-US" b="1" dirty="0">
                <a:solidFill>
                  <a:srgbClr val="FF0000"/>
                </a:solidFill>
              </a:rPr>
              <a:t>Inflation</a:t>
            </a:r>
          </a:p>
          <a:p>
            <a:r>
              <a:rPr lang="en-US" b="1" dirty="0">
                <a:solidFill>
                  <a:srgbClr val="FF0000"/>
                </a:solidFill>
              </a:rPr>
              <a:t>Profit and loss</a:t>
            </a:r>
          </a:p>
          <a:p>
            <a:r>
              <a:rPr lang="en-US" b="1" dirty="0">
                <a:solidFill>
                  <a:srgbClr val="FF0000"/>
                </a:solidFill>
              </a:rPr>
              <a:t>GST</a:t>
            </a:r>
          </a:p>
          <a:p>
            <a:r>
              <a:rPr lang="en-US" dirty="0"/>
              <a:t>Commission</a:t>
            </a:r>
          </a:p>
          <a:p>
            <a:r>
              <a:rPr lang="en-US" dirty="0"/>
              <a:t>Taxes</a:t>
            </a:r>
          </a:p>
          <a:p>
            <a:r>
              <a:rPr lang="en-US" b="1" dirty="0">
                <a:solidFill>
                  <a:srgbClr val="FF0000"/>
                </a:solidFill>
              </a:rPr>
              <a:t>Interest </a:t>
            </a:r>
            <a:r>
              <a:rPr lang="mr-IN" b="1" dirty="0">
                <a:solidFill>
                  <a:srgbClr val="FF0000"/>
                </a:solidFill>
              </a:rPr>
              <a:t>–</a:t>
            </a:r>
            <a:r>
              <a:rPr lang="en-US" b="1" dirty="0">
                <a:solidFill>
                  <a:srgbClr val="FF0000"/>
                </a:solidFill>
              </a:rPr>
              <a:t> simple and compound</a:t>
            </a:r>
            <a:endParaRPr lang="en-US" dirty="0"/>
          </a:p>
          <a:p>
            <a:r>
              <a:rPr lang="en-US" b="1" dirty="0"/>
              <a:t>Others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85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7630449" cy="34424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Reduction of price</a:t>
            </a:r>
          </a:p>
          <a:p>
            <a:r>
              <a:rPr lang="en-US" dirty="0"/>
              <a:t>Reasons:</a:t>
            </a:r>
          </a:p>
          <a:p>
            <a:pPr lvl="1"/>
            <a:r>
              <a:rPr lang="en-US" dirty="0"/>
              <a:t>Sale</a:t>
            </a:r>
          </a:p>
          <a:p>
            <a:pPr lvl="1"/>
            <a:r>
              <a:rPr lang="en-US" dirty="0"/>
              <a:t>Bulk buy</a:t>
            </a:r>
          </a:p>
          <a:p>
            <a:pPr lvl="1"/>
            <a:r>
              <a:rPr lang="en-US" dirty="0"/>
              <a:t>Damaged goods</a:t>
            </a:r>
          </a:p>
          <a:p>
            <a:pPr lvl="1"/>
            <a:r>
              <a:rPr lang="en-US" dirty="0"/>
              <a:t>Cash purchases</a:t>
            </a:r>
          </a:p>
          <a:p>
            <a:pPr lvl="1"/>
            <a:r>
              <a:rPr lang="en-US" dirty="0"/>
              <a:t>Customer loyalty</a:t>
            </a:r>
          </a:p>
          <a:p>
            <a:r>
              <a:rPr lang="en-US" dirty="0"/>
              <a:t>Usually express in % of the original price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31" y="365127"/>
            <a:ext cx="3894656" cy="25964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3033" y="5512153"/>
            <a:ext cx="6961034" cy="52322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Discount = original price * % discount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5D4535-EB24-9249-90A9-C70BC8E2A651}"/>
                  </a:ext>
                </a:extLst>
              </p14:cNvPr>
              <p14:cNvContentPartPr/>
              <p14:nvPr/>
            </p14:nvContentPartPr>
            <p14:xfrm>
              <a:off x="1491480" y="6093000"/>
              <a:ext cx="5703840" cy="627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5D4535-EB24-9249-90A9-C70BC8E2A6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82120" y="6083640"/>
                <a:ext cx="5722560" cy="64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9612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A03ED-15AF-2C40-9C11-7D440049C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379828"/>
            <a:ext cx="8543925" cy="5797135"/>
          </a:xfrm>
        </p:spPr>
        <p:txBody>
          <a:bodyPr/>
          <a:lstStyle/>
          <a:p>
            <a:r>
              <a:rPr lang="en-AU" dirty="0"/>
              <a:t>Company X is giving a discount of 15% for all their computers.  What is the discounted price for a computer with a price tag of $2 100.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CB579B-C839-B840-B803-683C97DDFFF4}"/>
                  </a:ext>
                </a:extLst>
              </p14:cNvPr>
              <p14:cNvContentPartPr/>
              <p14:nvPr/>
            </p14:nvContentPartPr>
            <p14:xfrm>
              <a:off x="4930560" y="1589400"/>
              <a:ext cx="348120" cy="4754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CB579B-C839-B840-B803-683C97DDFF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1200" y="1580040"/>
                <a:ext cx="366840" cy="47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840544-C739-654A-AEEF-4B0DFE1BF094}"/>
                  </a:ext>
                </a:extLst>
              </p14:cNvPr>
              <p14:cNvContentPartPr/>
              <p14:nvPr/>
            </p14:nvContentPartPr>
            <p14:xfrm>
              <a:off x="343800" y="1627200"/>
              <a:ext cx="9216360" cy="5090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840544-C739-654A-AEEF-4B0DFE1BF0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440" y="1617840"/>
                <a:ext cx="9235080" cy="5109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0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EF80E-3744-7546-85EA-4A30C391C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50166"/>
            <a:ext cx="8543925" cy="5726797"/>
          </a:xfrm>
        </p:spPr>
        <p:txBody>
          <a:bodyPr/>
          <a:lstStyle/>
          <a:p>
            <a:r>
              <a:rPr lang="en-US" dirty="0" err="1"/>
              <a:t>Mr</a:t>
            </a:r>
            <a:r>
              <a:rPr lang="en-US" dirty="0"/>
              <a:t> Smith increases the price of the furniture he sells by 5%. If the original price of a cupboard is $1 200, what is the new price?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683DDD9-5FF4-114F-9E0C-1FF2A26A4237}"/>
                  </a:ext>
                </a:extLst>
              </p14:cNvPr>
              <p14:cNvContentPartPr/>
              <p14:nvPr/>
            </p14:nvContentPartPr>
            <p14:xfrm>
              <a:off x="558360" y="1227960"/>
              <a:ext cx="9119520" cy="5255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683DDD9-5FF4-114F-9E0C-1FF2A26A42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9000" y="1218600"/>
                <a:ext cx="9138240" cy="527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791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71758" y="2700337"/>
            <a:ext cx="3471863" cy="164306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Original Amount, X</a:t>
            </a:r>
          </a:p>
        </p:txBody>
      </p:sp>
      <p:sp>
        <p:nvSpPr>
          <p:cNvPr id="5" name="Up Arrow 4"/>
          <p:cNvSpPr/>
          <p:nvPr/>
        </p:nvSpPr>
        <p:spPr>
          <a:xfrm>
            <a:off x="3407564" y="1457832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543545" y="1665507"/>
            <a:ext cx="2928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Increase 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808589" y="501118"/>
                <a:ext cx="3957638" cy="6665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Multiply by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589" y="501118"/>
                <a:ext cx="3957638" cy="6665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/>
          <p:cNvSpPr/>
          <p:nvPr/>
        </p:nvSpPr>
        <p:spPr>
          <a:xfrm flipV="1">
            <a:off x="3445660" y="4539176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81641" y="4746851"/>
            <a:ext cx="29289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Decrease 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48362" y="5801343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Multiply by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62" y="5801343"/>
                <a:ext cx="3957638" cy="669222"/>
              </a:xfrm>
              <a:prstGeom prst="rect">
                <a:avLst/>
              </a:prstGeom>
              <a:blipFill>
                <a:blip r:embed="rId3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FC5C011-18E4-5D4E-8DC5-B18E31C7A413}"/>
              </a:ext>
            </a:extLst>
          </p:cNvPr>
          <p:cNvSpPr/>
          <p:nvPr/>
        </p:nvSpPr>
        <p:spPr>
          <a:xfrm>
            <a:off x="2626524" y="298815"/>
            <a:ext cx="3471863" cy="9295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Final Amount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E8CCD-5BED-384F-B698-FFBF7C47DE68}"/>
              </a:ext>
            </a:extLst>
          </p:cNvPr>
          <p:cNvSpPr/>
          <p:nvPr/>
        </p:nvSpPr>
        <p:spPr>
          <a:xfrm>
            <a:off x="2596707" y="5573982"/>
            <a:ext cx="3471863" cy="9295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Final Amount</a:t>
            </a:r>
          </a:p>
        </p:txBody>
      </p:sp>
    </p:spTree>
    <p:extLst>
      <p:ext uri="{BB962C8B-B14F-4D97-AF65-F5344CB8AC3E}">
        <p14:creationId xmlns:p14="http://schemas.microsoft.com/office/powerpoint/2010/main" val="19354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BAB3D-1C87-B842-BFB7-B1EF17BB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437322"/>
            <a:ext cx="8543925" cy="6162261"/>
          </a:xfrm>
        </p:spPr>
        <p:txBody>
          <a:bodyPr/>
          <a:lstStyle/>
          <a:p>
            <a:r>
              <a:rPr lang="en-AU" dirty="0"/>
              <a:t>After discount of 20%, the price of a phone is $400.  What is the original price?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After inflation (3% </a:t>
            </a:r>
            <a:r>
              <a:rPr lang="en-AU" dirty="0" err="1"/>
              <a:t>p.a</a:t>
            </a:r>
            <a:r>
              <a:rPr lang="en-AU" dirty="0"/>
              <a:t>), the price of a car is $21 000. What was the price last year?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2B0FB4-199C-3244-A907-65B27F686AAC}"/>
                  </a:ext>
                </a:extLst>
              </p14:cNvPr>
              <p14:cNvContentPartPr/>
              <p14:nvPr/>
            </p14:nvContentPartPr>
            <p14:xfrm>
              <a:off x="178560" y="866160"/>
              <a:ext cx="8847360" cy="519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2B0FB4-199C-3244-A907-65B27F686A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200" y="856800"/>
                <a:ext cx="8866080" cy="521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72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43225" y="2700336"/>
            <a:ext cx="3471863" cy="16430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Original Amount, X</a:t>
            </a:r>
          </a:p>
        </p:txBody>
      </p:sp>
      <p:sp>
        <p:nvSpPr>
          <p:cNvPr id="5" name="Up Arrow 4"/>
          <p:cNvSpPr/>
          <p:nvPr/>
        </p:nvSpPr>
        <p:spPr>
          <a:xfrm>
            <a:off x="3679031" y="4523535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428874" y="755164"/>
            <a:ext cx="4500564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chemeClr val="bg1"/>
                </a:solidFill>
              </a:rPr>
              <a:t>Amount increased </a:t>
            </a:r>
            <a:r>
              <a:rPr lang="en-US" sz="3200" b="1" dirty="0">
                <a:solidFill>
                  <a:schemeClr val="bg1"/>
                </a:solidFill>
              </a:rPr>
              <a:t>by a%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22080" y="1683236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Divide by 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80" y="1683236"/>
                <a:ext cx="3957638" cy="669222"/>
              </a:xfrm>
              <a:prstGeom prst="rect">
                <a:avLst/>
              </a:prstGeom>
              <a:blipFill>
                <a:blip r:embed="rId2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Up Arrow 7"/>
          <p:cNvSpPr/>
          <p:nvPr/>
        </p:nvSpPr>
        <p:spPr>
          <a:xfrm flipV="1">
            <a:off x="3679031" y="1520075"/>
            <a:ext cx="2000250" cy="1000125"/>
          </a:xfrm>
          <a:prstGeom prst="upArrow">
            <a:avLst>
              <a:gd name="adj1" fmla="val 50000"/>
              <a:gd name="adj2" fmla="val 5571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22080" y="4761988"/>
                <a:ext cx="3957638" cy="669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Divide by 1 -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080" y="4761988"/>
                <a:ext cx="3957638" cy="669222"/>
              </a:xfrm>
              <a:prstGeom prst="rect">
                <a:avLst/>
              </a:prstGeom>
              <a:blipFill>
                <a:blip r:embed="rId3"/>
                <a:stretch>
                  <a:fillRect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428874" y="5703798"/>
            <a:ext cx="4500564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Amount decreased by a%</a:t>
            </a:r>
          </a:p>
        </p:txBody>
      </p:sp>
    </p:spTree>
    <p:extLst>
      <p:ext uri="{BB962C8B-B14F-4D97-AF65-F5344CB8AC3E}">
        <p14:creationId xmlns:p14="http://schemas.microsoft.com/office/powerpoint/2010/main" val="2981513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Inflation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Rise in the price of goods over a period of time</a:t>
            </a:r>
          </a:p>
          <a:p>
            <a:r>
              <a:rPr lang="en-US" dirty="0"/>
              <a:t>Usually in annual percentage rate</a:t>
            </a:r>
          </a:p>
          <a:p>
            <a:r>
              <a:rPr lang="en-US" dirty="0"/>
              <a:t>Different countries have different inflation rates</a:t>
            </a:r>
          </a:p>
          <a:p>
            <a:r>
              <a:rPr lang="en-US" dirty="0"/>
              <a:t>Link to purchasing power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865" y="3892731"/>
            <a:ext cx="4196135" cy="296526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8548" y="3850482"/>
            <a:ext cx="266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32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85" y="174171"/>
            <a:ext cx="9468572" cy="6018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37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68061-9A4C-F643-BB17-2479BD930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8" y="548640"/>
            <a:ext cx="8543925" cy="5628323"/>
          </a:xfrm>
        </p:spPr>
        <p:txBody>
          <a:bodyPr/>
          <a:lstStyle/>
          <a:p>
            <a:r>
              <a:rPr lang="en-US" dirty="0"/>
              <a:t>Assume that the annual rate of inflation is 3%, and the current price of a particular item is $54. What is the price of that item in a) one year; b) 3 years?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5EEE3E-ECAD-BD41-9274-48DFF6A637A4}"/>
                  </a:ext>
                </a:extLst>
              </p14:cNvPr>
              <p14:cNvContentPartPr/>
              <p14:nvPr/>
            </p14:nvContentPartPr>
            <p14:xfrm>
              <a:off x="812880" y="1797480"/>
              <a:ext cx="6145560" cy="2480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5EEE3E-ECAD-BD41-9274-48DFF6A637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3520" y="1788120"/>
                <a:ext cx="6164280" cy="249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542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Goods and Services Tax (GST)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Goods and services tax (GST) is a broad-based tax of 10% on most goods, services and other items sold or consumed in Australia. (Australian Tax Office)</a:t>
            </a:r>
          </a:p>
          <a:p>
            <a:endParaRPr lang="en-US" dirty="0"/>
          </a:p>
          <a:p>
            <a:r>
              <a:rPr lang="en-US" dirty="0"/>
              <a:t>Rate </a:t>
            </a:r>
            <a:r>
              <a:rPr lang="mr-IN" dirty="0"/>
              <a:t>–</a:t>
            </a:r>
            <a:r>
              <a:rPr lang="en-US" dirty="0"/>
              <a:t> 10% in Australia</a:t>
            </a:r>
          </a:p>
          <a:p>
            <a:endParaRPr lang="en-US" dirty="0"/>
          </a:p>
          <a:p>
            <a:r>
              <a:rPr lang="en-US" dirty="0"/>
              <a:t>Different in other countries</a:t>
            </a:r>
          </a:p>
          <a:p>
            <a:endParaRPr lang="en-US" dirty="0"/>
          </a:p>
          <a:p>
            <a:r>
              <a:rPr lang="en-US" dirty="0"/>
              <a:t>Called Value Added Tax (VAT) in some other countries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355" y="3320427"/>
            <a:ext cx="3367314" cy="1903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05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234497"/>
            <a:ext cx="8543925" cy="1325563"/>
          </a:xfrm>
        </p:spPr>
        <p:txBody>
          <a:bodyPr/>
          <a:lstStyle/>
          <a:p>
            <a:r>
              <a:rPr lang="en-US" dirty="0"/>
              <a:t>Calculating Price including GST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645" y="1560060"/>
            <a:ext cx="7628709" cy="156966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Price including GST = original price + GST</a:t>
            </a:r>
          </a:p>
          <a:p>
            <a:r>
              <a:rPr lang="en-US" sz="2400" dirty="0"/>
              <a:t>                                   = original price + (original price * 10%)</a:t>
            </a:r>
          </a:p>
          <a:p>
            <a:r>
              <a:rPr lang="en-US" sz="2400" dirty="0"/>
              <a:t>                                   = original price *(1 + 10%)</a:t>
            </a:r>
          </a:p>
          <a:p>
            <a:r>
              <a:rPr lang="en-US" sz="2400" dirty="0"/>
              <a:t>                                   = 1.1 * original price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1036" y="352104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Calculating GST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58141" y="4846610"/>
                <a:ext cx="3999413" cy="780085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GST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Price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including</m:t>
                        </m:r>
                        <m:r>
                          <m:rPr>
                            <m:nor/>
                          </m:rPr>
                          <a:rPr lang="en-US" sz="2800" dirty="0"/>
                          <m:t> </m:t>
                        </m:r>
                        <m:r>
                          <m:rPr>
                            <m:nor/>
                          </m:rPr>
                          <a:rPr lang="en-US" sz="2800" dirty="0"/>
                          <m:t>GST</m:t>
                        </m:r>
                      </m:num>
                      <m:den>
                        <m:r>
                          <a:rPr lang="en-AU" sz="2800" b="0" i="1" smtClean="0">
                            <a:latin typeface="Cambria Math" charset="0"/>
                          </a:rPr>
                          <m:t>11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141" y="4846610"/>
                <a:ext cx="3999413" cy="780085"/>
              </a:xfrm>
              <a:prstGeom prst="rect">
                <a:avLst/>
              </a:prstGeom>
              <a:blipFill rotWithShape="0">
                <a:blip r:embed="rId2"/>
                <a:stretch>
                  <a:fillRect l="-2719" b="-7463"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383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Profit and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564368"/>
            <a:ext cx="8543925" cy="1052465"/>
          </a:xfrm>
        </p:spPr>
        <p:txBody>
          <a:bodyPr/>
          <a:lstStyle/>
          <a:p>
            <a:r>
              <a:rPr lang="en-US" dirty="0"/>
              <a:t>Profit </a:t>
            </a:r>
            <a:r>
              <a:rPr lang="mr-IN" dirty="0"/>
              <a:t>–</a:t>
            </a:r>
            <a:r>
              <a:rPr lang="en-US" dirty="0"/>
              <a:t> Selling something above the price we paid for </a:t>
            </a:r>
          </a:p>
          <a:p>
            <a:r>
              <a:rPr lang="en-US" dirty="0"/>
              <a:t>Loss </a:t>
            </a:r>
            <a:r>
              <a:rPr lang="mr-IN" dirty="0"/>
              <a:t>–</a:t>
            </a:r>
            <a:r>
              <a:rPr lang="en-US" dirty="0"/>
              <a:t> Selling something below the price we paid for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81038" y="2867706"/>
            <a:ext cx="3605348" cy="3605348"/>
            <a:chOff x="2769326" y="2919958"/>
            <a:chExt cx="3605348" cy="360534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9326" y="2919958"/>
              <a:ext cx="3605348" cy="3605348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2821578" y="4366363"/>
              <a:ext cx="3396343" cy="46166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</a:rPr>
                <a:t>Price we paid, $x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898571" y="3021449"/>
            <a:ext cx="4326391" cy="304698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Price we paid for the item = $x</a:t>
            </a:r>
          </a:p>
          <a:p>
            <a:r>
              <a:rPr lang="en-US" sz="2400" dirty="0"/>
              <a:t>Price we sold of the item = $y</a:t>
            </a:r>
          </a:p>
          <a:p>
            <a:endParaRPr lang="en-US" sz="2400" dirty="0"/>
          </a:p>
          <a:p>
            <a:r>
              <a:rPr lang="en-US" sz="2400" dirty="0"/>
              <a:t>Difference in price = $y - $x</a:t>
            </a:r>
          </a:p>
          <a:p>
            <a:endParaRPr lang="en-US" sz="2400" dirty="0"/>
          </a:p>
          <a:p>
            <a:r>
              <a:rPr lang="en-US" sz="2400" dirty="0"/>
              <a:t>If $y - $x &gt; 0, we made a profit</a:t>
            </a:r>
          </a:p>
          <a:p>
            <a:r>
              <a:rPr lang="en-US" sz="2400" dirty="0"/>
              <a:t>If $y - $x &lt; 0, we made a loss</a:t>
            </a:r>
          </a:p>
          <a:p>
            <a:r>
              <a:rPr lang="en-US" sz="2400" dirty="0"/>
              <a:t>If $y - $x = 0, we broke even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048BD5D-C158-BF43-9978-894C700E4640}"/>
                  </a:ext>
                </a:extLst>
              </p14:cNvPr>
              <p14:cNvContentPartPr/>
              <p14:nvPr/>
            </p14:nvContentPartPr>
            <p14:xfrm>
              <a:off x="6324120" y="3873600"/>
              <a:ext cx="1684080" cy="372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048BD5D-C158-BF43-9978-894C700E46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4760" y="3864240"/>
                <a:ext cx="1702800" cy="3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0044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Percentage profit/loss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22367" y="1938884"/>
                <a:ext cx="8802596" cy="7346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Percentage profit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𝑝𝑟𝑜𝑓𝑖𝑡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𝑚𝑎𝑑𝑒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𝑤h𝑒𝑛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𝑠𝑒𝑙𝑙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𝑖𝑡𝑒𝑚</m:t>
                        </m:r>
                      </m:num>
                      <m:den>
                        <m:r>
                          <a:rPr lang="en-AU" b="0" i="1" smtClean="0">
                            <a:latin typeface="Cambria Math" charset="0"/>
                          </a:rPr>
                          <m:t>𝑎𝑚𝑜𝑢𝑛𝑡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𝑝𝑎𝑖𝑑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𝑓𝑜𝑟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 </m:t>
                        </m:r>
                        <m:r>
                          <a:rPr lang="en-AU" b="0" i="1" smtClean="0">
                            <a:latin typeface="Cambria Math" charset="0"/>
                          </a:rPr>
                          <m:t>𝑖𝑡𝑒𝑚</m:t>
                        </m:r>
                      </m:den>
                    </m:f>
                  </m:oMath>
                </a14:m>
                <a:r>
                  <a:rPr lang="en-US" dirty="0"/>
                  <a:t> * 100%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2367" y="1938884"/>
                <a:ext cx="8802596" cy="734695"/>
              </a:xfrm>
              <a:blipFill rotWithShape="0">
                <a:blip r:embed="rId2"/>
                <a:stretch>
                  <a:fillRect l="-1385" b="-1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 txBox="1">
                <a:spLocks/>
              </p:cNvSpPr>
              <p:nvPr/>
            </p:nvSpPr>
            <p:spPr>
              <a:xfrm>
                <a:off x="551702" y="3906114"/>
                <a:ext cx="8802596" cy="7346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dirty="0"/>
                  <a:t>Percentage loss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charset="0"/>
                          </a:rPr>
                          <m:t>𝑙𝑜𝑠𝑠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𝑚𝑎𝑑𝑒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𝑤h𝑒𝑛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𝑠𝑒𝑙𝑙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𝑖𝑡𝑒𝑚</m:t>
                        </m:r>
                      </m:num>
                      <m:den>
                        <m:r>
                          <a:rPr lang="en-AU" i="1" smtClean="0">
                            <a:latin typeface="Cambria Math" charset="0"/>
                          </a:rPr>
                          <m:t>𝑎𝑚𝑜𝑢𝑛𝑡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𝑦𝑜𝑢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𝑝𝑎𝑖𝑑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𝑓𝑜𝑟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𝑡h𝑒</m:t>
                        </m:r>
                        <m:r>
                          <a:rPr lang="en-AU" i="1" smtClean="0">
                            <a:latin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charset="0"/>
                          </a:rPr>
                          <m:t>𝑖𝑡𝑒𝑚</m:t>
                        </m:r>
                      </m:den>
                    </m:f>
                  </m:oMath>
                </a14:m>
                <a:r>
                  <a:rPr lang="en-US" dirty="0"/>
                  <a:t> * 100%</a:t>
                </a:r>
              </a:p>
            </p:txBody>
          </p:sp>
        </mc:Choice>
        <mc:Fallback xmlns=""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02" y="3906114"/>
                <a:ext cx="8802596" cy="734695"/>
              </a:xfrm>
              <a:prstGeom prst="rect">
                <a:avLst/>
              </a:prstGeom>
              <a:blipFill rotWithShape="0">
                <a:blip r:embed="rId3"/>
                <a:stretch>
                  <a:fillRect l="-1455" t="-833" b="-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9744335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363</TotalTime>
  <Words>563</Words>
  <Application>Microsoft Office PowerPoint</Application>
  <PresentationFormat>A4 Paper (210x297 mm)</PresentationFormat>
  <Paragraphs>94</Paragraphs>
  <Slides>18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A4 Presentation</vt:lpstr>
      <vt:lpstr>5 minutes quiz</vt:lpstr>
      <vt:lpstr>PowerPoint Presentation</vt:lpstr>
      <vt:lpstr>PowerPoint Presentation</vt:lpstr>
      <vt:lpstr>Consumer Arithmetic - Percentages</vt:lpstr>
      <vt:lpstr>Application of percentages</vt:lpstr>
      <vt:lpstr>Discount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Inflation</vt:lpstr>
      <vt:lpstr>PowerPoint Presentation</vt:lpstr>
      <vt:lpstr>PowerPoint Presentation</vt:lpstr>
      <vt:lpstr>Goods and Services Tax (GST)</vt:lpstr>
      <vt:lpstr>Calculating Price including GST</vt:lpstr>
      <vt:lpstr>Profit and loss</vt:lpstr>
      <vt:lpstr>Percentage profit/loss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24</cp:revision>
  <cp:lastPrinted>2019-02-04T05:14:18Z</cp:lastPrinted>
  <dcterms:created xsi:type="dcterms:W3CDTF">2017-02-12T01:02:40Z</dcterms:created>
  <dcterms:modified xsi:type="dcterms:W3CDTF">2019-02-05T06:53:10Z</dcterms:modified>
</cp:coreProperties>
</file>