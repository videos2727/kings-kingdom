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6" r:id="rId3"/>
    <p:sldId id="259" r:id="rId4"/>
    <p:sldId id="257" r:id="rId5"/>
    <p:sldId id="276" r:id="rId6"/>
    <p:sldId id="258" r:id="rId7"/>
    <p:sldId id="277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74"/>
  </p:normalViewPr>
  <p:slideViewPr>
    <p:cSldViewPr snapToGrid="0" snapToObjects="1">
      <p:cViewPr varScale="1">
        <p:scale>
          <a:sx n="117" d="100"/>
          <a:sy n="117" d="100"/>
        </p:scale>
        <p:origin x="1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8/4/19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6482" y="510988"/>
            <a:ext cx="80682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Without </a:t>
            </a:r>
            <a:r>
              <a:rPr lang="en-US" sz="2800"/>
              <a:t>using a calculator</a:t>
            </a:r>
            <a:r>
              <a:rPr lang="en-US" sz="2800" dirty="0"/>
              <a:t>, solve the following simultaneous equations: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2x + 3y = 8 and y = 2x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y = 4x </a:t>
            </a:r>
            <a:r>
              <a:rPr lang="mr-IN" sz="2800" dirty="0"/>
              <a:t>–</a:t>
            </a:r>
            <a:r>
              <a:rPr lang="en-US" sz="2800" dirty="0"/>
              <a:t> 2 and y = 3x + 1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4y = 3x </a:t>
            </a:r>
            <a:r>
              <a:rPr lang="mr-IN" sz="2800" dirty="0"/>
              <a:t>–</a:t>
            </a:r>
            <a:r>
              <a:rPr lang="en-US" sz="2800" dirty="0"/>
              <a:t> 2 and x = y + 3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3x </a:t>
            </a:r>
            <a:r>
              <a:rPr lang="mr-IN" sz="2800" dirty="0"/>
              <a:t>–</a:t>
            </a:r>
            <a:r>
              <a:rPr lang="en-US" sz="2800" dirty="0"/>
              <a:t> 5y = 19 and x + y = 9</a:t>
            </a:r>
          </a:p>
        </p:txBody>
      </p:sp>
    </p:spTree>
    <p:extLst>
      <p:ext uri="{BB962C8B-B14F-4D97-AF65-F5344CB8AC3E}">
        <p14:creationId xmlns:p14="http://schemas.microsoft.com/office/powerpoint/2010/main" val="46956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Simultaneous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Worded Problems</a:t>
            </a:r>
          </a:p>
        </p:txBody>
      </p:sp>
    </p:spTree>
    <p:extLst>
      <p:ext uri="{BB962C8B-B14F-4D97-AF65-F5344CB8AC3E}">
        <p14:creationId xmlns:p14="http://schemas.microsoft.com/office/powerpoint/2010/main" val="163838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" t="2852" r="6413" b="3846"/>
          <a:stretch/>
        </p:blipFill>
        <p:spPr>
          <a:xfrm>
            <a:off x="457200" y="134471"/>
            <a:ext cx="9022977" cy="407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95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42" y="621553"/>
            <a:ext cx="88773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21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6"/>
          <a:stretch/>
        </p:blipFill>
        <p:spPr>
          <a:xfrm>
            <a:off x="103414" y="288472"/>
            <a:ext cx="9642928" cy="9224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9"/>
          <a:stretch/>
        </p:blipFill>
        <p:spPr>
          <a:xfrm>
            <a:off x="139700" y="1714500"/>
            <a:ext cx="9570357" cy="432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29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94" y="515470"/>
            <a:ext cx="8572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0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0"/>
          <a:stretch/>
        </p:blipFill>
        <p:spPr>
          <a:xfrm>
            <a:off x="81643" y="135571"/>
            <a:ext cx="9744527" cy="11924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0"/>
          <a:stretch/>
        </p:blipFill>
        <p:spPr>
          <a:xfrm>
            <a:off x="81643" y="1328057"/>
            <a:ext cx="9744527" cy="54098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819D3D-11FC-4842-AC22-091ED2420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3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37</TotalTime>
  <Words>57</Words>
  <Application>Microsoft Macintosh PowerPoint</Application>
  <PresentationFormat>A4 Paper (210x297 mm)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A4 Presentation</vt:lpstr>
      <vt:lpstr>PowerPoint Presentation</vt:lpstr>
      <vt:lpstr>Simultaneous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</dc:title>
  <dc:creator>Michael Loh</dc:creator>
  <cp:lastModifiedBy>LOH Michael [Shenton College]</cp:lastModifiedBy>
  <cp:revision>5</cp:revision>
  <dcterms:created xsi:type="dcterms:W3CDTF">2017-06-27T08:44:55Z</dcterms:created>
  <dcterms:modified xsi:type="dcterms:W3CDTF">2019-08-04T03:38:40Z</dcterms:modified>
</cp:coreProperties>
</file>