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83"/>
    <p:restoredTop sz="94619"/>
  </p:normalViewPr>
  <p:slideViewPr>
    <p:cSldViewPr snapToGrid="0" snapToObjects="1">
      <p:cViewPr varScale="1">
        <p:scale>
          <a:sx n="92" d="100"/>
          <a:sy n="92" d="100"/>
        </p:scale>
        <p:origin x="10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57C2B-AA34-0646-BBD7-90105BE1CF32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BFE64-F1AA-0644-B91C-9F4934E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2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www.istockphoto.com</a:t>
            </a:r>
            <a:r>
              <a:rPr lang="en-US" dirty="0"/>
              <a:t>/au/photos/</a:t>
            </a:r>
            <a:r>
              <a:rPr lang="en-US" dirty="0" err="1"/>
              <a:t>balance?excludenudity</a:t>
            </a:r>
            <a:r>
              <a:rPr lang="en-US" dirty="0"/>
              <a:t>=</a:t>
            </a:r>
            <a:r>
              <a:rPr lang="en-US" dirty="0" err="1"/>
              <a:t>true&amp;sort</a:t>
            </a:r>
            <a:r>
              <a:rPr lang="en-US" dirty="0"/>
              <a:t>=</a:t>
            </a:r>
            <a:r>
              <a:rPr lang="en-US" dirty="0" err="1"/>
              <a:t>mostpopular&amp;mediatype</a:t>
            </a:r>
            <a:r>
              <a:rPr lang="en-US" dirty="0"/>
              <a:t>=</a:t>
            </a:r>
            <a:r>
              <a:rPr lang="en-US" dirty="0" err="1"/>
              <a:t>photography&amp;phrase</a:t>
            </a:r>
            <a:r>
              <a:rPr lang="en-US"/>
              <a:t>=balance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BFE64-F1AA-0644-B91C-9F4934E0D6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0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Algebra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Solving Linear Equations</a:t>
            </a:r>
          </a:p>
        </p:txBody>
      </p:sp>
    </p:spTree>
    <p:extLst>
      <p:ext uri="{BB962C8B-B14F-4D97-AF65-F5344CB8AC3E}">
        <p14:creationId xmlns:p14="http://schemas.microsoft.com/office/powerpoint/2010/main" val="1590050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equations?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statement which two expressions have the same value e.g.</a:t>
            </a:r>
          </a:p>
          <a:p>
            <a:pPr lvl="1"/>
            <a:r>
              <a:rPr lang="en-US" dirty="0"/>
              <a:t>2x + y = 45</a:t>
            </a:r>
          </a:p>
          <a:p>
            <a:pPr lvl="1"/>
            <a:r>
              <a:rPr lang="en-US" dirty="0"/>
              <a:t>3y = 35 + x</a:t>
            </a:r>
          </a:p>
          <a:p>
            <a:pPr lvl="1"/>
            <a:r>
              <a:rPr lang="en-US" dirty="0"/>
              <a:t>y = 4x +32</a:t>
            </a:r>
          </a:p>
          <a:p>
            <a:pPr lvl="1"/>
            <a:r>
              <a:rPr lang="en-US" dirty="0"/>
              <a:t>4x = 32</a:t>
            </a:r>
          </a:p>
          <a:p>
            <a:pPr lvl="1"/>
            <a:r>
              <a:rPr lang="en-US" dirty="0"/>
              <a:t>3k = 23 + 2k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811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60F9CD-FAA6-F248-9F0A-2F6B1286D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" y="698095"/>
            <a:ext cx="6100763" cy="45656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0717DD-6BC4-7844-BD1B-E6473001A861}"/>
              </a:ext>
            </a:extLst>
          </p:cNvPr>
          <p:cNvSpPr txBox="1"/>
          <p:nvPr/>
        </p:nvSpPr>
        <p:spPr>
          <a:xfrm>
            <a:off x="1150143" y="5657850"/>
            <a:ext cx="7515225" cy="5232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Left Hand Side (LHS) = Right Hand Side (RHS)</a:t>
            </a:r>
          </a:p>
        </p:txBody>
      </p:sp>
    </p:spTree>
    <p:extLst>
      <p:ext uri="{BB962C8B-B14F-4D97-AF65-F5344CB8AC3E}">
        <p14:creationId xmlns:p14="http://schemas.microsoft.com/office/powerpoint/2010/main" val="174675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8286C-AEC5-6A49-87E1-2B0CC2D18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221BE-207E-B14F-83C5-3BEDF20BC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(or subtracting) the same number – both side of the equation</a:t>
            </a:r>
          </a:p>
          <a:p>
            <a:r>
              <a:rPr lang="en-US" dirty="0"/>
              <a:t>Multiplying (or dividing) the same number – both side of the equation</a:t>
            </a:r>
          </a:p>
          <a:p>
            <a:r>
              <a:rPr lang="en-US" dirty="0"/>
              <a:t>Equivalent equations can be use of solve linear equation</a:t>
            </a:r>
          </a:p>
        </p:txBody>
      </p:sp>
    </p:spTree>
    <p:extLst>
      <p:ext uri="{BB962C8B-B14F-4D97-AF65-F5344CB8AC3E}">
        <p14:creationId xmlns:p14="http://schemas.microsoft.com/office/powerpoint/2010/main" val="69572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E68032-9151-7B4E-831E-8FFB0A379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9" y="-1"/>
            <a:ext cx="9749071" cy="127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2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A04A1B-4856-3C48-AA07-9E03F5F67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66950" cy="122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8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144611-28BB-2F41-9FBE-407DC80B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4" y="301625"/>
            <a:ext cx="63881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91A571A-1F89-6446-AA8E-9B1CC53C6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29"/>
          <a:stretch/>
        </p:blipFill>
        <p:spPr>
          <a:xfrm>
            <a:off x="139663" y="185737"/>
            <a:ext cx="7340600" cy="9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4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0C9CF03-B644-A24D-B5AE-ACC4874A0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0" y="55562"/>
            <a:ext cx="88011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42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A6727F-A4B8-894F-920E-39A3D486D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" y="126150"/>
            <a:ext cx="97663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29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0B225B-46F6-3148-BDB8-5BADAB64F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029"/>
            <a:ext cx="9906000" cy="429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42921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525</TotalTime>
  <Words>126</Words>
  <Application>Microsoft Macintosh PowerPoint</Application>
  <PresentationFormat>A4 Paper (210x297 mm)</PresentationFormat>
  <Paragraphs>16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A4 Presentation</vt:lpstr>
      <vt:lpstr>Algebra</vt:lpstr>
      <vt:lpstr>What are equations?</vt:lpstr>
      <vt:lpstr>PowerPoint Presentation</vt:lpstr>
      <vt:lpstr>Equivalent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</dc:title>
  <dc:creator>Michael Loh</dc:creator>
  <cp:lastModifiedBy>LOH Michael [Shenton College]</cp:lastModifiedBy>
  <cp:revision>27</cp:revision>
  <cp:lastPrinted>2017-04-20T14:58:24Z</cp:lastPrinted>
  <dcterms:created xsi:type="dcterms:W3CDTF">2017-04-18T07:24:23Z</dcterms:created>
  <dcterms:modified xsi:type="dcterms:W3CDTF">2019-07-18T05:54:22Z</dcterms:modified>
</cp:coreProperties>
</file>