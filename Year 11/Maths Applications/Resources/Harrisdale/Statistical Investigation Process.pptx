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6" r:id="rId2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4683"/>
  </p:normalViewPr>
  <p:slideViewPr>
    <p:cSldViewPr snapToGrid="0" snapToObjects="1">
      <p:cViewPr varScale="1">
        <p:scale>
          <a:sx n="96" d="100"/>
          <a:sy n="96" d="100"/>
        </p:scale>
        <p:origin x="1216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8/8/18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8/8/18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8/8/18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8/8/18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8/8/18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8/8/18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8/8/18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8/8/18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8/8/18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8/8/18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8/8/18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D555-D2EB-A045-AEDE-72C9D0B9666E}" type="datetimeFigureOut">
              <a:rPr lang="en-US" smtClean="0"/>
              <a:t>8/8/18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Statistics Investigation Process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278" y="1690690"/>
            <a:ext cx="7305219" cy="464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756831"/>
      </p:ext>
    </p:extLst>
  </p:cSld>
  <p:clrMapOvr>
    <a:masterClrMapping/>
  </p:clrMapOvr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5D1E2C3C-E28F-A04D-A3BF-B9774A855780}" vid="{4F857BDB-CED6-704E-A61F-568D547E0E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A4</Template>
  <TotalTime>0</TotalTime>
  <Words>3</Words>
  <Application>Microsoft Macintosh PowerPoint</Application>
  <PresentationFormat>A4 Paper (210x297 mm)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A4</vt:lpstr>
      <vt:lpstr>Statistics Investigation Process</vt:lpstr>
    </vt:vector>
  </TitlesOfParts>
  <Company/>
  <LinksUpToDate>false</LinksUpToDate>
  <SharedDoc>false</SharedDoc>
  <HyperlinksChanged>false</HyperlinksChanged>
  <AppVersion>16.0015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Statistics Investigation Process</dc:title>
  <dc:creator>LOH Michael [Shenton College]</dc:creator>
  <cp:lastModifiedBy>LOH Michael [Shenton College]</cp:lastModifiedBy>
  <cp:revision>1</cp:revision>
  <dcterms:created xsi:type="dcterms:W3CDTF">2018-08-08T14:39:13Z</dcterms:created>
  <dcterms:modified xsi:type="dcterms:W3CDTF">2018-08-08T14:39:58Z</dcterms:modified>
</cp:coreProperties>
</file>