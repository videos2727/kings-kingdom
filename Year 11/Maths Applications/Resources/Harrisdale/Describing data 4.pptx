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96"/>
    <p:restoredTop sz="94694"/>
  </p:normalViewPr>
  <p:slideViewPr>
    <p:cSldViewPr snapToGrid="0" snapToObjects="1">
      <p:cViewPr varScale="1">
        <p:scale>
          <a:sx n="97" d="100"/>
          <a:sy n="97" d="100"/>
        </p:scale>
        <p:origin x="10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AF1F-61DD-6D43-B154-31D108EA6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Interpreting Histogram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1CDE9-5C22-2C4E-AE78-62C992C58E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7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C1FB38-9630-C14C-90B5-CE1BA1F83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09" y="0"/>
            <a:ext cx="8460954" cy="3509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A10FCA-CDDB-2341-92C6-6A559A016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704" y="3593947"/>
            <a:ext cx="6032500" cy="2997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E71455-94F0-D14C-AB25-749F5979A434}"/>
              </a:ext>
            </a:extLst>
          </p:cNvPr>
          <p:cNvCxnSpPr/>
          <p:nvPr/>
        </p:nvCxnSpPr>
        <p:spPr>
          <a:xfrm>
            <a:off x="1895061" y="3869635"/>
            <a:ext cx="45985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47FE2E-92C7-AE4D-A309-38D0DF3DDE2C}"/>
              </a:ext>
            </a:extLst>
          </p:cNvPr>
          <p:cNvCxnSpPr>
            <a:cxnSpLocks/>
          </p:cNvCxnSpPr>
          <p:nvPr/>
        </p:nvCxnSpPr>
        <p:spPr>
          <a:xfrm>
            <a:off x="1358348" y="4128052"/>
            <a:ext cx="58110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F3F9F-16B0-1E4E-934A-BAA3B2CC1317}"/>
              </a:ext>
            </a:extLst>
          </p:cNvPr>
          <p:cNvCxnSpPr>
            <a:cxnSpLocks/>
          </p:cNvCxnSpPr>
          <p:nvPr/>
        </p:nvCxnSpPr>
        <p:spPr>
          <a:xfrm>
            <a:off x="1253704" y="4353339"/>
            <a:ext cx="201958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863760-3F2F-9D48-A4C4-2AFCCE94B616}"/>
              </a:ext>
            </a:extLst>
          </p:cNvPr>
          <p:cNvCxnSpPr>
            <a:cxnSpLocks/>
          </p:cNvCxnSpPr>
          <p:nvPr/>
        </p:nvCxnSpPr>
        <p:spPr>
          <a:xfrm>
            <a:off x="1689652" y="4856922"/>
            <a:ext cx="547977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F2CFB7-05BD-C44F-9CC4-982D35494FD6}"/>
              </a:ext>
            </a:extLst>
          </p:cNvPr>
          <p:cNvCxnSpPr>
            <a:cxnSpLocks/>
          </p:cNvCxnSpPr>
          <p:nvPr/>
        </p:nvCxnSpPr>
        <p:spPr>
          <a:xfrm>
            <a:off x="1253704" y="5068957"/>
            <a:ext cx="9991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B7CC77-950C-B14A-8BDE-596AF8D1600E}"/>
              </a:ext>
            </a:extLst>
          </p:cNvPr>
          <p:cNvCxnSpPr>
            <a:cxnSpLocks/>
          </p:cNvCxnSpPr>
          <p:nvPr/>
        </p:nvCxnSpPr>
        <p:spPr>
          <a:xfrm>
            <a:off x="6149010" y="5009323"/>
            <a:ext cx="67586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7935C68-4708-C944-AA0D-DC036A933E83}"/>
              </a:ext>
            </a:extLst>
          </p:cNvPr>
          <p:cNvSpPr txBox="1"/>
          <p:nvPr/>
        </p:nvSpPr>
        <p:spPr>
          <a:xfrm>
            <a:off x="6824870" y="4824657"/>
            <a:ext cx="1457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mean score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BB0BAF0-C083-9444-9A0B-DC70EB513E42}"/>
              </a:ext>
            </a:extLst>
          </p:cNvPr>
          <p:cNvCxnSpPr>
            <a:cxnSpLocks/>
          </p:cNvCxnSpPr>
          <p:nvPr/>
        </p:nvCxnSpPr>
        <p:spPr>
          <a:xfrm>
            <a:off x="1345096" y="5340627"/>
            <a:ext cx="547977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7DEE06-CE25-9344-A464-0B04D5A8BA70}"/>
              </a:ext>
            </a:extLst>
          </p:cNvPr>
          <p:cNvCxnSpPr>
            <a:cxnSpLocks/>
          </p:cNvCxnSpPr>
          <p:nvPr/>
        </p:nvCxnSpPr>
        <p:spPr>
          <a:xfrm>
            <a:off x="1358348" y="5579165"/>
            <a:ext cx="547977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90D1B1-58E1-1D4A-BEC7-6298A4600E04}"/>
              </a:ext>
            </a:extLst>
          </p:cNvPr>
          <p:cNvCxnSpPr>
            <a:cxnSpLocks/>
          </p:cNvCxnSpPr>
          <p:nvPr/>
        </p:nvCxnSpPr>
        <p:spPr>
          <a:xfrm>
            <a:off x="1345096" y="5817705"/>
            <a:ext cx="28492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6CEA00-A65B-A14B-912E-B16963F690B4}"/>
              </a:ext>
            </a:extLst>
          </p:cNvPr>
          <p:cNvCxnSpPr>
            <a:cxnSpLocks/>
          </p:cNvCxnSpPr>
          <p:nvPr/>
        </p:nvCxnSpPr>
        <p:spPr>
          <a:xfrm>
            <a:off x="1753287" y="6082748"/>
            <a:ext cx="52571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F7EB96-F846-A94C-91C6-3F314750FCA8}"/>
              </a:ext>
            </a:extLst>
          </p:cNvPr>
          <p:cNvCxnSpPr>
            <a:cxnSpLocks/>
          </p:cNvCxnSpPr>
          <p:nvPr/>
        </p:nvCxnSpPr>
        <p:spPr>
          <a:xfrm>
            <a:off x="1253704" y="6334539"/>
            <a:ext cx="343948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32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CB42B-BFB0-E143-AF74-271EC2893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24" y="625255"/>
            <a:ext cx="9518952" cy="560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9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CAA086-38E0-9A44-B668-50756674D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369" y="282035"/>
            <a:ext cx="6683107" cy="629393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9A9701-EEA0-4E4A-A9F5-3A708805544D}"/>
              </a:ext>
            </a:extLst>
          </p:cNvPr>
          <p:cNvCxnSpPr>
            <a:cxnSpLocks/>
          </p:cNvCxnSpPr>
          <p:nvPr/>
        </p:nvCxnSpPr>
        <p:spPr>
          <a:xfrm>
            <a:off x="2729951" y="1126435"/>
            <a:ext cx="4744278" cy="927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21FEDB-6BA0-F34A-9F47-3CBE8350D8A0}"/>
              </a:ext>
            </a:extLst>
          </p:cNvPr>
          <p:cNvCxnSpPr>
            <a:cxnSpLocks/>
          </p:cNvCxnSpPr>
          <p:nvPr/>
        </p:nvCxnSpPr>
        <p:spPr>
          <a:xfrm>
            <a:off x="1305341" y="1350933"/>
            <a:ext cx="4744278" cy="927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FBA35F-AE94-264F-B5F1-C315EDEBD158}"/>
              </a:ext>
            </a:extLst>
          </p:cNvPr>
          <p:cNvSpPr txBox="1"/>
          <p:nvPr/>
        </p:nvSpPr>
        <p:spPr>
          <a:xfrm>
            <a:off x="6765236" y="1522423"/>
            <a:ext cx="2855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distribution is bimodal and the modal classes are 60 to 70 and 70 to 80</a:t>
            </a:r>
          </a:p>
        </p:txBody>
      </p:sp>
    </p:spTree>
    <p:extLst>
      <p:ext uri="{BB962C8B-B14F-4D97-AF65-F5344CB8AC3E}">
        <p14:creationId xmlns:p14="http://schemas.microsoft.com/office/powerpoint/2010/main" val="1137737838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38</TotalTime>
  <Words>20</Words>
  <Application>Microsoft Macintosh PowerPoint</Application>
  <PresentationFormat>A4 Paper (210x297 mm)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A4</vt:lpstr>
      <vt:lpstr>Interpreting Histogram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Interpreting Histogram</dc:title>
  <dc:creator>LOH Michael [Shenton College]</dc:creator>
  <cp:lastModifiedBy>LOH Michael [Shenton College]</cp:lastModifiedBy>
  <cp:revision>5</cp:revision>
  <cp:lastPrinted>2019-09-10T03:54:56Z</cp:lastPrinted>
  <dcterms:created xsi:type="dcterms:W3CDTF">2019-09-08T03:06:09Z</dcterms:created>
  <dcterms:modified xsi:type="dcterms:W3CDTF">2019-09-10T03:55:02Z</dcterms:modified>
</cp:coreProperties>
</file>