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1"/>
    <p:restoredTop sz="94729"/>
  </p:normalViewPr>
  <p:slideViewPr>
    <p:cSldViewPr snapToGrid="0" snapToObjects="1">
      <p:cViewPr varScale="1">
        <p:scale>
          <a:sx n="77" d="100"/>
          <a:sy n="77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1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56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1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7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1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0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5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5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58B94-BC93-1C4E-BEA9-7F4D0DE41011}" type="datetimeFigureOut">
              <a:rPr lang="en-US" smtClean="0"/>
              <a:t>2/14/19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B009-46CA-7542-A69E-739321A88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ipartpanda.com/clipart_images/frequently-asked-questions-6246245" TargetMode="External"/><Relationship Id="rId7" Type="http://schemas.openxmlformats.org/officeDocument/2006/relationships/hyperlink" Target="https://en.wikipedia.org/wiki/Grape" TargetMode="External"/><Relationship Id="rId2" Type="http://schemas.openxmlformats.org/officeDocument/2006/relationships/hyperlink" Target="http://www.livestrong.com/article/419969-what-are-the-benefits-of-apples-oranges-grap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vohnsvittles.com/2014/03/page/8" TargetMode="External"/><Relationship Id="rId5" Type="http://schemas.openxmlformats.org/officeDocument/2006/relationships/hyperlink" Target="http://www.cngfloristsundries.co.uk/artificial-fruit/6-artificial-decorative-apples-red-yellow-3066.html" TargetMode="External"/><Relationship Id="rId4" Type="http://schemas.openxmlformats.org/officeDocument/2006/relationships/hyperlink" Target="http://www.clipartpanda.com/clipart_images/question-mark-clipart-62465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299" y="15043"/>
            <a:ext cx="1733677" cy="27794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21268" b="14067"/>
          <a:stretch/>
        </p:blipFill>
        <p:spPr>
          <a:xfrm>
            <a:off x="287762" y="175207"/>
            <a:ext cx="3819603" cy="34268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21268" b="14067"/>
          <a:stretch/>
        </p:blipFill>
        <p:spPr>
          <a:xfrm>
            <a:off x="8175392" y="3308505"/>
            <a:ext cx="3819603" cy="34268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4722" y="26343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Comparing Apples, Oranges and Grapes?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62" y="4148563"/>
            <a:ext cx="22606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4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compare apples, oranges and grapes?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2345443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2341155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2439821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5096107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969727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5096416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</p:spTree>
    <p:extLst>
      <p:ext uri="{BB962C8B-B14F-4D97-AF65-F5344CB8AC3E}">
        <p14:creationId xmlns:p14="http://schemas.microsoft.com/office/powerpoint/2010/main" val="26426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 quantity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1564861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1560573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1659239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4315525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189145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4315834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614" y="5727595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7838" y="5776332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3233" y="5776331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</a:t>
            </a:r>
            <a:r>
              <a:rPr lang="en-US" sz="2400">
                <a:solidFill>
                  <a:srgbClr val="FF0000"/>
                </a:solidFill>
              </a:rPr>
              <a:t>1 grape 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051180" y="793732"/>
            <a:ext cx="2585227" cy="5497552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8251460" y="793732"/>
            <a:ext cx="2487165" cy="5462104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7544" y="6189276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$1.00/apple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5768" y="6238013"/>
            <a:ext cx="253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$1.10/orange</a:t>
            </a:r>
          </a:p>
        </p:txBody>
      </p:sp>
    </p:spTree>
    <p:extLst>
      <p:ext uri="{BB962C8B-B14F-4D97-AF65-F5344CB8AC3E}">
        <p14:creationId xmlns:p14="http://schemas.microsoft.com/office/powerpoint/2010/main" val="783374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on weight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66" y="1659646"/>
            <a:ext cx="3077453" cy="23080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59" y="1655358"/>
            <a:ext cx="3088889" cy="23166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88" y="1754024"/>
            <a:ext cx="3171792" cy="2119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7854" y="4410310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Apples</a:t>
            </a:r>
          </a:p>
          <a:p>
            <a:pPr algn="ctr"/>
            <a:r>
              <a:rPr lang="en-US" sz="2400" dirty="0"/>
              <a:t>$6.00</a:t>
            </a:r>
          </a:p>
          <a:p>
            <a:pPr algn="ctr"/>
            <a:r>
              <a:rPr lang="en-US" sz="2400" dirty="0"/>
              <a:t>1.2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4304" y="4283930"/>
            <a:ext cx="2522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bunch of grapes</a:t>
            </a:r>
          </a:p>
          <a:p>
            <a:pPr algn="ctr"/>
            <a:r>
              <a:rPr lang="en-US" sz="2400" dirty="0"/>
              <a:t>$8.00</a:t>
            </a:r>
          </a:p>
          <a:p>
            <a:pPr algn="ctr"/>
            <a:r>
              <a:rPr lang="en-US" sz="2400" dirty="0"/>
              <a:t>1.5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079" y="4410619"/>
            <a:ext cx="187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5 oranges</a:t>
            </a:r>
          </a:p>
          <a:p>
            <a:pPr algn="ctr"/>
            <a:r>
              <a:rPr lang="en-US" sz="2400" dirty="0"/>
              <a:t>$5.50</a:t>
            </a:r>
          </a:p>
          <a:p>
            <a:pPr algn="ctr"/>
            <a:r>
              <a:rPr lang="en-US" sz="2400" dirty="0"/>
              <a:t>1.0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553" y="5698864"/>
            <a:ext cx="2860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of apples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9492" y="5698863"/>
            <a:ext cx="3022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</a:t>
            </a:r>
            <a:r>
              <a:rPr lang="en-US" sz="2400">
                <a:solidFill>
                  <a:srgbClr val="FF0000"/>
                </a:solidFill>
              </a:rPr>
              <a:t>of oranges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48413" y="5669279"/>
            <a:ext cx="2834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Cost of 1 kg of grapes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40" y="6224030"/>
            <a:ext cx="2611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</a:rPr>
              <a:t>$5.00/kg of apple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364" y="6235702"/>
            <a:ext cx="259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$</a:t>
            </a:r>
            <a:r>
              <a:rPr lang="en-US" sz="2400" b="1">
                <a:solidFill>
                  <a:srgbClr val="002060"/>
                </a:solidFill>
              </a:rPr>
              <a:t>5.50/kg of orange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8290" y="6224029"/>
            <a:ext cx="26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</a:rPr>
              <a:t>$5.33/kg of grapes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95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comparison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043558"/>
              </p:ext>
            </p:extLst>
          </p:nvPr>
        </p:nvGraphicFramePr>
        <p:xfrm>
          <a:off x="838200" y="1529324"/>
          <a:ext cx="10515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Oranges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Grapes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Based on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$1.00/apple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$1.10/orange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Based on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$5.00/kg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$5.50/kg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$5.33/kg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5422" y="3281083"/>
            <a:ext cx="99911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Discuss the following: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What other methods can you used to compare apples, oranges and grapes?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Will the other methods give you the same answers?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If you consider buying something else like orange juices or apple juices, what are the unit measurement you can use to compare the prices?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Can you think of any other examples?</a:t>
            </a:r>
          </a:p>
        </p:txBody>
      </p:sp>
    </p:spTree>
    <p:extLst>
      <p:ext uri="{BB962C8B-B14F-4D97-AF65-F5344CB8AC3E}">
        <p14:creationId xmlns:p14="http://schemas.microsoft.com/office/powerpoint/2010/main" val="3138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buying different size of similar goods?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805" y="1027906"/>
            <a:ext cx="2247874" cy="24569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484" y="1690688"/>
            <a:ext cx="2208425" cy="1899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60" y="2064667"/>
            <a:ext cx="2680364" cy="16190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60" y="4540732"/>
            <a:ext cx="736157" cy="843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019" y="4023407"/>
            <a:ext cx="1113714" cy="14366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317" y="4204483"/>
            <a:ext cx="1081402" cy="140481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733" y="3683679"/>
            <a:ext cx="1615301" cy="18583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501" y="5215387"/>
            <a:ext cx="917302" cy="11944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508" y="4737829"/>
            <a:ext cx="1235661" cy="17429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457" y="4540732"/>
            <a:ext cx="1745370" cy="18690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3827" y="4230681"/>
            <a:ext cx="1848595" cy="23063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829" y="1505098"/>
            <a:ext cx="885348" cy="159362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479" y="1262447"/>
            <a:ext cx="1029701" cy="19878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180" y="837572"/>
            <a:ext cx="1523446" cy="24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5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CCF97F-CA44-F54D-A37D-B7A2E2754E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92" t="50000" r="33803" b="8848"/>
          <a:stretch/>
        </p:blipFill>
        <p:spPr>
          <a:xfrm>
            <a:off x="199506" y="0"/>
            <a:ext cx="7431578" cy="373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2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photographs/pictures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1</a:t>
            </a:r>
          </a:p>
          <a:p>
            <a:pPr lvl="1"/>
            <a:r>
              <a:rPr lang="en-US" dirty="0">
                <a:hlinkClick r:id="rId2"/>
              </a:rPr>
              <a:t>http://www.livestrong.com/article/419969-what-are-the-benefits-of-apples-oranges-grapes/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http://www.clipartpanda.com/clipart_images/frequently-asked-questions-6246245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http://www.clipartpanda.com/clipart_images/question-mark-clipart-6246545</a:t>
            </a:r>
            <a:r>
              <a:rPr lang="en-US" dirty="0"/>
              <a:t> </a:t>
            </a:r>
          </a:p>
          <a:p>
            <a:r>
              <a:rPr lang="en-US"/>
              <a:t>Slides </a:t>
            </a:r>
            <a:r>
              <a:rPr lang="en-US" dirty="0"/>
              <a:t>2, 3 </a:t>
            </a:r>
            <a:r>
              <a:rPr lang="en-US"/>
              <a:t>&amp; 4</a:t>
            </a:r>
            <a:endParaRPr lang="en-US" dirty="0">
              <a:solidFill>
                <a:srgbClr val="002060"/>
              </a:solidFill>
              <a:hlinkClick r:id="rId5"/>
            </a:endParaRPr>
          </a:p>
          <a:p>
            <a:pPr lvl="1"/>
            <a:r>
              <a:rPr lang="en-US" dirty="0">
                <a:hlinkClick r:id="rId5"/>
              </a:rPr>
              <a:t>http://www.cngfloristsundries.co.uk/artificial-fruit/6-artificial-decorative-apples-red-yellow-3066.html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http://vohnsvittles.com/2014/03/page/8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https://en.wikipedia.org/wiki/Grape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334</Words>
  <Application>Microsoft Macintosh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Comparing Apples, Oranges and Grapes? </vt:lpstr>
      <vt:lpstr>How do you compare apples, oranges and grapes? </vt:lpstr>
      <vt:lpstr>Based on quantity</vt:lpstr>
      <vt:lpstr>Based on weight</vt:lpstr>
      <vt:lpstr>Methods of comparison</vt:lpstr>
      <vt:lpstr>How about buying different size of similar goods?</vt:lpstr>
      <vt:lpstr>PowerPoint Presentation</vt:lpstr>
      <vt:lpstr>Sources of photographs/pictures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Apples, Oranges and Grapes? </dc:title>
  <dc:creator>Michael Loh</dc:creator>
  <cp:lastModifiedBy>LOH Michael [Shenton College]</cp:lastModifiedBy>
  <cp:revision>14</cp:revision>
  <dcterms:created xsi:type="dcterms:W3CDTF">2016-03-30T00:26:37Z</dcterms:created>
  <dcterms:modified xsi:type="dcterms:W3CDTF">2019-02-14T03:10:41Z</dcterms:modified>
</cp:coreProperties>
</file>