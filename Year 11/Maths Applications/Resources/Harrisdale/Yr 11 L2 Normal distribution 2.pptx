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0"/>
  </p:notesMasterIdLst>
  <p:sldIdLst>
    <p:sldId id="257" r:id="rId2"/>
    <p:sldId id="258" r:id="rId3"/>
    <p:sldId id="260" r:id="rId4"/>
    <p:sldId id="269" r:id="rId5"/>
    <p:sldId id="270" r:id="rId6"/>
    <p:sldId id="271" r:id="rId7"/>
    <p:sldId id="272" r:id="rId8"/>
    <p:sldId id="273" r:id="rId9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74"/>
  </p:normalViewPr>
  <p:slideViewPr>
    <p:cSldViewPr snapToGrid="0" snapToObjects="1">
      <p:cViewPr varScale="1">
        <p:scale>
          <a:sx n="111" d="100"/>
          <a:sy n="111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29:14.86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578 32 6284,'0'-9'-275,"0"2"38,0 7 484,0-7-225,0 5 257,0-5-232,0 7 1,-2 0 64,-3 0-9,3 0-7,-5 0-9,0 0-3,5 0-32,-5 0 1,5 0 42,-3 0 396,3 0-310,-13 0 0,12 0-34,-8 0 0,8 0 2,-4 0-94,7 0-6,-8 0 44,7 0 42,-7 0-25,8 0 358,0 0 0,6 2-412,-1 3-112,1-3-26,-6 12 86,0-12 1,0 7-6,0-4 0,0-1 29,0 7 1,0-6-8,0 6 1,0-6 47,0 6 0,0-6 13,0 6 0,0-1 123,0 6-166,0-7-8,0 6 1,0-7 218,0 8-188,0 1 0,0-1 6,0 0 1,0 0-15,0 0 0,0 0-6,0 0 0,0 0-44,0 0 1,0 2-6,0 3 1,0-3-25,0 3 1,0-1 59,0 1 1,0-1-38,0 7 1,0-6 26,0 6 1,0-6-10,0 6 1,0-2-37,0 1 1,0 5-3,0-4 0,0 5-14,0 5 0,0-3-6,0 3 0,0-3 20,0-2 17,-8 0 0,7 0 0,-7 6 5,8-1 0,0 2-10,0-1 0,0-2-1,0 6 1,0-6 16,0 1 1,0-3 4,0-2 0,0 6-8,0-1 0,0 2 3,0-1 0,0-3-32,0 8 0,0-2 24,0 2 1,-1 3-130,-5-3 0,5 2 89,-5-3 1,-1 5-9,2-5 1,-1-1 10,6 2 0,0-5-9,0 4 1,-5-6 44,0 1 0,-1-3-3,6-2 0,0 6 75,0-1 1,0 1-59,0-6 0,0 5 71,0 1 1,-5 4-94,0-4 32,-1 6-19,6-3 0,0 6 2,0-5 0,-5 8 4,0-7 0,-3 12 5,3-7 1,3 6-3,-3-1 0,-2-3-77,2 4 1,-1-3 63,6 3 1,-5-4-1,0 3 1,-3 3 12,3-3 1,3 0-1,-3-4 0,3 4-14,2 0 0,0 1 1,0-6 1,0 6 58,0-1 1,0 6 9,0-6 0,-2 8-85,-3-2 1,3-2 32,-3 2 1,-2-1-40,1 6 0,-1-1 18,2-4 0,3 3-6,-3-3 1,-2 1 14,1-1 0,1 2-7,5-8 0,-5 8 29,-1-2 0,1-2 3,5 2 0,-2-6 60,-3 6 1,3-2-79,-3 2 0,3 3 96,2-3 1,-2 3-56,-3 2 1,1 0 7,-6 1 1,4-1-16,-5 0 0,8 0 9,-2 0 0,-3 6-6,3-1 0,-2 1 1,2-6 1,3-2-81,-4-3 1,5 3 71,1-3 1,0 9-109,0 2 0,0-1 62,0-5 1,0-1-12,0-5 0,0 5 25,0-4 0,0 1-14,0-1 0,-6 3 11,1-3 0,0 2 9,5-2 1,0 1 103,0-6 0,-6 4-68,1-4 1,0 12-34,5-2 0,-2 4 53,-4-4 1,5 4 5,-5-4 1,-1 3-35,2-8 1,-2 4 8,1 1 0,5-5 42,-5-1 1,-1-4 8,2 5 1,-1-1-55,6 7 0,0-8 10,0-4 0,0 2 106,0-1 1,0-1-153,0-5 0,-1 2-8,-5 4 1,5-4 58,-5 3 0,4-3-6,2-2 1,0 7-57,0 4 0,0-4-112,0-1 0,-5-4 27,0-2 1,-1 5 57,6 1 1,0-1-33,0-5 1,0-1 59,0-4 1,0 8-3,0-3 1,0 4-13,0-4 1,0 0-2,0 0 0,0 6 64,0-1 1,0 1 11,0-6 0,0-2 60,0-3 1,0 3-61,0-3 1,0 3-131,0 2 0,0 1 70,0-1 1,0 0 27,0 0 1,0 0-11,0 0 0,0-1-5,0-5 0,0 3 14,0-8 0,0 8-2,0-2 1,0-2-146,0 1 0,0-6 125,0 1 0,-1-3 174,-5-2 0,4 0-140,-3 1 1,3-1-132,2 0 1,0 0 110,0 0 1,0 0 1,0 0 1,0 5-37,0 1 1,0 1-16,0-2 0,0-1-189,0 7 1,0-6 67,0 6 1,0-7-67,0 1 1,0-3 6,0-2 1,-1-2-89,-5-3 1,4 3-58,-3-3 1,3-4-248,2-1 0,0-5-115,0 0 714,0-1 0,7 0 0,2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29:16.50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226 354 7808,'0'-11'647,"0"0"-182,0-1 0,5 3-203,0-2 1,1 1 325,-6-6-457,0 7 1,0-6 52,0 5 0,0 1 159,0-2-52,0 0 77,0-5-159,-8 7 0,0 2-125,-8 7 0,-6 7 53,1 4 0,-2 9 1,1 1 1,4 8 19,-3-3 0,3 5 0,2 1 1,0 0-22,0 0 0,7 0-107,4 0 0,3-5 26,2-1 1,0-6-135,0 1 0,2-4-127,3-7 0,4 3 112,7-8 1,0 0-359,0-5 197,0 0 105,0 0 1,2 0 79,3 0 0,-8-7-115,3-3 1,-4-5-172,4-1 0,-5-5 188,0-1 1,-8-1 24,3 2 0,-3 1 181,3-6 0,-5 6-162,5-1 501,-4 3-149,-2 2-293,0 7 336,0 2 118,0 21 1,0 2-161,0 11 1,0-2-87,0-4 0,1-3-332,5 3 0,-3-3 99,8-2 1,-6 0-633,6 0 1,-6-5 63,6 0 1,0-8-196,5 3 0,-6-5 363,1-1 0,0-1 12,5-5 1,-5-8 476,-1-7 0,1-8 0,5 4 0</inkml:trace>
  <inkml:trace contextRef="#ctx0" brushRef="#br0" timeOffset="200">466 49 7819,'9'-7'-1638,"5"-2"2025,-12-7 1571,12 7-320,-5 2-1165,7 7 0,0 7 199,0 4 0,6 5-195,-1 5 1,1 0 18,-6 12 0,0-5-185,0 10 1,0-1-85,0 6 1,0-4-101,0 14 0,-7-6-98,-4 6 0,-5-1-382,-5 1 0,-6-5 297,-10 1 0,-1-1-947,-10-6 393,4-2 0,-12 6 0,7-5 610,-5 0 0,-3 5 0,-7-5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29:21.92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32 81 7320,'-9'-7'-240,"2"5"466,7-5-75,-7 0 0,5 3 361,-3-6 314,3 6-487,2-3 0,2 7 116,3 0-54,-3-7-243,12 5 1,-10-5 13,7 7 1,-6 2 57,6 3 1,-6 2-21,6 4 1,-6 3-74,6-3 0,-1 3-136,6 2 0,-5 0-71,0 0 1,0-5 95,5 0 1,0-3-144,0 3 59,0-4-38,7-7 0,-4 0-54,8 0 1,-5 0 138,4 0 1,-4-5 6,4 0 1,-1-8-144,2 2 0,3-1-192,-3 1 1,2-1 214,-3 6 1,-1-1 36,-3 2 1,1 3 191,4-3 0,1 3-79,-7 2 368,1 0-253,1 0 1,-3 2-90,6 3 1,-6-1-12,1 6 1,4-4 126,2 4 1,2-4 199,-3 5 1,5-8-287,-5 2 40,12-3-29,-4-2 0,7 0-156,-4 0-86,-3 0 242,12 0-639,-5-7 446,7-2 1,0-2 132,1 1 0,4-1-36,0-5 1,3 0-76,-3 0 0,-3 7-154,4 4 1,-10-2 323,-1 1-137,0 1 14,5 5 1,-5 0 314,-1 0-132,1 7-75,-2-5 1,0 12 93,-4-3 1,3 1-70,2-1 1,5 1-39,-4-6 1,-2 4-1,1-4 0,1-1 0,5-5 1,0 0-327,0 0 130,1-7-9,-8 5 1,5-10-60,-3 6 1,-2-4 165,1 4 0,-6-4-1,1 4 0,-4 1 30,-7 5 0,3 0 12,-8 0 1,6 0-60,-6 0 0,6 0 2,-6 0 1,1 5 402,-6 1-168,7 6-67,-5-10 1,7 10 6,-4-6-98,-3 6 1,7-10-53,-4 3 55,4-3 1,2 3-33,0 1 1,-6-1-13,6-5 1,-2 0-18,2 0 1,3-2-12,-3-3 0,-3 3 15,3-3 31,0 3-12,-2 2 1,0 0 96,-4 0-91,-3 0 13,5 0 0,-5 0 3,3 0 1,-3 5 44,4 1 1,1 1 8,-2-2 0,2-3-36,-1 3 31,3 4-35,0-7-6,5 12 72,-5-12-66,0 5 10,5-7 0,-5 0-137,7 0 128,0 0-1,-7 0-225,5 0 217,-5 0 6,7 0-16,1-7-294,-1 5 130,-7-12 0,5 12 119,-12-12-274,12 5 258,-12 0 14,5 2 44,0 0-54,-5 5 0,0-5-70,-7 7 385,-1 0-156,6 0-5,-7 0 120,5 0 0,-10 5 49,7 1-225,-1 6 341,6-10-261,0 12 0,0-7-258,1 4 226,6 3-21,-6-12-177,14 5 178,-6-7-11,0 0 0,10 0-275,-3 0 104,4-7-78,-4-2 1,2-1-98,3-1 1,-5 0 150,1-5 1,-1 5 52,-6 1 1,-1 6 78,2-1 148,-7-4 1,3 7-174,-7-3 1,-2 5 42,-3 5 1,3-1 707,-3 6-419,-4 1-84,7-2 13,-5 5-128,7-12-15,0 12 75,0-12-76,0 12 98,0-12-84,7 5 82,-5-7-579,13 0 210,-7 0 0,9 0 185,-8 0 8,5-7 0,-5 4-146,7-8-371,0 0 295,0 2 1,0-5-164,0 3 320,-7-3 0,4 3 14,-8 1 0,6 1 10,-6-2 0,0 2-8,-4 4 0,4 3 123,0-3 0,1 3 324,-6 2-204,0 0 35,0 7-258,0-5 218,0 12-171,7-5 1,-3 5-42,6-3 0,-4 1 108,5-6-1,-8 6-315,11-10 279,-5 5-8,7-7 7,1 0-165,-1 0-24,0 0 164,0 0-267,7 0 0,-5-7 203,5 5 25,-7-12-284,0 5 265,0 0-33,0-5-152,0 5-17,0 0 160,-7-5-25,-1 12 259,-1-12-247,-5 12 12,5-5-31,-7 7 248,0 0 11,0 0-221,0 0 469,0 0-217,0 0 28,0 0-55,0 0 46,0 7-196,0 2 86,0 0-116,0 5 102,0-12-4,0 12 0,6-12-173,-1 3 173,8-3-12,-12-2 21,14 0-182,-6 0-17,0 0 166,5 0-295,-5 0 0,0 0 234,5-7-25,-12 5-249,12-12 232,-12 12 32,5-12-166,-7 12 1,0-10-29,0 6 159,-7 1 192,5 5-150,-12 0-88,13 0 466,-14 0-153,6 0 297,-7 0-166,0 7-146,8 2-160,-7 0 85,6 5-66,-7-5-89,8 0 142,-7-2-16,14 0 0,-6-5-123,7 3-50,0-3 159,0-2-8,7 0-188,-5 0 1,7 0 94,-4 0-258,-3-7 149,5 5-36,-7-12 158,0 12 0,0-5-11,0 7-43,0-7 25,-7 5-1,5-5-16,-5 7 172,0 0 16,5 0-157,-12 0 1,11 2 258,-8 3-236,7-3-8,-10 5-6,13 0 17,-7-5 22,1 5-9,6 0 1,-6-5 28,7 3-5,0-3-117,0-2 93,0 0-6,0 0 0,0 0-35,0 0 27,0 0 6,0 0-20,0 0-47,0 0 60,0 0 0,-7-7-284,5 5 276,-5-5-3,7 7-3,-7 0-104,5-7 100,-5 5-9,7-5 18,-7 7-26,5 0-14,-12 0 18,12 0 157,-5 0-161,0 0 5,5 0-7,-5 0 179,0 0 0,6 0-160,-7 0 211,1 7-195,6-5 20,-6 5 17,7 0-121,0-5 98,0 5 12,0 0-25,0-5 26,0 5 8,0-7-13,-7 0-55,5 7 51,-5-5 0,7 5-12,-7-7-81,5 0 85,-12 0-17,12 0-59,-12 0 68,5 0-5,-7 0 3,7 0-226,-5 0 219,5 0-77,-7 0-159,7 0 203,-5 0-25,5-7 0,-5 5-74,3-3 104,-3 3 0,5 0 34,-7-3-69,0 3 189,0-5-211,0 7 263,7 0-200,-5 0 61,5 0 13,-7 7-28,0-5 161,7 5-177,-5-7 14,12 0-1,-12 0 6,12 0-112,-5 0-13,7 0 112,0 0-47,0 0 6,0 0 0,1-2 17,-1-3 10,0 3-19,0-5 0,1 7-27,5 0 33,-4 0-8,5 0 1,-7 0 30,0 0 1,2 0-13,3 0 1,-3 2 12,3 3-21,-3-3 14,5 5 54,-5-7-61,5 0-1,0 0 3,-5 0-2,13 0 7,-6 0-7,7 0 51,-7 0-47,5 0 4,-5 0-2,0-7-25,5 5 24,-5-12 4,0 12-35,5-12 29,-5 12 1,2-7 4,0 4-25,-8 3 18,12-5 2,-6 7-6,-1 0 1,0 0-3,-8 0 4,7 0 293,-5 0 0,7 0-85,-4 0 0,-1 0-176,6 0 21,-6 0-60,10 0 1,-7 0-29,4 0 93,3 0 33,-5 0-307,7 0 261,1 0 2,-9 0-183,7 0-1,-6 0 142,7 0 12,0 0-74,-7 0 59,5 0-32,-5 0 25,7 0 10,-7 0-14,-2 0-6,-7 0 109,7 0-103,-5 0 1,5 0-3,-7 0 100,8 0-90,-7 0 1,8 0 7,-3 0-5,-4 7 8,12-5-5,-12 5-4,5-7 6,0 0 4,-5 7-3,5-5-36,0 5 34,-5-7-9,5 7 0,-7-5-6,0 3 13,0-3-34,0-2 0,0 0-30,0 0 57,1 0-290,6 0 281,-6 0-3,14 0 1,-12 0-19,8 0 16,0 0-8,5-7 0,0 3-223,0-6 1,-5 6-106,0-1 517,-1-4-220,6 7 1,-5-7 4,0 4 0,-6 3 100,6-3 1,-2 3 288,2 2-178,-4 0-71,0 0 1,-3 2-71,6 3-33,1-3 61,5 12 1,2-7 250,3 4 1,-3 3-97,4-3 1,-3-2-155,3 1 1,-3-4 11,8 4 0,0-6-123,5 1 0,-5-3-353,0-2 1,-6 0 74,6 0 163,-8 0 145,5 0 1,-8-5-98,0-1 110,-7-6-2196,5 10 1008,-19-5 411,10 0 797,-19-2 0,5-7 0,-7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29:23.96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289 353 7838,'0'-16'-290,"0"0"0,2 6 577,3-1-94,-3 0-186,5-5 0,-7 0 229,0 0-118,0 0 1,0 0 117,0 0-131,-7 0 0,5 0-120,-3 0-54,-4 0 159,7 0 1,-7 5 10,4 1 1,1-1-63,-6-5 1,4 2-229,-4 3 244,-1-3 0,-5 10-8,0-7 0,5 8 19,0-3 0,1 5 6,-6 1 1,5 0 242,0 0-259,1 7 5,-6 2 1,5 1 15,0 1 1,2-6-25,-1 6 1,-3 0 8,8 5 1,-1-5-25,6-1 0,-5 1-6,0 5 1,-1-5-8,6-1 1,0 1-22,0 5 0,2 0-63,4 0 0,-3 0 119,8 0-171,-8 0 130,12-7 0,-6 11-10,7-4 1,-4 3-9,4-3 0,-5 0 5,5 1 0,2 4-1,-2 0 0,-2 1-3,2-6 0,0 0 1,-5 0 1,3 5 204,2 1-194,-7-1 61,5-5 0,-12 0 82,3 0-127,-3 0-4,-2 0 0,0 0 20,0 0 1,0 0 2,0 0 1,-5 0 5,-1 0 0,-1-1 68,2-5-67,-4 5 1,-7-8-192,0 3 177,0-2-76,0-1 1,5-6-58,0 5 112,1-4-56,-6-2 1,0 0-5,0 0 0,0 0-16,0 0 0,0-8-138,0-2 1,5 1 102,0-2 1,8 0-124,-3-5 111,-3 0 34,8 0-8,-7 0 240,8 0-254,0 0 65,8 0 0,-1 0 5,3 0 0,5 0 35,-5 0 0,10 0 16,1 0 1,2 0-21,-1 0 0,-3-2 11,8-3 1,-7 6-37,1-6 14,-3 14-2,-2-15 1,0 14-111,0-8 104,0 7-4,-7-6-12,-2 14 28,0-7-2,-5 8 0,3 0-78,-10 0 0,2 0-333,-8 0-272,7 8 304,-10 1 135,12-1-905,-5 7 497,7-14 650,0 14 0,0-6 0,0 7 0</inkml:trace>
  <inkml:trace contextRef="#ctx0" brushRef="#br0" timeOffset="695">546 353 8022,'0'-10'-193,"0"-1"206,0 8 0,0-6-54,0 3-10,0 4 256,7-12 48,-5 5 1,12-1-89,-3-1 0,3 0-25,2-5 1,-5 6 23,-1-1 0,1 7 0,5-1 1,0 3-6,0 2-32,0 0 1,0 0 77,0 0-61,0 7 11,0 2 0,-1 14 118,-5 4-170,-3 3 0,-1 2-104,-1 1 0,0 6 122,-5 3-20,0 5 1,-5-1 32,0-3 1,-6 1-185,6-6 0,-8-8-304,2-8 0,3-1 366,-3-5 3,0 4 0,-5-13-13,0 3 0,0 3 28,0-8-59,-7 1 46,5-6 1,-3-8 21,10-2 0,4-4 40,7-3 0,0 7-239,0-1 1,2 2 119,3-2 1,4-1 54,7 7 0,0-1 46,0 6 0,0 0 163,0 0 0,0 6-41,0-1 1,0 6-95,0-6 1,0 6-16,0-6 1,0 6-29,0-6 0,0 6-156,0-6 0,-5 6 8,0-6 0,-6 1-255,6-6 0,-6 0-378,6 0 0,-6 0 306,6 0 1,-6 0-1253,6 0 836,0 0 845,5 0 0,0 0 0,0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29:26.85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1 193 7082,'14'-2'0,"-3"-3"-311,-6-6 0,-1 2 893,1-2-161,-3 1-193,5 1 315,-7-13-286,0 12 0,5-14 122,1 8 23,-1 0 166,-5 0-18,0 0-152,7 7-343,-5 2 63,5 7 116,-7 0-159,0 0 96,0 7 0,5 2 171,1 7-371,-1 7 1,-5-3 148,0 7 0,0-2 124,0 1-114,0 5 0,0-13-50,0 3-363,0-3 210,7-9 0,-3 5-132,7-3 296,-1-4-6,6 0-30,0-7-9,0 0 0,6 0 36,-1 0-113,8 0 70,-4 0 0,7 0 13,0 0 1,-6 0 9,1 0 1,-5 0-106,4 0 0,-6 2 36,1 3 0,-3-3-338,-2 3 167,0 4-4,0-7-688,0 12 569,0-12 1,-5 10-128,0-6-586,-8 6 628,4-10 1,-7 7-399,0-4 196,0-3 588,0 5 0,-14-7 0,-4 0 0</inkml:trace>
  <inkml:trace contextRef="#ctx0" brushRef="#br0" timeOffset="224">370 129 6358,'0'-9'1713,"0"2"-1035,-7-1-215,5 7-202,-5-7 0,7 10-27,0 4 1,0 3 14,0 7 0,0 5 101,0 0 1,0 8-110,0-2 0,0 3-371,0 2 182,7 0-331,-5 0 1,5 6-740,-7-1 787,7 7 179,-5-10-1241,12 6 864,-12-15 0,14-2 130,0-7 1,0-2-166,5-3 464,-3-4 0,5-14 0,2-2 0</inkml:trace>
  <inkml:trace contextRef="#ctx0" brushRef="#br0" timeOffset="506">803 193 8078,'0'9'1103,"0"5"-698,-7-5-144,-2 14 0,-7 0 90,0 4 91,7 10-192,-5-17 0,12 17-16,-4-10 1,5 2 14,1-3 0,1 3 29,5-8-179,10-7 77,9 1 0,5-14-70,-3 5-58,10-4 186,-10-2-586,19-15 323,-12 5 0,5-21 82,-7 5-590,1 2 395,-9-13 0,-2 16 51,-11-11 0,-4 3 84,-7-3 1,-9 2-606,-7 3 246,0 4 207,-15 7 0,1 7 16,-7 3 1,-3 5 27,3 1 0,9 1 12,-5 5 0,12 3-393,0 7 1,10 5-1226,6 1 1721,3-1 0,-5 2 0,-2 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29:31.76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17 723 7241,'0'9'-1125,"0"-2"1679,0-7-241,0 0-98,-7 0 399,5 0 122,-5 0-126,7 0 543,0 0-962,7 0 1,-3 0-10,6 0 0,1-2-266,5-3 0,-4-3-45,4-2 1,-3-5 64,8 5 0,2-6 67,-1-6 0,6 3-50,-1-8 1,-2 6 66,2-6 0,-2 0-17,1-5 0,-1 2 22,-3 3 1,-4-3-4,3 3 0,-3 2-168,-2-2 1,0 2 85,0-1 1,0 1 17,0 3 1,-2 5 39,-3-5 0,1 3-3,-6-3 0,5 4 9,-6-3 0,7 3 0,-5 2-17,4 0 0,-2 7-6,-4 4 487,-3-4 56,5 7-303,-7-5-90,0 7 0,0 2 243,0 3 1,0 4-110,0 7 1,-1 2-117,-5 3 1,3 4 7,-8 7 0,6-5 11,-6 0 1,7-2-187,-1 1 0,3-1-74,2-3 0,0-4-174,0 3 244,0-3 1,2-4-34,3-3 0,-1 1 66,7-6-25,-1-1 0,6-5 13,0 0 1,0-7-5,0-4 1,2-3-233,4-2 1,-5 0-92,5 0 0,-3-6-51,3 1 1,-4-6 78,3 6 0,-1-8 52,1 3 1,-3-3 73,3 2 0,-5 2-25,-5 4 1,1 3 59,-6-3 1,1 5-101,-2 5 954,-3-3 272,5 12-493,-7-5 1,-2 9-135,-3 3 0,1 9 57,-6 8 0,1 1-136,-2-2 0,-1-1-66,6 7 0,-4-6-6,4 6 1,1-6 11,5 6 1,0-6-831,0 6 0,0-8-370,0 3 0,2-10-215,3-1 0,-1-2 347,6 2 1,1-4-555,5-7 1401,0 0 0,0 0 0,0 0 0</inkml:trace>
  <inkml:trace contextRef="#ctx0" brushRef="#br0" timeOffset="286">1188 177 11370,'16'0'-86,"0"0"266,0 0 0,0 0 53,0 0 0,0 0-680,0 0 1,-5 0-1468,-1 0-121,1 0 2035,5 7 0,0 2 0,0 7 0</inkml:trace>
  <inkml:trace contextRef="#ctx0" brushRef="#br0" timeOffset="468">1172 338 11041,'16'0'-213,"0"0"0,0 0-198,0 0 1,5 0-70,1 0 0,-1 0-1197,-5 0 1677,0 0 0,7 0 0,2 0 0</inkml:trace>
  <inkml:trace contextRef="#ctx0" brushRef="#br0" timeOffset="767">1669 193 7918,'9'0'-1158,"-2"0"3023,-7 0-947,0-7-521,0 5 1,0-3-131,0 10 1,0-1-36,0 7 1,0-1 38,0 6 0,-5 0-90,-1 1 0,-4 0-282,4 5 1,1-4-286,5 3 0,0-1-364,0 1 1,0-3 147,0 3 0,0-3-1227,0-2 1829,0-7 0,0 5 0,0-5 0</inkml:trace>
  <inkml:trace contextRef="#ctx0" brushRef="#br0" timeOffset="1301">1958 161 7918,'0'9'-236,"-8"5"1,0-5 901,-9 7 0,1-5-197,0 0 1,2-1-183,3 7 1,-1 4-58,7 0-322,-8 1 1,11-6 224,-3 0 0,3-6 53,2 1 1,2-7-137,3 1-264,4-3 1,7-2-388,0 0 0,0-7 310,0-4 1,-5-1-35,0 1 1,-2-3 39,1 3 1,-2-3 147,-8-2 0,5 0-159,0 0 127,1-1 0,-6 1 26,0 0 397,0 7 194,0-5 1,1 12 1,5-3-309,-4 3 0,12 2-97,-4 0-27,5 0 43,1 0 1,0 0 34,0 0-72,-7 7 0,3 2 358,-6 7-223,-1 0 1,-5 6-14,0-1 1,0 1 85,0-6 1,0 5-175,0 0 0,0 1-8,0-6 1,0 0 83,0 0 1,7 0 13,4 0 1,5-7-136,5-4-203,-3-3 148,12-2 0,-12 0-41,3 0 0,3-2 114,-3-3 0,0-4-201,-5-7 1,1 0-44,-1 0 0,-2-6-31,-4 1 0,-1-6 142,-3 6 1,-4-6 8,3 6 0,-5-1-78,-5 6 1,1 0 174,-7 0 1,1 7 42,-6 4-96,0 3 1,-1 2 142,1 0-427,0 7-111,0 2 1,2 7 122,3 0 322,4-7 0,0 6 0,-2-6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29:34.40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177 193 8091,'0'-11'693,"0"0"-948,0 8 277,0-4 55,0 7 1,2 5 31,3 0 0,-3 8 0,3-3 1,-3 5 212,-2 1 1,0 0 37,0 0 0,0 5-277,0 1 1,0 1 29,0-2 0,0-3-155,0 3 0,-5 3 20,-1-3 1,-4-5 15,4-5 0,-6-6 99,1 6 1,2-8-66,-2 3 0,1-5-118,-6-1 1,5-1 62,0-5 0,1 3-153,-6-8 1,5 0 126,0-5 0,6 0-208,-6 0 0,8-5 80,-3-1 1,4-6 126,2 1 0,0-1-77,0 1 1,2 2-184,4 4 1,-3 3 344,8-4 0,1 6 40,10 6 0,-4-3 71,3 8 1,4-6-1,2 6 0,-2-6 45,1 6 0,-3-1-120,10 6 1,-10-5-5,9 0 1,-5-1 49,-1 6 0,5 0 94,-5 0 0,-1 0-242,2 0 1,-6 6-76,6-1 1,-7 2-339,1-1 1,-3-5 213,-2 5 1,-5-5-453,-1-1 1,-4 6 67,4-1 618,-6 8 0,3-12 0,-7 7 0</inkml:trace>
  <inkml:trace contextRef="#ctx0" brushRef="#br0" timeOffset="337">706 257 7546,'9'-7'-978,"0"5"2369,-4-3-584,-3 3-374,12-5-477,-5 5 1,7-5-92,0 7 1,0 0-130,0 0 238,1 0 1,-1 0-62,0 0 0,0 0-177,0 0-317,0 0 287,0 0 223,0 0-536,0 0 607,-7 7 0,5 2 0,-5 7 0</inkml:trace>
  <inkml:trace contextRef="#ctx0" brushRef="#br0" timeOffset="592">690 433 7902,'9'0'792,"5"0"-431,-12 0-181,12-7 1,-5 5-69,7-3 50,-7 3 1,5 2 81,-3 0 0,3 0-28,2 0 1,1 0-249,-1 0 1,1 0-116,5 0 1,-4 0-535,3 0 1,-1 0 381,1 0 1,-3 0-1118,3 0 1416,-3 0 0,-2 0 0,0 0 0</inkml:trace>
  <inkml:trace contextRef="#ctx0" brushRef="#br0" timeOffset="942">1364 161 7902,'9'0'484,"-2"0"-159,-7-8-138,0 7 138,0-6 163,0 7-55,0 0-209,0 7 1,0 2 26,0 7 1,0 0-101,0 0 0,-6 0 65,1 0 1,-2 2-332,2 3 1,3-3-116,-3 3 1,-3-1-255,3 1 0,0-3 375,5 3 0,-6-3 34,1-2 0,0 0-661,5 0-761,0 0 1497,0-7 0,0 6 0,0-7 0</inkml:trace>
  <inkml:trace contextRef="#ctx0" brushRef="#br0" timeOffset="1359">1781 16 7902,'9'-7'3,"-2"5"55,-7-5 121,0 7 444,0 0 1,-2 7-189,-3 4 1,1 3 52,-7 2 0,1 6-147,-6-1 1,0 8-125,0-3 0,0 6-66,0 6 0,0-4-21,-1 3 1,7-5-129,-1-5 0,8-2 199,-3-4 0,6-3 16,6 4 0,2-6-383,8-6 1,1-1-15,-1-4 0,5-3 28,0 4 1,8-6 112,-2-6 1,1-3-293,-1-7 1,1 0 84,-6 0 1,-1 0-20,-5 0 1,-7 0 117,-4 0 0,-3 5-131,-2 1 340,0-1 1,-12-3 26,-4 3 0,-6 4-176,1 7 1,-2 5 90,-4 1 0,-2 6 99,8-1 0,0 3-500,5 2 1,5 0-1297,0 0 1693,8 0 0,-4 0 0,7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29:45.41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497 2599 6357,'0'-9'1113,"0"2"-960,0 7 176,0 0-262,8 0 118,-7 0-221,14 0 121,-14 0-62,14 0 0,-12 0 64,8 0-36,-8 7 1,6-6-16,-3 5 0,-3-4 1,8-2 0,-6 0 13,6 0 0,-6-2-4,6-4 1,-6 5-62,6-5 1,-6 5 35,6 1 0,-6-2-7,6-4 0,-5 5-12,4-5 1,-4 3-1,4-3 0,-4 5 2,4-5 0,-4 5-2,4 1 1,-4-6 11,4 1 0,-4-2-6,4 1 1,-4 5 11,4-5 0,-4-1 5,5 2 0,-6-2 0,6 1 1,-6 4 1,6-3 1,-6-2 4,6 2 1,-6-6-18,6 6 0,-6-6 10,6 6-35,-1-8 0,6 6 29,0-4 0,-5-1-3,0 6 1,-6-1-29,6 2 1,-6 1-3,6-6 0,-6 4 19,6-4 1,-6 6 0,6-1 0,-6-2 0,6 1 0,-6-4 8,6 4-22,-7-6 18,10 3-10,-5-7 0,7 0-2,0 0 1,-5 2-2,-1 3-1,-6-3 2,10 5 1,-10-2 0,6 0 0,-6 6 0,1-6 1,4 8 0,0-12 0,2 8 0,-1-3 0,-6-5 0,10 6 0,-10-7 0,7 0 0,-6 6 0,6-1 0,-6 6 0,6-6 0,-6 2 0,6-2 0,-6-1 0,6 6 0,-6-6 0,6 1 0,-8 2 0,3-1 0,1 4 0,-2-4 2,8-1-1,-4-5 0,1 2 3,1 3 1,-8-3 5,3 3 14,3 4 0,-6-6-17,8 8 1,-7-7-6,10 3 0,-11-6-1,8 5 0,-7-4-2,10 5-1,-5-7-2,0 0 0,5-1 0,-10 3 4,6 4-1,-6-5 1,5 12-1,-4-8 1,-3 6 0,3-6 0,-1 6-2,1-6 0,-3 6 0,3-6 0,2 6-16,-1-6 0,1 6-3,-2-6 0,-3 5-24,3-4 32,4-1 1,0-5 1,2 2-21,-1 3 0,-6-3 29,10 5 4,-12-7 0,7 5 2,-4 1 8,-3 6 18,5-10 1,-5 10-32,3-7 0,-3 6 7,4-6 0,-5 6-4,-1-6 0,6 6 1,-1-6 0,0 6 1,-5-6-4,7 1 1,-3-5-1,7 5-1,-8-5 0,6 8 0,-3-3 0,-5 1 2,5 3 0,1 3-19,-2-8 11,0 7-1,3-10 6,-7 5 0,12-1 0,-8-1 0,1 6-25,-6-6 12,7 7 0,-4-8-41,8 7 43,-7-1-56,10-1 42,-12 5 14,12-12 0,-11 12 9,8-3 3,-7 3 1,5-3 4,-4-1 6,-3 1 4,12 5 1,-11-5-24,8-1 27,-7 1-17,10 5 2,-12 0 0,10-2-2,-6-3 1,1 3-1,-2-3 0,-1 3 0,6 2 0,-4 0 0,4 0 0,-6-2 12,1-3-11,4 3-2,0-5 1,5 5 2,-3-3 0,3 3 64,-12-5-29,12 7 1,-10 0 35,7 0 13,-8 0 17,11 0-81,-12 0 11,5 0 32,0 0-31,-5 0 8,13 0-13,-14 0 1,8 0 26,-3 0 0,-5 0-4,14 7-25,-14-5 0,12 7 15,-8-4 10,1-3-65,1 5 0,-6-5 29,5 3-13,3-3 1,-6 7 39,8-4-5,-7-3 2,10 12 0,-12-10 46,3 6 32,4-6-94,-7 10 0,5-10 18,-7 7-7,7-8-20,-5 11 1,5-10 21,-7 7-7,7-8-26,-5 11 1,7-6-4,-4 2-20,-3 4 1,7-6 28,-4 2 0,-1 3-23,6-8 26,-6 8 1,5-6-2,-4 3 1,-3-1-8,3-3 1,2-3-1,-1 8 1,-1-6 12,-5 6 0,5-6 3,1 6 0,-1-6-39,-5 6 39,7-7-33,-5 10 0,10-11 12,-6 8 0,1-6-3,-2 6 0,-3-5 7,3 4 1,-1-4 1,1 4 44,-3-6-22,12 10 1,-12-10 30,3 6 0,3-4-46,-3 4 0,2-6 3,-2 1-3,-3 4-7,12 0 0,-10 2 21,7-1-3,-8-6-9,12 10-11,-14-5 1,8 5-15,-3-3 23,-5 3 24,14-5 1,-12 6 22,8-5 4,-8 5-48,12-7 0,-12 3 20,8 0 23,-8 0 0,10-1 9,-8 1 0,2-6-3,-1 6 1,-3-6-31,8 6 0,-7-6-4,1 6 0,2-6-19,-2 6 0,1-6-6,-6 6 1,2-6 27,3 6 0,-3-6-2,3 6 0,2-5-71,-1 4 12,-1-6 0,0 10 18,1-3 0,-1-2 18,-5 1 0,5-4 74,1 4 0,1-4-45,-2 4 1,-3-4 4,3 4 1,2-4-12,-1 4 1,1-4 3,-2 5 1,-3-6-4,3 6 0,2-6 6,-1 6 0,1-6-32,-2 6 0,-1-8 59,6 3-111,-6 2 42,10 1-6,-5 7 1,2-5 31,0 0 0,-6-6-3,6 6 0,-8-6 20,3 6-21,2-8 0,-4 10 23,7-8 0,-6 6-11,6-6-6,-8 8 0,12-10-24,-5 8 0,-3-6-2,-1 6 1,3-7-4,0 10 0,1-11 7,1 8 1,-6-7-6,6 1 1,-6 2-14,6-1 1,-6-1 15,6-5 0,-6 5-7,6 1 0,-6-1 5,6-5 1,-6 5-1,6 1 1,-5-1 0,4-5 0,-4 5 0,4 1 0,-4-1 0,4-5 0,-4 5 0,4 1 0,-6-1 0,8-3 0,-6 3 0,6-3 0,-3 5 0,5-5 0,-3 3 0,3-3 0,-5 12 0,7-12 0,0 5 0,0-7 0,0 7 0,0-5 0,0 5 0,-5-5 0,0 3 0,-6-3 0,6 3 0,-8-3 0,6 0 0,-3 3 0,-5-3-77,14 5 74,-13-7 1,10 2 3,-7 3-2,1-3 0,-6 5-11,7-7-1,-5 0 34,5 0 7,-7 0-1,0 0-22,7 0 38,-5 0-33,5 0 2,-7 0-1261,0 0-415,0 7 732,0-5 932,0 5 0,0 0 0,0 2 0</inkml:trace>
  <inkml:trace contextRef="#ctx0" brushRef="#br0" timeOffset="1803">0 3032 8339,'9'0'350,"5"0"-268,-5 0 0,7 0 11,0 0 53,-7 0-184,6 0 83,-7 0 0,9 0 7,-1 0 1,0 0-6,0 0 1,-6 0-27,1 0 1,0 0 1,5 0 1,0 0-57,0 0 1,2 0 79,3 0 0,-3 0-4,3 0 1,-3 0-40,-2 0 1,0 0-1,0 0 0,6 0 14,-1 0 0,0 0-1,-5 0 1,6 0-12,-1 0 0,2 0 1,-1 0 1,-3 0 66,8 0 1,-7 0-52,1 0 1,2 0 2,-1 0 1,1 5 22,-2 0 0,-1 1 2,6-6 1,-6 0 16,1 0 1,3 0 1,-3 0 1,6 0-11,-6 0 0,2 0 6,-1 0 0,-5 0 7,5 0 1,1 0-24,-2 0 0,3 0 7,-3 0 1,-3 0-5,3 0 0,2 0-3,-1 0 1,-1 0 4,-5 0 0,6 0-2,-1 0 0,0 0-25,-5 0 0,2 0 2,4 0 0,-5 0-33,5 0 0,-4 1 44,-2 5 0,0-4-17,0 3 1,0-3 11,0-2 1,0 0-5,0 0 1,0 2-37,0 3 0,2-3-5,3 3 1,-3-3 32,3-2 0,-3 0 0,-2 0 1,0 0-76,0 0 0,6 0 61,-1 0 1,0 0 41,-5 0 1,1 0-47,-1 0 0,1 0-1,5 0 1,-4 0-5,3 0 1,-3 0-1,-2 0 1,2 0 4,3 0 0,-3 0-1,3 0 1,-3 0-13,-2 0 1,0 0 15,0 0 0,0 0 24,0 0 0,0 0-31,0 0 1,0 0 0,0 0 1,0 0-2,0 0 1,1 0-2,-1 0 0,0 0-2,0 0 1,0 0-2,0 0 0,5 0-7,0 0 1,1-2 11,-6-3 1,0 3-4,0-3 0,0 3 0,0 2 0,0 0-1,0 0 0,0 0 1,0 0 0,0-6 0,0 1 0,0 0 0,0 5 0,0 0 0,0 0 0,1 0 24,-1 0 0,0 0-23,0 0 1,0 0 29,0 0 1,0 0-28,0 0 1,0 0 1,0 0 0,0 0 46,0 0 1,-5 0 3,-1 0 1,1 0-43,5 0 0,0 0 6,0 0 1,0 0-47,0 0 0,0 0 44,0 0 0,2 0-52,3 0 0,-3 0 44,4 0 1,-4 0-4,-2 0 1,0 0-26,0 0 1,5 0-10,0 0 0,1-6 19,-6 1 0,0 0 3,0 5 0,0 0-1,0 0 3,7 0 0,-5 0 1,5 0-30,-7 0 0,6-2 11,-1-3 1,2 3-4,-2-4 1,-3 5 16,4 1 1,-4 0-2,-2 0 1,0 0 6,0 0 0,0 0-1,0 0 1,0 0-3,0 0-4,0-7 2,0 5 1,0-5-5,0 7 0,0 0 10,0 0 0,0 0 1,0 0 0,0 0-6,0 0 1,0 0-1,0 0 0,0 0 7,0 0 0,-5 0 1,0 0 1,-1 0 14,6 0 1,0 0-19,1 0 1,-1 0-3,0 0 4,-7 0-6,5 0 1,-5 0-1,7 0 1,0 0-2,0 0 1,0 0 1,0 0-1,0 0 0,-5 0-6,-1 0-12,1 0 17,5 0-131,0 0 127,0 0-191,0 0 179,-7 0-14,5 0 1,-10 0-47,7 0-58,-8 0-30,11 0 1,-10 0-338,7 0 365,-8 0 1,6 5-946,-4 0 556,-3 1-917,5-6 1447,1 0 0,-7 0 0,6 0 0</inkml:trace>
  <inkml:trace contextRef="#ctx0" brushRef="#br0" timeOffset="3495">1957 674 7051,'0'-9'-62,"0"2"336,0 7 168,0 0-353,0 7 0,-2-3-23,-3 6 1,3-4 72,-3 4-63,3 1 0,2 5-12,0 0 23,0 0 0,-5 0-25,-1 0 17,1 0-53,5-7 1,0 5 18,0-3 1,0 3-5,0 2 0,0 0-13,0 1 0,0-1-28,0 0 0,0 0-2,0 0 1,0 1-32,0 5 75,0-4-20,0 5 0,0-5-30,0 3 0,0-3 34,0 3 0,0 2 2,0-1 0,-5 1 32,-1-2 1,1-3 3,5 4 1,0-3 30,0 3 0,-2-5 14,-3 5 0,3-3 16,-3 3-78,3-4-1,2 5 1,0-5-23,0 3 1,0-3-27,0 3 0,0-3-11,0-2 0,0 0 18,0 0 0,0 0-20,0 0 0,0 0 78,0 0 0,0 2 3,0 3 0,0-3-54,0 4 0,0-5-2,0 0 0,0-1 292,0 0-269,0 0 4,0 0 0,0 0 9,0 0 1,0 0-29,0 0 0,0 0-14,0 0 0,0 0 4,0 0 1,0 5-7,0 1 1,0-1 19,0-5 0,0 0-7,0 0 0,0 2-152,0 3 152,0-10-23,0 11 0,0-14 3,0 8 1,0 1 33,0-1 1,0-6 1,0 1 1,0 0-4,0 5 0,0-6 5,0 1 0,0-6-27,0 6 8,0-7 13,-7 10-26,5-5 16,-5 7-15,7-7 1,0 5-1,0-3 1,0-2-6,0 1-5,0 1 1,0 5-1,0 0 3,0 0 1,0 0 19,0 0-12,0-7-2,0 5 1,0-5 139,0 7-136,0-7 89,0 6 181,0-7-222,0 8 1,-2 1 5,-3-1 1,3-6-28,-3 1-15,3 0 0,2 5-117,0 0 138,0-7-10,0 5 1,0-11-63,0 8 65,0-7-64,0 10 7,0-5 18,0 7-1,0 0 58,0 0 1,0 0 7,0 0 0,0-5-11,0-1-33,0-6 0,0 10 0,0-10 15,0 7-10,0-8-21,0 11 1,0-10 0,0 7 3,0-8 0,0 11-14,0-3-46,0-4-11,0 7-235,0-5 240,0 0 1,0 0-198,0-3 13,0-5-171,0 6-35,0-7 1,2 0-451,3 0-238,-3 0 146,5 0 594,0 0 1,-5-1 402,3-5 0,4-3 0,0-7 0</inkml:trace>
  <inkml:trace contextRef="#ctx0" brushRef="#br0" timeOffset="4169">1380 97 9186,'-9'0'1131,"2"0"-757,7 0-75,0 0-189,0 7 0,0 2-105,0 7 0,0 5-160,0 0 114,0 1 43,0 1 0,0-3-108,0 6 0,0-6 53,0 1 0,-6 2 107,1-1 0,0 5-297,5-6 0,0 0-425,0-5 1,0-5-235,0 0-367,7-8 1269,2 4 0,7-14 0,0-2 0</inkml:trace>
  <inkml:trace contextRef="#ctx0" brushRef="#br0" timeOffset="4719">1556 145 8059,'0'16'519,"0"-6"-255,0 1 1,0 0-207,0 5 0,2 0 103,3 0 0,-1-2-163,6-3 0,-4 1 28,4-6 1,-4 4-105,4-4 0,1-1 132,5-5 0,0 0-33,0 0 0,-5-2-18,0-3 1,-1-2-186,6-4 0,-5-3-52,0 3 0,-8-3 70,3-2 0,-5 5-81,-1 0 0,-1 3 14,-5-3 1,-1-3 89,-3 3 0,-5 2 16,5-2 56,-5 8 0,-1-10-9,0 8 188,7 0 1,2 3 137,7-4-237,0 5 1,2-12 63,3 8 0,4-2-44,7 1 1,0 5 10,0-5 1,0-1 10,0 2 1,0-1 0,1 6 0,-1 0 19,0 0 0,-6 0 124,1 0 1,-6 0 7,6 0 1,-7 8-80,1 2 0,2 5 134,-2 1 0,3 0-88,-3 0 0,-2 5-31,8 0 0,-6-1 1,6-9 0,-2 3 1,2-3 0,5-4-53,0-2 1,0-3-127,5-2 1,2 0-7,-1 0 1,5-7 85,-6-4 0,4-3-121,-9-2 0,4-6-17,-10 1 0,-3 0-121,-1 5 0,-5 0 171,-1 0 0,-7-4 25,-3 4 1,-12-4-157,-4 10 0,-5 2-219,-1 3 1,0 3 142,0 2 0,7 7 116,4 4 1,3-2-449,2 2 1,7-1 582,4 6 0,3 1 0,2-1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29:51.25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354 32 6795,'-9'0'969,"2"7"-569,7-5-150,0 5 54,0 0-155,0 2 0,0 7 22,0 0 0,0 0 5,0 0 0,0 0-33,0 0 1,0 1 10,0-1 0,0 0-40,0 0 0,0 0-21,0 0 1,0 5-100,0 0 0,0 3 65,0-3 0,0-3-170,0 3 1,0 2 50,0-1 1,0 5-231,0-6 1,0 0-412,0-5 0,5 0 317,0 0 0,2 4-457,-1-4 841,-4 4 0,12-11 0,-5 7 0</inkml:trace>
  <inkml:trace contextRef="#ctx0" brushRef="#br0" timeOffset="366">1 1075 7899,'9'0'-194,"-2"7"343,-7 3 0,0 5 282,0 1 1,0 2-282,0 3 0,0-1-171,0 6 1,5-4-27,0 4 1,3-4-238,-3 5 1,-1-8-415,6 3 1,-4-5 120,4-1 577,-6 0 0,10 0 0,-5 1 0</inkml:trace>
  <inkml:trace contextRef="#ctx0" brushRef="#br0" timeOffset="1025">209 978 7734,'11'0'-731,"0"0"909,-8 0 0,10 8-2,-8 2 0,2-1-81,-2 2 0,3 1-160,2 10 0,3-4 43,-8 3 1,6 2 42,-6-2 1,1 3-30,-6-3 0,0-3-15,0 3 1,-2-3 88,-4-2 0,3 0-16,-8 0 0,2-5 394,-1 0-229,-5-8 289,6 4-169,-7-7-62,7 0-139,2 0-183,7 0 1,7 0 88,4 0 0,-2 0-149,2 0 0,1-2-184,10-3 0,-5 2 121,5-8 0,-4 0-207,-2-5 0,5 0 38,0 0 1,1-2 154,-6-3 1,0 3 71,0-3 0,0-3-7,0 3 1,-2 0 36,-3 5 0,-2 0 197,-4 0 702,-3 7-443,5 2-39,-14 7 0,0 1-72,-4 5 0,-3-3-22,3 8 0,2 0 48,-1 5-128,6 0 1,-8 0-37,6 0 0,1 0-103,5 0 1,0 0-85,0 0 1,7-2 46,4-3 1,-2 9-51,1-4 1,1 3 67,5-3 0,0 2 21,0 3 1,-2-3-42,-3 4 0,3-5-83,-3-1 1,-2 0 103,2 1 0,-8-1-3,3 0 1,-5-6 466,-1 1-144,0-7-184,0 3 1,-7-7-76,-4 0 1,-3 0 25,-2 0 1,0-2-74,0-3 1,0-3-165,0-2 1,2-5 175,3 5 1,-3-6-103,3-6 0,4 5-92,2-5 1,3-1 36,2 2 0,2-6-80,3 5 0,4-4 103,7 4 0,2 1 39,3 5 0,-3-4-113,3 4 1,-1-7-186,1 12 1,-8-6 27,3 6 1,-4 4-510,4 1 846,-7-2 0,6-1 0,-7-7 0</inkml:trace>
  <inkml:trace contextRef="#ctx0" brushRef="#br0" timeOffset="1443">466 401 8113,'-9'0'1665,"2"0"-1418,7 0 1,5-2-3,1-3 0,11 1-15,-1-6 0,9 4-144,-3-4 1,6-1-249,-1-5 0,9 0-386,1 0 1,-1 0 362,-10 0 1,3 1-1047,-8 5 582,1 3 252,-6 0 1,-6 5-524,1-4 920,-7 5 0,3 8 0,-7 2 0</inkml:trace>
  <inkml:trace contextRef="#ctx0" brushRef="#br0" timeOffset="1702">610 481 8038,'-16'9'24,"7"-2"311,2-7-39,7 0 1,2 0 165,3 0 0,4-7-442,7-4 1,6-1 59,-1 1 0,7-3-214,-1 3 1,4-3-53,1-2 1,-2 0-71,-3 0 0,3 2 237,-3 3 1,-2-1-2,1 6 0,-6 1-464,1 5-589,-3 0 1073,-2 0 0,-7 0 0,-2 0 0</inkml:trace>
  <inkml:trace contextRef="#ctx0" brushRef="#br0" timeOffset="1925">787 497 8948,'16'-16'519,"5"6"-613,0-1 1,6 0-57,-5-5 0,6 5-48,-1 1 1,1 1 202,-1-2 1,2-1 108,-8 6 1,6-4-393,-6 4 1,0 1-1258,-5 5 1535,1 0 0,-9-7 0,0-2 0</inkml:trace>
  <inkml:trace contextRef="#ctx0" brushRef="#br0" timeOffset="2116">1059 513 7948,'2'-16'607,"3"0"0,6 6-961,11-1 1,-3 0-94,8-5 1,-8 5-844,3 1 1290,3-1 0,0-5 0,7 0 0</inkml:trace>
  <inkml:trace contextRef="#ctx0" brushRef="#br0" timeOffset="3025">674 144 5917,'-9'-7'615,"2"6"-524,7-7 558,0 8 918,0 0-1108,-7-7 5,5 5-124,-5-5-301,7 7-890,0 0 708,-7 0 120,5 7 32,-5-5 172,7 5 10,0-7 130,0 0-151,-7 0 266,5 0-300,-5 0-1,7 0-59,0 0-108,7 0-31,-5 0 80,5 0-21,-7 0 576,0 0-645,7 0-69,-5 0-380,5 0 396,-7 0-2589,0 0 2715,7 0 0,2 0 0,7 0 0</inkml:trace>
  <inkml:trace contextRef="#ctx0" brushRef="#br0" timeOffset="4279">594 64 8070,'-16'0'-2033,"7"0"2078,-5-7-5,12 5-10,-12-5-5,12 7 1,-7 0 100,4 0 0,3-2-64,-3-3 0,1 3 80,-1-3 8,3 3-64,-5 2 0,5-2 143,-3-3 205,3 3 15,-5-5-186,7 0 95,0 5 36,0-5-49,-7 7-109,5 0-36,-5 0 0,5 0 116,-3 0 3,3 0-30,-5 0-84,7 0 630,0 0-685,7 0-32,-5 0-7,12 0 54,-12 0-183,12 0 0,-12 2 85,3 3 0,-1-3 78,1 3-150,-3-3-25,5-2 102,0 0-25,-5 7-75,12-5 92,-12 5-119,12-7 56,-5 0-3,7 0 1,-5 0 25,0 0-7,-8 7 36,11-5-30,-5 5 1,2-7-10,0 0 0,-8 0 0,10 2-26,-8 3 27,7-3 0,-8 5 17,7-7-18,-8 0 1,10 2-2,-8 3 0,2-3 16,-1 3-3,-5-3 9,14-2 0,-12 0-19,8 0 1,-8 2 58,3 3-48,3-3-70,-7 5 74,5-7-24,0 0 1,-4 2 5,8 3-12,-7-3 1,5 7-12,-4-4-7,-3-3 0,7 5 27,-4-7-30,-3 8 20,5-7-6,0 6 0,-4-5-7,8 4 13,-7-5 0,5 6-2,-4-7 1,-3 0-2,12 0 6,-12 8-4,12-7-1,-12 7 5,5-8-3,0 0-52,-5 0 24,12 7 0,-10-6 22,6 5-4,-6-4-69,10-2-14,-5 0-43,7 0 84,0 0 16,0 7 7,-7-6 4,5 7-111,-12-8 110,5 0 1,-5 1-34,3 5-3,-3-5-164,13 7-49,-7-1 0,3-5-82,0 3 20,-8-3 252,12 5 1,-12-5-161,8 3 0,-6 2-179,6-2 219,0 1 1,3-4 43,-3 3 1,3-3-11,-3 3 0,-3-1-344,3 1 276,0-3 1,5 5-294,0-7 81,0 0 277,0 0 0,0 0-130,0 0 304,0 0 0,0 0 0,0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29:57.70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755 1 6617,'-9'0'568,"2"0"-372,7 0 830,0 0-849,-7 7-54,5-5 33,-5 5-200,7-7 147,-8 0-7,7 0 35,-6 0-36,-1 0-176,7 0 92,-14 0 0,12 0-19,-8 0 1,6 0 210,-6 0-125,8 0 96,-12 7-73,6-5 12,-7 5-30,0-7 9,0 0-67,0 0 1,6 0 10,-1 0 9,0 0 4,2 0 8,-5 0-9,5 0 28,-7 0-2,0 0-68,0 0-3,0 0-7,0 0 0,0 0-8,0 0 0,5 5-31,0 0 58,1 1-7,1-6 0,-5 0 222,3 0-216,4 0-1,-8 0 0,7 0 4,-8 0 0,5 0 77,0 0 0,0 0 171,-5 0 1,6 0-156,-1 0 0,0 0 14,-5 0 1,6 0-160,-1 0-21,0 0 173,-5 0-177,0 0-50,0 0 153,7 0 1,-5 0-2,3 0 0,2 0-169,-1 0-331,6 0 148,-10 0 33,12 0 0,-7 0-554,4 0 389,3 0 229,-5 0 0,9 0-1053,3 0 579,-3 7 687,12-5 0,-5 12 0,7-5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29:59.46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33 0 8006,'-9'2'-772,"4"4"974,3-5 93,2 6-125,0 1 0,0 0-33,0 9 1,0-7 0,0 1 1,0 0-162,0 5 0,0 0 94,0 0 1,0 0-68,0 0 0,0 0-111,0 0-168,0 0 1,0 0-192,0 0-385,0-7 417,0 5 434,0-12 0,-7 5 0,-2-7 0</inkml:trace>
  <inkml:trace contextRef="#ctx0" brushRef="#br0" timeOffset="216">49 113 7597,'0'-9'-178,"0"2"532,0 7-145,0 0 0,-2 7-27,-3 3-102,3 5 1,-7 1-150,4 0 0,3 0 117,-3 0 1,-3 0-88,3 0 0,0 0-202,5 0-470,0 0 103,0 0-146,0 0 754,0-7 0,0-2 0,0-7 0</inkml:trace>
  <inkml:trace contextRef="#ctx0" brushRef="#br0" timeOffset="433">273 129 7720,'0'-9'-959,"-7"2"1525,-2 14-309,-7 2 1,6 7-53,-1 0 0,2 0-26,-2 0 1,2 0-124,4 0 0,1 0-131,-6 0 0,6 0-120,-1 0 1,3 0 38,2 0-640,0 0 271,0 0-30,0-7 324,0-2 231,7-7 0,-5-7 0,5-2 0</inkml:trace>
  <inkml:trace contextRef="#ctx0" brushRef="#br0" timeOffset="652">209 97 8040,'-7'-9'-817,"5"2"955,-5 7 0,2 7 360,-1 3 0,1 5-261,5 1 1,0 0-76,0 0 1,0 5-114,0 1 0,0 4-8,0-4 0,0-1-191,0-5 1,2 0-21,3 0 1,-3 0-723,3 0 72,4-7 222,-7-2 345,12-7 0,-12-7 253,3-4 0,3-3 0,-3-2 0,0-5 0,-5-1 0,0-6 0,0 3 0</inkml:trace>
  <inkml:trace contextRef="#ctx0" brushRef="#br0" timeOffset="833">225 113 8040,'0'-9'0,"-2"0"-578,-3 3 370,3 5 268,-5-6 0,7 8 125,0 5 1,-2-3-2,-3 8 1,3 0 28,-3 5 0,3 0-89,2 0 1,0 2-125,0 3 1,0-7-78,0 8 0,0-13 67,0 7 1,0-4-664,0 4 508,0-7 1,2-2 56,3-7-271,-3 0-56,5 0 1,-7-7 216,0-4 1,0-3 217,0-2 0,0 0 0,0 0 0,0 0 0</inkml:trace>
  <inkml:trace contextRef="#ctx0" brushRef="#br0" timeOffset="1862">161 113 8040,'-11'-6'0,"1"1"-51,6 0 0,-5 5 27,4 0 206,3 0 0,-7 7 52,4 3 0,3 5-150,-3 1 0,3 2 70,2 3 0,0-3-243,0 3 0,2-5 112,3-5 1,-1 1 293,6-6-354,1 6 1,5-10-282,0 3 0,-5-3 157,-1-2 0,-4-5-26,5-1 1,-3-6 17,3 1 0,2-3 80,-8-2 0,6 0-42,-6 0 1,2 0 103,-2 0 1,-3 0 4,4 0 1,-5 5-17,-1 0 146,0 8-19,0-4 0,0 8 198,0 5 1,0 3 124,0 7 0,0 5-119,0 0 0,0 6-42,0-5 1,0 4-166,0-4 0,2 4-132,3-4 1,-1 5 208,7-6-207,-1 0 1,5-10 95,-5 0-203,5-8 1,-12 4 49,8-7 0,-6-7 96,6-3 1,-7-5-148,1-1 1,2-2 102,-2-3 1,2 3-5,-1-3 0,-4-2 41,3 1 0,-3 1-1,-2 5 0,0 5 47,0 1 141,0 6 6,0-3 1,0 9-112,0 3 1,0 4 136,0 7 0,0 0-39,0 0 1,0 5-90,0 1 0,0 1 108,0-2-66,0-3 1,0 5-100,0-7-351,7-7 91,2-2 215,7-7 0,-6 0-125,1 0 1,-5-7 18,4-3 1,-4-5-110,4-1 0,-4 0 189,4 0 1,-6 0-82,1 0 66,4 0 0,-7 0-89,3 0 385,-3 7-222,5 2 185,-5 7 0,5 2 44,-7 3 1,0 4 4,0 7 1,-2 0-132,-3 0 0,3 0 28,-3 0 1,3 0-92,2 0 1,0 0 97,0 0-204,7-7 1,-3 4 83,6-8 0,-4 0-187,4-5 55,-6 0-43,10-7 1,-7-2 141,4-7 0,-2 0-18,-4 0 1,-3-2-120,3-3 1,3 3-534,-3-3 639,0 3 0,-3 4-126,3 3 392,-3 4-118,5 7 0,-7 2 144,0 3 1,0 4-200,0 7 1,-5 0 15,0 0 1,-1 0 19,6 0 1,0 0 194,0 0 0,0-5-316,0 0 0,0-6 109,0 6-151,7-8 1,-3 4-13,7-7-18,-8 0 1,6-1 103,-3-5 0,-5 3-41,5-8 0,-3 2-80,3-2 1,-5-3-203,5 3 0,-3 3 260,3-3 1,-5 5-72,5-4 265,-5 6-91,-1-3 149,0 7 1,0 2-139,0 3-21,0 4 0,0 7 61,0 0 0,2-5 192,4 0 0,-5-6-279,5 6 0,-4-6 50,-2 6-314,7-8-40,-6 4-103,14-7 374,-14-7 0,12-2-152,-8-7-92,1 0-370,1 0 588,-5 0-49,5 7 213,-7 2-204,0 7 1,0 7-32,0 4 0,1 1-244,5-1 0,-4 3 366,3-3 0,4 3 0,0 2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0:05.23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0 145 7238,'0'-16'1277,"0"0"-1099,0 7 0,6 0 341,-1 4-185,7 3-309,-3-12 0,7 10 169,0-6 0,-5 6-11,0-1 1,-1 3-21,7 2 1,-7 2 41,1 3 1,0-1-60,5 6 0,0 3 167,0 8 0,0-3-89,0 3 1,0-1 43,0 1-79,0-3-69,0 12 0,5-10 71,1 7 1,-1-6-59,-5 6 0,0-8-145,0 3 1,6 1 191,-1-2 1,0 1-43,-5-6 1,0 0-330,0 0 1,-1 0-55,-5 0 0,3 0-844,-8 0 555,8 0-304,-11 0-186,12 0-578,-12-7 675,5-2 492,-7-7 435,0-7 0,0-9 0,0-9 0</inkml:trace>
  <inkml:trace contextRef="#ctx0" brushRef="#br0" timeOffset="229">530 17 7976,'0'-9'28,"0"2"1,-6 8-9,1 5 0,-6 5 1289,6 10-310,-8 4-561,4 7 1,-7 0-287,0 0 1,0 6 184,0-1-484,-7 7 201,-2-3 1,-7 6 6,0-4 1,0 3-135,0-3 1,2-1 172,3-4 1,4-1-57,7-10 0,1-4-44,5-1 0,-5-5 0,6-1 0</inkml:trace>
  <inkml:trace contextRef="#ctx0" brushRef="#br0" timeOffset="928">1059 466 7767,'0'-16'-160,"0"0"150,0 0 324,0 0-145,0 0 1,5 0-83,0 0 1,6 0 69,-5-1 0,6 7 137,-1-1 1,3 2-143,2-2 1,-5 4-4,-1 7 1,-4 0 22,4 0 0,-4 7 180,4 4 1,-1-2-232,2 2 0,3-2 47,-3 1 1,3-1 38,2-3 1,6-5-147,-1 5 0,0-4-223,-5-2 1,6 0 236,-1 0 0,6-8 19,-6-2 1,3-5-416,-3-1 0,-3 2-336,3 3 0,-3-3-1094,-2 4 843,0 2 908,0-6 0,0 5 0,0-7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0:07.26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17 16 7962,'-8'9'150,"7"6"296,-6-14-314,7 7-486,0-8 2037,0 0-2443,0-8 542,0 7 1,0-8-10,0 3 227,7 5 0,-6-14 0,7 6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0:10.86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273 401 6396,'0'-16'974,"0"6"-890,0-1-133,0 7 233,0-10-60,0 12 1,0-7 160,0 4-17,0 3-302,0-5 133,0 7 76,0 0 64,-7 0 0,5 7-21,-3 4 0,3-2-22,2 1 0,-5 3 4,0 8 0,-8-1 25,2 7 0,3-6-53,-3 6 0,0 0 22,-5 5 1,2-6 11,3 1 0,-1 0-2,6 5 0,-6-2-651,1-3 244,4 3 149,-7-12 1,7 5-86,-4-7 133,-3 0-138,5 0 1,-2-1 188,0-5-101,8-3-394,-11-7-280,12 0 210,-5 0-112,7 0-2007,0 0 2448,7-7 1,-4 5 190,8-3 0,-6-2 0,6 2 0,0-15 0,5 2 0</inkml:trace>
  <inkml:trace contextRef="#ctx0" brushRef="#br0" timeOffset="596">257 449 6203,'0'-9'-21,"0"1"98,0 2-41,0 4 1,0-7 563,0 4 737,0 3-355,0-5-172,0 7-305,0-7-63,0 5-198,0-5 0,2 9-17,3 3 0,-3-1 0,4 7 0,-3-6 102,2 6 0,-3-1-103,4 6 0,1 2 13,-2 4-87,8-5 1,-5 12-135,9-8 1,-3 1 111,-4-6 1,5-2 3,-5-3 1,5 3 12,1-3 0,-6 1-31,1-1 1,0 3-140,5-3 1,-5-4-67,-1-2 190,1 4 0,3-5 113,-3 6-118,3-6 0,-10 3 69,6-7 27,-6 0-91,3-7 0,-2 3 0,1-6 1,-1 4-133,-5-4 0,2 4-47,3-4 0,-3 4-97,3-4 219,-3 6-49,-2-10 1,0 5-32,0-7 57,0 0-24,0 0 1,5-2-2,1-4 1,-1 3 12,-5-8 1,0 0-2,0-5 1,0 0-410,0 0-723,7-7 726,-5 5 1,5-3-601,-7 10 478,7 4 128,-5 7-535,5 0 150,-7 7 60,0 2 206,7 7 200,-5 7 0,11 2-367,-8 7 678,0 0 0,2 0 0,2 0 0</inkml:trace>
  <inkml:trace contextRef="#ctx0" brushRef="#br0" timeOffset="1015">1284 32 7918,'0'-9'565,"-6"1"-348,1 2 0,-2 4 243,2-3-257,3 3 0,-12 9 355,3 4-108,4 10-178,-7 4 216,5 8-325,-7-1 0,1 7 163,5 4-71,-5 3-65,6 2 0,-5-5 27,4 0 0,1-2 0,3 1 1,4 3-236,-3-8 0,3 6-161,2-6 1,6-1-676,-1-9 1,8 3 475,-3-3 0,4-2-1432,3 2 820,-1-8 990,0 4 0,7-7 0,2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0:13.11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33 8011,'9'-16'1145,"-2"7"-701,-7 2-222,0 7 1,0 9 169,0 7 1,0 0-148,0 5 0,0 4-191,0 2 1,0 3 12,0 2 1,0-5-164,0 0 0,0 0-201,0 5 1,0-2-370,0-3 1,2 1 445,3-6 0,-1-3 27,7-8 0,-6 1-1245,6-6 1438,-8-1 0,19-12 0,-5-2 0</inkml:trace>
  <inkml:trace contextRef="#ctx0" brushRef="#br0" timeOffset="485">273 65 7957,'-7'16'14,"3"-3"247,-7 3 0,8-4 8,-3 10 1,-1-5 178,2-1 0,0 6-221,5-1 1,0 1-50,0-6 1,0 0-309,0 0-225,7 0 482,2-7 5,7-2-307,0-7 1,-2-7 63,-3-4 0,-4-3-56,-7-2 1,5 0 101,1 0 0,-1 0 34,-5-1 0,0 1-276,0 0 0,-2 0 43,-3 0 0,3 0 288,-3 0 1,3 6-80,2-1 1,0 6-24,0-6 41,7 7 0,2-3 119,7 7 1,-5 0-123,-1 0 0,1 0 45,5 0 1,-5 0 157,-1 0 1,-1 2-89,2 3 0,2 4 122,-8 7 0,0 0-48,-5 0 0,6 0-49,-1 0 1,2 0 12,-2 0 0,-1 0 122,7 1 1,-6-3-132,6-4 1,-1 3 157,6-8-124,0 1 0,0-6-76,1 0 1,-1-8-148,0-2 0,-6-4 64,1-2 1,-7-1-69,1 1 1,-3 0-23,-2 0 0,0-5-230,0 0 1,-7-1 191,-4 6 1,2 7-31,-2 4-120,1-4 1,-6 7-1,-1-3 1,9 5-34,2 5 1,4-1-290,2 6 258,0 1 1,0 5 362,0 0 0,0 0 0,0 0 0</inkml:trace>
  <inkml:trace contextRef="#ctx0" brushRef="#br0" timeOffset="726">818 514 7886,'11'0'-107,"-1"0"0,-6 7 107,1 4 0,-3-2 1385,-2 2-186,0-1-727,0 6 0,0 0-306,0 0 0,0 0 84,0 1 0,-7-1-28,-4 0 1,-5 0-510,-5 0 0,-4 0-1435,-7 0 1722,0 0 0,-7 7 0,-2 2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0:15.06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65 209 7970,'0'-16'42,"0"5"193,0 0-94,0 8 119,0-11-114,0 12 2,0-5 1,0 8-15,0 5 1,0-3 26,0 8 1,0 0 10,0 5 0,0 5-94,0 1 0,-6 6 66,1-1 0,-2 3-151,1 2 0,5-2-35,-5-3 0,-1 4-161,2-5 0,-6 3-35,6-3 1,0 3-301,5-8 0,0 6 107,0-5 215,0-1 216,7-12 0,2-2 0,7-7 0</inkml:trace>
  <inkml:trace contextRef="#ctx0" brushRef="#br0" timeOffset="340">289 209 8107,'-9'2'361,"4"3"1,-4 4-168,-2 7 0,2 5 30,-1 1 0,4 6 13,-4-1 1,1 9 95,-2 1 1,-1 0-84,6-4 0,1-1-239,5 0 1,2-6-25,3 1 1,-1-9-60,6-2 1,1-2 30,5-8 0,0-1-52,0-5 1,0 0 96,0 0 1,6-7-8,-1-4 1,0-5-193,-5-5 0,-5 3-37,0-4 0,-6-1-74,6 2 1,-8 0 107,3 5 0,-12 1 87,-4 5 36,-5 2 58,-1 8 0,0 0 137,0 0 0,-5 2-208,0 4 1,1 2-1,9 9 1,-1-1 292,6 0 0,-1 0-56,2 0 1,5 0-1019,0 0 407,0-7 73,7-2 0,0-2-734,4 0 1123,3 1 0,9-13 0,2-2 0</inkml:trace>
  <inkml:trace contextRef="#ctx0" brushRef="#br0" timeOffset="633">546 113 7970,'7'-16'-433,"-5"0"1,5 5 421,-7 0 40,7 8 256,-5-5 64,12 8 0,-10 0-197,6 0 1,-6 8-42,1 2 1,2 5 171,-1 1 1,-1 5-130,-5 0 0,0 6-10,0-6 0,0 1 39,0-6 0,-2 0 190,-3 0-155,3 0 0,-10-5 212,6-1-133,1-6-136,5 3 1,7-7-425,4 0 0,8-7-156,3-4 1,4 2-100,-4-1 1,6 1-108,-1-2 0,-4 2 625,-1 4 0,3-4 0,0-7 0</inkml:trace>
  <inkml:trace contextRef="#ctx0" brushRef="#br0" timeOffset="925">963 0 7970,'9'0'714,"5"0"1,-10 9-181,6 7 1,1 2-48,5 9 0,-5 1-27,-1 10 1,-4-4-151,4 3 1,-6 4-48,1 2 0,2 3-40,-1 2 1,-3 0 0,-8 1 0,-4 2-807,-7-3 0,-7 4-243,-4-9 0,-3-2 639,-2 2 0,-2-6 187,-3 6 0,-4-8 0,-8 5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0:22.81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177 241 8130,'0'-16'-184,"0"0"0,0 0 1356,0 0-456,0 7-279,0 2 63,0-1-273,0 7-188,0-7 1,0 16 360,0 2 1,-5 6-59,-1 6 1,-1 8-105,2 7 0,3 8-92,-3-2 1,-2 1-145,1-1 1,1 3 85,5-3 0,-5 4-116,-1 1 0,1-6-185,5 1 0,0-9-462,0-2 1,0-2-303,0-8 1,0-1-118,0-5 237,7-7 0,-3-2 857,6-7 0,-6 0 0,3 0 0</inkml:trace>
  <inkml:trace contextRef="#ctx0" brushRef="#br0" timeOffset="381">17 209 8102,'0'-16'-39,"0"0"0,0 7 424,0-6-261,-8 6 45,7-7 94,-6 0-149,14 0 0,7 7-188,7 4 1,3 3 187,-3 2 1,-1 0-11,6 0 0,1 7-112,5 4 0,-2 3 63,-3 2 1,2 0-148,-8 1 0,0-1 53,-5 0 0,-7 0 35,-3 0 1,-5 0 55,-1 0 0,-8-6-3,-9 1 1,0 0-44,-10 5 0,0-5-7,-5-1 0,2-1-411,3 2 197,4 3-9,7-12-695,0 12 429,7-12 210,2 12 280,7-12 0,14 5 0,4-7 0</inkml:trace>
  <inkml:trace contextRef="#ctx0" brushRef="#br0" timeOffset="1074">722 128 7974,'0'-16'-919,"0"0"883,0 0 412,0 7-326,0-5 1,0 11 529,0-8-59,0 7-61,0-3-286,0 7 1,0 2 181,0 3-186,0 4-21,-7 14 1,5 2 387,-3 7-85,-4 1-230,7 6 0,-7 2 71,4 7 1,3 2-160,-3 3 1,3-3-140,2 4 1,0-5 21,0 0 1,0-1-234,0 0 1,7-7-48,4-4 0,3-8 168,2-3 0,0-6-536,0 1 1,2-5 30,4-5 1,-5-4-193,5-7 1,-4 0 134,-2 0 657,0 0 0,0-7 0,0-2 0</inkml:trace>
  <inkml:trace contextRef="#ctx0" brushRef="#br0" timeOffset="1417">883 273 7694,'9'0'300,"0"0"-103,-4 0 0,4 0 310,7 0 1,-5 7-221,-1 4 0,1 3-43,5 2 1,2 5-18,3 1 0,-1 4-16,6-4 1,-6 6-22,1-1 1,3-2 110,-3 2 1,6-1-419,-6 7 1,6-7-9,-6 1 0,1-7 30,-6 1 0,-2 2 2,-3-1 0,3-3-405,-3-8 261,-4 3 1,2-7-654,-4 4-587,-3-4 532,5-7 945,-7 0 0,0-7 0,0-2 0</inkml:trace>
  <inkml:trace contextRef="#ctx0" brushRef="#br0" timeOffset="1609">1348 257 7974,'-16'0'150,"0"5"100,0 0 1,0 10-29,0 1 0,-2 5-30,-4 6 1,3 3 59,-8-3 0,6 9-175,-6 1 0,6 6-115,-6-6 1,7 2-227,-1-1 1,5-4-104,5 3 1,4-5-1120,7-5 1486,0 3 0,7-12 0,2 5 0</inkml:trace>
  <inkml:trace contextRef="#ctx0" brushRef="#br0" timeOffset="2016">1524 273 8929,'0'-9'1085,"0"2"-881,0 7 0,7 2 0,4 3 0,3-2-56,2 8 1,2-6-183,4 6 0,-3-5-114,8 4 0,0-4 175,5 4 1,-6-4 11,1 4 0,-2-1-78,2 2 1,1 3-201,-6-3 1,-1-2 184,-5 1 0,0 1 71,0 5 1,-7 0 92,-3 0 1,-5 0 222,-1 0 0,-7 6 12,-4-1 0,-8 8-108,-2-3 1,-8-1-109,2 2 0,2 0 10,-1 5 0,-1-5-97,-5-1 0,1-6-26,5 1 1,3 2-237,7-1 1,-1-6-105,1-5 1,6-3-1007,-1 3 791,8 3 47,-5-12 492,16 5 0,8-14 0,8-2 0</inkml:trace>
  <inkml:trace contextRef="#ctx0" brushRef="#br0" timeOffset="2256">2230 321 8283,'0'-9'1585,"0"14"-1281,0 11 1,0 9 115,0-3 0,2 10-123,3-5 0,-3 6-68,3-6 0,-1 9-523,1 1 0,-1-3-257,6-2 0,-4-9-681,4 9 0,-4-5 161,4 0 1071,1-11 0,5-2 0,0-5 0</inkml:trace>
  <inkml:trace contextRef="#ctx0" brushRef="#br0" timeOffset="2572">2567 305 8006,'-9'-7'254,"2"5"624,7-5-186,0 7-102,0 0-534,7 7 1,-4 4 113,8 10 1,-2-3 84,2 3 1,3 4-84,-3 2 1,-4 3-111,-2 2 0,-3 0-142,-2 0 0,0-1-520,0-5 0,-7 3 447,-4-8 0,2 1 154,-1-6 1,-1 0 240,-5 0 0,0-5-70,0-1 0,5-4-70,0 4 81,8-6 0,-4 5 577,7-4-539,0-3 1,1 5-100,5-7 0,8 0 51,7 0 0,3 0 3,-3 0 1,4-2-1248,7-3 1,-5 1 213,-1-6 0,-4 4-160,5-4 0,-8 4 354,3-4 663,3-1 0,-8-5 0,6 0 0</inkml:trace>
  <inkml:trace contextRef="#ctx0" brushRef="#br0" timeOffset="2909">2984 385 7956,'0'-9'502,"0"2"1,-2 7 300,-3 0-454,3 0 0,-7 7-59,4 4 1,3 3-51,-3 2 1,-3 0-58,3 0 0,0 0-87,5 0-100,7 0 0,2-5 128,7 0 1,0-8-136,0 3 0,2-12-71,3-4 0,-3-1-103,3-5 0,2 3 126,-1-8 1,-3-2-120,-8 1 0,2-4 4,-8 4 1,6-4-278,-6 4 0,-1-5 24,-10 6 0,3 0 81,-8 5 0,4 1 392,-9 5 1,7 3-53,-13 7 1,10 1 50,-4 5 0,0 3-82,5 7 1,-3 0-6,-2 0 1,5 5-135,1 1 1,6 1-87,-1-2 0,3-1-263,2 6 1,0-1 524,0 2 0,-7 3 0,-2-5 0</inkml:trace>
  <inkml:trace contextRef="#ctx0" brushRef="#br0" timeOffset="3264">3128 561 7986,'0'-8'890,"0"0"-360,-7 8 0,-2 2-94,-7 4 0,0 4 88,0 12 1,0-3-80,0 8 1,0 0-70,0 5 1,5 0-152,0 0 0,8-2 0,-2-3 1,3-2-84,2-4 1,7-8-194,4 3 1,3-5-38,2-1 1,0-3 144,0-7 1,5-1-389,1-5 1,4-3 0,-4-7 1,5-2-172,-6-3 1,0 3 63,-5-3 1,-5-4-152,0-2 0,-8-3 145,3-2 1,-6 5-30,-6 0 0,-1 8 367,-3-3 1,-10 6-86,4 6 1,-4-3 220,4 8 0,0-1-16,0 6 1,0 2-32,0 4 0,5-3-197,1 8 1,6-6-129,-1 6 0,3-6 33,2 6 308,0-8 0,0 12 0,0-6 0</inkml:trace>
  <inkml:trace contextRef="#ctx0" brushRef="#br0" timeOffset="3533">3529 16 7742,'11'-9'87,"0"4"-74,-1 3 0,6 2 733,0 0 0,0 4-207,0 6 1,0 3 83,0 14 1,2-4-116,4 9 1,-5-2-59,5 13 1,-4 0-271,-2 5 0,0 5-165,0 1 1,-2 6 115,-3-1 0,-4-2-106,-7 2 0,0-2-597,0 2 0,-2-6 383,-3-10 0,-4 2-757,-7-8 0,-7 0-21,-4-5 1,-5 1 966,-6-1 0,-3-7 0,-7-2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0:27.26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1 9261,'16'0'302,"0"0"-244,0 0 1,5 0-157,1 0 0,-1 0-8,-5 0 0,0 0 111,0 0 0,-5 0-152,-1 0 1,1 0-284,5 0 23,-7 0 1,-2 2-6,-7 3 225,7-3 187,-5 12 0,-2-5 0,-9 7 0</inkml:trace>
  <inkml:trace contextRef="#ctx0" brushRef="#br0" timeOffset="203">17 241 9493,'10'0'909,"1"0"0,0 0-635,5 0 1,0 0-244,0 0 1,0 0-466,0 0 1,5 0 296,1 0 1,-1 2-307,-5 4 1,0-5-716,0 5 1158,0 3 0,0 0 0,0 7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0:31.86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112 64 7864,'-8'-9'526,"-7"2"-343,14 7 1,-12 2 280,8 3 0,-8-1 29,3 7 0,1 6-19,-2 10 1,6-2-45,-6 2 1,7 0-175,-1 5 1,3 0-17,2 0 0,0-5-35,0-1 1,2-6-1,3 1 1,-1-3-150,7-2 0,-1-5 96,6 0 0,0-8-192,0 2 1,2-5-72,4-5 0,-5-6-126,5-10 1,-4 1 172,-2-6 0,-2-1 82,-3-5 1,1 0-305,-7 0 1,1 0-410,-6 0 0,-7 0 319,-4-1 1,-5 8 145,-5 4 0,3 5 386,-4 5 1,3 4-34,-3 7 0,5 0 0,-5 0 0,6 7-141,5 4 0,-1 3 15,7 2 1,-1 0-356,6 0 1,2 0-532,3 1 0,6-1-936,10 0 1825,4 0 0,7 0 0,1 0 0</inkml:trace>
  <inkml:trace contextRef="#ctx0" brushRef="#br0" timeOffset="200">626 369 10370,'-11'0'2988,"0"0"-2970,8 0-800,-4 0-1076,7-7 1608,0 5 0,7-5 164,3 7 86,5 0 0,1-7 0,0-2 0</inkml:trace>
  <inkml:trace contextRef="#ctx0" brushRef="#br0" timeOffset="629">914 80 8241,'-10'0'717,"-1"0"1,6 6-445,-6-1 1,6 9-61,-6 2 0,6 2 282,-6 9 0,7-6-129,-1 6 1,3-6-267,2 6 1,0-2-12,0 2 1,7-6-158,4-10 1,9 1 122,1-6 0,2-1-106,-1-5 0,-3-2 96,8-3 1,-2-6-27,2-10 1,-2 1-198,-4-6 1,-9 4 35,4-5 0,-10 2-39,-1-1 0,-3-5-31,-2 5 1,-9-3-20,-7 2 0,0 4 194,-5 7 1,3 2 6,2 3 1,-6 4-10,1 7 0,0 2 123,4 3 0,7 4-324,-1 7 1,8 0 122,-3 0 1,4 0-596,2 0 1,2 0 66,4 0 0,1 1 645,3-1 0,12 0 0,-4 0 0</inkml:trace>
  <inkml:trace contextRef="#ctx0" brushRef="#br0" timeOffset="1303">1508 48 7828,'-9'-9'1446,"2"2"-918,7 7 0,-2 0 16,-3 0-200,3 0-187,-12 7 0,12-1 105,-4 10 0,-2-4-74,-3 10 0,2 1-82,-2-2 1,6 8 45,-6-3 1,8-2-58,-3-3 10,5-3 1,2-4-100,5-3 1,3 1-40,7-6 0,0-1 93,0-5 0,7-2-57,4-3 0,3 3-19,2-3 0,-2-2-72,-3 1 0,2-5 29,-8 6 1,6 0-170,-6 5 1,0-2-35,-5-3 1,-5 3-250,0-3 0,-6 3-967,6 2 548,-8 0-64,5 0 507,-8 0 1,-2 0 486,-4 0 0,-2-7 0,-9-2 0</inkml:trace>
  <inkml:trace contextRef="#ctx0" brushRef="#br0" timeOffset="1558">1668 80 7828,'0'-16'-261,"0"7"443,7-5 1,-5 11 703,3-8 70,-3 7-624,-2-3 0,0 9 53,0 3 1,-2 4 9,-3 7 1,3 2-220,-3 3 0,-2 4-54,2 8 0,-3-1-202,3 0 1,3 0 107,-3 0 1,1 0 193,-1 0 1,3 0-618,-3 0 0,5-2-921,5-3 0,-1-4-153,6-7-346,1 0 1815,12-7 0,-5-2 0,5-14 0,-7-2 0</inkml:trace>
  <inkml:trace contextRef="#ctx0" brushRef="#br0" timeOffset="1867">2005 161 8993,'-14'21'491,"3"0"0,-1 6 598,6-6-690,-6 1 1,10-1-88,-3 1 1,3-1-258,2-5 1,2-5 102,3-1 1,4-6-89,7 1 1,5-3-107,1-2 0,4-2 90,-4-3 0,5-4-273,-6-7 0,6-5 93,-6-1 1,0-4-26,-4 4 1,-7-1-21,1 2 1,-8 1-105,3-7 1,-6 8 119,-6-3 0,-4 6 17,-12 6 0,3 2 335,-8 8 1,0 2-100,-5 4 0,7-1 19,4 11 0,0-4-98,4 10 0,-2-4-177,8-2 1,4 0-82,2 0 0,3 0-375,2 0 0,7-2 51,4-3 0,3 1-916,2-6 1479,7 6 0,2-10 0,7 5 0</inkml:trace>
  <inkml:trace contextRef="#ctx0" brushRef="#br0" timeOffset="2238">2598 64 8243,'9'-7'1862,"-1"5"-1460,-8-5 1,1 7 668,5 0 178,-5 0-621,7 0-314,-8 0 1,0 7 245,0 4 0,0 3-166,0 2 0,0 8-185,0 2 1,-6 6-152,1 6 1,-2-3-205,1 8 1,5 0-613,-5 5 1,4 0 757,2 0 0,0 0 0,0 1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0:50.21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386 530 8068,'-2'-22'79,"-2"-1"1,-1 0 0,0 0 0,-1 3-1,-3 4 528,-5 6 1,2-3-328,-10 8 1,3-2-29,-3 1 0,-1 6-19,-4 0 1,-3 2 28,3 9 1,2 0-112,-1 5 1,6 0 46,-1 0 1,3 1-91,2 5 0,7-4 57,3 3 1,5-3-234,1-2 0,3 0-8,8 0 1,1 0 5,15 0 1,-4-5 115,9-1 1,-3 1 17,8 5 0,3 0-153,-3 0 1,0 2-24,-5 3 1,1-3 49,-1 4 0,-7-6 129,-4-6 1,-5 5 7,-5-5 1,1-1 120,-7 2 0,-6-2 249,-10 2 1,-10 1-230,-6-7 1,-5 6-85,-6-6 0,-3 3 14,-7-3 0,6-3 13,-1 3 1,7 2-360,-1-2 0,5 1 117,5-6 1,4 0-1150,7 0-248,7 0 344,2 7 1,16-5 632,7 3 1,1-5-229,10-5 731,7 3 0,7-19 0,7 3 0</inkml:trace>
  <inkml:trace contextRef="#ctx0" brushRef="#br0" timeOffset="186">562 610 8068,'0'-9'1011,"-7"-5"-413,5 5 482,-5-7-410,7 0-404,0 0 1,9 5-34,7 0 1,2 6 29,8-6 0,1 8-569,5-2 0,0-3-155,0 3 1,0-6-62,1 6 1,-1 0 310,0 5 0,-6 0 211,1 0 0,-7 0 0,3 0 0</inkml:trace>
  <inkml:trace contextRef="#ctx0" brushRef="#br0" timeOffset="695">819 353 8068,'-9'8'722,"2"0"1,7 16-125,0 2 1,0 5-189,0 1 0,0 7-129,0 4 0,5 1-120,0-1 1,8 3-181,-3-3 1,5 2 201,1-3 1,5 1 78,0-11 1,6-3-615,-5-13 1,4-2 51,-4-3 1,1-4 148,-2-7 0,-3-2 65,3-3 0,-3-4-26,-2-7 1,-1-6-32,-5 1 1,5-7-92,-5 1 0,-3-2 196,-1 3 1,1 2-2,-2 8 1,1 0 40,-6 0 368,0 7-285,0 2 1,0 9-110,0 3 1,-6 10 353,1 6 1,-1 8-78,6-3 0,0 1 29,0 5 0,0-9-144,0 9 0,8-10 44,2-1 1,5-3-273,1-2 1,0-7-108,0-4 243,0-3 1,0-2 13,0 0 1,-2-2-133,-3-3 0,1-6-9,-6-10 0,6 1-181,-1-7 1,-4 3 203,-2-3 0,2-5 55,-1 0 0,4 5-465,-4-5 1,4 10 130,-4 1 0,-1 9-103,-5 1 291,0 7 1,5 4 474,1 11 1,-1 5-158,-5 5 0,0-1 88,0 7 0,0 0-168,0 5 0,0-6 7,0 1 0,2-6-812,3 6 1,4-5-366,7 4 0,0-6 1081,0 1 0,7-3 0,2-2 0</inkml:trace>
  <inkml:trace contextRef="#ctx0" brushRef="#br0" timeOffset="1562">1861 706 8068,'-7'-16'125,"3"7"-16,-6 4 1,-1 3-48,-5 2 0,0 2 8,0 3 0,0 10 725,0 6 0,2 8-199,3-3 0,-3 5-424,3 1 1,4 0 6,1 0 0,5-6-142,1 1 1,0-7 127,0 1-287,0-10 231,7 3 1,2-14-15,7 0 1,0-9-96,0-12 1,2-2-102,3-4 1,-3-5-57,3 0 0,2-2 65,-1-9 0,-1 0-86,-5-5 0,0 2-40,0 3 1,0-8-184,0 2 0,-1-1 115,-5 8 1,3 4 81,-8 12 0,1 8 603,-6 7 80,0 7 1,-8 6 212,-2 14 1,-5 7-277,-1 10 0,0 8-3,0 7 1,2 0-103,3 5 1,-1 2-111,7-1 0,-1-1 96,6-4 0,0-8-49,0-4 0,7-10-494,4-6 0,9 0-3,1-5 1,0 2 92,-5-12 0,0-1 51,1-5 1,4 0 66,0 0 0,2-9-79,-1-7 0,-4-2-193,3-9 1,-3 6 218,-2-6 0,-2 1 54,-3-6 0,1-1-657,-6 1 1,1 0 13,-2 0 1,-3 2 509,3 3 1,-5 6-35,-5 10 1,1 4-59,-6 7 0,-1 2 404,-5 3 1,0 9 568,0 8 0,2 6-548,3-1 0,-2 7-20,8-2 0,0 7 382,5-12 1,0 7-163,0-7 1,7-4-349,4-2 1,-3-3 7,3-2 1,2-2 101,8-3 1,-3-4-138,3-7 1,-3-2-198,-2-3 0,5-6 99,1-10 0,-1 1 81,-5-7 0,0 1-345,0-6 1,-1 0-37,-5-1 1,3 3 92,-8 3 1,6-1-60,-6 7 28,8-1 276,-12 6 282,7 7 0,-8 4-257,0 10 1,-6 9-24,1 8 0,-8 6 797,3-1 0,1 3-68,-2 2 0,8 1-386,-3-1 1,4 0-211,2 0 1,0-7-127,0-4 0,2-3 101,4-2 0,-3-7 7,8-4 1,-6-3 27,6-2 1,-6 0-78,6 0 0,0-7-216,5-4 1,0-10-195,0-6 0,5 2-215,0-2 1,1-5 255,-6-5 0,0 1 158,0 10 0,0 2 73,0 8 1,-5 2 53,-1 3 0,-4 4-185,4 7 1,-6 2-20,1 3 1,2 4 936,-1 7 1,-1 2 29,-5 4 0,6-5-595,-1 5 1,2 1 3,-2-2 1,-1 1-812,7-6 0,-2 0 180,1 0 1,4-6-40,-3 1 0,-2-7 586,2 1 0,-1-3 0,6-2 0</inkml:trace>
  <inkml:trace contextRef="#ctx0" brushRef="#br0" timeOffset="1828">3032 81 8068,'-7'23'0,"3"2"1217,-6 7 1,4 7-74,-4 4 1,4 3-440,-5 2 0,8 2-388,-2 4 0,3-3-397,2 8 1,5-7 262,0 1 0,8-10 50,-2-5 1,8-6-110,3-6 1,-1-2-186,-5-8 0,0-2-881,0-3 1,0-4-318,0-7 1,-5 0-204,0 0 1,-2-7 1461,1-4 0,4-11 0,-5-2 0</inkml:trace>
  <inkml:trace contextRef="#ctx0" brushRef="#br0" timeOffset="1970">2807 305 8825,'-8'7'2871,"0"-5"-2598,8 5 0,2-7-270,4 0 2,2 0 0,14 0-59,-1 0 1,8 0-605,-3 0 1,10-5 657,1 0 0,8-8 0,-4 4 0</inkml:trace>
  <inkml:trace contextRef="#ctx0" brushRef="#br0" timeOffset="2525">4187 514 8089,'0'-22'803,"0"1"-639,0 0 1,-2 6-47,-3 5 0,-4-5 142,-7 5 1,-2-3-14,-4 3 0,5 2-14,-5 8 1,-1 0-1,2 0 0,-2 2-64,1 4 0,4 3 37,-3 7 1,5 0-96,5 0 1,-1 0 89,6 0 0,1 0-295,5 0 0,2 5 12,3 1 1,9-1-27,8-5 1,5 0 160,-6 0 1,2 0 14,-2 0 1,-3 0-191,4 0 1,-4 6 24,-2-1 0,-2 0 174,-3-5 1,-4 0-72,-7 0 0,0-5 194,0 0 1,-7 0-60,-4 5 0,-5-6-94,-6 1 0,3-7 26,-8 1 1,6-3 17,-6-2 0,7 0-422,-1 0 0,3 0-330,2 0 0,2-2-342,3-3 0,4 1 272,7-7 0,2 2-10,3-1 0,4-3 741,7 8 0,7-8 0,2-3 0,7-9 0</inkml:trace>
  <inkml:trace contextRef="#ctx0" brushRef="#br0" timeOffset="2928">4315 594 7928,'16'-9'-476,"-5"0"1068,-1 4-298,-6 3 1,3-3-41,-7 10 1,0-1-50,0 6 0,0 3 247,0 8 0,0-1-17,0 7 0,0-8-406,0 3 1,0-5 67,0-1 1,7 0-184,4 0 1,3-7-1,2-3 1,6 1-30,-1-2 1,0 1 158,-5-6 0,1-8-29,-1-2 0,5 1-217,0-2 0,-5-5-79,-5-5 0,-2-1-4,2 6 1,-4-5 107,-7-1 1,0 1-104,0 5 0,-2-2 93,-3-3 1,-4 8 174,-7-3 0,0 6-131,0-1 1,0 4-14,0 7 0,0 0 640,-1 0-276,1 0 0,6 0 149,-1 0-191,8 0-332,-5 0 179,8 0 1,2 0-36,4 0 35,-5 0-50,14 0-13,-14 0 22,6 0 110,-7 0-100,0 0 4,8 0-214,-7 0-81,6 0 0,-7 2 116,0 3 136,0-3 1,2 7 56,4-4 0,3-3 0,7 5 0</inkml:trace>
  <inkml:trace contextRef="#ctx0" brushRef="#br0" timeOffset="3659">4363 514 7913,'0'-9'-1359,"0"-5"1833,7 5 139,-5-7-308,5 0 0,-7 0-6,0 0 1,-2 7-111,-3 3 1,2 5-18,-8 1 1,2 1 22,-2 5 1,-8 8 178,3 7 0,-4 8 7,4-2 0,0 8 9,0 3 0,5 1-159,0-2 1,8-5-1,-2 0 1,3-1-261,2-10 0,0 0-89,0-4 1,7-1 213,4 0 1,-2-6-49,1 1 1,1-7-1058,5 1 1,0-3 140,0-2 1,5 0-1078,1 0 1945,-1 0 0,-5-7 0,0-2 0</inkml:trace>
  <inkml:trace contextRef="#ctx0" brushRef="#br0" timeOffset="5980">4700 626 7944,'0'-16'-410,"2"7"547,3 4 1,-3 1 305,3-1-672,-3 3 218,-2-5 169,0 7 1011,0 0-1091,0-7-231,0 5 282,0-5-9,0 7-296,0 0 281,7 0-95,-5 0 40,5 0 11,-7 0 3110,0 0-3173,0 7-2,0-5 0,0 5 5,0-7 9,0 0-10,7 0 0,-5 0 0,5 0 0,-7 0 1094,0 0-1079,0 7 0,0-3 76,0 6 1,2 6-75,3 6-3,-3-1 0,5-5 7,-7 0 0,0 2 66,0 3 1,0-3-29,0 4 1,6-5-94,-1 0 1,0-1 66,-5 0 0,0-6-112,0 1 167,0-7 1,0 3-56,0-7-17,0 0 24,0-7 0,0-2-78,0-7 0,0-2-373,0-4 195,0-3 102,7-7 0,-3 0-321,7 0 0,-3 5 215,3 1 1,2 6 107,-8-1 0,7 3-87,-1 2 0,-2 7 17,2 4 0,-6-2 243,6 1 1,-6 1 27,6 5-20,0 0 1,5 2-43,0 3 1,-6-3 68,1 3 0,-6 2-90,6-1 9,0-1 0,5-3-41,0 3 1,-5-3 7,-1 3 0,-4-3 86,4-2-48,-6 7-18,10-5 1,-12 7 173,3-4 3,-3 4-170,5 0 0,-5 5 248,3-3-11,-3 3-240,-2 9 1,5-5 9,1 4 0,-1-5 50,-5-1 1,5 0 8,1 0 1,1 0-616,-2 1-404,-3-9 527,12 7-726,-12-14 511,5 7 133,0-8 0,-3 0-227,7 0 1,-8-8 277,2-2 1,3-4 447,-3-3 0,0-13 0,-5-4 0</inkml:trace>
  <inkml:trace contextRef="#ctx0" brushRef="#br0" timeOffset="6394">5117 337 7944,'0'-10'-383,"0"-1"299,0 7 46,0-3 1,2 7 71,3 0 1,4 2 155,7 3 0,0 4 322,0 7 0,6 0-182,-1 0 1,0 2-52,-5 4 1,6-3-202,-1 8 1,1-2-108,-6 2 1,1 3 201,5-3 0,-4-4-7,3-2 0,2-3-355,-1-2 1,1-7 102,-2-4 1,-3-3-191,3-2 0,2-2 61,-1-3 1,-1-4-63,-5-7 0,0-7 96,0-4 0,0 2-68,0-1 0,-5-1 141,0-5 0,-8 1-6,3 5 1,-3 3-277,3 6-279,-5 9 1079,7 0 1,-8 16-220,0 2 0,-6 12 559,1 4 0,-6 10-145,6 1 0,-6 13 113,6-2 0,-8 6-269,3-1 0,1 3-141,-2 2 0,6 3-229,-6-8 0,6 6-138,-6-5 0,6-3 41,-6-8 1,0-5 172,-5-12 0,-2-2 167,-3-8 1,1-2-220,-6-3 1,-3-4-62,-8-7 1,3 0-119,-4 0 0,5-2-62,0-3 1,3-4-1032,3-7 1,4 1-87,7 5 0,7-5 1255,4 5 0,-4-5 0,0-1 0</inkml:trace>
  <inkml:trace contextRef="#ctx0" brushRef="#br0" timeOffset="7562">6368 466 7955,'-16'0'595,"7"-7"-261,-5 5 1,10-5-67,-6 7 1,4 1-12,-4 5 1,6 3 60,-1 7 1,-2 0-107,1 0 0,1 5-1,5 1 1,0 4 38,0-4 0,7-1-28,4-5 0,-2 0-380,1 0 0,1-7-33,5-4 1,0-3 155,0-2 18,0 0 0,0-7-185,0-4 1,-2-3 89,-3-2 1,2-5-28,-8-1 0,0-4 121,-5 4 0,0-4-4,0 4 1,0-5-212,0 6 1,0-6 6,0 6 1,-2 0 600,-3 4-74,3 1-262,-5 0-20,7 7 13,0 2 1,7 7 2,4 0 1,-2 0 42,2 0 0,-1 6 60,6-1 0,0 8 130,0-3 1,-1 10-106,-5 1 1,5 8-109,-5-3 1,3 3 17,-2-2 0,1 3-28,-7-3 0,6 1-92,-6-1 1,8 1 265,-2-6-65,-4-1-23,7-5 1,-10-7 443,6-3-386,-6-5 1,3-2-143,-7-5 1,5-4 35,1-12 0,-1 3-23,-5-8 1,0 0-140,0-5 1,0-5 201,0-1 0,0 1-56,0 5 1,5 7-760,1 3 0,-1 4-697,-5 2-354,0 0 576,7 7 611,2 2 0,2 7 171,-1 0 0,-1 7-106,2 4 0,3-2 491,-3 2 0,-2-1 0,2 7 0,-6-1 0,6 0 0,-8 0 0,3 0 0,-3 0-77,2 0 276,-3 0 419,5 0 264,-7 0-128,7 0 1,-3-7-351,7-4 0,-6 2 468,6-1-737,-1-1 1,6-7-118,1-3 0,-1 1-151,0-6 1,-6-1 67,1-5 1,-6 0 11,6 0 1,-7 0-82,1 0 0,-5-2-124,-5-3 1,-4 3 105,-7-4 1,0 4 68,0 2 0,0 2 57,-1 3 1,7 3 583,-1 2-287,8 4 1,-10 2-109,8 11 0,-1 3-86,6 2 1,0 0 47,0 1 1,7 4 27,4 0 1,3 1 0,2-6 0,6 0-3,-1 0 0,6-6-466,-6 1 0,6-2-29,-6 2 0,6-2 116,-5-4 0,1-3 22,-2 3 126,-3-3 0,5 3 58,-7 1 0,-5 1 130,0-2 1,-6-1-149,6 6 0,-8-4 27,3 4 1,1 1 278,-2 5 0,0 6 29,-5-1 0,0 0-35,0-5-110,0 0 383,0 0-18,0-7-223,0-2 0,0-8-221,0-5 1,6-10-116,-1-10 0,6-5 26,-6-1 1,8-7 91,-3-4 1,4-10-728,3-6 0,4 2 360,0-2 0,6 7 146,-6-1 1,1 12-315,-6 9 1,5 7-606,1 9 0,-1 7 1066,-5 4 0,7 3 0,2 2 0</inkml:trace>
  <inkml:trace contextRef="#ctx0" brushRef="#br0" timeOffset="7929">8084 129 7928,'0'-16'712,"0"7"-363,0 2 0,2 7 115,3 0 0,-3 7 105,3 4 1,-3 10 95,-2 6-358,0 3 0,0 2-74,0 0 0,0 6-14,0-1 1,2 0-372,3-4 0,-1 2-224,7-3 1,-6 4-708,6-9 0,-2-4 235,1-2 0,5-5-135,-5-5 0,4-4 622,3-7 0,2-7 361,-3-4 0,11-10 0,-9-4 0</inkml:trace>
  <inkml:trace contextRef="#ctx0" brushRef="#br0" timeOffset="8583">8389 81 7828,'0'-23'-301,"0"5"301,7-5 324,-5 14 128,12 2 0,-7 8-209,4 5 1,3 3 26,-3 7 0,1 5-175,-1 0 1,3 8 11,-3-2 1,-4 3-112,-2 2 1,-3 7 63,-2 4 1,0-4-119,0-1 1,0-1 127,0-5 1,-7 2 2,-4-13 0,-3 1 205,-2-6 563,0 0-679,-7-7 1,5-2-81,-3-7 0,8 0-58,3 0-130,6-7-187,-3-2 0,14-7 162,4 0 1,8 5-62,3 0 1,6 1-49,-1-6 0,-2 5-252,2 0 1,-1 1-36,6-6 1,0 0 154,1-1 0,-3-4 105,-3 0 1,1-2 113,-7 1 1,6-1 98,-5-4 0,-1-3-75,-5 3 1,-2 2 132,-3-1 0,-2 6 59,-4-1 631,-3 3-80,5 2 0,-9 7-159,-3 3 0,-4 6 54,-7 6 0,0-3-180,0 8 1,0 0-13,0 5 1,2 2-132,3 3 1,-2-9-118,8 5 0,0-5 36,5 4 1,2 0-180,3 0 0,4 0-105,7 0 1,5 0 58,1 0 1,1 0 137,-2 0 1,-1 2 26,7 4 0,-6-5-8,6 5 1,-8 1 2,3-2 0,-10 6 10,-1-6 1,-8 3 60,3-3 0,-5-3 11,-1 3 1,-7-3 26,-3-2 0,-5 0-92,-1 0 1,-1-7 2,-5-4 0,3-3-33,-8-2 1,2-2-1,-2-3 1,-1-6 47,6-10 0,1-2-8,5-4 1,7-3-36,4 3 0,3-3 26,2-2 0,9 0-121,7-1 0,2 3 69,8 3 0,1 3-10,5 2 0,0 4-35,0-3 1,-5 5-148,0 5 0,-6-1 19,6 6-50,-8-6 1,3 8-382,-11-6-537,-4 6 105,-7-3 1,-7 2 50,-4-1 979,-11 1 0,-3-2 0,-7-2 0</inkml:trace>
  <inkml:trace contextRef="#ctx0" brushRef="#br0" timeOffset="9167">3513 1621 8077,'-5'-11'2935,"-1"0"-2553,1 0 0,7 3-106,3 2 1,4 4-174,7 2 0,7 0-196,4 0 1,3 0-127,2 0 1,1 2-476,-1 4 1,-2-5 551,-3 5 0,3 1 163,-3-2-21,-4 0 0,7 3 0,-5 1 0</inkml:trace>
  <inkml:trace contextRef="#ctx0" brushRef="#br0" timeOffset="9325">3625 1813 8077,'-16'0'1729,"0"0"-964,7 0-590,2 0 1,9 0-28,3 0 1,4 0-115,7 0 0,8 0-37,2 0 0,6-5-239,6-1 0,-3-1-695,8 2 0,-5 1 551,4-6 1,-1 6-579,2-1 964,3-4 0,-12 0 0,6-7 0</inkml:trace>
  <inkml:trace contextRef="#ctx0" brushRef="#br0" timeOffset="9620">4427 1572 8077,'0'16'733,"-7"0"1,5 2-357,-3 4 1,3-3 67,2 8 1,0-7-333,0 1 1,2 2 23,3-1 1,6-6-168,11-6 1,-3-6 86,8 1 1,-2-5-119,2-5 1,1-4 33,-7-7 0,6-5-304,-5-1 0,-6-6-29,-6 1 1,-6 2 162,1-2 0,-3 2 22,-2-1 1,-7-3 57,-4 8 0,-8-4-2,-3 9 1,-5-2 90,6 12 1,-6 1 151,6 5 1,0 2-107,4 3 1,1 4-8,0 7 0,8 0-630,2 0 1,4 0 266,2 0 1,9 2 351,7 4 0,7-5 0,10 7 0</inkml:trace>
  <inkml:trace contextRef="#ctx0" brushRef="#br0" timeOffset="9783">5021 1797 10736,'0'-9'1053,"0"2"-1128,0 7 246,0 0 1,7 7 0,2 2 0</inkml:trace>
  <inkml:trace contextRef="#ctx0" brushRef="#br0" timeOffset="10226">5438 1653 8467,'-9'7'2070,"-4"2"-1810,8 7 0,-6-4 106,6 4 0,0-3-124,5 8 0,0-3-256,0-2 1,1 0 43,5 0 1,4-7 10,12-4 1,-4-3 40,3-2 0,4-2-191,2-3 0,-2-4-67,1-7 0,-6-7-216,1-4 1,-3 2-17,-2-2 0,-7 6 111,-3-6 0,-5 6 111,-1-6 0,-12 8 45,-4-3 1,-4 6 83,4 5 1,-5-1-8,-1 7 1,1-1 250,5 6-310,0 7 1,2 2 38,3 7 0,4 0-462,7 0 0,2 0 219,3 0 1,4-1-429,7-5 755,0 5 0,0-6 0,0 7 0</inkml:trace>
  <inkml:trace contextRef="#ctx0" brushRef="#br0" timeOffset="10508">5887 1540 8008,'7'-16'0,"-5"0"322,3 0 652,-3 7 331,-2-5-437,0 12-439,0-5 1,-2 14-53,-3 4 0,3 5-150,-3 5 1,3-3-24,2 4 1,0-5 27,0-1 1,7 0-115,4 1 1,8-1-164,3 0 1,6-7-64,-1-4 1,3-3 67,2-2 0,0 0-468,0 0 1,-5 0 276,0 0 0,-7-6 61,1 1 1,-5-2-839,-5 1-1259,3 5 1013,-12-14 12,5 14 524,-7-6 718,-7 7 0,-2-8 0,-7-1 0</inkml:trace>
  <inkml:trace contextRef="#ctx0" brushRef="#br0" timeOffset="10670">6127 1492 8008,'0'-9'769,"0"2"1,0 9-185,0 3 1,0 4 80,0 7-496,0 0 1,-5 6-1,0-1 0,-1 6-88,6-6 1,0 8-118,0-3 0,0-1-329,0 2 1,8-7-801,2 1 0,4-3 585,3-2 0,-1 0 579,0 0 0,7 0 0,2 0 0</inkml:trace>
  <inkml:trace contextRef="#ctx0" brushRef="#br0" timeOffset="10928">6464 1637 10229,'0'16'967,"0"0"-703,0 0 1,7 5-164,4 0 0,3-5-193,2-5 0,2-7-104,4 1 0,3-3 148,7-2 0,-6-2-264,1-3 0,-7-6 165,1-10 0,-10 3-26,-6-4 1,2-1 115,-1 2 1,-8-6-44,-9 6 0,-8-1 33,-3 6 1,-6 0 13,1 0 1,-2 2 184,3 3 0,-5 4-52,5 7 1,2 2-115,3 3 0,10-1-255,6 7 0,-2-1-376,2 6 0,1 0 222,9 0 1,4-1 442,7-5 0,7 5 0,2-6 0</inkml:trace>
  <inkml:trace contextRef="#ctx0" brushRef="#br0" timeOffset="11128">7010 1460 7986,'7'-9'612,"-5"0"991,3 4-355,-3 3-844,-2-5 1,0 14-44,0 4 0,0 3-112,0 2 0,0 7 45,0 4 1,0 3 108,0 2 1,0 1-558,0-1 0,0-4-408,0 4 1,1-3-1192,5 8 0,-4-3 1753,3-2 0,4-7 0,0-2 0</inkml:trace>
  <inkml:trace contextRef="#ctx0" brushRef="#br0" timeOffset="11462">7619 1460 7922,'0'-16'1052,"0"7"0,0 0-1117,0 4-11,0 3 295,0-5 0,0 9 230,0 3 0,0 4-179,0 7 1,0 2 0,0 3 0,-7 2-193,-4 4 1,2 3 83,-1-3 1,-1 4-464,-5 1 1,0 0-155,0 0 0,0 0-517,0 0 0,2-7 361,3-4 1,-2-3-1293,8-2 1903,0-7 0,5-9 0,0-9 0</inkml:trace>
  <inkml:trace contextRef="#ctx0" brushRef="#br0" timeOffset="11628">7378 1444 6828,'-7'-16'338,"4"5"2410,-8 1-1818,8 6 0,-5 4-439,8 11 0,2 5 271,4 5 1,2 2-343,8 4 1,1 3-223,-1-3 0,5 3-351,0 3 1,8-1-436,-2 0 0,3 0 287,2 0 1,0-5-295,0-1 1,0-1 594,0 2 0,-7-4 0,-2-7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1:05.45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193 257 11529,'9'0'973,"-2"-2"-722,-7-3 0,2 2 0,2-8 367,1-2-629,0-1 1,-5-2 37,0 0 1,0 0-127,0 0 0,0-5 65,0-1 1,-7 1-136,-4 5 0,-3 0 117,-2 0 1,-5 7 51,-1 3 0,1-1-126,5 2 0,-5 0 76,-1 5 0,3 7 171,8 3 0,-2 5-85,8 1 1,0 2-37,5 3 0,0-1 36,0 6 1,7 1 12,3 5 0,5 0-13,1 0 1,0 0-2,0 0 1,0 1-37,0-1 0,0 0-1,0 0 1,0-2-31,0-3 1,-7 1 108,-4-6 1,-3-1 336,-2-5-291,0-7 0,-7-2 141,-4-7 1,-3 0-183,-2 0 0,0-9-26,0-7 0,0 0-6,0-5 0,2-4 63,3-2 1,4-3-225,7-2 0,2 1-111,3 5 1,4-3-146,7 8 1,0 1-81,0 9 0,2-1-237,3 7 1,-3-1 46,3 6 1,3 0-341,-3 0 1,6 0 283,-6 0 1,2 0 64,-1 0 628,-5 0 0,14 0 0,-6 0 0</inkml:trace>
  <inkml:trace contextRef="#ctx0" brushRef="#br0" timeOffset="338">530 193 7894,'0'-16'1283,"0"0"-761,0 0 1,0 5 778,0 1-875,0 6 0,0-5 281,0 4-580,7 3 0,2 0 12,7 8 0,-5 6-103,-1-1 1,-1 8 154,2 3 0,1 6 25,-6-1 0,5 1-583,-6-1 1,0 4 68,-5-5 0,0 3-93,0-2 0,-7 1 252,-4-7 1,2-1 81,-1-9 1,-1 1 107,-5-6 1,0-1 216,0-5 0,0 0-241,0 0 0,2-7-31,3-4 0,2-3 655,4-2-419,3 0 1,0 0-104,7 0 0,8 7-56,-2 3 1,3-1-28,2 2 1,5 0-58,1 5 1,-1 1-154,-5 5 1,0-3 161,0 8 0,6-2 22,-1 2 1,0 1-1071,-5-7 0,0 6-698,0-6 821,1 8 1,-1-10 332,0 8 1,-6-7 593,1 1 0,-7-3 0,3-2 0</inkml:trace>
  <inkml:trace contextRef="#ctx0" brushRef="#br0" timeOffset="694">963 129 8460,'0'-9'1254,"0"2"1,-5 9-780,-1 3 0,-4 6-35,4 10 0,1-3-36,5 3 1,-5 3-111,-1-3 0,1 6 1,5-6 0,2 0-31,3-5 1,4 0 12,7 1 0,7-9-90,4-2 1,3 1-93,2-2 0,0 1-33,0-6 1,0 0-26,1 0 1,-3-6-194,-3 1 0,1 0-53,-7 5 1,1-2-307,-6-4 0,-5 5-539,-1-5-888,-6 5-450,3 1 1772,-7 0 0,0-2-635,0-4 623,-7 5 632,-2-14 0,-14 6 0,-2-7 0</inkml:trace>
  <inkml:trace contextRef="#ctx0" brushRef="#br0" timeOffset="854">1204 193 7873,'0'-9'-689,"0"-5"1405,0 5-59,0 0 264,0 2-234,0 7-133,0 0 0,0 7 0,0 6-49,0 6 1,0 6-152,0 7 0,-2-5-574,-4 0 1,5-1 209,-5 7 0,5-1 192,1 0 0,5-2-154,0-3 1,8 1-1762,-3-6 0,10-1 1733,1-5 0,1 0 0,-6 0 0</inkml:trace>
  <inkml:trace contextRef="#ctx0" brushRef="#br0" timeOffset="1095">1637 257 7865,'0'-9'2186,"0"2"-1325,-8 29 1,1-8-240,-3 18 1,3-5-215,7-1 1,0 5-459,0-5 1,7-2 29,3-3 1,10-5 30,1-5 0,10 1 28,1-6 0,0-3-194,5-8 1,-3-4 126,-2-7 1,-5-6-194,0 1 0,-10-6 132,-1 6 0,-7-11 44,-9 5 1,0-7-129,0 8 0,-12-5 21,-4-1 0,-11 7-63,0 4 0,-8 3-8,-3 2 1,1 7-181,5 4 0,-6 6 403,1 10 0,0 0 0,5 12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1:07.18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16 9248,'0'-9'2972,"1"2"-2671,5 7 1,3 0-148,7 0 0,0 0-240,0 0 1,7 0 140,4 0 1,-2 0-167,1 0 1,-1 0-206,2 0 1,2 0-583,-8 0 0,0 0-310,-5 0 1,0 0 130,0 0 1077,-7 0 0,6 0 0,-6 0 0</inkml:trace>
  <inkml:trace contextRef="#ctx0" brushRef="#br0" timeOffset="159">161 176 8155,'-9'0'2410,"2"0"-1953,7 0 1,2 6-17,3-1 0,6 1-241,10-6 1,-1 1-139,7 5 0,-6-5-826,6 5 0,-1-4 474,6-2 1,-1 0-2042,-5 0 2331,5 0 0,-6 0 0,7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1:10.19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32 96 7928,'-10'-10'1063,"1"-1"714,2-1-938,1 4-563,6 1 1,2 2-44,3 0 0,4-1-399,7 6 1,6 0 67,-1 0 0,6 0-32,-6 0 0,6 7 22,-6 4 0,1 3-201,-6 2 0,0 0 89,0 0 0,-7 1-119,-4-1 0,-3 0 342,-2 0 1,-7 0-86,-4 0 1,-5 0 480,-5 0 1,1-6-141,-7 1 1,6 0 241,-6 5 31,8-7 251,-5 5-291,16-12-420,0 12 0,10-12-135,4 3 0,8 2 75,7-1 0,6 4-277,-6-4 0,8 6 124,-2-1 0,-4-2 97,-2 2 1,2-3-75,-1 3 1,-1 2-496,-5-8 301,0 7 57,-7-3 783,-2 0 1,-9 4 209,-3-8 0,-4 0-191,-7-5 0,-5 6-215,-1-1 0,-4 2 22,4-1 1,-6-5-286,1 5 0,4 1-330,1-2 1,5 2 368,1-1 174,0-5-4780,7 7 3295,1-1 0,16-6 324,2 5 879,5-4 0,1-10 0,0 0 0</inkml:trace>
  <inkml:trace contextRef="#ctx0" brushRef="#br0" timeOffset="1579">562 112 7865,'-9'-7'1305,"3"-3"-735,-2 3-304,6-8-173,-5 14 0,7-8 54,0 3 0,7 4 79,3-3 0,5 3 0,1 2 1,0-5-496,0 0 1,0-1 210,0 6 0,0 0-66,0 0 0,0 2 1,0 3 0,-2-1-48,-3 7 123,3-1 0,-12 6 5,3 0 73,-3 0 1,-4 1 0,-3-1 0,-4 0 52,-7 0 1,0-6-56,0 1 169,0 0 1,0-1 46,0 1-166,7-7 1,2 5-61,7-4-20,0-3 0,7 5 7,4-7 1,-2 2-16,1 3 0,6-1-5,6 6 0,-1-4 39,-5 4 1,0 1-55,0 5 1,0-5 86,0-1 1,-1 1 137,-5 5 1,-1 0 4,-4 0 1,-3-5 245,4 0 1,-5-6-44,-1 6 1,-1-6 109,-5 6 0,-3-8-101,-7 3 0,0-3-119,0 2 0,-2-3-235,-3 4 0,3-3-78,-3 3 1,3-5-84,2 5 1,5-5-247,1-1-887,-1 8 148,2-7-868,2 6 1226,7-7 1,2 0 282,3 0 0,4 0-386,7 0 0,-5 0 833,-1 0 0,1-7 0,5-2 0</inkml:trace>
  <inkml:trace contextRef="#ctx0" brushRef="#br0" timeOffset="2067">1203 161 7865,'0'-9'-1042,"0"-6"2312,0 14 1,0-8 97,0 3 86,0 5-1074,-7-7 0,5 16-154,-3 2 1,-2 6 29,1 6 1,-1 3-100,2 7 1,3-2-99,-3-3 0,3 3 45,2-3 1,2-4-197,3-2 0,2-3 100,4-2 0,3-7-169,-3-4 1,5-3-4,5-2 1,-3-2 70,4-3 0,-5-4-11,-1-7 1,1-5-16,-1-1 1,-6-6-56,1 1 0,-7 2 72,1-2 1,-3-1-95,-2-9 0,0 3 37,0-4 0,-6 10-141,1 1 1,-8 7 314,3-1 0,1 10-87,-2 6 0,0 3-55,-5 2 1,6 2-48,-1 3 1,6 10-5,-6 6 0,7 0-186,-1-5 0,3 6-331,2-1 1,0 1 67,0-6 627,7 0 0,2 0 0,7 0 0</inkml:trace>
  <inkml:trace contextRef="#ctx0" brushRef="#br0" timeOffset="2241">1700 321 7865,'16'-16'4658,"-7"0"-3872,-1 7 0,-8 0 739,0 4-1127,0 3-893,-8-5-2757,7 7 2112,-7 0 1140,8 7 0,8-5 0,1 5 0</inkml:trace>
  <inkml:trace contextRef="#ctx0" brushRef="#br0" timeOffset="2842">2101 129 7858,'9'-8'2227,"-2"-1"-1428,-7-7-471,0 8 0,0 2 13,0 12 1,6 2 74,-1 8 1,6 8-95,-6 2 1,8-2 18,-3-3 0,5 2-74,1-2 0,1 1-28,5-6 0,-3-5-264,8-1 0,-5-4 6,4 4 1,-4-6 28,4 1 1,-6-3-249,1-2 0,-3-5-526,-2-1 0,0-4 105,0 4 0,-5-6-521,0 1 1,-6-3 70,6-2 1,-8 5 125,3 0 983,-5 1 0,-1-6 0,0 0 0</inkml:trace>
  <inkml:trace contextRef="#ctx0" brushRef="#br0" timeOffset="3003">2406 48 7858,'0'16'0,"0"0"0,-2 8 404,-3 2 1,3 12 598,-3 5 0,-2-4-631,1-2 0,1 2-288,5-1 0,0 5-575,0-6 0,0-5 409,0-5 1,7-8-1040,4 3 1,3-1 1120,2-5 0,0 4 0,0-11 0</inkml:trace>
  <inkml:trace contextRef="#ctx0" brushRef="#br0" timeOffset="3395">2775 161 7903,'0'-16'1701,"0"7"-1321,0 2-198,7-1 0,-3 7-22,6-5 0,1 4-101,5 2 0,0 0 76,0 0 1,0 8-175,0 2 1,0 6-28,0 6 1,-1-3 134,-5 8 1,3 0-179,-8 5 1,0 0 9,-5 0 1,-1-5 29,-5 0 0,3-6 98,-8 6 0,0-13-10,-5 2 0,0-9 89,0 4 0,0-8 161,0 3 1,0-5-217,0-1 1,5-5 14,1 0 0,6-8 107,-1 3 0,3-5-34,2-1 1,0 6 453,0-1-457,0 7 1,7-3 7,4 7 0,-2 0-73,1 0 0,1 2-112,5 3 1,0-1-338,0 7 0,0-6 220,0 6 0,6-6-716,-1 6 0,6-8 65,-6 3 0,1-5-289,-6-1 0,5 0 1096,0 0 0,1-7 0,-6-2 0</inkml:trace>
  <inkml:trace contextRef="#ctx0" brushRef="#br0" timeOffset="3809">3320 257 7638,'0'-9'876,"0"2"-460,0 0-209,0 5 1,0-3 245,0 10 0,0 6 248,0 10 1,0-1-300,0 6 0,0-1-122,0 2 0,2 2-152,3-8 0,-1 2-1,7-2 1,1-8-95,10 3 0,-3-5 134,8-1 1,0-3 39,5-7 1,0-7-187,0-3 1,-5-10-351,-1-1 1,-6-8 223,1 2 1,-10-3 146,-6-2 0,-3 5 121,-2 1 0,-7 4-14,-4-5 0,-8 10 94,-3 1 0,-4 5-152,4 6 1,-1 3 27,2-4 1,3 12-430,-4 4 0,10-1-632,1 2 1,8 0-1976,-3 5 2917,5 0 0,-7 0 0,0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1:17.07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17 80 7933,'0'-16'684,"-7"0"-213,5 7 220,-5 2-461,7 7 1,0 4-47,0 7 1,0 1 8,0 15 0,0-1 0,0 7 1,0 0 22,0 5 1,0 1 13,0 4 1,0 1-127,0-6 1,0 1-194,0-2 1,0-5-147,0 1 0,5-8 165,0-9 0,1 0-129,-6 0 238,0-7 46,0-2-73,0-7 0,0-9-14,0-7 0,0-2-90,0-9 1,0 0-131,0-5 0,0-7-192,0-4 0,5-1 184,0 1 0,6-7-83,-6 7 0,8-5 115,-2 11 1,-3 1 177,3 9 0,0 1-155,5 10 0,-5-2-227,-1 13 445,1-1 0,5 8 368,0 3 0,-2 11 91,-3 11 0,3 3-256,-3 2 1,-2 2-34,2 4 1,-3-3-276,3 8 0,-2-2-206,-4 2 1,-3 1 234,4-6 0,1 3 108,-2-9 1,6 2-493,-6-13 1,0 1-1853,-5-6 2269,0-7 0,8-2 0,0-7 0</inkml:trace>
  <inkml:trace contextRef="#ctx0" brushRef="#br0" timeOffset="579">49 321 7324,'16'0'-187,"0"0"190,0 0 1,0 0 162,0 0 1,2 0 286,3 0 1,2 0-447,4 0 1,3-2 37,-3-3 0,3 3-165,2-3 0,-1-2-5,-5 1 0,3-4-41,-8 4 0,1-1 187,-6 2 1,0 3-45,0-3-11,-7 3-15,-2 2 754,-7 0-503,0 0 0,-2 5 256,-3 1 0,3 1-136,-3-2 1,1-1 9,-1 6 0,3-4-100,-3 4 1,3 1 23,2 5 1,0 5-21,0 1 0,0 6-36,0-1 1,0 3-101,0 2 1,0 2 62,0 4 0,0-4-234,0 3 0,0 2-40,0-1 0,0-1-76,0-5 0,0-2 229,0-3 60,0 3-130,0-12-289,-7 5 205,-2-14 1,-7-9 89,0-10 0,5-5-212,0-1 0,6-9-74,-6-7 0,8-2-84,-3-8 1,3-3 189,-3-8 1,5 3 61,-5-4 0,10 4-121,1 2 0,10 7-163,1 4 1,0 8 408,5 3 1,-3 8-69,-2 2 0,5 2 114,1 8 1,-1 1 21,-5 5 1,5 0 36,1 0 0,-6 7-56,-5 4 1,-3-2 123,3 1 0,2 1-161,-8 5 0,0 0 9,-5 0 0,0 2 67,0 3 1,-7-3-67,-4 3 1,-1-3-159,1-2 0,-3 0-65,3 0 1,2-5-563,-1 0 70,6-8 7,-3 4 701,7-7 0,7-7 0,2-2 0</inkml:trace>
  <inkml:trace contextRef="#ctx0" brushRef="#br0" timeOffset="949">754 401 7902,'11'2'464,"0"3"0,-8 4-234,3 7 1,-4 2-14,-2 3 0,0 4 521,0 7 1,5-5-255,0 0 1,1 0-143,-6 5 1,0 2-198,0 3 1,0-5-128,0 0 1,0-2 105,0-8-176,0 6 1,-2-12 239,-4 0-227,5-7 0,-8-9-35,3 0 1,5-7 55,-5-3 1,3-12-125,-3-5 1,5-5-172,-5-5 1,4-4-165,2-7 0,6-6 60,-1 1 0,8-6-165,-3 6 0,5 1 347,1 9 0,5 6 196,0 10 0,1 6 15,-6 10 1,0 2-143,0 4 0,-5 3 356,-1-3 0,-4 10-44,4 6 1,-4 1 95,4-1 0,-6 3-115,1-3 0,-3 8 53,-2 3 1,0 1-161,0-2 0,0 2-32,0 4 1,-5 3-63,-1-3 0,-6-4 59,1-1 1,-1-4-694,1-2 314,-3 0 0,10-7-725,-7-4 735,8-3 1,-2-9 383,10-4 0,4-3 0,7-2 0</inkml:trace>
  <inkml:trace contextRef="#ctx0" brushRef="#br0" timeOffset="1666">1091 369 7902,'9'-7'367,"-2"5"186,-7-5 1,0 9-93,0 3 1,0 6 130,0 10 1,0-3-343,0 3 1,2 3-21,3-3 1,-3 0-295,4-5 0,1 0 6,-2 1 0,8-9-13,-3-2 1,-1-4 91,2-2 1,-1 0-192,7 0 1,-7-8 35,1-2 0,-8-10-164,3-1 1,1-2 169,-2 1 1,1 3 67,-6-8 0,-6 7-183,1-1 0,-8 3 109,3 2 1,-3 0 377,3 0-180,-5 7 1,12 0 483,-8 4-446,8 3 0,-3-5-76,12 7 0,-3 0 36,8 0 1,-1 0 45,7 0 0,-1 0-342,0 0 0,5 0 66,0 0 1,1 0 132,-6 0 0,0 0 37,0 0 0,0 0 102,0 0 0,-2 2-41,-3 3 0,3-3 178,-3 3 0,-2 4-157,1 2 0,-6-2 77,1 1 183,4 1 0,-7 5-94,3 0 0,3-5-75,-3-1 9,0-6-225,-5 10 135,0-12-283,0 5 185,0-7 1607,0 0-1444,0 7-6,-7-5-263,5 12 162,-5-12 1,5 11-145,-3-8 179,3 0-85,-5 2 0,7-3-164,0 7 194,0-8 0,0 6 5,0-3 0,-2-5 40,-3 5 0,3-3 328,-3 3-151,3-5 0,2 8 6,0-3-145,0-5 1,0 8 29,0-3-197,0-5 89,0 7 1,-5-7-214,-1 5 83,1-5-214,5 7 118,0-8-1096,0 0 278,0-8-57,0 7 296,0-14 0,2 12-317,3-8 1,-3 6 499,3-6 0,-3 6 585,-2-6 0,7 0 0,2-5 0</inkml:trace>
  <inkml:trace contextRef="#ctx0" brushRef="#br0" timeOffset="2022">1508 369 6135,'9'-7'-293,"-2"5"193,-7-5 100,0 7 0,0 0 0,0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1:20.75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49 145 8210,'0'-9'854,"0"2"1,-2 7-222,-4 0-296,5 0 1,-6 7 36,7 4 1,-2 10-132,-4 6 0,5 3-7,-5 2 0,5-5-84,1 0 0,-6 0-116,1 5 1,-1-7-81,6-4 0,0-3 79,0-2 61,0-7 105,0 5-254,0-12 1,0 3 118,0-10 1,0-4-14,0-7 0,6-2-227,-1-3 1,1-2-293,-6-4 0,5-9-95,0 4 0,2 2 266,-1 3 0,-5 2 152,5-2 1,1 4-48,-2 7 217,8 0 0,-10 5-154,8 1 0,-6 6-42,6-1 1,-6 3 213,6 2 0,-6 0 279,6 0 1,0 0-154,5 0 1,0 0-56,0 0 0,0 0-303,0 0-28,0 0 13,7 0 1,-5 0 136,3 0 1,-3-5 12,-2-1 0,-7-1-98,-3 2-32,-5 3 829,-1-5-487,0 7 1,-1 5 160,-5 1 0,-1 6-73,-4-1 1,-1 3-59,7 2 1,-6 6-58,6-1 1,-1 0 58,6-5 0,0 6-90,0-1 1,0 6-175,0-6 0,0 1 87,0-6 0,0 0 64,0 0 1,2 0 50,3 0 1,-1-7-102,7-4 0,-1-3-13,6-2 0,-5 0 58,0 0 0,-1 0 12,6 0 1,0-5-101,1-1 0,-3-6-153,-4 1 0,5-3-39,-5-2 1,-1-6 85,2 1 1,-7 0-17,1 5 1,-3-1-4,-2 1 1,0-5 21,0 0 1,-2-1-26,-3 6 51,-4-7 0,-7 5 143,0-3 0,5 10 188,0 6 0,6 3 397,-6 2-217,8 0-490,-12 0 1,14 2-64,-5 3 0,6-3-163,6 3 0,-3-3 218,8-2 1,-6 0 91,6 0 1,0 0-179,5 0-93,0 0 0,0-2 209,0-3 1,0 3-21,0-3 0,-6-2 168,1 1 0,0 1 12,5 5 0,-5 0 373,-1 0-255,1 0-181,5 7 0,0 7 143,0 8 1,0 1 208,0-2 1,-5-1-186,0 7 0,-1-6-72,6 6 1,-1-6-248,-5 6 1,4-8-104,-3 3 1,3-4-157,2-2 1,-5-6 47,0 1 0,-6-7-654,6 1 209,-8-3-151,12-2-26,-13 0 0,10-7 96,-7-4 840,1-3 0,1-9 0,2-2 0</inkml:trace>
  <inkml:trace contextRef="#ctx0" brushRef="#br0" timeOffset="183">915 17 7826,'0'-9'1574,"0"2"1,-6 14-1140,1 4 1,-7 8 47,1 3 1,-2 1-225,3-2 0,-5 4-50,5 7 0,-6 6-307,-6-1 1,8 1 139,-7-6 1,12-2-754,-7-3 1,5 1-34,0-6 0,4-1-1572,7-5 1485,0 0 831,0-7 0,0 5 0,0-5 0</inkml:trace>
  <inkml:trace contextRef="#ctx0" brushRef="#br0" timeOffset="408">963 209 7813,'11'-9'0,"-1"4"1127,-6-4 656,3 7-577,-7-5-812,0 14 1,0 2-242,0 7 0,0 0-150,0 0 1,2 4-109,3-4 1,-1 4-287,6-10 1,1 3-57,5-2 1,0-4 232,0-7 0,0 0-664,0 0 1,-5 0 273,0 0 0,-1-7 191,6-4 0,-5-3-5,0-2 418,-8 0 0,11-8 0,-5-1 0</inkml:trace>
  <inkml:trace contextRef="#ctx0" brushRef="#br0" timeOffset="536">1043 33 7813,'-9'0'360,"-5"0"157,12 0-214,-5 0-248,7 0 242,0 0-790,7 0 1,2 5 492,7 1 0,0-1 0,0-5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1:23.49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17 264 7710,'-2'-14'0,"-2"1"228,-1 3 944,0 6-14,5-10-354,0 12-328,0-5-245,7 7 0,-4 7-14,8 4 0,-6 3-47,6 2 0,-7 6-123,1-1 1,2 2 29,-1-2 0,4-3-187,-4 4 0,-1-4-292,-5-2 1,0-6 72,0 1-155,7-8 302,-5 5 0,5-10 81,-7-4 1,0-2-13,0-8 0,0-6 17,0 1 1,5-8-52,1 3 0,1-7-116,-2-4 0,-1 3 12,6-3 0,-4-2 90,4 1 1,-4 8 223,4 8 1,-4 6 212,4 6-37,-6-5 1,9 15-117,-8 0 1,0 13 75,-5 8 1,6 8-10,-1-2 0,0 3 187,-5 2 1,2 4-181,3-4 1,-3 3-33,4-8 0,1-4-330,-2-1-11,0-5-20,2-1 177,-5-7 0,11-3-5,-8-12 0,2-4-24,-1-12 0,-3 3-128,8-8 1,-6 0 12,6-5 0,-8 2 80,3 3 0,1-1 254,-2 6 1,2 1 325,-1 5 188,-5 0-481,7 7 0,-8 3 49,0 12 1,0 3-104,0 7 0,0 7 170,0 4 1,0-2-295,0 1 0,1 1 103,5 5 0,3-5-351,7 0 1,0-8 25,0 3 1,2-5-115,3-1 1,-3-7 178,3-3 0,2-4 65,-1-2 1,-1 0-155,-5 0 0,0-8-212,0-2 0,0-6 37,0-6 1,-5 4 92,0-3 0,-2 1 94,1-1 138,-3 3 1,-7-5 344,0 7-370,0 7 0,-1 2-41,-5 7 1,-1 2 279,-4 3 1,-3 4 383,4 7 0,-5 5-118,-1 1 0,0 6-150,0-1 1,7 2-217,4-3 1,3-1-85,2-3 0,0-5-159,0 5 0,2-10 216,3-1 0,-1-7 22,7 1 1,-3-5-307,3-5 1,3-4 40,-3-7 1,-2 0-75,2 0 0,-2-8 85,1-2 0,3-3 217,-8 2 0,8-1-16,-3 7 1,-3-1 161,-1 6 1,-3 5-205,3 1-61,-5 6 238,7-3 0,-7 20 257,5 3 0,-5 3-237,5-3 0,1 0-60,-2 0 0,6 6-469,-6-1 0,8 0-67,-3-5 1,5-5-265,1 0 1,2-8 428,3 3 0,-3-4 290,3-2 0,-3-15 0,-2-3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1:23.70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33 128 7888,'-9'0'2132,"-5"0"-1642,12 0-357,-5 0-67,7 0 1,2 0 161,3 0 1,4 0 0,7 0 0,2 0-434,3 0 0,-3 0 223,3 0 1,3-5-1193,-3 0 0,6-6 580,-6 6 0,0-6-118,-5 6 0,-1-8 712,-5 3 0,3 1 0,-8-2 0,8-7 0,-4-7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1:24.61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81 209 7888,'0'-9'-1687,"-2"2"2353,-4 7 1,5 2-238,-5 3 0,-1 6 1,0 10 625,-2 6-682,-2 3 0,3 6 106,2 7 1,-1-1-199,2 12 1,-1-6-53,6-5 0,0 1-92,0-6 1,2 5-105,4-6 0,2 0-300,8-5 0,2-7 239,4-3 0,-4-4-422,3-2 0,-3-7 125,-2-4 1,-6-3-71,1-2 1,0-9 141,5-7 1,-2-2 63,-3-9 1,1 2-270,-6-1 1,-1-10-2,-5 4 0,5-2 238,1 7 0,-1-1 7,-5 6 0,-5 1 535,-1 5-114,-6 7 1,3 2 232,-7 7 0,5 2-180,1 3 0,1 6 64,-2 10 1,2-3-118,4 3 0,3-3 37,-3-2 0,5 6-230,5-1 1,-2 0 94,8-5 1,-2-5-236,2 0 0,3-8-52,-3 3 0,8-5-36,3-1 0,1-1 172,-2-5 1,-3-3-37,3-7 0,3-2-98,-3-3 1,0 2-77,-5-8 1,0 0-53,0-5 0,1-2 138,-1-3 1,-2 1-160,-3-7 0,1 0 41,-7-5 0,1 0 156,-6 0 0,5 0 128,0 0 0,1 7 0,-6 4 0,0 10 0,0 5 0,-2 12 0,-3 4 0,1 5 935,-7 1 1,1 3-411,-6 8 0,5 5 211,0 11 0,2 5-259,-1 0 1,-3 5-248,8 6 1,-1 9-7,6-4 1,2-2-1,4-3 0,-3 0-13,8 5 1,-6-7 12,6-4 0,0-3-934,5-2 0,0-5 175,0 0 0,5-13 39,0 2 1,1-11 158,-6 1 1,0-5 44,0-1 0,-5-7 75,-1-4 1,-4-1-127,4 1 249,-6-10 0,8 10 201,-6-10-88,-1 3-105,-5 2 505,0 7-206,0 2 0,0 9 412,0 3-358,-7 4 0,5 7 51,-3 0 0,3 5-44,2 1-310,0-1 41,7-5 1,2-1 76,7-5 0,-5-3-182,0-7 1,-1-1-58,6-5 0,-5-3-53,0-7 0,-2 0 137,1 0 0,3-5 0,-8-1 0,6-4-247,-6 4 1,2-4-183,-1 4 536,-5 1-150,6 5 694,-7 7 0,0 4 13,0 10 1,0 6 271,0 10 1,0 4-445,0 7 1,0 7-49,0 4 1,0 5-158,0 6 1,6-3-76,-1 8 1,1-2-122,-6 2 1,5-4 106,0-7 1,1-7-312,-6-3 1,0-6 166,0-6 0,-8-2 92,-2-8 1,-5-2-73,-1-3 1,-7 1-27,-3-7 0,-5 1 161,-1-6 0,-5 0 261,-1 0 1,1 0-273,5 0 0,0 0 41,0 0 1,1 0-811,5 0 0,-3 0-227,8 0 0,-1 0-633,6 0 0,0 0 1504,0 0 0,7 0 0,2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1:25.27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16 81 7787,'-7'-17'1440,"5"9"-617,-5-7-129,7 14 9,0-14-244,0 14-243,0-14 1,2 13 1,3-3 0,6 3 0,10 2 1,-1 0-181,7 0 1,-6 7-197,6 4 1,-6-2-153,6 2 1,-7 5 145,1 5 1,-9 1-73,-1-6 1,-7 1 46,1 5 0,-3-4 41,-2 3 1,-7-8 67,-4-3 1,-5 1 10,-5 5 0,3 0 122,-4 0 0,5-5 702,1-1-535,-1 1 1,3 0-68,4-1 1,2-4-116,8 5 1,2-6 3,4 6 0,2-6-94,8 6 0,8-6 121,2 6 1,-1-2-31,2 1 0,-7 4-228,1-3 0,-3 2 14,-2-3 1,-2 5 223,-3-5 0,1-1-32,-6 2 1,-1-6 208,-5 6 0,-2-6 80,-3 6 0,0-6 87,-11 6 0,3-6-120,-8 6 1,1-7-73,-1 1 1,1 2-176,-7-2 0,8 1-239,-3-6 0,5 0-585,0 0 0,7 0 70,-1 0 495,8 0 0,-5-7-542,8-4 1,4-5 774,7-5 0,-1-4 0,14-7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1:25.71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32 7787,'0'-8'1787,"0"-7"-1388,0 13-299,0-5 1,2 7-26,4 0 1,3 0 6,7 0 1,0 6 28,0-1 0,0 2-12,0-1 0,0-3-215,0 8 0,0-6-302,0 6 1,-5-2 217,-1 1 0,-6 5 111,1-5 0,-3 5 211,-2 1 1,-2 0-58,-3 0 0,-4 5 45,-7 1 0,0-1-115,0-5 1,0 0 35,0 0 0,0-5 255,0-1 0,7-4-30,3 4 0,-1-4-493,2 4 170,0-6 1,12 9-127,3-8 1,-1 0 37,2-5 1,1 6 109,10-1 0,-4 6-24,3-6 0,-3 6-43,-2-6 0,0 6 118,0-6 0,-5 7 199,-1-1 1,-6 3 186,1 2 1,-3 1-177,-2-1 0,-2-4 81,-3 4 1,-4-3-184,-7 8 0,-5-3-34,-1-2 0,-5-6 85,6 1 1,0-2 13,5 2 1,0 1-483,0-6 0,5-1-1685,0-5 849,8 0 0,-4-7 520,7-4 1,8-5 618,8-5 0,1-4 0,6-7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1:25.97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0 200 9324,'0'9'943,"0"5"-560,0-3 0,2 3 165,4 2 1,-3 6-310,8-1 1,-1 0-209,7-5 1,0-1-226,5-5 1,3 3 219,7-8 0,2 1-299,3-6 0,-3-8 194,3-2 0,-8-5-84,-2-1 1,-8-7 12,3-3 0,-5 1-229,-1-2 1,-1 0 197,-5-5 1,-2 0 117,-8 0 1,-9 5 202,-7 0 1,-2 8-65,-9-3 1,0 10 339,-5 1 0,-5 9-192,-1 2 1,1 8-52,5 8 0,2 7-8,3 4 0,4-3 158,7 3 1,7-2-324,3 2 0,5 3 0,1-5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1:26.57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224 145 7811,'0'-16'323,"0"0"0,-2 0-102,-3 0 0,3 0-48,-4 0 1,5 5 47,1 0-40,-7 1 1,3 1 35,-7 3 1,6 5-10,-6 1 0,1 0 82,-6 0 1,-1 8-68,1 9 0,0-1 0,0 5 1,0 2 9,0-1 1,2 1-26,3-2 0,2-3-260,4 3 0,3-3-38,-3-2-87,10 0 0,4 0 121,7 0 1,2-5-22,3 0 1,-1-6-14,7 6 1,-2-6-13,1 6 1,-1-6 82,-3 6-6,-4-1 0,3 6 28,-10 1 1,-4-7 18,-7 1 1,-4 0 70,-6 5 1,-1 0-87,-10 0 1,-4 0-322,-2 0 0,2-6-182,-2 1 1,8-7-224,-3 1 0,4-3 395,2-2 0,7-2 27,4-3 297,3-11 0,2-9 0,0-7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1:26.74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1 257 7811,'9'-9'0,"5"-5"1002,-12 12-453,12-12-239,-12 12 0,10-7-146,-6 4 1,6 1 42,-1-7 1,8 8-287,3-3 1,6-1-176,-1 2 1,-4-7-198,-1 1 1,1 2 386,-2-2 1,2 2 173,-1-1 0,-10-5-916,4 5 1,-5 1-411,0-2 1216,-4 0 0,-7-12 0,0-2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1:27.18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81 31 7811,'-6'-11'2,"-1"2"214,-2 2 1,0 4-9,-1 8 0,-3 4 182,8 7 1,-2 7 254,1 4 1,5 10-138,-5 6 1,4 3-148,2 3 0,0-1-332,0 0 1,2-5-64,4-1 1,3-4-58,7 5 1,0-8 264,0 3 0,0-10 33,0-1 1,0-8-755,0 3 0,0-11-359,0-6 555,0-3 1,0-9 83,0-4 0,-5-5-47,-1-6 0,-1 3 179,2-8 0,-2 2 154,-4-2 0,-3-1-176,3 7 0,-1-1-101,1 6 492,-3 0 661,5 0-499,-7 7 1,0 4-175,0 10 0,0 4 169,0 7 1,0 5-91,0 1 1,0 1-116,0-2 0,2-1-39,3 7 0,-1-8 97,7 3-712,-1-4 88,6-2 100,0 0 1,-1-9 94,-5-7 1,3-7-111,-8-9 1,8-2 4,-3-4 1,-1 3-45,2-8 0,-2 0 124,1-5 0,3 0 48,-8 0 0,6 7 195,-6 4 13,8 3 1,-10 4 542,8 3-476,-7 4 1,3 14 19,-7 4 0,0 8-98,0 3 1,2 1-143,3-2 0,-2-3 158,8 3 1,0 3-4,5-3 1,0-1-405,0-10 1,-2 5 355,-3-5 0,10-3 0,-3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1:28.06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128 496 7811,'0'-16'0,"0"7"547,0-5-264,0 12 0,-7-5 67,-3 7 0,1 0 88,-2 0 0,2 2 210,-2 3-492,-3 4 0,5 7 77,-7 0 1,6 0-26,-1 0 0,7 2 1,-1 3 1,3-3 25,2 4 0,0-5-758,0 0 464,0-1 1,7-2-329,4-4 1,3-4 96,2-12 1,0-2-26,0-8 1,0-2 120,0-4 0,0-3 41,0-7 1,6-5 66,-1-1 1,1-6 21,-6 1 1,0-5-36,0-5 0,0 3 19,0-4 0,-7 6 106,-4 5 0,-1 6 428,1 10 180,-3 4 1,3 14-419,-10 4 1,-4 12-93,-7 9 1,0 9 619,0 12 1,0 4-76,0 7 0,7-3-509,3 3 1,5-3 46,1 8 0,0-5-267,0-5 1,5 3-182,0-3 1,13-4-225,-2-1 0,6-10 347,-1-1 1,-1-9-13,6-2 0,-6-2-490,1-9 0,2 1 75,-1-6 1,-1-7 232,-5-4 1,0-3 79,0-2 0,-7-6 227,-3 1 1,1-6 14,-2 6 0,0-6-1,-5 6 1,0-6-94,0 6 1,-1-6 12,-5 5 1,-1 1 526,-4 5-104,-3 0 0,5 5-86,-7 1 0,6 6-89,-1-1 1,6 10 103,-6 6 0,5 3 21,-4 2 1,6 0-119,-1 0 1,3 5 7,2 1 0,0 5 11,0-6 1,7 6-549,4-6 0,3 0-45,2-5 0,0-1-26,0-5 256,0-2 60,0-1 1,0-6-355,0 5 1,0-4 115,1-2 0,-1-8-1,0-2 1,0-10 78,0-1 0,0-8 42,0 3 0,-2 1 101,-3-2 1,1 2 182,-6-2 0,4-1-176,-4 6 0,-1 1 50,-5 5 1167,7 0-388,-5 7-335,5 2 0,-7 14-156,0 4 0,-5 8-70,-1 3 1,-4 6 520,4-1 0,1 3-139,5 2 0,0 0-233,0 0 1,0-5-105,0 0 1,0-8-351,0 3 1,2-6-129,3-5 7,-3-4 1,7-7 248,-4 0 0,-3-2-38,3-3 1,2-10-588,-1-6 0,4-2-1,-4 1 1,4 3 327,-4-8 0,1 6 50,-2-6 0,2 6 126,4-6 1,-2 9-70,-4 2 293,4 0 1,2 9-338,0-4 9,-8 4 704,11 14 1,-6 2 27,2 7 0,-1 0-303,-4 0 1,3 0-44,2 0 0,5 0-795,-5 0 190,5 0 1,1-1-1216,0-5 1150,0 4 529,0-12 0,0-2 0,0-9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1:28.25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33 257 8003,'-11'-14'1437,"0"4"-1000,8 2 0,-4 7 94,7-5-433,0 5 0,7-7-154,3 8 0,5-5 197,1 0 0,5-8 38,1 3 0,1-5-1188,-2-1 0,-3 0 4,3 0 1,-3 0 349,-2 0 1,-2 0 654,-3 0 0,3-7 0,-5-2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1:28.59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80 0 7448,'-9'24'790,"-5"-7"1,7 19 0,-6-2-108,3 5 0,4 9-183,-4 6 1,6 6 90,-1-1 0,3 3-251,2 3 0,0-3-138,0-3 1,2-6-330,3-10 1,2 2-282,4-8 1,3 0-493,-3-5 1,3-8 478,2-8 1,-5-2-130,0-9 0,-3-1 91,3-10 1,2-4 19,-8-12 0,7-3 177,-1-7 0,-2-1 61,2-5 1,-6 4 156,6-3 0,-8-1 281,3 6 0,3-2 60,1 13 1,-1 1-70,2 10-117,-8-4 0,10 14 158,-8 0 1,1 7 352,-6 9 1,1 5-320,5 0 1,-4 6-44,3-5 0,-3 6 273,-2-1 0,0-2-139,0 2 1,-6-8-437,1 2 1,-2-4 177,2-7 290,-4 4-707,-7-12 1,0 5-1714,0-7 1672,-1 0 1,1-7 321,0-3 0,0-5 0,0-1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1:29.74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17 417 8177,'-9'0'1983,"2"0"-1855,7 0 48,0 0 0,1-5-66,5-1 0,-3-11 81,8 1 0,0-6-82,5 1 1,0 1-19,0-6 0,-2 1-76,-3-2 1,3-2 87,-3 8 1,3-8-8,2 3 1,0-3-319,0 2 0,0-1 24,0 7 0,0 6 43,0 10 0,0 3 60,0 2 1,0 7 193,0 4 1,-5 12-11,0 9 1,-1 9-30,6 13 0,-5-4-54,0 3 0,-8-3 20,3-2 1,-5-3 69,-1-8 1,-1 4 81,-5-14 1,-3 1 129,-7-6 1,0-10-72,0 4 1,-1-10-316,-5-1 1,4-3-169,-3-2 0,3-2-317,2-3 1,0-4 410,0-7 1,7-2 101,4-4 1,3-3-1092,2-7 1,2 7 240,3 4 0,9-2 900,8 1 0,6 1 0,-3 5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1:30.45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80 145 7697,'7'-16'1671,"-5"7"-1300,5 1 1,-14 8-161,-4 0 1,3 8 377,-3 2 1,0 13-160,-5 10 0,5 0-309,1 10 0,6-5 60,-1 4 0,3-1-183,2 2 1,0-4-140,0-7 0,7-7-151,4-3 1,3-4 234,2-2 0,7-2 94,4-3 0,-2-4-344,2-7 0,-2-7 70,1-4 0,5-5-9,-5-6 0,-2-3 100,-3-7 1,2 6-94,-1-1 0,-1 0 52,-5-5 0,-5 2-44,-1 3 0,-6-1 110,1 6 0,-3 1-135,-2 5 431,7 0-42,-5 7 1,3 4 228,-10 10 0,3 6-195,-3 10 1,-2-1 203,1 6 1,1 1-175,5 5 1,0-5-149,0 0 0,0-8 233,0 3-123,7 2 0,2-6-477,7 4-258,0-12 393,0-3 0,0-7 50,0 0 0,-5-7 27,0-3 1,-8-5 5,3-1 0,1 0-6,-2 0 1,0 0 45,-5 0 0,0-5 11,0-1 1,0 1-128,0 5 0,-5 5 60,0 1 231,-8-1-147,4-5 0,0 5 115,4 1-312,3 6 171,2-3 0,2 1 0,3 1 0,6 2 0,3-1-39,2-1 137,0 3-80,0-5 1,0 7 181,1 0 1,-1 0-120,0 0 1,0 2 305,0 3 0,0 4-78,0 7 0,0 0 24,0 0 1,-5 5-112,-1 1 0,-1-1-8,2-5 1,1 0-146,-6 0 0,1-2 44,-2-3 476,-3 3-206,5-12 124,-7 5 1,0-14-164,0-4 1,0-3-259,0-2 0,0-5 182,0-1 0,5-11 33,1 0 1,-1-4-226,-5 0 1,5-3-416,1-2 1,6 4-2482,-1 11 2089,3-3 1,2 14-847,0 0 1072,0 7 0,-1 16 563,-5 4 0,4 10 0,-5 4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1:31.05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17 859 7851,'0'9'0,"1"-2"619,5-7 169,-4 0 1,6-2-208,-2-3-739,3-4 0,7-12-670,0-1 605,0 1 1,-5 0 114,-1-1 0,-4 1 152,4 5 0,-6 0-345,1 0 0,-5 1-168,-5 5 613,-4 3 1,-7 8-147,0 5 1,0 3 577,0 7 1,0 7-177,0 4 0,1 1-10,5-1 0,3 1-126,7-6 1,0 4 13,0-4 1,7-1-690,3-5 0,6-1-40,6-5 0,-3-3 212,8-7 1,-5 0 96,4 0 0,-1-7-212,2-3 0,1-7 85,-6-4 0,-1 1 88,-5-6 0,0 4 22,0-4 0,-5 1 14,0-2 0,-6-2 93,6 8 0,-8-7-58,3 1 0,-5 4 142,-1 1-142,0 4 0,-1 10 367,-5 2 0,3 4 23,-8 2 0,0 13 140,-5 3 0,6 11-232,-1-1 0,6 5-88,-6 1 1,7 0 234,-1 0 0,3 0-200,2 0 1,6-2-181,-1-3 1,7-4 86,-1-7 1,3-1-478,2-5 310,0-3 1,6-8 22,-1-5 0,1-4 40,-6-12 0,0-3-46,0-7 0,5-7 205,0-4 0,3-5-80,-3-5 0,-3-6-24,3-11 0,2 3-94,-1-8 0,-1 0-87,-5-5 0,-5 8 171,0 8 0,-6 14 557,6 13-477,-8 10-86,4 11 1,-8 25 963,-5 18 0,-1 10-74,-4 11 1,-1 8-426,7 2 1,-1 5-143,6 1 1,0 5-640,0 1 0,0-2-311,0-10 1,0 3-1675,0-8 2324,7 1 0,0-2 0,4-1 0,-5-3 0,-5-1 0,-1-4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1:31.75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17 385 7867,'0'16'-394,"-6"0"197,1 0 0,0 0 1380,5 0 1,0 2-424,0 4 1,2-5-709,3 5 0,4-6 66,7-5 1,0 1-115,0-7 1,0 1-7,0-6 0,0-2-93,0-3 0,0-6 157,0-10 1,0-4-50,0-8 1,0 1-537,0 0 0,-7 4 41,-3-4 1,-5 3 250,-1-8 0,-1 5 74,-5 5 1,3-2 143,-8 8 1,6-6 57,-6 6 0,6 5 565,-6 5-454,7 8-148,-3-4 224,7 7 1,7 0-58,4 0 0,3 0-36,2 0 0,0 5-52,0 0 0,6 8 123,-1-3 1,6 5-17,-6 1 1,2 5 26,-1 0 1,-4 3-1,3-3 23,-3 6-136,-2 3 1,0-3 74,0 0 0,-5-6-170,-1 6 1,-1-8 133,2 3 1,1-10 142,-6-1-101,-1-8-55,2 4 0,-5-8 116,3-5 1,3-4-126,-3-12 0,2 3 5,-2-8 0,-3-5-315,3-6 1,3-6-126,-3 1 1,2 2-314,-2-2 1,-1 6 305,7-6 1,-8 15-161,3 1-279,3 7-765,-1 11 1137,1 2 0,4 14-4,-8 4 388,0 3 0,3 10 0,1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1:32.23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65 514 7992,'-7'9'1382,"5"-2"-549,-5 0-543,7-5-38,0 5-247,7-14 1,2-2 122,7-7 1,0-5 35,0-1 0,-5-4-723,-1 4 0,-6-4 145,1 4 0,-3-5 249,-2 6 0,-7 0 63,-4 5 0,-3 5 657,-2 0 1,0 8-188,0-3 1,2 12-15,3 4 1,-3 6-100,3 6 0,4-3-55,1 8 0,5-5 24,1 4 0,7-4-367,3 4 0,7-6-338,4 1 0,-1-3 334,6-2 1,-4-7-149,4-3 0,1-5 23,5-1 0,0-1-7,0-5 0,-5-3 79,0-7 1,-8-5-31,3-1 0,1-4 284,-2 4 1,1 1 148,-6 5 0,-6 0 1115,1 0-703,-7 7 677,10-5-842,-12 19 1,5-1 0,-7 17 0,-2 4-124,-3 7 0,3-5-123,-3-1 0,3-1-185,2 2-155,7 3 1,-5-12 10,3 4 1,-1-12 69,1-4 373,-3-5 1,5-9-150,-7-8 1,5-8-134,1-8 0,4-2 42,-4-3 0,4 1 48,-4-6 1,4-1-586,-4-5 1,6 1-494,-1 5 1,3 1-388,2 3 1,0 11 602,0 1 0,0 6 736,0 4 0,0 0 0,0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1:32.63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17 8415,'0'-9'2031,"0"2"-1437,0 7 0,0 1 0,0 5 0,0 3-265,0 7 0,0 7-120,0 4 0,0-2-116,0 1 0,0-1-137,0 2 0,0 2-619,0-8 0,1 6 485,5-6 1,-3 0-1068,8-5 1,-6-5-664,6 0 1908,0-8 0,5 5 0,0-8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1:32.97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81 7824,'0'-16'154,"7"-1"1,-3 3 310,7 4 0,-6-3-133,6 8 1,-6-1-98,6 6 0,-1 0 29,6 0 1,-1 7-67,-5 4 1,8 9 25,-7 1 1,7 9-16,-8 3 0,3 0 0,-2 10 0,1-2-77,-7 2 0,1 3 43,-6-3 0,0-4-701,0-1 0,-2-6 330,-3-6 1,1-2 33,-7-8 0,1-2 78,-6-3 0,0-4 90,0-7 0,5-4-32,0-6 0,2-1-14,-1-11 1,-3-1 214,8 2 0,-1-1 109,6 6 1,0 0-39,0 0 0,6 6-89,-1-1 1,8 7-36,-3-1 0,4 3-147,3 2 0,-1 6-194,0-1 0,1 7 183,5-1 1,-4-2 80,3 2 0,2-2-647,-1 1 1,4-3-319,-4-7 1,-1 0-1250,-5 0 2169,7 0 0,-5-7 0,5-2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1:33.37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49 209 8916,'-11'7'1067,"0"3"1,6 5-653,-6 1 1,8 5-216,-3 0 0,5 6-94,1-5 1,0-1-125,0-5 1,7-2 174,3-3 0,5 1 50,1-6 0,1-1-287,5-5 0,-4-7-201,3-4 1,-3-5-202,-2-5 0,0-2 244,0-4 1,-2-3 19,-3 3 1,1-5 60,-6-6 1,-1 5-63,-5-5 1,-7 4 111,-4 2 0,2 7-13,-1 4 0,-1 10 254,-5 6 1,0 3 44,0 2 0,-5 9-43,-1 7 1,3 7-94,8 9 1,-2-5-716,8 0 1,0-2 15,5 1 1,0 3 655,0-8 0,7 8 0,2-4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1:33.75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161 175 7784,'-16'0'993,"0"0"-593,7 7 1,-5 2 500,3 7 1,-3 2-380,-2 3 0,0 1-220,0 10 0,1-4-8,5 10 0,3-3 155,7 3 0,0-4-209,0 3 0,7-5-48,3-5 1,6-4-161,6-7 0,-1-7-255,11-4 1,-3-5-603,8-5 1,-3-16 413,-2-11 0,0-6-149,0 1 0,-7-4 271,-3-7 1,-4 0 143,-2-1 1,-2 1-61,-3 0 0,-4 2 13,-7 3 0,-7 6 44,-4 10 1,-3 4 19,-2 7 1,-8 7 1474,-2 3 1,1 17-618,-2 5 1,7 7-641,-1 4 0,8-6-672,3 12 0,6-7-2270,-1 1 2852,3 3 0,9-12 0,2 5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1:35.01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81 653 7766,'-16'7'412,"-7"2"1,10 7 509,-3 0 0,11 0-435,-1 0-421,5 0 1900,1 0-1323,0-7 1,7-2-280,3-7 0,10-12-165,1-4 0,13-16-147,-2-1 0,9-15 52,-3 0 0,1-9-168,-2 4 0,3-13 108,2 2 0,-8 3 35,-7 8 0,-9-3-527,-2 3 0,-2 8 79,-9 13 1,1 7 738,-6 9-182,0 7 1,-9 8 3,-7 17 0,-6 7-4,-4 25 0,-5 2 222,5 9 0,-1 8-172,5-3 0,1 4 147,10-4 1,4-7-389,2-3 0,3-6-163,2-5 1,2-4-43,3-7 0,4-9 100,7-7 1,0-2 119,0-8 1,0-1-224,0-5 1,0-12-293,0-4 0,6-11 232,-1 0 1,1-5 127,-6-5 1,-6-3-500,1-2 0,-2-1 75,2 11 1,-4-2 463,-7 13-83,7-1-221,-5 6 398,5 7 0,-7 4 294,0 10 0,0 4-183,0 7 0,0-5-122,0 0-96,0-1-1054,0 6 350,0-7-374,7-2 1,2-7 114,7 0 1079,0 0 0,7-14 0,2-4 0</inkml:trace>
  <inkml:trace contextRef="#ctx0" brushRef="#br0" timeOffset="157">754 220 7766,'16'-15'1608,"0"5"-652,0 3-230,1 7 1,4 7 373,0 3 1,6 12-583,-6 5 1,6 3-1,-4 4 582,2 3-856,-12 4 1,8 7-29,-10 0 0,-4 2 484,-2 4 1,-10-4-511,-6 3 0,-5-3-1162,-5-2 0,-6 0-363,-10 0 0,1-5-2763,-7 0 3931,0-7 0,-5 3 1,0-7-1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1:43.23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723 1669 7450,'-11'0'2053,"0"0"-1582,8 0-49,-12 0 490,14 0-271,-14 0-154,14 0 1,-8 0 323,3 0-284,4 0-316,-5 0 1,7 1-132,0 5 0,2-4-20,3 3 140,-3 4 1,11-6-112,-8 8-41,8-7 0,-5 8 6,9-6 0,-7 1 77,1-2 0,-6-3-22,6 3 1,-6-3 15,6-2 0,-6 2 137,6 3-146,0-3 0,5 5 10,0-7 1,-2 2-174,-3 3 97,3-3 0,-5 5-118,7-7 0,-5 0 207,-1 0-88,1 0 0,5-5-71,0-1 1,0-6-11,0 1 1,0-1 54,0 1 0,0-3 3,0 3 1,0-3-34,0-2 0,0 0 40,0 0 1,1 1-76,-1 5 0,0-5 67,0 5 1,0-5 10,0-1-64,0 0 0,-2 0-5,-3 0 1,3 6-71,-3-1 1,-4 0 94,-2-5 1,4 0-102,2 0 1,-2 0 86,1 0 1,-4 0-97,4 0 1,-1 0 104,2 0 0,3-2-3,-3-3 1,-2 3-18,2-4 1,-3 5-1,3 1 1,2-6 35,-8 1 0,7-1-35,-1 6 1,-2-1-51,2-5 1,-2 4 54,1-3 1,5 1-144,-5-1 1,3 3 108,-3-3 1,5 3-9,-5 2 1,-1-5 10,2-1 0,-2 1-8,2 5 1,1 0 58,-7 0 1,6 0 3,-6 0 1,6 0 26,-5 0 1,6 0-64,-1-1 0,-2 1 57,1 0 1,-1 0-42,2 0 0,3 0 6,-3 0 1,3 0-11,2 0 1,-5 0-1,0 0 1,1-5-76,9-1 1,-5-4 68,0 4 1,0 1-24,-5 5 0,3 0 18,2 0 1,1 0-73,-1 0 0,0 0 70,0 0 0,0-1 4,0 1 0,-6 0 9,1 0 0,0 0 2,5 0 0,0 0 83,0 0 1,5 6-94,1-1 0,-1 0 79,-5-5 1,0 0-63,0 0 1,0 5 45,0 1 0,0 1-27,0-2 1,-5-3 3,0 3 1,-1 4-7,6 2 1,-5-3-2,0 3 1,-6-6 18,6 6-9,0 0 1,3 3 77,-3-3-76,3 3 5,-5-5 0,7 7 0,0 0 0,-6-6 1,1 1 0,0 0-8,5 5 1,0 0 13,0 0-40,0 0 0,0 1 36,0 5 56,0-4 0,0 10-64,0-7 1,-5 3 102,0-3 1,-6-3-79,6 3 1,-6 2 5,6-2 1,-2 3-14,1-3 1,5-1 4,-5 6 1,-1-6-73,2 1 114,-1 4-85,7 0 0,-1 5 33,0-3 0,-6 3-46,1-3 1,-2-2 30,2 1 0,3 1-6,-3 5 1,-3-2 3,3-3 0,0 3-1,5-3 0,-5 3 54,-1 2 0,-1 0-47,2 0 0,1 0-11,-6 1 12,6-1 1,-5 0 30,4 0 0,1-6 10,-6 1 1,6-2 0,-1 2 0,-2 3-4,2-3 0,-6 1 6,6-1 1,-2 3-36,1-3 0,4 1 4,-3-1 1,2 3-16,-3-3 0,3 3 2,-8 2 1,8-5 2,-3-1 1,-1 1-2,2 5 0,-6 0-2,6 0 1,-6-1 10,6-5 1,-2 5-12,2-5 0,3 4-64,-3 3 1,3-7 54,2 1 0,-5-2-43,-1 1 0,1 3 45,5-8 0,0 8-25,0-3 0,0-1 92,0 2-32,0 0 0,0 3-39,0-3 1,-5 3 10,0-3 95,-1 3 1,6 2-83,0 0 1,-5-2-48,0-3 1,-6 3 47,6-3 0,-2 3-62,1 2 1,3 0 37,-8 0 0,8-1-8,-3-5 0,-1 4 5,2-3 0,-2 3 2,2 2 1,3-5 20,-3 0 0,1 0-20,-1 5 1,3-6-11,-3 1 0,3-6 4,2 6 1,0-6-43,0 6 1,5-7 13,1 1 1,-1 2-6,-5-2 0,0 3 16,0-3 1,6-2 0,-1 8 0,0-7-2,-4 1 0,-1 2-3,0-1 0,0-1 1,0-5 1,0 5 20,0 1 0,0-1 2,0-5 1,5 0-10,1 0 0,1 5 1,-2 1 1,-3-1-39,3-5 0,3 2-2,-3 3 0,0-3-12,-5 3 1,0-1-8,0 1 0,0-3-159,0 3 0,1 2-19,-1-1 0,-6 1-525,1-2-199,0-3 134,5 5 1,-6-2 126,1 1 0,-7 1-1182,1-2 1060,-3-3 828,-2 12 0,0-5 0,0 7 0</inkml:trace>
  <inkml:trace contextRef="#ctx0" brushRef="#br0" timeOffset="1335">81 2374 8354,'0'-16'-578,"-7"7"351,5-5 80,-12 12 180,5-5 246,-7 7 19,0 0 19,7 0-145,2 0 211,7 0-11,0 0-265,7 0 1,0-1 39,4-5 1,3 4-7,-3-3 1,1 1-1,-1-1 1,3 3-201,-3-3 77,3 3 1,2 2-47,0 0 1,0 0 100,0 0 1,-5 0-25,0 0 1,-1 2 11,6 3 0,6-3 1,-1 3 1,2-3-13,-1-2 1,-3 0 2,8 0 1,0 0-19,5 0 1,0-5-6,0 0 0,0-1-5,0 6 0,0 0-31,0 0 1,-5 0-15,0 0 0,-2 0-23,1 0 0,5 0 67,-5 0 1,-1 2-4,2 3 0,0-3 10,5 3 1,0-3 74,0-2 1,0-2-44,0-3 0,0 3 95,0-3 0,6-4-69,-1-2 0,6 2 0,-6-1 1,8-1-105,-2-5 1,-2 5 93,2 1 0,-2 4-160,1-4 1,5 4 96,-5-4 0,3 4-13,-2-4 0,1 6-29,-6-1 0,6 1-13,-1-1 1,-2 3 15,2-3 1,-6 1 9,6-1 0,0 3 74,5-3 0,2-3-63,3 3 1,-3 0 140,4 5 1,-5-6-88,0 1 1,4-2 88,1 2 1,-1 3-72,-5-4 0,0-1 12,0 2 0,0-2-67,1 2 1,-1 3-17,0-4 1,-5 5-107,-1 1 1,-1-6 149,2 1 1,2 0-111,-8 5 0,6-6 68,-6 1 1,6-2-13,-6 1 0,6 3 58,-5-8 1,6 8 5,-1-3 1,3-1 20,2 2 1,1-2 152,-1 1 1,0 5-134,0-5 0,0 3-28,0-3 1,0 4-93,0-3 0,6 2 93,-1-3 0,3 4-87,-3-3 1,-7 2 13,8-3 1,-6 4-149,11-3 1,-8 3 95,3 2 1,-8 0-29,2 0 0,-8 0-15,8 0 0,-4 0 64,4 0 0,0 0 21,1 0 0,-7 0-22,1 0 0,-5 0 27,4 0 0,-10 0 16,6 0 1,-13 2 6,7 3 1,-9-3-2,4 4 1,-8 1 10,3-2 1,-4 0-96,-2-5 1,-6 0 55,1 0-520,-7 7 167,10-5 256,-12 5-166,5-7 1,-7 2-924,0 4-92,0-5 1295,0 6 0,0-7 0,0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1:46.93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33 1 7852,'-9'0'432,"0"0"-142,4 0-495,3 0 120,-5 7 1,7-3 38,0 6 1,0-4 89,0 4 0,0-4-212,0 4-73,0 1 0,0 5 78,0 0 0,5-5-51,0-1 1,2-1-10,-1 2 1,-4 3 222,3-3 0,4 3 0,0 2 0</inkml:trace>
  <inkml:trace contextRef="#ctx0" brushRef="#br0" timeOffset="341">49 306 8284,'-6'10'-280,"1"1"0,-2-6 241,2 6 0,3 0-89,-4 5 1,5 0 126,1 0 1,0 0-267,0 0 88,0 0 1,0 0 158,0 0 1,0 0-31,0 0 1,0 0 5,0 0 0,0 0-13,0 0 1,5 0-125,0 0 9,1 0 1,-6 0 115,0 0 1,5-5 55,0 0-12,1 0 0,-6 5 12,0 0 0,0 0 0,0 0 0,0 0 0,0 0 0,-6-6 105,1 1-35,0 0 65,-2 5 0,5 0-58,-4 0 1,5-5 92,1-1 0,0 1-110,0 5 0,0-5 9,0-1 0,1 3 124,5 8 1,-3-3-93,8 4 0,-6-5-156,6-1 0,-6 2 73,6 4 0,-2 1-122,2 3 1,1 3 28,-6-8 1,-1 8-203,-5-2 1,5-2 276,1 1 0,6-6 0,-3 3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1:46.07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851 0 7961,'-9'0'39,"2"7"0,7 2 2,0 7 0,0-5 61,0 0 1,0-1-1,0 6 0,0 0-38,0 0 1,1 1-124,5-1 1,-4 0 84,3 0 1,-3 0 44,-2 0 1,2 2-41,3 3 0,-3-3 23,3 3 1,-3 2-58,-2-1 0,0-1 34,0-5 0,0 2-5,0 3 1,0-3 33,0 4 1,0-3-7,0 2 1,0-3 68,0 4 1,2 1-71,3-2 0,-3 2-57,3-1 1,2-4 54,-1 3 1,4 2-57,-4-1 1,1-1 5,-2-5 1,-3 5-8,3 1 1,-1-1 24,1-5 0,-3 0-17,3 0 1,-3 0-23,-2 0 1,0-5 31,0 0 0,0-1 58,0 6 0,0 0 9,0 1 0,-5-7 7,-1 1 1,1 0-49,5 5 1,-2 0 9,-3 0 1,3 5-13,-3 0 0,3 1 2,2-6 0,0 5-39,0 1 1,0 1 50,0-2 0,0-3-110,0 3 1,0 3 63,0-3 0,0 0-7,0-5 1,2 0 41,3 1 1,-3-1-3,3 0 0,-3 0 18,-2 0 1,0 0 1,0 0 0,0 0 17,0 0 0,0 0-36,0 0 0,-2 5-32,-3 1 0,3-1 36,-3-5 0,-2 2-12,1 3 1,1-3-20,5 3 0,0-3-6,0-2 1,0 0 12,0 0 0,0 0-13,0 1 0,0-1-41,0 0 0,0-6 51,0 1 1,0 0-42,0 5 0,2-2 23,3-3 0,-3 3-3,3-3 1,-3 3 50,-2 2 1,0 0 2,0 0 0,0 0 3,0 0 0,-2 0 6,-3 0 1,3 0-1,-3 0 1,3 0-25,2 0 1,0-5-49,0 0 1,0-1 49,0 6 1,-2-5 63,-3 0 0,3-1-70,-3 7 0,3-7-1,2 1 1,0 0 10,0 5 1,0 0-9,0 0 0,0 2-13,0 3 1,0-3 20,0 3 1,2-3-82,3-2 0,-3 2 66,3 3 0,-3-3-70,-2 3 1,0-3 17,0-2 1,0 0-41,0 0 66,0 0 1,0 0-7,0 0 0,0 0-39,0 1 1,0-7 26,0 1-131,0 0 0,0 5-211,0 0-303,0-7 355,0 5 1,2-12-750,3 3 733,-3 4 0,7-7-122,-4 3 448,-3-3 0,12-2 0,-5 0 0</inkml:trace>
  <inkml:trace contextRef="#ctx0" brushRef="#br0" timeOffset="2222">1717 1700 8124,'0'-9'-827,"0"2"310,0 7 87,0 0 300,0 7 93,7-5-12,-5 5 48,12-7 2,-12 0 1,7 0-5,-4 0-1,-3 0 50,5 0 1,-9 0 142,-3 0 0,1 0 386,-6 0-363,6 7 1,-5-5-12,4 4 0,3-3-49,-3 2 1,3-1-183,2 7 105,0-8 0,0 12 7,0-5 1,0-1-29,0 2 1,0 0-170,0 5 1,2 0 19,3 0 1,-3-4 73,3 4 1,-3-9-105,-2 9 1,5-3 76,1 3 1,-1 0-50,-5 0 1,0 0 74,0 0 0,0-5-43,0-1 20,7 1 5,-5 5 73,5 0-59,-7 0 0,0 0 47,0 0 0,0-5-20,0 0 1,0-1 4,0 6 0,0 0-6,0 0 0,0 1 2,0-1 0,5 0 1,1 0 0,-1 0 2,-5 0 1,2 0-34,3 0 0,-3 0 26,3 0 0,-3 5-131,-2 1 0,2 1-24,3-2 0,-3-3-124,3 3 0,-3 3 113,-2-3 168,7 7 0,-5-10 0,5 5 0</inkml:trace>
  <inkml:trace contextRef="#ctx0" brushRef="#br0" timeOffset="3867">17 1797 7918,'0'-16'-1954,"-2"7"1954,-3 3 0,3 3 474,-4-3-40,5 5-407,1-7-26,0 1 1,1-2 2,5-7 1,5 0-5,10 0 1,-1-2 1,6-3 1,6 1 11,6-6 0,1-1-17,-2-5 1,4-5-91,7-1 0,2-1 86,4 1 0,-4 5-2,3-5 0,-5 6 9,-5 5 0,3-3 0,-5 5 0</inkml:trace>
  <inkml:trace contextRef="#ctx0" brushRef="#br0" timeOffset="4326">177 1941 8139,'-9'-7'-676,"2"-2"890,14-7 0,2 0-176,7 0 1,7-7-9,4-4 0,5 0 7,6-5 1,3 2-13,7-13 1,7 6-49,4-6 0,8 0-175,3-5 1,5 0 184,-6 0 0,6 7 54,-5 3 0,-1 4-358,-5 2 1,-7 6-31,-3-1 0,-6 13 347,-5-2 0,-4 3 0,-7-3 0</inkml:trace>
  <inkml:trace contextRef="#ctx0" brushRef="#br0" timeOffset="4759">338 2294 7945,'-11'0'-543,"0"0"1,6 0 918,-6 0-431,8 0 140,-5-7-133,8-2 0,2-7 79,4 0 0,8-6 25,7 1 1,8-8-10,-3 3 1,12-6 6,5-6 1,5 2-53,5-6 0,4-1-4,7-5 1,6 0-246,-1 0 1,6-2 267,-5-4 1,6 6-216,-1 0 1,2 2 121,-2 8 0,-6 1 72,-10 5 0,-2 5 0,-4 0 0,6-1 0,4-3 0,1-1 0</inkml:trace>
  <inkml:trace contextRef="#ctx0" brushRef="#br0" timeOffset="5126">273 2470 8145,'-1'-16'162,"-5"0"18,4 0 1,-5 5-134,7 1 1,2 4 59,3-4 0,6-1-142,11-5 1,2-2 106,9-3 1,6 1 118,4-7 0,10 6-89,6-6 1,3 6-137,2-6 1,2 2 55,4-2 0,1-3-358,4 3 1,-2 2-58,-4-1 1,-8 6 208,3-1 0,-10 3-444,-1 2 1,-10 7 627,-6 4 0,-3-4 0,-2 0 0</inkml:trace>
  <inkml:trace contextRef="#ctx0" brushRef="#br0" timeOffset="5498">1011 2438 8253,'-7'-9'779,"5"2"-653,-5 0 1,9 0-59,3-4-25,11-3 1,6 0 0,10-8 1,-2-6-174,13 1 1,7-3-234,9-2 1,3 0 172,2-1 0,-2 7-872,-3-1 883,4 7 1,-14-3-1,7 7 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2:02.58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1124 385 7847,'0'-9'-826,"0"1"708,0 2 118,0 4 1100,0-5-693,0 7 1,0 2-36,0 3 0,-2 10-172,-4 6 0,5 8-16,-5-3 0,3 5-43,-3 1 0,5 5-146,-5 1 0,5-1 218,1-5 0,1-5-14,5 0-1,-5-6-694,5 6 310,3-8-146,0 4 167,7-7 0,0-7 8,0-3 1,-6-5 10,1-1 1,0-5-105,5 0 0,5-8 133,1 3 0,-1 2 30,-5 3 1,5 3 48,1 2 1,-1 2 61,-5 3 1,0 6 237,0 11 1,-7 10-155,-3 10 0,-5 12 95,-1 5 0,0 7-181,0 8 1,-5-4-286,0 10 0,-6-16 342,6 0 1,-1-10 8,6-1 1,0-8-1012,0-2 0,0-13 923,0 2 0,0-7 0,0 0 0,0-4 0,0 4 0,0 4 0</inkml:trace>
  <inkml:trace contextRef="#ctx0" brushRef="#br0" timeOffset="734">97 193 7887,'-16'0'-739,"7"0"905,-5 0 261,12 0 640,-5 0-637,7 0-190,0 0-69,7-7 1,2 5-18,7-3 0,0 3-452,0 2 210,0 0-107,0-7 105,0 5 0,-1-3 37,-5 10 0,-3-1-110,-7 6 0,0 3 133,0 8 1,-5-3 2,0 3 0,-13 2-1,2-1 1,-4 5 33,4-6 0,-5 0 200,-1-5-212,1 0 81,5 0 0,5-1 104,1-5-241,6 5-1,-3-14 34,7 7 1,7-8-67,4 0 74,3 0 0,2 0 21,0 0 1,-2 1 23,-3 5 1,1-3 31,-6 8 1,-1 0 132,-5 5 0,0 0-35,0 0 0,0 0 145,0 0 0,-2 5-119,-3 1 0,1 4-50,-6-4 1,1 4-195,-2-4 0,-3 1 50,3-2 1,2-3-197,-1 4-253,6-5-707,-3-1 725,7-7 1,2-3-254,3-12 0,2-3 377,4-7 0,8-7 321,-3-3 0,4-5 0,-4-1 0</inkml:trace>
  <inkml:trace contextRef="#ctx0" brushRef="#br0" timeOffset="1000">290 434 7749,'0'16'1353,"-2"1"-913,-4 5-289,5 3 1,-6 1 9,7 1 1,0 0-79,0 5 1,0-7 14,0-4 0,7-3-158,3-2 0,5-7 111,1-4 1,0-3-129,0-2 1,0 0-56,0 0 0,0-9 112,0-7 1,0 0-71,0-5 0,-7-2-87,-4 1 0,-3-4-151,-2 4 1,-4-5 55,-6 6 1,-1-6-106,-10 6 0,3 5 217,2 5 1,-6 8 62,1-3 1,0 6 42,5 6 0,1-3-303,5 8-82,3 0 223,7 5 216,0-7 0,7-2 0,2-7 0</inkml:trace>
  <inkml:trace contextRef="#ctx0" brushRef="#br0" timeOffset="1416">514 193 7663,'-7'9'-515,"5"5"1,-7-10 467,4 6 0,3-4 102,-3 4 0,1-1 102,-1 2-156,3 3 1,-5-10-5,7 7 1,2-8-3,3 2-14,-3-3-108,12-2 1,-10-5 129,6 0 1,-6-8-125,1 2 1,-3-3 26,-2-2 1,5 0 17,1 0 1,1-2 5,-2-3 1,-3 1 69,3-7 0,4 6 0,2-6 0,-2 13 0,2-2 0,-6 5 64,6 1 1,-8 1-135,3 3 434,2 5-256,-6-7 1,11 16 46,-8 2 0,0 5-92,-5 1 0,0 1 24,0 5 0,0 3 245,0 7 1,0 2-9,0 3 0,-1-1-117,-5 7 0,5-1-42,-5 6 0,-1 1-219,2-1 1,-2 0 82,1 0 0,4 5-10,-3 1 0,-2-1 72,2-5 0,-3 0-28,3 1 0,2-3-446,-8-3 0,7 1-649,-1-6 1,3-8 1031,2-9 0,0 4 0,0 0 0</inkml:trace>
  <inkml:trace contextRef="#ctx0" brushRef="#br0" timeOffset="1700">674 915 7998,'-10'0'174,"-1"0"-45,8 0 1,-5 7 190,8 3 0,0-1-38,0 2 0,0-6-281,0 6 1,8-7 76,2 1 1,4-3-8,3-2 0,0 0 90,5 0 1,-4-7 0,3-4 0,-3 0-336,-2-5 0,-6 4-11,1-10 1,-7 5 18,1 1 0,-10 1 126,-6 5 0,-5-3-102,-5 8 0,-4-1 137,-7 6 1,1 8-10,5 2 0,1 5-33,3 1 1,12 5-9,-1 0 0,7 2 55,4-1 0,0-4 0,0 5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1:59.85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466 402 7838,'0'-17'-128,"0"7"1,0-1 466,0-1 0,2 4 288,3 3 214,-3-4-236,5 7-382,-7-5 1,0 9-81,0 3 0,-7 6 18,-4 11 1,-3 2-87,-2 9 1,-6-1 34,1 0 0,-2 5-203,1 1 1,5-1 94,-5-5 0,4 0-114,2 0 0,6-7 118,-1-3 0,6-5-64,-6-1-74,7 0 0,-3-5 15,7 0 0,2-8-247,3 3 258,4-4 0,7-2-47,0 0 0,0-2 42,0-4 50,8 5 0,-7-7-16,5 8 0,-6 2 28,-6 4 0,-1 4 237,-3 12 0,-5 3 48,5 7 1,-13 7 99,-9 4 0,-2 5-104,-9 5 0,6-1-91,-6 7 0,6-6-76,-6 6 0,2-6-144,-2 6 1,-1-9-75,6-2 0,-1-1 86,2-10 1,3 1-116,-3-6 1,3 0-241,2 0 1,7-7-386,3-4 0,-1-8 224,2-3 583,0 1 0,5-2 0,0-2 0</inkml:trace>
  <inkml:trace contextRef="#ctx0" brushRef="#br0" timeOffset="819">770 161 8760,'0'-9'1057,"0"-5"-1023,8 12 1,-1-7 50,3 4 1,5 3-193,-5-3-15,5 3 1,1 4 89,0 3 0,-6-3 79,1 3 0,-6 4-58,6 2 1,-7-2-287,1 1 239,-3 1 0,-9 5 36,-4 0 0,-3-5 10,-2-1 1,0-4 1,0 4 1,0-1 7,0 2 1,1-2-4,5-4-138,-5-3 71,14 5 30,-7-7 0,16 0-1,2 0 0,5 0-6,1 0 0,0 6 40,0-1 1,-6 0 1,1-5 0,0 6 103,5-1 0,-6 7-120,1-1 1,-7-2 288,1 2 0,-3-1-41,-2 6 1,-2-5-36,-3 0 0,1 0-57,-7 5 0,1-2 146,-6-3 0,0 3-199,0-4 0,-2 5-95,-4 1 1,10-2-616,-4-3 367,3 3-1291,5-5 489,0 7 521,8-7 0,2-2 545,4-7 0,2-7 0,8-2 0</inkml:trace>
  <inkml:trace contextRef="#ctx0" brushRef="#br0" timeOffset="1094">1011 369 7949,'-11'8'1026,"1"2"0,6-1-684,-1 2 1,1 0-252,-1 5 0,3-6 28,-3 1 1,5-2-42,5 2 1,-1-4 19,6-7 1,1 0-232,5 0 1,-5 0 137,-1 0 0,-1-2-120,2-3 1,3-3-105,-3-2 1,-4-5-64,-2 5 23,-3-4 0,-2-2 31,0-1 0,-2 3 14,-3 4 1,2-3 112,-8 8 0,0-1-142,-5 6 80,0 0 1,2 7-10,3 4 0,-1-2-209,6 2 0,1-6 76,5 6 0,0-6 305,0 6 0,7-8 0,2 5 0</inkml:trace>
  <inkml:trace contextRef="#ctx0" brushRef="#br0" timeOffset="1627">1268 193 9490,'-9'7'462,"2"-3"-569,7 6 143,0-6 317,0 10-332,0-12-495,0 5 363,7-7 0,-4-5-77,8-1 1,-7-6-83,1 1 1,2-3 92,-2-2 0,3 0-51,-3 0 1,-3 0 131,3 0 0,2 0 36,-2 0 0,3 1 9,-3 5 1,-3-4-44,3 3 58,4 4 0,-5-6 250,6 8-74,-6 0-110,10 5 76,-5 0-84,7 0 1,0 0 5,0 0 0,-5 0 63,-1 0-43,-6 0 1,5 0 100,-4 0-65,-3 0 1,5 1 135,-7 5-2,0-5-136,7 7 102,-5-1 0,5 2-28,-7 7 1,0-6-19,0 1 0,-5 0-22,0 5 0,-3 0 2,3 0 0,2 0 2,-8 0 1,5 0 3,-4 0 1,4 5-94,-4 1 1,1 1 80,-2-2 1,-1 2-155,6 4 1,-4 2 80,4-8-259,-6 1 161,10 1 0,-5-6 89,7 5 26,0-4-550,0-2-762,0-7-195,0-2 586,7-7 332,2-7 533,7-2 0,0-14 0,0-2 0</inkml:trace>
  <inkml:trace contextRef="#ctx0" brushRef="#br0" timeOffset="1891">1492 369 7908,'-9'0'738,"2"8"-131,7-7-334,-7 14 1,0-6-57,-4 7 0,2 0 160,4 0 0,3 5 183,-3 0 0,-2 6-425,1-5 0,1-1 56,5-5 1,5 0-242,1 0 0,6-2-22,-1-3 0,5-4 8,5-7 1,2-2 101,4-3 0,2-4-4,-8-7 1,2-5-251,-1-1 1,-12-4-323,1 4 0,-2-5 207,-4 6 1,1 0 99,-6 5 1,-7 0 240,-4 0 1,-5 7-48,-6 3 0,-1 6 1,-3 6 1,-3-3-63,8 8 1,-6 0 28,5 5 0,1 5-18,5 0 87,0 1 0,-7-6 0,-2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2:14.75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129 65 7675,'0'-9'3090,"0"2"-2739,-7 7 0,0 2 3,-4 3 0,-3 6-141,3 10 0,-3 4 179,-2 7 0,1 7 76,5 4 0,-3-2-328,8 2 1,0-8 71,5 3 1,1-11-291,5-6 1,3-3-10,7-2 0,1-7 31,5-4 1,3-3 102,7-2 0,-2-7-3,-3-4 0,3-10-232,-3-6 1,-4-3-111,-2-2 0,-8 3 62,-2-3 1,-8 3 129,3-8 0,-6 3-85,-6 2 0,-3 0 112,-7 0 1,0 7 28,0 4 0,-5 3-51,-1 2 1,1 7-71,5 3 227,0 5 0,0 2-53,0 5 1,5 3-508,0 7 0,8 2 195,-2 3 0,3-3-628,2 3 0,0-3 95,0-2 842,7 0 0,2 7 0,7 2 0</inkml:trace>
  <inkml:trace contextRef="#ctx0" brushRef="#br0" timeOffset="186">546 386 7896,'0'-9'4447,"0"2"-3148,0 7-229,-7 0-1874,5 0 345,-5 0 504,7 0 1,2 0 128,3 0 1,-1 0-1147,6 0 1,1 0 971,5 0 0,7-8 0,2 0 0</inkml:trace>
  <inkml:trace contextRef="#ctx0" brushRef="#br0" timeOffset="503">899 33 7881,'0'-9'246,"-2"-4"61,-3 8 1,1 1 699,-7 10 1,1 5-71,-6 10 1,1-1-294,5 6 1,-5 6-254,5 6 1,-5 1 105,-1-2 0,8-3-228,2 4 1,4-4-248,2-2 0,2-2 181,4-3 0,4-4 11,12-7 1,3-2-397,7-3 1,-6-4-173,1-7 1,-6-2-174,6-3 0,-7-4 266,1-7 1,-5-6-254,-5 1 0,-4 0 296,-7 5 0,-2 5 114,-3 0 1,-6 2-86,-10-1 1,1 3 23,-7 7 0,8 0 134,-2 0 0,3 5-104,2 0 1,5 8-1038,0-3 0,8-1 1172,-3 2 0,12 0 0,3 5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2:13.62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32 113 7837,'-1'-16'224,"-5"0"0,-3 0 2124,0 0-1538,2 7 160,7-6-698,0 14 0,2-12-258,3 8 0,4-1 170,7 6 1,2 0 38,4 0 1,1 0-732,3 0 0,5 0-137,-5 0 0,3 0-467,-2 0 0,1 2 509,-6 4 0,-1-3 101,-5 8 502,0-8 0,-7 12 0,-2-6 0</inkml:trace>
  <inkml:trace contextRef="#ctx0" brushRef="#br0" timeOffset="149">64 241 7837,'-16'0'1345,"0"0"-320,7 0-624,2 0 0,14 5-142,4 1 0,3-1-63,2-5 0,2 0-255,4 0 0,1 0-736,4 0 0,8 0 484,-3 0 1,4 0 169,-4 0 141,0-7 0,7-2 0,2-7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1:54.76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1557 385 8910,'0'-9'475,"0"2"-352,0 0-35,0 5 1,0-7-24,0 4 1,0 1 158,0-6-25,-7 6-83,5-3-197,-13 0 114,7 5 0,-8-5-197,0 7 73,-1 0 0,1 5 121,0 1 1,0 6-9,0-1 1,0-2 56,0 1 1,0 1 121,0 5 1,5 0-96,1 0 1,1 0 19,-2 0 1,-1 0-27,6 0 0,1 0 110,5 0 1,0 0-289,0 0 185,0 1 0,2-3-229,3-4 110,4 5 0,7-13-133,0 3 135,0-3 1,0-2-27,0 0 1,0-2-64,0-3 0,0-3-173,0-2 0,0-5-88,0 5 0,-1-5 124,-5-1 0,5 0-26,-5 0 0,-1 0 35,2 0 294,-7 0 0,4 2-166,-2 3 327,-4 4 44,5 7 121,-7 0 1,0 7 178,0 4 1,0 3-243,0 2 0,0 0-61,0 0 1,0 2-269,0 4 0,5-5-254,0 5 0,8-4 55,-2-2 1,-3 1-197,3 5 1,2-4 393,8 3 0,4-3 0,7-2 0</inkml:trace>
  <inkml:trace contextRef="#ctx0" brushRef="#br0" timeOffset="1034">3449 16 8127,'0'-9'860,"0"2"-567,0 7 413,0 0-461,0 7-121,0 2 1,0 7 46,0 0 1,0 0-22,0 0 0,-5 6 107,0-1 0,-1 2-120,6-1 0,0-3-9,0 8 1,-5-6 42,0 6 0,-1-2 1,6 2 1,0-4-164,0-7 0,0 0-211,0 0 1,2-5-291,3-1 346,-3-6 1,12 3-73,-3-7 1,2-7-79,-3-4 0,4 1-79,-3-6 0,5 3 58,6-8 1,-5 1-83,5-1 1,-4 3 167,-2-3 1,0 8 1,0 2 1,0 8 669,0-3-399,0 5 1,-2 8 528,-3 4 1,-4 8-121,-7 3 1,0 1 110,0-2 0,0 2-200,0 4 0,0-2 93,0-4 0,-2-3-130,-3 3 0,-4-3-91,-7-2 0,0-5-233,0 0 1,-7-8 79,-4 3 0,2-5-521,-2-1 1,6 0 278,-6 0 0,7-1 121,-1-5 0,3-1 40,2-4 0,-7-10 0,-2 3 0</inkml:trace>
  <inkml:trace contextRef="#ctx0" brushRef="#br0" timeOffset="14591">1 1636 8624,'0'-16'2502,"0"7"-2220,0 23 0,0 6 52,0 17 1,0 3 174,0-3 0,0 6-334,0-6 1,0 6 0,0-6 0,0-1-143,0-9 0,0 3 74,0-3 0,0-9-129,0-2 1,0-9 262,0 4-144,0-8 1,0-3-3,0-11 1,0-10-316,0-6 0,5-10 18,1-6 1,1-3 109,-2-2 0,4-8-403,7-2 0,0-10 177,0-2 1,0 8 40,0 9 0,6 4 98,-1 7 0,2 4-114,-2 12 0,-1 4 508,7 11 1,-8 4-167,3 7 0,-4 2 210,-2 3 0,0 4-115,0 7 0,-7 2-4,-4 4 0,2 3-63,-2 7 0,-1-6-25,-9 1 1,-4-6-39,-7 6 0,-7-5-18,-4 4 0,-2-6-68,3 1 1,-3-8-182,8-3 0,-1-4-189,6 5 1,0-8-33,0 2-607,7-3 1,2 0 1080,7 3 0,14-3 0,4 5 0</inkml:trace>
  <inkml:trace contextRef="#ctx0" brushRef="#br0" timeOffset="14963">979 1251 7850,'0'-9'821,"0"-5"58,-7 12-512,5-5 0,-5 20-4,7 3 0,-7 12-51,-4 4 1,2 9 342,-1 13 1,-1-3-215,-5 8 0,-2-5-32,-3 4 0,8-4-197,-3 5 0,9-9 26,-3-2 0,6-2-445,-1-9 1,8 1-175,3-6 0,8-2 419,2-3 0,2-2-532,8-4 1,1-8-2955,5 3 3448,0-11 0,7 9 0,2-5 0</inkml:trace>
  <inkml:trace contextRef="#ctx0" brushRef="#br0" timeOffset="15950">1541 1716 6599,'10'-9'229,"1"4"-214,0-4 0,3 6 4,-3-8 1,1 6 1,-7-6 1,8 0 427,-2-5 0,-2 5 0,1 1 1,-6-1-59,1-5 1,-3 5 179,-2 1-375,0-1 1,-2-3-11,-3 3 0,-4 4-15,-7 7 0,-2 0 43,-3 0 0,1 9 8,-7 7 0,1 2-32,-6 8 0,1 1 13,4 5 0,-1-5-184,7 0 0,1-2-60,9 1 0,-1 3-65,6-8 1,1 1 190,5-6-141,0-7 0,7 3 115,4-7 1,3-1-50,2-9 1,6-4-334,-1-7 1,2-2-119,-1-4 1,-5 3 135,5-8 0,-4 7 143,-2-1 0,0-2 214,0 2 0,-6 1-41,1 9 1,-6 2 163,6 4-229,-7 3 0,5-3-22,-4 10 1,-3 4 429,3 7 0,2 2-119,-1 3 0,6-3-668,-1 4 1,3-6 184,2-6 1,2 5-560,3-5 0,-1-1 208,7 2 0,-1-8 599,6 3 0,0-4 0,1-2 0</inkml:trace>
  <inkml:trace contextRef="#ctx0" brushRef="#br0" timeOffset="16316">2567 1299 7931,'0'-16'2208,"0"0"-1879,0 7 111,0 2-193,0 21 0,-7 2 434,-4 11 0,-3 4-165,-2-5 1,-2 5-321,-3 1 1,3 5-83,-3 0 1,1-1-160,-1-9 1,3 3 238,-4-3 1,5-4 25,1-2 0,1-8-106,5-2 1,-3-6-180,8 6 0,-2-8 134,1 3 174,4-5-72,-5-1 1,9 2-56,3 3 1,-1-1 18,7 7 1,-1-6 23,6 6 1,1-1-5,-1 6 1,0-5-55,0 0 1,5 0-25,0 5 1,6-6-402,-5 1 0,4-2-186,-4 2 1,4 3-586,-4-3 1,-1-3 521,-5 3 1,0-7-935,0 1 0,0 2 1507,0-1 0,0 6 0,0-3 0</inkml:trace>
  <inkml:trace contextRef="#ctx0" brushRef="#br0" timeOffset="17083">3128 1524 7822,'-10'0'-359,"-1"0"0,0 0 847,-5 0-610,7 0 92,2 0 0,2-2 424,0-3 65,-1 3 345,6-12-54,0 5 308,0-7-730,0 0 1,0 5 115,0 0-125,0 8 1,7-4-97,4 7 1,-2 0-178,2 0 1,-1 1 57,6 5 0,6-3-120,-1 8 0,1 5-28,-6 5 1,5 3-67,0-3 1,1-3 89,-6 3 0,5 2 28,1-1 0,-1-1-259,-5-5 0,-5 6-412,-1-1-394,1 0 404,5-5-802,0 0 242,-7-7 564,5-2 1,-12-8 648,3-5 0,4-3 0,0-7 0</inkml:trace>
  <inkml:trace contextRef="#ctx0" brushRef="#br0" timeOffset="17263">3529 1363 7822,'-16'2'924,"0"4"1,-7 10-317,-4 10 0,-3 5-231,-2 1 0,-5 0-9,-1 0 0,1 4-280,5-4 1,0 3-180,0-8 0,7 1 212,3-1 1,6 2 322,6-8-1568,-5 1 1,15-8-611,0-4 1734,7-2 0,17-1 0,1 2 0</inkml:trace>
  <inkml:trace contextRef="#ctx0" brushRef="#br0" timeOffset="17555">3866 1299 7822,'9'-7'362,"-2"5"0,-8-5 1089,-5 7-1088,4 0 1,-12 13 316,3 3 0,-3 5-274,-2 1 0,0 2-83,0 9 0,-5 4-148,-1 0 1,1-1-14,5-9 0,2 3 60,3-3 0,-2-4 222,8-2-364,0-3 15,5-2 1,7-2-36,4-3 0,3-4 13,2-7 0,5 0-284,1 0 0,4 0-136,-4 0 1,1 0-306,-2 0 1,-3 0 433,4 0 1,-5 0 74,-1 0 1,2 6-2015,4-1 2157,-5 0 0,7 2 0,-8 2 0</inkml:trace>
  <inkml:trace contextRef="#ctx0" brushRef="#br0" timeOffset="18083">4299 1267 7824,'0'-16'829,"7"0"-464,-5 7 0,7 0 122,-4 4-232,-3 3-74,5-5 0,-5 14 0,4 4 0,-5 10 306,5 6 0,-5 3 34,-1 2 0,6 0-235,-1 1 1,0-1-78,-5 0 0,0 0-233,0 0 0,0-2-61,0-3 1,0-4-81,0-7 1,0-5 206,0-1 37,0-6 0,6 1-209,-1-10 0,8-4-163,-3-7 1,5-5-91,1-1 0,0-4 161,0 4 0,5 1-105,0 5 0,1 0 124,-6 0 1,0 7 216,0 3 1,0 5-181,0 1 1,-7 7-61,-4 3 1,-1 5 545,1 1 0,-3 5 49,3 1 0,-10 1-121,-6-2 1,-3-3-72,-2 3 1,-5-3 43,-1-2 0,-4 0-290,4 0 0,-5-2-251,6-3 0,-6-2 180,6-4 202,-1-3-2941,14 5 2879,0-7 0,8-7 0,0-2 0</inkml:trace>
  <inkml:trace contextRef="#ctx0" brushRef="#br0" timeOffset="18416">4684 1027 7859,'9'-7'1412,"-2"5"-1085,-7-13 0,7 14-101,4-5 0,-2 5 164,2 1 0,5 7 162,5 3 1,2 12-262,-1 4 1,-3 5 0,8 1 1,-6 5 177,6 1 0,-7 4-246,1-4 1,-3 5-181,-2-6 1,-5 8 180,-1-3 1,-6-2 0,1-3 0,-5 2-672,-5-1 0,-4-3-141,-7-8 1,0 2-373,0-8 0,-5 2 467,-1-1 0,-5-5-425,6 5 1,0-6 916,5-6 0,-8 5 0,-1-6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2:46.22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17 34 7836,'-9'-8'-182,"1"7"0,8-9 508,0 5 9,0 3 256,0-5-316,0 7 151,0 0-187,8 0 130,-7 0-153,7 7 0,-3 2-51,1 8 0,-1-6-36,-5 0 1,0 0-99,0 6 0,0-1 23,0 1 0,0 5-215,0 0 238,0 0 1,0-5 3,0 0 0,0-1-1407,0 1-237,0-8 1233,0 6 1,2-13-148,4 3 477,-4-3 0,12-2 0,-4 0 0</inkml:trace>
  <inkml:trace contextRef="#ctx0" brushRef="#br0" timeOffset="561">183 50 8383,'-9'8'299,"3"3"0,4 4 161,2 1 0,0-5-302,0 1 1,0-1-213,0 5 222,0 1 1,2-2 130,4-4-672,3 3-31,8-12 16,-1 6 185,1-8 92,-1 0 1,-1-8 22,-4-3 1,-1-2-107,-5 2 0,-3-4 129,4 4 1,-5-3-84,-1-3 27,0 0 73,0 1 0,-1 1 163,-5 4 1,4 2-98,-3 3 82,3 4-62,2-5 1,2 7 12,3 0 0,-1 0-28,7 0 1,-6 0 20,7 0 0,-1 0-28,5 0 1,1 0-7,-1 0 0,-4 0 87,-1 0 0,-6 2-35,6 3 0,-7-1 11,1 7 0,3 0-4,-3 6 0,1-1 92,-6 1 1,0 0-90,0-1 0,0 1-9,0-1 0,0-4 15,0-1 1,0-6 30,0 6-132,0-7 1,2 3 151,3-7-117,5 0 0,6-7-28,1-4 1,-2-6-7,-4-5 1,2 4 42,-8-5 0,1 5 4,-6 1-52,0-7 1,0 6-88,0-4 0,-8 11 151,-3 5-40,-4 4 1,-1 4-4,-1 4-131,1 3 0,1 7-550,4 1 576,3 0 0,8-1 111,0 1 0,0-8 0,0-1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3:17.08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347 150 8227,'0'-17'37,"0"1"0,0-1 322,0 1 1,0 4 1497,0 1-1017,0 0-628,0-5 0,0 5-118,0-1 1,-2 9 140,-3-3-164,-4 4 1,-10 4 166,-3 4 1,2 9-48,-8 7 0,0 9 39,-5 2 1,5 6 107,1 5 1,4 4-270,-4-3 0,6-3 81,-1 3 0,9-8-202,2 1 0,8-8-56,-3-2 0,6-8-60,6 2 1,3-5 211,7-6 1,-3-4-14,4-7 0,-4 0-84,9 0 0,-2-9-123,3-8 0,-3-1 2,8-10 1,-6 0 145,5-5 0,-6-2-99,1-4 1,-4 4 191,-1-4 1,0 10 153,-1 1 0,-7 13-158,-3-1-77,-4 10 1,-2 1 226,0 10 1,0 6 346,0 11 1,-2-1-406,-4 7 1,5-3-6,-5 3 1,4 2-444,2-8 1,0 5-137,0-4 1,2 4-336,4-4 1,-3-1 502,8-6 0,-7 1 6,2 0 1,1-1-159,-1 1 415,6-1 0,-2 1 0,6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3:17.48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67 67 7843,'0'-17'0,"0"6"1636,0 0-463,0 8-530,0-12-408,7 13 0,-3-5-130,7 7 1,0 0-246,6 0 0,-1 0 223,1 0 0,5 0 73,0 0 0,2 5-1150,-2 1 0,-1 5 514,6-6 0,-6 3 480,1-3 0,4 4 0,0 8 0</inkml:trace>
  <inkml:trace contextRef="#ctx0" brushRef="#br0" timeOffset="189">34 300 7843,'-11'0'3115,"-1"0"-2051,9 0-523,-5 0 1,10 0-144,4 0 0,3 0-145,8 0 0,1 0-234,4 0 0,4 0-275,7 0 1,-5 0-307,0 0 0,-1 0-108,7 0 1,-7 2-1972,1 3 2641,-8-3 0,12 13 0,-6-6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3:20.35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381 482 7803,'-11'0'-427,"0"0"1258,-2 0-617,6 0 1,-1-2 50,8-3 1,0 1 36,0-7 1,0 0-83,0-6 0,2-1-102,4-4 0,-3 1 46,8-6 0,-7-1 13,2-5 0,1 1-2,-1 5 1,-1-8-22,-5 7 1,-2-7 4,-3 7 0,1 4-108,-7 2 1,0 5-33,-6 6 121,1-4 0,-1 14-136,0-5 1,1 6 18,-1 6 0,6 5-73,0 11 0,5 4 139,-5 7 0,8 0-19,-3 0 1,4 8-67,2 3 1,6 3-153,-1-3 0,8 9 12,-2-3 0,-1 4 90,1-4 1,-6-2-76,6-4 1,-5 2 117,5-7 1,-7-2 129,1-9 1,-3 1-151,-2-7 1,-7-1-7,-4-10 1,-6 2 263,-5-8 0,1 1 373,-6-6 1,5 0-266,-6 0 0,2-8-65,-2-3 1,-1-5-209,7-6 1,5-4-57,6-8 0,7 1-144,-1 0 1,8 2 206,3 3 0,12-2 5,-1 8 0,9 0-360,-4 5 1,6 6-491,-6 0 0,7 6-297,-1-6 0,2 7 460,-3-2 0,3 4-421,-8 2 0,8-1 120,-3-5 906,-3 4 0,8-13 0,-6 6 0</inkml:trace>
  <inkml:trace contextRef="#ctx0" brushRef="#br0" timeOffset="318">730 100 7803,'9'-24'629,"6"5"-52,-13-5 232,5 8-191,-7 7-341,0 1 1,-7 16 0,-4 6 111,-4 12 0,-3 4-20,-4 14 0,3 2-149,-3 10 0,4-3-13,1 8 0,0-7-105,1 1 1,6-5-176,5-6 0,5-3-151,5-8 0,5-5 213,6 0 1,3-14-169,3 3 0,-2-11 58,8-1 0,-8-3 19,2-2 1,-5-9 56,-6-8 0,-2 0 15,-3-5 0,-4-4-39,3-1 0,-10-3 25,-6 2 1,-4 4 11,-2 8 0,1 7 13,-1 3 0,-5 4-138,0 2 0,5 2-182,6 4 1,5 8-327,-5 9 0,8 1 363,-3-2 0,12-4 302,5 4 0,4 4 0,1 0 0</inkml:trace>
  <inkml:trace contextRef="#ctx0" brushRef="#br0" timeOffset="485">1146 599 7803,'-8'-10'0,"-1"-3"560,-7 8 0,4-1 791,1 6 0,6-5-1094,-6-1-155,7 1 250,-3 5-151,7 0 1,7 0-856,4 0 0,4 0 654,2 0 0,7 0 0,1 0 0</inkml:trace>
  <inkml:trace contextRef="#ctx0" brushRef="#br0" timeOffset="798">1495 216 7297,'0'-16'1278,"-8"-1"0,5 8-679,-8 3 1,0 4-75,-6 2 0,0 8-240,1 3 0,7 4-64,3 1 1,-1 3-128,1 3 0,1-2 125,5 8 1,0-2-167,0 1 1,1 5-48,5-4 1,3-4-37,8-2 0,-1 2-8,1-2 0,0 2 85,-1-2 0,1-3 3,0 3 1,-8-4-10,-4-1 1,3-1 177,-3 1 0,1-6-93,-6 0 0,-6 0 78,1 6 0,-8-6-185,2 0 0,-10-5-221,-1 5 0,-6-6-171,6 6 0,-5-7-439,4 2 0,-4-5 521,5-1 1,-1 0 78,7 0 1,1-9-2561,4-7 2772,4-8 0,7-17 0,0-2 0</inkml:trace>
  <inkml:trace contextRef="#ctx0" brushRef="#br0" timeOffset="932">1395 283 7803,'8'-17'0,"-5"1"0,8-1 0,2 0 0,2 1 0,-4 5 1807,0-1-1152,0 9 1,6-10-747,0 7 41,7-7 0,-6 12-301,4-5 0,-2 4-499,3 2 0,-5 0 850,4 0 0,4 0 0,0 0 0</inkml:trace>
  <inkml:trace contextRef="#ctx0" brushRef="#br0" timeOffset="1402">1927 216 7811,'0'-16'0,"0"-1"0,0 0 0,0 1 0,2 5 1998,3 0-1299,-3 7 0,13-9-403,-4 7 0,4-1-89,2 2 1,-1 3-449,1-4 0,-1 4 49,1 2 1,0 2-59,-1 4 1,1 3 145,0 8 0,-8-5-73,-4 5 0,-3-4 179,-2 9 0,0-3 118,0-3 1,-2 3 13,-3 3 0,-4-4-98,-8 5 0,0-5 304,1-1 0,-1-1-34,0 1 0,6-6 71,0 0 1,6-7-42,-6 1-372,7 5 1,-3-7 70,7 8 0,1-5-214,5 5 0,-2-6 47,7 7 1,0-1 59,5 5 1,-1-5-79,-4 0 0,4 6-4,-4 5 0,4 0 109,2-5 1,-6 1 83,0 5 0,-8-5 467,3 4-260,3-3 0,-7-3 706,4 1-477,-5-8 0,-8 0-135,-4-3 1,-6-4-37,-5 3 0,4-3-241,-4-2 0,-2 0-218,1 0 1,1 0-171,6 0 0,-1 0-1382,0 0 152,1 8 150,6-7 1,3 9-451,7-5 1855,0-3 0,7 5 0,3-7 0</inkml:trace>
  <inkml:trace contextRef="#ctx0" brushRef="#br0" timeOffset="1660">2492 266 7811,'9'-16'2508,"-1"-1"-1476,-8 8-492,0 1 1,0 10-227,0 4 0,-8 3-93,-3 8 0,2 5 465,-2 0 1,7 7-328,-1-1 1,3 4-243,2 1 1,0-6-30,0 1 1,13-6-179,4 6 0,8-10 55,-2-1 1,8 0-146,2-6 0,0-4 130,6-1 1,2-4-34,-2-2 0,-1 0-1214,-4 0 1,-1-8 177,0-3 1,-7-4-100,-4-1 0,-3-1 1218,-3 0 0,1-7 0,0-1 0</inkml:trace>
  <inkml:trace contextRef="#ctx0" brushRef="#br0" timeOffset="1798">2875 183 7811,'-17'2'1524,"0"3"-957,1 5 1,5 14-31,0 3 0,-1 7 26,-4 4 0,-5 5-581,5 7 0,-4 0 80,8-1 0,3 1-638,-2 0 0,6 2 576,-6 3 0,-1-3 0,-4 5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3:23.39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84 183 7829,'0'-17'-12,"0"1"139,0-1 1,6 0 244,-1 1-31,1-1-28,-6 0 0,0 1 184,0-1 0,0 6 205,0 0 64,7 7-429,-5-3 0,5 11-59,-7 7 1,0 7 117,0 15 0,0 8-165,0 3 1,0 4-36,0 2 0,-2 2-100,-3 3 1,3-3-169,-3 4 1,3-5 61,2-1 0,0-9-246,0-8 1,0-2 24,0-8 217,0-1 0,0-11 454,0 0-315,0-7 0,0-4-105,0-11 0,0-6-118,0-5 1,0-6-203,0-11 0,7 2 33,4-7 1,4 5-299,2-5 0,5 9 285,0 2 1,0 9 59,-5 12 0,1 5 236,4 7 0,-9 2-76,4 3 1,-6 7 14,0 10 1,-4 4 65,-7 7 1,0-2 265,0-3 1,0 3 3,0-3 0,-7-2 162,-4 2 1,-6-8 67,-5 2 1,2-3-165,-8-3 0,2-7-111,-1-3 1,-5 1-138,4-1 0,4-1-94,2-5-286,-4-7 0,10-2-1426,-1-8 1005,8 1 1,11 1-579,3 4 1,6 3 1269,12 8 0,2 0 0,9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3:23.69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50 17 7775,'-9'-9'4837,"2"2"-4377,7 7 177,0 0-663,7 0 0,2 0-263,8 0 0,0 1 320,-1 5 1,6-4 172,1 3 0,1-1-992,-2 2 0,-4-3-2196,4 8 2984,-3-7 0,-3 11 0,1-6 0</inkml:trace>
  <inkml:trace contextRef="#ctx0" brushRef="#br0" timeOffset="175">50 200 7775,'-7'9'2589,"-2"-1"-1192,0-8-597,1 0 1074,1 0-474,5 0-471,-6 0-570,16 0 0,1-2-172,8-4 1,5 4-111,0-3 0,6 3-1029,-6 2 1,7-6 660,-1 1 0,-4-1-1863,-2 6 1,2-1 2153,-1-5 0,-1 4 0,-6-5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3:25.13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17 248 7956,'0'-17'85,"0"1"0,0-1-85,0 0 0,0 8 790,0-6 1167,0 14-1288,0-7 0,-2 17-249,-4 8 0,4 3-197,-3 14 1,3-5-181,2 10 1,0 2-178,0-3 1,0 3 217,0-2 0,0-4 121,0 4 0,0-4-610,0-2 0,2-5-740,3-1 0,-1-6-449,7 1 0,-5-11 218,5-5 1376,0-5 0,13-8 0,2-2 0</inkml:trace>
  <inkml:trace contextRef="#ctx0" brushRef="#br0" timeOffset="158">316 132 7786,'9'-11'924,"-3"-1"-501,-4 9 1,3-3 538,1 12-738,-1 3 1,-5 9-7,0 5 0,0 2-162,0 9 0,0-1-197,0 0 1,-5 2-227,-1 4 0,1-4 243,5 4 0,1-4-1724,5-2 1848,-4 1 0,13-1 0,-6 0 0</inkml:trace>
  <inkml:trace contextRef="#ctx0" brushRef="#br0" timeOffset="561">781 48 7837,'-7'-16'2608,"5"7"-2193,-5-6-192,7 13 0,2-4-150,3 12 1,4 3-327,8 8 1,0-1-15,-1 1 1,1 0 254,-1-1 1,1 7 67,0-1 1,-8 0-474,-4-6 1,-3 1 46,-2 0 0,0-6 210,0 0 0,-7-6 43,-4 6 1,-4-7 429,-2 2 0,1-4 158,-1-2 155,1 0-297,-1 0-206,8 0 1,3 0-17,12 0 1,-1 0-22,12 0 0,-4 1-161,9 5 1,2-2 55,-2 7 1,6-2-142,-6 2 0,0 4 54,-5-4 1,-1 4 125,1 1 0,-8-5-79,-3 0 1,-4-5-31,-2 5 0,-2-5 946,-4 5 1,-3-6 31,-8 6 1,-7-7-498,-3 2 1,1 1-81,-2-2 0,8 1-534,-2-6 0,3 2-170,3 3 1,4-3-432,1 4 1,8-2 630,-3 1 0,6-3 192,6 3 0,10-3 0,10-2 0</inkml:trace>
  <inkml:trace contextRef="#ctx0" brushRef="#br0" timeOffset="732">1396 348 7824,'-16'-10'1242,"5"3"1735,0 7-2098,-1 0-566,-4 0 105,7 0 26,1 7-3613,8 3 416,0 6 2753,0-6 0,15 4 0,3-4 0</inkml:trace>
  <inkml:trace contextRef="#ctx0" brushRef="#br0" timeOffset="982">1646 115 7815,'-11'0'0,"0"0"0,-1 2 603,-4 3 1,-1 6 2401,1 12-2353,6 2 1,-3 3-223,8 0 0,-1-2-209,6 1 0,2 3-172,4-8 1,3 6-4,8-6 0,5 0-131,0-5 1,7-2 230,-1-4 1,9 2-74,2-8 0,-2 1-840,-9-6 0,1 0-171,-7 0 0,6 0-1307,-6 0 1018,0-8 246,-5-1 981,0-8 0,-8 1 0,-2-1 0</inkml:trace>
  <inkml:trace contextRef="#ctx0" brushRef="#br0" timeOffset="1161">1878 65 7815,'-16'0'2379,"-1"7"1,1 10-1547,-1 11 1,6 3-369,0 2 0,5 6-352,-5 0 0,6 2-331,-6-3 1,7-1-443,-2 8 0,4-7 619,2 7 0,0-8 41,0 2 0,0 3 0,0 1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3:27.96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216 67 7747,'0'-10'100,"0"3"-103,0 7 2106,0 0-1967,-7 7 1,-1 3-6,-3 6 1,-2 1 73,8-1 0,-8 3-12,2 3 0,-4 2 7,-2 4 1,1 9-63,-1-4 1,6 4 17,0-4 1,2 0-29,-2 1 1,-2-1-141,7 0 0,1-5-49,5 0 0,0-8 56,0 2 1,7-5-98,4-6 0,-2 2-5,3-8 0,-1 1-37,5-6 1,1-2 138,-1-4 1,-1-3-27,-4-7 1,2-1-169,-7 0 1,5-5 100,-6 0 0,1-2 170,-6 2 0,-7 3-121,-5-3 1,-2 11 296,-3 6 0,-5-3-133,0 3 1,0 1-146,5 9 1,2 5 61,4 6 1,-2 1 30,8 0 1,-1-1-1153,6 1 1,2-2-602,4-4 1690,3 3 0,15-4 0,2 6 0</inkml:trace>
  <inkml:trace contextRef="#ctx0" brushRef="#br0" timeOffset="341">648 0 7706,'-16'8'2236,"-3"3"-1873,-3 11 0,2 9-117,-8 8 1,6 5 259,-6-5 1,8 7-145,-2-1 1,11-3-339,5 2 0,4-7 56,2 2 1,4-9-518,7-3 1,8-8 232,14-3 0,0-6 15,0-10 0,1 0 72,-1 0 0,-6-10 47,1-6 0,-13-1-10,2-5 0,-12-2 28,1 2 1,-6 0 239,-6 5 1,-3 2-52,-8 4 0,-5-2-286,0 8 1,0 1-316,5 10 0,-3-3-1264,3 8 1728,-3 0 0,3 13 0,-9 2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3:51.38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50 217 7751,'0'-26'-42,"0"-3"0,0 5 1,0 0 14,0 0 0,6 1 215,-1 7 0,1-1 222,-6 1-218,0 6 1,1 3 345,5 7-263,-4 0 1,5 15 122,-7 7 1,-5 9-67,-1 8 1,-5 4-75,6 6 1,-7 7-152,7-1 1,-6 1-129,5-7 0,-1 0 188,1-5 1,5-4 33,-5-6 1,4-7-201,2 1 0,2-13-311,4 2 0,-3-12 169,8 1 0,0-5 58,6-1 1,0-7-110,-1-4 0,1-9-10,-1-2 0,3-6-23,3 6 0,-3-4 53,3 9 58,-4-11 181,-1 17 284,-1-5-158,-6 8 0,-3 16-100,-7 3 1,0 9 102,0 2 0,0 8-31,0-2 0,0 1-77,0-1 0,0 1 13,0-6 0,0-1 1,0-6 1,7 1-254,5 0-179,2-8 1,3-2 173,0-7 0,-3-2 92,-3-3 1,4-10-158,-4-7 1,4-2-16,2 2 1,-6-2-28,0-4 1,-6-3 123,6 3 0,-5 2 36,5-2 1,-7 8 102,1-2 316,-3 3 236,-2 10-283,0 2-126,0 29 1,0-9-5,0 15 0,0-6-75,0 0 1,0-2 25,0 8 1,0-8 12,0 2 1,0-3-536,0-3-234,0 1 1,2-2-662,4-4 947,-5-4 0,12-9-166,-7-3 1,1-4 260,-1-8 0,-2-1 285,7-5 0,-8-2 0,5-9 0</inkml:trace>
  <inkml:trace contextRef="#ctx0" brushRef="#br0" timeOffset="161">515 284 7202,'0'-10'-486,"0"3"387,8 7 1,1 0-358,8 0 456,-1 0 0,1 0 0,0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3:49.66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183 414 7385,'0'-9'641,"0"-6"-526,0 13 0,-6-7 32,1 3 1,-2 5 256,1-5-141,4 4-133,-13 2 1,6 8 62,-8 3 0,3 3 93,3 3 1,-8 1-63,8 5 0,-7 2 31,7 9 0,-2-1-320,2 0 1,3-1 92,8-5 0,0-1-15,0-4 0,0-9-107,0 4-8,0-4 1,8-4 84,3-3 0,-2-6 11,2-6 0,0-3-43,6-8 0,-1-5-71,1 0 1,-1-8-21,1 3 0,-6-5 82,0-1 0,-1 2 29,1 3 1,2-2 61,-8 8 0,6 0-4,-5 5 0,-1 6 1,-5 0 248,0 8-212,8-5-13,-7 16 0,7 1 195,-8 7 0,-2 7-61,-4-1 1,5 5-105,-5-4 0,4 1 5,2-2 0,-5-2 6,-1 8 1,1-8-95,5 2 0,0-3-177,0-3 1,0-5 93,0 0-147,0-7 171,0 4 0,5-10 46,1-4 1,1 2-31,-1-7 0,1 0-35,4-5 0,2-1-83,-7 0 0,5 1 140,-6-1 0,6 1 7,-5-1 1,7 0-35,-2 1 1,-4 5-60,-1 0 144,3 7-116,0-11-3,0 13 115,-1-5 152,-8 14 0,0 2 170,0 8-147,0 0 1,0-1-147,0 1 0,0 0-12,0-1 1,0-5-145,0 0 1,0-5 100,0 5 0,2-7-215,3 1 0,-1-3 14,7-2 1,-5 0 21,5 0 1,-6-5-64,6-1 1,-2-1-525,3 1 460,2 4 0,-4-5-97,6 7 0,-5-6-24,0 1 1,-5-1 106,5 6 0,-2 2-234,2 4 547,4-5 0,-6 9 0,8-5 0,0-3 0,-1 5 0</inkml:trace>
  <inkml:trace contextRef="#ctx0" brushRef="#br0" timeOffset="759">732 547 7689,'0'-11'-47,"0"0"0,0 5 342,0-5 84,0 7-302,0-10 0,0 10 72,0-7 0,-2 7 61,-4-1 1,-1 5-40,-4 5 0,-4-1 11,4 7 0,-2 2 24,2 9 1,-4-3-8,4 3 0,4-4-105,1-1 0,4-1-150,2 1 1,2-2-99,4-4 0,-3-4 120,8-7 1,6 0-32,5 0 0,0-2 17,-5-3 0,5-4 50,0-8 1,2-1-79,-2-5 0,-3-2-116,3-9 0,2-1 125,-2-4 1,0-1 35,-5-4 0,5-10-129,0 4 1,-1-9 68,-10 4 1,2 7 477,-8 9 1,6 11 394,-5 6-212,-1 11 1,-7 5-246,-3 12 1,-4 10-116,-8 12 1,0 11-31,1 5 0,1-1 15,4 1 1,-2 0-418,8 6 0,-1-5 227,6-1 1,0-7-877,0 2 1,7-10 77,4-1 1,4-8-300,2 2 1,-1-5 1091,1-6 0,0 4 0,-1-6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3:45.40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100 148 7773,'-5'-22'0,"-1"-1"0,0 1 0,6 6 0,-5 5 892,-1 0-106,1 7-418,5-4 0,-2 21-61,-4 4 1,5 18 258,-5 4-309,-3 0 0,7 14-91,-4-3 1,-1 9 12,1-3 0,1 3 38,5-9 0,-6 7-14,1-13 1,-1 6-501,6-11 0,2-2 130,4-10 0,-3 1-32,8-11 1,-5-2 136,5-10 0,-5-3 52,5 3 0,-2-10-98,2-6 1,4-6-111,-4-5 0,2-4 146,-2-7 1,2 0 53,-8-1 0,1 1-338,-6 0 1,0 7 224,0 4 1,0 9 333,0 2-177,0 7 0,0 4 146,0 11 0,-2 11-118,-3 6 0,1-2 74,-7 2 0,7-1-377,-1 7 1,3-8 124,2-4 1,5-4-201,1-1 222,7-1 1,-4-6 24,8-5 1,-3-5 28,-3-5 1,2-10 122,-7-7 0,5-2-134,-6 2 0,7-4 23,-7-8 1,1 1 67,-6 0 0,0-4-62,0 4 0,0-4 163,0 9 1,0 4 173,0 2 184,0 11-436,0-4 1,0 15-35,0 0 1,5 7 45,1 10 0,1 0 1,-1-1 0,1 7 75,4-1 1,2 7-68,-7-1 1,7-2-74,-2 2 1,-2-3 13,2 3 0,-6 2-71,7-8 0,-7 5 35,6-4 1,-5-1-5,5-6 1,-8-4 159,3-1 140,3-8-169,-7 5 1,7-10-76,-3-4 1,-4-3-110,3-8 0,3-1 18,-3-4 0,3-2-182,-3-4 0,-1-1 157,7 6 0,-6-4 27,7 5 1,-9-1 54,3 7 76,3 6 1,-5-2 46,7 6-193,-8 0 168,5 14 0,-3 1-39,1 8 0,-1 5 95,-5 0 1,0 0-130,0-5 1,6-1-83,0 1 0,-1-6 60,-5 0 1,6-5-164,-1 5 537,1-7-299,-6 3 0,2-14-74,3-5 0,-3-2-48,3-3 1,-3-7-127,-2-4 0,0-3 9,0-2 1,6-6-241,-1 0 0,3-5 163,-3 5 1,-1 6-10,7 5 1,-7 13-94,1-1 1,-1 8 110,2-3 0,-5 9-124,5 2 1,-4 8 17,-2 8 1,2 1-298,3 0 265,-3-1 368,5 8 0,-7-5 0,0 12 0,0-5 0</inkml:trace>
  <inkml:trace contextRef="#ctx0" brushRef="#br0" timeOffset="622">748 663 7773,'-7'17'0,"5"-6"0,-3 0 0,-3-6 196,3 6 1,-1-5 652,6 5-711,7-7 0,3 3-196,6-7 1,1 0 105,0 0 1,-1-7-142,1-4 0,-1-6 21,1-5 1,0 2 82,-1-8 0,-5 6-97,0-6 1,-7 0 37,2-5 1,-4 5 36,-2 1 0,0 1 55,0-2 0,0 4 124,0 7 0,-6 6 97,0 0 69,-6 8 0,4 3-121,-3 11 1,-2 11-117,8 6 1,-1 3-91,6 2 1,0 6 56,0 0 1,0 0-114,0-6 1,2-2 16,3-3 1,3-4-217,3-7 0,4-3 108,-4-3 148,4-3 1,1-8 139,1 0 0,-6-13-100,0-4 0,-2-5-170,2 0 0,4-4 62,-4-7 1,-2 0 0,2-1 1,-1-4 42,1-1 0,4 2-119,-4 9 1,-2 0 146,2 12 0,-6-3-39,7 14 1,-7-1 136,6 6 0,-7 2-89,1 4 0,-1 5 185,2 11 0,-5 4-19,5 7 1,-4 0-22,-2 0 0,-2 1-82,-4-1 0,5-2-4,-5-3 0,-1 3-38,1-3 0,-1-4-98,1-2 0,3-9 1,-9-2 1,7-7 85,-6 2-878,7-5 500,-11-1 0,14-1-442,-5-5-61,4-3-255,2-8 707,0 1 0,0 4 398,0 1 0,0 8 0,8-12 0,1 6 0</inkml:trace>
  <inkml:trace contextRef="#ctx0" brushRef="#br0" timeOffset="880">1480 31 7773,'0'-16'717,"0"7"1,0 3-343,0 12 1,-6 5 112,1 11 1,-8 4-61,2 7 1,1 8-173,-1 3 1,6 6-224,-6 5 1,1-3 122,-1 3 0,4-3 48,7-2 0,0-2-310,0-4 0,0 1-438,0-12 1,7 2 239,4-13 1,-1-2-761,1-9-238,0-3 908,5-8 0,-1-8-367,-4-3 0,-3-5 761,-8-6 0,0-12 0,0-8 0,0-8 0</inkml:trace>
  <inkml:trace contextRef="#ctx0" brushRef="#br0" timeOffset="1025">1313 297 7970,'-9'-7'494,"-4"3"38,8-7 487,-1 8-677,6-5 0,2 8 121,4 0-405,3 0 0,15 0-120,4 0 0,9 0-268,1 0 0,7 0-1307,-7 0 1637,9 0 0,2-7 0,11-2 0</inkml:trace>
  <inkml:trace contextRef="#ctx0" brushRef="#br0" timeOffset="1672">2178 796 7796,'0'17'0,"0"-1"728,0 1-385,0 0 1,0-6 106,0 0-296,0 0 1,2-2 38,3-3 1,-1-5-1,7-1 0,-5-1-32,5-5 1,0-5-66,5-11 1,-5-4-148,1-7 0,-1-8 96,5-3 0,1-6-211,-1-6 0,1 3 29,0-8 1,-1 2 10,1-2 1,-2 11 180,-4 11 0,4 12 102,-4 4 1,-2 7-99,2 5 1,-5 3 126,5 8 0,-6 10-197,6 6 0,-7 8 73,1 9 1,-1 6 23,2 0 1,-4 5-56,3-5 1,-3 7-4,-2-1 1,-2-5 36,-3-1 0,3-9-40,-4-3 0,-3-6 138,-2 1 1,-4-9 228,-2-2 1,1-8-279,-1 3 1,1-4 4,-1-2 1,0 0-695,1 0 1,1-2 52,4-4 1,-2-3-177,7-7 0,1 4 151,5 1 291,0 0 0,7-3-306,4 2 1,10-2-884,1 3 1445,7 3 0,-3-14 0,7 4 0</inkml:trace>
  <inkml:trace contextRef="#ctx0" brushRef="#br0" timeOffset="2687">2710 464 7796,'9'-8'686,"6"6"237,-13-5-132,5 7-637,-14 7 1,-1 4 198,-3 12 0,-4-3-191,4 8 1,-2-1-88,2 7 1,-2-3 156,8-3 0,-1 1-26,6-7 1,2 1-253,4-7 1,3-5-335,8 0 0,-1-7 61,1 2 1,-1-6 192,1-6 0,5-3-175,0-8 0,1-1 101,-7-4 1,1 1 142,-1-6 1,1 4 19,0-4 0,-3 6 18,-3-1 1,-1 4-29,-5 1 12,-3 0-69,5 1 27,-7 7 58,0-6 1,-1 13 24,-5-4 3,4 5-5,-5 1 0,5 0 22,-4 0-7,5 0 11,-7 0 238,8 0-148,0 7 85,0-5 1,-2 5 46,-3-7-75,3 8-61,-5-7-3,7 7 54,0-1 22,-8-5-269,6 5 206,-5-7-221,7 0 74,0 0 55,0 8 165,0-6-162,0 5 38,-7-7-11,5 0 0,-6 2 218,8 3-96,0-3 196,0 13-304,0-6 0,-5 8 19,-1 0 0,1-1-130,5 1 1,0-1 113,0 1 1,0 0-174,0-1 64,7 1 0,-5 0 25,4-1 161,3-7-30,0-1-115,8-8 1,-3-2 2,-3-4 1,2 3-95,-7-8 1,7 0 69,-2-6 1,-4-5-212,-1 0 1,1-2-31,-1 1 1,-1 3-52,-5-8 1,0 6 282,0-5 1,0 6 192,0-1 1,0 9-139,0 2 1,-1 6 152,-5-7 269,4 9-156,-13-5-201,13 8-63,-5 0-124,7 0 116,7 0 0,3 0-124,6 0 0,-5 0 76,1 0 0,-1 0-73,5 0 65,1 0 1,-1 0-16,1 0 207,0 0-83,-1 8 0,-5-5 93,0 9 1,-7-7-18,2 6 46,-4 0 1,-2 11-143,0 1 1,0-1 30,0-6 0,0 1-119,0 0 0,1-3 126,5-3-192,-4 4 317,5-6 194,-7 1-418,8-3 1,-1-14-13,4-4 1,4-4 61,-4-2 0,-2-5 27,2 0 0,0-8-300,6 3 0,0-7-18,-1-4 0,1 3-133,-1-4 1,1 9 150,0 2 0,-1 8 193,1-2-419,0 4 114,-1 1 1,-5 8 19,0 3 0,-7 6-693,2 6 534,3 3 0,-7 8-216,3-1 53,-3 1 1,4-1 225,-1 1 1,1 0 406,-6-1 0,0 1 0,0-1 0</inkml:trace>
  <inkml:trace contextRef="#ctx0" brushRef="#br0" timeOffset="3022">3458 530 7356,'-8'9'534,"7"6"1,-7-6-178,8 8 1,0-6-166,0 0 1,0-5 140,0 5 0,2-8 132,4 3-268,3-4 0,7-2-20,1 0 1,1-2-129,5-4 0,-5-3 32,4-7 0,-1-3-179,1-3 0,-4 2-1,4-8 1,-9 0 130,-2-5 0,-1 5-228,1 1 0,-4-1 46,-7-5 0,0 5-29,0 0 0,0 13 531,0-1 156,-7 10 0,-3-1-179,-6 7 1,-1 15 64,1 7 0,5 7-149,-1 5 0,9-1-42,-3 0 0,4-1-304,2-5 1,2 3-75,4-8 0,3 6-157,8-6 1,-1-6 15,1-4 1,5-7-386,0 6 0,0-7 30,-5 1 0,0-3-1192,-1-2 1863,8 0 0,-5-7 0,5-2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3:43.69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34 350 7865,'-9'-8'1024,"-4"5"204,7-8-809,1 7-183,5-11 1,9 11-58,8-7 0,1 6 0,10-6 0,7 0-143,9-6 0,1-5 54,4 0 1,-2 0-199,8 5 0,-5 0-214,-6 1 1,2-1-357,-7 0 1,-2 8 206,-9 4 1,1 1-1115,-7-2 1167,-7 5 1,-7-5 417,-8 12 0,-8 3 0,-1 7 0</inkml:trace>
  <inkml:trace contextRef="#ctx0" brushRef="#br0" timeOffset="167">400 300 7865,'9'0'801,"-2"0"-431,-7 7 1,0-1 12,0 10-232,0-3 0,-2 19-142,-3-5 0,1 5-297,-7 1 0,7-2 79,-1-3 0,3 4-119,2-5 0,0-3-444,0-2 1,0-3 771,0-2 0,7-1 0,3 1 0</inkml:trace>
  <inkml:trace contextRef="#ctx0" brushRef="#br0" timeOffset="617">699 67 7865,'9'-22'958,"-3"0"-320,3 7-237,-7 8-241,5 7 1,-7 14 84,0 9 0,-5 8-1,-1 8 1,-1 3-75,1 8 0,4 6 13,-3-1 0,3-1-303,2-10 0,0 8 160,0-8 0,0 6-571,0-11 1,0-3 232,0-8 1,7-4-366,4-7 590,4-8 1,2-3 212,-1-12 1,1-11-210,0-10 1,-6-5-69,0-1 0,-2 0 213,2 0 0,4-1 51,-4 1 1,-2 5 97,2 1 0,-7 12 310,2-2-212,-5 12 1,-1 5-106,0 11 1,0 11 81,0 6 0,0 3-124,0 2 1,0 1 26,0-1 0,0 0-253,0 0 1,8-1-61,3-5 0,-2-3-105,2-7 0,0-8 125,6-3 1,-1-4 76,1-2 0,0-2-38,-1-4 1,-5-5-67,1-11 1,-3-2 86,2-4 1,-4-3 8,-7 3 0,0-9-347,0-1 0,0 1-332,0 9 1004,0-4 248,0 14-136,-7 1 1,-1 19-237,-3 15 1,-2 7-25,8 9 0,-1 0-285,6 1 1,0-1-336,0 0 1,2 0-337,4 1 0,9-3 800,7-3 0,7 3 0,-3-5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3:52.06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150 482 7751,'9'-7'-95,"-1"-2"0,-3-8-79,1 0 1,-1 6 189,-5 0 90,0 0 1,-1-4 375,-5 4-289,-3 4 1,-8 7-22,1 0 0,5 7-75,-1 4 0,3 4-96,-2 2 1,-2 5 137,8 0 0,-3 0 19,3-5 1,3 0-763,-4-1 317,5 1-120,8-1 252,2-6 1,8-3 11,-1-7 0,-5-2 85,1-3 1,-1-3 13,5-3 1,-5 2-88,0 3 59,-7 5 1,9-5 956,-7 12 0,-1 10-434,-5 12 0,0 3 73,0 3 1,-2 12-179,-3 4 1,1 3-114,-7-3 0,5-2-123,-5-4 0,6 3-176,-6-9 1,0 7 218,-6-7 1,6-6 262,0-10-520,0-3 1,-6-10 49,1-4 1,4-5-148,1-5 1,6-4-88,-6-8 1,7-5-70,-2 0 0,5-8 57,1 2 1,1-3-64,5-2 1,-2-6-16,7 0 0,5 0-207,7 6 0,1 0 169,-2 0 1,-2-1 98,8 1 0,-6 4 317,6-5 0,-1 5 0,7-19 0,-1 5 0</inkml:trace>
  <inkml:trace contextRef="#ctx0" brushRef="#br0" timeOffset="770">566 50 7732,'9'-16'324,"-2"6"157,1 3 0,-8 16-225,0 8 0,-8 7-32,-8 9 1,-1 8 438,1 3-377,-1 4 1,0 7-94,1 1 1,-1-1-142,0-5 1,3 0-44,3 0 1,-2-6 149,7 1 1,1-14-387,5 2 0,0-11-100,0 0-93,0-10 308,7-5 0,2-14-12,8-5 1,-1-8-10,1-2 1,0-8-112,-1 3 0,1-3 194,0 2 1,-1-1-117,1 7 347,-1-8 1,-6 12 175,-5-4-43,4 11-184,-7 3 0,6 17 129,-8 8 1,-2 0-79,-4 5 1,4 4 48,-3 1 1,3-1-215,2 2 0,0-6 125,0 6 1,2-8-505,3 2 52,5-3 81,14-3 0,0-6 127,3-5 0,-1-5-62,-4-5 1,-3-5 122,3-6 0,-3-1 10,-3 0 0,1 1 34,-1-1 0,-1-1-64,-4-4 1,2 1 96,-7-6 1,5 4-30,-6-4 1,1 6 4,-6-1 59,-8-4 1,5 10 126,-8-1 0,0 8-40,-6 9 0,0 2 124,1 3 0,1 6-167,4 12 1,-4-3-15,4 8 0,4-6-108,1 5 1,4-4-118,2 4 0,0-5-360,0 6 0,2-8 82,4 3 0,3-7-348,8-5 1,-1 2 172,1-7 1,3-1-166,8-5 1,-1-2 742,12-3 0,-9-4 0,-2-8 0,-3 0 0,3 1 0,-2-3 0,-4-3 0,-3 4 0,3-4 0,-4 3-65,-1 2 1,-2-5-43,-4 0 0,2 0 314,-8 5 0,1-5 311,-6 0 0,-6 5-261,1 6 1,-8 8-37,2-3 1,-4 4 678,-2 2 1,1 0-307,-1 0 0,2 2-121,4 4 1,-4 1-305,4 4 0,4 4-208,1-4 0,-1 4 90,1 1 1,1 1-122,5 0 1,5-1 212,1 1 0,7 1 1,-2 4 0,2-3-580,9 3 1,-9-3-109,9-3 387,-3 1 1,-18-1 140,5 1 194,-4-8 1,-4 4-121,-4-7 1,-3-1-21,-7-5 0,-1 2-316,0 4 0,-5-4 117,0 3 0,-2-3-103,2-2 1,9-6-168,-4 1 0,12-8-209,-1 2 0,4 0 145,2-6 0,2 4-28,4-9 1,5-4 522,11-2 0,4-3 0,7-2 0</inkml:trace>
  <inkml:trace contextRef="#ctx0" brushRef="#br0" timeOffset="1003">1480 50 7732,'7'-9'-716,"-5"-6"1661,4 4-409,3 4-87,-7-1 0,3 8 13,-10 0 0,1 2 68,-7 4 1,2 10-127,-2 12 0,-4 0 8,4 5 0,-4-2-179,-1 14 0,4-7-43,1 7 1,8-6-274,-3 5 0,4-7 138,2 2 0,2-4-49,4-2 1,3-7-182,8-4 1,-3-4-735,-3-1-86,12-8 78,-12 6 0,7-15 129,-7 0 1,-7-7 787,1-10 0,-3-7 0,-2-2 0</inkml:trace>
  <inkml:trace contextRef="#ctx0" brushRef="#br0" timeOffset="1157">1247 117 7732,'-16'-10'1833,"-1"3"-926,8 7-581,1 0 1,10 0 73,4 0 0,9 6-72,7-1 1,7 6-393,-1-5 0,3-1-190,3-5 1,4 6-221,1-1 1,0 1-159,-6-6 1,-1 0 631,-5 0 0,5-7 0,-6-3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3:57.10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233 631 7865,'7'-17'-598,"-5"0"628,6 1 1,-8 5 226,0 0 0,-2 7-123,-4-2 0,-3 5 19,-8 1 1,1 0 39,-1 0 1,-1 7 143,-4 4 1,1 6-112,-7 5 1,8 2-54,-2 4 0,4 3-123,1-3 0,8-4 267,3-2-488,4 4 69,2-8 1,8-1 13,3-12 1,4-3 40,1-2 1,6-7-79,0-4 1,6-10-114,-6-1 1,2-7 81,-1 1 1,-5-2 31,4 3 1,-5-3 106,-6 8 0,2 0 160,-8 5-121,1 8 111,-6 2 1,0 14-83,0 4 0,-6 11-13,1 6 1,-1 3-229,6 3 0,0-3 140,0-3 0,0 3-228,0-3 0,2-2-134,4 1 0,-3-6-167,8 1 1,1-11 130,4-6 448,1-3 0,7-9 0,-6-2 0,6-8 0</inkml:trace>
  <inkml:trace contextRef="#ctx0" brushRef="#br0" timeOffset="645">516 614 7865,'0'-26'-224,"5"2"292,1 8 451,-1-1-299,-12 8 1,3 3 0,-7 14 356,-2 8-417,-2 8 0,4 9 4,0 1 0,2-1-125,-2 0 0,3 0 12,8 1 0,0-7-12,0 1 1,8-8-158,3 3 0,4-7 58,1-5 1,3-3-57,3-8 0,-2-2 49,8-4 1,-6-10-39,6-12 0,-2-4-4,1-1 1,3-6 101,-8 1 0,2-14-11,-2 2 1,-3-5-38,3-1 1,-4-3-339,-1-7 1,0 5 171,-1 0 1,-1 15 85,-4 1 0,-2 16 260,-3 7 182,-4 10 0,5 9 122,-7 14 1,-7 9-198,-4 19 1,-4 3-152,-2 8 0,1 8 168,-1 3 0,6 3 123,0 3 1,5-3-285,-5-3 1,8 0-261,-3-11 1,4-4 186,2-13 1,6-7 55,-1-3-12,8-12 0,-4-4-11,8-7 0,0-7-29,-1-4 1,1-12-89,0-4 1,-1-5-210,1-1 0,1 0 102,4 0 0,-3-4-10,3 3 0,-3-1 171,-3 13 0,1 0-34,-1 5 1,-5 8-29,1 4 3,-1 3 1,-2 4 180,-4 3 0,-3 1-42,-2 10 0,0-1 71,0 13 0,0-6-50,0 6 1,0-6 146,0 5 1,0-4-148,0 4 1,0-6-25,0 1 1,2-6-103,4-5 0,-3 2 77,8-7 0,-5-1-224,5-5 0,-5 0-9,5 0 1,-6-7-18,6-4 0,-1-4 21,1-1 1,2-3-146,-8-3 0,6-4 89,-5-7 1,5 7 67,-6 4 0,1 3 291,-6 3 0,2 7-85,3 3 50,-3 4 0,5 4 6,-7 4 1,0 3-71,0 7 1,6 1 18,0 0 0,-1-1 19,-5 1 1,2 0-120,3-1 0,-1 1-141,7-1 0,-7-5-745,1 1 666,5-1 1,-7-2 8,9-4 1,-9-5 279,3-5 0,3-4 0,0-8 0</inkml:trace>
  <inkml:trace contextRef="#ctx0" brushRef="#br0" timeOffset="816">1297 365 7865,'-9'-11'0,"3"0"41,4-1 0,4-2 360,4 3-373,-5-4 1,14 7 122,-4-3 1,-1-2-370,1 8 0,0-6 73,5 5 1,1 1-275,0 5 422,-1 0-3,1 0 0,-1 0 0,1 0 0</inkml:trace>
  <inkml:trace contextRef="#ctx0" brushRef="#br0" timeOffset="1167">1513 431 7865,'0'9'115,"0"6"127,0-4 0,0 6 174,0 5 0,0-2-300,0 8 0,0-6 38,0 6 1,5-2-105,1 2 1,1 1 86,-1-7 1,-2 0 40,7-5 0,-6-2-99,6-4 0,-5 2-219,5-8 199,0 1 0,4-8 18,-4-4 1,4 1-111,-4-12 0,4 4 76,1-9 0,-5-4-160,0-1 0,0-5 114,6-1 1,-2-2 48,-4-4 1,4-3-372,-4-8 0,2 2-523,-2 3 0,4 7 502,-4 10 1,-4 4-317,-1 7-57,-5 1 502,-1 6 1,0 10 216,0 12 0,0 2 0,-7 3 0,-2 0 0</inkml:trace>
  <inkml:trace contextRef="#ctx0" brushRef="#br0" timeOffset="1770">1829 614 8158,'9'0'691,"0"0"-642,-3 0 1,1-2-33,4-3 1,4 1 82,-4-7 0,4 0-346,2-6 0,3 1 78,-4-1 1,5-5-70,-10 0 0,-4-6 162,-1 6 0,-4-6-81,-2 6 0,0 0 11,0 5 0,0 6 76,0 0 1,-8 7 293,-3-1 0,-4 10-95,-1 6 1,5 6 19,0 5 1,5 4-83,-5 7 1,7 0-164,-1 1 1,5-1 63,5 0 1,3-5-104,3 0 1,5-8 1,1 2 1,0-5-198,5-6 0,4-4 4,1-7 1,-1-2 324,2-3 0,-2-4 0,1-8 0,3-2 0,-8-3 0,0 4 0,-5-4 0,-2-4 0,-4-2 0,2-1 0,-8 1 0,3-2 0,-3 8 0,-3 0 0,4 5 0,-6 8 54,-6 4 1,-3 3 96,-8 2 1,1 2 280,-1 3 0,-5 10-151,0 7 1,1 6-28,10-6 0,-4 11-95,4-5 0,4 7 54,1-7 0,5-3-48,1 3-324,0-7 0,1 1 105,5-11 0,3-4 102,8-7 0,-1-2-38,1-3 1,0-4 16,-1-8 0,6-5-83,1 0 0,1-8 101,-2 2 0,-4-9 11,4-1 1,2-9-175,-1 3 0,1-4-250,-2-2 1,-2-5-99,8-1 0,-8 3 168,2 8 1,-9 7 838,-2 10-231,-7 11 0,3 12 169,-7 10 1,-7 12-318,-4 11 1,-4 10-125,-1 7 1,1 3 135,4 2 0,-2 1 207,7 5 0,-1-6-688,1 0 1,4-2 213,-3-10 1,3 1-714,2-6 1,7-1 805,5-4 0,2-4 0,3-8 0</inkml:trace>
  <inkml:trace contextRef="#ctx0" brushRef="#br0" timeOffset="2400">3308 82 7870,'-9'26'1063,"-4"13"-643,7 0 1,-5 1-44,6 4 1,-3 1-155,3 5 1,3 0 27,-3-1 1,3-1-179,2-3 1,0-5-242,0-6 1,0-8 619,0-4-112,0-11-81,0-4 0,0-9-194,0-3 1,0-4-218,0-8 0,2-5 226,3 0 1,-1-8 85,7 2 1,0-3-321,6-2 0,-1 1-446,1 5 1,1 3 187,4 7 0,-3 2-60,3 4 415,-3 4 0,-5 9 15,-3 3 0,2 6 182,-7 11 1,-1 2-175,-5 4 0,-7 3-24,-4-3 1,2-2 236,-2 2 0,-6-6 310,-5 6 0,-6-6-355,6 5 1,-2-10-47,2 5 0,3-13-802,-3 8-122,4-11-492,1 1 1027,8-7 1,13-7-179,18-4 485,-4-4 0,21-17 0,-13-3 0</inkml:trace>
  <inkml:trace contextRef="#ctx0" brushRef="#br0" timeOffset="2787">3607 381 9105,'0'17'424,"0"1"-199,0 5 0,0-3-9,0 8 1,0-6-281,0 5 1,2-6 5,4 1 1,3-11-84,8-5 0,1 1 130,4-2 1,-1-1-98,6-9 1,-5-5 36,6-6 0,-8-1 40,3 1 1,-7-8-174,-5-4 1,4 2 48,-4-2 1,-2 1 180,2-7 0,-7 8-8,2 4 227,-4 4-12,5 9 113,-5 1 0,0 23-226,-8 7 0,-7 10-23,2 6 0,-2 5 553,2 7 1,-4-4-207,4 4 0,-2-2-266,2 13 0,-4-2-84,4 2 0,-3-4-286,-3-7 1,0-4 372,1-7 1,1-8 333,4-14 1,-4-2-330,4-4 1,-9-4-105,-2-7 0,-8-2 333,2-3 0,-3 1-78,-2-7 0,-1 2-380,1-2 0,5-2-19,1 7 1,6-5-383,-1 6-636,4-1-1345,1-1 1505,8 5 920,2-6 0,14 16 0,2 1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3:55.28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10 714 7888,'-6'11'149,"3"0"88,5 2 0,-2-4 364,5 2-347,4-7 0,-5 3 147,7-7 0,0-7-297,6-4 0,-1-10 40,1-1 1,0-13 31,-1 2 0,6-6 10,1 0 1,4-3-540,-4-8 264,6 0 0,-7-2-148,11-3 1,-12 7 110,1-7 0,-4 8-21,-6-2 1,0 6 90,0 10 1,0 13 81,-6 3 0,1 11-56,-1 1 1,1 10-4,4 6 0,-3 19 109,-8 9 0,-2 3 195,-4 8 1,3 2-218,-8 9 1,1 2 3,-1-8 0,0 0-90,0-5 0,6-7 81,-12-4 1,4-10 188,-4-1 1,1-10-130,-1-1 0,6-2-68,0-10 0,0 1-32,-6-6 0,3-2-69,2-4 0,0-3-539,6-8 0,-1 1 309,1-1 1,4-5-596,-3 0 0,10 0 373,6 5 1,4 1 511,2-1 0,14 0 0,4 1 0</inkml:trace>
  <inkml:trace contextRef="#ctx0" brushRef="#br0" timeOffset="721">791 248 7888,'-9'-7'141,"-6"7"99,4 0 0,-4 7-82,-1 10 1,-1 7 280,0 4 1,1 5-132,-1 6 1,6-4-141,0 4 1,7 1 23,-1-1 1,3-2-1,2-9 1,7-3-112,4-2 0,4-5-245,2 4 1,5-9 15,0-2 0,8-7 126,-3 2 0,-1-6-390,2-6 0,-6-3 41,6-8 1,-2 0-121,1 1 1,-3-8 230,-7-4 0,-6 2 99,0-1 0,-5 1-117,5-2 0,-7-2-130,1 8 1,-3 0 482,-2 6-224,0 6 532,0 3 1,-6 16-93,1 8 0,-8 1 67,2 10 1,3-6-173,3 6 0,3-2-67,2 1 1,0 3-1,0-8 1,0 0-8,0-5 0,7-2-114,5-4 0,-3 2 67,2-8 0,0 1-111,6-6 1,-5-2 17,5-4 0,-8-3-69,14-8 1,-14 1 52,7-1 1,-8 1-149,3-1 1,-7-7 185,1-4 0,-3 4-12,-2 2 1,0-2-229,0 2 1,-6 0 41,1 5 0,-3 1 259,3-1-46,3 8 0,-11-1 121,8 5-147,-8 3 0,9-5 169,-7 7-174,7 0 111,-3 0 55,7 0-130,7 0 0,2 0-28,8 0 1,0 0 15,-1 0 0,-5 0-1,0 0 1,1 0 94,4 0 34,1 0 0,-1 7-112,1 4 1,-2 4 0,-4 2 0,-2 1 294,-3 4 0,-3-2-70,8 8 1,-7-6-72,2 6 0,-4-6-56,-2 6 0,3-6 16,8 6 0,-7-13 206,7 1 161,-7-3-207,-4-4-167,0-1 1,0-10 66,0-4 0,0-5-21,0-11 1,2 2-243,3-8 0,-1 0-187,7-5 0,-7-7-251,1-5 0,4 3 108,2-3 0,4 8-309,2-1 1,0 4 258,-1 7 1,1 5-70,-1 10 0,-5 0-172,1 6 692,-1 0 0,5 14 0,1 1 0</inkml:trace>
  <inkml:trace contextRef="#ctx0" brushRef="#br0" timeOffset="1183">1606 548 7867,'0'9'332,"0"-2"1,2-7-348,3 0 0,4 0 91,8 0 0,0-7-207,-1-4 1,1-4 50,-1-2 0,-4-5-71,-1 0 1,-2-6 82,2 6 1,-4-7-133,-7 1 0,0 2 142,0-2 171,-7 8 1,-2-2 78,-8 11 1,6 3-87,0 8 1,0 13 212,-6 4 1,6 11-78,0-1 0,7 10-85,-1 2 0,3 0-84,2-6 1,0-2-158,0-3 0,7 2 153,4-8 1,4-2-158,2-9 1,1-3 185,4-8 1,-3 0-88,3 0 0,-2-13-91,3-4 1,-5-11 23,4 1 1,-1-5-120,1-1 1,-4-2 179,4-4 0,2 6 3,-1 0 0,-1 7 63,-6 9 1,-5 8 109,0 3 0,-1 6-26,1 6 1,-4 5-99,-7 11 1,0 4 116,0 7 1,0-5-8,0 0 0,0-1-37,0 7 1,-7-3-78,-4-3 0,1-2-12,-1-4 1,0-4-49,-5 4 1,-1-5-188,0-6 0,1 2-532,-1-7 358,1-1 368,-1 3 0,0-7 0,1 7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4:06.39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134 234 8012,'0'-24'492,"0"5"-443,0-3 0,0 9-49,0 2 0,0 7 0,0-1 0,0 10 0,-8 12 1533,-3 11-963,-4 3 1,-5 10-156,4 3 0,-5 6-140,10 5 1,-2 3-145,2 2 1,4-2 76,7-8 1,0-8 25,0-3 0,7-10-243,4-1 1,9-13-627,14 1 590,-12-10 0,17-2 85,-23-15 1,1-2-210,0-15 0,-1 6-74,1-6 0,-6 0-181,0-5 0,-7 0 184,1 0 1,-3 1 40,-2 5 0,-7-1 217,-4 11 1,1-1 166,-1 12 1,2 3-250,-2 8 1,4 10-49,7 7 0,0 2 65,0-2 1,0 2-37,0 4 0,0-2-560,0-4 1,0-4 261,0 5 1,1-5-420,5-1 1,3-8 356,8-4 1,12-5 442,16-5 0,-1 3 0,-9-27 0,-22 1 0</inkml:trace>
  <inkml:trace contextRef="#ctx0" brushRef="#br0" timeOffset="233">450 566 7815,'0'-17'33,"1"-5"69,5 0 0,-4 6 610,3 4 335,-3 1-314,-2 2-444,0 2 0,-5 16-11,-1 8 0,-1 1-70,1 10 0,4-6-53,-3 6 0,7-1-81,9 7 1,7-9-156,15-2 1,-10-7 115,-1-5 0,-6 2 20,12-7 0,-15-3-30,-2-8 0,-7-4-105,-4-8 1,0 0 142,0 1 1,0-6-36,0-1 1,-2-1-123,-4 2 1,-3 4-57,-8-4 1,1 3-311,-1 3 0,1-1 194,-1 0 0,6 8-857,0 4 610,7 3 1,-1 2-809,10 0 650,4 7 671,8 2 0,0 1 0,-1-3 0</inkml:trace>
  <inkml:trace contextRef="#ctx0" brushRef="#br0" timeOffset="658">915 167 7815,'-4'0'371,"-7"0"0,-2 0-17,2 0 0,0 2 56,-6 4-254,8 3 0,2 7 78,7 1 0,0 0-26,0-1 1,2 1-315,3 0 0,4-6 24,8 0-67,-8 0 0,1-4 87,-5-7 0,6-2-41,11-9 1,-5 0-12,0-5 1,-4-1 71,-13 0 1,5-1 40,-5-4 1,0 3-2,6-3 0,-5 2-71,-1-2 0,0 1 47,0-7 1,0 8-2,0-2 0,0 9-1,0 2-122,0 7 100,0-3 0,8 7-6,3 0 1,6 2 22,16 3 1,-15 3-1,10 3 1,-11 4 159,-29-4 1,9 5 37,3 6 1,0 4 235,0 8 1,0-1-174,0 0 0,-2 2 54,-4 4 1,-3 3-146,-7 8 1,-1 0-208,0 0 1,3 0 235,2 0 0,-2-6-2,3 0 0,3-7-751,3 2 0,3-9 58,2-3 0,0-12-241,0 2 0,2-12 323,3 1 1,4-4-614,8-2 1060,0-8 0,7-8 0,2-10 0</inkml:trace>
  <inkml:trace contextRef="#ctx0" brushRef="#br0" timeOffset="879">1247 566 9116,'-7'17'730,"3"1"-247,-7 4 0,8-3-40,-3 3-287,4-4 1,2-1-51,0 0 1,8-6-127,3 0 0,3-7 135,3 1 0,5-5 93,0-5 0,1-3-195,-7-3 1,1-9-96,-1 3 0,-6-5-54,-5 0 0,-3 1 171,-2-6 1,-7 6 25,-4-1 1,-6 4-213,-5 1 0,3 8-11,-3 3 1,4 5-293,1 1 1,0 9 200,1 7 0,7 1 253,3 5 0,-3 4 0,0 0 0</inkml:trace>
  <inkml:trace contextRef="#ctx0" brushRef="#br0" timeOffset="1813">150 583 7780,'22'0'-153,"-3"0"172,-36 0 0,4-2 352,8-4-166,-8 4 0,4-5-179,-8 7 1,6-5-71,0-1 0,5 0 29,-5 6 1,6-5 291,-6-1-408,7 1-166,-11 5 47,13 0 1,-5 2 73,7 3 176,0-3 0,-7 13 0,-3-6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4:02.68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416 475 7859,'0'-17'578,"0"1"243,0-1 0,-2 10-632,-4 7 0,3 9 23,-8 13 1,5 4-1,-5 7 1,5 2-166,-5 4-10,8 3 0,-7 3-253,5-1 0,10-3-485,12 9 1,-13-12-930,1 7 1630,-7-8 0,-44-12 0,20-1 0</inkml:trace>
  <inkml:trace contextRef="#ctx0" brushRef="#br0" timeOffset="553">100 874 7859,'-17'-33'0,"1"1"447,-1 4-171,8-3 1,-4 13 40,7-5 1,-1 5 683,1 1-755,5 8-176,-7-6 1,10 13 155,4-3 0,8 3-1,9 2 1,6-2-393,-1-3 1,5-3 84,6-3 1,1-9-151,5 3 1,1-3 129,-7 3 1,5 1-12,-5-1 1,-6 2 249,-5 4 1,-8-2 202,2 8 1,-9-1-240,-2 6 1,-7 8-31,2 3 1,-5 9 167,-1 2 1,-5 8 255,-1-3 0,-1 10-355,1 2 0,-1 2 59,-4-2 1,2-4-297,3 3 0,4-8-7,-3-2 0,3-8-22,2 2 0,5-9 141,1-2 1,1-7-3,-1 1 0,3-3-132,8-2 1,-1-7 89,1-4 1,0-6-265,-1-5 1,1 2 95,0-8 1,-1 0-121,1-5 0,3 2 133,-3 3 0,7-2 133,-13 8 1,5 6-227,-10 5 104,7 7 1,-11-2 298,3 12 1,-3 9 430,-2 7 0,0 7-300,0-1 1,0 2-72,0-3 0,0 3-170,0-8 1,0 0 56,0-5 0,8-2-9,3-4 1,-2 2 5,2-8 0,-6 1-35,7-6 0,-1-2-110,5-4 0,-1 3 61,-4-9 0,4-4-299,-4-6 1,-2-6 110,2 6 0,-7-8-201,2 3 1,1-3 203,-2 2 0,1 4 109,-6 8 1,-2 1-228,-3 4 119,-5 3 0,-6 16 552,-1 3 0,6 9-131,0 2 0,5 8-329,-5-2 0,8 3 113,-3 2 1,6-1-803,6-5 1,3 3 82,7-8 1,8 6 711,4-6 0,11 0 0,3-5 0</inkml:trace>
  <inkml:trace contextRef="#ctx0" brushRef="#br0" timeOffset="1325">1696 641 9052,'-17'2'496,"0"3"0,1 10-196,-1 7 0,6 8 148,0-2 0,2-3-386,-2 3 0,3-2 24,8 2 1,-5-4-55,-1-8 4,1 8-32,5-5 1,2-3 109,3-10 0,-3-6-129,4-6 0,3-3-39,2-7 0,4-7-54,1 1 1,1-7-136,-1 1 1,1-3 86,0-3 0,-1-6 152,1-5 1,0 5-213,-1 1 1,-1 9-674,-4 3 669,4 6 0,-13 3 12,3 7 1,-3 9 216,-2 2 1,-2 9 349,-3 13 0,1-1 158,-7 6 1,2 1-208,-2 5 0,-2 1-72,7-1 0,-5-2-160,6-3 1,-1 3-154,6-3 0,0-4 165,0-2 1,0-9 34,0-2-145,7-7 0,3 2-94,6-12 0,1-3-69,-1-8 1,1-5 113,0 0 1,-1-8-85,1 3 1,0-3 108,-1 2 0,1-1 49,-1 7 1,-1-1-87,-4 7-16,4-1 163,-6 8 142,1 2 1,-3 16-145,-7 7 1,-2 3 20,-3 9 0,1-1 537,-7 7 1,5-1-276,-5 0 1,7 6-212,-1 0 1,3-6 23,2-5 0,2-6 12,3 5 1,-1-8-147,7-2 0,0-6-255,6-6 1,-6-3-26,0 4 0,0-10 121,6-2 0,-1-12-96,1 1 0,0-5 8,-1 0 0,1 2 38,0-8 0,-3 2 118,-3-2 1,4-1 0,-4 7 0,-2-6-82,3 6 1,-3 5 76,2 6 0,-2 5 73,-3-5-97,-4 8 0,5-3 247,-7 12-51,0 3 1,0 9 99,0 5 1,-6-5-144,1 4 1,-3 2-12,3-2 1,3 6 43,-3-6 1,3 0-70,2-5 0,0 0-203,0-1 0,2-1 80,3-4 1,-3-2-478,3-3 0,-1-4-2,2 3 1,-3-3-195,8-2 1,-5-7 335,5-4 1,-5-4-8,5-2 443,-8-7 0,12-2 0,-6-7 0</inkml:trace>
  <inkml:trace contextRef="#ctx0" brushRef="#br0" timeOffset="1505">2278 442 7835,'0'-17'-106,"0"0"125,0 1 0,1 6-35,5 5 31,-4 3 0,13 2-317,-4 0 1,3 0-387,3 0 688,0 0 0,-1 0 0,1 0 0</inkml:trace>
  <inkml:trace contextRef="#ctx0" brushRef="#br0" timeOffset="2000">2593 641 7835,'0'-11'0,"0"0"161,8 0 1,-6-6 820,3 1-446,-3 6-136,-9-4-402,-3 12 0,-6-4 108,-1 12 1,6 3 101,0 8 0,0 1-36,-6 4 1,2 2 0,4 4 0,-3 3-3,3-3 1,3 3-186,3 3 1,3-8 180,2-4 1,0-4 13,0-1 1,7-6-253,4 0 0,4-7 13,2 1 0,-1-5 118,1-5 1,5-5 2,0-6 0,6-3-24,-6-3 1,2-2-251,-2-4 0,-1-9-61,6 4 0,-6-11 231,1 0 0,2-4 37,-2-2 0,0-6-657,-5 1 0,-1-1 277,1 7 1,-6 6 221,0 4 1,-7 12-235,1 4-46,-3 12 1270,-2 4 0,-7 22-84,-4 7 1,-4 7-445,-2 5 0,6 1-110,0 4 0,2-2-264,-2 7 1,-2-5-211,7 5 1,-5-2-373,6 3 0,-3 1 431,3-7 0,3 5-152,-4-5 378,5 0 0,1-13 0,0-2 0</inkml:trace>
  <inkml:trace contextRef="#ctx0" brushRef="#br0" timeOffset="2445">3042 691 7835,'8'-17'197,"-7"1"31,7-8 0,-8 5 281,0-3 80,0 11-329,-8 4 1,-1 7-4,-7 0 1,-1 9-35,0 7 0,1 3-102,-1 9 1,0-3 44,1 3 0,-1 4-201,1-5 1,1 5 90,4 1 0,3-5-79,8-1-37,0-6 0,2 1-25,4-11 1,-3-4 71,8-7 1,6-2 52,5-3 1,2-6 17,-2-11 0,-3 1-63,3-6 1,-2-1 50,3-5 1,-3-6-5,8 0 0,-3-7-202,3 2 1,4-10-127,-5-1 0,-3-8-169,-2 2 1,2 2 188,-1-2 1,-1 7 103,-6-1 1,1 7 105,0 9 1,-8 8 194,-4 14 581,-3 0-581,-2 8 0,-2 11 93,-3 15 1,-4 7 71,-8 9 0,0 2 56,1 4 0,-1 3-31,0 8 0,3 0-46,3 0 1,-4 5-376,4 1 1,-8 5-515,3-6 1,-3-1-77,14-10 0,-6-3 361,5-8 0,1-2 8,5-3 0,5-4-575,1-7 326,7-8 0,-4-2 203,7-7 0,1 0 359,0 0 0,7-7 0,1-2 0</inkml:trace>
  <inkml:trace contextRef="#ctx0" brushRef="#br0" timeOffset="2846">3690 109 7835,'0'-16'0,"0"6"0,-1 3 420,-5 7 1,2 2 630,-7 3 1,0 12-354,-5 11 0,-3 10-297,-3 7 1,3 3-141,-3 2 1,4 1-96,1 5 0,1 3-14,-1 7 1,8-8 83,3-9 1,4-4-40,2-6 0,2-10-301,4 4 0,5-16-439,11 0 1,-2-12 250,8 1 0,0-4 120,5-2 1,-2-10 97,-3-6 1,3-3-83,-3-9 0,-2 1-200,2-6 1,-8-3 158,2-2 0,0 3 118,-5-4 0,1 6-409,-12 5-529,0-4 1463,-6 21 1,-10-2-257,-6 19 0,-3 11 310,-9 10 0,8 7-248,-2 4 1,4 3-162,1 3 1,8 4 145,3-3 0,-1-5 84,1-1 1,1-6-713,5-5 1,5-4-1211,1-7 0,7-1 1601,-2 1 0,4-8 0,1-2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4:11.50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315 382 7542,'9'-16'-131,"-3"-1"0,-4 1 131,-2-1 0,0 0 703,0 1 1,-2-3-186,-4-3 0,2 4-509,-7-5 0,2 10 37,-2 2 0,0 6 44,0-6 0,0 7 86,-11-1 1,3 3 8,3 2 0,-1 2-30,0 3 1,1 10-34,-1 7 0,6 8 76,0-3 0,7 5-36,-1 1 1,3 2-138,2 4 0,0-4 99,0 4 0,5-4-146,1-2 0,7-2 40,-2-3 0,-2 2 41,2-8 0,-7 5 24,1-4 0,3-1 24,-3-6 176,1 1 0,-8-2 14,-3-4 1,-5-4 33,-6-7 1,-1 0 208,0 0-555,1 0 0,3-2-32,-4-3 0,4-4-67,-9-8 0,9 0 183,2 1 0,7-8 26,-1-4 0,7 2-804,9-1 0,2 4 43,15-4 1,-6 5-77,5-6 1,1 2 295,5-2 0,1 4-114,-1 8 1,0 1 54,0 4 1,-5-4-28,0 4 0,-8 4 265,2 1 0,-3-1 267,-3 1 0,1 1 0,0 5 0</inkml:trace>
  <inkml:trace contextRef="#ctx0" brushRef="#br0" timeOffset="341">697 150 7804,'-16'2'1023,"-1"3"1,0 12-498,1 10 0,-8 12-20,-4 5 1,4 5 98,2 0-310,3 1 1,5-5-89,3-1 0,3-2 0,8 3 0,2-5-128,4-6 0,5-10-218,11-8 1,2-7-293,3-9 1,3 0 268,-8 0 1,0-7-107,-5-4 0,-2-4 43,-4-1 1,-4-8-35,-7-4 0,-2 2 134,-3-2 0,-1 8 68,-10-2 0,3 5-8,-9 6 1,3 4-113,3 7 1,-1 0-222,0 0 0,2 7 102,4 4 1,4 4 295,7 2 0,7-1 0,3 1 0</inkml:trace>
  <inkml:trace contextRef="#ctx0" brushRef="#br0" timeOffset="591">980 565 8642,'-9'0'1444,"-6"8"0,13-5-1243,-4 8-1411,5-7-1,1 3-565,0-7 1776,0 0 0,7 0 0,2 0 0</inkml:trace>
  <inkml:trace contextRef="#ctx0" brushRef="#br0" timeOffset="924">1229 333 7771,'9'-10'0,"-1"1"857,-8 3-93,0 5-438,-8-7 0,-1 14-122,-7-1 0,-1 8 188,0-2 0,6 6-16,0 5 1,6-3-180,-6 3 1,7 4 31,-2 1 0,4-1-245,2 2 0,2-2-26,4 1 1,5 3-49,11-8 1,-3 2 163,3-2 0,-2-3-11,2 3 1,-3-5-37,3-6 1,-6 3 170,-4-2-182,2 2 52,-12 3 0,4 0-134,-12-1 1,-3-7-75,-8-3 0,1-2-204,-1 1 0,-1-3 224,-5 4 0,5-5 79,-4-1 1,3-7-1288,3-4 1,-1-6 118,0-5 0,8-4 1209,4-7 0,-5-15 0,1-4 0</inkml:trace>
  <inkml:trace contextRef="#ctx0" brushRef="#br0" timeOffset="1090">1196 316 7771,'26'-26'0,"0"9"271,-4 12 0,-2-3 734,8 3-756,-8-1 1,6 6-14,-4 0 0,-2 2-197,8 4 0,0-4 0,3 5-1219,-3 0 1180,3-5 0,3 13 0,8-6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4:10.14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300 200 7809,'-4'-12'112,"-7"-7"0,-6-1 579,-1 1-276,9-1-268,1 18 0,1-11 244,-4 8-236,-4-1 1,0 8 115,4 3 0,9 10-51,8 7 1,-12 2 66,-16-1 0,-2 2-113,-9 9 0,5-1 13,6 0 1,5 0 32,1 1 1,7-3-14,9-3 1,0-4-426,0-8 1,5-4-26,1-1 0,7-8 137,-2 3 0,3-12 67,3-5 1,2-5-62,3-7 1,5-2 44,23-9 0,-26 5-41,10-4 0,-12 3 97,-6-9 1,-5 10 4,17 1 0,-13 8-339,-10-3 197,-3 5 438,6 1-233,-8 8 54,0 9 1,0 17-56,0 10 1,-8-1-20,-14 2 1,9-8 12,-14 2 1,14-3 25,13-2 0,0-1-136,0 1 0,11-6-200,11 0 153,4-7 1,1 3 94,-10-7 1,-10-5-92,4-1 0,1-9 62,4-1 0,5-1-9,6-5 0,-8 1 8,3-1 1,-11 4-5,-11-4 1,4 3-5,7 3 1,-9 3-2,3-4 380,-3 12-236,-9-10 1,10 17 84,8 3 1,-9 4-64,4 8 1,-12 0 49,-10-1 0,10 8-86,12 4 1,1 1 28,10-1 1,-16 4-37,-12-5 0,2-5 61,-2-5 203,7 0-155,-3-8 121,0 0 1,5-9-77,-4-11 0,6-4-113,6-1 0,-3-6-48,8-1 0,-5-6 24,5 1 0,0-3-762,6-3 1,-1-4-234,1-1 0,2 4 93,3 13 0,-9-2 325,3 7 0,-8 8-227,3-2 0,-6 7-143,6 4 448,8 0 398,-8 7 0,-4 3 0,-16 6 0</inkml:trace>
  <inkml:trace contextRef="#ctx0" brushRef="#br0" timeOffset="751">799 367 8090,'29'0'0,"-16"0"803,-20 0-448,-4 7 1,14-3 149,8 7-51,-7-7-376,-6 3-27,-5-7 1,14-2 167,4-3 1,4-5-14,2-6 1,5-1-241,0 0 0,9-5-130,3 0 1,-5 0-119,10 5 0,-10-1 159,16-4 0,-53-4-7,-3-7 1,-15 7 308,4 4 0,6 9 239,5 2 0,-4 7-251,-7-2 0,7 6-110,-18 6 1,9 10 305,1 12 0,11 4 33,-5 1 1,13 2-502,15 4 1,-7-6 124,18 0 1,-11-1-777,-16-10 1,16 2 10,16-2 0,3-9-316,9 3 0,-11-10 1061,-17 0 0,7 3 0,15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4:21.73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300 409 7267,'7'-9'465,"-5"0"132,4 3-319,-4 4-46,-2-13-110,7 6 1,-5-7 41,3-1 1,-1 6 157,2 0 91,-5 0-86,7-6-187,-16 0 0,-1 8-51,-7 4 1,-1 3-167,0 2 0,-5 0 118,0 0 0,-6 7 32,6 4 1,-6 4-41,6 2 0,-6-1 46,6 1 1,0 5-19,6 0 1,1 2 44,4-2 0,-2-3 150,7 3 1,1-2-165,5 3 0,0-5 92,0 4-122,7-3 1,2-5-138,8-2 0,0 0 9,-1-6 0,6 0 77,0-6 1,3-8 25,-3-3 0,-4-4-43,4-1 1,-3-1-163,-3 0 1,-1-1 49,-4-4 1,4 3 40,-4-3 1,-4 4 78,-1 1 6,-4 0 246,5 1-181,-5 7-85,6 1 24,-8 8 0,0 2 129,0 4 1,0-3-25,0 8-57,0 0 0,1 4-8,5-4 1,-2 2-9,7-7 0,-6 5-140,6-6 168,0 1-154,6-6 110,0 0 1,-1-2-54,1-3 1,-6-5-23,0-6 0,-5 1-6,5 4 0,-8-4 70,3 4 1,1 2 26,-1-2 177,7 7-218,-11-3 0,5 8 210,-7 5 1,6 3-61,-1 8 1,1-1 25,-6 1 1,0 2-50,0 3 1,0-2 20,0 8 0,0-6-90,0 6 1,0-8-144,0 2 37,0-3 206,0-3 84,0-7 1,0-3-120,0-12 0,5-3-179,1-7 1,5-1-28,-6 0 1,8-7-208,-2-3 1,4-5 20,2-1 1,-6 5-165,0 1 1,0 4 265,6-4 1,-6 6 28,0-1 0,-2 9 207,2 2-151,4 7 1,-11-3 70,7 7 1,-8 2 53,3 3 0,-4 5 145,-2 6 1,2 1-23,3 0 0,-3 5 78,3 0 1,-3 2-183,-2-2 1,0-3-4,0 3 1,6-4-152,-1-1 0,3-1 92,-3 1 0,-3-6-282,4 0 126,3-7 1,-5 3-129,7-7 0,-6 0-103,6 0 1,-5 0-235,5 0 0,-5 0-700,5 0 876,0-7 1,5 5-83,1-3 1,-6-3 155,0 3 1,0-1 32,6 6 1,-6-2 334,0-3 0,0 3 0,6-4 0,-6-1 0,0 1 0,-6-5 0,6 6 22,-7-8-68,11 4 0,-13-8 513,3 0 1,-1 6-222,2 0 0,-5 6 500,5-6-329,-4-1 0,-2 1 160,0 0 0,-2 8-167,-4-3 1,3 4-156,-8 2 0,5 2-72,-5 4 0,0-3 47,-6 8 1,6 0 80,0 6 1,2 5-95,-2 0 0,-2 6 13,7-6 0,1 6-116,5-6 0,0 0-206,0-5 1,2-2 120,3-4-161,4 4 1,8-14 32,0 5 0,5-12 124,0-5 1,6-5-277,-6-6 1,2-4 75,-2-8 0,-4-1 144,5-3 0,1-3-169,-2-3 1,0-4-234,-5 3 0,-1-6 133,1 1 1,-6-2-59,0 13 1,-7 8 621,1 9 798,-3 3-393,-2 10 0,-5 16-351,-1 15 1,-7 10-80,2 7 1,4 1-133,1 5 0,-1 3-44,1-4 1,1-3-178,5-3 0,5-3-502,1-1 1,7-3 134,-2-3 0,3-4-454,3-8 1,0-1-1288,-1-4 2222,8-3 0,2-1 0,7 2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4:22.26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84 7938,'9'0'723,"-1"0"1,-8 7-108,0 4 0,-2 11-204,-4 6 1,5 9-378,-5 2 0,4 0 77,2-6 0,0 6-60,0-1 1,0 1-9,0-6 1,0 1-239,0-1 1,0-5-700,0-1 0,0-6 438,0 1 1,0-4-1462,0-1 1019,0 0 897,0-8 0,0-2 0,0-7 0</inkml:trace>
  <inkml:trace contextRef="#ctx0" brushRef="#br0" timeOffset="219">283 51 7817,'9'0'793,"-2"0"0,-7 9-348,0 7 0,-5 8-9,-1 10 1,-5-1-217,6 0 1,-1 6-1,6 0 1,-5 5-658,-1-5 335,1 7 0,5-11-696,0 4 0,1-4 492,5-2 1,-4-5-1702,3 0 2007,5-8 0,-1 4 0,7-7 0</inkml:trace>
  <inkml:trace contextRef="#ctx0" brushRef="#br0" timeOffset="615">615 51 7938,'0'-17'240,"8"8"655,-6-6-307,12 13-368,-4-5 1,6 9-49,1 3-52,-1 4 1,1 8-78,0 0 0,-6-1 104,0 1 0,-8-1-7,3 1 0,-4 0-196,-2-1 71,0 1 0,-2 0-44,-4-1 0,-3-1 111,-7-4 1,-1 2 150,0-8 0,6 8-118,0-2 1,2-1-51,-2 1 1,-2-6-28,7 6 0,1 0 0,5 6 0,0-6-183,0 0 1,7 0 81,4 6 0,4-6-50,2 0 0,-1-2 50,1 2 0,0 4 25,-1-4 0,1-1 110,-1 1 1,1-2 355,0 2-324,-8 4 0,-2-12 319,-7 8-84,0-7 1,-7 9-54,-4-7 1,-6-1-533,-5-5 1,4 6 184,-5-1 0,5 1-1019,1-6 1,3 2 132,3 3 947,3-3 0,1 5 0,-2-7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4:26.09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17 799 7962,'-9'0'619,"1"0"1,8 1-272,0 5 1,0-2 389,0 7-732,0-8 0,8 10 115,3-7 0,4-1-104,1-5 0,1-1 82,-1-5 1,1-5 150,0-11 1,-1 1-251,1-6 1,-2-1-347,-4-5 0,-4 0 206,-7-1 1,0 5 18,0-5 0,0 5 77,0-10 1,-5 6 52,-1 5 0,-7-1 204,2 6 0,2 1-72,-2 6 0,7 5-73,-1 0-38,3 7 4,2-4 0,7 8-28,4 0 1,4 0-146,2 0 0,7 0 98,3 0 1,5 0 54,1 0 0,-5 2 89,-1 4 0,1 3-117,5 8 1,-7-1-14,-4 1 0,-3 1 64,-3 5 0,-4-3 132,-1 8 0,-8-8-65,3 2 0,-4 2 133,-2-2 0,0 6-46,0-6 0,0 0-58,0-5 0,0-6-75,0 0 0,0-5 41,0 5 1,2-8 27,3 3 0,4-4-148,8-2 0,5-2-233,0-4 1,6-5 77,-6-11 1,6 2-208,-6-8 1,6 8-46,-6-2 1,-6-2 104,-4 1 0,-9-4 64,3 5 0,-4-6 80,-2 6 0,-2 5 420,-4 6-126,-3 7 1,-8-3-32,1 7 1,-1 9 8,1 8 0,1-1 236,4 7 1,-2 2-111,7 3 1,1 2-87,5-3 0,7 3-163,4-8 0,4 0 1,2-5 0,5 0-103,0-1 1,6-5 100,-6 0 0,7-7-151,-1 2 0,2-6-87,-3-6 0,-1 2-278,-4-7 0,-3 0 83,3-5 0,-4-3-128,-1-3 1,-2 3 233,-4-3 1,2-2 357,-8 2 0,1 0 0,-6 5 0,7 1 0,-5-8 0,5-2 0</inkml:trace>
  <inkml:trace contextRef="#ctx0" brushRef="#br0" timeOffset="721">1097 366 6200,'0'-9'1421,"0"2"-762,0 7-356,0-8 40,0 6-376,0-5 253,0 7-283,0 0 125,0 7 1,-1-5 34,-5 4 183,4-4-224,-5-2 1,5 0 41,-4 0 0,5 2 35,-5 3 11,4-3-83,2 5-40,0-7-208,0 0 178,0 8-7,0-6-2,-7 5-42,5-7 58,-5 0-170,7 0 0,0 2 25,0 3-505,0-3 181,0 6 283,0-8-430,0 0 479,7 0 273,-5 0 584,5 0-382,-7 0 1762,0 0-1425,0-8-651,0 6 0,0-7 245,0 4-250,0 3 229,0-6-257,0 8 58,-7 0 0,5 2 21,-4 4 0,5-3 54,1 8 0,0 1 84,0 4 1,0 1-172,0-1 0,7 7 74,4-1 1,-2 5-174,2-4 0,0 1 94,6-2 1,-2-4-98,-4 4 0,2 2 73,-8-1 1,3-1 24,-3-6 1,-3-5 212,4 1 15,-12-1 1,-9 3-39,-7-3 1,0 2-86,5-7 0,-1 0-205,-4-6 0,2 0 118,-8 0 1,7 0-390,-1 0 1,9 0 174,2 0 1,8-2 136,-3-4 1,4 2-499,2-7 0,2 8-769,4-3 0,3 2 161,7-1 0,7 3 1134,-1-4 0,7-3 0,-3 0 0</inkml:trace>
  <inkml:trace contextRef="#ctx0" brushRef="#br0" timeOffset="1188">1430 533 7962,'-7'-17'0,"5"0"331,-4 1-136,4 6 0,0 1 379,-3 4 258,3 3-531,-5-6 0,7 18 71,0 6 1,0 3 148,0 8-247,0 9 0,0-1-52,0 3 0,0 3-14,0-2 0,0 5-236,0-5 1,0 2 105,0-3 0,0-3-283,0 4 0,2-9 154,3-2 1,-3-14-300,3 3 279,-3-12 233,-2 3-182,0-23 0,-5 2-84,-1-15 0,1 1-188,5-7 0,2-6 110,3-4 0,-1-4-369,7-2 1,0-6 199,6 1 1,-1-6-238,1 5 1,5 8 337,0 10 1,6 4 270,-6 7 1,0 8-115,-5 8 1,-1 7 113,1-1 0,-2 10 289,-4 7 0,-4 8-229,-7 2 0,0 13 451,0-2 1,-7 1-231,-4-1 1,-4-4-23,-2 10 1,1-4-182,-1-1 1,-1-3-288,-5-3 0,11 1 96,-5-7 1,6 1-430,0-7-917,3 1 1048,8-8 0,0-3-315,0-12 0,8-9 705,3-7 0,11-8 0,4 5 0</inkml:trace>
  <inkml:trace contextRef="#ctx0" brushRef="#br0" timeOffset="1459">1646 632 7962,'9'-16'-315,"6"6"0,-6-3 1241,8 8-566,-8-1 0,6 6-123,-4 0 0,-2-1-184,2-5 0,0 4-65,6-3 1,0-3-85,-1 3 1,1-8 163,-1 2 0,1-4-93,0-2-103,-1 1 0,-1-1 22,-4 0 0,-3 6 162,-8 0 1,-2 6 319,-4-6 42,-3 7 0,-8-2-85,1 12 0,-1 5 118,0 11 1,1-1-154,-1 6 1,8 1-54,3 5 0,-1 0-187,2 1 0,-1-3-54,6-3 1,7 1-666,4-7 0,-1 2 416,1-1 1,0-10-398,5 3 0,3-10 23,3-1 0,-3-3-107,3-2 0,-2-7 315,2-4 0,-3-4-4,3-2 415,-4-7 0,-1-2 0,0-7 0</inkml:trace>
  <inkml:trace contextRef="#ctx0" brushRef="#br0" timeOffset="1643">2145 400 7962,'-2'-10'192,"-4"5"0,-1 16 1,-8 7 714,-2 6 1,5 4-1,-9 5-170,8 1 1,0 1-302,8 3 1,-1-4-400,6-1 1,0-2-67,0-9 0,8 2-65,3-1 0,4-10-33,1 3 0,6-10-356,1-1 1,1-3-196,-2-2 1,-4 0 289,4 0 1,-3-5 387,-3-1 0,8-14 0,2 1 0</inkml:trace>
  <inkml:trace contextRef="#ctx0" brushRef="#br0" timeOffset="1912">2411 366 7907,'0'-16'1994,"5"5"-1766,1 0 1,7 7 2,-2-2 0,-2 4-287,2 2 1,2 0 122,9 0 1,-2 0-325,8 0 1,-2 0 4,2 0 1,1 0-169,-7 0 0,6-1 27,-6-5 0,0 4-259,-5-3 0,0-3 652,-1 3 0,1-8 0,0 4 0</inkml:trace>
  <inkml:trace contextRef="#ctx0" brushRef="#br0" timeOffset="2225">2760 50 7842,'0'25'553,"-2"0"661,-4 9-871,-3 6 0,0 1 209,3 3 1,3 10-233,-3-4 0,4 1-261,-3-6 0,3 1 43,2-7 0,5-1-208,1-4 1,5-3 271,-5-3 1,6-4 295,0-8-981,2-6 1,3-5 58,0-10 1,-1-10-73,1-7 1,-6-8 215,0 2 1,-5-3-87,5-2 0,-8 1 194,3 5 0,1-8 64,-1 7 0,1-2-67,-1 8 0,-4 9-253,3-3 1194,4 10-600,-7-1 1,7 14 82,-3 4 1,-4 4-64,3 2 1,-3 5-78,-2 0 1,0 0-232,0-5 1,6 5-306,-1 0 1,3-5 269,-3-6 1,-1-2 37,7 2 155,-7-4 0,10-7 0,-4 0 0</inkml:trace>
  <inkml:trace contextRef="#ctx0" brushRef="#br0" timeOffset="2512">2992 416 7907,'-7'-33'-34,"5"7"98,-5-5 1,7 12 438,0-3 138,0 4-456,7 1 1,2 8-146,8 3 1,-6 4-138,0 2 107,0 8 0,4-5 81,-4 9 1,4-1 12,-4 5 0,4 1 32,1-1 0,-1 3-10,-4 3 1,4-3-75,-4 3 1,-2 2 37,2-2 1,-5 0-125,5-5 0,-7-1 118,1 1 1,-1-8 159,2-3-81,-5-4-94,7-2 1,-6-8-252,3-3 1,-3-4 82,4-1 1,-5-6-59,-1-1 0,0-6-223,0 1 1,6-3-270,-1-3 0,7 1 260,-7 0 1,8 2-130,-2 3 0,-2 0 176,2 12 0,-5-3 342,5 14 0,-7-1 0,10 13 0,-4 3 0</inkml:trace>
  <inkml:trace contextRef="#ctx0" brushRef="#br0" timeOffset="2892">3458 516 7907,'2'9'204,"3"-3"-42,4 3 1,3-7 17,-1 3 1,0-3-61,5-2 0,1 0-35,0 0 1,1-7-256,4-4 1,-3-4-67,3-2 1,-4 1 160,-1-1 1,-2 0 36,-4 1 1,2-6 72,-8-1 0,1 1-190,-6 6 1,0-1 61,0 0 0,-8 8 283,-3 4-46,-3 3 1,-9 4 276,1 3 0,0 6 121,5 11 1,1 2-204,-1 4 1,8 4-113,3-5 0,5 5-154,1 1 1,0-7-231,0-4 0,7 2-42,4-2 0,4 0-333,1-5 1,1-6 140,0 0 1,5-7-321,0 1 0,8-10-339,-3-6 1050,-3-4 0,0-9 0,-7-2 0</inkml:trace>
  <inkml:trace contextRef="#ctx0" brushRef="#br0" timeOffset="3442">3940 1 7907,'0'16'652,"-7"3"-104,-5 3-260,-2 4 0,3 13-22,-1-1 1,3 14 57,-2-2 0,4-2-316,7-4 0,-6-1 89,1 1 1,-1 2 119,6-7 0,8 0-183,3-6 0,-2-5-644,2-1 0,0-12 208,6 2 0,-1-12-116,1 1 0,0-4 216,-1-2 0,-5-8-42,0-3 1,-5-5 239,5-6 1,-7 3-87,1-3 0,-1-2 423,1 2 2,-3 0-111,6 5 0,-8 6-9,0 0 236,0 7-215,0 4 0,0 9 106,0 8 1,0 1-143,0 5 0,0-5-8,0 4 1,5-3-272,1-3 1,5 1-12,-6 0 54,8-8 1,-4 4 32,8-8 0,-2-1-106,-4-10 0,4-3 93,-4-7 1,4-1-139,1 0 0,-5-1 108,0-4 1,-5 3 3,5-3 1,-7 4 360,1 1 0,3 6 28,-3 0-67,1 7 0,-4-1 184,3 10 0,-3 4 247,3 8 0,-3 9-93,-2 7 1,-2 2 274,-3 9 1,3 1-609,-3 5 1,1 3 9,-2-3 1,3 7-173,-8-12 0,5 3 91,-5-15 1,0 2 322,-6-13 0,-1-2-58,-4-8 0,1-5-32,-6-7 0,-7 0-357,-4 0 1,-1-6-354,6 1 0,-1-8-392,1 2 0,2-4 467,3-2 0,-2 6-938,8 0 0,0 8 97,5-3 1129,8 4 0,-6 2 0,6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4:24.66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33 266 7886,'0'-17'1519,"6"1"-194,0-1 1,-1 10-1640,-5 7 1,-2 5 144,-3 6 0,1 4-138,-7-4 0,7 4-740,-1 2 384,-5-1 194,9 1 0,-7-6 469,8 0 0,8-7 0,1 3 0</inkml:trace>
  <inkml:trace contextRef="#ctx0" brushRef="#br0" timeOffset="183">33 366 7886,'17'0'0</inkml:trace>
  <inkml:trace contextRef="#ctx0" brushRef="#br0" timeOffset="361">349 33 7912,'0'-9'1399,"0"2"-691,0 7-239,-7 0 1,-1 9-222,-3 8 1,2-1-46,4 6 0,3 4-64,-4 2-77,4-4 1,4 7 77,4-3 0,-3-2-168,9 2 0,-1-3 27,5 3 1,1 2 97,0-8 1,-3 0 23,-3-5 1,2-1-88,-7 1 0,-1-6-66,-5 0 1,-1-5 37,-5 5 0,-5-8-124,-11 3 0,1-4-259,-6-2 1,5 0-255,-6 0 1,2 0 0,-2-2-1634,6-4 2264,4-3 0,-6-15 0,-2-2 0</inkml:trace>
  <inkml:trace contextRef="#ctx0" brushRef="#br0" timeOffset="523">266 83 7912,'26'-18'396,"5"-4"0,-5 14-40,8-3 0,-1-2-79,0 8 0,0-1-133,0 6 1,1 0-320,-1 0 1,0 0-486,0 0 1,1 0 188,-1 0 471,0 0 0,0 0 0,1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4:54.77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46 16 7622,'0'-9'1139,"0"2"-992,0 7 486,0 0-836,0 7-94,0-5 311,0 11 1,0-4-47,0 6 0,1-5-295,5 0 258,-5 0 1,11 6 44,-7-1 0,5-5 4,-5 0 1,0 0 6,-5 6 0,2-1 21,3 0 0,-3 0-5,3 1 0,-5 0 40,-5 5 1,2-4-2,-8 3 1,3 4 8,-2 1 1,-4-1 1,4 1 1,-2-1 92,2 1 1,-2 4-101,7-4 0,0-1 10,5 2 1,0-6-135,0 5 0,0-1 76,0 1 0,0 2-42,0-6 0,5 4 54,0-5 1,7 6-18,-2-6 1,4 5 44,1-4 1,0 4 1,0-5 0,1 2-36,-1-1 1,5-3 6,1 8 0,-1-6 155,-5 5 0,0-1 8,1 2 1,-1 2-63,0-2 0,-1 1-27,-4-2 1,-4 4 18,-6-4 1,0 6-7,0 4 0,0-2-3,0 2 1,-5-1-18,0 1 1,-7-2 6,2 2 0,2 2-169,-2-1 0,5 5 28,-6-6 0,6 6-4,-5-6 0,7 8 76,-2-3 0,3-1-22,2 2 0,0-6-6,0 6 0,0-2-3,0 1 0,2 3 7,3-8 1,2 6 7,3-6 1,3 8 23,-3-3 1,-1-1 9,1 2 0,-5-2 56,5 1 1,-5 5-64,6-5 1,-8 4 9,2 2 0,-3-6 45,-2 1 0,0 5 6,0 5 0,-7-1-32,-3-4 1,1 1 6,-1 4 0,0-2-29,-5 7 1,1-7-2,4 2 0,-2 0-86,7-6 0,-5 10 91,5-10 1,-5 4-53,5-3 1,0 0 4,5-1 0,0 1-9,0 0 1,1 0 20,4-1 0,-1-1-7,6-3 1,-2 3-34,3-3 0,2 3 22,-3 1 0,4-4 5,1-1 0,-1 1 7,-4 5 0,2-1 2,-7 1 0,5 0 55,-5 0 0,0-1 4,-5 1 1,0 0-55,0-1 1,-2 1 3,-3 0 1,2-1 215,-7 1 1,5 5-1,-6 0 1,6-1-275,-5-4 1,7 5 141,-2 0-12,3 6-459,2-9 448,0 4 0,0-6-337,0 0 135,0 6-43,7-5 201,1 6-46,7-7 0,1-1-79,-1 1 73,0 0 33,0-1-19,1 1 1,-1 0 130,0-1 0,0 1-121,1 0 0,-1 5 8,0-1 0,-1 1 101,-4-5 1,2 5 166,-7-1 1,0 6-165,-5-5 0,0 5 194,0-5 1,-2 6 36,-3-1 1,-3 3-13,-8 2 0,1 0-292,0 0 1,0 5 51,-1 0 0,6 0 64,0-5 1,2 0-125,-3 0 0,3 0-226,3 0 1,3 0 191,-3 0 0,8 0 15,3-1 1,7 1-227,2 0 1,1-1-268,4-5-22,4 5 380,-1-13 1,8 7 151,-1-3 1,1-4 106,-1 4 1,2-3-80,4-3 1,-4 6 105,4 0 1,-4 0-171,-2-6 0,-4 3 36,-1 2 0,-6-1 297,1 7 1,-5-5-19,-5 5 1,2 0-163,-7 5 0,-3 0-49,-12 0 0,0 5-104,-11 0 0,-2 0 61,-3-5 1,-4 11-67,-6 4 1,4-1 81,-4-4 0,-1-2-3,2 3 1,-1 2-247,6-3 1,4 2-280,1-2 243,6 3 0,2-11 0,9 5-415,1-1 365,2-4 7,5 5 0,0-7-153,0 0 254,7 6 37,1-4 1,9 5-86,4-7 0,-5 0-32,5-1 1,2 1 328,3 0 0,-2 5 69,1 0 1,-6 0 125,1-5 0,2 5-262,-2 0 1,0 5 386,-4-5 0,-6 2-149,0-2 1,-2 3 18,3 8 1,-5-3-92,-6-3 1,5 4-3,1-4 1,-1 2 21,-5-2 0,-5 1 26,-1-6 1,-5 2-419,0-2 0,0-3 116,0 3 1,-2-9-93,3-1 1,-4-12-76,-1 2 1,0-6-111,0 1 1,4 1 388,1-6 0,2-2-115,-2-9 0,3 2 71,7-6 0,0 1 0,0-6 0,0 3 0,0 0 0,0 1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5:04.51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564 1143 9091,'9'0'253,"-3"0"-166,-6 0-115,0 0 40,7 0 17,-5 0 46,5 0-39,-1 0 0,-2 0 18,6 0-27,-7-7 1,6 6 24,-4-4-8,-3 3-26,11 2 1,-9-5-9,6 0-4,-7 0 6,4 5-6,-7 0 84,7 0-61,-6 0 132,6 0-130,0 0 1,-4 0 2,7 0 0,-5 0 31,6 0 19,-8 0-64,11 0-12,-6 0 1,7 0-44,0 0 1,-4 0 56,-1 0 0,-5 0-37,5 0 0,-5-5 19,5 0 1,-5 0-6,6 5 0,-6 0 21,5 0-12,-7 0 1,11 0 23,-4 0-14,-3 0 0,6-2 10,-3-3 1,-1 3-18,1-3 1,-5 3-10,5 2 0,-5-1 12,5-4-9,1 3 1,2-7 44,-3 4 4,4 4-44,-6-6 1,6 5 0,-4-3 0,-2 3-5,-3-3 0,-1 2 19,6-2-11,0 3 0,0-5 15,0 7-5,1-6-7,4 4 1,0-12-20,0 13-1,1-13 1,-3 11-21,-3-7 29,4 6 1,-6-8-3,7 7 0,-6-1 5,-4 0-4,3 5 12,1-13-7,6 6 1,-1-2 3,-4-1-7,3 8 0,-9-5-17,6 3 16,-7 3 0,9-7-13,-7 4 0,2 4 8,-2-4 1,-3 1-3,3-1 4,3 3-7,1-11 1,6 4 1,-1-1 0,-4 0 0,2 5 2,-7-5 0,6 6 0,-7-7 0,6 6 0,-5-6 0,5 6 0,-6-1 0,1 0 8,3 5 0,-4-11 0,6 7 1,-7-2-9,2 2 1,2 2 0,-2-8 1,2 8-5,-2-2 5,-3-3 0,9 4-5,-5-6 1,4 5 3,-5-5 0,2 6-1,-2-1 1,-2-2-3,7 2 0,-6-6 1,7 7 0,-6-6 1,6 5 0,-6-5 0,1 5 0,0-5 0,-5 6 0,8-8 0,-4 7 0,-4-7 0,13 4 0,-7-2-1,3 0 0,2 5 0,-7-6 0,5 6 1,-5-5 0,5 5-1,-5-5 1,0 5 0,-5-5 1,5 5-2,1-6 1,0 8 0,-1-2 1,-1-2-2,6 2 1,-7-2 0,2 2 0,-3 4 0,5-13 1,-5 11-1,3-7 0,-2 4 0,2-4 0,-3 7 0,11-11 0,-9 11 0,6-7 0,-7 6 0,11-9 0,-11 10 0,7-8 0,-6 8 0,4-5 0,-3 2 0,-3 5 0,6-8 16,-3 4-16,-3 4 1,5-8-1,-7 4 1,7 3 0,-6-6 1,4 3-2,4 3 0,-6-6-2,7 3 2,-6 3-1,9-12-1,-4 13 2,6-13 0,-5 12-1,0-3 1,-6-3 0,3 6 0,-1-5 0,-4 7 0,5-1 0,-7-4 0,7 3 0,-6-7 0,4 4 0,4 4 0,-6-6 0,7 7 0,-5-5 0,6 0 0,-6-2 0,5 2 0,-7 3 0,11-5-57,-13 1 56,13 4 0,-11-5-4,7 7 0,-4-5-2,4 0 0,-5-2 6,5 2 0,-5 4-4,5-5 9,-6 5 1,7-1-15,-5-3 22,5 3-18,-2-4 37,-1 6-32,6-7 0,-11 5 5,7-3 3,-6 3 5,9 2 1,-6-1 0,3-4 1,-1 3 122,-4-3-126,-4 3 5,6 2 42,0 0 0,-4 0-29,8 0-11,-8 0 14,4-7 28,-1 6 12,3-6-38,6 7-3,0 0-62,1 0 70,-1 0-92,0 0 78,0 0 9,1 0-16,-8 0 1,6 0 1,-11 0-1,7 0 0,-5 0 11,5 0 0,-5 5 5,6 0 0,-6 0-18,5-5 1,-5 0 18,5 0 54,-7 7-66,4-5 3,0 4-42,-5-6 49,11 0-7,-11 7 0,6-5 31,-3 3-62,-3 3-4,12-6 6,-13 12-5,13-6 0,-7 2-35,3 0 48,3-6 6,-11 2 19,5 1-25,0-5 44,1 11-23,0-11 1,1 7-8,-4-4 0,-3-2 31,3 7-5,3-6 0,-6 4-26,3-3 1,2-1 8,-2 6-5,0-7 3,-5 4-45,7 0 49,-6-6-11,6 13 0,-2-11 18,0 7 2,0-6 1,0 4 3,1-3 1,-1-1 31,-5 6-52,6-7-5,-4 4 0,7-2 66,-4 0-54,-4 0 5,6 2 3,-7-5-15,7 11 1,-5-9 9,3 6 1,-2-5 4,2 5 1,-3-5-9,3 5 1,-2-5-4,2 5 1,-1-4 55,6 4-51,-7-7-9,4 11 1,-5-8-5,3 5 12,-3 2 8,4-4 18,1-1-32,-5 6 0,6-11 43,-3 7 9,-3 0-39,12 5 1,-11-1-1,7-4 0,-5 2 18,5-7 0,-5 5-21,6-5 0,-6 2-40,5-2 49,-7-3-9,11 11-9,-13-11 21,13 12-21,-6-13 1,3 11 38,-1-7-28,0 7 1,0-5 1,0 3 1,-5 2 39,5-7-55,-6 7 0,8-9 21,-7 7 0,5-5 8,-5 6 1,5-6-49,-5 5 1,5-5 31,-5 5 1,6-5-41,-6 5 70,6-6-48,-2 9 4,6-4 0,-5-1-51,0-3 1,-4 2 47,4-2 0,-5 5-44,5-5 39,-7 0 1,4 2-46,0-5 47,-5 5-2,11-1-39,-4-4 30,-1 12 0,6-11 8,-4 7 0,-2-6 0,2 1 0,-5 1 4,6-1-13,-8 1 1,10-1 7,-2 0-40,-5 0 36,8 2-2,-6-6-30,1 6 27,4 0 0,-4-6 4,6 5-37,0 2 31,-6-6 1,4 4-3,-3-6 1,4 6-7,1-1 2,1 0 2,-1 1 1,0-4 0,0 5-16,0-7 14,1 0 3,-8 0 1,6 5-1,-4 0 0,3 0-3,3-5-3,-1 0 4,0 7 1,0-5-5,1 3 1,-1-4-2,0-1 1,0 5-1,0 1 1,1 0 0,-1-1 14,0-3-11,7 5 1,-12-7 1,11 0-1,-11 0 1,3 5-3,3 0-29,-1 0 30,0-5 1,0 0-3,0 0 0,1 0 0,-1 0 0,0 0 14,0 0-12,1 0-1,-1 0 1,0 2-37,0 3 32,1-3 0,-1 4 16,0-6-18,0 0-5,1 0 30,-1 0-21,0 0 0,-5 2 1,0 3 0,-5-3 1,6 3 0,-6-3 2,5-2 3,-7 0 0,6 1 5,-4 4-7,-4-3-31,6 5 29,0-7 1,-5 0 2,4 0 1,-4 0-6,3 0 26,-3 0-1,5 0 36,-1 0-53,-4 0 3,12 0-227,-6 0 222,1 0-1,-3 0-655,1 0 432,-5-7 0,6 5-79,-3-3-1201,-3 4 441,5 1 464,-7 0 598,0 0 0,0 6 0,0 3 0</inkml:trace>
  <inkml:trace contextRef="#ctx0" brushRef="#br0" timeOffset="1597">1 1646 7261,'10'0'407,"0"0"0,-5-5-262,5 0 0,-5 0 126,5 5-124,1 0 1,4 0-86,0 0 1,0 0 71,0 0 1,-3 0-114,4 0-32,-5 0 54,11 6 0,-6-4 17,-1 3 1,5-3 3,1-2 1,1 5-2,-2 0 0,2 0 3,3-5 1,4 0 4,-4 0 1,9-5-1,2 0 0,1-2 5,-1 2 0,-3 3-25,8-3 0,-7 4-9,1 1 0,-2 0-8,-3 0 0,0 0-32,1 0 1,-2 0-10,-4 0 0,4 0 5,-4 0 1,-1 0-7,1 0 1,-4 1 36,4 4 0,-1-3-12,1 3 0,4-3 150,-4-2 1,4 0-45,2 0 1,-1 0-33,0 0 1,6 0-45,0 0 0,-1 0 1,-4 0 1,4 0-48,1 0 1,-1 0-10,-4 0 1,-1 0 65,1 0 1,-1 0-20,1 0 1,-1 0-167,0 0 0,-4 0 59,-1 0 1,1 0 49,4 0 1,-5 0 13,1 0 1,-1 0 2,6 0 1,-1 0 26,1 0 0,-3 0 6,-2 0 0,3 0-29,-4 0 0,4 0 4,1 0 1,1 0 144,-1 0 0,1 0-84,-1 0 0,-1 0 3,-4 0 1,4 0-23,-4 0 1,4 2 2,2 3 0,-1-4-11,1 4 0,4-3-1,1-2 1,-1 0-31,-4 0 0,-1 0 33,1 0 0,-1 0 25,0 0 0,3 0-12,2 0 0,-3 0 0,4 0 0,-4 0-16,-1 0 0,-1 0 4,0 0 1,3 0-23,2 0 0,-3 0 1,4 0 0,-4 0-65,-2 0 1,1 0 77,-1 0 0,1 0-44,-1 0 0,-1 0 24,-4 0 1,4 0-3,-3 0 0,2 0-16,3 0 0,-1 0 0,1 0 1,-6 0-7,1 0 1,-3 0-1,3 0 1,2 0-111,-2 0 1,3 0 115,1 0 0,-5 0-8,1 0 1,-2 0 3,1 0 0,2 0 0,-7 0 0,7 0 3,-1 0 0,-3 0 4,3 0 1,-6 0-18,6 0 1,-1 0 2,5 0 0,-4 0 6,-1 0 0,-5 0 2,6 0 0,-2 0-43,1 0 0,4 0 1,-4 0 1,-1 0-5,1 0 1,1 0-30,4 0 0,-1 0-8,-4 0 1,9 0 7,-3 0 1,2 0-9,-2 0 0,-6 0 51,1 0 1,-1-5-21,5 0 1,1 0 48,-1 5 0,1 0-53,-1 0 1,1 0 1,-1 0 1,1-2-30,-1-3 0,-1 3-6,-4-3 1,4 4 62,-3 1 1,-3 0-5,3 0 1,-6 0 58,5 0 1,-6 0-74,1 0 1,-3 0 110,-2 0 0,1 0 25,-1 0 105,0 0 0,0 0-99,1 0 0,-6 0-29,0 0 1,-5 0-195,5 0-374,-7 0-1438,4 0 1113,-7 0 829,0 0 0,0-7 0,0-2 0</inkml:trace>
  <inkml:trace contextRef="#ctx0" brushRef="#br0" timeOffset="3210">2286 138 8145,'0'-9'-212,"0"3"1,0 4 562,0-3-33,0 3-51,0-5-240,0 7 1139,0 0-1087,-7 0 0,5 2 133,-3 3-47,3 4-34,2 6-81,0 0 1,0 0 0,0 1 1,0-6-162,0 0 183,0-7 39,0 11-113,0-6 0,0 8 47,0-1 1,0-5-10,0 0 1,0 0 15,0 5 0,0-4-7,0-1 0,0 0-18,0 5 1,0-5 4,0 0 1,0 1-17,0 4 24,0 0-10,0-6 0,0 4-2,0-3 7,0 4 19,0 1-22,0 0 1,0 0-3,0 1 0,0-1-5,0 0 1,0 0-15,0 1-5,0-1 1,0 0-80,0 0 93,0-6 11,0 4-79,0-4 60,0 6 6,0 0-12,0 1 1,0-1 18,0 0 1,0 0 1,0 0 0,0-4 21,0-1-19,0 0 1,0 5-39,0 0 26,0-6 9,0 4-39,7-4 24,-5 6 1,5-5 9,-7 0-13,0 1 1,0-1 8,0 0 1,0-5 13,0 5-9,0 0 1,0 5 5,0 1 0,0-6 41,0 0-50,0 0 10,0-1 48,0 4-53,0-4-2,0-1-79,0 6 90,0-13-2,0 13-11,0-6 22,0 8-20,0-1 0,0 0 105,0 0-109,0-6-5,0 4 1,0-9 189,0 6-175,0-7-3,0 11 84,0-13-82,0 13 0,0-11 15,0 7 0,0-4 1,0 4 0,0-5-21,0 5 1,0-5 2,0 5 0,0-5-83,0 5 91,0-6-9,0 9 1,0-9-40,0 6 37,0-7 5,0 11-20,0-13 24,0 6 18,0 0-5,0 2-40,0 6 4,0 0-57,0 0 63,0 0 6,0-6-57,6 4 45,-4-4 1,5-1-22,-7 6 0,0-11 18,0 7-6,0-6 1,0 4-4,0-3 1,0-1 12,0 6 1,0-5 16,0 5 24,0-6-45,0 9-1,0-4 0,0 1 73,0 0-66,7-7-3,-6 11 42,6-13 1,-7 13-29,0-4-9,0-3 8,0 6-23,0-4 0,0 6 1,0-5-316,0 0 259,0-6 0,0 4-841,0-3-172,7-3-562,-6 5 500,6-7 1132,0 0 0,1-7 0,8-1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5:09.37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62 47 7948,'0'-16'287,"0"8"-130,0 1 77,-7 7 233,5-7-128,-4 6-190,6-6-215,0 7 325,0 0-164,0 7 0,0-4-5,0 7 1,0 0 7,0 6 1,0-1-37,0 0 0,-5 2 32,-1 3 1,0-3-56,1 4 0,3-5 14,-3 0 1,1-6 0,-1 0 1,4-5 77,-4 5-35,3-6 26,2 9-52,0-11 1,7 5 50,3-7-58,3 0 1,8 0-4,-1 0 0,0 0-14,-4 0 0,-1 0-1,0 0 1,2-2-45,3-3 0,-8 3-29,3-3-92,-3 3-336,3-4 29,1 4 253,-8-5-63,-1 7-937,-7 0-1205,0 0 1923,0 7 1,-2-5 454,-3 3 0,-3 3 0,-8 1 0</inkml:trace>
  <inkml:trace contextRef="#ctx0" brushRef="#br0" timeOffset="215">184 62 7948,'0'-15'311,"0"6"315,0 2-404,0 7 272,0 0 1,0 7-107,0 3-336,0 4 29,0 1 0,0 5 53,0 1 1,0 6-105,0-2 0,5 4-106,0 1 1,0-1 67,-5-3 1,2 2-1206,3-2 584,-4 2 80,13-4 1,-7 3-966,3-6 1514,3-8 0,-4 1 0,6-6 0</inkml:trace>
  <inkml:trace contextRef="#ctx0" brushRef="#br0" timeOffset="474">473 245 7948,'-8'0'1086,"-4"6"-865,7 5 1,-2 2 70,2 2 0,3 1 745,-3-1-830,3 0 0,8 0-188,-1 0 1,6-6 133,0-4 1,2-3-98,2-2 1,1-2 53,-1-3 0,5-4-213,0-6 1,-1-5 145,-9 0 1,2-6-69,-7 6 1,0-5-355,-5 4 0,-1-4 86,-5 5 0,-2-1-53,-7 6 0,-6 1 88,1 4 1,-2 2-22,2 3 0,1 3-25,-6-3 0,8 5-214,2 5 0,-1-2 518,6 8 0,-3-1 0,-2 5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5:11.85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16 16 8504,'-2'-9'1672,"-3"4"-1582,4 3 117,-6 2-351,7 7 0,0-3 105,0 6 0,0-5 385,0 5-937,0 0-1114,0 5 1705,0 1 0,0-1 0,0 0 0</inkml:trace>
  <inkml:trace contextRef="#ctx0" brushRef="#br0" timeOffset="195">31 244 8001,'-8'0'382,"1"0"-285,0 0-30,6 0-175,-6 0 0,7 2 223,0 3-175,0-3-4,0 11 1,2-10-278,3 8 0,-4-6-77,4 5 1,-3-5-21,-2 5 49,7-7 389,-5 11 0,4-5 0,-6 6 0</inkml:trace>
  <inkml:trace contextRef="#ctx0" brushRef="#br0" timeOffset="328">31 366 7451,'0'10'-1463,"0"0"1675,0 0 185,0-1-278,0 4 1,-1-9 18,-4 6 1,3-5-88,-3 5 0,3-5-6,2 5 0,0-4-13,0 4-278,0 0-387,0 5 633,0 0 0,0 1 0,0-1 0</inkml:trace>
  <inkml:trace contextRef="#ctx0" brushRef="#br0" timeOffset="475">47 640 8001,'0'15'-383,"0"-4"1131,0-1 40,0-7-167,0 4-394,0 0 0,0-4-132,0 7-513,0-6-1135,0 2 1553,0 1 0,6-5 0,3 5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5:10.71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31 7825,'0'-9'-69,"0"1"626,0 3-82,0 3 93,0-5 278,0 7 123,0 0-1689,0 7 443,0 2 229,0-1 0,0 6 61,0-4 1,0 3-515,0 2 1,0 1-1556,0-1 2056,0 0 0,0 0 0,0 1 0</inkml:trace>
  <inkml:trace contextRef="#ctx0" brushRef="#br0" timeOffset="157">30 274 7036,'0'9'125,"0"-2"1,0-6-168,0 4-130,0-3 0,0 7 66,0-4-308,0-4 406,0 13 8,0-12 0,7 11 0,2-4 0</inkml:trace>
  <inkml:trace contextRef="#ctx0" brushRef="#br0" timeOffset="301">61 381 6780,'-7'9'776,"5"-3"1,-6-1-591,3 0 0,3 2-394,-3-2 190,3-3-710,2 12 473,0-6 0,0 7-34,0 1 0,0-6 289,0 0 0,7 0 0,2 5 0</inkml:trace>
  <inkml:trace contextRef="#ctx0" brushRef="#br0" timeOffset="440">46 625 8139,'0'8'-640,"0"6"0,0-11 1072,0 7 1,0-5-48,0 6-108,0-8-340,0 11 1,0-11 70,0 7 1,0-5-798,0 5 485,0-6 304,6 9 0,3-11 0,6 5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5:14.99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46 46 7512,'0'-8'-645,"0"1"799,0 7 0,0-1 189,0-5 2,0 5 152,0-6-214,0 7 894,0 0-1090,-7 7 0,5 1 22,-3 7 1,2-4-122,-2-1 1,3 0-22,-3 5 1,2-1 77,-2-4 0,3 3-101,-3-2 95,3-5-14,2 1-154,0 0 99,0 1 7,7 1 0,-4 3-6,7-7 10,1 0 1,4 0 4,0 0 0,-5 0 14,0-5-3,1 7 0,4-4 8,0 7 0,-7-5 1,-2 6 1,0-6 128,-1 5 15,0-7-23,-5 11-54,0-6 0,-1 6-239,-4-4 163,-4 3 1,-6-6 37,0 3 0,0 2-342,-1-7 0,6 0-1321,0-5 1119,0 0 0,0 0 509,0 0 0,-1-13 0,-4-4 0</inkml:trace>
  <inkml:trace contextRef="#ctx0" brushRef="#br0" timeOffset="425">31 92 7871,'0'-8'0,"0"-1"-270,0 4 218,0 3 1,1-4 199,4 6-33,-3-7 0,7 5-37,-4-3 14,3 3 1,2 1-45,0-4 1,2 3-121,9-3 1,-5 3 115,5 2 0,-4 0-112,-2 0 1,0 0 2,0 0 0,1 0 135,-1 0-59,0 0 0,0 0 44,1 0-16,-8 0 1,0 0 89,-2 0-54,-5 7 0,6-4 24,-7 8 0,0-1 10,0 5 0,0-5 72,0 0 1,0 0-106,0 6 1,0-1 35,0 0 1,0 0-21,0 1 0,0-1 18,0 0 0,2 0-36,3 0 0,3-4-3,8-1 0,-1-7 35,0 2 1,0-3-14,0-2 0,2-2-124,4-3 0,-4-3 77,3-8 0,-5 1-139,-5 0 0,2-2 60,-7-3 0,0 3-29,-5-3 0,-1-2-6,-4 1 0,-6-1-166,-9 2 0,3 8 133,-3-3 1,-2 8 23,2-3 0,-6 7-138,6-3 145,-7 5 10,10 1 1,-5 1-622,7 5 1,4-5 680,1 4 0,0 4 0,-5-1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5:16.48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31 61 7892,'-8'0'664,"-1"0"-488,4 0 1,4-1-15,-5-4 102,5 3-355,1-5 1,1 2-38,5 0 0,-3 0 146,7 5 0,0-5-30,5 0 0,-4 0 29,-1 5 1,0-2-60,5-3 1,-5 3 71,0-3-31,1 4 0,4 2-9,0 4 1,-6-1 2,-4 6 0,-2-7-29,2 2 1,-3 4 52,3 1 0,-3-2-75,-2 3 97,0-1 1,-7 3-1,-3-3 0,1 2 10,-1-7 11,0 7-4,-5-3-22,-1 6 0,8-5-77,3 0 93,3-6-180,2 2 125,7 1 0,1-3-8,8 6 0,-6-7 9,0 2-15,0 4 134,5-1-51,1 7 1,-8-5 428,-3 1-317,-3-8 0,-2 5 287,0-2-347,-7-5 0,-1 6-38,-8-7 0,1 5-23,0 0 1,0 0 12,-1-5 0,1 0-26,0 0 0,0 5-153,-1 0 0,3 2-706,3-2 601,-4-3 1,13 6-1231,-5-3 281,5-3 94,1 5 1071,7-7 0,1 0 0,7 0 0</inkml:trace>
  <inkml:trace contextRef="#ctx0" brushRef="#br0" timeOffset="337">397 138 7975,'-9'8'310,"-2"6"161,5-4 0,-4 3-47,5 3 1,0 1-142,5 3 1,0-3-80,0 3-89,0-3 0,2-2-83,3 0 1,3-6 150,8-4 0,-1-3 23,0-2 0,5-2-156,1-3 1,-1-4-210,-5-6 1,0-2-14,1-3 1,-8 1 86,-3-6 1,-3 6-57,-2-1 0,-2-2-31,-3 2-278,-3-1 271,-14 6 0,3 0 84,-6 0 1,1 5 19,-1-1 1,-2 8-148,6-2 1,-4 5-603,4 5 824,1 3 0,5 8 0,0-1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5:18.34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1219 0 6905,'-8'0'-891,"1"0"955,7 0 1300,0 0-1183,-7 0 30,5 0-105,-4 7-40,6-5 19,-7 4-33,5-6-25,-11 0 0,11 0-9,-5 0 24,7 0 1,-2 0 13,-3 0-43,4-6 28,-6 4 128,7-5 35,-7 7 12,5 0-95,-11 0 0,10 0 74,-8 0 23,8 0-33,-11 0-84,13 0 1,-11 2-199,7 3 132,0-3 1,3 4-125,-3-6 35,3 0 57,-4 0 33,-1 0 3,5 0-9,-11 0-4,4 0 190,-6 0-184,0 0-8,-1 0 0,6 6 99,0-1-38,0 0-42,-5-5 1,1 1-12,4 4-5,-4-3-5,6 5-13,-7-7 16,0 0 10,-1 0-22,8 0 0,-1 0-35,4 0 1,2 0 17,-7 0 1,5 0-3,-5 0 0,4 0 43,-4 0 0,5 0 45,-5 0-39,0 0 0,-5 0 4,-1 0 1,1 5 67,0 0-87,0 0-32,-1-5 1,1 0-4,0 0 33,0 0 1,0 0 1,-1 0 2,1 0 1,0 0-11,0 0 0,-1 0 14,1 0 33,0 0 1,0 0 3,-1 0 0,6 0-28,0 0-7,7 0-26,-11 0 1,11-5 13,-7 0 9,6 0-45,-9 5 7,4 0 1,-6 0 6,0 0 0,0 0-4,-1 0 0,1 0 32,0 0 1,0 0-2,-1 0 0,-4 0 44,0 0-55,0 7-7,4-6 0,1 6 142,0-7-131,0 0-13,-1 0 1,1 0 7,0 0 1,0 0-40,-1 0-11,1 0-127,0 0-347,0 0-119,6 0 334,3 0-5,6 0-1259,0 0 742,6 0 814,3 0 0,20 7 0,3 1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5:20.23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16 6154,'0'-8'480,"0"1"-269,0 7 949,0 0-1218,6 0 80,-4 0-49,5 0 33,-7 0-8,0 0-5,7 7 12,-6-6 1,6 6 6,-7-7 244,0 0-143,7 0 18,-5 0-108,4 0 42,-6 0 14,0 0-100,7 0-45,-5 0 58,5 0 0,-6 0-31,4 0 28,-3 0 0,5 0 1,-6 0 3,5 0 0,-5 2 7,4 3 0,-3-4 12,-2 6 1,2-7 0,3 0 0,-4 2 63,5 3-31,-5-3 0,1 4-12,3-6 9,-3 0-7,4 0 0,-4 0-15,3 0 0,-3 2-14,3 3 41,-3-3-8,-2 5-43,0-7 1,1 0-10,4 0 26,-3 0 0,7 0-1,-4 0 1,-4 1-38,4 4 41,4-3-41,-7 5 30,11-7-1,-11 0 1,6 0-1,-3 0 1,-3 2 22,3 3 0,-1-4 34,1 4 1,-4-3 9,13-2-34,-6 0 0,8 0-73,-1 0 56,0 0-14,0 0 0,-5-5-10,1 0 1,-6 0-6,5 5 0,-5 0 9,5 0-3,-7 0-1,11 0 1,-11 0 6,7 0-7,-6 0 21,9 0 0,-4 0 5,6 0-10,0 0 1,-5 0 31,1 0-19,-1 0 0,0 0-17,0 0 3,-7 0-3,11 0 1,-11 0-32,8 0 35,-8 0-6,11 0-7,-6 0 1,2 0-2,0 0 0,-5 0 14,6 0-8,-8 7 0,10-6 29,-2 4 0,-3-3-28,2-2 1,-5 0-14,5 0 12,1 0 1,4 0-1,0 0 1,0 0-6,1 0 1,-1 0-2,0 0 1,-5 0-1,0 0 0,0 0-3,6 0 1,-1 0 31,0 0 1,0 0-27,1 0 1,-1 0 58,0 0 0,0 0-24,1 0-15,-1 0 1,5 0 13,0 0 0,1 0 7,-6 0 0,0 0 29,0 0 1,-4 0 6,-1 0 1,0 0-106,5 0 1,-5 0 92,0 0-727,1 0-35,4 0 1,0 0 695,-7 0 0,6 7 0,-6 1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5:21.39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853 16 6153,'0'-9'716,"0"3"-587,0 6 107,0 0-126,-7 0 14,6 0-36,-6 0-12,7 0 42,0 0 106,-7 0-96,5 0-67,-4 0 1,4 0 54,-3 0 26,3 0-58,-5 0-1,7 0-4,-6 0 33,4 0-195,-12 0 162,13 0-157,-6 0 132,0 0-23,5 0 1,-6 0 28,3 0 49,3 0-32,-11 0 10,4 0 1,-6 0-41,0 0 114,6 0-130,2 0 0,1 0 72,-4 0-52,3 0 0,-7 1 2,4 4 1,2-3 8,-3 3 1,6-3-96,-5-2 1,0 0 67,-5 0 1,5 0 94,0 0-90,-1 0-13,3 0 1,-6 0 15,4 0-7,-3 0 12,4 0-134,-4 0 112,4 0 0,-1 0 9,0 0 0,5 0 7,-5 0 0,5 2-185,-6 3 153,1-4-80,-5 6 76,0-7 7,0 0-61,6 0 51,-4 0 0,9 5 2,-6 0-19,0 0 14,1-5 1,-4 0-2,3 0 0,-4 0 1,-1 0 17,0 0 1,0 0 0,-1 0 1,6 0 93,0 0-103,0 0 8,-5 0 1,4 0 22,1 0-24,0 0-1,-5 0 42,6 0-44,-4 0 0,4 0 8,-6 0 0,5 0 32,0 0 25,0 0 1,0 0 5,-1 0 1,6 0-68,-5 0 18,7 0 20,-4 0-133,7 0-409,0 0 1,7 0-308,3 0 0,3 0 794,3 0 0,6 7 0,1 2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5:22.36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16 1 8898,'-9'0'-206,"2"2"-466,7 3 237,0-4 47,0 13 0,0-11 190,0 7 0,2-6 198,3 1 0,-3 3 0,5 1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5:22.49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16 0 7947,'0'10'-107,"0"1"1,0-6-35,0 5 1,0-5 83,0 5 0,0-5 52,0 5 1,-5-5-83,0 6 0,-1-6 13,6 5 1,0-5-183,0 5 1,0-5 25,0 5 230,0-6 0,0 9 0,0-4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5:22.62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31 1 7947,'0'10'0,"0"0"0,-2-6 65,-3 1 114,3 3 1,-6-1-55,3 3 0,3-2 223,-3-2-795,3-5 124,2 13 0,2-13 323,3 5 0,3 2 0,8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5:23.46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16 7912,'0'-9'1036,"0"3"-503,0 6 197,0 0-1299,0 6 455,0 3-341,0 6 93,0 0 0,0 1-309,0-1 1,0-5 670,0 0 0,0 0 0,0 6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5:23.60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15 1 7897,'-6'8'-153,"4"-1"0,-5-5 25,7 3-218,0-4-416,0 6 762,0 0 0,7 1 0,1 8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5:23.70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0 7912,'0'9'-123,"0"4"456,0-11-333,0 5 0,7 0 0,1 1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5:24.76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61 77 7956,'0'-15'58,"0"0"195,0 6 11,0-4 1,0 9 208,0-6-1,0 7-248,0-4 0,0 9-108,0 3 1,0 3 138,0 7 0,-5 6-33,0-1 0,-2 7-28,2-2 0,2 4-34,-7 2 1,6 4-23,-1 1 0,-2-1 59,2-4 1,0-2 12,5-4 0,2 2-673,3-7 233,-3 1 1,11-8 68,-3-3 1,-1-3-21,1-7 32,0 0 0,4-2 26,-4-3 1,2-3-81,-7-7 1,5-1 125,-5 1 0,0 0 24,-5 0 0,0 0-121,0-1 1,-7 6-222,-3 0 1,2 7 330,-2-2 184,6 3-208,-9 2 0,11 2 167,-3 3 0,-2-2-72,2 7 1,0 0-22,5 6 1,0-6 1,0 0 35,7 0 0,1 4 12,7-4-35,1 3 0,6-11 0,1 5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5:25.06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46 16 7956,'-8'7'1330,"-4"1"-1082,7 7 1,-2 1-57,2-1 1,4 7 291,-5 3 0,5-3 326,1-1-763,0 2 18,7-6-22,1 5 0,12-12 57,1 1 1,-1-8 117,-5 2 1,0-5-51,1-5 1,1-4-115,3-6 1,-8 0-184,3 0 0,-5-6-88,0 1 0,-3-2-54,-7 2 1,-2 3 1,-3-3 0,-3-2 98,-7 1 0,-1 6 170,1 5 1,0 7-3,0-3 0,-1 5 1,1 1 1,0 1-54,0 5 1,1 2-40,4 7-393,-4 0 1,13 1-1028,-4-1 1514,3 0 0,9-6 0,1-3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5:26.93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92 46 7758,'-10'-5'-149,"0"0"1048,6 0-477,-9 5 1,11-2 157,-3-3-78,3 4-279,2-6 1,0 5-414,0-3 0,7 3 66,3-3 1,-1 3-146,1 2 213,0 0-128,5 0 91,0 0 1,1 7 61,-1 3 0,-2-1 6,-2 1 0,0 0 22,-6 5 0,2-4 5,-2-1 0,-3 0 9,3 5 0,-5 0 0,-5 1 1,2-3 283,-8-3 1,1 4-69,-5-4 1,0 2-143,0-2 0,-1 2-42,1-7 1,-2 5-84,-3-5 0,8 5 217,-3-5-96,3 0 1,2 1-75,0-1-240,6 0-185,-2-5 235,6 0-52,0 0-2,6 0 17,3 0 122,-1 0 1,6 0-117,-4 0 0,3 0 115,3 0 1,1-5-10,3 0 0,-3-7-89,3 2 0,-3 1-19,-2-1 1,2 0 268,4-5-171,-5 6 90,6-4 0,-11 6 220,-1-3-292,0-4 183,-2 12 301,6-4-339,-12 6-20,4 0 187,-6 6 1,0 3 219,0 6 1,0 5 299,0 1-361,0-1-226,0-5 0,2-1-115,3-4 118,-3 3-90,11-11 1,-2 5-134,9-7 1,-2-2 194,8-3 1,-8 2-62,3-7 0,-4-1-171,-2-4-127,0-7-10,-6-1 58,-3-1 141,-12 2 0,-8 8-235,-6 4 277,-7-3-92,3 11 1,-6-5-131,-1 7 1,6 0 123,-1 0 1,6 0 25,-5 0 1,6 7 79,-1 3 0,3-3 0,2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5:28.07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412 31 7149,'0'-8'-965,"0"1"1069,0 7 0,-5-2 159,0-3-113,0 3-16,5-4 41,0 6 99,-7 0-129,5 0 97,-4 0-153,-1 0 64,5 0 73,-12 0-152,6 0 0,-2 0-6,0 0 0,5 0 43,-6 0 1,6 0-8,-5 0 1,5 0-133,-5 0-112,7 0 201,-11 0 1,11 0 92,-7 0-83,6 0-27,-9 0 1,9 0 25,-6 0 0,5 0 57,-5 0-60,0 0 1,-6 0 14,1 0 1,0 0 1,0 0 0,0 0 168,-1 0-312,1 6 192,0-4-291,0 5 226,-1-7 27,1 0-142,7 0 94,-6 0-130,12 0-257,-4 0 239,6 0-1034,0 0 914,6 0 1,-2 0-1165,6 0 1386,0 0 0,-1-7 0,-3-1 0</inkml:trace>
  <inkml:trace contextRef="#ctx0" brushRef="#br0" timeOffset="419">351 77 7811,'-8'7'-213,"-1"-4"249,4 7 19,3-7-14,-4 11 0,6-5 83,0 6-237,0 0 1,0 0-239,0 0 0,0-4 101,0-1 250,6-7 0,3 11 0,6-6 0</inkml:trace>
  <inkml:trace contextRef="#ctx0" brushRef="#br0" timeOffset="602">397 244 7904,'-9'9'-104,"1"-1"-32,3-3 3,3-3 341,-12 12-46,13-6 1,-6 2-221,7 0-515,0-6 484,0 9 233,0-11-825,7 12 47,-6-13 339,13 6 295,-5 0 0,6-6 0,0 6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5:35.07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123 458 8057,'0'-16'0,"0"1"0,0 0-325,0 0 1161,-7 6-474,5-4 1,-6 6 117,3-3 1,1 3-108,-6 7 1,5 0-133,-5 0 1,5 7-59,-5 3 0,5 10 0,-5 6 1,1 2 48,-1 3 0,-2 4 15,7 1 0,0-6-222,5-4 0,0-3-145,0 3 0,5-4-80,0-7 0,7-5 22,-2 0 1,-1-6-5,1 1 1,0-3 23,5-2 0,0-7-164,1-3 0,-3-4 161,-3-1 1,4-5 73,-4-1 0,-3-4-294,-2 5-132,-4-8 254,-1 12 0,0-6 117,0 6 98,0 8 137,0 1 0,0 9-203,0 3 372,0 3-176,0 8 0,0-1-77,0 0 1,6 5-2,-1 1 0,1-1-9,-1-5 0,-1-5-197,6 0 0,0-6-268,5 1 1,1-3 45,-1-2 1,0-2-94,0-3 1,-1-5 512,-4-11 0,10-2 0,-3-8 0</inkml:trace>
  <inkml:trace contextRef="#ctx0" brushRef="#br0" timeOffset="192">412 46 8246,'2'-22'188,"3"7"-192,3 7 3,1 8 1,4 13-1,-2 7 0,2 9 0,2 7 0,6 3 748,-1 6 1,2 1-19,-2 0 0,-3 1-283,4 4 1,-5-4-312,0 4 0,-3 0-181,-3-5 0,2 1 148,-7-11 1,0 2-78,-5-7 1,-6 3 119,-5-9 0,-4-3-21,-5-2 0,-4 2-904,-6-1 1,-1-1 779,1-5 0,-7 1 0,-2-1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5:33.73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31 8010,'0'-10'-283,"0"0"655,0 6 9,0-2 17,0 6 729,0 0-745,0 13 1,0-1-155,0 13 0,0 1-1,0 4 1,0 1-193,0-1 0,0 1-122,0-1 1,0 6-565,0-1 1,0 1 144,0-6 0,0-1-180,0-4 0,5-3 8,0-6 255,7-8 1,-4-1 422,7-7 0,1-7 0,-1-1 0</inkml:trace>
  <inkml:trace contextRef="#ctx0" brushRef="#br0" timeOffset="250">229 244 8010,'0'16'47,"-7"-1"1,4 2 52,-7 3 1,6-3 424,-1 3 0,4-3 249,1-2-625,0 1 0,6-3 59,5-3 1,2-3 21,2-7 0,6-2-19,-1-3 0,0-3 0,-5-7 1,1-6-320,-1 1 1,-5-2-77,0 2 0,-6 3 12,1-4 0,-5-1 47,-5 2 0,-4 0-13,-6 5 0,0 1 153,-1 4 0,-4 3-32,0 7 1,0 0-26,4 0 0,-2 7 5,2 3 1,-2 4-473,8 1 1,3 0 508,2 0 0,-4 1 0,1-1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5:30.49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31 443 6867,'0'-9'263,"0"2"-198,0 7 922,0 0-879,6 0-116,-4 0 49,5 0 1,-5 0 114,3 0-96,-4 0 0,8 0 14,-4 0 4,-3 0-59,4 0 1,-4 0 1,3 0 0,-2 0 59,8 0-34,-8 0 12,11 0-47,-6 0 1,2 0 64,0 0-51,0 0 1,1 0 23,-1 0 0,-5 0 7,5 0-48,-7 0 56,11 0 27,-6 0-57,1 0 0,4 0 15,-2 0 1,-3 0-19,2 0 1,-5 0-5,5 0 1,-5 0 27,6 0-100,-8 0 68,11 0 1,-11 0-16,7 0 0,-5 0 19,5 0 1,-5 0-64,6 0 66,-8 0-60,10 0 0,-9 5 45,6 1 0,-5-1-5,5-5 1,-5 0-30,6 0 5,-1 0 1,5 0 29,0 0-15,-6 0 0,4 0 10,-3 0 1,-1 0 16,1 0-33,0 0 13,5 0 0,1 0 11,-1 0-4,0 0 0,-5 0 0,0 0 0,-5 0-34,6 0 30,-8 0-12,10 0 1,-4 0-2,6 0 0,-5 0-12,0 0 18,1 0 0,4 0 2,0 0-6,0 0-17,1 0 16,-1 0 0,0 0 1,0 0 0,-5 0 0,1 0 0,-8 0-60,4 0 0,-6 0 54,4 0-2,-3 0-3,5 0-439,-7 0-217,0 0 1,-7 0-1,-1 0 1</inkml:trace>
  <inkml:trace contextRef="#ctx0" brushRef="#br0" timeOffset="476">229 16 7766,'-7'-8'904,"5"1"-581,-5 7-229,7 7-1,0 1-65,0 7 0,0 1-141,0-1 1,0-5 82,0 0 0,0 0-303,0 6 1,2-3-333,3-3-336,-3 4 760,5-6 0,-2 2 241,0 1 0,7-8 0,-4 4 0</inkml:trace>
  <inkml:trace contextRef="#ctx0" brushRef="#br0" timeOffset="625">274 199 7234,'0'10'696,"0"0"-358,0-6-114,0 9-4,0-4-397,0 6-68,0 0-118,0 0 196,0 1 0,5-1-173,0 0 1,1-5-10,-6 0 349,0 0 0,6 12 0,3 2 0</inkml:trace>
  <inkml:trace contextRef="#ctx0" brushRef="#br0" timeOffset="2074">46 732 7915,'-9'0'-207,"3"0"0,4 0 239,-3 0 245,3 0 72,-5 0-229,7 0-223,-6 0 64,4 0 39,-5 0 264,7 0-12,0 0-10,7 0-92,-5 0-7,4 0 26,1 0-75,-5 0-65,11 0 2,-4 0 1,1 0-28,0 0 0,-5 0-9,5 0 0,-5 0-3,6 0 0,-6 0 36,5 0 0,-5-2-12,5-3 0,-5 4-225,5-5 151,-6 5 20,9 1 44,-11 0-9,5 0-21,-1 0 25,-4-7 4,5 5-16,-7-4 2,0 6 517,0 0-501,0 6 3,0-4-13,0 5 8,0-7-111,0 0 116,0 7-11,0-6-1,0 6 3,0-7 33,0 7 69,0-6-100,0 13 0,0-11 27,0 8 0,0-6-23,0 5 0,-2 2 1,-3 8 0,3-3-43,-3 3 1,-1 4-4,1 1 0,-2-1 47,2 1 1,3 1-3,-3 4 1,-2-4-819,2-1-655,0-6 634,5 9 832,0-11 0,7 5 0,1-6 0</inkml:trace>
  <inkml:trace contextRef="#ctx0" brushRef="#br0" timeOffset="2409">381 839 7936,'0'15'496,"0"0"1,-5 2 59,0 3 1,0-3-235,5 4 0,0 1-104,0-2 0,0 0-224,0-5 1,6-1-104,5-4 0,4 2 55,5-7 0,-3 0 123,3-5 0,2-2-53,-1-3 0,-1-3-15,-5-7 0,1-1-153,-1 1 0,-7-2 119,-3-3 0,-3 3 49,-2-3 0,-7-2-401,-3 1 0,-5 1-53,-5 5 1,3 0 192,-4-1 1,-1 8 38,2 3 0,0 3 34,4 2 1,1 0-366,0 0 537,6 0 0,-4 7 0,4 1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5:42.92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0 107 7971,'0'-8'-728,"0"1"554,7 7 131,1 0 1,8 2 487,-1 3-112,0 3-189,0 7 1,0 1-193,1-1 89,-1 7-83,-7-5 1,4 7 3,-7-4 1,0-3 50,-5 3 1,0-3-8,0-2 1,0-5 74,0 1 0,-6-8 306,-5 2-124,-2-3 9,-2-2-193,6 0 258,-4 0-6,11 0-250,-5 0-163,7 0 72,0 0 85,7 0 1,3-2-84,10-3 1,-3 3-80,4-3 1,-3 4-280,3 1 1,-4 0-360,3 0 1,-2 0 328,3 0 0,-4 0 396,3 0 0,4-7 0,-1-2 0</inkml:trace>
  <inkml:trace contextRef="#ctx0" brushRef="#br0" timeOffset="315">472 92 7419,'0'15'377,"0"0"99,0 1 0,0-1-144,0 0 0,0 5-154,0 1 1,0 4-209,0-4 0,0 6-51,0-2 1,-5-3-57,0-2 0,0-3 249,5-2-28,-7 1 1,-1-8-68,-7-3 0,4-3-151,1-2 1,0-2-32,-5-3 1,5-8 100,0-8 0,4-6-208,-4 2 1,7-4 247,-4-8-228,7 5 106,0-6 1,2 10 75,3 2 0,-2-1-24,7 7 1,6 0 83,4 4 0,0 8 155,-4 3 1,-1 1 56,0-1-28,0 4-213,0-6-353,1 7 192,-1 0 0,0 7 200,-6-6 0,4 13 0,-4-6 0</inkml:trace>
  <inkml:trace contextRef="#ctx0" brushRef="#br0" timeOffset="955">1066 31 8082,'0'-8'532,"0"1"-565,0 7 1,0-2-320,0-3 202,7 3 48,-5-4 0,11 6 173,-3 0 54,4 0-155,1 6 81,0-4 0,-4 7-17,-1-4 0,-2-2-48,2 7 1,-3-5-172,-7 5 82,0 1 128,0-3 1,0 6-76,0-4 1,-7-2 42,-3 2 0,-8-1-11,-3 1 0,-1 3 62,2-2 0,3-3-2,-3 2 1,3-6 30,2 1 182,-1 3-143,8-6-72,1 5 1,9-7-105,3 0 107,3 0-54,8 6 0,-1-4 9,0 3 0,0-1 57,1 1-170,-1-4 145,0 6-26,0 0-29,0 1 97,-6 8 184,-2-1-120,-7 0 1,-7 0-18,-3 1-324,-4-8 234,-1 6 1,0-11-157,0 7 0,-1-5-586,1 5 464,0-6 0,5 2-276,0-6 525,6 0 0,-3 7 0,7 2 0</inkml:trace>
  <inkml:trace contextRef="#ctx0" brushRef="#br0" timeOffset="1426">1310 77 7743,'9'7'279,"-3"-6"-116,-6 6 0,5 0 81,0 3 0,6 3-28,-6 3 1,7-1 54,-2 0 1,-2 5-64,2 1 1,-5 4-174,6-4-111,-8 6 113,4-10 0,-7 10-124,0-7 0,0 0 124,0-5 0,-2-1-46,-3-4 1,-4-1 98,-6-4 1,0-4-58,0 4 0,-6-3-187,1-2-22,-7-7 82,10-8 0,-5-3-44,7-8 1,6 1 30,4-6 0,4 1-63,1-1 0,0 3 165,0 2 0,12-1-2,3 7 0,10 1-64,1 9 1,2-2 4,3 7 0,-1-5 138,1 5-299,-1 0 103,1 5 0,-3-5 124,-2 0 0,3-7 0,-6 3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5:42.04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1 199 7807,'0'-9'-19,"0"3"1,1 7 224,4 4 0,-3 6 260,3 9 1,-1-1-272,1 6 0,-4 0-57,4 6 1,2-2-248,-2-4 0,5 4 98,-4-4 0,4-1-878,-5 1 431,7-6 182,-4 3 1,2-9-428,0-2 703,-6-5 0,16-6 0,-3 0 0</inkml:trace>
  <inkml:trace contextRef="#ctx0" brushRef="#br0" timeOffset="377">290 108 7327,'9'0'-81,"-3"1"234,-6 4 1,0 4 276,0 6 1,0 0-226,0 0 1,5 2-49,1 4 0,0-4-182,-1 3 0,-3 2 102,3-2 1,-3 6-160,-2-6-76,0 0 299,0-4 50,0-1-166,0 0 0,-7-7-38,-3-2 1,-4-5-4,-1-1 1,0-1-110,0-5 0,-1-2-73,1-7 0,-5-6 67,0 1 0,4-7-98,6 2 1,5-6 50,-5-4 1,7 2 78,-3-2 1,6 4 34,6 6 0,2 3 91,7 7 0,1 1-19,-1 4 0,2-2 199,3 7 1,-3 0-11,3 5 1,2-5-131,-1 0 0,1 0-186,-2 5 0,-3 0 140,5 0-884,-7 0 580,0 0 1,4 2 282,-4 3 0,4-4 0,-11 6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5:39.47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914 122 7115,'0'-15'-35,"2"6"366,3 4-191,-4-3 1,8 6-41,-4-3 1,-2 3 10,8 2 0,-6 0-169,5 0 172,-7 0-29,4 7 1,-2-4-56,0 8-82,0-1 152,-5 5-215,0 0 174,0 0 1,0-4-2,0-1 1,-1-2-10,-5 2 0,3 2 0,-7-7 1,5 5-1,-5-4 1,1 0 39,-1-1-39,3-3 27,0 5-33,6-7 9,-6 0-1,7 0-59,0 0 45,7 0 1,-4 0-33,7 0 1,0 0-11,6 0 1,-1 0-7,0 0 0,0 0-9,1 0 1,-6 0-513,0 0 313,0 0 1,5 0 10,1 0-842,-1 7 486,0-6 563,-6 6 0,4-7 0,-4 0 0</inkml:trace>
  <inkml:trace contextRef="#ctx0" brushRef="#br0" timeOffset="623">1219 76 6755,'8'0'1343,"-1"0"-1192,-7 0 0,7 0-18,-6 7 1,8 2 19,-4 6 0,2 0-57,3 0 0,-2 2-103,-3 3 1,-1-3 12,6 4 123,-7-4-34,4-2 0,-2 0-69,0 0 81,0 1 66,-5-8-56,0-1 0,-1-2-15,-4 0-145,-4 0 0,-1-5-13,0 0-134,0 0 1,-6-7-8,1-3 1,5-3 141,0-3 1,0-1-499,-6-3 256,8 3 85,-6-12 0,13 11-96,-4-8 0,3 3 155,2-3 0,0 4 297,0 7-202,7 0 0,1 1 163,7 4 0,-4-2 35,-1 7-38,0 0-126,-2 5 1,6 0 121,-4 0 40,4 0-302,1 0-118,0 0 1,0 0 157,1 0 124,-8 0 0,12 7 0,-3 1 0</inkml:trace>
  <inkml:trace contextRef="#ctx0" brushRef="#br0" timeOffset="1307">15 122 7801,'-8'0'-12,"1"0"79,7-7 30,7 6 1,-4-6 30,7 7 1,1 0 49,4 0-112,0 0 1,2 1-110,3 5 106,-3-5 1,5 8-18,-7-4 0,1-4-111,-1 5 0,-5 0 94,0-1 0,-6 2-151,1-2 57,-4-3 1,-7 10 81,-5-7 1,-2 2-80,-2-2 74,-1-4-79,1 13 9,0-12 13,0 4-2,6 1-46,2-5 40,7 5 0,2-7 3,3 0 23,4 0 1,6 0 32,0 0-25,0 0 0,-4 0 229,-1 0-234,-7 6 79,11-4 196,-6 12-91,1-6 65,-3 7 0,-7 1-193,-4-1 0,-4-5 93,-6 0-226,0 0 160,-1 5-179,1-6 0,5 3-594,0-7 2,6 0-249,-2-5 961,6 0 0,6-7 0,3-1 0</inkml:trace>
  <inkml:trace contextRef="#ctx0" brushRef="#br0" timeOffset="1689">411 76 7719,'-8'2'394,"3"3"-28,3-3-203,2 11 0,5-4-33,0 6-102,0 0 121,2 0 0,-3 1-90,6-1 1,-7 2 50,2 3 0,2-3-118,-2 3 1,2-3 83,-2-1-32,-3-1 0,4 0 42,-6 0 1,-1-6 0,-4-4 1,1-2-185,-6 2 1,0-3 108,-5 3 1,-1-3-98,1-2-43,-7 0 6,5 0 0,-6-7-204,2-3 0,4-5 38,-3-6-168,3-2 238,2-8 0,1 1 39,4-1 0,3 6 48,7-1 0,0 8 277,0-3-103,7 11-69,2-3 1,6 9-111,0-6 1,2 7 187,3-2 1,-1 1 214,6-1 0,-4 4-216,4-4 0,0 3-114,6 2 1,1-5 130,4 0-68,-4 0 0,5-2 0,-7-2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5:38.32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47 8036,'0'-9'-201,"0"2"372,0 7 48,0 0 109,0-6-128,0 4 8,0-5 1,0 7 572,0 0-556,0 7 0,0 1-53,0 8 0,0-1 19,0 0 0,0 2-94,0 3-105,0-3 136,0 12 1,0-10-210,0 6 46,0-6 0,0 9-677,7-11 521,-6 12 0,6-12-35,-7 3 0,5 2-88,0-1 0,5-1-136,-5-5 0,7-6-829,-2-4 1279,-3-4 0,7-1 0,-6 0 0</inkml:trace>
  <inkml:trace contextRef="#ctx0" brushRef="#br0" timeOffset="467">260 108 8305,'1'10'870,"5"0"-527,-5 0-165,6 12-199,-7-5 52,7 5 1,-6-2 159,5 1 1,-5-1-22,-1-5 1,5 0-128,0 1-387,0-1 168,-5 0 239,0-6-18,-6-3 1,2-6-151,-6 0-54,0 0 208,-5 0-375,0-6 207,6 4 0,-4-17 84,2 4 0,3-5 37,-2-1 1,5-2-210,-5-8 1,6 1-316,-1-1 1,3 3 475,2 2-98,7 4 43,-5 7 1,11 1 251,-2 4-71,2-3 0,2 11 405,1-12-349,6 13 0,-6-6 156,5 7-199,-4 0 1,-2 5-82,0 0 1,0 5 28,1-5 1,-1 2-844,0-2 367,0-3 224,-6 11 211,4-11 0,-4 5 0,6-7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5:48.78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15 654 7965,'0'-23'819,"-1"6"487,-4 6-719,3 8-369,-5-4 0,7 21 174,0 6 1,5 7-152,0 4-125,0-1 0,0 7 1,2 2-67,2 0 0,-6 0 126,2-3 0,2-9 57,-2 3 0,5-9-164,-5-1-625,0-10 861,-5 4 1,0-14-69,0 0 1,-5-7-297,0-8 1,-2-7-120,2-4 0,4-8-265,-4-1 1,3-13 83,2 3 1,7-6-194,3 0 0,3 11 291,3-1 1,4 9 89,0 6 1,0 4-206,-4 7 1,-1 7 78,0 3 1,0 5 376,1 5 1,-6 3 86,0 7 0,-7 6 137,2-1 0,-3 5-124,-2-4 1,-7 6 47,-3-2 1,-3 4-76,-3 1 1,-4-1-38,0-3 0,5-4-399,4-7 0,6-2 21,-5-3-522,7 4 0,-2-12 118,10 3 0,3-10 666,7-5 0,14-4 0,3-1 0</inkml:trace>
  <inkml:trace contextRef="#ctx0" brushRef="#br0" timeOffset="233">716 319 7965,'0'-24'1010,"0"2"-639,0 14 0,-7 8 219,-3 10 0,2 12 408,-2 9-633,-1-1 0,-4 21-77,0 0 1,5 1-52,0 4 1,1-2-75,-1 2 0,3 1-126,7-6 1,0 3-259,0-8 1,2 1 247,3-11 0,3-5-799,8-6 0,-1-6-39,0 1 1,5-5-338,1-5 0,-1-3 1148,-5-7 0,7 0 0,2 0 0</inkml:trace>
  <inkml:trace contextRef="#ctx0" brushRef="#br0" timeOffset="730">975 624 7949,'-15'-15'760,"0"-1"3,-1 1-43,8 7 69,1-6-526,7 12-28,0-4 0,2 6-306,3 0 1,3 0-45,8 0 1,-1 0-62,0 0 0,0 5 60,1 0 0,0 7-204,5-2 1,-9 2 140,3-2 0,-5 3 22,0-3 0,2 4 124,-7 1 1,0 6-57,-5-1 1,-2 0 214,-3-5 1,2 1 79,-7-1 1,-2-5 134,-8 0 1,4-5-170,1 5 1,0-6 285,5 1-362,-4-3-322,-1-2-229,7 0 343,8 0 0,8 0-193,7 0 0,1 1 66,-1 4 1,0-3-34,0 3 1,6 2 74,-1-2 223,0 7 0,-6-4-74,-4 7 1,2 1 194,-7-1 0,0-5 64,-5 0 1,-2 0-98,-3 6 1,-3-1 365,-8 0 0,-1-5-184,-3 0 1,3 1-135,-3 4 1,3-5-181,2 0-481,0-6-217,-1 2-52,8-6 1,3-1 478,10-4 0,3-4-72,8-6 361,6-7 0,1-2 0,8-6 0</inkml:trace>
  <inkml:trace contextRef="#ctx0" brushRef="#br0" timeOffset="966">1295 791 7949,'10'-8'-197,"0"3"197,-6 3 0,2 4 0,-6 3 0,0 3 1009,0 8 1,0-1-403,0 0 1,0 0-268,0 0 0,2-4-178,3-1 1,4-7-104,6 2 0,5-3 84,0-2 0,8-2-155,-3-3 0,-3-5 195,-2-10 0,-3 3-28,-2-4 1,-1-1-456,-4 2 1,-3-2 107,-7 2 0,-7 3 32,-3-3 1,-5 4 73,-6 6 1,3 3 34,-8 7 0,1 0-9,-5 0 0,6 12-77,4 4 1,3 2-374,1-3 1,3 6 201,3-1 1,3 2-265,7-2 0,2-3 572,3 4 0,3-5 0,7 0 0</inkml:trace>
  <inkml:trace contextRef="#ctx0" brushRef="#br0" timeOffset="1272">2224 532 7894,'-8'-6'444,"-6"4"1,11-5-315,-7 7-131,-1 0 1,0 7 159,-5 3 0,4 5 294,-8 6 0,-2-3-275,2 8 1,-6-1-64,6 5 0,-2 1-98,2-1 0,8-4 75,-3-1 0,5-6 109,-1 1 0,0-8 246,6-2 317,-1 0-528,6 5 0,7-4 68,3-1 0,4-5-165,1 5 0,5-5-111,1 5 0,4-5-522,-5 5 0,8-4 309,-3 4 0,-1-7-443,1 2 1,-5 2 101,6-2 526,-8 0 0,11 2 0,-5 1 0</inkml:trace>
  <inkml:trace contextRef="#ctx0" brushRef="#br0" timeOffset="1832">2620 548 7948,'-13'-11'392,"2"1"9,5 7 635,6-4-645,0 0-129,0 6 81,6-6-163,3 7-45,-1 7 0,6 1 45,-4 7 0,4 6-16,1-1 0,2 2-14,3-2 0,-3 4-44,3 6 0,2-4-120,-1-1 1,-1-4 68,-5 4 1,0-1-143,1 1 1,-1 2-63,0-7 1,0 1 81,1-6 1,-3 0 94,-3 0 0,2-4-307,-7-1 0,2-7-1000,-2 2 370,-3-3 237,5-2 0,-7-7 118,0-3 554,0-4 0,6-8 0,3-1 0</inkml:trace>
  <inkml:trace contextRef="#ctx0" brushRef="#br0" timeOffset="1997">3031 487 8288,'-15'1'1158,"0"4"1,-7 11-890,-3 9 1,-4 4 64,-2 1 1,1 1 102,-1-1 0,1 1-374,-1-1 0,6 6-266,0-1 0,8-4-199,2-6 0,1-1-502,9 1 0,0 2-1219,5-6 2123,7-1 0,8-5 0,9 0 0</inkml:trace>
  <inkml:trace contextRef="#ctx0" brushRef="#br0" timeOffset="2330">3656 411 7937,'0'-9'1070,"0"2"0,0 9-762,0 3 1,-7 4-23,-3 6 0,-3 2-71,-3 3 0,-1-1-65,-3 6 1,-4 5-67,-6 6 0,4 0-131,1-6 1,0 0 85,-6 1 0,8-7-96,2-4 0,9-3 335,2-2 0,7-5 2,-2 0 23,3-6-197,2 3-17,0-1 1,7-4 29,3 3 1,5-3-46,6-2 1,-3 0-58,8 0 1,-6 0-23,5 0 0,-4 0-228,4 0 0,-5 5-492,6 0 0,-8 0 372,3-5 0,-4 5-677,-2 0 1,0 5 274,0-5 1,-5 6-291,1-6 1045,-8 6 0,10-2 0,-4 6 0</inkml:trace>
  <inkml:trace contextRef="#ctx0" brushRef="#br0" timeOffset="3042">4082 487 8141,'-6'-16'707,"4"6"-379,-3 0 373,3 7-194,-5-4-240,6 7-103,-13 0 0,11 0 17,-7 0 1,5 2 27,-6 3 0,8-2-46,-2 7 0,-2 0-113,2 6 1,0-1-30,5 0 0,0 2 19,0 3 0,2-3-129,3 4 0,3-4 31,8-2 0,4 0-51,0 0 1,7 0 122,-1 1 0,-4-1-12,-2 0 0,2 0-28,-2 1 0,-1-1-255,-9 0 185,4 0 84,-13 1 1,4-3 94,-10-3-134,-3-3 0,-14-2 0,-4 0-237,-2-1 1,-5-3 93,-2-1 0,3 0-159,-4 0 0,4-1-56,2-5 0,1-4-345,3-10 0,6-4 754,10-6 0,-4-1 0,6 1 0</inkml:trace>
  <inkml:trace contextRef="#ctx0" brushRef="#br0" timeOffset="3375">4006 471 7924,'16'0'89,"-1"-5"119,0 0 1,0-1-55,0 0 1,1 5-166,-1-4 0,2-2-25,3 2 1,-3 0 99,3 5 1,-1 0 67,1 0 0,-3 0-21,4 0 0,-5 0 12,0 0 0,-1 1-42,0 5 0,-6 2-46,-4 7 1,2 2 146,-2 3 0,0-1-65,-5 6 1,0 1 121,0 4 0,-5-4-75,0-1 1,-1-1-51,6 1 1,0 2-33,0-6 1,0-1 20,0-5 0,2-5-27,3 0 0,4-6-147,6 1 0,5-5-19,1-5 1,4 0 35,-5-11 0,6 5-261,-6-10 0,-1-1 48,-9 2 0,-4-5-69,-6 4 1,0-4 122,0 5 0,-8-6-23,-7 6 0,-4 1 154,-11 9 1,3-2-16,-9 7 1,6 0 126,4 5 1,-1 2-95,7 3 0,-1-2-355,6 7 0,7-4-34,3 4 0,3-5 453,2 5 0,7-7 0,1 4 0</inkml:trace>
  <inkml:trace contextRef="#ctx0" brushRef="#br0" timeOffset="3616">4585 60 7924,'0'-24'829,"0"9"-379,0 2 0,2 11-138,3-3 0,3 10 100,8 5 0,1 12-1,3 9 1,-2 1-152,8 8 0,-1 1-41,6 5 0,-1-1 27,1 1 1,-3 7-249,-2 2 0,-4 5-291,-7 1 1,-1-2-319,-4-3 1,2-4 356,-7-6 0,-2-6 59,-8 1 0,-4-12-29,-6 1 0,-2-4-47,-3-1 0,-4 2 95,-6-6 1,-6-1 175,1-5 0,-8 0 0,5 1 0</inkml:trace>
  <inkml:trace contextRef="#ctx0" brushRef="#br0" timeOffset="3985">5362 639 8161,'0'-8'3013,"0"-6"-2307,0 12-227,0-4-345,7 6 0,1 0-122,7 0 0,1 0-347,-1 0 278,0 0 1,0 0-1,2 0-818,4 0 1,-4 0 93,3 0 0,-3 1-260,-2 4 0,-5-3 1041,0 3 0,0 4 0,6-1 0</inkml:trace>
  <inkml:trace contextRef="#ctx0" brushRef="#br0" timeOffset="4133">5392 776 7863,'-8'0'824,"1"0"196,7 0 0,2 0-674,3 0 1,3 0-138,8 0 0,1 0-441,3 0 0,-1 0-283,6 0 0,0 0-571,6 0 1,-2 0 1085,-4 0 0,4 0 0,-6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5:58.22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59 183 9290,'-8'2'-203,"3"3"0,3 5 154,2 11 1,0-5 57,0 5 1,0-4-126,0-2 0,0 0-209,0 0 1,7 1 6,3-1 1,-2-7 128,3-3 0,-1-3-500,5-2 689,-6 0 0,4-7 0,-4-1 0</inkml:trace>
  <inkml:trace contextRef="#ctx0" brushRef="#br0" timeOffset="368">14 16 7397,'-9'-9'-660,"4"3"352,10 6 1,4 0 295,6 0 0,5 0 179,0 0 1,8 1-78,-3 4 1,4-3-103,1 3 0,-1-3 56,-4-2 1,-1 0-16,-4 0 1,-4 1 4,-1 5 0,-2-3 23,-8 7 0,-1-5 117,-9 5 0,1-1-68,-6 1 1,-5 3 127,-5-2 0,-2 2-35,1 2 0,4-4-11,-3-1 62,3 0-178,2 5-192,7 0 0,8-1 88,10-4 1,10 2-144,5-7 0,4 5 49,2-5 0,4 5-110,1-5 1,4 2 78,-4-2 1,-2 2 68,-9 3 1,2 2 130,-7-7 1,-4 5 92,-6-5 147,-7 7 1,-3-5-57,-10 3 1,-5 2 132,-5-7 0,-4 5-222,-7-5 0,1 0-44,-1-5 0,6 5-126,0 0 0,6 1 125,-1-6 1,5 1-94,4 4 0,-2-3 0,4 5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5:57.14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214 31 8018,'-10'-9'0,"2"2"-133,1 1 206,-5 4 503,10-5-230,-11 7-139,11 0 1,-6 0 196,3 0 1,1 2-79,-6 3 0,5 5 81,-5 10 0,5 9-158,-5 7 1,-1 13-29,-4 2 1,0 6 62,0 4 1,1 2 33,4 3 0,-2-9-388,7 4 1,0-5 118,5 0 1,0-5-725,0-11 304,7-2 259,1-8-928,14 0 714,-5-6 0,12-2 125,-4-7 0,-1-6-42,1-4 1,1-3-29,4-2 271,-6-7 0,5-8 0,-6-9 0</inkml:trace>
  <inkml:trace contextRef="#ctx0" brushRef="#br0" timeOffset="718">458 335 8042,'-15'-15'429,"1"0"0,2 1-305,2 4 0,5-2-179,-5 7 1,7-2 557,-3 2 246,5 4 1,2-6-750,5 7 1,4 0-3,10 0 0,-1 0-155,6 0 1,-5 8-33,6 8 0,-3-1-36,3 5 1,-1 4 182,-10 1 1,4-1-16,-9 1 1,-3-4-42,-2 4 1,-3-5-7,-2 6 1,-7-8 438,-3 3 1,-4-10-166,-1 0 0,0-6 239,0 5 0,-2-7-67,-4 2 0,4-3-161,-3-2 0,8-2-8,2-3 1,7 2 33,-2-7 0,3 5-274,2-6 1,0 6-383,0-5 1,7 7-138,3-2 1,8 3 299,3 2 0,1 0-21,-2 0 1,-1 0 194,6 0 0,-6 0 41,1 0 0,-3 7-112,-2 3 0,0-2 11,1 3 0,-8-1 205,-3 5 1,2 0 286,-2 0 0,0 1 172,-5-1 0,0 0-218,0 0 0,-7 1 157,-3-1 0,-3 0-75,-3 0 1,1 1-138,0-1 1,0-5-12,-1 0 1,6-5 247,0 5-452,0-6-623,-5 3-164,6-7 0,3-2 421,6-3 1,1-4-359,4-6 1,4 0 223,6 0 1,0-1 18,0 1 1,2 5 157,4 0 0,-4 1 88,3-1 0,-3-3 36,-2 2 231,0 5 0,1-6 265,-1 7 1,-5-2-184,0 2 387,-6 3 1,4-5-138,-3 7 1,-3 2 29,3 3 1,-3 4-123,-2 6 0,5 0-6,0 0 0,1 1-156,0-1 0,-3-5 33,7 0 1,0-5-139,5 5 1,6-6 82,-1 1 1,7-10-93,-1-5 0,-4-1-1,-2-4 0,-3 3-108,-2-8 0,-7-2 139,-2 2 1,-5-6-28,-1 6 1,-7-2 36,-3 2 0,-10 8-1,-5-3 1,1 10-167,-1 0 1,1 3 77,-2 2 0,-1 7-429,7 3 1,0 5-152,5 5 1,6 2 628,4 4 0,-3 2 0,-1-4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5:54.88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153 351 7937,'8'-29'162,"-3"4"0,-3 4 1,-2 4 248,0 2 123,0 7 171,-7 1 0,-1 10-239,-7 8 1,3 7-186,-3 18 0,3 3 125,-9 6-213,5 1 0,0 1-66,1 4-63,7-3 0,-4 4 49,7-6 1,0-7-178,5-4 0,5-4 74,0-6 0,7-3-150,-2-7 1,3-6-14,3-4 1,4-3 137,0-2 1,0-4-35,-4-6 0,-1 0-39,0-10 1,-1-2-110,-4 1 1,-3-4 114,-7 5 1,0-6 34,0 6 1,-7 0 27,-3 4 1,-4 3-1,-1 3 0,-2 3 180,-3 7-196,3 0 6,-12 7 1,17 3 15,-3 10 0,5-3-232,0 3 1,3-3-302,7-2 1,2 1-17,3-1 1,5-5-300,10 0 0,2-6 861,3 1 0,11-4 0,-4-1 0</inkml:trace>
  <inkml:trace contextRef="#ctx0" brushRef="#br0" timeOffset="396">656 427 7937,'0'-15'361,"0"0"0,-7 1-24,-3 4 1,1-2 114,-1 7 1,-2 0 20,-8 5 1,3 0 16,-3 0 0,3 0-185,2 0 1,-1 7-55,1 3 0,0 0-114,0 5 1,4-3-112,1 8 1,7-3-120,-2-1 1,3 4 141,2 0 0,2 2 160,3-2 1,3-3-332,8 4 1,1 2-197,3 3 1,-3-3 156,3 3 0,-3-2-69,-2 1 1,-1-1 150,-4-4 1,2-3 56,-7 3 1,0 2 195,-5-2 1,0 1-76,0-6 0,-2-1-118,-3-4 1,-5 2 197,-10-7 1,3 0 267,-4-5 1,3 0-207,-2 0 0,3-2-127,-4-3 1,4-4-34,2-6 0,2-2-164,2-3 0,5 1-218,6-6 0,0 5 160,0-6 1,6 6 107,5-5 0,7 6-308,3-1 1,4 3-368,-5 2 1,7-1 215,-1 1 1,-4 2-107,-2 2 1,-1 0 105,1 5 1,-8-4-636,3 5 140,-3-7 987,3 11 0,0-13 0,1 6 0</inkml:trace>
  <inkml:trace contextRef="#ctx0" brushRef="#br0" timeOffset="917">1006 320 7956,'-7'-8'1830,"4"-4"-1425,-7 7 0,5 0-147,-6 5 0,1 7 8,-5 3 0,5 5 101,0 5 1,5-1-227,-6 6 1,8-6-157,-2 1 1,3 2-127,2-1 0,2-6 117,3-5 0,4-7 58,6 3 0,2-5-66,3-1 0,-3-1-122,3-5 1,-3-4 9,-2-10 1,1 1-55,-1-6 1,-7 1 113,-3-1 1,-3-9 54,-2 4 1,0-4 32,0 3 0,-5 1-19,0-1 0,-7 1 2,2-1 0,2 3 42,-3 2 0,8 4 137,-2 7 1,3 5-200,2 0 33,0 6 1,7-2-109,3 6 1,4 5 72,1 0 1,4 7 17,-4-2 1,3 3 11,-7 2 0,2 6-8,2-1 1,-1 2 37,-4-2 1,2-1-4,-7 6 0,5-4 49,-5 4 1,0 0 173,-5 6 0,0-2-65,0-4 1,-7 9-119,-3-4 1,2 4-150,-2-3 0,5-1 0,-6 1 0,6 4-108,-5 1 1,7 1-107,-2-1 1,3-4-369,2 3 1,0-3 113,0-1 0,0-6-330,0 1 1,0-8 884,0 3 0,14-5 0,3 0 0</inkml:trace>
  <inkml:trace contextRef="#ctx0" brushRef="#br0" timeOffset="1154">1387 777 7926,'0'-8'1063,"0"1"-661,0 7 357,0 7-365,0-5 0,0 11-24,0-3 1,0 4 77,0 1-365,7 0 115,1-6 1,7-4 13,0-10 1,4-4-232,-4-6 1,7-5 61,-12-1 1,6-1-74,-11 2 1,0-2 23,-5-3 0,-7-2 75,-3 6 0,-5 1 46,-6 5 0,-1 1 7,-3 4 0,-2 3-127,7 7 1,-6 2-139,6 3 0,0 4-1037,4 6 1,3 0 196,3 0 983,-4 1 0,12 6 0,-4 1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6:04.75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138 44 7925,'0'-15'508,"0"0"-267,0 6 0,-7 4 265,-3 10-373,-4 4 24,-1 13 0,0-5 175,-1 3 1,6 2-166,0-2 1,0 6-1,-5-6 1,6 0 7,4-5 1,4 1-78,1-1-170,0 0 121,0-6 1,6-3-50,4-6 0,6 0-30,4 0 0,-3 0-77,3 0 1,-1 0 94,1 0 1,-1 5 10,6 1 0,-4 0-188,4-1 1,-6 2-195,1 3 0,-8 4 252,-2-4 0,-7 4 53,2 1 0,-3-5 75,-2 0 1,-2 0-37,-3 5 0,-3 1 91,-7-1 0,-2-5-99,-4 0 0,3-6 28,-8 1 1,8-4-365,-3-1 0,-1 0-212,2 0 1,0-6-32,4-5 1,1-4 312,0-5 1,5-4 312,0-6 0,6-1 0,-1 1 0,4 1 0,1 4 0,0 1 0,0 4 0,0 8 0,0-3 0,6 4 152,4 1 59,4-3 1,6 6 184,1-3 1,1-2-150,-2 7 1,-1-2 12,6 2 1,-1 3-92,1-3 0,4 4-46,-4 1 0,-3 0 237,-1 0-168,2 0 1,-6 1-341,3 4 76,-9 4 0,-5 8 211,-6 3 0,0-3-43,0 3 0,0 2-27,0-1 0,-5 4 20,0-5 1,0 6 36,5-6 1,0 0-17,0-4 0,0-1 14,0 0 1,7-5-79,3 0 0,5-6-222,6 1 1,-4-4 7,3-1 63,4-6 124,-8-3 0,8-8 8,-4-3 0,-4 1-87,-1-6 1,-2 5-114,-7-6 0,-1 1 165,-5-6 1,-2 3-16,-3 2 0,-9-3-108,-6 4 1,0 5-152,4 5 1,1 1-196,0 9 260,0 0 54,0 12 1,4 1 62,1 7 0,7 6 100,-2-1 0,10 7 0,3-3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6:06.23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0 320 7893,'9'-8'608,"-3"2"183,-6 12 0,0 2-686,0 7 0,6 2-43,-1 4 1,0-3-14,-5 8 0,1-6 71,4 5 1,-3-6 93,3 1 1,-1-3-132,1-2 0,-4-5-454,4 1 107,-3-8 145,5 4 1,-5-14 65,3-3 0,-2-5-157,2-6 1,-1-2-127,6-8 1,-2 1 134,2-1 1,2 1-67,-7-1 0,7 2 48,-2 4 1,-1 0 92,1 9 0,-5 0 53,5 10 0,-5 1 98,5 5 10,-6 0 1,2 12 116,-6 3 0,6 9 90,-1-4 0,0 8-94,-5-3 0,1 2-101,4-2 0,-3 3-63,3-8 1,2 0-4,-2-5 0,5-4 48,-5-1 0,2-7 2,-2 2 1,-3-5-26,3-5 1,2-3 32,-2-8 0,5-4-173,-5 0 1,0-7 82,-5 1 1,2 4-127,3 2 163,-3-4 40,4 7 1,-6 0 15,0 7-63,0 7 1,2-4-14,3 7 0,-3 9 148,3 6 0,-3 2 105,-2 8 0,0 1-22,0 4 0,5-5-137,0 1 1,7-6-75,-2 5 0,3-6 34,2 1 0,1-8-6,-1-2 1,5-6 38,1 1 0,4-3-7,-5-2 1,6-7-113,-6-3 1,5-6-26,-4-4 1,-1 1 85,-5-6 0,-5 5-56,1-6 0,-8 6-195,2-5 0,-3-1 111,-2-4 0,-2 6 93,-3 4 1,2 3-20,-8 2 0,1 1-28,-5 4 0,0 3 168,-1 7 1,-4 7 424,0 3 1,0 4-305,4 1 1,1 5-27,0 0 1,1 8 165,4-3 0,3 4-142,7 1 0,2-1 4,3-4 0,4 4-8,6-3 0,5-4-46,0-2 0,8-3-1116,-3-2 0,4-7-304,1-2 1,1-5 131,-1-1 1150,1 0 0,-1-7 0,1-1 0</inkml:trace>
  <inkml:trace contextRef="#ctx0" brushRef="#br0" timeOffset="565">1006 305 7893,'-16'-9'120,"1"3"216,0 6-84,0 0 0,-6 6 169,1 4 1,0 9-168,4 1 1,1 2-26,0-1 1,1 1-90,4 3 1,-2 2-148,7-6 1,0-1-125,5-5 1,0 0 192,0 1-691,0-1 191,7-7 196,2-1 0,6-9 142,0-3 0,-5-8 5,0-8 0,0-1-102,6 2 1,-3-2-35,-3-3 0,4-4 123,-4 4 0,-3 3-113,-2 1 449,3 4 48,-6 2 86,5 7-342,-7 1 1,0 14-8,0 3 1,0-2 81,0 2 0,0 1-34,0 4 1,5 0 168,0 0 0,5 0-144,-5 1 0,5-6-190,-5 0 1,6-5 22,-6 5 0,7-6-253,-2 1 229,-4-4 15,8-1-134,-6 0 50,8-6 1,-1-1-3,0-3 0,-5-2 80,0 7 1,-4 0-9,4 5 62,-7 0 30,11 0 1,-13 6-57,4 5 1,-3 2-5,-2 2 1,0 6 149,0-1 1,0 0 485,0-4-286,0-1-231,0 0 0,2-7-83,3-2 0,-2-6-52,7-6 1,1-4-192,4-10 1,0 1 214,0-6 0,0 0 24,1-6 0,-3 2-153,-3 4 0,4 3 45,-4 7 1,-1 5 607,1-1-342,-7 8 1,4 3 35,-7 10 0,5 4-95,0 1 1,2 2-166,-2 3 0,-2-1 134,7 6-28,1-6 0,11 3 0,1-7 0</inkml:trace>
  <inkml:trace contextRef="#ctx0" brushRef="#br0" timeOffset="785">1889 320 7879,'0'-15'0,"2"1"119,3 4 0,3 3 88,7 7 0,7-5 160,4 0 1,4-2-178,6 2 1,-2 4-421,6-4 1,-7 3-198,-3 2 0,0 0-202,-4 0 0,-4 0 629,-2 0 0,4 0 0,0 0 0</inkml:trace>
  <inkml:trace contextRef="#ctx0" brushRef="#br0" timeOffset="960">2178 61 7879,'-1'22'287,"-4"3"1,1 6-1,-4 3-51,1 1 0,-3 6-124,5-6 0,-2 11-463,2-5 0,3 6 351,-3-6 0,-3 3 0,-1 2 0</inkml:trace>
  <inkml:trace contextRef="#ctx0" brushRef="#br0" timeOffset="1311">2635 61 7827,'0'-8'789,"0"3"189,0 10 1,0 8-850,0 7 0,0 8 34,0-3 0,0 9-310,0 1 0,2 1-221,3-6 0,-1 1-473,6-1 1,0 1 840,5-1 0,0 1 0,1-1 0</inkml:trace>
  <inkml:trace contextRef="#ctx0" brushRef="#br0" timeOffset="1827">3245 168 8203,'0'-16'1028,"0"8"-826,0 1 1,1 9 152,4 3 1,-1 9-96,6 6 0,-2 5-127,3-4 1,0 6-120,-5-2 1,4 4 26,-5 1 1,2-1-146,-2-4 0,-4 3 218,4-8 2,-3 0 0,-9-6-158,-3-4 0,-3-3 125,-3-7 0,-4-9-101,0-6 0,-6-2 50,6-8 0,-2-2-138,2-9 1,3-1-9,-3-4 0,9-6-134,6 6 1,4-5 201,1 11 1,6 1 23,5 9 0,4 3 182,5 6 0,4 8-18,6 3 0,-4 3-171,-1 2 0,0 0 32,6 0 1,4 5-353,1 0 1,0 7-286,-6-2 1,6-1 633,-1 1 0,7 0 0,-3 5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6:05.04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15 244 8739,'-6'9'373,"4"4"0,-5-4-163,7 6 1,0 2-193,0 3 0,5-3 93,0 3 0,7-3 0,-2-1 0,4-3-465,1-3 1,0 2-183,0-7 0,1 2-178,-1-2 0,-5-3 93,0 3 621,0-10 0,6-11 0,-1-7 0</inkml:trace>
  <inkml:trace contextRef="#ctx0" brushRef="#br0" timeOffset="358">15 0 7929,'16'9'0,"4"-2"-163,0-7 0,2 0-217,-2 0 1,4 5 317,7 0 1,-6 0 46,0-5 1,-4 5 63,4 0 1,-6 2-37,1-2 3,-3-3-4,-9 11 0,-1-9 11,-7 6 1,-7-5 155,-3 5 0,-5-5 64,-5 5 0,1-5 59,-6 5 1,6-1-83,-1 1 1,3 2-125,2-7 22,6 7-39,2-4 1,14 6 52,3-4 1,11 2-15,4-7 1,4 7-438,1-2 1,1 2-50,-1-2 0,-1 3 191,-4-2 1,2-3 81,-6 2 1,-1-1 222,-5 1 0,-6 3 2,-4-2 0,-4-3 26,-1 2 1,-6-1-154,-4 1 0,-4 2 43,-1-7 1,0 5-92,-1-5 1,-4 7-793,0-2 837,-1-3 0,6 6 0,0-4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6:02.20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1 219 7960,'0'-15'1670,"0"-1"-1386,0 8 1,0 3 4,0 10 1,0 5-105,0 10 1,0 9 0,0 8 111,0 2 1,0 2-57,0 5 1,5-6-523,0 1 1,2-2 264,-2 1 1,-2 3-1098,7-8 1,0 1 147,6-6 965,-1-6 0,0 5 0,0-6 0</inkml:trace>
  <inkml:trace contextRef="#ctx0" brushRef="#br0" timeOffset="471">488 310 8083,'2'-8'890,"3"3"-618,-3 3 0,6 2-34,-3 0 1,-2 2 146,8 3-193,-8 3-25,11 8 1,-6 6-108,7 3 1,1-1-19,-1 1 1,-5 0-97,0 6 0,-5-1 156,5 1 1,-6-1 34,1 1 0,-4-8-255,-1-2-167,-6 2 0,-8-7 426,-6-1 0,-6-7-81,6-8 1,-7 0 33,2 0 1,-4-8-44,-2-7 0,6-4 34,0-11 1,8 2-4,1-7 0,3-9-101,8-2 1,1 4 84,10 6 0,4 1-188,10 4 1,4-1 78,6 12 1,1 5 34,-1 5 0,6 6-60,-1-1 1,1 3-163,-6 2 1,4 2-346,-3 3 0,2-1 330,-7 6 0,3-2 245,1 2 0,0 4 0,1-6 0</inkml:trace>
  <inkml:trace contextRef="#ctx0" brushRef="#br0" timeOffset="1304">1539 478 7797,'0'-9'-407,"0"-4"902,0 11 0,-2-5 0,-3 7-303,-3 7 0,-9 3-2,-3 11 0,3-4-27,-4 3 1,5 2-24,0-2 42,1 0-23,7-4 0,-1-6-222,4 0 1,3-5-71,-3 5-10,4-6 182,1 2 0,6-12 12,5-5 0,2-2-223,2-2 1,1-1-247,-1 1 1,0-5 226,0 0 0,-1-1 120,-4 6 1,2 0 147,-7 0 0,5 4 11,-5 1 0,2 7 376,-2-2-422,-3 3 1,4 4-20,-6 3 0,0-2 152,0 7 1,0 1 73,0 4 0,0 0-203,0 0 0,2 1 63,3-1 1,-1 0-227,6 0 1,-7-5 52,2 1 1,4-8-142,1 2 202,-3-3 1,6-2-30,-3 0 0,-1-5-83,1 0 0,-5-9-100,5-1 0,-1 0 41,1-6 0,3 3 65,-3-3 1,-1 4-137,1-3 1,-2 3-82,3 2 179,-5 0 0,-1 5-45,1-1 274,-1 8 1,-5 3 297,0 10 0,0 4 76,0 1 0,-5 0-159,-1 0 0,-4 1-85,5-1 0,0 5 16,5 0 1,0 1-124,0-6 1,0 0-92,0 0 260,0-6-20,0 4-288,0-11 0,2 0-200,3-7 1,2-7-34,3 2 0,3-9 129,-2-1 1,2-2-351,2 2 1,1 1 151,-1-6 1,0 6-8,0-1 1,-5 4-108,1 6-23,-1-3 528,5 11 0,-1-3 97,-4 10 0,-4 3-112,-6 8 1,2-1-87,3 0 1,-3 0-7,3 1 1,2-1-93,-2 0 0,7-5-217,-2 0 0,3-1 217,3 1 1,-1-3 25,0-7 1,0 0 117,1 0 0,6-7 0,1-1 0</inkml:trace>
  <inkml:trace contextRef="#ctx0" brushRef="#br0" timeOffset="1569">2194 463 7797,'9'-16'-1548,"-3"1"1598,-6 0 923,0 0-716,0-1 1,-6 8-52,-5 3 0,-2 8 175,-2 2 0,-1 7 18,1-2 0,5 9-259,0 1 1,7 1 91,-3-6 0,5 0-306,1 0 0,1-5-37,5 1 0,2-8-37,7 2 1,2-5 140,3-5 0,-1-5 39,6-10 0,1-4-230,4-7 1,-4-1-174,-1-3 0,-1-4 174,1-7 0,2 0 132,-6 1 0,-1 4 147,-5 0 0,-1 8 231,-4-3 574,3 11-715,-11 3 0,5 17-118,-7 10 0,0 10 498,0 15 1,1 6-134,5-1 0,-3 6-128,7-5 0,0 1-142,5-2 0,1-2-1501,-1 2 1,0-3 1351,0-1 0,-6-1 0,-2 1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6:00.48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1 229 7702,'0'-10'-147,"0"0"572,0 7 215,0-11-89,0 12-388,0-4 0,1 7 46,4 4 1,-3 4 128,3 6 1,-3 5-213,-2 1 1,5 4-152,0-5 1,0 8 108,-5-3 0,0-3-152,0-2 0,0-3-165,0-2 192,0-6 0,2-2 114,3-7 0,-4-2-22,5-3 1,-5-4 26,-1-6 1,5-7-94,0-3 1,2-4-107,-2-1 1,2-6 72,3 0 0,4-4-136,-4 4 1,-2 1 64,2 4 1,-1 3 77,1 2 0,4 6-33,-4 10 1,-2 3 46,2 7 0,-5 2-9,6 3 1,-8 5 35,2 10 1,-2 4 127,3 6 1,-5 1-92,4-1 1,-3 1 126,-2-1 0,0 1-158,0-1 0,0-6 55,0-4-38,0-3 45,7-2 0,-4-6 83,7-4 0,-6-10-144,1-5 1,2-6-7,-2-4 1,6-4-36,0-6 1,-3 1-138,2 4 0,0-4 112,6 4 1,-6 3 58,0 1 0,-5 4-29,5 2-26,-6 7 1,4-4-19,-3 7 0,-3 1 69,3 9 0,-3 4 12,-2 6 1,0 0 6,0 1 0,1 4 88,4 0 1,-3 7-40,3-1 0,2-3-59,-2 3 1,5-6 90,-5 5 0,7-6-50,-2 1 0,4-8 15,1-2 0,-2-5 8,-2 6 0,2-8 1,-3 2 1,4-3-25,1-2 1,0-2 2,1-3 0,-1-4-108,0-6 0,-5-2 104,0-3 0,-5 3-215,6-3 0,-8-2 9,2 1 0,-3-6-11,-2 2 1,0 1 99,0-1 0,-7 6-108,-3-1 0,1 5 169,-1 5 1,0 3 140,-5 7 0,5 0 171,-1 0 0,1 13-109,-5 8 0,5 1 99,0 3 0,6 0-82,-1 6 0,4-2-107,1-4 1,0 2-24,0-7 1,6 1-132,5-6 1,0 0-13,0 0 0,2-1-281,-3-4 0,4-3-478,1-7 1,0 0 380,0 0 0,1-2-368,-1-3 1,0-3 286,0-8 0,1 1 523,-1 0 0,0-7 0,0-2 0</inkml:trace>
  <inkml:trace contextRef="#ctx0" brushRef="#br0" timeOffset="953">1082 229 7979,'0'-15'0,"0"0"0,-2 1 189,-3 4 0,2-3 365,-7 3 1,0 1-278,-6-1 1,6 7-67,0-3 1,0 5-139,-5 1 1,4 1 93,1 5 0,0 2-104,-5 7 1,0 6 67,-1-1 0,6 7 54,0-2 0,7-1-129,-2 1 0,3-6-203,2 1 1,0-3 65,0-2 1,2-1-51,3-4 1,-2-1-17,7-4 0,0-4 168,6 4 1,-6-8-114,0-2 0,0-7 42,5 2 0,-4-5-13,-1-6 1,-2 3 50,2-8 1,2 3-2,-7-3 1,2-1 3,-2 7 0,-3-5-1,3 4 0,-2 3 229,2 8-155,-3-4 9,5 12-42,-7-4-7,7 12 1,-4 3-13,7 6 1,-5-5-1,5 0 1,-5-1 40,6 1-6,-1 3-180,5-11 0,0 10 130,0-7 1,-4 0-13,-1-5 14,-7 0-2,11-7 0,-11 4-17,7-7 1,-6 5-20,1-5 12,3 6-2,-6-9 94,5 11 1,-7-3-71,0 10 1,0 3 176,0 8 0,0-1-42,0 0-110,0 0 1,-2 2 0,-2 2-14,-1 1-3,0 1-43,5-6-27,0-7 73,7-1 0,-4-9 1,8-3 0,-6-3-209,5-7 0,0-6-31,5 1 0,-5-7-51,1 1 1,-1-2 128,5-3 0,0-3 26,0 4 1,-1 3 106,-4 12 1,-1 1 200,-4 4 181,-4 3 0,6 14-211,-7 3 1,0 9 302,0 1 1,0 7-187,0-2 1,0 3-4,0-3 0,0 4-82,0-4 1,5-3 42,0-2 1,7 2-496,-2-1 0,4-6-712,1-5 0,0-1-1002,1 1 981,-1-4 1003,7-6 0,1-6 0,8-3 0</inkml:trace>
  <inkml:trace contextRef="#ctx0" brushRef="#br0" timeOffset="1225">2026 229 7961,'-10'-8'2824,"0"3"-1702,7 3 636,-4 2-708,7 0-1018,0 0 0,7 0-269,3 0 1,5 0-208,5 0 0,-1 0 492,6 0 0,1 0 135,4 0 1,1-5-184,-1 0 0,7 0 0,2 5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6:09.40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199 61 7888,'0'-10'319,"0"0"65,0 6-122,0-9 32,0 4 367,6 1 0,3 1-182,6 7 0,5 0-11,1 0 0,4 3-195,-5 8 0,7 0-4,-1 15 0,1-1 1,-2 6 1,-1 1-28,-4 3 0,-8 4-28,3 7 1,-9 5 26,-1 0 0,-7-1-362,-8-4 0,-2 5-138,-13 0 0,-8 4-695,-7-4 1,-6 0 505,-5-5 0,-3 5-2309,-7-1 2756,0 8 0,7-11 0,2 6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6:10.29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46 563 7884,'-10'2'0,"0"3"0,6 3 0,-4 2 742,3 0 1116,3 1-978,-5 4-558,7-7-268,0-1 0,7-19 133,3-3 0,5-12-136,6-4 1,-3-1 163,8-8 0,-8-3-26,3-7 1,-4 2-689,-2-3 0,-2 4 62,-3 1 0,-3 6 152,-7-1 1,0 9 47,0 1 339,0 1 1,-1 20-115,-5 0 0,3 8 108,-7 7 1,5 12-117,-5 13 0,1 8 32,-1 7 0,2 8 212,3 3 1,3-2-126,-3 2 1,5-9-423,5-1 0,-2-7 158,7-9 1,1-6 50,4-4 0,0-5 99,0-4 0,0-5-27,1-6 1,-1-6-63,0-5 1,-5-9-30,0-5 0,1 1 183,4-1 0,-5-1-72,0-4 1,-5 1-28,5 4 0,-5 3 20,6 6 1,-6 3 46,5 3-63,-7 3 1,6 7-4,-4 0 1,-4 7-9,5 3 0,0 8 1,-1 3 1,2-1-61,-2-5 1,2 1-203,3-1 0,4-5-359,-4 0 0,-2-6 277,2 1 1,1-4 398,4-1 0,0-6 0,0-3 0</inkml:trace>
  <inkml:trace contextRef="#ctx0" brushRef="#br0" timeOffset="167">655 45 7884,'9'-8'984,"4"1"-769,-4 7 0,6 12-17,0 3 0,-5 12 27,0 3 0,-4 1 436,4 4 0,-7 3-69,2-3 1,-3 7-485,-2-1 1,0 3 47,0 2 1,-5 0-979,0-1 0,-7 1 565,2 0 1,-4-7 256,-1-4 0,0-3 0,-1-1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6:12.72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0 761 7965,'0'-11'816,"0"1"1,0 9-606,0 1 0,0 6 179,0 10 0,2 6 112,3 3 0,-3 4-170,3 1 0,2 1-130,-2-1 1,0-4-54,-5-1 0,5-5-148,0 6 0,0-8 191,-5 3 1,0-10 243,0 0-337,0-8-102,0 4 0,0-14 70,0-3 1,-2-11-62,-3-4 1,4-4-180,-5-1 1,5-7-29,1-4 0,0-5-278,0-5 0,7 1 327,3-11 0,8 10 27,3-5 1,4 9-239,-5 6 1,6 11-393,-6 9 0,5 11 668,-4 5 0,4 3 87,-5 2 1,-1 9 99,-9 6 1,2 5-70,-7 6 1,0 3 172,-5-4 1,0 4-153,0 1 1,-7-1 6,-3-4 0,-8-1 347,-3-4 0,-4-8 369,5 3-686,-7-3 1,10-3-345,-4-4-679,4-3-162,9-2-868,1 0 1964,27-7 0,-1-2 0,18-6 0</inkml:trace>
  <inkml:trace contextRef="#ctx0" brushRef="#br0" timeOffset="314">990 288 7825,'-15'0'567,"0"0"0,5 2 271,0 3-518,-1 10 0,1 16-9,0 9 0,0 6-105,-5 5 1,0 1 375,-1 4 0,6 2-180,0-7 0,5 4-318,-5-4 0,6 0 79,-1-5 0,5-2-393,5-4 1,4-2-157,6-8 1,0-1-449,1-4 0,0-3 579,5-7 0,2-1-125,8-4 380,-1-3 0,8-21 0,1-3 0</inkml:trace>
  <inkml:trace contextRef="#ctx0" brushRef="#br0" timeOffset="1065">1173 669 7903,'0'-15'0,"-7"6"0,6-4 1018,-4 3-89,-4 3-530,8-7 0,-6 11-35,7-7 0,0 5 192,0-5-373,0 6 0,1-2-67,5 6 0,2 0-185,7 0 0,2 1 242,3 4 1,-3 9 56,4 6 0,-4 9-529,-2 1 1,-2 1-5,-2 4 1,0 3 191,-6-3 1,1 6-69,-6-6 1,0 1 44,0-6 1,-7-1 268,-3-3 0,-6 1 226,-4-7 1,3-5-226,-3-5 0,-2-6-105,2 1 1,-1-4 360,6-1 0,5-6 248,0-4-564,6-4 1,-2-6-118,6-1 1,1-1-800,4 2 1,4 3 320,6-3 0,5 3-153,1 2 1,4-1 279,-5 1 0,6 2 18,-6 2 0,5-2 92,-4 3 0,4 1 154,-5-1-332,1 7 347,-6-4 629,0 7 1,-6 2-166,-4 3 0,-4 3 151,-1 7 1,5 1-282,1-1 1,0 5-4,-1 1 0,2-1-55,3-5 0,4 0-136,-4 1 1,4-8-82,1-3 1,0-3 78,0-2 1,0 0 38,1 0 1,-1-7 2,0-3 1,-5-4 2,0-1 1,-6-2-43,1-3 1,-3 1-1,-2-6 1,0 5 153,0-6 1,-7 8-89,-3-3 1,-4 4-134,-1 2 0,-2 2 73,-3 2 0,3 5-79,-4 6 0,6 1-296,5 4-136,-3 4 1,11 6 293,-3 0 0,3 1-85,2-1 268,7 0 0,1 0 0,8 0 0</inkml:trace>
  <inkml:trace contextRef="#ctx0" brushRef="#br0" timeOffset="1383">2392 410 7788,'-7'-23'1109,"-1"7"-660,-8 10 0,6 7 30,0 4 0,-5 4-152,-6 6 1,1 5-110,5 1 1,-5 11-10,-1-2 1,1 4-14,5-3 1,-6 4 21,1 1 0,0-3 0,5-7 1,1 3-210,4-4 0,-2-3-159,7-2 367,0-3-79,5-2 0,7-1-100,3-4 1,3-1-52,3-4 0,1-4-86,3 4 1,-2-3 143,8-2 0,-1 5 34,6 0 0,-3 0-831,-2-5 0,3 0 313,-4 0 0,4 0 439,1 0 0,1 7 0,-1 2 0</inkml:trace>
  <inkml:trace contextRef="#ctx0" brushRef="#br0" timeOffset="1650">2605 593 7792,'-7'-15'0,"6"5"43,-4-1 0,3 6 484,2-5-319,0 7 0,0-6 255,0 4 1,7 4-119,3-4 1,5 5-229,5 5 1,-1 5 38,6 10 0,1-3-122,4 3 0,-4 2 149,-1-1 1,0 4-1,6-5 1,-2 7-315,-4-1 1,4-4-51,-4-2 0,-3 2-301,-2-2 1,-3 1 249,-1-6 0,-1-5 131,0 0 0,-5-5-651,0 6-930,-6-8 1682,9 4 0,-11-14 0,5-2 0</inkml:trace>
  <inkml:trace contextRef="#ctx0" brushRef="#br0" timeOffset="1822">3138 486 7792,'-15'0'723,"0"7"-5,0 3 0,-7 11-256,-4 4 1,-8 4-194,-1 1 1,-1 1-84,6-1 1,1 1-13,4-1 0,-3 1 44,8-1 1,2 0-1,7 1 1,5-6-1538,6 1 1319,0-8 0,6 4 0,3-6 0</inkml:trace>
  <inkml:trace contextRef="#ctx0" brushRef="#br0" timeOffset="2164">3687 380 7828,'0'-9'1893,"0"3"1,-7 12-1613,-3 4 1,-4 6 824,-1 4-702,0 4 1,-7 6-34,-4 1 0,3-1-148,-3 1 0,8-1-170,-3 0 1,4-1-28,2-3 0,2-4-138,2-7 1,5 0 76,6 0 1,0-5 124,0 1 0,0-6 12,0 5 0,6-7-19,5 2 0,2 2-21,2-2 1,2 5-14,4-5 1,1 6-27,3-6 0,2 1-222,-7-1 1,6-1-690,-6 6 1,2-5-5,-2 5 1,-3-6-419,4 1 0,-10 2 502,0-2 808,-1 0 0,-2 1 0,-1 3 0</inkml:trace>
  <inkml:trace contextRef="#ctx0" brushRef="#br0" timeOffset="2802">3976 166 7837,'0'-23'541,"0"2"1395,0 5-1321,0 7-150,0 2 0,5 26 17,0 6 0,0 19-125,-5 2 1,-1 10-148,-5 0 1,5 1 60,-4-1 1,3-2-26,2-3 0,7-10-344,3-1 0,3-8-88,3-6 1,-1-6-44,0-10 0,5 2 109,1-7 0,-1-1-49,-5-9 1,-1-6 108,-4-9 1,2-2-5,-7-3 0,0-4-35,-5 4 1,-2-4-66,-3-2 0,-3-3-209,-7 4 0,-1-2-301,1 12 841,0 6 0,0 2-12,-1 7 0,3 7-172,3 8 1,3 5-37,7 5 0,0-1 38,0 6 1,0-6-31,0 1 0,8 2-38,8-1 1,1-1-915,8-5 1,-1 0 996,1 1 0,11-1 0,-4 0 0</inkml:trace>
  <inkml:trace contextRef="#ctx0" brushRef="#br0" timeOffset="3181">4509 380 8869,'-15'8'494,"0"7"1,-1 7 709,1 9 1,2-1-664,3 1 0,-2-2-172,7-4 0,1 2-447,9-7 1,4-1-39,6-9 0,7 2 4,3-7 1,4 0-75,2-5 0,-1-7-295,1-3 1,-8-8 274,-2-3 1,-5-1-112,0 2 0,-8-4 46,-3-6 0,-5 1 47,-5 4 0,-5-2 253,-10 6 0,-4 1 112,-6 5 1,4 6 118,1 4 0,1 4-216,-1 1 0,3 6-78,6 4 0,3 9 57,3 1 1,3 1 49,7-6 0,0 5-753,0 1 1,7-3-1121,3-8 1800,3 4 0,9-6 0,2 8 0</inkml:trace>
  <inkml:trace contextRef="#ctx0" brushRef="#br0" timeOffset="3422">4768 75 7837,'0'-20'837,"0"-1"1,5 6-247,0 5 0,7 7-250,-2-2 0,4 15 197,1 5 0,0 10-105,0 1 0,6 9-46,-1 6 1,5 3-161,-4 2 0,1-1-119,-2 1 1,-3 0-75,3-1 0,-8 3-220,-2 3 0,-6-9 163,1 4 1,-4-9-89,-1 3 0,-6-7-273,-4-3 0,-9-1 114,-1-9 0,-9 2-829,-2-2 0,1-1 90,-6 7 1009,-3-8 0,7 11 0,-5-5 0</inkml:trace>
  <inkml:trace contextRef="#ctx0" brushRef="#br0" timeOffset="3924">5575 486 7793,'0'-15'693,"-5"5"0,0 0 1322,2-2-1050,1 5 414,2 0-977,0 7-196,7 0-52,1 0 1,8 0-171,-1 0 1,2 6-289,3-1 0,-1 1-327,6-1 0,-1-3 334,1 3 0,2 2-303,-6-2 0,-1 0 182,-5-5 418,0 0 0,1 7 0,-1 1 0</inkml:trace>
  <inkml:trace contextRef="#ctx0" brushRef="#br0" timeOffset="4080">5575 593 7793,'-23'0'1077,"2"0"-625,4 7 0,7-6 693,0 5-576,7-5 121,-4-1-210,7 7 1,8-5-308,8 3 1,1-4-173,8-1 0,0 0 189,6 0 1,4 0 15,1 0 0,1-1 0,-1-4 0,-4 1 155,3-6-361,-2 7 0,4-11 0,2 6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6:23.07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215 47 7796,'0'-16'906,"0"8"-192,0-6 48,0 12-382,-7-4 0,-2 6-190,-6 0-35,0 6 0,0 5 83,-1 9 1,1 5 25,0 11 0,-1 0 55,1 10 0,0 3 169,0 12 1,1 5-104,4 0 0,-2 2-179,7-2 0,0-3-128,5 3 0,0-5-58,0-5 0,1-5-196,5-10 1,2 2-211,7-8 1,6 1-535,-1-6 1,7-6 62,-1-4 0,3 1 857,1-6 0,7 4 0,2-11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6:20.91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474 291 8275,'0'-15'1231,"0"5"-1084,0-1 1,0 6 24,0-5-82,0 0 0,-7-5 10,-3-1 1,-1 3 92,-4 3 1,2-4 163,-13 4 0,1 3-60,-6 2 0,-1 3 178,-4 2 1,-1 12-198,-4 4 1,2 9-32,3 0 0,9-1-205,-3 2 0,11-3 116,4 3 0,1 1-300,9-7 60,0 8 1,12-11-32,3 3 1,9-10-54,1-5 0,7-3-187,-1-2 1,8-7 117,1-3 0,1-4-28,-6-1 1,1-5 36,-1-1 1,-1-4-42,-3 4 1,-4 3 555,-7 8 314,-6-4-103,-3 12 1,-6 2-144,0 11 0,-6 4 140,-5 5 1,-2 9-177,-2 7 0,1 4-68,4-4 0,-2 5-147,7-6 0,0 6-244,5-5 0,0-1-622,0-4 0,0-6 195,0 1 0,1-7-160,5 1 1,-3-8-382,7-2 272,0-7 0,6 4 368,-1-7 0,-5-2-15,0-3 1,0-5 480,6-10 0,-1-4 0,0-6 0</inkml:trace>
  <inkml:trace contextRef="#ctx0" brushRef="#br0" timeOffset="300">703 276 7824,'0'-9'3037,"0"3"-2597,0 6 1,-5 6 87,-1 5 0,1 4 40,5 5 1,-1-1-213,-4 6 1,3-1-39,-3 2 0,3 2-50,2-2 0,5 1-59,0-2 0,7 4-176,-2-3 1,4-2 31,1 1 1,0-5-136,1 6 1,-3-8 114,-3 3 1,2-4-130,-7-2 0,6 0 76,-6 1 0,0-1 6,-5 0 0,-2 0-99,-3 1 1,-3-3 113,-8-3 1,-1 4-185,-3-4 1,3-1-160,-3 1 0,-2-7-208,1 2 1,-1 2-72,2-2 1,3 0-398,-4-5 1,4 0 410,2 0 0,5-1-55,0-4 0,6-4 650,-1-6 0,-3-7 0,-1-2 0</inkml:trace>
  <inkml:trace contextRef="#ctx0" brushRef="#br0" timeOffset="733">687 352 7824,'-6'-8'0,"4"-6"1973,-5 12-557,7-11-445,0 11 1,2-5-488,3 7 1,3 0-509,8 0 1,-1 0-268,0 0 1,2 0-303,4 0 0,-3 5 6,8 1 0,-8 0-747,3-1 1,1-3 1333,-2 3 0,7 4 0,-3-1 0</inkml:trace>
  <inkml:trace contextRef="#ctx0" brushRef="#br0" timeOffset="1205">1100 199 7804,'-9'0'2249,"-3"2"-1854,7 3 0,-5 4-194,5 6 1,-5 0 29,5 1 0,0 1-24,5 3 1,0-3-351,0 3 1,1-3 6,4-2 0,4-6-205,6-4 0,1-3 198,-1-2 0,0 0-9,0 0 1,-4-2-2,-1-3 1,-2-4-14,2-6 0,-3-5 124,-7-1 1,0-6-59,0 2 0,-2-2 201,-3 1 0,2-3-37,-7 4 0,5 1 75,-5-1 0,6 1 3,-1-1 256,3 2-324,2 8-74,0 7 1,7 1-84,3 7 1,4 0 85,1 0 1,2 2-162,3 3 0,-3 1 87,4 5 1,-4 2 185,-2-3 0,0 6 24,1 4 1,-8-1 255,-3 6 1,-1-3-66,1 9 0,-4-2 140,4 11 1,-8 1-161,-2 5 1,-7 0 53,2 0 1,-4 5-288,-1-1 1,5 6-203,0-5 1,1 0-369,-1-5 1,3 0-29,7 0 0,0-7-604,0-4 1,0-7 409,0-3 0,7-11-191,3 1 1,9-10 202,1 0 703,1-10 0,1-17 0,1-10 0</inkml:trace>
  <inkml:trace contextRef="#ctx0" brushRef="#br0" timeOffset="1408">1497 704 7804,'0'-24'2074,"0"8"-1506,0 10 1,0 7-197,0 4 1,0-1-10,0 6 1,0 0-176,0 6 1,0-6-224,0 0 1,7-7 153,3 2 0,3-3-5,3-2 0,-1-2 23,0-3 0,1-3-145,-1-7 0,-2-2 90,-2-4 1,-5 4-59,-6-3 1,-1-2-112,-4 1 0,-6 1-125,-9 5 0,1 5-267,-6-1 1,5 8 1,-6-2 1,6 3-432,-6 2 0,6 7 908,-6 3 0,1 11 0,-6 2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6:26.48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46 106 7550,'0'-8'860,"0"-6"-682,0 4 1,0 1-40,0-1 0,5 5-136,0-5 0,6 5 172,-6-5-175,7 6 0,-4-4 25,7 3 6,1 3 0,-1-3 55,0 10 0,-1 3-18,-4 8 1,4-1-12,-4 0 1,-2 6-4,2-1 0,-6 7-44,1-1 0,-3 1 52,-2-2 1,0 4 34,0-4 0,-2-1-6,-3 2 1,-4-8-1,-6 3 0,0-4 7,-1-2 1,1-5 3,0 0 0,0-6-49,-1 1 0,1-3 10,0-2 1,0 0-16,-1 0 1,6 0 27,0 0 0,5-6-136,-5 1-46,6-7-38,-3 4 1,9-1 0,3 4 0,4 2-204,6-2 1,0 3 188,1-3 0,-1 3-111,0 2 0,0 0-64,1 0 1,-1-1 59,0-4 0,0 3 82,1-3 1,-1 3 25,0 2 1,1-2 39,-1-3 0,0 4 10,0-4 1,1-2 145,-1 2 1,-5-6-94,0 6 1,-5-5 79,6 5 1,-6-5 137,5 5 0,-7-2-70,2 2 0,-1 3 426,1-3-59,-3-3 90,4 6-172,-6-5-68,0 7 0,0 2-180,0 3 1,0-2 40,0 8 0,0-1 114,0 5 0,-5 0-130,0 1 0,0-1-96,5 0 1,0-5 64,0 0-161,7 1 1,1-3 107,8-3 0,-6-3-154,0-2 1,0 0 166,5 0 0,-1-2-25,-4-3 0,4-3-214,-4-8 0,-2-4 111,3 0 1,-8-1-33,2 6 0,-3-5 81,-2-1 1,-7 1 1,-3 5 0,-5 1 69,-6 4 1,4 3 129,-3 7 1,3 0-139,2 0 1,-1 9-23,1 6 0,7 0-260,2 6 1,5-3-146,1 3 0,7-10-1653,3 5 2019,3-4 0,9 3 0,2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6:27.30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47 7845,'0'-16'1132,"0"8"-882,0 1 1,0 6 171,0-5-84,0 5 0,2-6-183,3 7 1,-2 0-112,8 0 0,-1 0 98,5 0 0,2 0-171,3 0 1,-3 5-99,4 0 1,-3 0-402,3-5 0,-4 0 238,3 0 66,-3 0 224,-2 0 0,1 7 0,-1 1 0</inkml:trace>
  <inkml:trace contextRef="#ctx0" brushRef="#br0" timeOffset="141">0 138 10124,'15'0'-395,"8"0"-59,2 0 1,6 0-1116,4 0 1569,-3 0 0,13 0 0,-6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6:34.60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31 7781,'6'-10'818,"-1"0"-473,7 7 1,-9-4-195,7 7 23,0 0 0,6 0-460,-1 0 1,2 0-75,3 0 1,-3 2-284,4 3 1,-3-4 354,3 5 288,-11-5 0,17 6 0,-10 1 0</inkml:trace>
  <inkml:trace contextRef="#ctx0" brushRef="#br0" timeOffset="141">62 184 7781,'-7'9'1589,"-2"-2"-1003,1-7 1,1 1 223,7 4-580,0-3 1,2 6-827,3-2 1,3-5-79,8 4 0,6-3-1205,3-2 1879,11 0 0,-4-14 0,5-2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6:33.08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31 31 7841,'0'-15'760,"0"6"-195,0 3-90,-6 6 27,4 0-228,-5 0 0,6 6-13,-5 5 0,5 9-7,-4 5 0,3 4 0,2 2 1,0 4-194,0 1 0,0 6 112,0-1 1,0-3-111,0-3 0,0-3-39,0-1 0,2-7-146,3-4 0,-2-3 99,7-2 0,-5-6-97,6-4 1,-6-3 42,5-2 1,-5-2-51,5-3 1,-6-4-234,1-6 0,-2 0 159,2 0 0,-3-6-59,3 1 0,-5-6 4,-5 6 0,1-6 67,-6 6 1,5 1 110,-5 9 0,5 2 163,-5 3 1,6 5-156,-1 0 1,3 3-11,2 12 1,0-3-363,0 9 0,2-4 129,3-2 1,4 0-371,6 0 683,0 1 0,7-1 0,2 0 0</inkml:trace>
  <inkml:trace contextRef="#ctx0" brushRef="#br0" timeOffset="1226">429 199 5989,'0'-8'-115,"0"1"137,0 7 135,0-7 288,0 5-182,0-4 282,0 6 1020,0 0-1236,0 6 1,0 3 238,0 6 1,-2 7-121,-3 4 0,3-3 60,-3 3 0,3-2-307,2 1 0,2 2-220,3-6 0,2-1-171,3-5 1,4-1 244,-4-4 1,3-3-464,3-7 345,-1 0 1,0-9-18,1-6 1,-3-2-87,-3-8 1,-1-1-171,-4-4 0,-3 4 94,3 1 1,-5-1 107,-5-4 1,-4 1-31,-6 3 0,5-1-54,-1 7 10,1 6 0,0 2 98,0 7 0,7 7-17,-3 8 1,5 4-38,1 1 164,7 7 0,1 2 0,7 6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6:42.00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45 488 7943,'-16'0'878,"3"2"1,2 3 787,6 5-1359,10 4 1,-1-6-224,6-3 0,0-3-144,6-2 0,0-7 43,5-3 0,-4-9 91,3-1 0,-1-7-186,1 1 1,-3-3 7,4-1 1,-6-1-171,-5 1 1,2-1 143,-7 1 1,0 4 34,-5 1 0,0 6 364,0-1 148,0 9 1,-2 5-166,-3 6 1,4 1-95,-4 4 1,-2 11 54,2 9 0,0 4-67,5 2 1,0-4-168,0 3 0,5-8 75,0 9 1,7-11-199,-2 1 1,3-4 86,3-2 1,4-7-101,0-3 0,6-3 27,-6-2 0,6-12 92,-6-3 0,2-9-182,-2 4 0,-4-7 113,-1 1 0,-1-3 72,-9-1 0,5 4-37,-5 1 0,0 6-13,-5-1 1,0 8 364,0 2-204,0 6 1,0-1 219,0 10 1,0 4-107,0 6 0,0 0-153,0 1 1,0 4-87,0 0 0,2 6-237,3-6 0,-2 6 1,7-6 0,-1 1-284,1-6 0,4-5 93,-4 0 1,3-6-264,3 1 0,-1-4 169,0-1 0,6 0 190,-1 0 1,2-6 379,-2-5 0,-3-2 0,5-2 0</inkml:trace>
  <inkml:trace contextRef="#ctx0" brushRef="#br0" timeOffset="206">885 259 6187,'8'-7'1137,"-1"5"0,-7-6-696,0 3 333,0 3 0,2-6-291,3 3 1,-4 1 63,4-6-273,4 7 1,-1-9-28,8 7 0,-1-2-27,0 2 1,6 3 27,-1-3 1,2-2-1295,-2 2 0,-3 0-2630,4 5 3676,3 0 0,-7 0 0,5 0 0</inkml:trace>
  <inkml:trace contextRef="#ctx0" brushRef="#br0" timeOffset="609">1266 137 7882,'-6'-16'0,"-1"1"257,-3 0 1107,3 6-889,7-4 1,0 4-183,0-6 1,7 7-148,3 2 1,3 0-142,3 1 0,1-2 212,3 2 1,-1 3-123,6-3 0,-6 5-261,1 5 0,2 3 55,-1 8 1,4 4-128,-4 0 1,-3 8 190,-8-3 1,2 7 3,-7-1 0,0 8-85,-5-9 0,-6 3-135,-5-8 1,-2 2 139,-2-6 0,-6-1 192,1-5 1,0-6 566,4-4 1,6-3 279,0-2 329,6 0-897,-2 0 0,7 0 12,4 0 1,9 0-655,6 0 0,8-5-240,-3-1 0,4 1-581,1 5 0,-1-5 592,-3 0 0,3 0-263,-4 5 0,-3-5 786,-2 0 0,4-7 0,0 4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6:44.00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382 666 7978,'-8'0'-1099,"-1"0"744,4 0 338,4 0 58,-6 0 1,7-2 44,0-3 1,2 3 88,3-3-119,-4 3 0,8 2 56,-4 0 239,-3 0 435,4 0-537,-6 0 0,0 2-110,0 3 0,-5-2-183,0 8 74,-7-1 0,4 5 35,-7 0 1,4 1 39,1-1 0,0-5-30,-5 0 1,-1 0-126,1 6 1,5-1 85,0 0 1,0-5 50,-6 1 1,1-1-31,0 5 1,0 0 51,-1 1 1,1-1-29,0 0 1,-1-5 2,1 1 0,5-3 93,0 2 8,0 4-297,-6-6 127,1 1 1,1-1-124,4-3 196,3-3-686,7 5 79,0-7 46,0 0 321,0 7-65,0-6-1176,0 6 1393,0-7 0,7 0 0,2 0 0</inkml:trace>
  <inkml:trace contextRef="#ctx0" brushRef="#br0" timeOffset="1467">2017 436 5936,'0'-8'111,"0"1"1,-2 7 17,-3 0 164,3 0-206,-5-7 5,7 6 142,0-6 28,0 7 156,0 0-252,0-7-50,0 5 240,0-4-151,7 6 9,-5 0-127,12 0 0,-13 1 110,4 4-114,4-3 1,-6 5 37,7-7 1,-5 5 367,6 0-338,-8 7 1,9-4 97,-7 8 1,5-1-130,-5 0 1,0 6-43,-5-1 1,0 5 75,0-4 0,0 6 16,0-2 0,0-3-264,0-1 0,0-4-52,0-2 181,0 0 74,0-6 45,-6-2-173,4-7 4,-12 0 1,13-2 125,-4-3-48,-4 3 1,6-10-174,-8 7 1,8-2 117,-2 2 1,2 4-118,-2-5 112,3 5 0,-7 1-58,4 0 0,4-2-22,-5-3 36,-2 3 1,5-4 21,-8 6 6,1-7 1,-5 3-40,0-6 0,4 2 35,1-3 1,0-2-61,-5 3 1,5-4 47,-1-1 0,3 0 35,-2-1 0,1-1-5,4-3 0,4 3 5,-5-3 0,5 3-25,1 1 0,5 1 6,0 0 1,12 0 37,-2-1 1,6 1 89,-1 0 1,-1-1 67,6 1 0,0 5-102,6 0 1,0 5 78,-1-5 0,1 6-109,-1-1 1,1 3-49,-1 2 0,1 0 70,-1 0 1,-1 5 8,-3 1 1,-3 5-243,-2 0 1,-6-3-338,0 2 1,1-5-159,-6 6 1,-2-8-67,3 2-447,-8 4 448,11-8 279,-13 13 441,6-13 0,-7 6 0,0-7 0</inkml:trace>
  <inkml:trace contextRef="#ctx0" brushRef="#br0" timeOffset="2298">77 1979 7905,'-10'9'0,"-1"-4"950,0-4-532,4-1 1,0 2 178,7 3-380,0-3 1,2 5-236,3-7 0,3-2-41,8-3 0,4-4-41,0-6 0,2-2 236,-1-3 0,3-4 32,6-7 1,-4 1-349,-1-1 0,-5 1-42,6-1 0,-8-4 15,3-1 0,-4-5 138,-2 6 1,0-3-124,1 3 1,-8 2 138,-3-2 0,-1 4 238,1 6-290,-4 3-20,6 6 495,-7 8 0,0 3-117,0 10 1,0 3-32,0 8 1,0 6-123,0 3 1,2 4-124,3 2 0,-2-8 55,8-2 0,-3 1-140,2-2 1,4-1 118,-4-9 1,9 2-13,1-7 0,0 0-185,-4-5 1,-1-7 3,0-3 1,0-3 25,1-3 0,-1-6 97,0-3 1,-5-2-76,1 1 1,-6-3 132,5 4 0,-7 3 148,2 1 1,-3 4-252,-2 2 66,0 7 0,2 1 143,3 7 0,-3 7 233,3 3 0,-2 3-314,2 3 0,-1 4 43,6 0 0,0 6-655,5-6 1,1 6-8,-1-6 0,7 0-872,3-4 1467,4-8 0,2 6 0,-1-6 0</inkml:trace>
  <inkml:trace contextRef="#ctx0" brushRef="#br0" timeOffset="2484">1131 1353 8547,'-9'-9'1074,"3"3"1,7 6-1305,4 0 227,4 0 1,13 0 191,3 0 0,-1 0 28,2 0 0,-1 0-298,6 0 1,-1 0-401,1 0 0,-2-2 481,-4-3 0,4 3 0,-5-5 0</inkml:trace>
  <inkml:trace contextRef="#ctx0" brushRef="#br0" timeOffset="2664">1390 1139 7905,'0'15'0,"-5"2"0,0 4 0,-1-1 248,0 11 1,0-3 409,-5 13 0,5-7-726,6 2 0,0-4 33,0-1 1,6-1-665,5 1 0,2-8 79,2-2 620,1 3 0,6-8 0,2 7 0</inkml:trace>
  <inkml:trace contextRef="#ctx0" brushRef="#br0" timeOffset="2983">1757 1170 7905,'0'-9'1095,"2"2"-926,3 7 0,-3 2-209,3 3 0,3-2-102,2 8 101,-3-1 1,8 5 166,1 0 0,-3 2-15,3 4 1,-1-4-330,-5 3 1,2 2-47,-2-2 0,-3 1 146,-7-6 0,0 0 88,0 1 1,-7-8 181,-3-3 1,-5 2 66,-6-2 1,4 0 247,-3-5 0,3 0-252,2 0 1,4 0-1,1 0 1469,7-7-1198,-4 6 0,9-6-432,3 7 1,3 0 35,8 0 1,4 0-483,0 0 1,8 0-169,-3 0 1,4-5-443,1 0 0,1-2 604,-1 2 1,3 2 397,2-8 0,-2 1 0,4-5 0</inkml:trace>
  <inkml:trace contextRef="#ctx0" brushRef="#br0" timeOffset="3342">2368 1093 7905,'0'-8'1551,"0"1"-1191,0 7 1,0 7-144,0 3 1,2 3 81,3 3 0,-2 6-225,7 3 0,1 4-29,4 2 1,0-1 113,0 1 1,-4-1-485,-1 1 1,-7-6 69,2 1 0,2-8-189,-2 3 1,-1-6 255,-10-5 1,-2-3-6,-7-7 0,-2 0-48,-4 0 1,3-7-1,-8-3 1,6-5 810,-6-6 0,6-2-267,-5-8 0,8 1 48,1-1 1,3 0-58,8 1 0,0 1 99,5 4 1,1 3-195,4 6 0,0 3-77,11 3 0,-4 1-222,8 4 1,2 3-105,-2-3 1,8 3 207,-3 2 0,2 0-39,-1 0 1,3-5-970,-4 0 1,4 0 171,1 5 1,-1 0 831,-3 0 0,3-7 0,-6-1 0</inkml:trace>
  <inkml:trace contextRef="#ctx0" brushRef="#br0" timeOffset="4214">2857 39 7883,'0'-15'328,"0"6"654,0-4-685,7 11 0,1 2-82,7 10 0,1 18 328,-1 7 1,7 9 437,3 7 0,1 5-514,4 10 0,-6 4-421,12 6 1,-7 11 62,6-1 1,-1 4-215,2-3 1,-4-2-300,4 7 1,-4-6 473,-1-4 0,-8-9 39,-2 3 0,-4-10-1422,-2 0 1,-6-5 3,-4-5 0,-4-3-620,-1-7 1929,-13 0 0,6 3 0,-13-3 0,-4-4 0,-3 2 0,-4 4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6:55.02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199 275 7824,'0'-10'308,"0"0"455,0-2-171,0-2-69,0 6 51,-6 1-51,-3 7-314,1 0 245,-6 0-175,5 7 1,-6-4 27,0 7 1,0 6 128,-1 4 1,-4 7-185,0-1 0,1-3-30,9 3 1,-2-2 319,7 1 91,0 4-317,5-12 1,0 5-108,0-7 1,0 0-144,0 1 0,7-6-209,3 0 0,5-7 222,5 3-1852,4-5 1242,0-1 1,5-1-84,-4-5 1,4-2-412,2-7 1,-6-1 1024,1 1 0,-1-7 0,6-2 0</inkml:trace>
  <inkml:trace contextRef="#ctx0" brushRef="#br0" timeOffset="331">306 15 9937,'16'-8'1161,"-1"1"-689,0 7 0,0 2 198,1 3 1,1 5-264,3 10 0,-3 9 344,3 7-315,-3 6-56,-1-9-441,-1 18 208,-7-11 1,4 15 146,-7-5-716,0-2 361,-5 5 1,-1-2 46,-4-1 1,-4 0-12,-6-10 0,-7 3-680,-4-8 321,-3 1 256,-1 1 1,-7-4-2127,-4 2 991,-3-2 576,5-3 605,1-6 1,1 5-1,-2-5 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6:56.68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0 213 7754,'0'-9'-285,"0"2"414,0 1 456,0 4 13,0-5-199,0 7 314,0 0-310,7 0 268,-6 0-466,6 0 0,-7 2-12,0 3 1,0 3 222,0 8 0,0 4-42,0 0 0,5 8-65,0-3 1,1-1-141,-6 1 1,0 1 0,0 4 0,1-1-63,4-3 0,-3 1-130,3-7 0,-3 0 190,-2-4 0,0-1 2,0 0 1,2-6-432,3-4 162,-4-3 91,6-2 0,-7-2-133,0-3 0,0-9-126,0-6 0,0-12 4,0 1 0,0-5-140,0 1 0,0-6 205,0-10 0,7 2 76,3-7 0,-1 8-424,1 3 0,-5 5-48,5 10 594,0 6 1,5 4-45,1 10 1,-3 5 181,-2 10 1,0 3-24,-6 7 1,6 6 177,-6-1 0,0 6-178,-5-6 0,0 7 70,0-1 0,0 1 59,0-2-169,-7 4-47,-1-12 0,-8 5-76,1-7 0,0-1-6,-1-4 1,1 2-475,0-7-189,0 0-9,-1-5 0,8-7-1323,3-3 1126,3-3 924,9-3 0,1 1 0,8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6:56.94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200 0 10227,'-16'22'591,"1"-5"0,-2 19 125,-3 0 0,3 6-115,-4 4 0,-1 6 97,2 4 1,0-1-301,4 1 0,8-5-79,3 5 0,3-12-260,2 2 1,0-11-207,0 1 0,12-4-346,3-1 387,4-8-436,3 0 1,0-8-740,3 0 1,3-5 493,-8 0 787,0-6 0,2 3 0,2-7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6:57.38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31 29 7768,'0'-8'724,"2"-1"233,3 4-488,-3 3 0,5-3 17,-7 10 0,0-1-118,0 6 1,0 2 79,0 8 1,-2-1-151,-3 6 0,-2-1 16,-3 2 0,-2-3 34,7-2-162,0-4 1,5 5 147,0-7-131,0-7 1,2-1-87,3-7 1,8 0 12,8 0 1,6-1-172,-2-5 0,4 3 8,2-7 1,-6 6-151,0-1 0,-4 4-35,4 1 0,-6 0-724,1 0-766,-3 0 447,-1 0-66,-8 0 23,-1 6 472,-7 3 0,-7-1 832,-3-2 0,-10 2 0,-4 1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6:57.56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16 15 7768,'0'-8'772,"0"1"-86,0 7 94,0 0 0,0 7-313,0 3 1,0 9-199,0 1 0,0 7-55,0-1 1,-5 1-13,0-2 0,0 4-320,5-3 0,0 1-417,0-2 1,2-1-18,3-4 0,3-3-1593,7 4 2145,1-4 0,-1-2 0,0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6:57.82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61 92 9781,'-10'2'636,"0"3"1,5 9-272,-5 6 1,5 2 173,-6-1 1,8-4-264,-2 3 1,3-3-216,2-2 1,7-1 28,3-4 0,4 2-157,1-7 0,2 0 32,3-5 1,-3-2-199,4-3 1,-6-3-234,-5-8 1,2-4 164,-7 0 0,0-7 24,-5 1 0,-7-1-28,-3 1 1,-5-1-77,-5 7 1,3 0 213,-4 4 1,4 6-131,2 0-450,0 7 504,0-4 1,6 8-397,4 5 1,5-3 638,5 7 0,10 0 0,9 6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6:58.07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291 0 9017,'-17'7'1294,"-4"3"1,3 6-789,-8 4 1,6 4 620,-6 6-572,1 1-236,-6-1 0,8 1 81,2-1 1,4-1-127,2-3 1,1 1 43,4-7-115,3 1 1,7-6-229,0 0 1,9-6 228,6-4-491,0-4 245,7-1-1,1 0-323,-6 0 0,11 0 1,-2-1-1080,3-4 140,-6 3 825,6-12 1,-7 11-155,4-7-1804,3 6 2438,-12-2 0,12-1 0,-6-2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6:58.47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31 7704,'0'-8'2412,"0"1"-1514,0 0 114,0 6-237,0-6-420,0 7 0,0 7-80,0 3 1,7 3 86,3 3 1,4 1-308,1 3 142,7 4-50,-5 0 1,12 3-492,-3-7 196,3 7 166,1-10 1,-1 5 92,-4-6 1,3-1-608,-8 0 0,0-5-2365,-4 1 1157,-1-8-469,0 4 2173,-6-7 0,-3-14 0,-6-3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6:58.62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321 1 7704,'-2'15'1308,"-3"0"-580,-3 0-415,-14 7 1,3 2-18,-6 7 1,-1 4-35,-4 1 0,-1 0 55,1-6 0,4 1-354,1-1 1,6-4-267,-1-1 0,8-6-982,1 1 0,8-3 1285,-2-1 0,3-1 0,2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6:58.92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245 0 7770,'-16'0'1220,"6"7"-862,0 3 1,2 0 219,-3 6 1,-6-4-196,7 8 1,-8-1-213,2 1 1,1 2-150,-5 4 1,1-3 89,-1-2 0,8-4 104,-3 3-96,3-3 1,3-2-34,4 1 415,3-8-266,2 6 349,0-13-271,7 13-171,8-12 1,2 4-142,4-6 1,1 0 71,-2 0 1,6 5-194,-6 1 0,5-1-201,-4-5 0,1 1-541,-2 4 1,-3-3-871,4 3 0,-4 2 1731,-2-2 0,0 0 0,0-5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6:59.37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16 16 7692,'6'-9'985,"-4"2"1,5 14-399,-7 3 1,0 9-191,0 1 1,0 13-62,0-3 0,-2 11-50,-3 0 0,2-2 160,-8 1 0,8-4-367,-2 5 0,3-7 63,2 1 0,0-9-500,0-6 203,7-3-16,2-2 1,6-6-188,0-4 1,2-5 158,3-5 0,-1-4-214,7-6 1,-8-5-47,3-1 1,-10-6-348,0 2 0,-8 1 395,2-1 0,-3 6 172,-2-2 1,-7 5 430,-3 0 1,-4 8-156,-1 3 608,-7 3-512,5 2 1,-5 7-74,7 3 1,4 4 205,1 1-345,7 0 1,-4 0-112,7 1 0,0-6-617,0 0 1,9-2 806,6 3 0,0 2 0,7-4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6:59.64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85 138 7692,'-9'0'1358,"-4"7"0,6 2-718,-3 6 0,-4 2-272,4 3 0,3-1-172,2 6 0,4-6 66,1 1 0,3-3 123,7-1 1,2-3-423,13-3 0,1-3-67,4-7 0,3-2-256,2-3 0,-2-3 76,2-7 0,-8-6-215,-1 1 0,-13-7 314,3 1 0,-11-3-30,0-1 0,-5 1-152,-5 3 0,-11-2-217,-9 2 1,-4 4 295,-1 2 1,-1 10 272,1 4 0,-1 5 225,0 1 0,6 7-393,0 3 1,6 3-358,-2 3 1,10 4 27,0 0 512,8 7 0,3-10 0,9 6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7:00.03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1 8672,'10'0'894,"0"0"1,0 8-428,6 7 0,4 4 17,0 12 0,6-3-31,-6 13 0,7 0 49,-1 5 0,-2 1-171,1 4 1,-6-3-13,1 3 1,-8-2-336,-2 2 1,-6-4 84,1 4 1,-4-8-960,-1-3 469,-6-6 30,-3 4 0,-8-10-362,-3-2 0,3-4 497,-4-7 0,-1-1-24,2-4 1,0-3-1262,4-7 1541,1 0 0,0-14 0,-1-3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7:00.24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31 9322,'0'-15'2425,"0"7"-2024,0 1-692,0 7-70,7 0 1,1 0-75,8 0 0,-1 5-316,0 0 0,0 7 276,1-2 475,-1-3 0,7 13 0,2-3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7:00.40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31 10229,'9'0'3895,"4"0"-3335,-3 0 0,4 0-564,1 0 0,7 0-558,4 0 1,-3-1-162,3-4 1,-2 3-2229,1-3 2951,4 3 0,-5-5 0,6-1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7:02.81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245 107 7980,'0'-10'1128,"0"0"-357,0 7-480,6-11 1,-2 7 377,6-3-62,-7-4-177,4 6 0,-7-7-241,0 6 0,-7 2-130,-3 7 1,-5 0 68,-5 0 1,1 7-45,-7 3 1,1 9-2,-6 1 0,6 6-136,-1-6 1,8 2-70,-3-1 1,10-4 94,0 3 1,8-8 155,-2-2-210,3 0 0,9-1-249,3-4 0,4-4 80,1-1 1,5-1 11,1-4 1,4-4 31,-4-6 0,-1 0-60,-5-1 0,6-4 289,-1 0-178,0-1-118,-4 6 369,-1 7 411,-7-6 0,-1 14-155,-7 0 0,0 2 153,0 8 0,-5 5-231,0 5 0,-2 3 52,2-3 1,3-1-450,-3 6 1,2-5 124,-2 6 1,3-2-602,-3 1 0,3-1 177,2-4 0,0-3-54,0 4 0,0-5-65,0 0 0,0-6-371,0 0 0,2-5 345,3 5 1,-2-6 566,8 1 0,-1-3 0,5-2 0</inkml:trace>
  <inkml:trace contextRef="#ctx0" brushRef="#br0" timeOffset="274">489 168 7757,'8'-15'1500,"-1"7"-766,-7 1-357,0 7 0,0 2 381,0 3-437,0 3 1,0 7-3,0 1 0,0 1 37,0 3 0,0-3-121,0 3 1,5 2-21,0-1 0,6 1-125,-6-2 1,0-3 6,-5 4 1,0 1 54,0-2 0,0 0-26,0-4 0,0-1-225,0 0 16,-7 0 0,-1-1-222,-8-4 1,1 2-1540,0-7 1372,-1 0 1,1-6-661,0-5 0,1-2 392,4-7 0,-2-7 130,7-4 1,0-8 609,5-1 0,7-15 0,1 3 0</inkml:trace>
  <inkml:trace contextRef="#ctx0" brushRef="#br0" timeOffset="403">504 107 7757,'16'-7'1275,"-1"6"-966,0-4 0,0-2 72,1 2 1,-1-5 110,0 5-246,7-1 0,-3 1-138,6 0 0,-4-5-160,4 5 1,-4-2-618,4 2 1,-6 3 446,1-3 0,-3 2-1677,-2-2 1899,1 3 0,-1-5 0,0 7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7:06.47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31 31 7672,'0'-8'3177,"-6"1"-2205,4 0-142,-5 6-622,7-6 0,2 7-69,3 0 1,3 0-93,8 0 0,4 0 122,0 0 1,2 0-514,-1 0 0,-3 0-134,8 0 1,-7 0-529,1 0 1,-3 5 330,-2 0 1,-1 2-1197,-4-2 1871,4 3 0,-13 14 0,6 2 0</inkml:trace>
  <inkml:trace contextRef="#ctx0" brushRef="#br0" timeOffset="138">16 245 7672,'-8'7'1525,"1"-5"-963,7 4 0,2-6-160,3 0 0,5 0-143,10 0 1,4 0 41,6 0 1,3-6-354,2-5 1,-1 3-365,7-2 0,-5 1 426,4-1-10,-6-3 0,4 4 0,-8-6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7:04.25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1314 153 6028,'9'0'406,"-3"-1"138,-6-4 64,0 3-194,0-5-105,0 7 0,0-2 207,0-3-47,0 4-90,0-6 10,0 7-16,0 0-194,0 7 1,-5 1-29,0 7 1,-5 1 47,5-1 0,-5 0-70,5 1 1,-6-1-2,6 0 1,0 0-96,5 1 1,-5-1 218,0 0-208,0 0 94,12 1-248,1-8 1,8-1-148,-1-7 0,0-5 125,0 0 0,1-7-180,-1 2 1,-5-6 16,0-4 1,-5 3 23,6-3 0,-8 3 100,2 2 0,-3-6 6,-2 1 0,-2-1 45,-3 6 0,-3 5 102,-8 0 0,6 6 29,0-1 0,0 4 226,-6 1 0,6 0 198,0 0-361,7 6 1,-4-2-161,7 6 48,0-7 0,2 9-247,3-7 120,3 0 1,7-5-284,1 0 1,-1 0-1093,0 0 762,7 0 778,-5 0 0,12-6 0,-5-3 0</inkml:trace>
  <inkml:trace contextRef="#ctx0" brushRef="#br0" timeOffset="530">1635 62 7758,'0'-15'112,"-7"-1"81,12 8 0,-10-1 368,10 4-80,-3 3-95,-2-4 1,5 7-185,0 4 1,0 4-1,-5 6 1,-7 7 118,-3 4 1,-3 3 114,-3 1 1,1 8-169,0 2 1,-6 4-42,1 2 1,-5 5-229,4 0 0,-4 7-181,4-2 1,-6-2-208,2 2 1,1-2 333,-1 2 0,8-5 53,1-10 1,3-4-460,8-6 0,0-7-1901,5-4 1476,0-3 0,1-9 381,4-2 1,4-6 504,6-6 0,7-9 0,2-9 0</inkml:trace>
  <inkml:trace contextRef="#ctx0" brushRef="#br0" timeOffset="759">1574 658 8193,'-15'6'693,"1"3"0,2 6-168,2 0 0,6 1-156,-1-1-306,4 0 126,1 0 0,8-6-25,7-4 0,2-5-259,9-5 0,-6-4 131,6-6 0,-8 0-355,3 0 0,-6-2 96,-5-4 0,-3 3-66,-7-8 0,0 7 91,0-1 0,-3-2-48,-8 2 0,6 4 165,-10 6 0,-2 7-17,-3-2 1,-1 3-256,6 2 1,-2 7 69,-3 3 1,8 4-713,-3 1 995,3 0 0,-10 0 0,-2 1 0</inkml:trace>
  <inkml:trace contextRef="#ctx0" brushRef="#br0" timeOffset="1167">16 994 8872,'-9'-7'136,"3"5"0,7-5 345,4 7 0,11 0 687,9 0 0,7-1-670,9-5 1,7 3-149,13-7 0,12 1-157,3-1 0,12-3-208,4 2 0,-4-2-19,9-2 0,-5 4-47,-42 6 0,1 0 0,39 0-106,2-5 0,-11 7 52,1-2 1,-9-2-154,-2 2 0,-8 0 136,-2 5 1,-8 0-14,-13 0 1,-7 0-50,-8 0 0,-6 0-17,1 0-504,-10 0 239,-3 0 1,-10 1 55,-7 4 1,-2 2-188,-14 3 1,-4 9-768,-6-4 1394,-6 4 0,-4 3 0,-9 2 0</inkml:trace>
  <inkml:trace contextRef="#ctx0" brushRef="#br0" timeOffset="1487">764 1207 7696,'-15'0'0,"5"-1"722,0-4 1124,6 3-1308,-3-12 1,9 8-217,3-5 0,4-1-135,6 7 1,5 0-50,1 5 0,6 0-118,-2 0 0,-1 0 137,2 0 1,-6 7-121,5 3 0,-6 6-431,1 4 1,-8-3 227,-2 3 0,-6-1-243,1 1 0,-5-3 143,-5 4 0,-5-4-13,-11-2 1,3 0 196,-8 0 1,1-6 126,-6-4 0,6-3-160,-1-2 0,13 0-128,-3 0 1508,5 0-689,2 0 0,6-2-17,13-3 0,2 3-253,13-3 0,2 3-98,9 2 0,1 0-339,4 0 1,7 0-463,-8 0 0,8 0 518,-7 0 0,-2 0 59,1 0 1,-6 0 15,2 0 0,-4 0 0,-1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7:08.27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123 291 7743,'1'-15'242,"3"-1"380,1 1 0,2 7 141,-2 3-241,-4 3-141,6 2 0,-7 8-123,0 8 1,-5 1 38,0 8 1,-7 1-50,2 4-85,-4 1 0,-1-3-24,0-2 0,1 3-126,4-4 1,-4-3-46,4-1 1,2-1 135,-2-5-159,6 4 154,-3-11-47,7 1 1,7-2-4,3-7 1,4 0 9,1 0 0,6-5-44,-1 0 1,7-6-109,-1 6 0,2-2-219,3 2 0,-2 2 145,-4-7 1,4 6-541,-3-1 0,-4 2 191,-2-2 0,-3 3-550,-2-3-20,-6 3-201,4 2 1287,-11 0 0,-2-6 0,-8-3 0</inkml:trace>
  <inkml:trace contextRef="#ctx0" brushRef="#br0" timeOffset="179">321 383 9540,'0'25'1178,"0"1"0,-5-6-871,0 5 0,-5 6-299,5 5 45,0-1 0,5-6-200,0-4 0,0 4-419,0-3 1,0-4-830,0-2 1,5-3 234,0-2 1160,7 1 0,-4-8 0,7-1 0</inkml:trace>
  <inkml:trace contextRef="#ctx0" brushRef="#br0" timeOffset="455">611 276 7723,'0'-16'2656,"0"8"-2722,0 1 1,2 7-115,3 0 1,4 0 122,6 0 0,0 0-20,1 0 1,-1 0 83,0 0 0,0 0 96,1 0-11,-1 0 0,-2 2-33,-2 3 0,-5 3 135,-6 8 0,0 1 303,0 3 1,-6-1 59,-5 6 0,-2 1-176,-2 4 1,4 1-256,1-1 0,2 1 45,-2-1 1,-2 1 39,7-1 1,0-1-598,5-3 0,0 1-799,0-7 0,1 1 658,4-6 527,-3 0 0,12 0 0,-6 1 0</inkml:trace>
  <inkml:trace contextRef="#ctx0" brushRef="#br0" timeOffset="616">978 581 8352,'0'-8'1810,"0"-1"-1731,0 4 951,-7 3-187,6-4-1302,-6 6-2127,7 0 2586,0 6 0,7-4 0,1 5 0</inkml:trace>
  <inkml:trace contextRef="#ctx0" brushRef="#br0" timeOffset="924">1268 306 7723,'-8'-8'1517,"-6"1"277,12 7 0,-9 7-1233,5 3 0,1-2-292,5 3 0,0-1-116,0 5 1,2 2-42,3 3 1,2-3-148,3 4 0,4 1 128,-4-2 1,4 6-96,1-6 1,-5 2 46,0-2 1,-1-3-158,1 4 0,2-4 162,-7-2 0,0 0-8,-5 1 0,0-6 60,0 0 0,-2-2-57,-3 3 1,2 0-411,-7-5 1,-1-1 29,-4-5 1,0 0-123,0 0 0,-2 0-189,-4 0 1,9-2-492,-3-3 1,3-5-89,-3-11 1,6-2 1224,4-8 0,-3-6 0,-1-2 0</inkml:trace>
  <inkml:trace contextRef="#ctx0" brushRef="#br0" timeOffset="1045">1207 337 7711,'2'-14'306,"3"4"1,-2-2 469,7 7 1,-4 0-42,4 5 1,0-2-296,5-3 1,1 3-383,-1-3 1,0 4-297,0 1 0,1-5-310,-1 0 0,2-1 261,3 6 0,-3-5-722,4 0 1009,2 0 0,-6-2 0,5-1 0</inkml:trace>
  <inkml:trace contextRef="#ctx0" brushRef="#br0" timeOffset="1488">1635 230 7711,'-9'0'1793,"-4"0"0,9 2-1470,-6 3 1,7 3-153,-2 7-73,-4 1 1,8-1 6,-5 0 0,5 1-170,1-1 0,5-5-655,0 0 634,7-6 1,-4 2-406,8-6 333,-1 0 0,0-6-99,0-5 0,1-7 47,-1-3 1,0-1 76,0 2 0,-1-2 79,-4-4 1,2-4 133,-7-1 0,5 6-255,-5-6 0,2 9 59,-2-3 1,-3 11 317,3-1-168,4 3 0,-6 4 99,7 2-170,0 5 0,6 1-1,-1 0 0,-5 0 93,0 0 0,-5 1 168,6 5 1,-3-3 194,2 7 0,2 0-172,-7 6 1,0 4 162,-5 0 0,5 4-40,1 2 0,-1-6-19,-5 10 0,0-1-109,0 7 1,0-2-19,0 7 1,-5-1-56,-1 6 1,-11 0-97,2 0 1,-4 0-631,4-1 0,5 0 365,0-5 1,1 3-805,-1-8 0,3-1 475,7-8 0,0-4-1971,0-7 1396,0-6 1097,7-3 0,2-12 0,6-3 0</inkml:trace>
  <inkml:trace contextRef="#ctx0" brushRef="#br0" timeOffset="1683">2093 627 7696,'7'15'4593,"1"-1"-3838,8-4 0,1-3-352,3-7 0,2 0-269,3 0 0,3-5 40,-8 0 1,0-7-107,-4 2 1,-3-4 80,-3-1 1,-3-1 58,-7 1 1,-2 0-197,-3 0 0,-5 4-301,-10 1 1,1 7-886,-6-2 0,1 5 600,-1 5 1,-3 3 573,8 8 0,-7-1 0,3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7:37.21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1 380 7722,'0'-15'0,"0"6"0,0 4 1805,0 10-1155,0 4 1,0 13 419,0 3-718,0 11 0,0-2-11,0 7 0,0-6-108,0 6 1,0-7-43,0 2 1,0-6-90,0-4 0,0-4 97,0-7 0,1-1 248,5-4-81,-5-3 0,6-9-140,-7-3 0,0-10-185,0-11 0,0-4-69,0-6 1,2-5-231,3-10 1,-3-5-78,3-10 1,3 0-355,2-11 1,11 11 396,4-5 0,-1 15 109,1 10 0,-1 9 51,2 11 1,1 11-41,-7 10 1,6 5 24,-6 5 0,0 5 54,-4 11 0,-8 2 174,-3 8 1,2 0-33,-2-1 1,-2 2 153,-8 4 1,-5-4 33,-10 4 1,1-9-121,-6-2 1,4-6-80,-4 1 1,4-4-165,-4-6 1,6 2-234,-1-7 1,3 0-153,2-5 1,4 0-1439,1 0 1277,7 0 672,3 0 0,15 0 0,9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7:36.41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260 413 7709,'-15'0'209,"0"0"0,0 0 0,-1 0 0,1 0 0,0 2 0,-1 3 1241,1 5-1310,0 3 0,-2 3 20,-3-1 1,3 7 80,-4 3 254,4-2-210,9-1 0,-4 0-158,7 3 0,0-1-61,5 1 1,0-6-96,0 1 1,1-3 62,4-1 1,4-8-118,6-3 0,6-3 131,-1-2 0,5-7 21,-4-3 0,6-10-134,-2-6 0,-1-4 64,2-6 0,-6 2-125,5-7 1,-6 6-8,1-6 1,-3 0 86,-1-5 1,-3 0 62,-3 1 0,2 6-7,-7 3 1,2 5-38,-2 6 1,-3 3-24,3 7 1,-3 4 343,-2 1 1,-2 7 229,-3-2-160,3 3-323,-4 2 1,6 2-5,0 3 0,0 3 10,0 8 0,0-1-115,0 0 1,0 6 126,0-1 1,1 7-44,4-1 1,-1-3-107,6 3 1,-5-1 42,5 6 1,-5-6-73,5 1 0,-4-1-95,4 6 0,-5-6-196,5 1 1,-7-8 12,2 3 1,4 1-163,1-2 0,-1-5-470,1-4 347,0-8 1,5 4 147,1-7 1,-6-2 533,0-3 0,0-4 0,5-6 0</inkml:trace>
  <inkml:trace contextRef="#ctx0" brushRef="#br0" timeOffset="247">749 31 7709,'0'-15'1473,"0"6"1,2 2-961,3 7 1,-2 9-4,7 6 0,1 7 63,4 9 0,5-1-299,1 1 1,4 6-113,-4 4 0,4 3-70,-5 2 0,6 5-158,-6 0 0,2 0 76,-1-6 0,-10-4-214,5 0 1,-11-9 42,0-1 0,-3-1 49,-2-4 1,-9-2-825,-6 1 0,-7-5 56,-9 6 880,1-8 0,-1 5 0,1-8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7:39.28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153 182 8245,'-10'7'0,"0"3"1391,-2 4-796,-2 8-335,-1 9 1,0 4 0,-1 9 360,1 4-267,0 8-230,6-9 1,-3 6-30,7-7 1,0 5 55,5 0 1,0-5-92,0-6 1,7-7 20,3-3 0,4-1-205,1-9 1,5 1-502,1-6 0,4-5 342,-4 0 0,1-6-601,-2 1 1,-3-3 117,3-2 0,-3-7 766,-1-3 0,6-18 0,1-4 0</inkml:trace>
  <inkml:trace contextRef="#ctx0" brushRef="#br0" timeOffset="535">382 503 7693,'-8'-15'1159,"-6"7"-584,12-6 0,-5 11 500,7-8-420,0 8-175,0-11-333,7 13 0,2-6 63,6 7 1,0 0 12,1 0 0,4 2-31,0 3 0,6 3-12,-6 7 0,2 6-108,-1-1 1,-4 7 90,3-1 0,-3 3-164,-2 1 1,0 1 13,1-1-164,-1 1 122,-7-7 1,6 4 52,-4-2 1,-3-2-70,-2 1 0,2-5-12,-2 6 1,0-7-179,-5 1 1,0-3-376,0-2 0,0-5-37,0 1-1218,0-8 212,-7 4 738,6-7 0,-6-9 915,7-6 0,0-14 0,0-10 0</inkml:trace>
  <inkml:trace contextRef="#ctx0" brushRef="#br0" timeOffset="713">810 289 7693,'0'-8'1094,"0"1"1,-2 11-627,-3 6 0,-4 2 22,-6 13 1,-7 2-98,-3 9 0,-4-2 32,-2 7 1,-1-1-344,-4 6 1,4-5-277,-4 0 0,4-6-291,2 6 0,1-2 488,3 2 1,4-4 101,7-6 1,7-8-1527,2-2-1806,5-4 3227,1-9 0,7-1 0,1-7 0</inkml:trace>
  <inkml:trace contextRef="#ctx0" brushRef="#br0" timeOffset="1018">1405 274 7693,'9'-15'392,"-2"6"0,-9 4 575,-3 10 1,-5 4-395,-11 6 1,3 6-199,-8-1 1,1 7-61,-6-2 1,1-1-148,-1 2 1,2-1-80,4 6 0,-1-6 106,11 1 1,-4-8 221,9 3-339,3-4 1,1-2-315,6 0 180,6-6 0,5 3 52,9-7 0,-1 0-57,6-5 0,-1 0-95,1 0 0,4 0-205,-3 0 1,-3 0 230,3 0 0,-7 0 110,1 0 1,-3 0-604,-2 0 0,-5 0-831,1 0 0,-6 0 1454,5 0 0,-7 7 0,4 1 0</inkml:trace>
  <inkml:trace contextRef="#ctx0" brushRef="#br0" timeOffset="1189">1100 702 7693,'-15'0'2016,"6"0"-909,-4 0-456,11 0 469,-5 7-280,7-6-403,0 6 0,7-2-37,3 0 1,4 5-206,1-4 1,7 0-154,3-1 0,1-3-811,4 3 1,-4-3 536,4-2 1,1 0-2911,-6 0 3142,4 0 0,9 0 0,1 0 0</inkml:trace>
  <inkml:trace contextRef="#ctx0" brushRef="#br0" timeOffset="1513">1803 427 7669,'-9'-15'1197,"-4"6"1,11 1-846,-3 3-196,-4 3 324,8-5 25,-6 7-297,7 7 0,0 1 184,0 8-258,0-1 1,7 5 70,3 1 1,3-1-205,3-5 1,4 2-15,0 4 1,1-4-58,-6 3 1,0-3 88,1-2 0,-3 0-86,-3 1 1,-3-1 56,-7 0 1,0 1 1,0-1 1,-2 0-73,-3 0 1,-3-1 58,-7-4 0,-2 4-573,-4-4 1,3-3-65,-8-2 1,6-4-307,-6-1 0,6 0 322,-6 0 642,8-6 0,-4-10 0,6-7 0</inkml:trace>
  <inkml:trace contextRef="#ctx0" brushRef="#br0" timeOffset="1863">1833 412 7669,'15'-16'765,"7"8"-676,-5-6 0,12 11-63,-3-7 0,1 6 0,-2-1 0,3 4 72,-8 1 0,2 0-68,-2 0 0,-3 0 97,4 0 1,-9 1 38,-2 4 1,-5-1-12,5 6 1,-7 0 9,2 5 1,-3 1-15,-2-1 1,-2 2-13,-3 3 1,-3-1 205,-7 6 0,1-1-54,4 2 0,-4 1 37,4-7 0,3 2-133,2-1 0,4-5-159,1 5 1,1-6 73,4-5 0,9-1-120,6-4 1,7-3 98,-1 3 1,3-9-110,1-1 0,1-12-257,-1 2 0,-6-4 163,-3 4 1,-5-5-192,0-1 0,-8-4-7,-3 4 0,-5-6-130,-5 2 0,-5 3 242,-10 1 1,1 4 154,-6 2 1,-1 7-57,-4 3 0,-1 3-5,0 2 0,8 2-264,2 3 0,4-2 101,2 7 0,2-5-966,2 6 1235,5-8 0,6 11 0,0-6 0</inkml:trace>
  <inkml:trace contextRef="#ctx0" brushRef="#br0" timeOffset="2180">2383 45 7669,'0'-15'1042,"7"-1"1,1 8-563,8 3 0,-6 5 25,0 5 0,0 9 49,5 6 0,6 9-172,-1 1 1,7 3-88,-1 7 1,-4 1-178,-2 5 1,2 0-90,-1 0 1,-3 4 58,-8 1 0,2 7-65,-7-2 1,1-3-411,-6-2 1,-9-4 233,-6-1 0,-2 0-462,-9 0 1,-1-6-125,-8 1 0,1-7-1206,-7 2 1945,7-4 0,-10-2 0,5 1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7:42.35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62 15 7666,'0'-8'3694,"0"1"-2885,0 7-332,0 0-367,7 0 1,-4 0-192,7 0 0,0 0-66,6 0 0,-1 0-315,0 0 0,0 0 359,1 0 0,-1 0 167,0 0 0,-5 0-2699,1 0 2635,-8 0 0,11 7 0,-6 1 0</inkml:trace>
  <inkml:trace contextRef="#ctx0" brushRef="#br0" timeOffset="153">1 168 9636,'1'9'1270,"5"-4"0,2-4-912,7-1 0,2 0-64,4 0 1,-4 0-78,3 0 1,2 0-25,-2 0 1,6 0-1493,-6 0 1,6 0 1298,-6 0 0,7 0 0,-3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7:44.11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138 382 7689,'0'-15'486,"0"0"555,0-1-628,0 1 1,0 5 455,0 0-10,7 6-304,-5-3-360,4 7 1,-6 7-96,0 3 1,0 4 54,0 1 1,0 6-58,0-1 1,-5 5 15,0-4 1,0 4-105,5-4 1,0-1-41,0-5 0,2 6-69,3-1 1,3 0-29,8-4 1,-1-6 111,0 0 0,2 0-126,3 5 1,-3 1 6,4-1 0,-4-5 81,-2 0 1,-5-1 21,0 1-27,-6 4 55,3-6 70,-7 7 0,-7-4-169,-3-1 0,-6-2 83,-4 2 1,-4-1-570,-6-4 1,4-3 235,1 3 1,-1-4-194,-4-1 1,4-1-67,1-4 1,6-5-917,-1-11 1527,10-3 0,-4-6 0,6-1 0</inkml:trace>
  <inkml:trace contextRef="#ctx0" brushRef="#br0" timeOffset="365">108 397 7689,'15'-8'365,"-5"-6"146,0 4 0,2 2-215,8-3 0,-3 6-43,4-5 0,-4 7 1,0-2-76,3 3-146,-3 2 0,10 0-69,-6 0 1,1 0 21,-2 0 0,-3 2 4,3 3 0,-3 2 67,-1 3 1,-6 3-165,0-3 1,-7 4 88,2 1 1,-3 2 15,-2 4 1,0-3 273,0 8 0,-5-6-78,0 6 1,-2-6 2,2 5 0,3-4-65,-3 4 0,4-6-20,1 1 1,1-3-15,4-1 0,4-3-67,6-3 0,0 2 24,1-7 1,4 0-128,0-5 0,1 0-89,-6 0 1,0-1 71,1-4 1,-3-4-63,-3-6 0,2-2-8,-7-4 1,0 3-48,-5-8 1,-1 1 53,-4-6 0,-4 3-173,-6 2 1,-2 1 238,-3 9 1,1-1 138,-7 12 0,8-5 72,-3 5 0,4 0-50,2 5-888,0 7 79,6 1 301,3 7 0,7-6 66,4-4 368,4-3 0,13 5 0,2 1 0</inkml:trace>
  <inkml:trace contextRef="#ctx0" brushRef="#br0" timeOffset="1015">764 290 7689,'-15'0'1318,"0"0"1,1 7-1078,4 3 0,3-1-201,7 1 0,0-5 39,0 5-91,0 1 0,7-1 91,3 0 0,4-7-146,1 2 0,0-5 47,1-5 1,-3 2-106,-3-7 0,4 0-109,-4-6 1,-3-1 68,-2-3 0,-3 3 117,-2-3 0,0 1 10,0-1 1,-7-3-10,-3-2 1,1-4 47,-1 4 0,5 3 106,-5 1 1,6 4 7,-1 2 1,4 5 555,1 0-621,0 6 0,1-4 26,4 3 1,4 3-138,6-3 0,2 3 81,3 2 0,-3 2 43,4 3 0,-3-2-62,3 8 1,-4-6-145,3 5 0,-3 0 194,-2 5 1,-1 1 107,-4-1 1,2 5 85,-7 1 1,0 6-55,-5-2 0,0 4-102,0 2 0,-5 1 12,0 3 0,-7 5 19,2 5 1,-4 1-176,-1 0 1,-4-2-260,4-3 0,-3 6-51,7-6 1,5 2-302,0-8 0,5-8-233,1 4 0,0-11 388,0 1 0,7-6 163,3-5 0,3-3 106,3-7 0,4-2 242,0-3 0,8-9 0,-3-6 0,-1-2 0,1 2 0,-4-2 7,4-4 1,-6-1-46,1 7 1,-3-1 621,-2 6 0,-5 5-1,1 0 789,-8 6-537,4-3-108,-7 7-358,0 7 0,0 2 111,0 6 1,0-5-96,0 0-315,0-6 510,0 3-385,0-7 1,2 0 11,3 0 1,-4-7 179,4-3-428,-3-4 0,-9-6-14,-3-1 0,2 6-120,-3 5 64,1 0 1,-5-4-230,0 4 1,5 3-659,-1 7 1,8 2 459,-2 3 1,3 3-1726,2 8 2263,0-8 0,14 12 0,3-3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7:45.93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1 245 7742,'0'-8'1513,"0"1"-880,0 7-48,0 0 1,7 0-391,3 0 0,4 0-108,1 0 0,0-5 80,0 0 0,1 0-241,-1 5 0,0 0 109,0 0 0,1 0 119,-1 0 0,-1 1-864,-4 5-1346,-3-5 976,-1 6 1,-4-5 1079,3 3 0,-10-4 0,-3 6 0</inkml:trace>
  <inkml:trace contextRef="#ctx0" brushRef="#br0" timeOffset="216">138 31 7680,'2'-13'1205,"3"3"-258,-3 3-218,5 7-503,-7 0 1,0 3 581,0 7 1,-2 7-302,-3 14 1,3 0-253,-3-1 0,-2 7-49,2 4 1,0-2 0,5 2 0,0-7-685,0 1 1,0 3-894,0-3 0,2-1 1371,3-8 0,3 3 0,8-6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7:52.32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108 92 6906,'0'-9'680,"-7"3"0,3 6-383,-6 0 0,5 5 5,-5 0 1,5 7-117,-5-2 1,5 10-12,-6 6 0,6-3 69,-5 3 0,7-1 118,-2 6 0,-2-2-343,2-4 0,0 2 135,5-6 0,1-1-146,4-5 0,4-1-43,6-4 1,-5-1-35,1-4 0,4-4 132,5 5 0,1-10-8,-6-1 0,0-7-193,0 2 1,1-4-258,-1-1 1,-5 0 25,0 0 0,-6-1 117,1 1 0,-5 0 22,-5-1 0,-4 3 174,-6 3 0,-2 3 91,-3 7 1,1 0-167,-7 0 1,8 7 7,-3 3 1,4 3 62,2 3 1,2-1 150,2 0 0,5 1-663,6-1 0,1 0 214,4 0 0,4-4 358,6-1 0,7-7 0,2 4 0</inkml:trace>
  <inkml:trace contextRef="#ctx0" brushRef="#br0" timeOffset="438">505 199 7724,'-2'-15'429,"-3"-1"-57,3 8-117,-11-6 1,4 13-97,-6-5 1,5 0-100,0 1 254,-1-1 25,-4 6-77,0 0-17,6 0-136,3 7-174,6 2 0,1 6-28,4 0 0,-1-1 114,6-4 0,0 5 47,5 1 0,1-1-47,-1 5 0,-5-1-8,0 1 1,0-1 22,6 6 1,-6-6-4,0 1 1,-7 2-30,3-1 1,-5 4-2,-1-4 1,-1-3 404,-5-7-307,-2 2 1,-7-6 140,-1 3 0,1-3-101,0-7 1,0 0-88,-1 0 0,1-7 58,0-3 1,1-9 17,4-1 1,-2-7-77,7 1 1,0 2-149,5-1 1,2 5-217,3-6 1,-2 8 160,7-3 1,2 9-283,9 2 1,-4 5 100,3-5 0,2 6-55,-2-1 0,1 4 123,-6 1 0,0 0-174,1 0-249,-1 0 202,0 0 0,-5 0-277,0 0 760,-6 0 0,3 0 0,-7 0 0</inkml:trace>
  <inkml:trace contextRef="#ctx0" brushRef="#br0" timeOffset="1597">719 77 7724,'-11'-9'1239,"1"4"-724,7 3-304,-11 2 1,6 0-108,-8 0 1,6 2 33,0 3 0,7-1-82,-2 6 367,3-7-224,2 11 1,0-11-111,0 7-531,0-6-85,7 2 394,1 1 0,7-5-91,1 3 68,-8-3 96,6-2 1,-11 0 5,7 0 23,-6-7 0,4 5-31,-3-3 29,-3-3 1,5 4 66,-7-6-80,0 7 76,7-4 1,-6 5-22,4-3 4,-3 3 17,5-4 5,-5 6-32,4 0 8,-6 0-2,7 0 12,-5 0 105,5 0 1,-6 0-71,4 0 2,-3 0 29,5 0 0,-7 0 230,0 0-234,0 6 7,-7-4-12,5 5-39,-11-7 0,11 2 40,-3 3-34,3-4 0,1 6-11,-4-7 8,3 0 1,-5 2-43,7 3 0,-2-3 34,-3 3-15,4-4 0,-8 1 91,4 3 1,3-3-52,-11 5-30,4 0 1,-4-4 121,3 7 0,1-7 29,4 3-74,3 2 1,-5-5-35,7 8 1,0-6 9,0 5 0,0-5 33,0 5-62,0-6 0,2 7-18,3-5 0,-1-1-93,6-5 1,0 0-8,5 0 1,1 0 102,-1 0 0,2 0-198,3 0 0,-3-7-4,3-3 0,-8-2-1,-1 2 0,-3-4 68,2 4 0,2 1-7,-7-1 1,0 0 47,-5-5 1,-1-1 15,-4 1 0,-4 5-38,-6 0 1,-1 1-6,1-1 1,-5 2 292,-1 3 1,1 3-8,5-3 1,-6 3-43,1 2 1,5 0-95,5 0-210,6 7 122,-3-5 1,9 4-135,3-6 0,5 0 44,11 0 1,-3 0 91,8 0 1,-6-1-252,6-4 1,-1 1 40,6-6 0,-1 5 91,1-5 1,-7 6 51,-4-1 1,-3-2 173,-2 2 0,0 0-88,1 5 1,-6 0 363,0 0-52,-6 0-221,2 0 463,-6 0-318,0 7 0,-5-4-73,0 8 1,-2-6-88,2 5 1,4-5-100,-5 5 1,5-5 90,1 5 1,-2-4-118,-3 4 0,3-5 63,-3 5 0,3-5 36,2 5 0,0 0-94,0 6 0,-5-6 62,0 0 1,-1 0-3,0 6 1,5-1 49,-4 0 1,-4 0 132,-1 1 1,1-1-139,-1 0 1,5 6-5,-5-1 0,2 0-59,-3-4 0,-1 4 67,7 0 0,-6 2-195,0-1 1,3-3 104,-2 8 1,5-2-345,-6 1 1,6-1-11,-5-4 0,5-3-141,-5 4 1,6 1 79,-1-2 0,4-5-781,1-5 786,0 1 0,1-3 98,4-3 0,4-3 7,6-2 0,0-12 330,1-3 0,4-6 0,0 1 0,1 3 0,1-12 0,2 5 0</inkml:trace>
  <inkml:trace contextRef="#ctx0" brushRef="#br0" timeOffset="1817">993 489 7724,'16'-15'-369,"-8"-1"1316,6 1-489,-12 7 0,3 1-55,-10 7 0,-2 2 17,-3 3 1,-2 3-181,7 7 1,-6-4 162,6-1-267,0 0 1,5 5-157,0 1 0,7-8 123,3-3 0,5-3-37,6-2 1,-2 0-255,6 0 1,0-2-33,6-3 0,-7-3-102,-4-8 1,-3 6 132,-2 0 1,-6 0-335,-4-6 325,-3 1 0,-4 2-51,-3 2 0,-5 3 93,-11 3 1,3 3 1,-8-3 1,7 5-206,-1 5 0,3-1-110,2 6 0,0-2 469,-1 2 0,1 4 0,0-6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7:59.10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46 62 8077,'-15'0'1258,"5"0"-866,0 0 0,6-2 202,-1-3-225,4 3 0,7-5-130,4 7 1,4-5-46,1 0 1,2-2-81,4 2 1,1 4 91,3-4 1,4-2-716,-3 2 1,2 0-138,3 5 1,-7 0-1581,-4 0 1546,4 0 680,-7 0 0,5 0 0,-7 0 0</inkml:trace>
  <inkml:trace contextRef="#ctx0" brushRef="#br0" timeOffset="140">16 184 7681,'15'0'0,"2"-2"1694,3-3-1055,-3 3 0,14-4-564,-1 6 1,1 0-585,5 0 0,-6 1-1411,-4 4 1920,3-3 0,-6 12 0,8-6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7:58.27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0 138 8394,'9'0'461,"5"-5"-263,-4 0 0,5 0 12,5 5 1,4 0-48,7 0 0,6-6-111,4 1 1,5-7 8,4 2 0,5 2 77,6-2 0,2 1-166,3-1 1,-3-2-29,3 7 0,-3-5-16,-2 5 0,-5-5 157,0 4 0,-9 1-13,-1 5 1,-3 0-83,-13 0 1,2 0-149,-11 0 1,-1 0-145,-5 0 215,-6 0-410,-2 0 135,-7 7 1,-7 0-131,-3 3 0,-6 4 66,-4-4 426,-4 3 0,-6 3 0,-1-1 0</inkml:trace>
  <inkml:trace contextRef="#ctx0" brushRef="#br0" timeOffset="309">505 275 9238,'8'0'225,"6"0"-243,-4 0 1,-2 2-3,2 3 1,-1-2 386,1 8-212,4-1 0,-8 5-120,5 0 0,1 1-2,-7-1 0,0 5-76,-5 1 0,-7 1 36,-3-2 1,-4-3-8,-1 3 1,-5-3 27,-1-1 1,-4-3-18,4-3 1,1 2 433,5-7 0,4 1 1709,1-6-1680,7 0 1,-2 0-149,10 0 0,10 0-533,11 0 1,4-2-166,6-3 1,1-2-403,4-3 0,1-2 632,-6 7 0,-2-5 4,-9 5 152,4-1 0,-12 6 0,5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8:00.58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197 383 9016,'0'-10'402,"0"-1"1,2 1-182,3-5 0,-2 0-24,8-1 0,-1-1-116,5-3 0,-1 1-17,-4-6 1,-2 5-182,-3-6 0,-3 6 76,3-6 0,-5 6-126,-5-6 0,0 8 29,-10-3 1,3 4-39,-8 2 0,1 7 86,-1 3 0,3 3-4,-4 2 1,-1 8 435,2 8 1,-1 1-101,6 8 0,2-5 40,2 6 1,5-1-85,6 6 0,0-1 83,0 1 0,11 1-131,5 4 0,9-4-50,1 4 0,1 1 73,-2-1 1,4 1-31,-3-1 1,-3-4-335,3 4 0,-8-4 117,3-2 0,-6-6 89,-5-3 1,-3-4 112,-7-2 0,-2-2 164,-3-2 0,-5 0-143,-10-5 0,-4-1 64,-7-5 0,1 0-74,-1 0 1,1-7 27,-1-3 0,2-4 103,4-1 1,1 0-164,4-1 1,8 1-266,-3 0 1,10-1-166,-1 1 0,6-2-392,6-3 0,9 6 186,10-6 0,4 11-327,2-6 1,4 3 414,1-3 1,5 0 125,-6-1 1,6 6-535,-5 0 1,4 2-17,-4-3 865,-7-2 0,0 4 0,-5-6 0</inkml:trace>
  <inkml:trace contextRef="#ctx0" brushRef="#br0" timeOffset="211">594 291 7699,'0'-8'3061,"0"1"-2301,0 7-348,0 0 0,0 7-97,0 3 1,0 3-1,0 3 242,0-1-410,0 7 1,0-3-24,0 6 1,2-5 39,3 6 1,-1-7-84,6 1 0,0 2 5,5-2 0,6-1-140,-1-9 0,0 2-129,-4-7 1,4 5-245,0-5 1,1 1-52,-6-6 0,0 0-430,1 0 0,-1-2-325,0-3 1,0 1 611,1-6 0,-6 0 621,0-5 0,0-7 0,5-2 0</inkml:trace>
  <inkml:trace contextRef="#ctx0" brushRef="#br0" timeOffset="390">839 352 7699,'-9'-7'1476,"3"6"-1100,6-6 0,-2 9 59,-3 3 0,3 5 38,-3 10 1,3-1-191,2 6 0,-5 1 20,0 4 1,0 1-319,5-1 0,-5 1 70,0 0 0,0-1-281,5 1 0,0-1-235,0 1 1,0-6-615,0 1 1,7-8 468,3 3 606,3-4 0,3-9 0,-1-1 0</inkml:trace>
  <inkml:trace contextRef="#ctx0" brushRef="#br0" timeOffset="782">1160 322 7699,'-14'1'911,"4"4"1,-4 2-840,4 3 1,-2 4 2,2-4 1,-2 4-27,7 1 0,0-5 345,5 0 48,0 1-506,0-3 1,7-1-363,3-7 1,-2-2 4,3-3 0,-1-3 257,5-8 1,-1-1-123,-4-3 1,2 3 50,-7-3 1,5-4 116,-5-2 1,2 3-5,-2-3 0,-2 8-49,8-3 0,-3 4 420,2 2 1,2 5 69,-7 0 1,7 6-155,-2-1 0,-1 2-112,1-2 1,0 3 53,5-3 0,-4 5 48,-1 5 0,0-2 79,5 7 1,-1 1-56,-4 4 0,2 5 81,-7 1 1,5 11-72,-5-2 1,0 6 101,-5 0 1,0 3-228,0 7 0,-1-1 102,-5 1 0,-2 0-142,-7 0 0,5 0-101,-1 0 1,6-6-268,-5 1 0,7-7 263,-2 2 1,3-6 36,2-4 1,0-4-5,0-7 48,0 0 0,7-6 0,1-3 0</inkml:trace>
  <inkml:trace contextRef="#ctx0" brushRef="#br0" timeOffset="999">1526 810 7699,'0'-8'1376,"2"1"-1120,3 7 1,-2 0-48,8 0 0,0 0-366,10 0 107,-4 0 1,12-2 143,-4-3 0,-1-8 71,1-8 1,-6-1-56,1 2 1,-8 3 197,-2-3 1,-8 3 201,-2 1 1,-8 3-170,-13 3 1,-3-2-92,-6 7 0,-7 0 31,-4 5 0,4 6-141,1 5 1,5 2 56,6 2 0,5 1 147,9-1-344,5 0 0,6 7 0,0 2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8:27.57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0 154 7957,'0'-15'277,"0"6"0,0 0 101,0 4 22,0 4 148,0-6-309,0 7 1393,0 0-1190,7 0-230,-5 0-103,12 0 1,-11 0 110,7 0 0,-5 0-94,6 0 58,-8 0-74,11 0 137,-6 0-19,7 0-39,1 7-126,-1-6 0,0 6-11,1-7 0,-6 0 171,0 0-160,0 0 1,6 0 108,-1 0-78,1 0 1,-1 0 25,0 0-65,1 0 1,-1 0 5,0 0 1,1 0-16,-1 0 0,0 0-114,1 0 139,-1 0 0,2 0-112,3 0 0,-3 0 67,4 0 1,-4 0-3,-2 0 1,2 0 11,4 0 0,-4 0-5,3 0 1,-3 0 21,-1 0 1,-1 0-3,0 0 0,1 0 25,-1 0 0,0 0-31,1 0 1,-1-2-6,0-3 0,1 4-25,-1-4 0,0 3 3,1 2 0,-1 0 6,0 0 0,1 0 16,-1 0-28,0 0 0,1 0-12,-1 0 0,5 0-18,1 0 0,-1 0 36,-4 0 1,-1 0-45,0 0 0,1 0 24,-1 0 0,6 0-2,-1 0 1,0 0-1,-4 0 0,-1 0-4,0 0 1,6 0-8,-1 0 0,1 0-4,-6 0 1,0 0-25,1 0 1,-1 0 32,0 0 0,3 0-5,2 0 0,-3 0 1,3 0 1,-2 0-3,-3 0 1,2 0 9,3 0 0,-3 0 0,4 0 1,1 0-1,-2 0 1,3 0 4,-3 0 0,-3 0-14,4 0 1,1 0 5,-2 0 1,2 0 4,-1 0 0,-2 0-8,6 0-18,-6 0 22,3 0 1,-2 0 3,1 0 0,4 0 0,-4 0 0,1 0-2,-1 0 1,-3 0 1,8 0 1,-2 0 5,1 0 1,-1 0-10,-3 0 0,-3 0-28,8 0 28,-7 0 1,10-7 8,-12 5-8,12-4 0,-6 6 0,8 0 1,-5 0-1,-1 0 0,-4 0 5,4 0 1,-1-2 1,2-3 1,1 3 4,-7-3-10,1 3 0,1 2 1,0 0-9,4 0 1,-2 0 7,-4 0 1,-3 0-1,4 0 0,1 0-3,-2 0 1,6 0-2,-6 0 1,6 0-2,-6 0 0,6 0-1,-6 0 1,7 0-44,-1 0 0,-4 0 41,-1 0 1,1 0 6,-2 0 1,6 0 4,-6 0 0,6 0-1,-6 0 1,6 0-5,-6 0 0,6 0 1,-6 0 1,2 0 4,-1 0 1,-2 0 5,6 0 0,-4 0 3,4 0 0,-4 0-10,4 0 0,-4 0-3,4 0 4,-6 0-2,10 0-6,-12 0 6,5 0 1,-1 0-17,-1 0 0,6 0-2,-6 0 0,1 0-28,-6 0 0,5 0-7,1 0 1,-1 0 46,-4 0 0,-1 0-14,0 0 1,2 0 38,4 0 0,-4 0-44,3 0 81,-3 0-68,-1 0 1,-1 0 8,0 0 0,6 0 5,-1 0 1,1 0 3,-6 0 1,5 0 3,1 0 1,-1 0 39,-4 0-47,6 0-1,-5 0 0,5 0 9,-7 0-7,8 0-1,-6 0-4,12 0 5,-12 0 1,5 0-1,0 0 3,-5 0-2,12 0 1,-12 0 0,10 0 49,-6 0-49,6 0 2,-10 0-18,12 0 19,-12 0-2,5 0-9,0 0 1,0 0-2,4 0 9,3 0-21,-5 0 20,0 0 0,5 0 0,-5 0-1,6 0 0,1 0-4,-7-7 3,5 6-43,-5-6 41,-1 7 8,6-7 0,-6 5 12,2-3-20,4 3-1,-12-4 90,12 4-85,-5-5-1,0 7 104,5 0-99,-12 0 5,5-7-3,-7 6 9,7-6-5,-4 7 0,4 0 16,-7 0 1,0 0 2,1 0 1,-1-5 38,0 0 1,1-1-43,-1 6 1,0 0 47,1 0-48,-1 0-19,0 0 1,1 0 7,-1 0 0,0 0 10,1 0 1,-6 0 32,0 0-92,0 0 0,6 0-12,-1 0 1,-5 0-346,1 0 1,-6 0-56,5 0 260,-7 0 93,4 0-3978,-7 0 1945,0 0 2122,-7 0 0,-15 0 0,-10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8:28.55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0 660 7655,'0'15'551,"0"1"-458,0-1 199,0-6 330,0 4-219,7-11-51,8-2-227,2-9-217,12-6 60,-12 0 1,14-7 165,0-4 0,-1-3 30,6-2 0,-5-4-149,-6-1 0,4 0-268,-3 5 1,-4-1 19,-1-4 83,-4 4 162,-2-6 0,0 8-141,1-1 108,-8 0 28,6 7 171,-13 2 2,6 7-161,-7 0 17,0-1 142,0 8-70,0 1 0,0 9-154,0 3 0,0 3 96,0 8 0,0 4-116,0 0 105,0 8-1,0-4-157,0 6 135,0-6 1,5 5 11,0-3-106,7-4 83,-3 0 1,1-7-7,0 1 1,1-3-2,4-2 1,0-5 37,1-6-33,-1 0-6,0 0 1,2-8-2,4-8 4,-4 1 2,5-14-56,-7 5 55,1-6 1,4-3 0,1-3 0,-3 4 1,-7-4 0,0 4-60,-5 1 1,0 2-12,0 4 0,-3 3 280,7 6-227,-6 1-4,2 6 198,-6 3-176,0 6-2,0 6 104,0 3-96,0 6 1,-5 6 11,0-1 1,-5 7 15,5-1 1,0 3-24,5 2 0,0-6-11,0 1 1,0-2-420,0 1 191,0 4 1,0-12-557,0 12 502,0-12 0,1 7-127,5-4-567,-5-2 427,6 4 546,0 0 0,1-5 0,8 5 0</inkml:trace>
  <inkml:trace contextRef="#ctx0" brushRef="#br0" timeOffset="309">1335 292 8250,'-9'-15'197,"2"-1"-197,7 8 428,7 1-155,8 7-127,2 0 0,9-5-293,0 0-38,-1 0-18,13 5 1,-13 0-325,1 0 0,-2 0 153,1 0 374,4 0 0,-12 0 0,5 0 0</inkml:trace>
  <inkml:trace contextRef="#ctx0" brushRef="#br0" timeOffset="467">1304 430 8216,'15'-15'409,"1"6"0,1-3 8,3 7-232,-3-7 1,10 10-301,-6-3 0,6-3 1,-3 6-219,7-3 0,-1 2-1151,1-3 1484,0 5 0,6-6 0,2 7 0</inkml:trace>
  <inkml:trace contextRef="#ctx0" brushRef="#br0" timeOffset="884">2025 185 8264,'0'-11'315,"0"1"46,0 7-183,0-4 507,0 7-252,0-7-229,0 5 1,-2-4-225,-3 6 105,3 0 1,-6 5-165,3 0 1,3 7 115,-3-2-161,3 4 1,-3 1 29,0 0 204,0 1-89,5-8 0,5 6-129,0-4-35,7 4 171,-10-6 0,10 6 9,-7-4 1,7 4-17,-2 1 1,3-5 12,3 0 0,-1 1-6,0 4 0,1-1 0,-1-4 0,0 3 64,1-2-63,-1 2-6,-6-4 1,3-1 101,-7-3-95,0-3 69,-5 12-41,0-12 0,-7 9-72,-3-5 1,-6-1-96,-4-5 0,1 5-22,-6 0 0,4 0-233,-4-5 1,-1 0-405,-5 0 382,1 0 186,6-7 0,-3 4-1127,6-7 1327,1-7 0,4-7 0,1-7 0</inkml:trace>
  <inkml:trace contextRef="#ctx0" brushRef="#br0" timeOffset="1250">1994 185 8170,'15'0'-63,"1"0"1,-1-6-75,0 1 1,1 0 120,-1 5 1,0-1 32,1-5 1,1 5-13,3-4 0,-1 3-15,7 2 0,-6 0-126,6 0 172,-8 0-14,11 0 0,-10 0-220,7 0-13,-8 0 183,5-7 1,-8 5-20,0-3 0,-5 4 118,1 1 305,-8 0-128,4 0 481,-7 0-277,-7 0-135,5 0-222,-11 0 1,11 1 228,-3 4-40,3-3-176,2 12 0,0-11 20,0 7 1,0 1 4,0 4 1,0-5-115,0 0 1,7 1 67,3 4 1,4 0-139,1 1 1,1-1-49,-1 0 218,-7 1-77,6-8 0,-7 6-135,3-4-42,-3 4 118,0 1 1,-6-3-83,5 3 1,-6-8 45,-6 8 0,-4-3-125,-10 4 0,1-1-55,-7 0 0,1-4-284,-6-1 1,1-2-318,-1 3 393,7-5 117,-5-6 324,12 0 0,-12 0 0,5 0 0</inkml:trace>
  <inkml:trace contextRef="#ctx0" brushRef="#br0" timeOffset="1410">2393 169 8250,'15'-5'377,"1"0"0,-3-2-407,-3 2 0,4 2 154,-4-8 0,4 8-152,1-2 1,1 3 171,-1 2 0,2-5-55,3 0 1,-3 0-158,4 5 68,-4 0 0,-2 0 0,1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8:32.57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1 185 8274,'0'-9'280,"0"3"0,1 6-80,4 0-160,-3 0 1,12 0 218,-4 0-138,4-7 0,6 5-65,1-3-112,-8 3 160,1-5 0,-4 6-97,11-4-68,-11 3 107,10-5 0,-11 5 5,6-3 0,0 2 8,1-2 1,-1 3-16,0-3 0,6 1 0,-1-1 1,1 4-3,-6-4 0,0 3-82,1 2 91,-1-7-12,0 5 1,6-5-103,-1 7 0,2-1 89,-1-4 0,-2 3-12,6-3 1,-4 3 20,4 2 0,-1-2-10,2-3 1,3 4-10,-4-4 0,-1 3 2,2 2 0,-2 0-72,1 0 71,-3 0-3,0 0 0,-5 0 62,4 0 0,1 0-35,-2 0 0,6 0-2,-6 0 1,6 0 29,-5 0 1,6 0 10,-2 0 0,4 0-50,2 0 1,-5 0 2,-1 0 1,1-5-17,4 0 0,-4-1 28,-1 6 0,1 0 14,5 0-18,-1 0 5,1 0 1,0 0 3,-1 0 0,3 0-55,3 0 1,-2 0-1,7 0 0,-6 0 1,6 0 0,-5 0-4,5 0 1,-2 0 40,2 0 1,-2 0-16,-3 0 1,3 0 82,7 0-79,-7 0-11,-1-6 1,-2 4 3,0-3 0,-1 3 21,-4 2 0,0 0 12,-1 0 1,1 0-49,0 0 1,-1 0-4,1 0 1,0 0-22,-1 0 1,1 0 39,0 0 0,-6 0 2,1 0-8,-1-7-1,-1 6 0,5-6-2,-3 7 1,-2 0-11,1 0 1,-1 0-2,2 0 1,3 0 2,-4 0 0,-1 0 0,2 0 0,-1 2-17,6 3 22,0-4-2,-1 6 1,3-7-15,2 0 12,-2 0-6,4 0 1,-1 5-2,0 0 0,5 0-40,-5-5 1,4 0-7,-4 0 1,2 6 47,-2-1 1,-4 0-5,4-5 0,1 0 7,-1 0-14,0 0 4,-6 0 1,1 5 52,0 0-54,-1 0 5,1-5 0,2 0 1,2 0 1,-2 0-2,2 0 1,-2 0 1,-2 0 1,-1 0-20,1 0 1,0 0-6,-1 0 1,-1 0 21,-3 0 1,3 0-6,-4 0 1,-1 5 25,2 0 0,-2 0-20,1-5 0,4 0 3,-3 0 0,3 0-23,1 0 1,1 6-1,0-1 1,-1 0 0,1-5 1,0 0-4,-1 0 1,6 0 12,0 0 1,0 0-3,-6 0 1,1 0 32,0 0-34,-1 0-2,-6 0 42,5 0-38,-5 0 5,7 7 1,0-6 61,-1 4-64,1-3 15,-7-2-10,5 0 19,-5 7-16,-1-5 5,6 5 0,-10-7-4,7 0 1,-8 0 1,11 0 46,-12 0-45,6 0 0,-1 0 49,-5 0-48,12 0 2,-12 0-1,5 0 183,-7 0-175,1 0 8,-1 0-7,0-7 221,1 5-210,-1-5 15,0 7-24,-6 0 24,5 0-4,-6 0-47,7 0 1,1 0-30,-1 0 83,0 0-173,1 0 160,-1 0-9,0 0 7,1 0-481,-1 0 222,-6-7-39,4 6 257,-11-6-1144,12 7 529,-13 0 200,6 0-935,-7 0 591,0 0 777,0-7 0,7-2 0,1-6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8:33.33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276 169 8396,'-8'-3'45,"3"3"1,1 0-246,-1 15 301,4-3-54,-6 17 1,7-5 48,0 7 33,0-1-61,0 1 18,0 0-23,-7-7 0,5 4 41,-3-2-53,-3-4 1,6 0 23,-3-6 1,-4-6 56,-1 0 0,2-6 11,-3 1 0,1-4-175,-5-1 113,-1 0-20,-6-6 1,5-3-90,-3-6-48,3-1 164,1 1-260,1-7 213,0-2 1,6-7-52,4 1 1,3 1-13,2 3 0,5-1 16,1 6 1,11-4-17,-2 4 0,5 1 99,1 5-76,3-1 2,6 8 0,3-6 237,3 4-226,-4-4-16,12-1 1,-10 5 6,7-1 1,-2 1 6,2-5 0,2 5 9,-7-1 1,0 6-87,-6-5 0,1 7-162,0-2 0,-8-2-697,-2 2 468,-4 0 25,-2 5-597,1 0 481,-8 0 547,-1 0 0,0 6 0,1 3 0</inkml:trace>
  <inkml:trace contextRef="#ctx0" brushRef="#br0" timeOffset="230">936 154 8248,'0'-15'1519,"0"6"-1033,0-5-236,0 13-207,7-6 1,1 7-175,8 0 1,4 0-162,1 0 1,-1 0 145,-5 0 0,6 2-614,-1 3 0,2-2 80,-1 7 680,-4 1 0,5 4 0,-7 0 0</inkml:trace>
  <inkml:trace contextRef="#ctx0" brushRef="#br0" timeOffset="380">921 353 7993,'8'-7'280,"6"6"91,-4-4 0,5-2-318,6 2 0,-4-2 12,3 2-745,4 3 447,0-5 1,7 2-72,-1 0 304,1 0 0,0 5 0,-1 0 0</inkml:trace>
  <inkml:trace contextRef="#ctx0" brushRef="#br0" timeOffset="839">1688 77 8065,'0'-15'707,"0"6"1,0 1 68,0 3-274,0 3-54,0-5-322,0 7 361,0 0 0,-6 7-239,1 3-268,-7 4 1,6 1-214,-5 1 205,5-8-68,6 6-177,0-13 196,0 13-7,0-12 1,1 5-15,4-7 0,-1 5 115,6 0 1,-1 2-23,1-2 1,3-2-67,-2 7 0,2 1-121,3 4 0,-1 0-11,0 1 4,1-1 168,-1 0 1,-1 2-11,-4 4 0,2-4-43,-7 3 256,0-3-99,-5-1 1,0-1-124,0 0 1,-7-4 4,-3-1 1,-9-5 172,-1 5 1,-8-5 243,3 5 1,-2-6-396,1 1 1,-3-3 52,3-2 0,-1 0-1247,2 0 560,-4 0 77,18 0 0,-7-7-1142,13-3 1722,-1-4 0,6-8 0,0-2 0</inkml:trace>
  <inkml:trace contextRef="#ctx0" brushRef="#br0" timeOffset="1014">1764 139 8001,'9'-7'678,"4"-9"0,-9 1 479,6 0 1,0 1-511,6 9 1,-1-5 127,0 5-321,1 0-56,6-2-565,-5 5 189,12-5 1,-5 7 169,6 0 0,-1 0 49,-3 0 0,3 7 99,-4 3-340,4-3 0,2 14 0,0-4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8:42.86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139 338 7939,'0'-16'568,"0"1"0,0 5 865,0-1-656,0 1-447,0-5 111,0 6 28,0-4-235,-7 11 1,4-5 259,-8 7-110,1 7-205,2 2 1,-6 8 6,4 3 34,-4 4-123,-1 7 1,4-2 68,1-4 0,2 4 26,-2-3 0,3-2 103,7 1-313,0-6-192,0 3 160,0-13 0,1 2-26,5-5 33,-5-1 120,13-5 1,-7-2-318,3-3 126,4-4-127,-6-6 0,7-2-112,1-3 1,-3 1 179,-2-7 1,1 7 81,-7-1 1,1 3-126,0 2 75,-5 6 289,6 2-95,-7 7 47,0 7 1,0 2 120,0 6 1,0 0-208,0 1 1,0-1-161,0 0 0,2-4 216,3-1 1,-3-5 25,3 5 1,3-6-1029,2 1 1,-1-4-137,1-1 1,0-1-244,6-4 686,-1-4 280,0-13 1,1 3-715,-1-6 1059,-6 6 0,4-17 0,-4 4 0</inkml:trace>
  <inkml:trace contextRef="#ctx0" brushRef="#br0" timeOffset="189">261 108 7939,'0'-16'86,"0"1"135,0 0 301,0-1-98,7 1 1,2 1-71,6 4 1,2 3 228,4 7 0,-3 0-296,8 0 1,-2 7-68,1 3 1,6 11 252,0 4 0,-1-1-87,6 2 1,-3 1-284,-3 9 1,-6-2 144,-3 7 0,-4 1-554,-2 9 0,-7-10 169,-2 0 1,-6-2-25,-6-3 1,-4 0 115,-10-5 0,-6 4-53,-10 1 1,-1 0-980,-4-5 1077,-3 6 0,4-4 0,-6 4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8:44.90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200 246 7953,'0'-9'1124,"0"-4"-610,0 11-294,0-12 1,-2 6 112,-3-7 0,3 4-228,-3 1 0,4 0-54,1-5 0,0-1 133,0 1 0,0 5 31,0-1 0,-5 1-182,-1-5 1,-5 1-490,0 4 389,-2-4 0,-3 8 101,1-5 1,0 4-197,-1 7 318,1 0-125,0 0 1,4 0 194,1 0-103,0 7-55,1 2 0,3 6 28,6 0 1,0 1 15,0-1 1,1 0-18,4 1 0,4 4 2,6 1 1,6 6-41,-1-1 0,2-3-113,-1 3 1,-4 0-23,3 4 1,2 1 90,-1 0 0,-2-6 31,-9 1 1,4-6-40,-4 6 1,-3-8-20,-2 3 1,-4-9 11,-1-2 0,-1-1-12,-4 1 0,-4-2 568,-6-3 0,-1-3-84,1 3 1,-2-5-291,-3-5 1,2 2 1,-2-7 0,3-6-333,2-4 0,1-8 10,4 3 1,3-4 21,7-2 1,2 7 101,3 4 1,3 3-25,8 2 0,4-1-277,1 1 0,-1 5 3,-5-1 1,1 8-104,-1-2 1,0 3-130,1 2 1,-1 0-192,0 0 1,1 5 196,-1 0 1,0 9-428,1 1 968,-1 1 0,0 13 0,1-5 0</inkml:trace>
  <inkml:trace contextRef="#ctx0" brushRef="#br0" timeOffset="153">599 384 7953,'0'-9'-9,"0"3"0,-2 0 288,-3 1-191,3 0-547,-5 5-54,7 0 513,0 0 0,7 0 0,2 0 0</inkml:trace>
  <inkml:trace contextRef="#ctx0" brushRef="#br0" timeOffset="483">798 215 8286,'-7'16'1395,"4"1"-1063,-7 3 0,5-1 67,-6 6 1,8-4-179,-2 4 1,3-4 0,2 4 0,2-6 17,3 2 0,4-4-154,6-2 1,0-7 70,1-2 0,1-5-22,3-1 0,-3-1-214,4-5 1,1 1 108,-2-10 1,1 1-128,-6-11 0,-1 4 123,-4-4 1,2 4 34,-7-4 0,0 4-588,-5-4 0,-7-1-19,-3-4 1,-4 6 266,-1 3 1,-6 4 192,1 2 0,0 6 288,4 4-206,-6 4 1,5 2-31,-3 4 1,8 4-24,1 6 1,8 1 45,-2-1 0,5 0-639,5 1 1,4-6-744,6 0 1394,0 0 0,1 6 0,-1-1 0</inkml:trace>
  <inkml:trace contextRef="#ctx0" brushRef="#br0" timeOffset="967">1366 108 7953,'0'-16'0,"0"8"0,0-6 0,0 4 0,-2 2 1034,-3-3-131,3 8-524,-11-11 1,4 13-149,-6-4 1,-1-2 157,1 2-445,7-1 84,-6 6 0,5 6 153,-6-1 1,5 7-59,0-2 1,6-2 72,-1 3 0,3-1-61,2 5 1,0 0-348,0 1 0,5 1 30,1 3 1,5-1 72,0 7 1,4-6 158,6 6 0,-4-6-17,3 6 1,-3-2-69,-2 1 1,1 2-2,-1-6 0,-1 1 4,-4-2 0,2-8-10,-7 4 0,0-4 289,-5 3 0,0-5 82,0 0 0,-5-4 2,0 4 0,-12-7-156,1 2 1,-2-3-44,2-2 0,1-7 27,0-3 1,-1-4 34,1-1 1,7-7-79,2-4 0,5-4-32,1-6 1,3 3-478,7-2 1,2 2-96,14 3 1,-2 6-170,1 3 0,3 4-40,-8 2 1,7 6-336,-1 4 1,-4-2 302,-2 2 729,4 0 0,-7 5 0,5 0 0</inkml:trace>
  <inkml:trace contextRef="#ctx0" brushRef="#br0" timeOffset="2021">2209 307 7872,'9'-15'896,"-2"6"-393,-14-4-276,5 11 1,-10-3-15,7 10 1,-7 5 13,2 11 1,-2-3 195,2 8 1,-4-6-150,4 6 1,1-6-251,-1 6 1,7-7-29,-2 1 1,3-3-102,2-1 26,0-8-176,0 6 269,7-13-2,1 6 1,6-14-231,-4-3 1,-1-3-102,-4-3 1,-2 1 61,7 0 1,-6-6 68,1 1 0,-2-1 183,2 6-25,-3 0 259,5-1-296,-7 8 8,0 1 0,5 14 330,0 3 0,0 4 96,-5 1 1,0 2-144,0 3 1,5-8-95,1 4-115,5-4 1,-7-4 0,6-3 168,2-3-225,2-2 28,1 0 1,0-2 79,1-3 0,-1-3-21,0-8 0,1 1-76,-1 0 0,-5-6-150,0 1 0,-4-2 55,4 1 1,-5 2 77,5-6 0,-6 6-14,1-1 91,-4 9 0,1-1 0,1 6 499,3-3-484,-1 6 1,-5-2-40,0 10 1,0 3 330,0 8 1,-5 4 88,-1 0 0,1 6 61,5-6-364,0 8 1,0-6-1,0 5-108,0-1-20,0-8 0,0 5-86,0-8 0,0 0 231,0 1-90,0-8 1,2-1 8,3-7 1,-3-7 0,3-3 1,2-5-216,-2-6 82,0 4 1,0-12-22,0 4 1,7-6 0,-3-3-200,-1-2 0,4 2 102,-7 8 0,6-1 132,-6 7 0,5-1-155,-5 6 210,7 6 28,-10 3 0,4 7 237,-6 4-165,0 4 0,0 11 1,0 1 0,0 6 74,0-1 0,0-3-122,0 3 1,0-6-1,0 6 0,6-7 11,-1 1 1,1-4 15,0-6 0,-3 2-183,7-7 1,-5 0 46,6-5 1,-6 0-47,5 0 0,-5-2-17,5-3 1,-1-3-165,1-8 0,4-1-95,-4-3 1,-2 1 134,3-7 0,-1 6 126,5-6 1,-5 8-54,1-3 1,-1 6-169,5 5 1,-5-2 62,1 7 1,-6 0 108,5 5 102,-7 0 0,9 6 233,-7 5 1,1 2 362,-6 3 1,5-1-287,0 0 0,5 6-164,-5-1 1,7 1 5,-2-6 1,4-5 598,1 0 0,7-6-220,4 1 0,-2-3-410,1-2 0,-6 0-1116,2 0 1,-4 0 627,-2 0 0,0 0 435,1 0 0,-1 0 0,0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8:50.86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307 77 8055,'0'-15'-32,"0"6"354,-7 3 83,5-1-398,-4 5 163,6-5 1,-2 2 284,-3 0 56,3 0-348,-5-2-159,7 5-3,0-4 1,2 6-22,3 0 0,-2 0 36,8 0 0,-6 0 95,5 0-209,0 0 1,6 0 145,-1 0 0,0 0-28,1 0 0,-6 6-131,0 5 0,-1-3-48,1 2 1,-3 1 162,-7 4 0,0 0 15,0 1 1,0-1-1,0 0 1,-2 6 16,-3-1 0,-4 6 96,-6-6 0,5 6-117,-1-6 1,1 7 12,-5-1 1,1 3 167,4 2 0,-2-6 35,7 1 1,-5-1-219,5 6 0,0 0 22,5-1 0,0 1-5,0 0 1,1-1 7,4 1 0,-1 0-102,6-1 0,-5 1 105,5 0 1,-1-2-14,1-4 1,2 4-162,-7-3 1,0 3 64,-5 1 1,5 1 178,0 0 1,1-4-41,-6 4 1,-6-6 10,1 6 0,-7 1 6,2-1 1,-2 0 151,2 5 1,-4-4-178,4-1 1,2 4 34,-3 1 1,1 2 23,-5-3 0,5 0-140,-1 5 0,1-4-29,-5 5 1,5-5 31,-1 5 1,3-2 25,-2 2 0,-2 3 27,7-3 0,-6-2-7,6 2 0,-2-2-22,2 2 0,4 4-4,-4-4 0,3 1-67,2-1 1,7 2-45,3-8 0,3 6-100,3-5 1,-1 7 120,0-2 1,6-2 11,-1 2 0,6-2 25,-6 2 0,1 1 1,-6-6 0,-6 7-29,-4-2 1,2 3-16,-2 2 0,-2-3 219,-8 3 1,-3-4 98,-8 9 0,-1 2 198,-3-2-253,3 7-669,-12-3 561,5-1 0,-2 6 246,1-4-186,-1 4 69,-5-6 0,8 6-45,2-4 3,4 4-47,2-5 110,-1 4-226,8-4 1,1 1 0,7 0-115,0 2 1,0-3 71,0 1 0,7-5 62,3 5 1,9-6 10,1 1 0,2 2-37,-1-2 0,-2 5-5,6-5 0,-4 2 30,4-2 0,-4-1-1,4 6 0,-6-5 116,1 5 1,-2-1-34,-3 1 1,-5 4 86,0-4 0,-6 3-84,1 3 1,-3 4-15,-2 1 0,0 1-35,0-2 0,-2-1-5,-3 7 0,-2-6 43,-3 6 0,-4-7 15,4 1 0,-4-1-159,-1 1 0,0 2 222,-1 4 1,1 1-216,-1-6 1,1 1 75,0-2 1,1-3-4,4 4 0,-2-4 5,7-2 1,-5 1-18,5-1 1,-1-5 12,6 0 0,2 1 4,3 4 0,4-5 82,6 1 0,0-6-59,1 5 1,1-5-68,3 5 1,-3 1 52,4 4 0,1 0-34,-2 1 0,6-1 19,-6 0 0,6 2-9,-6 4 0,3 1-186,-3 4 1,-3 4 175,4 1 0,-3 1 156,3 9 1,-4 2 38,3 8 1,-3-3-399,-1 3 1,-1 0 227,-7-46 1,-1 0 0,1 0 0,0 1-28,-1 4 1,1 0-1,-1-4 1,0 0-2,-2-1 0,0 0 0,8 46-175,-7-45 1,-1-1 203,8 37-559,-2-35 1,0-2 554,7 22-48,4 23 0,-2-28-1320,1 14 0,4-12-171,-4 6 1,4-6 1519,-4-3 0,1-4 0,-2-14 0,6 1 0,3 4 0,1 4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8:51.93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5414 601 7858,'0'-16'5,"0"1"-3,0 6 297,0 3 1,-1 6 1230,-4 0-565,3 0-595,-5 0 1,7 6-109,0 5 1,0 4-81,0 5 0,5-1-27,0 7 0,2-6 59,-2 6 0,2-8 27,3 3 0,4-9-378,-4-2 0,-1-7-57,1 3 1,0-5 25,5-1 0,-4-1-43,-1-5 0,-2-2-52,3-7 1,2-8 103,-3-2 1,-1 1-56,1-2 1,-5 6 89,6-6 22,-8 8 1,5-3-272,-2 11 425,-5 3 0,6 9 286,-7 3 1,5 4-102,0 6 0,0 0 45,-5 1 0,2 4-141,3 0 1,-1-1-6,6-9 0,-5 2 163,5-7-101,0 7 1,6-10-160,-1 3 1,-5-10 60,1-5 0,-6-5-169,5-6 0,-5 2-33,5-6 1,-6 1-151,1-2 0,-4-1 141,-1 7 1,0-6-123,0 6 1,-1-6 55,-4 6-16,3-1-1082,-5 6 612,7 6 0,0 4 34,0 10 1,0 4 150,0 6 1,5 0 63,0 1 0,7-1 414,-1 0 0,2 8 0,3 1 0</inkml:trace>
  <inkml:trace contextRef="#ctx0" brushRef="#br0" timeOffset="781">6120 539 7954,'8'-15'-515,"-1"0"370,-14-1 51,-1 8 0,-13 3 1140,1 10 1,0 3-203,4 8 1,1 1-483,0 3 1,-1 4-233,1 7 1,1-2-113,4-4 1,3 2 104,7-6 0,0-1-66,0-4 141,0-1 0,7-7-81,3-2 0,4-5-476,1-1 0,1-8 23,-1-8 0,0 1-25,1-5 0,-1-3 110,0 3 0,-1-6 160,-4 6 0,2 0 54,-7 4 1,0 6-43,-5 0-20,7 6 0,-5-1-14,3 10 0,-3 4 549,-2 6 1,-2 1 8,-3-1 1,3 0-284,-3 1 1,3-1-131,2 0 0,2-6-122,3-4 174,4-3 0,6-2-13,0 0 0,1-9-42,-1-6 0,0-2-130,1-9 1,-1 1-72,0-6 197,1-7-23,-1-1 1,0-2-88,1 0 0,-6-1-10,0-9 1,-5 3-161,5-3 0,-6 0 178,1 5 0,2 0-15,-2 15-30,0 4 29,-5 11 0,0 15 578,0 6 0,0 15 71,0 11 0,-5 5-102,0 5 1,-5 10-213,4 0 1,0 5-286,1 0 0,3 9 238,-3-4 0,-2-4 6,2-11 1,0-7-228,5-8 1,5-8-342,0-2 1,2-6 29,-2-5 1,-2-3 302,7-7 1,-4-7 104,4-3 0,-2-9-158,3-1 0,0-7-189,-5 1 0,4-6 235,-5 1 0,7-3 108,-2 8 0,-1 4-167,1 2-465,-7 3 254,11 8 262,-12 2 1,4 16 396,-6 6 1,0 2-119,0 9 1,0 0 22,0 4 1,0 1-133,0 0 0,0-8 7,0-2 0,7-4 26,3-2 0,4-6 1,1-4 0,2-3-71,4-2 1,-2-2-112,6-3 0,-4-4-174,4-6 1,-6-6-92,1 1 0,-4-7-78,-6 1 1,2-1 62,-7 1 0,0-6-118,-5 6 0,0-4-125,0 9 321,-7 1 1,-1 6 267,-8 4 0,6 5 175,0 10 1,0 9 239,-6 6 1,6 2-145,0-1-6,7-4-176,-4 12 1,7-12-308,0 3 0,7-3-354,3-1 0,3-1 396,3 0 0,4-5 198,1 1-61,6-8 0,4 4 0,8-7 0</inkml:trace>
  <inkml:trace contextRef="#ctx0" brushRef="#br0" timeOffset="1288">7347 416 8121,'0'-8'2387,"0"-6"-1921,0 13-94,0-13-341,0 12 325,0-5-351,0 7 1,2 0 5,3 0 0,-2 2 3,7 3 1,-4-1 122,4 6 1,-2 5-110,3 6 0,0-1 76,-5-5 0,4 6-32,-5-1 0,5 1-105,-5-6 1,2 1-49,-2-1 1,-3 0-149,3 1 114,4-8 0,-6-1-120,7-7 0,-5 0 56,5 0 0,-4-7-174,4-3 0,-2-6 197,3-4 1,2 1 24,-3-6 0,-3 1-187,-2-2 0,2 2-27,-2 4 0,2 5 488,-2-1 292,-3 1 328,5 13-497,-7-5 1,0 14 129,0 4 0,0 7-174,0 3 0,0-1-54,0-5 0,0 3 132,0 2-445,0-3 173,0 5 1,7-8-617,3-4 0,-2 4 21,3-4 1,-1-3-265,5-2 1,-5-3-190,1-2 12,-1 0 1008,5-7 0,0-2 0,1-6 0</inkml:trace>
  <inkml:trace contextRef="#ctx0" brushRef="#br0" timeOffset="1530">7761 386 7923,'0'10'70,"0"0"0,0 0 227,0 6 1,-5-1-25,0 0 0,0 6 122,5-1 1,0 9-216,0 2 1,0 1-119,0 9 1,0 2 169,0 8 1,0-2-1,0 8 1,0-3-490,0 2 1,1 2-378,5-6 0,-5-8 10,4-8 1,2-6 309,-2-4 1,0-4-2,-5-7 110,7-6 0,-5-4-5,3-10 0,2-9 34,-2-6 1,2-9-91,-2-2 266,-3-6 0,4-16 0,-6-2 0</inkml:trace>
  <inkml:trace contextRef="#ctx0" brushRef="#br0" timeOffset="1705">7838 509 7923,'8'-31'106,"-1"7"222,-7 4 28,7 2-124,1 10 1,3 1 76,-1 7-36,0 0 0,5 7 329,1 3-383,-8 4-135,6 1 0,-7 6-51,3-1 0,2 7 75,-7-1 1,0-4-102,-5-2 1,-7-1 133,-3 2 0,-5-8 8,-6 8 1,3-13-271,-8 8 1,6-10-134,-6 5 0,7-8-1679,-1 2 1933,3-3 0,1 5 0,1 1 0</inkml:trace>
  <inkml:trace contextRef="#ctx0" brushRef="#br0" timeOffset="2731">46 1644 8091,'-15'0'262,"6"0"-1,2-7-151,1 5 1439,4-5-482,-5 7-658,7 0 0,2-2-159,3-3 1,10 2-1,11-7 1,4 5-157,6-6 0,3 1-4,7-5 0,0 1-218,0 4 0,-1-4-176,-4 4 0,1-2-369,-6 2 1,-2 3 104,-8 7 0,1 0-1405,-7 0 1358,1 0 0,-13 7-383,-3 3 998,-3 4 0,-15 8 0,-4 2 0</inkml:trace>
  <inkml:trace contextRef="#ctx0" brushRef="#br0" timeOffset="2900">383 1674 8091,'-10'10'-43,"0"1"0,5-6 1044,-5 5-694,6 0 0,-3 0 0,7 1 486,0 1-590,0 1 1,0 8-1,0 1 146,0 2-332,7-6 1,-5 11-130,3-3 1,2 3-171,-2 2 1,2-2-459,-2-4 1,-2-3 337,8-6 0,-6-3-247,5-2 1,0-5 251,5-6 1,3-6 72,2-5 1,-3-9 323,3-6 0,-2-10 0,-3-3 0</inkml:trace>
  <inkml:trace contextRef="#ctx0" brushRef="#br0" timeOffset="3116">614 1812 8091,'8'-15'-760,"1"1"1569,-4 4 390,-4 3-771,6 14-192,-7 8-45,0 2 1,0 12 366,0-3 0,2-2-219,3 1 1,-3-6-291,3 2 0,3-6 92,3-5 0,2 2 26,3-7 0,1-1-22,3-10 1,-3-4-185,4-10 1,-1 1 114,-5-6 1,2-1-6,-12-5 0,1 6-435,-6-1 1,-2 6 82,-3-6 0,-4 7-54,-6-1 1,0 10 158,-1 5 0,-4 3-71,-1 2 0,6 2-56,5 3 0,6 3-211,-1 8 0,4 1 204,1 3 1,6-3 309,5 4 0,9 2 0,4 1 0</inkml:trace>
  <inkml:trace contextRef="#ctx0" brushRef="#br0" timeOffset="3767">1611 1996 8010,'-16'0'1448,"1"0"-1064,6 0-10,2 0-286,7 0 308,0 0-226,7-7 0,2-1-237,6-7 0,6-8 146,-1-2 1,1-4-72,-6-2 0,0 1-19,1-1 1,-1 0-156,0 1 1,-5-1-80,1 0 0,-8-1-25,2-4 1,-3 4 101,-2-4 1,0 10-68,0 6 646,0 3-314,0 8 1,0 6 60,0 13 1,-5 9 71,0 17 1,-6 3 117,6 7 0,0 0-200,5 0 0,0-7-50,0-3 0,0-4 40,0-1 1,7-7-119,3-4 0,-1-8 33,1-2 0,-5-6 182,5 1-118,-6-3 1,8-9-97,-7-3 1,5-9-79,-5-2 0,0-6 37,-5 2 0,2 1-120,3-2 0,-3 6 75,3-6 0,-3 7-49,-2-1 98,6 3 0,-4 7-10,3-1 0,-1 8 22,1-2 0,-2 3 28,7 2 1,-5 7 144,6 3 0,-6-1-124,5 1 0,0-2 14,6 3 0,-1 1-25,0-7 0,1 2-11,-1-2 0,0-4-71,1 5 0,-1-5 85,0-1 0,1 0-131,-1 0 1,-5-5 7,0 0 0,-1-7-167,1 2 0,-1-2 71,-4 2 1,-3-9-103,3 4 0,-5-4 93,-5 4 0,1 4-109,-6 1 1,0 7 101,-6-4 0,3 14 488,2 3 1,3 10-151,3 6 1,3-2-4,-3 1 1,5-4-440,5 4 0,4 1-416,6 5 1,2-6 717,3 1 0,4-1 0,7 6 0</inkml:trace>
  <inkml:trace contextRef="#ctx0" brushRef="#br0" timeOffset="4389">2761 1413 8010,'0'-8'1053,"0"-6"-296,0 13 0,-7-6-451,5 7 0,-4 8 274,6 8-353,0-1-63,0 14 0,-6-3 84,1 9 1,0-1-115,5 7 0,0 0-141,0 5 0,2-1 61,3-5 0,2 3-207,3-7 1,9-7 54,-4-9 0,4-3-26,-4-1 0,6-6 6,-1 0 1,6-7-14,-6 3 1,7-12-166,-1-4 1,-4-5 39,-1-6 0,1-1-154,-2-3 0,-4-4 130,-6 3 1,-7-3-69,2-1 0,-3 6 171,-2 3 0,0 4 136,0 2 0,-2 6 60,-3 4 0,-3 4 67,-8 1 0,-4 8 241,-1 7 0,1 6-176,5 4 0,-4 4 117,4-3 1,-3-2-120,13 1 1,0-6 18,5 2-96,0-4 0,2-4-117,3-3 1,-2-3 189,8-7-150,-1 0 0,5-7-151,1-3 0,-1-9-22,0-1 0,-4-2-130,-1 1 0,-2-2 54,2-8 0,4 5-180,-4 1 0,-1 8 214,1 1 98,-7 1-144,11 13 81,-12-11 0,10 13 18,-7 0 0,0 7 506,-5 8 1,0 5-159,0 1 1,0 1 37,0-2 1,0-3-304,0 4 0,2-4-304,3-2 1,-2-1-458,7-4 845,-6-3 0,9 0 0,-4 1 0</inkml:trace>
  <inkml:trace contextRef="#ctx0" brushRef="#br0" timeOffset="4777">3206 1475 7062,'8'0'2142,"1"0"-1936,-4 0 1,-2 0-13,7 0 0,1 0-105,4 0 1,0 0-228,1 0 0,-1 0 48,0 0 1,1 0-272,-1 0 0,0 0 31,1 0 1,-1 0-890,0 0 1219,1 0 0,-1-7 0,0-2 0</inkml:trace>
  <inkml:trace contextRef="#ctx0" brushRef="#br0" timeOffset="5108">3420 1321 8010,'-8'2'58,"3"3"1,-2 4 170,2 6 1,-2 7 169,2 4 0,2 3 151,-8 1 0,8 8-169,-2 3 0,-2 3-125,2 2 0,0 5-505,5 0 0,1-1 187,5-9 1,2-4 72,7-6 0,1-7 76,-1-4 1,6-8-168,-1-2 0,6-6 46,-6 1 0,2-7-61,-1-8 0,-4 0-69,3-11 0,-3-3 86,-2-1 1,-1-4-296,-4-2 1,-1 1 91,-4-1 0,-3 5 113,3 1 1,-5 8 132,-5 1 1,-4 3 104,-6 8 1,-1 1-23,1 9 0,0 6 318,-1 9 1,1-1-1,0 6 1,1 1-174,4 5 0,3-6-56,7 1 1,2-6-184,3 6 1,0-8-404,10 3 0,-3-6-48,9-5 1,1 2 496,-2-6 0,8-1 0,-5-5 0</inkml:trace>
  <inkml:trace contextRef="#ctx0" brushRef="#br0" timeOffset="5325">4003 1889 8536,'5'15'1193,"0"1"0,1-1-686,-6 0 0,0 1-180,0-1 0,0 0-553,0 1 1,0 1-14,0 3 1,-7-1-199,-3 6 1,-6-4 436,-4 4 0,-11 1 0,-8 5 0</inkml:trace>
  <inkml:trace contextRef="#ctx0" brushRef="#br0" timeOffset="6298">4571 1843 8023,'-9'0'-27,"-3"2"19,7 3 404,0-4 622,5 13-334,0-5 1,7-1-404,1 6 1,8-13-60,-1 5 1,-5-6-168,1-6 0,-1-2-23,5-7 0,0-2-111,1-4 0,4-3 103,1-6 1,-1-1-119,-5 0 1,6 1 9,-1-1 0,1-2-202,-6-2 0,-5 2-86,1-2 0,-8 2 99,2 2 0,-1 1 223,1-1 1,-4 7 145,4 4 396,-3 3-407,-2 8 0,-2 4 11,-3 10 1,2 5 30,-7 11 0,6 3 229,-1 6 0,-2 3-13,2 3 0,0 3-47,5 7 1,0 0-372,0 0 0,0-7 2,0-3 1,2-4-16,3-1 1,-2-7 209,8-4 0,-6-4 87,5-6 5,-7-3-50,4-7-154,0 0 0,-4-7 52,8-3 1,-6-6-277,5-4 1,-5 3 55,5-4 1,-1-1-47,1 2 193,4-1 1,-7 11-75,3 0 77,3 6 0,-6 4 81,3 11 0,2 4 249,-7 5 0,2 3-99,-2 2 1,-1 4-62,6-3 1,-5 1-21,5-2 0,1-2 22,4-8 0,5-5-47,1 0 0,1-6 19,-2 1 0,3-5-65,2-5 1,-1-4-152,-4-6 1,-2-5-295,2-1 1,-3-6 178,-2 1 0,-6-3-341,-4-1 1,-3 4 219,-2 0 0,-2 3 15,-3-3 1,-2 4 194,-3 7 0,-4 6 55,4 4 0,-4 5 35,-1 5 0,1 5 300,4 11 1,-2-3-43,7 8 0,0-2-81,5 1 1,2 3-692,3-8 1,3 2-205,8-1 0,4-4-1363,1 3 2097,6-3 0,-3 5 0,6 2 0</inkml:trace>
  <inkml:trace contextRef="#ctx0" brushRef="#br0" timeOffset="7219">5936 1398 8006,'0'-15'494,"0"6"0,0 9 115,0 10 1,0 8-16,0 7 1,0 2-110,0 14 1,-2 0-197,-3 5 0,3 5-111,-3 0 0,4 1-85,1-6 1,0-6-6,0 1 0,0-8-206,0-3 0,5-6-162,0-8 225,7-8 1,-4-1-33,8-7 1,-6-2-51,0-3 0,0-8-156,6-8 0,-3-6 113,-3 1 1,4-8-31,-4-2 0,-1 1 87,1 4 0,-1 2-171,1 3 1,-3 4 252,-7 7 229,6 6 179,-4 3 1,5 14-71,-7 7 0,-5 8 120,0 7 0,-6 1-188,6 0 1,0 4-54,5 1 0,0 0-67,0-5 1,0-2-17,0-4 1,2-3-157,3-6 0,2-6 55,3 0 1,4-6-158,-4 1 1,2-5-108,-2-5 0,4-4-117,-4-6 1,4-8 195,1-2 1,0-4 90,1-2 0,-6-5-33,0 1 1,-5-6-35,5 5 0,-6 5-963,1 6 692,-3 6-92,4-3 685,-4 7 0,3 6-164,-10 4 0,2 5-111,-7 5 1,-1 9 237,-4 6 0,5 7 366,0-1 1,1-2-134,-1 1 0,-2-1 177,7 2 1,0 1-268,5-7 1,0 1-51,0-6-318,0 1 76,6-1 1,-4-7-192,5-1 152,0-7 0,-4 0 64,7 0 1,-4-1-1,4-5 0,-2-2-146,2-7 1,2-1-194,-6 1 0,5 0 115,0-1 1,-3 3-36,2 2 1,-4-7 39,4 2 0,-7 3 149,2 2 1,2 1-5,-2-5 1,2 5-49,-2-1 0,-3 6-5,3-5 0,-2 7 220,2-2 211,-3 3 0,7 2-123,-4 0 0,-2 2 54,7 3 1,-4 3 63,4 8 0,-5-1 45,5 0-45,0 7-124,6-5 0,-3 7-124,-2-3 1,2 1 10,-3 3 1,2 3 18,-1-8 0,-3 1-156,-3-6 231,-3 0 1,3-1 83,-10-4 0,-4-3-265,-6-7 0,0-5-165,-1 0 0,-1-7-291,-3 2 1,3-4-84,-4-1 1,9-1-1381,2 1 1952,7 0 0,-11-1 0,6 1 0</inkml:trace>
  <inkml:trace contextRef="#ctx0" brushRef="#br0" timeOffset="7892">7132 1598 7950,'0'-16'399,"0"1"-200,0 6 0,0-4 585,0 11-283,0-5 93,-7 7-216,6 0 0,-6 4-102,7 6 1,2 9 13,3 16 0,-2 3-94,7 3 1,-6 8-92,1-3 0,3 2-193,3-7 0,1-4 119,-2-6 0,3-5-209,-2-1 1,2-11 79,3 1 1,-6-10-62,0 0 0,-5-5 85,5-5 0,-6 0-113,1-10 0,2 1 32,-2-11 0,5-1-85,-5-5 1,2 1 79,-2-1 1,-3 0-184,3 1 1,-2 1 120,2 3 229,-3 4 400,5 13-264,-7 3 1,0 14 203,0 7 0,0 2-133,0 9 1,0-7-30,0 1 0,0 2 148,0-1-154,7-1 0,1-6-252,8-4 1,-6-1 70,0-4-93,0-4 0,1 6 84,-1-7 1,-5-5-354,5 0 243,-6-7 1,4 4-267,-3-8-71,-3 8 61,5-6 146,-7 12 1,-2-4-7,-3 6 0,1 0-459,-6 0 350,0 0 1,-5 1-221,-1 4 0,-1-3 586,-3 3 0,-4 4 0,-7-1 0</inkml:trace>
  <inkml:trace contextRef="#ctx0" brushRef="#br0" timeOffset="8033">6979 1674 7950,'0'-10'2240,"0"0"-1761,0 0 1,2-6-196,3 1 1,5 5-27,10-1 0,6 1-277,10-5 1,3 5-318,7-1 0,5 3-283,0-2 1,12-2 618,-1 7 0,2-7 0,-2 3 0</inkml:trace>
  <inkml:trace contextRef="#ctx0" brushRef="#br0" timeOffset="9212">8206 1751 8067,'-5'-15'465,"0"-1"-244,1 1 0,3 0-180,1-1 1,0 6 383,0 0-28,0 0 394,0 1-494,0 2 0,-7 11 68,-3 6 1,-6 7-182,-4 14 1,3 1-1,-4 4 1,4 1-86,2 4 1,5 2-188,-1-7 1,8-2 135,-2-9 0,3 2-153,2-6 1,7-7-113,3-9 0,4-4 108,1-1 1,2-6-175,4-5 0,-4-7 3,3-3 1,2-6-12,-1 1 0,-1-4 163,-4-6 0,-8 3 15,-3-2 1,2 7-16,-2 3 1,0 6-106,-5-1 584,0 3-139,0 8 1,-1 6 188,-5 13 1,5 2-172,-4 13 0,-2-1 44,2 2 1,0 3-239,5-4 1,5-3-52,0-1 1,7-4 149,-2-2 1,5-6-17,6-4 0,-4-3-244,3-2 0,-3-2 5,-1-3 0,1-4-84,3-6 0,-5-6 65,1 1 0,-1-2-33,-5 1 0,-3-1 61,-2-3 1,-3-4-151,-2 3 1,-2-3 176,-3-1 1,-2 1-19,-3 3 0,-3-1 220,2 6 57,4 1 0,-1 10 277,3-1-335,3 1-115,-5 2 1,9 1-4,3 7 0,4 0-10,6 0 0,2 0 57,3 0 1,-2 0-22,2 0 1,2 0-122,-1 0 1,-1 7 59,-5 3 0,1 3 43,-1 3 1,-6 1 38,-4 3 0,2-1 127,-2 7 1,0-6-90,-5 6 1,0-1 149,0 6 0,0-6-205,0 1 0,0-6 2,0 6 1,0-7-2,0 1 0,7-4 55,3-6 0,3 2-72,3-7 0,-1 0-17,0-5 0,6 0-18,-1 0 0,6-7-7,-6-3 0,1-5-109,-6-6 1,0 4 56,1-3 0,-3 1-135,-2-2 1,-3 3-16,-3-8 1,-3 6 106,3-6 0,-10 2-132,-5-1 1,-4-4 119,-1 3 0,-1 4 177,1 2 0,0 2-85,-1 3 0,6 2 145,0 2 1,7 3-72,-3 3 180,5 3-200,1-5 1,7 7 23,3 0 1,3-2 28,3-3-53,-1 4 1,2-6 32,4 7 0,-4 0-32,3 0 0,-1 0 110,1 0 1,-8 1-107,4 5 1,-4 2 176,3 7 0,-2 3-95,-2 2 1,1-1 97,-7 6 1,0 1-81,-5 5 0,0 1 19,0 4 0,5-4-139,0 4 0,2-4 64,-2-1 1,-2-6-79,8 1 0,-3-7 1,4 0 117,-2-8 0,1-4-30,4-7 1,0 0-52,1 0 1,1-1-9,3-5 0,-3-4-291,4-10 172,-4 3 1,3-12-226,0 3 1,-4 1 131,-6-6 0,-1 4-313,1-9 281,3 4 1,-11 3 127,3 3 0,-3 4 217,-2 6 0,0 6-125,0 0 149,0 7 0,0 3 539,0 10-478,0 3 1,-5 5 88,0 2 0,0-1-57,5 6 1,0-6-578,0 1 0,0 3 232,0-3 0,0 1-825,0-6 0,1 0-214,4 1-25,4-8 197,-1-1 585,6-14 399,-12-1 0,5-15 0,-7 0 0</inkml:trace>
  <inkml:trace contextRef="#ctx0" brushRef="#br0" timeOffset="9547">9310 1505 8014,'-15'-30'119,"6"-1"0,-3 7 171,7 4 1,0 3 132,5 1 0,0 6 347,0 0-573,0 7 1,7-9 0,3 7-47,4 1 0,1 2 120,1 2-187,6 0 0,-3 2-75,6 3 1,-4 4 203,4 6 0,-6-3-88,1 3 0,2-3-53,-1 9 1,-1-4-37,-4-2 0,-1 6-47,0-1 1,1 2 122,-1-1 0,-1-3 20,-4 8 1,4-7-51,-4 1 1,3-3-1,3-1 1,-8-1 171,-3 0-59,4-6-122,-7-2 1,6-7-40,-3 0 0,-3-7-12,3-4 0,-3-2 4,-2-2 0,0-8-118,0-2 0,0-4-100,0-2 0,0-6-343,0-4 0,0-4 353,0-1 1,5 6 64,0-1 1,5 12-1698,-5-2 333,7 11 302,-3-3 747,6 15 0,-5 8 64,1 10 1,-8 4 367,2 1 0,-3 0 0,5 8 0,1 0 0</inkml:trace>
  <inkml:trace contextRef="#ctx0" brushRef="#br0" timeOffset="9908">9862 1551 8163,'0'9'1468,"0"5"-633,0-13-207,0 6-407,0-7 0,2 0-151,3 0 0,-1-7-161,6-3 0,-2 2 22,3-3 1,2 1-128,-2-5 1,0-2 172,0-4 1,2 3 15,-2-8 0,-5 6-579,-1-6 0,2 0 187,-2-4 0,6 4 106,-6 1 0,0 6 215,-5-2 1,0 10 351,0 0-74,0 8 102,-7-4 0,-2 14 237,-6 3 0,0 5-233,-1 6 0,1-2 33,0 6 1,-1-1 2,1 2 0,1 3 43,4-4 0,2 4-110,3 2 1,3-2-9,-3-4 1,3 3-73,2-8 0,7 1 0,3-6 0,4-2-304,1-2 0,0-3 130,1-3 1,4-3-397,1 3 1,-1-3-233,-5-2 1,1 0-588,-1 0 0,1-5 324,-1 0 0,0-6 870,1 6 0,-1-7 0,0 4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9:02.92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123 522 8093,'0'-15'59,"0"0"0,0-1 1,0 1-1,0 0 1,0-1 1165,0 1 1,-1 0-526,-4-1-400,3 1 73,-5 6-295,0 3 0,-1 12 90,-8 5 1,6 11-107,0 8 0,0 3 61,-6 8 0,6-6-143,0 6 0,7-7-73,-3 2 0,5-8 51,1-3 3,0-6 1,7 1 60,3-9 0,3-5-105,3-6 1,-1-1 14,0-4 0,1-9-152,-1-7 1,0-6 39,1 2 0,-3-4-124,-2-2 1,1 2 115,-7 3 0,0-1-12,-5 7 180,0-1-59,0 6 237,0 6 0,0 9-39,0 11 0,0 4 175,0 5 0,0-1-81,0 7 0,7-8 9,3 3 1,3-6-113,3-5 1,6 2-6,4-6 0,1-1 15,-2-5 1,4-7-58,-3-3 1,3-6-164,2-4 0,-2-4 34,-4-7 0,2 1-127,-6-1 0,-1-1 32,-4-4 1,-3 3-139,-3-2 0,-1-3-33,-4 2 1,-3 0 168,3 6 0,-3 4 37,-2 1 1,0 11 47,0-1 315,-7 10 0,5 6-21,-3 15 1,-2 14 300,2 16 0,0 9-141,5 11 0,0 4 233,0 7 1,7 6-863,3 4 0,-1 4 295,1 1 1,0-9 209,5-6 1,-4-9 49,-1-12 1,-7-11 42,2-15 246,-3 1-19,-9-14 0,-6-2-443,-8-10 0,-4-15-306,4-5 0,-6-12-471,1-4 0,4-7 635,2-8 0,4-6 129,6-5 0,3-1-462,7 2 1,2 3-778,3 7 1,4 7 424,6 3 1,5 11-19,1 4 0,6 4 142,-1 2 1,3 5-84,1-1 0,1 8 657,0-2 0,-1-4 0,1 1 0</inkml:trace>
  <inkml:trace contextRef="#ctx0" brushRef="#br0" timeOffset="208">967 338 8053,'-15'-15'1002,"6"6"-173,-4-4-514,11 11 0,-3-10-83,10 7 0,5-7-393,11 2 0,-3 1 86,8-1 1,1 0-123,9-6 0,-4 1-136,4 0 1,-5 1-416,-6 4 0,-3-2 748,-6 7 0,6-7 0,2 3 0</inkml:trace>
  <inkml:trace contextRef="#ctx0" brushRef="#br0" timeOffset="726">1212 1 8053,'-8'7'237,"-6"1"0,11 7 515,-7 1 1,5 8-253,-6 6 1,8 8 2,-2 8 0,-2 7-141,2 3 1,0 4-160,5 1 0,0-1-105,0-4 1,0-3-173,0-7 1,7-12 159,3-4 0,3-9-55,3-1 0,-1-4-26,0-6 0,1-3 48,-1-7 1,0-4-207,1-6 0,-1-2-8,0-13 1,1-3-11,-1-8 1,-1 2 30,-4-7 0,-3 7-185,-7-1 0,0 2 215,0 3 1,0 4 13,0 0 0,-2 13 477,-3-3-202,3 11 17,-11-1 1,11 12 4,-3 5 0,3 2-104,2 3 1,0 4-66,0 0 0,2 1 11,3-6 1,4 1-40,6-1 0,2-5-152,3 0 1,-3-6 21,4 1 0,1-3 99,-2-2 0,1 0-110,-6 0 1,6 0 75,-1 0 0,1-6 0,-6 1 1,0-5-15,1 5 1,-6-2-71,0 2 140,0 3 0,6 1 4,-1 6 1,-7 8 168,-2 3 1,0-1-123,0 6 0,-1 1 193,-5-2 0,1 1 360,4-6 92,-3-7-236,5 6 1,-9-12 336,-3 3 0,2-5-459,-7-5 0,6-5-221,-1-11 0,3 2-422,2-6 0,0-1 257,0-4 0,2-10-1285,3-6 1,5 0 474,11-5 1,3 10 8,6 6 0,3 4 125,2 5 729,-2 4 0,11 14 0,-5 1 0</inkml:trace>
  <inkml:trace contextRef="#ctx0" brushRef="#br0" timeOffset="1141">2808 185 7977,'-7'-22'108,"5"5"1,-12-7 368,4 3 0,-2 4-86,2-3 0,-4 8 26,4 2 0,-3 6-151,-3-1 1,1 3-93,0 2 1,-1 7-1,1 3 1,0 9 27,-1 2 1,1 6-75,0-1 0,6 1-151,4-2 1,3 3-333,2-8 1,7-1 246,3-9 0,6 2-228,4-7 1,-1 0 142,6-5 1,-1-7 85,2-3 0,1-5-124,-6-6 0,4 3-235,-4-8 0,-1 7 232,-5-1 0,-1 8 114,-4 2 1,-1 6 600,-4-1-393,-3 3 1,4 9 520,-6 4 0,-1 9-329,-4 6 1,-2 4-85,-4 6 1,0 3 21,5 7 0,-4 0 193,5 0 1,0-1-450,5-5 0,0 3-574,0-7 0,0-7-359,0-9 0,2-3 0,3-1 971,3-8 0,8-8 0,-1-8 0</inkml:trace>
  <inkml:trace contextRef="#ctx0" brushRef="#br0" timeOffset="1299">3099 446 9526,'-7'-9'2905,"-1"2"-3307,-1 7 1,2 2 298,7 3 1,0-2 420,0 8-318,0-8 0,14 11 0,3-6 0</inkml:trace>
  <inkml:trace contextRef="#ctx0" brushRef="#br0" timeOffset="1521">3467 231 7944,'-8'7'1772,"-4"1"-1008,7 8-470,0 6 1,-1 2-59,1 6 0,0 1-126,5 0 1,0-1-105,0 1 0,0 0-256,0-1 0,5-1 323,0-3 1,7 1 147,-1-6 0,2-1-3268,3-5 3047,-8-6 0,12-9 0,-2-9 0</inkml:trace>
  <inkml:trace contextRef="#ctx0" brushRef="#br0" timeOffset="1771">3728 323 8475,'-15'13'2180,"4"-2"-1715,1 9 0,7 2-188,-2-1 0,3 4-133,2-4 1,2-1-101,3-4 0,5-6-107,10 0 1,-1-7 122,7 3 0,-2-12-178,1-4 0,2-9-19,-6-1 1,-1-7-53,-4 1 0,-3-3 121,-2-1 0,0-1-112,-5 0 1,-3 1 59,-8-1 0,-5 0-152,-11 0 0,4 8-49,-3 2 0,-2 6 143,1 5 1,-6 3 2,1 7 0,4 8-109,2 8 0,3 1-190,1 8 1,8 1 0,3 4 473,3 1 0,2 0 0,0 0 0</inkml:trace>
  <inkml:trace contextRef="#ctx0" brushRef="#br0" timeOffset="2625">4341 400 8021,'-15'-9'211,"0"2"0,5 7-93,-1 0 0,1 0 261,-5 0 0,-1 9-46,1 6 1,0 2 263,-1 9 0,3-2-220,3 1 1,1 4-150,4-3 1,3 1 14,-3-2 0,3-2-237,2-8 0,0 0-671,0 1 619,7-8 0,2-1 29,6-7 1,-5-7-55,1-3 1,-1-9-247,5-1 1,0-8-75,1 3 0,-1-4 119,0-2 0,-4 1 77,-1-1 1,-5 2 205,5 3 1,-6 4 394,1 7-325,-4 6 40,-1 3 0,-1 6 71,-4 0 0,1 8 284,-6 7 0,7 2-60,-3 9 1,0-2-83,1 1 0,-1 4-338,6-3 0,2-4 30,3-1 1,-1-4-97,6-2 0,0-1 179,5-4-170,1-3 67,6-7 1,-5-2-168,3-3 1,-8-4 42,-1-6 1,-3-7 68,2-4 1,2-3-69,-7-1 1,6 1 150,-6 3 0,0-3-1,-5 4 1,0 2 14,0 3 0,0 3 141,0 2 1,0 4-97,0 1 239,0 7-289,0-4 0,0 14 21,0 3 1,-2 4 114,-3 1 1,3 7-131,-3 4 0,3 1-6,2-2 1,0 3-11,0-8 0,0 6-17,0-6 0,2 1-120,3-6-102,-3 0 1,10-5 23,-7 1 1,2-8 114,-2 2 1,-2-8-172,8-2 1,-6-9-1,5-1 0,0-2-22,6-9 1,-3 7 135,-3-1 1,4-2-18,-4 1 1,-1 1 13,1 5 0,-7 4-141,3 1 254,2 7-68,-6-4 1,10 9 263,-7 3 1,0 3 49,-5 8 1,0 1 44,0 3 1,0-1-157,0 6 1,0-4-61,0 4 1,2-6-12,3 2 1,-2-10 84,7 0-256,-6-8 140,9 4 1,-4-9-286,6-3 0,-5-3-28,1-8 0,-6-6-42,5-3 0,-1-3 182,1 3 0,3-9 19,-2 3 0,-3 2-315,2 3-353,1 8 980,4-4-156,0 13 1,-6 14 648,-4 10 1,2 9-171,-2-3 1,0 6 66,-5-1 0,5-3-219,0 3 0,5-6-100,-4 6 0,5-7-342,0 1 0,1-3-649,-2-1 1,3-1 742,-2 0 0,2 1 0,3-1 0</inkml:trace>
  <inkml:trace contextRef="#ctx0" brushRef="#br0" timeOffset="2839">5446 660 8422,'0'11'1016,"0"-1"1,0 0-367,0 5 1,0 6-414,0-1-75,-7 7 1,5-4 67,-3 2 1,-3 2-1,-3-6 0,-2 6 95,-3-1-325,1 3 0,-7 1 0,-2 1 0</inkml:trace>
  <inkml:trace contextRef="#ctx0" brushRef="#br0" timeOffset="4035">6228 522 7978,'0'-8'919,"7"1"0,-5 10-251,3 8 1,-4 2-253,-1 18 0,0-4-150,0 9 0,0-4-125,0-1 0,0 3-160,0-3 1,2 1 120,3-11 0,2-6-83,3-5 0,4-6 79,-4 1 1,4-5-154,1-5 1,0-4-217,1-6 1,-1-2 133,0-4 1,1-1-308,-1-4 1,-1-1 84,-4 7 1,2-8-37,-7 3 0,2-4 103,-2-2 1,-3 6 51,3-1 1,-4 7-6,-1-1 107,0 10 441,0 3-234,-6 7 1,4 2 504,-3 3-362,3 3 1,2 8 224,0-1-374,0 0 1,7-1-10,3-4 0,-1-1-32,1-4 1,0-4 3,5 5 0,1-5-98,-1-1 1,0 0 65,1 0 0,-6-1-233,0-5 237,-6 5-109,9-13 0,-9 6-130,6-8 0,-5 1 93,5 0 0,-6-1-107,1 1 0,-2 0 134,2-1 0,-3-1-13,3-3 1,-3 3 119,-2-4 1,-5-1-148,0 2 516,0-1 0,-1 6-120,1 0 1,0 4 50,5 1 1,0 5-29,0-5-137,0 6 1,5-9-75,0 2 0,7 3 34,-1-2 1,2-1-136,3-4 0,4 0 76,0-1 0,1 1-144,-6 0 1,2 5 28,4-1 0,-9 3 43,3-2 66,-3-4 1,2 11-7,-4-8 1,-2 8 38,-3-2 0,-3 5 113,3 5 0,-3 3 276,-2 8 1,0 1-171,0 3 1,0 4 146,0 7 0,0 1-183,0 4 0,0 3-109,0 7 1,2 0 160,3 0-483,-4-7 176,13 6 0,-11-13 77,8 4 1,-3-5-100,2-6 1,4-3 27,-4-6 0,-1-3 66,1-3 0,-5-3-28,5-7 1,-4 0-23,4 0 0,-5-7 19,5-3 1,-5-5-50,5-6 1,-1 3-131,1-8 0,2 2 129,-7-1 1,5-3-128,-4 8 1,4 0 54,-5 4 1,2 6 15,-2 0 83,-3 6 52,4-2 1,-1 12 214,1 5 0,-1 7-187,-5 3 487,0 6-325,0-10 0,0 12-81,0-3 0,1 3 67,4 1 1,-1-6-37,6-3-58,-6 2-13,9-6 1,-4 1-133,6-8-48,-6-7 46,4 4 1,-9-7-178,6 0 0,-2-2-31,3-3 0,0-3-323,-5-8 1,4 1 325,-5 0 1,5-2 81,-5-4 1,6 2-621,-6-6 376,0-1 109,-5 2 0,5-3-897,0 7 503,0-8 522,2 11 0,-5 0 289,3 7-15,-4 7 217,-1-4 1,0 9-295,0 3 0,0-2-75,0 7 1,0 2 1277,0 9-623,0-4-364,0 5 1,2-7-304,3 1-52,-3 6-121,5-5 1,-6 3-487,5-10 0,-5 4-439,4-4 64,4-3 1,-6 0 1071,8-7 0,-1-7 0,5-1 0</inkml:trace>
  <inkml:trace contextRef="#ctx0" brushRef="#br0" timeOffset="4191">7378 262 7975,'-8'-7'1073,"1"-2"-397,0 1-401,6 1 1,-5 7-83,12 0 0,2 0-533,7 0 1,1 0-154,-1 0 1,2 5-381,4 0 0,-4 5 562,3-5 1,-1 6 310,1-6 0,-3 13 0,5 0 0</inkml:trace>
  <inkml:trace contextRef="#ctx0" brushRef="#br0" timeOffset="4574">7608 369 7975,'0'10'487,"0"0"-216,-6 1 1,2 6 105,-6 3 0,7-3 205,-2 4 0,3 1-148,2-2 1,0 7-158,0-1 0,2-4-169,3-1 1,3-1-16,7-5 1,1 4-123,-1-9 1,6-3 90,-1-2 0,6-5-145,-6-5 1,2-5 4,-1-11 1,-4 3-144,3-8 1,2-5 62,-1-4 0,-1-8 67,-4 2 1,-1-5-339,0-5 0,1 3 106,-1-3 0,-7 9 1,-2 1 0,0 8 268,-1 3 582,1 6-240,-6 15 0,-2 6 290,-3 13 0,1 7-2,-6 14 0,2 5-218,-3-1 1,-1 8 362,7-2 1,0-2-396,5 2 0,0-7-303,0 2 0,0-9-46,0-1 1,5-8-275,0 3 0,7-11 102,-1-5 0,-3-3-166,2-2 0,1-9-45,4-6 1,2-2 101,3-9 1,-8 8-236,4-3 1,-4 4 235,3 2 1,0 1 129,1 4 0,-1 3-17,0 7 1,-4 2 182,-1 3 0,-5 4-336,5 6 0,-5 0-225,5 1 1,-1 4 567,1 0 0,4 8 0,-6-4 0</inkml:trace>
  <inkml:trace contextRef="#ctx0" brushRef="#br0" timeOffset="4897">8790 308 7861,'8'-7'0,"-1"5"0,-7-3 0,0 10 0,5 4 580,0 6 0,0 2 817,-5 3 1,0 3-918,0 2 0,0 2-291,0-6 1,2 4-260,3-4 0,-2-1-328,8-4 1,-6-6-106,5 0 0,-5-7 383,5 3 1,-5-5-2155,6-1 2274,-1-7 0,5-8 0,1-9 0</inkml:trace>
  <inkml:trace contextRef="#ctx0" brushRef="#br0" timeOffset="5241">8790 123 7710,'15'9'365,"0"-4"1,1-3-254,-1-2 1,7 0-1,4 0 1,3 0-237,1 0 1,-4 0 18,-1 0 0,-4 0-50,4 0 166,-6 0 1,3 5-172,-6 0 316,-8 0 38,-1 2 1,-14 0-156,-3 3 1,1 4-21,-1-4 0,2 3 530,-3 3 1,5-1-278,6 1 1,0-1-170,0 0 0,6 1 23,5-1 1,9 0-166,6 1 1,3-1 132,1 0 1,6 1-104,0-1 0,-2 0 65,-8 1 1,-4-3-47,-7-3 0,-1 4 698,-4-4 0,-5 2-176,-10-2 1,-5 2 27,-11-7 0,-3 7-431,-6-1 0,-3-3-465,-2 2 0,2-6-518,-3 1 0,9 2 854,2-2 0,6 7 0,-3-4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9:13.90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198 123 8113,'0'-9'530,"0"3"-180,0 6 49,0 0-27,-6 0-149,4 0-125,-5 0 0,2 1 140,0 4 1,-2 4 83,2 6 1,2 7 32,-8 4 0,3 10-76,-2 5 0,-4 5 330,4 5 0,-4 3-146,-1 8 1,-1 1-7,1 3 0,0-8-290,-1 3 0,8-14-122,3-1 1,5-11 51,5 1 0,5-10-202,11-6 0,-3-10 46,8-5 1,-1-3 88,6-2 1,0-7-478,-1-3 0,-4-10 14,0-6 1,-8-3-112,3-2 1,-6 1 267,-5-1 0,-5 2 81,-10 4 0,-5-1 75,-10 11 0,-6 3 175,-10 12 1,4 0 18,-4 0 0,4 8-163,1 8 1,7 1-156,4 8 1,10-6-343,4 1 0,6 3-1781,6-3 2367,9 0 0,9 3 0,6 0 0</inkml:trace>
  <inkml:trace contextRef="#ctx0" brushRef="#br0" timeOffset="2900">628 384 7967,'0'-11'6,"0"1"1,0-2 339,0-1 1,0-3 129,0 1 0,0-2-50,0-4 0,-5 4 109,0-3 1,0 3-211,5 2 1,0-1-89,0 1 1,5 0-253,0-1 1,7 6 54,-2 0 1,4 6 34,1-1 0,2 4 34,3 1 0,-1 6-174,7 5 0,-2 9-8,1 6 1,-1 8-100,-3 1 1,-6 8-96,0-2 1,-1 3 121,-9 2 0,0-5-74,-5 0 1,0-7 99,0 2 1,-7-5 178,-3-6 1,-9-3 28,-1-6 0,-2-6 216,1 0 0,-1-6-150,-4 1 0,4-5 58,7-5 0,0-4-200,-1-6 1,8-6 82,3 1 0,3-2 70,2 1 0,5 9 2,0-3 0,12 10-11,-1 0 0,4 3-116,0 2 1,4 2 9,7 3 0,-2 2-257,-3 3 0,8 4-404,-4-4 0,4 2-763,-3-2 1,0 4 168,-1-4 1204,1-3 0,0 6 0,-1-4 0</inkml:trace>
  <inkml:trace contextRef="#ctx0" brushRef="#br0" timeOffset="4344">1625 460 8167,'0'-8'1306,"0"1"-926,0 7 0,2 7-183,3 3 0,-2 9-20,7 1 0,-1 6 21,1-6 1,-1 8-84,-4-3 0,-2-3-168,7-1 1,-6-4-7,1-2 340,-3-6 75,-2-3 1,0-7-150,0-4 1,0-6-85,0-9 0,0-2-116,0-4 1,0-4-159,0-1 1,5 0 52,0-5 0,5 4-191,-5 1 0,5 6-24,-4-1 0,4 13-131,-5-3 423,7 11-93,-4-2 37,1 14 0,-2 3-44,-7 11 0,1 4 179,4 11 1,-3-3 252,3 2 1,-1-2-167,1-3 1,-3-1-16,3-3-237,3 3 179,1-12 23,6-2 0,-1-10-74,-4-10 1,4-3-24,-4-8 1,-2-6-75,2-3 0,1-4-131,4-2 0,0 0 149,1 1 1,-6 1-103,0 3 0,-1-1 248,1 6 1,-2 3-135,-2 7 1,-5 3 223,4 3 1,-3 5-137,-2 0 0,0 7-58,0 8 0,0 9 246,0 7 1,0-1 349,0 6 1,0-4-336,0-1 1,5-2-161,0-3 1,7 1-162,-2-7 0,-1-1 132,1-9 1,0 2-222,6-7 141,-1 0 1,0-5 35,1 0-23,-1-13 1,0-3-14,1-9 0,-6-2-46,0 6 1,-5-4-154,6 4 0,-6-4-3,5 4 1,-5-4-3,5 4 159,-6 1 0,4 6-34,-3 4 195,-3 3-150,5 7 0,-7 2 49,0 3 0,0 3 149,0 8 1,0 1-65,0 3 0,0-1 210,0 6 1,0-4-15,0 4-192,7-6-30,-6 3 0,13-8-198,-4-4 220,4 4-14,1-12-248,1 4 227,-1-6 1,0 0-28,1 0 1,-1-3-26,0-7 0,1 0-57,-1-11 0,0-1-132,1 1 1,-3-1-173,-3 2 69,4 3 265,-12-12 1,10 12-104,-7-4 26,7 4 166,-11 2 11,6 0-129,-7 6 172,0 2 21,0 7 457,0 0-156,0 7-87,0-5-227,0 11-50,0-4 72,0 6-182,0 1 115,0-1 1,0-5 24,0 0-16,0-6 64,0 9-89,0-11 1,0 7 16,0-4-10,0-3 16,0 4 42,0-6 412,0 0-311,0 7 29,0-5-97,0 12-1,0-6-158,-7 7 121,6 1-43,-6-8 0,7 6-114,0-4 125,-7-3 37,5 0 23,-4 0-45,6-6 0,0 8 91,0-4 8,0-3 16,0 4-295,0-12 1,0-3 106,0-6 0,5-1-535,0 1 243,7-7 149,-4-2-779,8-7 594,-8 1 1,6-1 37,-4 0 1,4 7 88,1 4 1,0 3 22,1 2 1,-6 1-9,0 4 1,-5 3 303,5 7-134,-6 0-19,3 7 0,-2 3 718,0 10-321,0-3-231,-5 12 210,0-11-204,7 10 1,-6-9-31,5 7 0,0-7 9,0 1 1,4 2-84,-5-1 1,5-1-161,-5-5 0,5-4-2510,-4-1 1115,-1-7 392,1 4-948,-4-7 1148,5 0 912,-7-7 0,-7-8 0,-1-9 0</inkml:trace>
  <inkml:trace contextRef="#ctx0" brushRef="#br0" timeOffset="4511">2392 16 8055,'-9'0'2585,"-4"0"-885,11-7-1183,-5 5 0,14-5-442,3 7 1,6 0-322,4 0 0,-1 5-508,6 0 0,1 2 611,5-2 0,-1-1 143,1 6 0,0 0 0,-1 6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9:20.42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185 700 8090,'0'-16'-40,"0"1"1,0 0 0,0-1 629,0 1 6,0 6-358,-7-4 1,4 11-114,-8-3 0,1 7 272,-5 8 0,0 2-94,-1 13 1,-1 3 31,-3 7 1,3-2-209,-4 3 0,9-4-159,2-1 0,7-6 40,-2 1-185,3-7 0,4 1 169,3-10 1,-2-3 73,7-7 0,1-2-252,4-3 1,2-5 45,3-10 1,-3-4-103,4-7 0,-4 0 100,-2 1 0,-1-1 129,-4 0 0,2 2 17,-7 4 206,0 3-270,-5 6-13,0 8 438,0 21 1,0 6-143,0 17 0,0-4-102,0-1 0,7-5-91,3-1 0,-1-6-187,1 1 0,0-4 190,6-6 0,-1-3-17,0-7 1,6-4 1,-1-6 1,1-2-36,-6-13 1,0-3 24,1-7 1,-1 2-17,0-3 1,-4-3-59,-1-2 1,-7 2 28,2-2 0,-3 2-107,-2-2 0,-2 5 171,-3 11 1,3 3-13,-3 6 0,2 8 120,-2 3 0,3 6-102,-3 10 0,2 12 190,-2 18 1,3 10-67,-3 6 0,3 9 114,2 6 0,2 4-333,3 6 0,-2 2-93,7 3 1,-4-6 151,4-9 0,-7-12 12,2-14 0,-3-9 769,-2-11 67,0 3 1,-3-19-193,-8 0 1,-1-6-273,-13-4 0,4-12-332,-4-4 1,1-9-176,-2-1 1,4-5-86,7-4 1,1-5-116,4-6 1,3 6-374,7-1 0,2 7 161,3-2 0,5 5-365,11 6 1,-2 2 197,6 8 0,1 1 284,4 4 1,1-2-384,0 7 0,-1-2 804,1 2 0,0 4 0,-1-6 0</inkml:trace>
  <inkml:trace contextRef="#ctx0" brushRef="#br0" timeOffset="162">691 669 8486,'-15'-7'1801,"5"0"-1456,-1-3 0,8 2-291,-2 2 22,3 5 1,4-11 45,3 7 1,10-5-830,11 4 0,-2-6 93,1 2 0,-1 2-951,2-3 1565,3 1 0,-12-5 0,5 0 0</inkml:trace>
  <inkml:trace contextRef="#ctx0" brushRef="#br0" timeOffset="673">829 316 8090,'-8'0'-26,"-6"0"26,12 0 0,-10 9 0,7 6 0,-7 9 500,2 12 0,-2 3 727,2 7 1,-2 5-682,7 0 0,0 2-254,5-2 1,0-1-334,0 6 1,1-8-43,5-2 0,2-2-102,7-8 0,1-7 200,-1-9 1,0-5-33,1-4 0,-6-5 46,0-6 0,0-3 27,6-7 1,-1-2-131,0-14 1,-4-4-17,-1-6 0,-7-2-172,2 3 0,-3 0 151,-2-5 0,0 5-99,0 0 0,-2 9 126,-3 6 0,4 3-145,-4 1 81,-4 8 415,7 1 0,-5 15-121,7 8 0,-5 1-160,0 8 1,0 1 159,5 5 0,5-6-65,0 1 0,7-7-63,-1 1 1,2-3 81,2-2-53,1 1 1,-1-8-52,1-3 1,-1-3 92,0-2 0,1-7-85,-1-3 0,0-5 20,1-6 0,-1-3-385,0-6 0,1 1 115,-1 3 1,-5 2-263,0 4 443,1 3 1,2 0-5,-3 7 93,-3 6 1,-2 4 237,0 10 1,1 11 58,-6 4 1,0-1-167,0 2 1,0-7 784,0 1 16,0 4 176,0-7-337,0-2-492,0-8 0,0-14-291,0-3 1,0-4-299,0-1 0,6-7 335,5-4 0,2-4-158,3-6 0,6 2-2040,3-7 1,4 7 2148,2-2 0,6-3 0,3 0 0</inkml:trace>
  <inkml:trace contextRef="#ctx0" brushRef="#br0" timeOffset="1463">1964 838 8641,'0'15'1250,"0"-5"-974,0 0-228,7-6 0,7 3 143,6-7 1,2-9-16,-1-6 1,3-2 12,6-9 1,-4-4 22,-1-6 1,1-7-229,5 2 1,-2-3-286,-4-2 0,-3-2 274,-6-3 0,-3 8 37,-3-3 0,2 4-218,-7-4 1,1 8 109,-6 8 1,0 6 124,0 8-37,0 8 0,0 3-1,0 10 1,-7 10 201,-3 11 1,-2 10 278,1 5 1,3 8-327,3 2 0,3 5-40,-3-5 0,3 4-212,2-9 1,0 0 97,0-15 0,2 1-102,3-11 0,-2-8 145,8-8 0,-1-3-45,5-2 1,-5-2 80,1-3 1,-1-5 298,5-10 0,1-6-335,-1-10 1,0 4 31,1-4 1,-3 4-84,-3 1 83,4 7-40,-12 2 0,10 12-32,-7-1 36,0 8 0,-3-2-47,3 10 0,-3 10 62,3 11 0,-4 3 221,-1 2 0,0-1-254,0 1 0,5 0 49,1-1 0,0-4-143,-1-1 0,2-6 86,4 2 1,2-11-29,-3-5 1,-1 2 49,1-2 1,-5 0-22,5-5 0,-1-7-40,1-3 0,4-4-84,-4-1 0,2-5-168,-2-1 1,4-6 93,-4 1 1,2-3-48,-2-1 0,2 4 112,-7 0 1,6 8-30,-6-3 82,0 11 0,-4 3 127,5 7 1,-5 7 7,4 3 1,-3 6 281,-2 4 0,0 4-138,0 7 0,0-6-127,0 1 1,0-2-291,0 1 1,5 2-129,0-6 1,6-6-893,-6-5 1003,7-6 0,-4 3-32,7-7 0,-4-2-1347,-1-3 1610,-7-4 0,11-13 0,-6-2 0</inkml:trace>
  <inkml:trace contextRef="#ctx0" brushRef="#br0" timeOffset="1798">2685 240 8019,'-8'0'-396,"1"1"262,7 4 1,0-1 189,0 6-22,7 0 1,3 0-135,10 1 0,-1-6 0,7 3 33,1-1 0,2 5 6,1-2 1,1-3-359,0-2 1,-1-1 418,1 1 0,0-4 0,-1 5 0,-6-5 0,-3-1 0,-4 0 126,-9 0 310,-1 0-285,-20 7 1,2 2 34,-9 6 0,3 0 272,1 1 0,8 4 328,3 0 1,3 3-606,2-3 0,2-1 51,3 6 0,5-1-185,11 2 1,-3 1 9,8-6 0,0-1-201,4-5 0,-4 1 179,-1-1 0,-8-5-57,-1 0 225,-1-6 1,-15 8 277,0-7 1,-8 0-831,-13-5 1,1 0 193,-11 0 1,5 0-331,-4 0 1,-1 0 484,5 0 0,4 7 0,0 1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9:29.46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47 637 7973,'-7'-16'0,"5"6"0,-5 2 324,0 1 183,6 2 218,-6 5-502,0 6 1,5 3 177,-3 6-177,4 7 0,1 1-40,0 2 0,0 9-11,0-3 1,0 1-157,0-6 1,0 3 10,0-4 1,5-2-94,0-3 0,5-3 75,-5-2 0,7-6 79,-2-4 1,-1-3-92,1-2 0,-5-2-2,5-3 1,-1-4 44,1-6 1,4-7-15,-4-4 0,-1 2-254,1-1 1,-2-2-103,3-9 1,2 5 103,-3 0 1,-1 8 122,1 7 1,-5 3-88,5 2 165,-6 5 1,3 14 122,-7 7 0,0 6-143,0 4 1,1 4-3,4-3 0,-3-2 303,3 1 1,-1-6 17,1 2 0,-2-1-131,7-5 0,1 2-83,4-11 0,-5-1 85,0-5 23,1 0 0,2-7 163,-2-3 0,-5-6-178,-6-4 0,0 1-40,0-6 1,0-1-29,0-5 1,-1 1-102,-4-1 1,1 0-355,-6 1 0,7 1 200,-3 3 1,5-1 119,1 6-553,0 1-901,0 11 1152,7 3 1,-1 7-18,5 4 1,2 4-388,-3 6 0,4 1 755,1-1 0,8 0 0,0 1 0</inkml:trace>
  <inkml:trace contextRef="#ctx0" brushRef="#br0" timeOffset="783">599 667 8471,'-2'11'772,"-1"0"45,-2 6-528,-7-1 1,8 8-25,-6-4 1,7-1-103,-3 6 1,5-6 191,1 2-117,0 2 0,7-7-14,3-1 0,3-6-404,3-9 0,4-2-38,1-3 0,4-5-66,-4-11 1,1-3 153,-2-6 0,-3-1-37,4 0 1,-6-6 97,-5-4 0,2 2-20,-7-2 1,-1 5 54,-9-5 0,1 2-7,-6-2 0,0-2-230,-5 8 0,4 6 51,1 8 1,5 6 561,-5 5-177,6-4-120,-3 12-85,7-5 1,2 13 20,3-1 0,4 0 43,6-5 1,1-2 29,-1-3 1,5 2-176,1-8 1,4-4-39,-4-5 0,4-3 61,-4 3 1,-1 1 105,-4-6 0,-1 4 4,0-4 0,1 6-5,-1-2 1,-7 4 218,-2 2-250,2 7 24,-6-6 0,5 14 678,-7 0 1,-2 14-19,-3 11 0,3 4-240,-3 2 0,3 6-244,2 4 0,-5 3-199,0 2 0,0 2 98,5 3 1,0-3-92,0 3 0,0-3 120,0-2 0,5-2-33,0-3 1,2-5-451,-2-11 0,-3-2 308,3-8 0,-3-5 1223,-2 0-469,0-6-528,0-4 1,0-14-94,0-6 0,0-8 52,0 3 1,0-4 140,0-2 1,5 1 27,0-1 0,5-5-1054,-5 0 0,7 7-48,-2 9 0,-1-1 357,1 6 1,-5-2-254,5 12 470,1 0 1,-1 13 186,0 8 1,-7 4 242,3 6 0,-5 3-199,-1-4 0,5 6-45,1 5 1,0-4 463,-1 4 1,-1-5-115,6-6 1,0 2-121,6-6 0,1-2-123,3-9 0,-1 2-141,6-7 1,-4 0 91,4-5 1,-6-2 20,2-3 0,-1-3-31,-5-8 1,4-6-29,-9-3 0,2 1-253,-1-2 0,-5 1-143,-6-6 0,0 0 12,0 1 0,0 1 107,0 3 0,-1 6 136,-4 9 0,-4 5 262,-6 6 1,-1 3 351,1 7 1,0 7-354,-1 14 1,6 0-146,0-1 0,7 1 794,-3 0 1,5-1-214,1 1 1,1-5-785,5-1 1,2-6-283,7 1 1,2-4-520,4-6 0,-2 2 1068,6-7 0,1 0 0,4-5 0</inkml:trace>
  <inkml:trace contextRef="#ctx0" brushRef="#br0" timeOffset="1949">2025 514 7974,'0'-15'802,"0"-1"-247,0 8 189,0-6-712,0 12 1,2-4 135,3 6 1,-2 0-42,8 0 0,-6 6 55,5 5 1,-1 9 46,1 6 1,-2 3-91,-3 1 0,-3 3-188,3 2 1,-3-2 41,-2 3 1,5-9 4,0-2 0,0-6 18,-5 2 0,5-9 113,0-2-167,7-7 0,-3 4-8,6-7 0,-4-7-206,-1-3 1,0-5 220,5-6 0,1 2 36,-1-6 0,-5-1-272,0-4 0,-1-1-56,1 0 0,-1 6 63,-4-1 167,-3 7 249,4-3-119,-6 14 178,0 8 0,0 13-183,0 8 1,0-1-10,0-4 0,0 4 68,0 0 0,2 1-66,3-6 0,-1-4-192,6-1 1,0-7 62,5 2 1,2-3-216,4-2 0,-4 0-62,3 0 0,-3-7-60,-1-3 1,-1-4 159,0-1 1,-1 0 73,-4-1 1,2-1-58,-7-3 0,2 3 64,-2-4 0,-3 4 200,3 2 0,-3 6 511,-2 3-224,0 6 1,0 13 251,0 8 1,-5 6-363,0 4 1,-1 6 19,6 4 0,-5 3 350,0 2 0,0 5 80,5 1 1,-2 11-441,-3-2 1,4 4-144,-5-4 0,3-1-233,-2-4 1,3 0 116,-3-10 1,3-5-82,2-15 0,0-4 77,0-7 52,0-6 1,0-9 125,0-11 0,0-11-94,0-8 1,0-8-254,0-8 1,5-7-95,1-3 0,4-9-115,-5-1 1,7-7 226,-2 1 0,9-1 80,1 1 0,6 7-25,-6 14 1,6 4-74,-6 16 0,1 5 544,-6 16 0,-1 5 179,-4 10 1,-3 10 341,-7 11 0,0 10-399,0 5 0,0-2 236,0 2 0,-5-2-313,0 2 0,-7-2-278,1-3 0,-2-9 164,-3 4 0,1-6 202,0 1-780,-1-4 348,1-7 0,0-6 0,-1-2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39:57.10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307 1412 7724,'-15'0'1527,"7"0"-1163,1 0-464,7 0 225,0 0 0,7 2 14,3 3 1,-2-3 262,3 3-255,-1 3 1,5-4-9,0 6 1,1-7-23,-1 2 0,-1-1-9,-4 1 1,4-3 78,-4 3 18,3-4-81,3-1 1,-1 0-7,1 0 0,-6-1-125,0-4 94,0 3 1,6-7-16,-1 4 0,-5 2 3,0-7-47,1 6 0,4-4 11,0 3 0,1 3-141,-1-3 55,0-4 0,1 2 81,-1-3 1,0-2-69,1 7 1,-6-5 43,0 5 1,-1-7-11,1 2 1,3 1 2,-2-1 0,2 0-2,3-6 1,-6 1 29,0 0 1,-1-1 2,1 1 1,3 5-10,-2 0 1,-3-1-10,2-4 0,-1 5-20,1 0 0,4-1 22,-4-4 1,-1 5 21,1 0-60,0-1 0,5-4-9,1 0 1,-3-1 19,-2 1 1,2 5-6,-3 0 0,-1-1 4,1-4 6,0 0 1,4-1 13,-4 1 0,4 0-12,-4-1 0,-1 3 1,1 2 0,-2-2 3,3 3 1,2-4 5,-3-1-8,4-1 1,1 1-1,1 0 0,-6 1-1,0 4 0,-1-4 1,1 4 1,4 1-31,-4-1 1,-2 5 23,3-5 2,-1 0 1,5-6-20,0 1 1,1 1-4,-1 4 0,-1-4 18,-4 4 1,4-2-2,-4 2 0,-2-4 19,3 4 0,-3 2-19,2-3 0,2 1 20,-7-5 1,6 5-18,-6-1 0,7 3 2,-2-2 0,-2-4 10,3 4 0,-6 1 1,5-1 1,-5 5-7,5-5 0,-5 1 0,6-1 1,-6-4-2,5 4 1,-2 2-1,3-3 0,2 1 0,-2-5 0,1 5 0,-2-1 0,3 1 0,-2-5 0,-3 5 0,2-1 0,1 1 0,4-5 0,-5 5-27,0-1 11,1 1 0,4-4 17,0 4 1,-5-2-6,1 7 1,-6-5 14,5 5 1,-5-5-16,5 4 1,-5-4-1,6 5 1,-6-5 23,5 5 1,-5-2 4,5 2 1,-4 1-5,4-6 0,-5 7 3,5-2 0,-5-2 39,5 2-51,1-7 1,4 10-9,0-3 1,-4-2 21,-1 2 1,-5 0-1,5 5 1,-1-2-2,1-3 0,-2 3 30,-3-3-26,4 4 1,5-1 3,-4-3 0,3 3 5,-2-3 1,-3 3 11,2 2-20,1 0 0,4-5-16,0 0 1,-4 0 8,-1 5 13,0 0 1,5 0-2,1 0 0,-6 0-22,0 0 1,0 0 0,6 0 0,-6 0 63,0 0-55,0 0 1,6 0 42,-1 0 0,-5 0-47,1 0 0,-6 0-1,5 0 1,-5 0 10,5 0 1,-5 0-2,6 0 1,-6 5-29,5 0-4,0 0 6,5 2 1,-1-3 28,-4 6-6,4-7 20,-6 11 0,6-11 49,-4 7-58,4-6 0,-11 8 5,8-7 0,-6 5 36,5-5-30,-7 7 0,9-8-55,-7 6 1,6-5 40,-6 5 0,5-5-80,-5 5 81,7 1-23,-3 4 0,1-5 10,0 0 1,-5-1 12,5 1 39,-6 4-33,9-6 1,-9 8 25,6-1 0,-7-5-39,2 1 1,-1-6-40,1 5 0,-3-5 42,3 5 0,2-5 24,-2 6-16,0-1 0,0 5-1,0 0 0,2-4-14,-2-1 1,-3-5 0,3 5 0,2-5-37,-2 6 37,0-1 1,-3 3 54,3-2 0,-4 2-34,5-2-56,2-5 31,-6 8 1,5-11 63,-7 8-42,6-1 0,-2 5-22,6 0 0,-5-4 5,5-1 1,-6-5-20,1 5 1,3-1 22,3 1 1,-3 4 31,2-4 0,-5-2-16,6 3-51,-8-1 1,6 0 0,-6 0 39,2 2 1,5-3-10,-4 1 0,4-5-34,-5 5 1,7 1 60,-4 4 1,6-5-35,-4 0 0,2-5 87,-7 6-76,7-8-96,-3 11 79,-1-13 0,1 11 9,-4-7 0,-2 2 0,7-2 1,-4-3-37,4 3 1,-5 2-8,5-2 1,-6 2 18,1-2 1,3-3-1,2 3-16,-3 3 15,7 1 53,-6-1-48,1 6 0,5-12 4,-4 3 0,-2 2-1,2-2 1,-4 2 17,4-2 0,-5-2 3,5 7 1,-5-6-50,5 1 0,-4 2 31,4-2 1,-5 5-32,5-5 1,-5 2 31,6-2-51,-1-3 47,-2 11-3,6-11 1,-6 10-4,8-7 0,-6 2 13,0-2 0,-5-3 3,6 3 1,-3-2 24,2 2 0,4-3-31,-4 3 1,-1-1-12,1 1 0,0-3 104,5 3-47,1 3 1,-1-4-37,0 6 0,1-7 1,-1 2 0,0 2 3,1-2 0,-1 5 4,0-4 1,1 0-28,-1-1 0,1-1 24,-1 6 1,0-6-44,1 1 0,-1-2 13,0 2 1,1-3-6,-1 3 0,0 2 18,1-2 1,4 2-6,0-2 0,1-3-143,-6 3-88,1 3 1,-1-6-374,0 3 156,1-3-456,-1-2 1,-1 1 49,-4 5-1046,-3-5 503,-7 6 563,0-7 834,0 7 0,-7-5 0,-2 4 0</inkml:trace>
  <inkml:trace contextRef="#ctx0" brushRef="#br0" timeOffset="1444">1 2087 8058,'0'-9'0,"0"1"-142,0 3 268,0 3-165,0-5 201,7 0 1,1 6-155,7-4 1,-4 3 16,-1 2 1,0-5 44,5 0 1,1 0 90,-1 5 0,0 0-19,1 0 1,4-5-54,1-1 1,1 1-146,-2 5 1,-1-5 114,7 0 0,-6 0 35,6 5 1,-6-2-89,6-3 1,-3 3 39,3-3 1,1 4-6,-6 1 1,6 0 33,-1 0 1,-3 0-13,3 0 1,-2 0-29,1 0 0,4 0-7,-3 0 0,3 0 70,2 0 1,-1-6-44,1 1 0,0 0 16,-1 5 1,3 0 6,2 0 0,0-5 2,5 0 0,-4-2-6,5 2 0,-5 3-4,5-3 0,-2-2 12,2 2 1,3-1 9,-3 0 0,-2 5-152,2-4 1,-2 3 121,2 2 1,2-2-142,-7-3 1,5 3 88,-6-3 1,3 4-12,-2 1 0,-4 0 17,4 0 0,-2 0-4,2 0 0,-4 0 77,4 0 0,-4 0 147,-1 0 0,1 0-71,4 0 0,-3 0-97,2 0 1,-7 0-2,-3 0 1,1 1 16,4 4 1,1-3 10,0 3 0,-1-3-72,1-2 0,-5 2-163,-1 3 0,1-4 137,4 5 1,-1-5 28,-3-1 1,1 0-31,-6 0 1,4 0-5,-4 0 0,6 2-10,-1 3 1,-3-3 32,3 3 0,-6-3 0,6-2 1,-6 0 54,6 0 1,-6 0-2,6 0 1,-2 0-51,1 0 1,3 0-1,-8 0 0,6 0 12,-6 0 0,6 0 3,-6 0 1,2 0 11,-1 0 0,1 0-72,4 0 1,1 0-24,-7 0 1,2 0 5,-1 0 1,-4 0-104,3 0 0,2-2 124,-1-3 0,5 3-9,-6-3 0,2 3 23,-1 2 1,-4-1-15,3-5 1,-3 5 54,-2-4 1,1 3-21,-1 2 0,0 0 3,1 0 0,-6 0-15,0 0 1,0-2 3,6-3 0,-1 3-1,0-3 0,6 4 4,-1 1 1,1-6 93,-6 1 1,1 0-92,-1 5 1,0-1 39,1-5 0,1 5-17,3-4 1,-3 3 2,4 2 1,-4-5-28,-2 0 0,5 0-6,1 5 1,1 0 24,-2 0 1,-3 0 1,4 0 0,1 0-64,-2 0 0,1 0 47,-6 0 1,6 0 133,-1 0 1,1 0-78,-6 0 1,5 0 107,1 0 1,-1 0-123,-4 0 1,-1 0 4,0 0 0,1 1 9,-1 4 1,0-3 114,1 3-293,-1-3 1,0-2 107,1 0 0,-6 0-150,0 0-289,-6 0-454,2 0-127,1 0-520,-5 0 785,5 0 754,-14 7 0,-8-6 0,-9 6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40:00.41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430 46 6300,'0'-9'-18,"0"3"60,0 6 1,0-2 189,0-3 1,0 3 20,0-5-66,0 7-96,0-6 1,-2 4 56,-3-3 60,3 3 36,-4 2-45,6 0-20,0 0-168,0 7 1,0-4-4,0 7 1,0-4 20,0 4 1,0-5 12,0 5 8,0 0 0,0 6 0,0-1 0,0-5 6,0 0 1,0 1 72,0 4-63,0 0 1,0 1-26,0-1 1,0 0 4,0 1 0,0-1 4,0 0 0,0 1 0,0-1 1,0 0-39,0 1 1,0-1 4,0 0 0,0 1-2,0-1 1,0 0-12,0 1-8,0-1 0,0 0 12,0 1 0,0-1 1,0 0 7,0 1 0,0-1 7,0 1-37,0-1 0,0 0 17,0 1 0,0-1 3,0 0 0,0-5 73,0 1-36,0-1 0,0 5-23,0 1 0,0-6 1,0 0 0,0-5 17,0 5 13,0 1-94,0 4 0,5 0 42,0 1 0,0-6-2,-5 0 0,0 0 39,0 6 0,0-6 0,0 0 0,0-5 13,0 5-18,0 1 0,0 4-46,0 0 1,0-4 50,0-1-36,0 0 4,0 5-8,0 1 12,0-1 1,0 0-13,0 1 1,0-6 42,0 0 0,0-5 7,0 5 0,0 1 11,0 4 1,0-5-21,0 0-16,0 1 0,0 4 15,0 0-1,0 1-25,0-1 0,0 0-3,0 1 10,0-1 0,0 0-5,0 1 1,0-6 15,0 0-14,0 0 1,0 6-18,0-1 1,0-5-1,0 1-2,0-1 16,0 5 1,0 0 9,0 1-52,0-1-8,0 0 88,0 1 0,0-1-47,0 0 0,0-4 33,0-1 0,0-5 54,0 5-38,0 0 1,0 6-42,0-1 0,0-5 7,0 1-6,0-1 1,0 5-7,0 0 1,0-4-13,0-1 34,0 0 43,7 6 76,-5-1-61,4 0 1,-6 1-55,0-1 1,0-5 6,0 0 0,0 1-17,0 4 1,0-5 10,0 0-56,0 1 0,0 4 56,0 0 1,0-5-55,0 1-38,0-8-30,0 11 18,0-6-9,0 1-109,0-2-269,0-7-457,0 0 345,7 0-242,-5 0 388,5 0 1,-6 0-586,4 0 647,-3 0 1,5 1 362,-7 4 0,0 4 0,0 6 0,0 1 0</inkml:trace>
  <inkml:trace contextRef="#ctx0" brushRef="#br0" timeOffset="1635">123 2193 7934,'-7'-8'-867,"6"-1"927,-4 4 226,3 4 1,2-8 410,0 4-218,0 3-179,0-5-97,-7 7-101,5 0 1,-6 0 65,3 0 1,1 5-10,-6 1 0,5 6-167,-5-2 0,5 2-57,-6-2 0,6 4-43,-5-4 164,7 3-180,-4 3 96,7-1 67,0-6-11,0 4 0,7-11-17,3 3 32,4 4 1,1-6-8,0 7 0,1-5 31,-1 6 0,-5-6-36,0 5 1,-1-5 58,1 5 1,2-5-23,-7 6 1,2-6 85,-2 5-48,-3 0-53,5 5 1,-9 1 94,-3-1 0,1-5-113,-6 1 1,0-6-176,-5 5 1,4-2-1,1 3-483,0 2 0,-5-6-296,-1 3 435,1 4 0,0-12 484,-1 3 0,1-4 0,0-1 0</inkml:trace>
  <inkml:trace contextRef="#ctx0" brushRef="#br0" timeOffset="2076">47 2163 7940,'8'-7'-228,"6"5"1,-11-10 227,7 7 0,1 0 0,-1 5 116,0 0-99,0 0 119,6 0 1,-1 0-62,0 0-2,1 0 1,-1 0-4,0 0 240,-6 0-222,4 0 10,-11 0 74,5 0 28,-7 0 70,0 0 252,0 7-556,0 1 91,0 8 0,0-1 15,0 0 0,0-4 3,0-1 0,0-5-6,0 5 1,2-1 9,3 1 1,3 2-7,8-7 0,-1 7 90,0-2 1,1-1-32,-1 1 0,0-5-99,1 5 0,-3-5 64,-2 6 1,0-6-15,-5 5 1,4-5 1,-5 5 0,2-1 2,-2 1 0,-3 4 8,3-4 0,-5-2-9,-5 3 0,1-1-11,-6 5 1,0-5-1,-6 1 0,6-3-773,0 2 0,0 2 363,-6-7 0,6 0-1313,0-5 703,0 0 945,-6 0 0,1-13 0,0-4 0</inkml:trace>
  <inkml:trace contextRef="#ctx0" brushRef="#br0" timeOffset="2230">292 2132 7940,'7'-15'0,"-4"4"369,7 1 748,1 7-775,4-4 1,0 2-232,1 0 1,1 0 66,3 5 1,-3 0-485,4 0 0,1 0-150,-2 0 1,6 0-1115,-6 0 1570,1 0 0,1 6 0,2 3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40:05.83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123 16 7481,'0'-8'-1030,"0"1"1518,0 7 2372,0 0-2780,0 7-9,0-6 1,0 8 82,0-4 0,0-3-53,0 11 1,0-9-33,0 6 0,0-5 5,0 5 0,0-5 8,0 5 1,0 1-32,0 4 0,0-5 43,0 1-45,0-1 1,0 5 15,0 0 0,0 1 51,0-1-193,0 0 0,0 1 130,0-1-32,0 0 1,5 1 16,0-1 1,0-5-2,-5 1 1,2-6-20,3 5 1,-3-5 7,3 5 0,-4-5 7,-1 6 0,2-3 6,3 2 1,-3 4-157,3-4 107,-3 4 1,-2 1-12,0 0 0,0 1 33,0-1 1,0-5-172,0 1 35,0-1-240,0 5 336,0 1 1,0-6-49,0 0-508,0-7 0,0 6-119,0-4 0,2-3 132,3 3 0,-2-3 571,7-2 0,0 6 0,6 3 0</inkml:trace>
  <inkml:trace contextRef="#ctx0" brushRef="#br0" timeOffset="560">77 921 7978,'-10'12'-114,"-1"3"0,6-1 158,-5 11 1,5 1 314,-5 5 0,5 4 475,-6 1 0,8 2-385,-2-2 1,3-1-200,2 1 0,0 3-425,0-13 1,0 5 141,0-11 1,2-1 13,3-9 1,-2 2 227,8-7-127,-1 0 1,5-7-148,0-3 1,-4 0-98,-1-10 0,-2 1 166,3-11 0,-3 4 50,-3-4 0,-3 4-474,3-4 1,-3 6 180,-2-2 1,0 10 50,0 0 102,-7 8 1,-2-9-39,-6 7 0,5 1 236,0 10 0,5 2 39,-6 7 0,6 1-174,-5-1 1,7 2 39,-3 4 0,5-9-430,1 3 1,0-3-432,0 3 249,0 0 0,7-1 595,3-4 0,3 4 0,3-6 0</inkml:trace>
  <inkml:trace contextRef="#ctx0" brushRef="#br0" timeOffset="800">261 1120 8085,'0'-8'625,"0"1"-169,0 7 71,0 0-528,7 7 0,-4-4 12,7 7 0,-6 1-149,1 4 1,-2 0 214,2 1 1,-3 4 63,3 1 1,-5-1-372,-5-5 381,3 1 354,-4-1-222,-1-6-204,5-3 0,2-6-84,10 0 0,4-6-214,1-5 1,7-4 263,4-5 1,-2 1 70,1-7 1,-4 6-117,4-6 0,-6 1 0,3-6 0</inkml:trace>
  <inkml:trace contextRef="#ctx0" brushRef="#br0" timeOffset="1343">261 353 7880,'0'-8'985,"0"1"-549,0 7 124,0 0 0,7-5-557,3 0 0,4-2 89,1 2 1,0 2-77,1-8 1,-1 6-117,0-5 1,1 1-126,-1-1 1,2 2 142,3 3 0,-8 1 32,4-6 1,-4 7-397,3-3 1,-5 0-1705,0 1 2150,-6-1 0,9 0 0,-4-3 0</inkml:trace>
  <inkml:trace contextRef="#ctx0" brushRef="#br0" timeOffset="1580">368 399 7912,'-8'0'613,"-6"0"97,12 0-164,-4 0-301,6 0-105,6 0 0,3-1-145,6-4 1,6 1 156,-1-6 0,2 5 54,-1-5 1,-4 5-748,3-6 0,2 6-119,-1-5 1,-1 7-835,-4-3 822,-1 5 672,0 1 0,1 0 0,-1 0 0</inkml:trace>
  <inkml:trace contextRef="#ctx0" brushRef="#br0" timeOffset="1771">537 461 7912,'-9'0'106,"3"0"0,6-2 490,0-3-350,0 3 1,0-6-309,0 3 1,6 3 77,5-3 1,2-2 133,3 2 0,-1-2-258,0 2 0,1 3-371,-1-3 0,0 2 222,1-2 330,-1 3-73,0-5 0,1 0 0,-1-1 0</inkml:trace>
  <inkml:trace contextRef="#ctx0" brushRef="#br0" timeOffset="1963">690 492 7257,'-8'0'-94,"-1"0"1362,4 0-319,3 0-545,-4 0 1,7 0-174,4 0 1,4 0-364,6 0 1,1 0-177,-1 0 0,0-6-359,1 1 0,4-5 399,1 5 1,1-2 117,-2 2 150,-3 3 0,5-11 0,-6 4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40:10.27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32 507 7864,'-9'-16'1235,"-3"6"89,7 0-1058,0 6 570,5-2-556,0 6 1,0 8 0,0 8 12,0 7 0,2 6 77,3 2 0,-2 0 27,7-1 0,-6 6-289,1 0 1,2 1 60,-2-1 1,5-9-233,-5 4 0,0-10 169,-5-1 221,0-10-69,0 4-167,0-12 1,0-4-15,0-13 1,0-2-226,0-9 0,0-6-392,0-9 0,0 0 40,0-5 0,0-4-223,0-11 1,7 0 434,3-1 0,4 13 22,1 3 1,1 15-33,-1 1 1,-1 14 42,-4 1 1,3 10 310,-2 0 1,-5 5 85,0 5 0,-5 5 284,-1 10 1,0 1-246,0 10 1,0-9 176,0 8 0,-7-2-192,-3 2 0,-3 1-107,-3 0 1,3-7 131,2-4 43,-2-3-970,4-2-563,1-6 277,1-2 1,9-7 237,3 0 0,3 0 784,8 0 0,6-7 0,2-2 0</inkml:trace>
  <inkml:trace contextRef="#ctx0" brushRef="#br0" timeOffset="409">584 108 7877,'0'-15'0,"-2"4"-1071,-3 1 2291,3 7-269,-5-4-230,7 0 0,-1 5-299,-4-3 1,1 5 70,-6 5 1,7 6 82,-3 9 0,-2 12 71,-2 14 0,-4 9-289,-1 11 1,-1 1-118,1 10 0,5-4-48,0 9 0,6-4 167,-1-1 1,3-7-597,2-4 0,7-10 211,3-5 1,11-8-621,4-2 1,4-14-157,2-1 0,0-2-655,-1-4 1,1-6 874,0-9 1,-2-3 580,-4-2 0,4 0 0,-5 0 0</inkml:trace>
  <inkml:trace contextRef="#ctx0" brushRef="#br0" timeOffset="800">860 445 7891,'0'-15'0,"0"5"0,0 0 0,0 4 236,0-4 0,0 5 417,0-5 0,1 6 68,5-1 1,-3-1-207,7 0 0,-5 1-13,6 5 0,-1 0-145,5 0 0,0 7 45,1 3 0,4 9-76,1 2 1,4 7 27,-4 3 1,6 2-140,-1 7 1,3-5 27,1 0 0,1-1-181,0 2 1,-6-5-26,1 0 0,-2-1-146,1-4 1,-1-4 108,-4-2 1,-8-3-717,4-1 0,-6-1-681,0 0-555,-3 1 1086,0-1 54,-6-6-314,-1-3 1,-8-12 1125,-7-5 0,-1-9 0,1-4 0</inkml:trace>
  <inkml:trace contextRef="#ctx0" brushRef="#br0" timeOffset="989">1320 277 7891,'0'5'2340,"-5"0"-938,0 20-954,-7 8 0,2 1-61,-11 7 0,-3 0-145,-6 5 1,-1 0-213,0 0 1,1 0-28,-1 0 1,-5-2-619,0-3 1,2 2 458,9-8 0,2 1-1156,8-5 0,5-7-4,0-4 1316,6-10 0,-3 4 0,7-6 0</inkml:trace>
  <inkml:trace contextRef="#ctx0" brushRef="#br0" timeOffset="1389">1734 323 7903,'0'-9'2953,"0"-5"-2435,0 13 1,0-4 11,0 10 1,7-2-500,3 7-35,4 1 1,1-1 165,0 0 0,8 0 82,2 6 0,-1-4-243,2 3 1,-1-7-295,6 13 0,-6-8-202,1 8 1,-6-4 235,6-2 1,-7 2 173,1 4 0,-8-4 137,-2 3 0,-6 2 241,1-1 1,-5 6-218,-5-1 1,-6-2-16,-9 1 1,-4-4 184,-7 4 1,-4-1 155,-1 2 1,-2 1 13,3-7 1,4 1-85,0-6 0,2 0-719,9 1 1,1-6-701,9 0-984,-4-6 1722,13 2 0,-5-6-103,12 0 452,2 0 0,7 0 0,1 0 0</inkml:trace>
  <inkml:trace contextRef="#ctx0" brushRef="#br0" timeOffset="2155">2700 338 7825,'-6'-15'-478,"4"-1"410,-3 1 68,3 0 0,2-1 1664,0 1-957,0 6 0,-2 3-324,-3 6 1,4 1-149,-5 4 0,3 11 271,-2 9 0,1 11-60,-6 5 1,2 10-63,-3 5 1,0 2-128,5-1 1,1 0-36,5-5 0,0-3-251,0-8 0,2-5-65,3-11 0,4-3 114,6-6 1,0-3-5,1-2 1,1-5-124,3-6 1,-3-1-73,4-4 0,-4-4-172,-2-6 0,-5-6 214,1 1 0,-8-7 44,2 1 1,-5-3-415,-5-2 1,-5 2 144,-11 4 1,4 8 351,-3 7 1,-2 6 61,1-1 1,-4 5 111,4 5 1,2 4-220,9 6 1,-2 5-12,7 1 0,0-1 68,5-4 1,7-1 64,3 0 0,5 1-917,6-1 0,-2-6 38,6-4 812,1-4 0,4-1 0,1 0 0</inkml:trace>
  <inkml:trace contextRef="#ctx0" brushRef="#br0" timeOffset="2508">2946 430 7825,'0'-15'735,"-7"-1"-93,-2 1-322,1 0 1,-1 1 124,4 4-74,4-4 1,-5 7-128,12-3 0,0 2-22,5 2 1,2 5-58,-3-4 1,6 3-137,4 2 1,-3 5 91,4 0 1,-4 9-86,-2 1 1,0 6 70,1 4 0,-6 4-18,0-3 1,-6 3-122,1 1 0,-4 3 17,-1 2 0,-6-2 109,-5 3 1,-2-9-11,-3-2 0,-4-6 267,0 2 1,-1-4-6,6-2 0,1-5 332,4 1-221,-4-8 5,13 4-332,-6-7 0,8 0-202,5 0 0,7 0 221,8 0 0,6-5-114,-1 0 0,2-6-1117,3 6 1,-2-5 183,-3 5 1,6-5-256,-6 5 0,4-6 648,-9 6 0,4-2 505,-4 2 0,6-3 0,-3-8 0</inkml:trace>
  <inkml:trace contextRef="#ctx0" brushRef="#br0" timeOffset="2817">3391 47 7825,'0'-16'0,"0"6"160,0 0 0,1 6 690,4-1 1,4 3-153,6 2 0,1 7 112,-1 4 1,5 11-422,1 8 0,6 3-134,-1 8 1,1 0 321,-1 5 1,2 1-88,-2 4 0,3 2-734,2 3 0,-7 4 193,-4-4 0,-5 2-236,-4-1 0,-5-5-25,-6-6 1,-1-1-401,-4-4 1,-6 1 342,-9-6 0,-11 0 42,-10-6 0,0 6 327,-5 0 0,4 0 0,-11-5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40:14.76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31 46 7906,'-8'0'985,"1"-2"36,7-3 205,0 4-436,0-6-25,0 7-131,0 0-645,7 0 31,1 0 0,8 0 25,-1 0 1,0 0-166,1 0 0,-1 0-436,0 0 0,-4 0-401,-1 0 1,0-5 447,5 0 0,1-1-523,-1 6 1,0 0 1031,1 0 0,-8-6 0,-1-3 0</inkml:trace>
  <inkml:trace contextRef="#ctx0" brushRef="#br0" timeOffset="392">31 261 7923,'-8'0'776,"1"0"1,2-2 86,0-3-164,0 3-29,5-4-406,0 6 0,1 0-83,5 0 1,-3 1-1,7 4 0,2-3-235,9 3 1,-4-1 122,3 1 0,2-4-698,-1 4 0,4-3-119,-4-2 1,4 0-493,-4 0 1,-1 0 1239,-4 0 0,6 7 0,2 2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41:22.14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138 62 7873,'-2'-11'284,"-1"1"0,-4 0 1777,-1 2-863,4 1-527,-3 7-271,7-7-26,-6 5-80,4-5-94,-5 7 1,7 7 87,0 3 1,-5-1-1,0 1 1,-2 2 67,2 9 1,3-3-82,-3 8 0,-2-6 164,2 6 1,-5-1-86,5 6 1,-5 0-114,4-1 0,1 6-66,5 0 1,0 0-14,0-6 0,0 1-39,0 0 1,0-6-156,0 1 1,2-6-288,3 6 275,4-7 0,6 1-204,0-10 1,-4 2 44,-1-7 0,-5 6-86,5-6 1,-5 0 176,6-5 1,-6-7 22,5-3 0,-5-9 24,5-1 1,-6-8 138,1 3 0,-4-4-8,-1-2 1,0-5-121,0 1 1,0-1 53,0 5 1,-1-3-1,-4 3 0,-4-1 10,-6 12 1,5-6-19,-1 6 0,1-1-13,-5 6-3,-1-1 1,1 3-5,0 3 1,4-2-194,1 7 0,7-2-92,-2 2-875,3 3-75,2-5 367,0 7 0,2-2 474,3-3 0,3 4 169,8-5 1,-1 5-361,0 1 1,1 0-1275,-1 0 1887,0 0 0,8 7 0,0 1 0</inkml:trace>
  <inkml:trace contextRef="#ctx0" brushRef="#br0" timeOffset="178">430 384 7934,'-16'0'2690,"8"0"1,1 2-2853,7 3 1,0-2-195,0 7 0,0-5-399,0 6 0,2-6 755,3 5 0,3 0 0,8 6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41:25.93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124 169 8247,'-9'-7'1846,"4"-3"-1442,-4 3 0,6 0 16,-7 7 5,6 0 0,-9 2 209,3 3 1,1 5-276,-1 11 0,1 2-89,-1 8 0,-2 5-61,7 0 1,0 5-73,5-6 0,0 1-84,0-5 1,0-6 119,0 1 1,2-7 36,3 1 0,3-4-456,8-6 0,-1-3-38,0-7 1,1 0 222,-1 0 0,-5-7 105,0-3 1,-1-11 69,1-4 1,2-4-108,-7-2 1,5 0 26,-4 1 0,-1-3 20,-5-3 0,0 4 21,0-4 1,-5 5-165,-1 6 0,-5-2-15,0 6 1,-2 8-135,-3 7 0,1 5 77,0 1 0,-1 8-334,1 8 1,6 1-251,4 8 1,4-6-507,1 1 0,0 3 1251,0-3 0,13 0 0,4-4 0</inkml:trace>
  <inkml:trace contextRef="#ctx0" brushRef="#br0" timeOffset="717">584 276 8122,'0'-10'883,"0"0"0,1 5-604,5-6 0,-5 6-70,4-5 1,-3 0 120,-2-6-231,7 1 110,-5-7 1,4 0 13,-6-4 0,0 9-123,0 7 0,0 0 48,0-6 1,-1 3 299,-4 3-274,3-4 1,-12 11-6,4-8 0,2 8-2,-3-2 0,6 3 5,-5 2 1,5 5 13,-5 0 0,6 7 11,-1-2 1,3 4-312,2 1 0,0 6-54,0-1 0,2 2-33,3-1 1,-1 1 95,6 4 1,0 3 113,5-4 1,1-1-63,-1 2 0,0-6-124,1 6 0,-1-3 145,0 3 0,-4 1-16,-1-6 1,-2 4 43,3-4 1,-5 4 286,-6-4 1,0-1 250,0-4 1,0-1-142,0 0 0,-6-1 57,-5-4 1,-2 2-203,-3-7 1,-1 5-65,-3-5 1,3 1 35,-4-6 1,4 0-6,2 0 0,0 0-373,-1 0 0,6-7-71,0-3 1,7-4-229,-3-1 0,5-2 262,1-4 1,1 2-185,5-6 0,-3 6 131,7-1 1,0-3-3,6 3 0,-1 0 100,0 4 0,1 1-49,-1 0 0,0-1-587,1 1 1,-1 5-167,0-1 0,-4 3-419,-1-2 1,0-2 1370,5 7 0,1-7 0,-1 3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41:28.96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77 261 7652,'0'-9'1314,"0"2"-890,0 7 246,0 0-473,-7 0-62,5 7 0,-9 2 87,5 6 0,0 0-68,0 1 1,3-1 6,-7 0 0,5 6-39,-6-1 0,8 6-70,-2-6 0,3 6 101,2-6 1,0 1 171,0-6-365,0 1 1,7-1-123,3 0 0,-1-6-123,1-4 227,0-3 0,6-8-55,-1 1 0,-5-7 66,0 2 1,-6-5-15,1-6 0,2 3 42,-2-8 1,0 2-9,-5-1 1,0-4 77,0 3 1,-2 2 105,-3-1 1,-2 6 525,-3-2-258,-4 11-315,6-3 0,-6 13-260,4 0 1,2 1-312,2 10 1,5-1 342,-4 5 1,5 0 158,5 1 0,-2-3-998,7-2 957,1 2 0,4-11 0,0 5 0</inkml:trace>
  <inkml:trace contextRef="#ctx0" brushRef="#br0" timeOffset="265">353 184 7774,'-2'-15'1587,"-3"-1"0,4 6-800,-5 0 1,5 5-366,1-5 0,1 5-206,5-6 1,2 8-44,7-2 0,2-2-295,4 2 1,-2-5-315,6 4 1,-4-5 304,4 0 0,1 3-320,4-2 0,-4 4 189,0-4 0,-8 7 119,3-2-132,-4 3 28,-2 2 1,-6 7 559,-4 3 0,-4 11 642,-1 4 1,-6 6-541,-5 5 1,3-2-144,-2 7 1,1-6-1343,-1 6 0,1-2 247,4 2 823,4 4 0,-13-6 0,5 7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41:35.39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3345 123 7887,'0'-16'562,"0"8"916,0 1-799,0 7-169,0 0-427,0 7 0,0-4-85,0 7 168,0 1 1,0 4-93,0 0 1,0 1-141,0-1 0,5 0 69,0 1 0,5-1 35,-5 0 1,7 1 57,-2-1 0,2 0 11,-2 1 1,4-1 13,-4 0 0,-1-4 305,1-1-111,-7 0 155,4 5-398,-7 1 71,0-1 0,-7-1-217,-3-4 0,-3-1-246,-3-4 0,-4-4-342,-1 4 1,1-3 46,5-2 1,-1 0-499,1 0 0,5-8 249,-1-8 864,8-6 0,-4-9 0,7 1 0</inkml:trace>
  <inkml:trace contextRef="#ctx0" brushRef="#br0" timeOffset="121">3329 169 7887,'16'-16'969,"-6"1"-555,0 0 0,0-1 446,6 1-497,6 0 0,-5 4-140,3 1 1,4 2-1,0-4 180,0 2-311,5 6 1,0-4-23,7 3 0,-1 3-1143,-4-3 0,-5 3 1073,-1 2 0,1 7 0,4 1 0</inkml:trace>
  <inkml:trace contextRef="#ctx0" brushRef="#br0" timeOffset="778">47 1442 7914,'-10'-14'228,"-1"4"-85,8 3 225,-4 0-197,7 6 122,-7-13-147,6 5 0,-6-1-14,7 0 0,5 5 17,0-5 0,5 5-15,-5-6 0,7 3 4,-1-2 0,2-2-193,3 7 0,-1-7 60,0 1 0,2 5-48,4 0 0,-6 3 126,0-2 0,1 3-6,-6-3 1,4 3-12,1 2 1,0 2-4,1 3 1,-6-1-20,0 6 0,0-2-13,6 3-11,-1 2 0,0-6-57,1 3 0,-6 2-374,0-7 165,0 7 1,4-8-267,-4 6 0,-1-7-1187,-4 2 1192,-4 4 1,11-6 506,-6 8 0,-1-1 0,-5 5 0</inkml:trace>
  <inkml:trace contextRef="#ctx0" brushRef="#br0" timeOffset="1061">108 1779 7914,'-8'9'1410,"1"-2"-998,7-7-239,0-7 1,2 0-63,3-3 0,3-4 97,8 4 10,-1-4 0,0-1-192,1 0 1,-1 4-82,0 1-113,1 7 94,-1-4 1,-1 9-35,-4 3 0,-3 0 195,-7 10 0,1-3-41,4 9 1,-3-4-56,3-2 0,-3 0 38,-2 1 0,7-3-116,3-3 0,-2 2 26,3-7 0,-1 1-142,5-6 1,1-2-148,-1-3 1,5 1-385,1-6 0,1-5 734,-2-6 0,-3-6 0,6 3 0</inkml:trace>
  <inkml:trace contextRef="#ctx0" brushRef="#br0" timeOffset="1433">890 1457 7862,'-6'-8'1748,"4"1"-1698,-12 7 1,11 3 220,-7 7 0,6 2 0,-1 14 0,-2-1-201,2 6-35,0-7 0,7 3 54,3-6 1,-2 4-221,8-4 0,0-2-31,10-9 0,-2-3 150,6-7 1,-6 0 6,1 0 1,3-7 40,-3-3 0,0-9 126,-4-2 0,-6-6-76,0 1 0,-6-4-6,1-6 1,-3 4-62,-2-4 1,-7 3-124,-4 3 0,3 1 172,-2 3 0,-1 4-8,-4 7 1,0 6-41,-1 4 0,1 5-68,0 5 0,1 4-97,4 6 1,-2 6-181,7-1 0,0 2-357,5-1 1,0-3 126,0 8 1,0-7-933,0 1 1487,7-3 0,8-2 0,9 1 0</inkml:trace>
  <inkml:trace contextRef="#ctx0" brushRef="#br0" timeOffset="1586">1228 1641 8126,'8'-2'265,"-2"-3"608,-5 4 1409,-1-6-1751,0 7-1585,0 0 7,0 7 1,2-6 1046,3 4 0,-3-3 0,5-2 0</inkml:trace>
  <inkml:trace contextRef="#ctx0" brushRef="#br0" timeOffset="2000">1703 1380 7850,'-10'0'758,"0"0"-404,7 0 0,-9 7-43,6 3 0,-5 6-42,0 4 1,-1-1 121,2 7 0,-2-6-189,7 6 0,-5-3-1,5 3 1,0-4-50,5-6 0,6-1-156,5 0 0,4-6-91,5-4 1,3-5 130,2-5 0,4-4-174,-3-6 1,1-7 66,-1-4 1,1-3-9,-7-2 0,-1-1-21,-9-4 0,-3 4 91,-7-4 0,0 4-124,0 1 1,-2 6-105,-3-1 0,-3 9 229,-8 2 0,-4 1-55,0 9 1,-3 1-449,3 10 1,3 4 202,-4 10 1,4-1-620,2 7 927,0-1 0,6 6 0,2-1 0</inkml:trace>
  <inkml:trace contextRef="#ctx0" brushRef="#br0" timeOffset="2941">2470 1442 7833,'-7'-16'-525,"6"6"-656,-4 0 1342,3 0 0,-3-6-21,0 1 1,0 5 171,5 0 1,-2 5-62,-3-6 1,3 6 106,-3-5-157,3 0-184,2-6 94,0 1 1,5 5-111,0 0 136,1 6 1,-5-8 95,4 7-48,-3 0-94,5 5 0,-7-2 113,0-3 96,0 4 29,0-6-52,0 7 630,0 0-805,0-7 8,0 5-65,-7-5 1,4 7-19,-8 0 10,8 0 36,-11 0 22,6 0-47,-7 0 0,4 2-27,1 3 1,5-3-2,-5 3 0,5-3-19,-6-2 0,6 0-9,-5 0 1,5 5 35,-5 0 0,5 0 2,-6-5 0,6 5 124,-5 0 1,2 2-115,-3-2 0,-2-1 7,2 6 1,3-5-32,-2 5 1,6-5 5,-1 6 1,-2-6-1,2 5 0,0-5 5,5 5 35,0 0 0,0 6-3,0-1 1,7-1-90,3-4 1,4 4 56,1-4 1,1 2 4,-1-2 0,5 4-53,1-4 1,4 3-7,-4 3 1,4-1 0,-4 0 0,-1 1-13,-4-1 0,-3 6-26,-3-1 0,2 1 54,-6-6 0,-1 5 5,-5 1 1,0-1-8,0-4 0,0-1-5,0 0 0,-2 1 72,-3-1 1,-4-5 113,-6 0 0,0-1-86,-1 1 0,-1 2-18,-3-7 0,1 5-54,-7-5 1,6 1 7,-6-6 0,8 0-41,-3 0 0,4 0 58,2 0 1,1-7-1,4-3 0,1-4-81,4-1 0,4-2-127,-4-4 1,8 2 33,2-6 1,7 4-124,-2-4 1,6 4 107,4-4 0,-3 4 10,4-4 1,1 6-235,-2-1 1,7-3 80,-1 3 1,-4-1 117,-1 6 0,1 0-283,-2-1 1,1 6-1233,-6 0 1192,7 0 0,-5 0-205,4-1 707,-4 8 0,-2-11 0,0 6 0</inkml:trace>
  <inkml:trace contextRef="#ctx0" brushRef="#br0" timeOffset="3266">2700 1334 7833,'9'-6'287,"-2"4"163,0-12 1,-7 14-128,0 0 1,-2 7 51,-8 8 0,-1 2-103,-4 4 0,1 1-49,4 4 0,3 3-197,7-4 1,0-1 135,0 2 0,0-8-224,0 3 1,7-6 27,3-5 1,9-3-9,2-7 1,4 0 101,-4 0 1,4-8-136,-4-8 0,-1-4 66,-5-6 1,-1-3 38,-4 4 0,-3-4-73,-7-2 0,0 0 73,0 1 0,-2 4-8,-3 1 0,-3 6 52,-8-2 1,1 6 83,0 5-192,-1 3 0,1 7-144,0 0 0,6 7-142,4 3 1,3 4-1237,2 1 420,0 0 0,7 1 186,3-1 950,4-6 0,8 4 0,2-4 0</inkml:trace>
  <inkml:trace contextRef="#ctx0" brushRef="#br0" timeOffset="3736">3283 1319 7833,'0'-15'37,"0"-2"70,0-4 1,0 4 106,0-3-44,0 3 1,-7-4 97,-3 1 0,2 1-13,-3 9 0,1-2 257,-5 7-289,0-7 0,-1 10-79,1-3 0,5 5 79,-1 5 1,8 4-232,-2 6 0,-2 0 13,2 1 1,0 1 9,5 3 0,5-1 51,0 7 0,7-1-187,-2 6 0,6-6-17,4 1 0,-3-1 125,3 6 0,-2 0-66,-3-1 0,0 1 84,1 0 1,-6-2 49,0-4 1,-7 3 25,3-8 0,0 1 119,-1-6 1,-1 0 33,-9 1 1,-4-6 209,-6 0 1,0-7-182,-1 3 1,-1-5-77,-3-1 1,1 0-190,-7 0 1,8-1 119,-3-5 0,6-7-160,5-8 1,3-6-10,7 1 1,0-2-27,0-3 1,12-5 9,3 0 0,9 0-199,-4 6 0,8-1 27,-3 0 1,4 2 76,2 4 0,-6 3-230,1 6 1,-2 1-182,1 0 0,-2 5-204,-8-1 0,0 8-217,1-2 994,-1 3 0,0 2 0,1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41:54.67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77 107 7854,'0'-8'395,"0"-6"132,0 13-163,0-6-195,0 7 0,0 8 307,0 8 0,-1 11-101,-5 9 1,0 11 148,-5-1-263,-2 11 1,6-3-63,-3 8 1,-2-6-106,7 0 0,0-8-323,5-2 0,0-2 247,0-8 0,6-2-92,5-9 1,2-4-23,3-11 1,1-3-26,3-7 0,-1-3-66,6-8 1,-4-1-135,4-13 0,-4-1 22,4-4 0,-11-1-96,1 0 1,-4-5 119,-1 1 0,2-1 107,-7 5 0,0 2 181,-5 4 46,0 3 0,-7 13 210,-3 4 1,-5 7-75,-6 8 1,4 2 132,-3 13 1,-3 1-163,3 5 1,0 1 52,4 4 0,8-9-337,3 4 1,3-6 167,2 1 1,0-4-115,0-7 0,7-6 16,3-4 1,4-3-70,1-2 1,2-4 15,3-6 0,-3 0-113,4-11 0,-4-1 85,-2 2 1,-4-8 47,-1 3 1,-5 3 187,5 1 1,-7-1-124,3 2 142,-5-1 1,-1 11 28,0 0-25,0 6 0,0-1-109,0 10 1,0 4 9,0 6 1,0 2 12,0 4 1,0-3-26,0 8 0,2-6 25,3 6 1,-1-6-9,6 6 0,-2-7-447,2 1 1,2-3 58,-6-1 1,5-6-526,0 0 1,-3-7 359,2 3 0,1-12 517,4-4 0,-1-3 0,-4-3 0,3-6 0,-2-3 0,2-4 0,3-2 0</inkml:trace>
  <inkml:trace contextRef="#ctx0" brushRef="#br0" timeOffset="370">660 46 7854,'0'-15'494,"0"-1"36,0 8-249,0 1 0,-2 21 0,-3 6 179,-5 7-301,-4 11 0,-1 1 109,0 7 1,4 5 250,1 0 1,5 7-223,-5-1 0,7-5-234,-3-1 0,6-4 22,6-7 1,2-2-219,7-7 0,2-8-71,4-2 0,-4-11 183,3-5 0,-1-3 24,2-2 0,-4-2-193,3-3 1,-3-5-284,-2-11 1,1 3 206,-1-8 1,-6 6 103,-4-6 1,2 2 71,-2-1 1,0-4 26,-5 3 1,0 4 49,0 2-198,0-4 30,0 7 174,-7-6 0,-2 17 158,-6 6 1,5 1-50,0 10 0,6 1 91,-1 8 1,3-3-101,2 3 0,0-1 46,0 2 0,7-4-141,3 3 1,4-3 65,1-1 0,1-1-144,-1 0 1,0-5 47,1 1 0,-1-8-294,0 2-199,-6-3-617,5-2 736,-13 0 406,6 0 0,-20-14 0,-5-3 0</inkml:trace>
  <inkml:trace contextRef="#ctx0" brushRef="#br0" timeOffset="494">491 138 7854,'-24'-5'2248,"4"0"-2343,10 0 0,5 6 147,10 5 1,7-3-566,13 7 1,3-5 113,12 6 0,0-6 399,1 5 0,3-7 0,-5 4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41:52.61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89 7822,'0'-24'354,"0"2"166,0 7 1,0 5 47,0-1-346,0 8 0,5 0 151,0 13 0,0 3-53,-5 18 1,2 1-33,3 9 1,-3 5-140,3 0 0,-3 0-107,-2 5 0,5-4 22,0-7 0,0 5-220,-5-4 1,2-9 223,3-1 119,-4-11 345,6-5-419,-7-8 0,0-10-255,0-7 0,2-2-150,3-14 0,-2-1-164,8-9 1,-1-1 120,5-4 1,6 3-119,-1 8 0,6 2 199,-6 8 1,1 1 20,-6 14 0,0 0 379,1 5 0,-3 7-217,-3 3 0,-1 9 295,-4 1 0,-3 9-7,3 2 0,-10-1 89,-5 6 1,-4-3-147,-1-3 1,-6 1-49,1 0 0,-1-6-93,6 1 1,0-9-254,-1-2-361,1 0 314,0-6-573,6-1 0,2-9 367,7-15 0,7-1 487,3-8 0,11-1 0,3-4 0</inkml:trace>
  <inkml:trace contextRef="#ctx0" brushRef="#br0" timeOffset="233">277 442 7671,'8'2'35,"-2"3"1,-5 3 644,-1 8 0,5-1 147,1 0-563,-1 1 0,1-6 0,5 0-133,2 2 1,8-5 66,-1-2-101,7-3 0,-4-4-57,2-3 1,2-4 58,-6-6 1,-1-2-69,-4-4 0,-1 4-305,0-3 0,-6 1 43,-4-1 0,-5 3-56,-5-4 0,-4 4 199,-6 2 0,0 6 224,-1 4 0,1 4-16,0 1 1,-1 1 260,1 4 1,0 11-207,-1 9 0,8 3-63,3-3 1,3 4-520,2-3 0,2 3-115,3 1 0,3-6-394,8-3 0,4 1 916,1-2 0,13 1 0,-2-6 0</inkml:trace>
  <inkml:trace contextRef="#ctx0" brushRef="#br0" timeOffset="776">906 396 7862,'-7'-15'130,"4"6"304,-8 4 0,6 3-44,-5 2 1,5 0-228,-5 0 1,6 2 69,-1 3-261,3 4 1,8 11 108,9 0 1,-3 3-50,3-3 7,-3-3 0,-24 5-156,17-6 0,-1-1-36,6 0 1,-5-6 72,5-4 0,-5 2-265,6-2 1,-1 0 112,5-5 0,-5-2-162,1-3 0,-6-3 65,5-8 0,-7 1-49,2 0 0,-3-6 166,-2 1 0,0-2 212,0 1 0,0 4 0,0-3 0,-2 3 0,-3 1 0,2 1 0,-7 0 0,5 1 0,-6 4 0,6 1 71,-5 4 203,7 3-110,-4-4 1,7 4-75,0-3-91,0 3 19,0-5 103,0 0-281,0 6 109,0-6 0,2 7-68,3 0 12,-4 0 1,11-2-255,-7-3 361,1 3 0,0-4 0,3 6 0</inkml:trace>
  <inkml:trace contextRef="#ctx0" brushRef="#br0" timeOffset="1383">1182 304 7332,'0'-9'-104,"0"-4"738,0 11-182,0-5-161,0 7 73,0 0 5,0 7-202,-7 2 0,5 6-95,-3 0 1,-2 1 17,2-1 0,0 0-178,5 1 0,0-1 166,0 0 0,5 1 21,0-1 1,2-5-275,-2 0 1,-1-1 16,6 1 0,0 2 80,6-7 0,-1 0 29,0-5 0,1 0-97,-1 0 1,2-1 51,3-5 0,-3-2-111,4-7 0,-4-2 16,-2-4 0,1 2 78,-1-6 0,-5 1 18,0-2 0,-1-1 31,1 7 0,-3-6 75,-7 6 1,0 4 232,0 6 189,0 7 1,-2 3-17,-3 10 0,-2 10 211,-3 6 1,-3 10-110,2 5 0,3 5-126,-2 5 0,6 3-95,-1 8 0,2 1-174,-3 3 1,5-8-104,-4 3 0,3-4 28,2-1 1,-5-5-144,0-10 0,-2-5 388,2-11 1,-4-4 280,-6-11 1,-2-3-469,-4-7 1,3 0 46,-8 0 0,1-7-158,-6-3 1,-5-6-103,0-4 0,1 3-136,4-4 0,7 4-159,4 2 1,-1-5-1328,6-1 859,-4 1 1,17 4 866,-3 1 0,4 0 0,1-1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41:50.50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70 230 7888,'11'-5'-114,"-1"0"0,-5-5-50,5 5 0,0-6 114,6 6 1,-1-7-61,1 2 0,-1 2 69,0-3 1,-5 1 105,1-5 0,-3 0 66,2-1 78,-3 1 1,-7 0 629,0-1-604,0 1 0,-7 1 118,-3 4 0,-3 3-258,-3 7 0,-1 2 90,-3 3 0,1 4-18,-7 6 1,8 5 16,-3 1 1,4 4-10,2-4 1,1 4-53,4-4 1,3 4-171,7-4 0,2 6 104,3-1 1,5-4-110,11-2 1,-3-3-15,8-1 0,-2 2 100,1-2 1,3 2 128,-8-7 0,1 1 45,-6-2 174,0 3-111,-6-4-123,-2 6 0,-16-1-85,-6-4 1,-6 2-52,-4-7 0,-3 0-82,8-5 0,-7 0 101,1 0 0,4 0-137,2 0 198,2 0-401,3-6-30,7-3 131,8-6 1,13 1 5,8 4 1,6-4-159,-1 4 0,2 1-63,3-1 0,0 2 91,0-3 1,-1-2-16,1 3 0,-6 1 121,1-1 0,-7 5 247,1-5 1,-3 4-72,-1-4 58,-1 7-79,0-4 352,-6 7 228,-2 0-178,-7 0-148,-7 7 1,5 1-86,-3 8 0,-2-6-72,2 0-19,0 0 1,5 6-4,0-1-212,0 0-441,0 1-457,0-1 766,7 0 1,-4-6-617,7-4 956,-6-3 0,9-9 0,-4-2 0</inkml:trace>
  <inkml:trace contextRef="#ctx0" brushRef="#br0" timeOffset="747">408 154 7888,'-9'-16'1199,"3"8"-805,6-6 37,0 12-189,0-4 0,6 6-294,5 0 73,2 0 0,-3 0 27,1 0 0,-1 0-167,5 0 1,6 0-93,-1 0 0,1 1 101,-6 4 0,5-3-72,1 3 1,-2 4 86,-9 1 0,2-2 85,-7 3 0,5-1-22,-5 5 0,0 1-5,-5-1 0,0 0 180,0 1 0,-5-1 254,0 0 0,-7 2 177,2 4-355,3-4 0,0 5-231,7-7 1,-5-4 134,0-1-200,0-7 176,5 4 0,5-9-30,0-3 0,7 2-130,-2-7 0,-1-6-174,1-4 1,0-2-162,6 1 0,-6-3 166,0-6 1,0 2-31,6-2 0,-3 8 213,-2-9 1,2 10 171,-3 1 0,-1 8-271,1 2 21,-6 6 1,2-1 210,-6 10 0,0 4 319,0 6 0,0 2-192,0 4 0,0 3-73,0 6 0,0-4 121,0-1 0,0-1-216,0 2 0,5 1-186,1-6 0,0 2 166,0-7 0,-3 1 19,7-12 0,-5 0-114,5-5-108,1 0 0,4-7-143,0-3 1,-1-5 104,-4-6 0,4 2 12,-4-6 1,4 1 123,1-2 1,-5 3 127,1 2 1,-3 4-149,2-3 1,2 3-113,-7 1 220,7 8 417,-10-6-256,12 12 1,-13 2-111,4 11 0,-3 2 164,-2 3 0,0 4-118,0 0 0,0 3-122,0-3 1,0-1 69,0 6 1,0-4 2,0 4 0,2-6-271,3 2 0,-2-6-378,8-5 1,-1 2-2,5-7 0,-5 0 248,1-5 1,-1 0 10,5 0 1,0-12 334,1-3 0,-1-4 0,1 4 0</inkml:trace>
  <inkml:trace contextRef="#ctx0" brushRef="#br0" timeOffset="1230">1236 246 7888,'0'-9'342,"0"2"0,-5 9 25,0 3 0,-5 4-190,5 6 0,0 0 1,5 1 103,0-1 0,0 0-66,0 1 1,0-1-167,0 0-297,6-6 1,3 3-188,6-7 353,1 0 0,-3-12-46,-3-3 0,2-4-5,-7-1 1,6 0-9,-6-1 1,0-1 106,-5-3 1,0 3-5,0-4 0,-5-1-49,0 2 1,-6-6-110,6 6 1,0-1 434,5 6 1,0 0-108,0-1 0,0 6-4,0 0 0,2 6-126,3-1 0,-2 4-33,8 1 1,-1 0 67,5 0 1,1 0 20,-1 0 0,-5 0 35,0 0 0,1 6-18,4 5 0,-1 2 204,-4 3 0,2-1-95,-7 0 0,2 6-7,-2-1 1,-4 6-111,5-6 1,-5 6-14,-1-6 1,2 1 214,3-6 15,-3 0-34,5-6-160,-1-2 0,3-14-225,6-3 0,1-6 73,-1-4 1,0-4-235,1-7 1,-1 1 71,0-1 0,2 0-62,4 1 1,-6 4 170,0 0 0,1 9-108,-6 2 454,-3 0 1,5 15 497,-7 0 0,0 12-191,-5 8 0,0 7-237,0-1 1,0 3-203,0 2 0,2-2-305,3-4 1,-3 2-503,3-6 1,1-1 564,0-4 1,4-1 81,-5 0 0,2-6 61,-2-4 0,3-3 0,8-2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41:46.34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46 675 9018,'0'17'81,"0"4"0,-5 9 359,0 11 1,-2-2 139,2 2 0,2 0-191,-8 5 1,8-5-398,-2 0 0,3-2-33,2 2 1,0-9-13,0-6 1,0-12 554,0 1 492,0-10-615,0 2-267,0-21 0,0-3-376,0-13 1,0-3 184,0-3 0,0-5-751,0-10 0,5-3 466,0-8 0,7-6-393,-2-3 0,6 8 390,4 1 0,-3 15 301,4 6 1,1 5-87,-2 15 1,2 3 116,-1 7 1,-4 6 176,3 10 0,-8 6-98,-1 9 1,-8 6 344,2 9 1,-3 0-107,-2 5 1,-7 1 28,-3 5 1,-4-1-158,-1-4 0,-2-2-175,-4-3 0,4-6 69,-3 1 1,3-7 0,1-9 0,6-6-139,0-4 0,5-4-4,-5-1-600,6 0 1,-3-6 118,7-5 0,9-2-102,6-3 0,2-4 335,9 0 0,-6-6 213,6 6 0,-1-6 128,6 6 0,-5-1 0,-1 6 0,-4-1 69,4 1 1,-6 1-70,1 4 0,-8-2 555,-1 7 1,-6 0 17,5 5 136,-7 0 0,4 2-192,-7 3 0,0 3-6,0 8 0,-5 1-254,0 3 0,-5-1-52,5 7 1,0-6-227,5 6 1,-6-8 86,1 3 1,0-4-220,5-2 114,0-6 6,0-3-4,7-6 0,2-6-132,6-5 0,-5-9 87,0-6 1,1-3-112,4-1 0,0-1-79,1 0 0,-1 1 74,0-1 1,-5 7 277,1 4 1,-6 3-149,5 1 272,-7 8-143,4 1 1,-7 14-38,0 3 0,0 5-15,0 6 0,0 3 108,0 6 1,0-4-41,0 0 1,2-6-36,3 6 0,-2-8-116,8 3 158,-1-11 1,5-3 114,1-7 1,-1 0-164,0 0 1,-4-7 11,-1-3 1,-2-9-68,2-1 1,-3-8 0,-7 3 0,0 1-268,0-2 1,-7 2 105,-3-1 0,-3 3 47,-3 6 0,1 3 12,0 3 1,-1 3 13,1 7 0,5 1-147,-1 5 1,8 4-230,-2 10 0,3 2 40,2 4 443,7 3 0,2-5 0,6 6 0</inkml:trace>
  <inkml:trace contextRef="#ctx0" brushRef="#br0" timeOffset="518">1028 399 7875,'0'-15'0,"0"4"127,0 1 0,0 5 509,0-5-315,0 6 378,0-2-472,0 6 1,0 1-2,0 4 0,0 9-40,0 7 1,0 6-1,0-2 1,0 4 27,0 2 0,0 5 13,0 0 1,0-1-340,0-4 1,0-2-36,0-3 0,0 1-48,0-7 0,5-4 23,0-6 667,0-7-473,-5 4 0,5-9-152,0-3 0,2-5-69,-2-10 0,4 1-233,6-7 0,0 8 180,1-3 0,-1 4 133,0 2 0,1 6 104,-1 4 0,0 3-127,1 2 0,-6 2 233,0 3 1,-6 4-56,1 6 0,2 2 148,-2 4 0,0-3-65,-5 8 1,-7-6 77,-3 6 0,-4-7-40,-1 1 0,3-3-85,-3-2 0,8-1-186,-9-4 0,6-1 123,0-4-635,-4-3 1,13 3-35,-5-10 1,5-4-966,1-6 1625,7-7 0,8-2 0,9-7 0</inkml:trace>
  <inkml:trace contextRef="#ctx0" brushRef="#br0" timeOffset="1226">1427 629 8923,'-16'0'916,"1"2"-637,0 3 0,-1 0 57,1 10 1,-6-3-110,1 9 1,-1 1-204,6-2 1,2 2 10,2-1 0,-1-4-232,7 3 178,0-3 1,7-3-190,3-4 1,3-3 64,8-7 1,-1-2 60,0-3 1,1-3-232,-1-8 0,-1 1 61,-4 0 1,4-6 2,-4 1 0,2-6 143,-2 6 1,-1-1 190,-4 6-84,-4 0 1,6 4 355,-7 1-214,7 7-169,-5 3 0,5 8 116,-7 8 1,0 1-55,0 3 1,0-3-226,0 4 1,5-4-76,0-2 1,7 0-114,-2 1 1,-2-6 87,3 0 0,-1-6-39,5 1 1,-5-4 99,1-1 0,-1-6 71,5-5 0,-5-4 157,1-5 0,-3-4 0,2-7 0,2 0 0,-7 1 0,6-8 0,-6-3 0,5-3 0,-5-2 0,2 0 57,-2 0 1,-3 7 234,3 3 121,3 4 0,-6 8 59,3 3 36,-3 11 1,-2 5-146,0 10 1,0 5 74,0 11 1,0 3-52,0 6 0,0 1-56,0 0 1,0 4-166,0 1 1,0 5-81,0-5 0,0 5-30,0-5 0,5 5 55,0-6 0,7-6-913,-2-8 445,-3-4 281,7-9 1,-11-1-15,7-7 1,-6-8 3,1-8 0,2-1-85,-2-8 1,7-1-167,-2-5 1,2 2 217,-2 4 1,4-2 83,-4 6 0,4 1-42,1 4 0,0 3 17,1 2 1,-6 5-52,0 6 105,-6 0 1,7 6 212,-5 5 0,-3 9 14,-8 6 0,1-2 236,-6 1 0,0 1-248,-5 4 0,-1 1-45,1 0 0,1-7-6,4-4 0,-4 1 21,4-6 1,3 4-367,2-9 0,2-3-429,-2-2-369,3 3 542,-5-6 1,9 3-1114,3-10 721,-3 3 197,11-11 638,-4 4 0,6-6 0,1-1 0</inkml:trace>
  <inkml:trace contextRef="#ctx0" brushRef="#br0" timeOffset="1512">2086 552 7875,'0'-15'776,"0"6"87,0-4 29,0 11-550,0-5 0,-2 14-116,-3 3 1,4 4 26,-5 1 1,5 1-188,1-1 0,0 5 99,0 1 0,0 5-132,0-6 1,0 2 56,0-1 0,5-4-780,0 3 0,5-8 127,-5-2 1,2-6-110,-2 1 0,-1-4 138,6-1 1,-7-1-264,2-4 0,-3-6 797,-2-9 0,7-4 0,1-7 0</inkml:trace>
  <inkml:trace contextRef="#ctx0" brushRef="#br0" timeOffset="1633">2055 338 7265,'2'10'-6,"3"0"0,4-7-25,6 3 0,0 0 31,1 0 0,-1 5 0,0-2 0</inkml:trace>
  <inkml:trace contextRef="#ctx0" brushRef="#br0" timeOffset="1929">2347 246 7892,'-9'0'988,"2"0"-398,7-7-27,0 5-223,0-5-235,7 7 0,2-5-231,6 0 0,2 0 113,4 5 0,-4-5-180,3 0 1,-3 0 143,-1 5 0,-1-2-1680,0-3 1729,1 3 0,-1-5 0,0 7 0</inkml:trace>
  <inkml:trace contextRef="#ctx0" brushRef="#br0" timeOffset="2459">2454 0 7892,'0'16'651,"-2"6"-357,-3 3 1,2 11 130,-7 5 1,5 3-167,-6 2 0,8 0 101,-2 0 0,3 4-494,2-4 114,0 3 1,7-11-87,3 3 1,4-4-264,1-6 1,1-7 67,-1-4 0,0-10-21,1-5 177,-1-3 0,0-9-45,1-3 1,-8-10-85,-3-6 1,2 2 187,-2-1 0,0 4 169,-5-4 0,0 6-50,0-2 0,0 4 190,0 2 0,0 5 51,0 0-212,0 6-29,7-3 1,-5 9 1,3 3 1,-3-1 113,-2 6 0,0 0-106,0 5 0,0 1-24,0-1 0,5 0-35,0 1 1,7-1 1,-4-1-25,8-4 0,-6-3 60,0-7 1,-5 0 1,5 0 1,-5-7-30,6-3 0,-6-4-203,5-1 1,-5-1 38,5 1 0,-1 0-64,1-1 0,-1 8 150,-4 3 0,-2-2-35,7 2 353,-6 0 0,3 13-117,-7 8 1,0 6-181,0 8 0,5 3 179,0 3 0,0 3 813,-5 7 1,0 5-569,0 0 0,-2 0-429,-3-5 0,2-7 280,-7-3 1,-2-10 94,-9-6 0,2-3-40,-6-1 0,4-8-93,-4-3 0,-1-3-20,-4-2 1,-1 0-146,0 0 0,2-7-961,4-3 0,-3 1 236,8-1 716,0 0 0,4-6 0,1 1 0</inkml:trace>
  <inkml:trace contextRef="#ctx0" brushRef="#br0" timeOffset="3298">3436 476 7787,'-9'-9'301,"1"2"-194,3 7 0,1 0 121,-6 0 1,5 0-98,-5 0 1,5 0 78,-6 0 1,6 5 25,-5 1 0,5 5 108,-5 0 0,5 4-72,-6 6 1,3-3 15,-2 8 1,3-6-329,7 6 1,0-7 92,0 1 1,0-3-127,0-2 0,7-4 68,3-1 0,3-7-3,3 2 0,-1-10-65,0-5 1,3-4-122,2-1 1,-3-5-15,3-1 0,-8-4-117,-1 4 1,-6-6-170,5 1 1,-7 2 200,2-1 0,-5 4 0,-5-4 0,-3 6-84,-8-1 371,1 3 0,0 8 9,-1 4 0,6 3 235,0 2 0,7 2-121,-2 3 1,3-1 209,2 6-194,0 0 0,7 4-55,3-4 0,9-3-88,1-7 1,7-2 28,-1-3 1,-2-4-9,1-6 0,-4-2-28,4-4 0,-6 3-11,2-8 0,-4 6 17,-2-6 0,0 2 1,1-1 1,-8-3-43,-3 8 1,2-6 43,-2 6 192,0 0 1,-5 9-24,0 1 1,0 8-8,0 2 1,-1 14 94,-5 12 0,3 6 300,-7 9 0,6 7-114,-1 13 0,4 7 96,1 4 1,0-1-428,0 6 1,-2-4-79,-3 9 0,3-10-89,-3-6 1,2-11 92,-3-9 0,3-7 69,-7-8 1,5-9 126,-6-7 1,-4-6 35,-5-9 0,-3-7-245,3-4 0,1-9-114,-6-6 0,11-4-46,-1-6 0,5-3 27,-1-7 0,6 1-153,10 5 1,4-3 83,6 7 0,7 6-154,4 4 1,3 12-267,2-1 1,1 10-419,4 0 1,-2-2 1022,7 2 0,-7 0 0,3 5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41:44.75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1 261 8692,'0'-15'853,"7"7"0,6-4 0,9 5-567,2-2 0,2 6-137,4-2 1,1-2-106,0 2 0,0-2-162,-1 2 1,1 3 151,0-3 0,-1 3-646,1 2 1,-2 0 301,-4 0 0,-2 0-679,-8 0 1,0 0 89,1 0 899,-8 0 0,6 7 0,-6 2 0</inkml:trace>
  <inkml:trace contextRef="#ctx0" brushRef="#br0" timeOffset="178">369 307 8022,'-5'16'220,"0"-1"0,0 7-118,5 4 0,-6 3 13,1 1 1,-1 6-208,0 0 30,5 7 1,-6-11-186,7 4 0,2-4-444,3-1 0,-2-2 691,7-4 0,1-2 0,4-8 0</inkml:trace>
  <inkml:trace contextRef="#ctx0" brushRef="#br0" timeOffset="628">691 1 8022,'9'1'13,"-4"4"1,-4 6-60,-1 9 1,0 4 4,0 7 1,-1 6 1194,-4 4-704,3 10 0,-7-3-399,4 3 0,3 2 31,-3-2 0,4-7-257,1-8 1,5-10 98,0-6 1,7-5 289,-2-4 0,-1-5-91,1-6 0,-5 0-74,5 0 0,-5-6 31,5-5 0,-1-7 118,1-3 0,2-6-331,-7 1 0,5-1 147,-4 2 1,4 2 176,-5 8 1,0 5-37,-5 0-118,7 6 0,-4 1 8,7 13 0,-6 2-20,1 14 1,4-1-14,1 6 0,-2-2 32,2-4 0,1 3-105,4-8 1,2 0 112,4-4 0,-4-8-129,3-3 0,2-3 49,-1-2 0,4-2 23,-4-3 0,-1-5 4,-5-10 1,-1-2-9,-4-4 1,-3-3-150,-7 3 0,0-3-201,0-1 1,-2 1 38,-3 3 0,2 4-149,-7 7 714,-1 6 1,-4 2-143,0 7 1,5 7 41,-1 3 1,8 11-63,-2 4 0,3 3-95,2-3 1,0 9-224,0-3 1,12-2-312,3-3 1,11-3 545,0 3 0,2-4 0,3-7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41:55.92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77 246 8364,'-9'7'0,"4"3"0,2 3 880,-2 3-524,3-1 0,-5 6-120,7-1 0,5 6-324,1-6 0,5 0-61,0-4 1,2-3 127,3-2 0,-1 1-389,0-7 0,1 0 210,-1-5 1,0 0 99,1 0 100,-1-7 0,0-8 0,1-9 0</inkml:trace>
  <inkml:trace contextRef="#ctx0" brushRef="#br0" timeOffset="400">0 62 7797,'7'-9'-726,"2"2"816,6 7 0,0 0-86,1 0 1,6 0-54,3 0 1,4 0-27,2 0 0,1 0-3,4 0 0,-3-5 78,2 0 1,3-2 10,-2 2 0,-1 3 133,-4-3 1,-2-1-63,-3 0 253,-4 1-263,-14 5 1,-1 7-28,-7 3 1,-7 4 124,-3 1 1,-10 2 200,-6 4 0,4-4-137,1 3 0,-1-3 79,2-1 0,4 1-261,6 3 1,7-3 115,-2 4 1,5-4-184,5-2 0,8 0 27,8 1 0,6-1-84,-1 0 1,3 1 128,1-1 1,1 0-26,0 1 0,-6-3 91,1-2 0,-9 2 105,-2-3 1,-1-1 96,-9 1 1,0-5-58,-5 6 1,-8-6-133,-8 5 0,-6-2-124,-9 3 0,1 1-180,-1-7 1,6 2 76,-1-2 0,7-4-167,-1 4 1,3-3-292,1-2 1,8 2 548,3 3 0,10-3 0,3 4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41:59.85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107 167 7985,'-6'-15'444,"4"4"122,-3 1-28,-4 7-304,1-4 1,-2 7 235,-1 0-248,1 0 1,0 7 3,0 3 0,5 9 0,-6 1 0,8 8-67,-2-3 1,3 2 13,2-1 1,2 1-36,3-6 0,3-1-159,8-5 1,-1-1 143,0-4 1,6-3 20,-1-7 0,6 0-368,-6 0 0,6-7 73,-6-3 1,3-9-44,-3-1 1,-3-7 35,3 1 1,-9-3-123,-6-2 1,-3 2 93,-2 4 1,-7-4-67,-4 3 1,-7-1 133,-3 2 1,-4 2 0,4 8 0,-4 5 139,4 0 1,-4 6-40,4-1 1,2 10 119,9 5 0,-2 4-165,7 1 0,0 6 34,5-1 0,5 2-375,0-1 1,12-2-1420,-1 6 1822,9-6 0,-1 3 0,7-7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42:00.25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1 444 7942,'8'0'2755,"-1"-7"-1650,-7 5-496,0-5 1,-2 6 148,-3-4-190,3 3-47,-4-5-273,6 14 1,0-4-1390,0 8-300,0-8-931,0 11 1731,6-13 0,3 6-200,6-7 1,-4 0 840,-1 0 0,0-7 0,5-1 0</inkml:trace>
  <inkml:trace contextRef="#ctx0" brushRef="#br0" timeOffset="587">415 260 7971,'0'-9'1463,"0"-4"-1195,-7 11 1,4-3-46,-8 10 1,8-2 60,-2 7 0,-2 6-28,2 4 1,0 8-34,5-3 1,0 4 27,0 2 1,0-6-124,0 1 0,5-2-145,0 1 1,7 1-44,-2-11 0,5 2 90,6-12 1,-4 0 101,3-5 1,-3 0-77,-1 0 1,-1-6-149,0-5 1,1-7 162,-1-3 1,-1-6-42,-4 1 0,2-3-172,-7-1 0,0-1-253,-5 0 1,-7 2 57,-3 4 1,-4-4 109,-1 3 1,0 6 150,-1 5 0,1 1 6,0 9 0,-1-5 200,1 4 1,5 1-175,0 5 0,6 7-27,-1 3 1,3 4-732,2 1-77,0 1 1,2-1 141,3 0 1,-1 1 90,6-1 646,0-6 0,5 4 0,1-4 0</inkml:trace>
  <inkml:trace contextRef="#ctx0" brushRef="#br0" timeOffset="1049">952 229 7971,'0'-10'-348,"0"0"0,1-1 348,4-4 0,-3 0 288,3-1 0,-3 1 563,-2 0 0,-7-1-430,-3 1 0,1 0-130,-1-1 1,0 3-214,-5 2 1,-1 0-232,1 5 0,1 0 166,4 0 1,-4 5 153,4-4 1,2 5-189,-3 5 1,6 3 46,-5 8 1,7-1 18,-2 0 0,3 6 43,2-1 1,5 7 24,0-1 1,7-2-159,-2 1 1,4 1-22,1 5 1,2-6 82,4 1 0,-4-2 24,3 1 0,-3 3 49,-1-8 0,-6 6 27,0-6 1,-7 0 3,3-4 0,-5-1-62,-1 0 1,0-4 17,0-1 0,-7-7 207,-3 2 0,-9 2 305,-1-2 1,-6 0-343,6-5 1,-2-1-59,1-4 1,4 1-196,-3-6 1,8-2-30,2-8 0,6 1-107,-1-7 0,5 6 165,5-6 1,4 6 2,6-6 1,6 8-585,-1-3 1,7 4-792,-1 2 1,1 1 314,-1 4 1,1-2 485,-6 7 1,4 0-206,-4 5 1,4-2 752,-4-3 0,-1 3 0,-5-5 0</inkml:trace>
  <inkml:trace contextRef="#ctx0" brushRef="#br0" timeOffset="1350">1228 183 8592,'-7'15'2137,"-2"2"-1763,-6 4 1,1 3-152,4 6 1,-3-1-124,2-3 1,4 1 50,2-6 1,4 4-105,1-4 0,6-1 176,5-5 1,2-1-12,3-4 0,-1-3-292,0-7 0,1-2-342,-1-3 0,0-3 189,1-8 0,-1-4 108,0 0 0,-6-6-8,-4 6 0,-3-8 57,-2 3 0,0 1-10,0-2 0,-7 2 57,-3-1 0,-2 3-13,2 6 0,-4 3-332,4 2-426,-4-2 179,-1 11 0,6-3 233,4 10 1,3-1-940,2 6 1327,0 0 0,7 5 0,2 1 0</inkml:trace>
  <inkml:trace contextRef="#ctx0" brushRef="#br0" timeOffset="1866">1580 183 7971,'0'-15'345,"0"-1"-268,0 1 0,0 5 477,0 0 1,-5 4 291,0-4-598,-7 7 179,4-4-56,-8 7-148,1 0 1,7 7 27,2 3 1,5 4-315,1 1 1,0 0-84,0 1 1,0 4-8,0 1 0,7 4 75,3-4 0,-2 4-10,3-4 0,-1 6 58,5-2 1,2-1 15,4 2 0,-4-2 10,3 1 0,-3-1-17,-1-3 0,-6-4 70,0 3 1,-5-8 341,5-2 414,-6 0-540,3 6 0,-14-6 5,-4 0 1,-2-6-58,-2 1 0,-3-4-24,-2-1 1,1 0-62,-6 0 0,4 0 37,-4 0 1,6-1-201,-2-4 1,10-4-405,0-6 0,8-1-202,-2 1 0,5-2 335,5-3 0,3 1-155,8-7 1,-1 8 130,0-3 1,6-1 103,-1 2 1,3-1 48,-3 6 0,-3-1-64,3 1 0,-2-5 439,-3-1 0,-2 1 259,-2 4-285,2 1 0,-6 0-57,3-1 0,-3 1 297,-7 0 1,0-1-168,0 1 0,-7 0-136,-3-1 1,-3 8 52,-3 3 1,1-2 160,0 2 0,-1 0-10,1 5 0,-1 6-542,1 5-884,0 2 1,1 3 603,4-1 1,3 5 508,7 1 0,0-1 0,0-4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42:04.62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62 580 8016,'-15'0'70,"6"7"0,1-3 282,3 6 0,3 0-61,-12 5 0,12 1 741,-3-1-441,4-6-134,1 4-72,0-11-185,0 5 0,6-9-99,5-3 1,2-4 140,3-6 1,1-7-25,3-4 1,-1-9-226,6-6 0,-6-4-224,2-1 1,-1 2-492,-5 3 1,4-3 286,-9 3 0,-3-3 73,-2-2 0,-3 1 237,-2 4 0,0 6 238,0 9 1,0 9-396,0 7 145,0 6 1,-2 1 188,-3 13 0,2 7 227,-7 14 0,5 1 454,-6 4-376,8 3-164,-11 7 1,13-1-46,-5-5 1,5 1-75,1-10 0,0 3-106,0-8 1,5-4 111,0-2 0,7-3 58,-2-1-108,4-8 1,1-1-120,0-7 0,1-7-82,-1-3 1,0-9-154,1-1 0,-1-8-166,0 3 0,1-2 193,-1 1 0,-5-1 19,1 6 1,-8 6-87,2 5-116,-3 6 297,-2-2 0,0 7 230,0 4 0,0 4 180,0 6 0,0 1-65,0-1-506,0 0 1,0 1-426,0-1-204,0-7 973,0-1 0,0-7 0,7-7 0,1-1 0</inkml:trace>
  <inkml:trace contextRef="#ctx0" brushRef="#br0" timeOffset="166">522 105 8016,'16'-15'435,"-1"-1"-193,0 8 1,1 1-1,-1 7 1,5 7 67,1 3 0,-1 12 136,-4 9 1,-1 1 726,0 9-777,1 0 0,-3 5 217,-3 0-490,-3 7 0,-7-4-124,0 7 1,-8 6-320,-8 4 0,-1-6 372,-8-9 1,-1-10 180,-4-5 1,-3 1-33,-3-1-201,4 0 0,-19-6 0,3 1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42:06.43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384 246 8227,'0'-15'579,"-2"0"-386,-3-1 1,3 6 0,-3 0 0,-3 6 122,-3-1-147,5 4 0,-8-5 84,4 1 1,-6 2-29,-4 8 0,3-2-356,-4 8 0,-1-6-6,2 5 0,-2-1 111,1 1 1,4 3 140,-3-2 1,3 1-149,1-2 0,1 3 16,0-2 0,5 1-131,-1-2 281,8 3 0,-4-11-271,7 5-39,0-7 473,0 0-280,7 0 1,-4 0 163,8 0-160,-8 0-3,4 0 1,-2 2 44,0 3 1,0 5 0,-5 10 1,0 1 180,0 10 0,-5-2 1,0 11 1,-5-4-247,5 5 0,-6 5 83,6 5 0,-5 2-71,5-2 1,-2-3 23,2 3 0,3-5-111,-3-5 0,3 2 138,2-8 1,0-4-43,0-5 1,0-8-96,0 3 1,5-4 129,1-2 0,0-1-46,0-4 1,-3 4 9,7-4 1,-5-2-48,6 3 0,-1-6-152,5 5 1,0-7-277,1 3 0,6-5 252,3-1 1,1 0 116,5 0 1,-4 0 86,9 0 0,-4-7 0,-1-1 0</inkml:trace>
  <inkml:trace contextRef="#ctx0" brushRef="#br0" timeOffset="2742">691 568 7759,'8'0'209,"-1"0"1,-5-5-65,3 0 91,-4 0-189,6-2 1,-5 6 56,3-5 75,-3-2-98,5-1 0,-7-1-53,0 0 0,0 5 25,0-5 1,0 4 39,0-4 0,0 5 31,0-5-98,0 6 0,-2-7-30,-3 5-11,3 1 74,-5-1 0,6 4 39,-5-3-208,5 3 98,-6 2 0,5 0-4,-3 0 0,3 2 25,-3 3 1,2-3 94,-2 3 1,3 3-39,-3 2 1,-2 4 8,2 1 0,0-4-38,5-1 1,0 0 3,0 5 0,0 1 118,0-1 0,0 0 26,0 1 0,0 4-135,0 1 0,2-1 28,3-5 1,3 2 12,8 4 1,-6-4-58,0 3 1,0 3-102,6-3 1,-6 6 52,0-6 1,-5 0-16,5-4 1,-6-1 105,1 0 1,-3-4 283,-2-1 47,0 0-288,-7 5 1,-2-6-106,-6-4 1,-5-3 20,-1-2 1,-1 0-86,1 0 1,4-2 137,-3-3 0,3-4-18,2-6 0,1-5-170,4-1 1,3-4 53,7 4 0,0-4-52,0 4 0,7-4 97,3 4 0,4 1-230,1 4 0,2 1-8,3 0 0,3 1-35,2 4 0,-1-4 131,-4 4 0,-3 1 43,4-1 1,-4 7-210,-2-2 1,-1 1-82,-4-1 1,-1 4-654,-4-5 207,-3 5-162,4 1 997,-6 7 0,0-6 0,0 6 0</inkml:trace>
  <inkml:trace contextRef="#ctx0" brushRef="#br0" timeOffset="2916">951 752 9755,'-8'0'-729,"1"0"-99,7 0 328,0 0 500,7 0 0,1-6 0,8-3 0</inkml:trace>
  <inkml:trace contextRef="#ctx0" brushRef="#br0" timeOffset="3250">1181 584 7960,'-8'0'1488,"-4"1"-1199,7 5 1,-5-3-40,5 7 1,-6 2-58,6 9-97,0-4 1,5 10 92,0-7 0,0 2-136,0-1 0,5-4-116,0 3 0,7-8 146,-2-1 0,6-8-115,4 2 1,-3-3-42,4-2 1,-6-7-57,-5-3 1,4-4 120,-4-1 1,-3-2 41,-2-4 1,-3 4-125,-2-3 1,0 3 58,0 1 1,-5 1-4,0 0 1,-12-1 40,1 1 0,-3 5-74,4 0 0,0 6 53,-1-1 0,1 3-24,0 2 29,6 0 0,-3 2-9,7 3-405,0 4 0,12 4-224,3-2 1,4 0-131,1-5 1,6-1 776,-1-5 0,7 7 0,-3 1 0</inkml:trace>
  <inkml:trace contextRef="#ctx0" brushRef="#br0" timeOffset="3963">1534 568 8336,'-15'7'1156,"0"3"0,4 4-779,1 1 0,7 1-183,-2-1 1,-2 0-136,2 1 48,0-1 0,5 0-181,0 1-47,0-8 42,6 6 0,-2-12 116,6 3 0,-5-4 17,5-1-152,-6-6 1,4 2 12,-3-6 1,-3 5 305,3-5-208,-3 6 1,-2-4 106,0 3-127,0 3 9,0-5 69,0 7-351,0 0 266,7 0 12,-6 7 1,11 1 3,-7 8 0,6-6-9,-6 0 0,2 0 3,-2 6 1,-2-1 22,7 0 0,-5 1-17,6-1 0,-6 0-2,5 1 0,-7 1 0,3 3 0,0-3 138,-1 4 1,1-4-68,-6-2 0,0 0 132,0 1 0,-2-1-160,-3 1 0,1-1 14,-6 0 0,0 1 68,-5-1 1,-1-5 81,1 0 0,0-5-227,-1 6 0,1-8 117,0 2 0,-1-3-144,1-2 1,0-2 50,-1-3 1,3 2 39,2-8 0,-1 1-8,7-5 0,0 0-15,5-1 0,0-4-108,0-1 0,5 1 41,0 4 1,9 1-197,1 0 1,1-6 73,4 1 1,-3-1-8,-1 6 1,1-5 34,3-1 1,-3-1 34,4 2 1,-6 3-10,-5-4 1,4 4-13,-4 2 1,-3-6 155,-2 1 0,-2-1-86,2 6 0,-3 0 163,3-1-163,-3-6 1,-2 5 174,0-3 0,-5 8 158,0 2-11,-7 6 0,3-3-184,-6 7 0,5 0-27,-1 0 1,1 2 67,-5 3 0,0-1-17,-1 6 0,1-2-206,0 3 0,-1 2 119,1-3 1,5 2-476,-1-1 1,6 2-715,-5-3 235,7 4 0,-4 1 271,7 1 664,0-1 0,-7 0 0,-2 1 0</inkml:trace>
  <inkml:trace contextRef="#ctx0" brushRef="#br0" timeOffset="4580">1994 461 7929,'-8'-9'0,"-6"3"0,6 6 1079,-8 0-646,1 0 0,1 6-56,4 5 0,-2 2-188,7 3 0,-5-1-281,5 0 100,0 1 1,5-1 146,0 0 0,6-4 37,5-1 1,-3-7-135,2 2 1,1-3-294,4-2 0,0-7-29,1-3 0,-1-4 135,0-1 0,1 0-162,-1-1 1,-5-4 50,0-1 0,1-6 54,4 2 1,-5 1 114,0-2 1,-4 6-22,4-6 1,0 6-103,5-6 1,-1 13-96,-4-3 1,4 6 330,-4 0 0,-1 3-46,1 7 1,-5 2 198,5 3 1,-6 5-69,1 10 1,-4 1-147,-1 10 1,0-4 206,0 9 1,0 3 212,0 2 0,-5 5 148,0 5 1,-7-2-198,2 8 0,2-6-289,-3 5 1,3-5 80,-2 5 1,-2-8-478,6-2 0,-4-2-42,5-8 0,-5 0-223,5-5 0,0-8 110,5-2 253,0-11 1,1-3-1126,5-7 1360,2 0 0,7-14 0,1-3 0</inkml:trace>
  <inkml:trace contextRef="#ctx0" brushRef="#br0" timeOffset="4808">2316 890 7929,'-6'16'1138,"4"-1"-865,-3 0 0,3 1-40,2-1 1,0-5-275,0 1 1,2-6-5,3 5 0,3-7 4,8 2 1,-1-10 175,0-5 0,1-4 33,-1-1 0,-5-5-297,1-1 1,-8-4-108,2 4 1,-3-4 156,-2 4 0,0 1 99,0 4 0,-7 1 352,-3 0-248,-4 6-101,-1 2 1,1 9 0,4 3 0,5 5 106,3 4-1035,2 1 0,2-4 905,3-1 0,3 0 0,8 5 0</inkml:trace>
  <inkml:trace contextRef="#ctx0" brushRef="#br0" timeOffset="5384">2470 16 7894,'-9'-7'635,"2"6"-551,7-6-15,0 7 1,2 0 18,3 0 0,4 0 99,6 0 0,1 0-356,-1 0 0,7 0 13,4 0 0,-3 0 61,3 0 0,-2 0 144,1 0 1,-1 0 110,-3 0-228,-4 0 0,5 7 137,-7 3 0,-6-2 111,-4 3 0,-3 4-86,-2 5 0,0 6 266,0-6 1,-2 9-44,-3 2 0,3 1 64,-3 9 1,3-1-128,2 0 0,0 10-13,0-4 0,5 3-239,0-3 1,13 0-74,-3 0 1,4 6-22,-4-1 0,5-2 96,1-8 1,-1-2-173,-4-3 1,-1-4 179,0 4 0,-1-10 230,-4-6 1,-3 2-203,-7-1 0,-2-1-48,-3-4 0,-3-1 723,-8 0 0,-4 1-194,-1-1 0,-11-1-191,1-4 0,-3 2-6,4-7 1,-1 0-653,0-5 0,2 5-265,4 0 0,-3 0-593,8-5 0,0 0 1186,4 0 0,1 0 0,0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42:44.37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625 1499 8349,'0'-10'-760,"0"-1"760,0 8 0,0-4 1731,0 0-858,0 5-919,0-5 293,0 7 587,0 0-633,0 7 1,2-5-62,3 3 1,-1-1 60,6 1 36,0-3 1,6 5-107,0-7 1,-1 0-104,1 0 1,0 0 300,-1 0-300,1 0 0,-1 0 94,1 0 0,-6 0-13,1 0 0,-3-2-21,3-3 1,3 3-10,-4-3 1,-1 3-114,1 2 0,-5 0 51,6 0 0,-2-2-36,1-3 0,4 3 87,-4-3 1,-1-2-121,1 2 0,-1-2 74,1 2 1,4-2-10,-3-4 1,3-2 11,1 2 0,-4 2-7,-1-1 1,0 0-95,6-6 0,-6 0 67,1 1 0,-6-1-8,5 1 0,-1 2 21,1-2 0,4 8-14,-3-9 0,-3 4-7,3-3 1,-1-1-2,6 0 1,-2-4 15,-4-1 1,4 0-1,-4 5 0,3 1-22,-3-1 0,4 0 19,-4 1 1,-1-1 9,1 1 1,1-1-14,4 0 0,-4 1-9,-1-1 1,-1 1 11,1-1 0,4-1 3,-4-4 0,-1 3-30,2-2 0,-3 2-9,3 3 1,1-1-116,-7 0 1,7 1 96,-1-1 1,-3-5 67,3 1 1,-6-1-51,5 5 0,-5 1 66,6-1 0,-2 0-54,1 1 0,2-3 3,-7-2 1,6 7 28,-6-2 1,7 3 11,-2-4 1,-1 1-34,1-1-20,1 0 1,5 1-47,-1-1 0,-1 0 61,-4 1 1,4-1-60,-3 1 1,-3 1 49,3 3 0,-3-3-12,3 4 1,1-4-8,-7-1 0,7-1-4,-1 0 0,-3 6 66,3 0 0,-6-1 4,5-4 29,1-1 0,4 2-69,1 4 1,-6-4 57,1 3 0,-1 3-42,6-3 0,-6 3 5,1-3 1,-1-1 12,6 7 1,-6-6 13,1 6-21,-1-7 0,6 9-3,-1-8 1,-4 8 0,-1-2-1,0-4 0,6 7 14,0-3 1,-6 1-14,0-1 0,-4 4 0,4-5 1,-5 5 22,6 1 7,-8 0-23,11 0-3,-5 0 1,6 0 9,1 0 0,-6 0-8,1 0 0,-6 0 81,5 0 1,-5 0-77,6 0 1,-6 0 2,5 0 0,-4 0 22,4 0 0,-5 5 8,6 0 0,-6 0-61,5-5 36,1 7 79,4-5-52,1 12-8,0-12-35,-1 11 1,1-6 1,-1 4 1,-4-3 13,-1-2 0,-5-3 25,6 7-65,-1-6 1,6 8 17,-1-7 0,-4 6 5,-1-6 0,-5 2 3,6-2 1,-6-1 52,5 6 1,-4-1 22,4 1 15,-6 4-78,9-5 0,-6 6 6,4 1 0,1-6 11,-7 1 1,5-6-21,-4 5 0,4-5-18,-5 6 1,2-6 31,-2 5 0,-1-4 25,6 4 0,-4-5-17,4 6 0,-7-6 5,3 5 1,1-5 6,-2 6 4,0-1-54,2 6 1,-4-1 0,8 1 1,-8-6-38,2 1 0,4-6 58,2 5 1,-3-4-2,3 4 0,-6-1 10,5 1 0,-5 2 0,6-6 1,-6 4-21,5-5 1,-4 6 14,4-6 313,-6 7-232,9-3 1,-6 6-94,4 1 0,-3-6 43,-2 1 0,-3-6-105,7 5 0,-4-1 44,4 1 1,-5 4-4,6-3 0,-1 2 33,6 3 1,-6-6-15,1 1 1,-6-2-13,5 1 0,-1 4 28,1-4 0,2-1 61,-6 1 1,6-1-69,-2 1 1,-1 4 16,1-3 0,-5-3-27,6 3 9,-8-1 12,11 6 0,-5-1 1,6 1 1,-4-6-79,-1 1 1,-5-6 24,6 5 0,-2-4 51,1 4 0,4-5-24,-4 6 1,-1-8 81,1 2 1,-5 2-51,6-2 1,-6 6 8,5-6 1,-4 0-22,4-5 0,-5 5 7,6 1 1,-6-1 79,5-5 0,-4 5-76,4 0 0,-1 2-51,1-2 1,4-3 58,-4 3 1,4-3-100,2-2 1,-1 2 48,1 3 1,0-3-6,-1 3 1,1-3 22,-1-2 0,1 0-11,0 0 0,-1 0-36,1 0 0,-1 0 29,1 0 0,0 0-2,-1 0 1,1 0 4,0 0 1,-1 0 23,1 0 0,-1 0-5,1 0 0,0 0 3,-1 0 1,1 0-16,-1 0 1,6 0 2,0 0 0,0 0-18,-6 0 1,1 0 12,0 0 1,-1 0-221,1 0 215,-1 0 0,1 0-682,0 0-319,-8 7-410,6-6 1048,-12 6 0,7-2-83,-4 1-917,-3 6 1,5-4 1363,-7 8 0,-14 7 0,-4 1 0</inkml:trace>
  <inkml:trace contextRef="#ctx0" brushRef="#br0" timeOffset="1410">1 2030 7978,'0'-16'-57,"0"6"213,0-1-773,0 8 720,0-11 24,0 12 1,0-6 178,0 2-218,0 5 0,2-8 114,3 4-90,4 3 0,6-5 6,1 7 1,-6 0-188,1 0 1,-1 0 116,6 0 1,-1 0 10,1 0 1,5 0 20,-1 0 1,3 0-7,-2 0 0,-2 0-11,7 0 0,0-5 10,5 0 0,-5 0-3,0 5 1,0 0 6,5 0 0,1-6-188,-1 1 0,-5 0 130,0 5 1,-2 0-101,2 0 0,2 0 112,-7 0 0,5 0-74,-5 0 1,5 0 107,-6 0 0,6 0 1,-5 0 0,5 2-56,-5 3 1,5-3 4,-5 3 1,7-3 208,-2-2 1,-2 0-135,2 0 0,0-2 20,5-3 0,0 3-34,1-3 1,1-2-91,3 2 1,-3-6 9,3 6 1,-1-5-4,1 4 0,-6-1 56,6 2 1,-8 2-11,3-8 1,1 8-146,-6-2 1,-2 3 95,2 2 1,-7 0-25,2 0 1,-2 0 33,2 0 1,-4 0-11,4 0 1,3 0 5,2 0 0,-2 0-1,2 0 1,0 0 3,6 0 1,-1 0-1,0 0 0,-1-2 81,-4-3 1,3 3-26,-3-3 1,-2 3 7,2 2 0,-5-1-40,5-5 1,0 5-10,5-5 1,-1 5-15,-4 1 1,2 0 1,-8 0 1,8 0 24,-2 0 0,-1-2-3,1-3 1,-6 3-102,6-3 1,-1 3 65,1 2 1,-2 0-2,-3 0 1,-2-2 7,7-3 0,-5 3-6,5-3 0,-7 3 5,2 2 1,1 0 3,-1 0 1,5 0-3,-5 0 1,7-1 3,-2-4 1,-2 3 1,2-3 0,-5 3-1,5 2 0,-6-5 236,6-1 1,-5 1-122,5 5 0,-5 0-153,5 0 0,-5 0 36,5 0 1,-5 0-6,5 0 0,-5-1 30,5-5 1,-2 5-24,2-5 0,3 5-75,-3 1 0,-1 0 54,1 0 1,-2-6 2,2 1 1,2 0 11,-7 5 0,5-2 21,-6-3 1,6 3-12,-5-3 1,5 3 1,-5 2 0,0 0-5,-6 0 0,6 0 1,0 0 1,0 0-2,-5 0 0,4 0-2,1 0 1,2 0-8,-2 0 0,-2 0 10,7 0 1,-7 0-11,1 0 1,3 0 10,-2 0 1,5 0 2,-5 0 0,5 0-13,-5 0 1,1 0 2,-1 0 1,-2-5 23,7 0 1,-5 0 13,5 5 0,0 0 32,5 0 1,0 0-48,0 0 0,1-5-37,-1-1 0,0 1 29,0 5 1,1-2-1,-1-3 0,-2 4 6,-3-5 0,2 5 0,-7 1 0,1-6 52,-1 1 1,-3 0 1,2 5 0,-2 0-162,-3 0 1,1-5 114,0 0 0,-1-1-313,1 6 1,-6 0-601,1 0-390,-8 0 617,4 0 660,-7 0 0,-7 7 0,-2 2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42:47.70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1062 0 6490,'9'0'530,"-2"0"1,-5 0-366,3 0 142,-4 0-75,6 0-100,-7 0 0,2 5-18,3 1 0,-3 6 13,3-2 0,-3-1-137,-2 1 0,0 1 19,0 4 0,0 1 22,0-1 1,0-4 47,0-1 1,0 1-1,0 4 6,0 1 0,0 0 3,0-1 0,5 1-33,0-1 1,1-4 0,-6-1 1,0 1 81,0 4 0,0 3-75,0 2 1,1-2-44,5 2 0,-5-2 60,4-3 1,-1-1-179,1-3 0,-3 3 114,3-4 0,-3 4-10,-2 1 0,5-4 47,0-1-42,0 1 0,-5 4 258,0 1 1,0-6-156,0 1 1,0-1-53,0 6 0,0-6 20,0 1 1,0-1-26,0 6 0,0-1-39,0 1 1,0-6-17,0 1 1,0-1 119,0 6-78,7-1 1,-5 1-200,3-1 0,-3 1 130,-2 0 1,0-6 30,0 0 1,0 1-13,0 5 0,0-6 10,0 0 55,0 1-26,0 4 1,0 1-25,0 0 1,5-6 4,0 0 0,1 1 64,-6 4 0,0-4-56,0-1 0,0 1 33,0 4-29,0 1 0,0-1-62,0 1 0,0 0 33,0-1 1,0-4-6,0-1 0,0 0 15,0 6 1,0-6-2,0 1 8,0-1 10,7 6-29,-6 0 12,6-1 0,-5-1 60,3-4-56,-3 4-4,5-5 0,-7 7 5,0-1 1,0-4 2,0-1 0,0-5-43,0 6 1,0-6 19,0 5 0,0-5 22,0 6-4,0-8-34,0 11 0,0-10 37,0 6-4,0-6 0,0 4-8,0-3 1,0-1-1,0 6 0,0-5 159,0 6 0,0-6-109,0 5 1,0-4-64,0 4 0,0-5 39,0 6 1,0-6-28,0 5 0,0-4-1,0 4 1,-2-7-16,-3 3 43,3 2-49,-5 1-42,7 7 50,0-1 11,0 1 3,0-1 0,0 1 0,0 0 0,0-1 0,0 1 0,0-1 0,0 1 0,0-6 0,0 1 0,0-6 0,0 5 0,0-4-29,0 4 21,7-6 0,-5 9-11,3-2 3,-3-4 2,-2 7-1,0-6 0,0 8 16,0 0 0,2-3-5,3-2 0,-3 3 1,3-4 0,-4-1-4,-1 1 1,2-5-1,3 6 0,-3-6 1,3 5 0,-3-4 2,-2 4 0,0-5 1,0 6 0,0-6 1,0 5 1,0-5-15,0 6-1,0-8 16,0 11-2,0-5 0,0 1-1,0 1-3,0-8 4,0 11-3,0-5 5,0 6 236,7 1-169,-5-1 0,6-1-27,-2-3 1,-5-3-14,5-2 1,-5-3-27,-1 8 1,0-6-16,0 5 0,6-5-9,-1 6 1,0-6 70,-5 5-39,0-6 0,2 8-613,3-7 1,-2 0-129,8-5 0,-6 0-306,5 0 1,-1 2 30,1 3 1008,4-3 0,2 5 0,8-7 0</inkml:trace>
  <inkml:trace contextRef="#ctx0" brushRef="#br0" timeOffset="1043">1 1764 8446,'0'9'-1649,"1"-2"1357,5-7 410,-5 0-6,6 0 168,0 7 17,-5-6-162,12 13-72,-12-5 1,10 7 175,-7-1 0,0 1-143,-5-1 1,0 1-57,0 0 1,5-1 64,1 1 0,-1-1-26,-5 1 1,0 0-25,0-1 1,0 1-11,0-1 0,0 1 22,0 0 0,0-1-1,0 1 0,2-6-299,3 1 0,-4-6-527,5 5-290,2-6 1050,1 3 0,7 0 0,-1 1 0</inkml:trace>
  <inkml:trace contextRef="#ctx0" brushRef="#br0" timeOffset="1450">172 1795 8470,'-8'0'-415,"-6"0"692,12 0 10,-5 0 0,7-1-368,0-5 0,2-2-133,3-8 0,6 0 138,9 1 1,5-8 208,6-3 1,2-5 35,3-5 1,6-4-32,10-7 0,3-5-18,8 0 0,4-12-340,1 1 0,0-3 333,-6 4 1,-1 1-233,-4 4 1,2-2-138,-7 7 0,-5 7-156,-5 8 0,-8 6 166,3 5 0,-11 11-452,-5 9 371,-4-2 1,-8 13-169,-4 0 495,-4 7 0,-4 6 0,-4 2 0,-3 3 0,3-4 0,3-5 0</inkml:trace>
  <inkml:trace contextRef="#ctx0" brushRef="#br0" timeOffset="1703">329 1702 8437,'-7'8'-281,"-2"-1"273,0-7 479,2 0-201,7 0 0,2-7-45,3-3 0,4-4 33,7-2 1,8-6-600,7-4 1,2-4 67,9-1 1,1-7 199,9-4 0,0 2 127,10-1 1,-3-1-337,9-5 1,-4 1 270,-1-1 1,-1 7 37,1 3 1,-8 11-76,-3 6 1,-10 4-1,-6 6 1,-5 3-579,-5 7 1,-3 0 625,-7 0 0,-1 7 0,1 1 0</inkml:trace>
  <inkml:trace contextRef="#ctx0" brushRef="#br0" timeOffset="1950">344 1951 8516,'7'-15'-646,"2"-8"0,8 4 913,4-7 0,5 0-57,10-5 0,6-7-252,10-4 0,4-3 106,6-2 0,2 0-336,4 1 1,5-1 343,10 0 0,-2-5-22,-36 25 0,-1 2 0,37-20-166,3 8 0,-5 6-53,-1 5 1,-13 5-289,-8 11 1,-14 1-26,-6 4 482,-4 3 0,-6 1 0,-2 6 0,-5-2 0,5-1 0,2-2 0</inkml:trace>
  <inkml:trace contextRef="#ctx0" brushRef="#br0" timeOffset="2187">516 1983 8336,'-16'-7'179,"1"-2"0,6-1 26,4-1 0,6-1-93,10-9 0,6-1-220,14-4 89,15-11 0,2 10 179,15-15 0,4 5-151,1-4 0,8-1-111,2-5 0,5 1-147,-39 22 0,1 1 0,1 2 0,0 0-88,42-21 1,-3 13 126,-1-2 1,-6 5-615,-6 0 0,-4 3 824,-11 8 0,-5 1 0,-7 3 0,-1 6 0,-1 3 0,-1 2 0</inkml:trace>
  <inkml:trace contextRef="#ctx0" brushRef="#br0" timeOffset="2417">984 1858 8336,'-15'0'-92,"-1"0"603,0 0-182,8 0 0,1-7-392,7-4 75,14-2 0,10-5 185,17-3 1,6-5 92,5-10 0,6 3-424,9-3 0,4-3-345,7 3 0,0 0 125,0 4 0,-3 1 216,3 0 1,-10 7-535,5 3 0,-14 9-113,-7 1 785,-4 8 0,-8-4 0,-2 7 0</inkml:trace>
  <inkml:trace contextRef="#ctx0" brushRef="#br0" timeOffset="2642">1265 1920 8350,'-16'-7'214,"8"6"1,-1-12 76,4 8 0,3-2 16,-3 2 1,12-4-222,9-6-17,6-1 0,16-5 150,4 1 0,10-13 75,5 1 1,6-2-339,4 2 1,-1 1-357,7 0 0,-5 1-120,4 4 1,-4 2 305,5 3 0,-9 9-596,-1-3 1,-10 9 81,-11 1 728,-4 3 0,-7 2 0,1 0 0</inkml:trace>
  <inkml:trace contextRef="#ctx0" brushRef="#br0" timeOffset="2828">1640 1889 8350,'-9'0'345,"2"-7"1,9-2-126,3-6 1,5-1-353,11 1 1,5-1-3,11 0 1,3-5-83,6 1 0,8-3 268,3 2 0,4 2 81,2-7 1,-1 7-529,0-2 1,-6 6 394,-4 4 0,-3-3 0,-3 6 0</inkml:trace>
  <inkml:trace contextRef="#ctx0" brushRef="#br0" timeOffset="2991">1983 1920 8350,'-15'-7'418,"-1"-3"1,7 1 60,4-1-283,3-1 0,9-4 65,4-1 1,11-1 32,9-4 1,4 4-468,12-4 1,-2-2-277,12 2 0,-1-5-1073,1 6 1336,4-1 0,-6 5 0,8 1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42:53.11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157 250 8283,'0'-15'0,"0"4"-47,0 1 0,0 5 109,0-6 39,0 8 1,0-6 204,0 4-264,0 3 72,0-5-266,0 7 337,0 0-194,0 7 1,0-3 18,0 6 1,-2-5-7,-3 6 0,3-1 329,-3 6-290,3-1 0,2 1 2,0-1 1,0 1 17,0 0 0,7-1 10,4 1 0,-3-6-41,3 1 0,-1-3 24,6 3 1,-1 3-9,1-4 1,-2-1 4,-4 1-74,4-6 1,-10 8 28,6-7 1,-7 2-2,3-2 27,-5-3 1,-8 7-8,-3-4 1,-6-2-193,-4 8 1,1-6-226,-7 5 0,5-6-370,-5 1 0,0 2 316,-6-2 1,6 0 443,0-5 0,7-7 0,-3-1 0</inkml:trace>
  <inkml:trace contextRef="#ctx0" brushRef="#br0" timeOffset="167">63 188 8283,'16'-14'243,"-7"10"0,10-16-148,-4 9 0,4 4 0,-1 0-117,2 0-309,-2 6 0,10-6 259,-8 7 1,6 0-272,-5 0 1,2 0 154,-2 0 1,-4 2 10,4 3 0,1-4 51,-1 5 126,0-5 0,-6 6 0,1 2 0</inkml:trace>
  <inkml:trace contextRef="#ctx0" brushRef="#br0" timeOffset="404">485 172 8283,'-16'0'156,"0"0"226,8-7-142,1 6-333,7-6 1,0 14 183,0 3 0,2 4 79,3 1 0,3-1 12,8-3 0,0 6-13,-1-7 0,1 8-12,0-8 1,1 9-81,4 2 0,-4-2 39,4-8 0,-4 2-169,-1-2 0,-6 3 133,1 1 0,-8-4-154,2-1 1,-3-5 97,-2 6 0,-2-3-88,-3 3 1,-4 1-188,-6-7 1,-6 6-435,0-6 1,-5 0 279,5-5 405,-6 0 0,2 0 0,-6 0 0</inkml:trace>
  <inkml:trace contextRef="#ctx0" brushRef="#br0" timeOffset="543">500 157 8283,'32'-32'986,"-6"8"-591,0 3-210,0 4 0,7 1 105,3 1 0,2 4-1262,4 1 1,8 6-15,-3-1 986,-4 4 0,2 7 0,-5 3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42:55.90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63 156 8344,'0'-8'461,"0"1"-485,0 7-1399,0 0 975,0 7 448,0-6 0,0 13 0,0-5 0</inkml:trace>
  <inkml:trace contextRef="#ctx0" brushRef="#br0" timeOffset="988">32 203 7832,'-11'0'-643,"1"0"881,6 0-180,-3 0 132,7 0 198,0 0 0,2-5-307,3 0-23,4-1 0,7 5-4,-1-5 1,1 5 17,-1-4 1,1-2-10,0 1 0,-1-4 17,1 5-103,6-7 79,-4 3 0,6-1-93,-3-1 1,-4 6 37,4-5-1,-4 6 0,-1-8-10,0 7 0,-6 0-21,0 5 48,-6 0 1,8-2-11,-7-3-88,0 3 78,2-5 1,-3 7-104,6 0 0,-5-5 100,6 0 0,-1-1-638,6 6 241,-1-7 0,1 6-75,0-5 0,-1 0 478,1 0 0,-1 1 0,1 5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42:59.68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48 16 7984,'0'-9'-1452,"0"3"1513,0 6 5,0 0 118,-7 0 13,5 0 180,-5 6-268,7-4 1,0 12 47,0-4 0,0-1-70,0 2 1,-2-1 97,-3 6 1,3 4-32,-3 1 1,3 7 20,2-2 1,-5-2-24,0 2 1,0 0-5,5 5 1,0 1-123,0-1 1,0-5 106,0 0 1,0-7-108,0 2 0,7-6 93,3-4 0,4-2-12,2-4 1,-1-4-135,1 5 1,6-6-202,4-6 0,6-2-128,4-8 0,-1 1-1026,6-1 1382,-6-7 0,10-1 0,-5-7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43:00.65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47 469 7926,'-7'-9'-477,"5"2"809,-5 7 0,2 7-142,0 4 0,0 10 177,5 5 1,-5 5-128,-1 5 1,1-3-184,5 4 1,0-3 25,0 3 1,0-9 3,0 3 0,0-10-4,0-1 1,0-8-269,0-1 511,0-8 1,2 3-148,3-12 1,-3-4-311,3-11 1,-3-3 84,-2-7 0,5-2-283,0-4 0,6-4 29,-6-11 1,7 3 43,-2-3 1,4-2 72,2 2 0,-1 0-180,1 5 1,-5 13 93,-1 2 0,0 12-33,6-1 1,-6 10 805,1 6 1,-3 5-249,3 5 0,3 6 19,-4 10 1,-1 3-55,1 7 1,-5 6-94,6-1 0,-8 6-74,2-6 1,-3 6-6,-2-6 0,0-5-105,0-5 0,-2-7 67,-3 2 1,2-9-98,-8-1 0,6-8 129,-5 2-403,-1-3 0,-4-2-4,-1 0 1,1 0-394,-1 0 487,0 0 270,8-7 0,-6-1 0,5-8 0</inkml:trace>
  <inkml:trace contextRef="#ctx0" brushRef="#br0" timeOffset="300">765 1 8470,'-16'0'-576,"1"7"1,-1-4 653,1 8 1,-6 6 462,0 9 1,-2 5-273,3 6 1,2 8-121,-2 7 0,2 5 803,3-5-537,6 7 0,2-10-300,7 3 1,0-9 53,0-1 0,7-8-278,3 3 1,9-4 132,2-2 1,9-7 166,1-3 0,0-5-356,6-6 0,-5 2-477,0-7 1,-1 0 285,0-5 356,0 0 0,1-6 0,-1-3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43:08.268"/>
    </inkml:context>
    <inkml:brush xml:id="br0">
      <inkml:brushProperty name="width" value="0.08571" units="cm"/>
      <inkml:brushProperty name="height" value="0.08571" units="cm"/>
      <inkml:brushProperty name="color" value="#E71224"/>
    </inkml:brush>
    <inkml:brush xml:id="br1">
      <inkml:brushProperty name="width" value="0.11429" units="cm"/>
      <inkml:brushProperty name="height" value="0.11429" units="cm"/>
      <inkml:brushProperty name="color" value="#E71224"/>
    </inkml:brush>
  </inkml:definitions>
  <inkml:trace contextRef="#ctx0" brushRef="#br0">30 1874 8368,'-15'0'-674,"6"0"0,4-7 667,10-3 1,4-6 10,6-5 1,6-3 45,0-7 0,5-8 31,-5-2 0,8-4 9,3-2 0,-1-7-58,5-3 1,2-4 13,-1-1 1,4-1-45,-4 1 1,-1 5 38,-4-1 0,-6 8-137,0-2 0,-7 5 126,1 6 1,-2-3-115,-3 8 1,-1-1 34,-3 6 0,1 5-9,-7 0 0,5 5-21,-4-5 0,4 7-118,-5-2 0,2-1 66,-2 1 0,-3 6 72,3 4 1,2 6 58,-2-6 0,8 1 0,-5-6 0</inkml:trace>
  <inkml:trace contextRef="#ctx0" brushRef="#br1" timeOffset="943">905 407 8844,'0'-16'-1240,"0"7"516,0-5 295,-7 6 423,5-8 0,-5 1 31,7-1-8,-7 0 0,4 1-16,-8-1 1,6 2-14,-5 4 1,4-2 381,-4 6-303,6-6-24,-9 11 1,9-6-37,-6 7 0,6 1-8,-1 5 0,-2 2-19,2 8 0,-5-6-9,4 1 1,1-1 62,5 6-29,0-1 1,0 1-144,0 0 132,0-1 0,0 1 7,0-1 0,5 1 77,1 0 1,6-6 10,-2 0 0,4 1-5,2 4 0,4-4 16,1-1 0,5-1-58,-5 1 0,5 4 12,-5-3 1,5 1-52,-5-2 0,-1 4 53,-4-4 1,-2 4-54,-4 2 0,-1-6 60,-4 1 0,-3-1-12,3 6 0,-5-2-36,-5-4 0,-4 2 10,-6-7 0,-1 6 9,0-6 0,1 0 6,-1-5 0,-5 0-149,1 0 0,-1-2 135,5-3 1,1-2-72,-1-3 0,0-4 51,1 4 0,6-4-5,4-2 1,3 6-17,2-1 1,0 1 4,0-6 0,2 6 10,3-1 1,4 1 1,6-6 0,1 3-200,0 2 0,4-3 115,1 4 0,0 1-209,-5-1 0,4 1 62,1-1 0,-2-4-58,-8 3 0,3 3 288,-4-3 0,-3 1 0,0-6 0</inkml:trace>
  <inkml:trace contextRef="#ctx0" brushRef="#br0" timeOffset="1290">1186 282 7125,'-7'-9'-50,"0"4"428,-4 10-307,-3-3 1,11 12-81,-7-4 0,6-1 44,-1 1 1,3-5-8,2 6 1,0-1 66,0 6 0,0-6-5,0 1 0,7-1-23,3 6 1,-1-6 11,2 0 1,-1-1-117,6 1 0,-1 4 88,1-3 1,-1-3-42,1 3 1,-6-6 43,1 5 1,-3-4-133,3 4 0,-2-5 102,-4 6 1,-3-6 0,3 5-46,-4-6 1,-6 10 2,0-4 0,-7-3-316,1-2 1,-2 2 114,-3-2 1,6 1-80,-1-6 1,1 0 0,-6 0 297,1 0 0,-1-14 0,0-4 0</inkml:trace>
  <inkml:trace contextRef="#ctx0" brushRef="#br0" timeOffset="2178">1232 282 8390,'0'-16'-792,"0"7"746,0-4-34,0 4 1,6-2-172,-1 1 309,7 7-160,-3-11 95,6 12 0,-4-7-8,-1 4 1,-5 3 11,6-3-7,-8 3 9,11 2 1,-11 0 19,8 0 24,-8 0-42,11 0 25,-12 0-12,5 0 184,-7 0 341,0 0-541,0 7 1,0 2 44,0 7 0,0-6-12,0 0 1,5 1 12,0 5 1,0-1-6,-5 1 1,6-1-5,-1 1 0,0 0-41,2-1 0,-3-6 0,6-4-58,-7-3 83,11-2 1,-10-7-32,6-4 0,-6-8-55,1-1 1,-2-3-13,2 2 0,-3 2-2,3-7 0,-3 5-129,-2-5 1,0 7 157,0-2 1,0 4-98,0 1 265,-7 1-233,5-1-35,-4 8 115,6 1 166,0 0 1,6 5-105,5-3 1,-2-2 1,1 2 0,0-1 8,6 6 0,-6-5-6,1 0 1,-1 0 10,6 5 1,-1 0-32,1 0 0,-2 1 7,-4 5 0,2-3 4,-6 8 53,6-1 1,-10 7-48,3 4 0,-4-4-5,-1 4 1,0 2 83,0-2 0,-1 6 18,-4-1 1,1 4-78,-6 1 1,4 2 0,-4 3 0,7-3 37,-3 4 1,-1 1-74,2-2 1,0 6-280,5-6 1,0-1 183,0-9 0,7 2 63,3-7 1,-1 0-194,1-6 0,3-1-296,7-4 0,-2-3 233,3-7 0,1-1 277,-1-5 0,5-2 0,-5-8 0,0-5 0,-6 1 0,1-1 0,-1 5 0,-4 2 25,-1 4 1,-6-4-50,1 4 218,-3 3 476,-2 0-10,0 7-226,0 0-50,0 7-300,0 1 0,0 3 13,0-1 1,1-6-4,5 1 1,-3-3-38,7-2 0,-4-7 15,4-4 1,-1-3-99,1-1 1,2-3-58,-7-2 1,1-3 87,-6-3 0,0 3-103,0 8 0,-2-4 61,-3 3 0,-6-1 35,-10 12 0,2-1 6,-7 6 0,7 7-47,-1 4 1,-3 10 21,2 5 1,0 1 0,6-1 1,6 2-394,4-7 1,3 5 139,2-5 0,14-6 273,7-4 0,7-8 0,3 4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43:20.86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63 110 8022,'0'-15'-231,"0"-1"0,0 0 248,0 1 384,0-1-188,0 7 1,2-3 28,3 7-58,-4 0-34,13 5 1,-5 2-15,7 3 1,-1 3-14,1 8 0,-1 0 15,1-1 0,0 1-6,-1 0 1,6 4-144,0 1 0,5 0-44,-5-5 1,1 4 88,-1 1 1,-4 2-63,4-2 0,-3-4 24,-3 4 0,1-4-286,-1-1 228,-6-1 24,5 1-560,-12 0 0,5-6-676,-7 0 165,0-6 1109,0 3 0,0-7 0,0 0 0</inkml:trace>
  <inkml:trace contextRef="#ctx0" brushRef="#br0" timeOffset="192">453 63 8022,'0'-15'251,"0"-1"424,0 7-503,-7 2 0,-7 14-132,-7 4 1,-6 11 58,1 10 0,-4-1-85,-1 5 1,-5 2-87,-1-1 0,-1-1-300,2-5 1,3 1 319,-4-1 1,11-2 51,5-3 0,4 4 0,1-6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43:23.49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141 422 8083,'-2'-9'-423,"-1"2"467,-3 0 448,-6 6-381,11-6 0,-8 1 274,4 1-262,3 0 242,-5 5-378,7 0 84,0 0 0,7 2 57,3 3 0,4-3-18,2 3 1,-1-3-101,1-2 1,5 5-134,0 0 1,5 5 14,-5-4 1,5 1 104,-6-2 1,6-3-89,-5 3 0,5 2 7,-5-2 1,0 5-45,-6-4 99,1 6 3,0-4 0,-8 3 14,-2-1 9,-5 1 1,-8 4 157,-3 1 0,-4 1-102,-2 4 0,-4-4 147,-1 4 1,-7 3-59,2 2 0,2-1-93,-2 1 1,0-2 27,-5 2 0,1 2 19,4-7 1,-3 5-353,3-6 1,1 6-59,-1-5 1,7 0-500,-2-5 1,11-1 812,5 1 0,-4-1 0,0 1 0</inkml:trace>
  <inkml:trace contextRef="#ctx0" brushRef="#br0" timeOffset="600">703 547 7792,'-9'-7'143,"-5"5"343,6-5-243,-1 7 1,2-2-66,7-3 194,0 3-252,0-4 1,7 6 74,3 0 0,6-2-129,5-3 1,1 3-11,4-3 1,7-2-123,-7 2 0,7-6 162,-7 6 1,4 0 20,1 5 0,-5-5-867,0-1-13,-7 1-944,4 5 1707,-15 0 0,-1 0 0,-7 0 0</inkml:trace>
  <inkml:trace contextRef="#ctx0" brushRef="#br0" timeOffset="892">921 266 8062,'9'-7'-166,"-2"5"-40,-7-5 1,0 9 318,0 3 1,0 6 323,0 9 1,0 5 210,0 6-410,-7 0 1,4 7-24,-8 4 1,6 3-38,-5 2 0,6-2 98,-1-4 0,-2 3-58,2-8 0,0-1-197,5-9 1,0 2 117,0-7 1,6-1-148,5-4 0,-2-7-86,1-4 24,0 3 1,6-6 158,0 3 1,4-8-60,1-2 1,5-7-642,-5 1 1,5-3-27,-5-1 1,5-6 636,-5 0 0,6-7 0,-2 4 0</inkml:trace>
  <inkml:trace contextRef="#ctx0" brushRef="#br0" timeOffset="1516">1171 219 7965,'0'-16'-101,"0"1"0,2 6 281,3 4 0,-1-2 65,6 2 0,-5 0-1,6 5 1,-1 1-94,6 4 0,-1 4-117,1 7 0,-1 6 17,1 4 0,0 9 127,-1 1 0,1 8-113,-1-3 0,-4 4-46,-1 2 0,-1 0-82,1 0 1,2 0 145,-6 0 1,-1-6 33,-5 1 1,0-9-147,0-2 0,0-1-219,0-10 0,-7 6-158,-3-5 0,-3-5 185,3-6 0,-4-1-416,4 1 0,1 2 637,-1-6 0,-1-1 0,-4-5 0</inkml:trace>
  <inkml:trace contextRef="#ctx0" brushRef="#br0" timeOffset="1792">1764 562 7991,'0'-15'396,"0"6"1,0 0-448,0 4 156,0 3-2,0-4-103,0 6 0,2 0-14,3 0 0,4 0 88,6 0 0,1 6-809,7-4-443,1 12 1178,7-5 0,0 6 0,1 1 0</inkml:trace>
  <inkml:trace contextRef="#ctx0" brushRef="#br0" timeOffset="1946">1733 765 8555,'7'-8'659,"2"1"1,3 1-406,3 1 0,-2-5-55,7 5 1,-1-1-721,2 6 1,-2 0-190,7 0 0,-5 0-299,5 0 1009,0 0 0,5 0 0,1 0 0</inkml:trace>
  <inkml:trace contextRef="#ctx0" brushRef="#br0" timeOffset="2918">2607 594 7676,'7'-9'-236,"-5"-5"0,5 11 497,-7-8-376,7 8 28,-6-11 0,12 5 167,-8-6 1,2 4-5,-2 1 0,-3-1 37,3-4 1,2-1-43,-2 0 0,0 1 10,-5-1 0,5 1-11,1-1 1,-1-5 12,-5 0 0,-2 1-189,-3 4 1,1 0 106,-6 1 52,0-1 1,-6 2-20,0 4 0,1 3-97,-1 7 0,-5 0 52,1 0 1,-1 7-2,5 3 0,2 4 25,4 2 0,-4-1 1,4 1 0,3 0 125,1-1 0,5 6-87,1 0 1,0 0-24,0-6 0,7 6 0,3 0 1,4 1 134,2-1 0,4-3-93,1 2 0,5 3-46,-5-2 1,5 5 35,-5-5 1,5 1-5,-5-1 1,-2-4-118,-9 4 0,2-4 126,-7-1 4,8 0-51,-12-1 0,-1-1 151,-10-3 0,-4-3-120,-2-3 0,-1-3-37,-4 3 0,2-3 49,-7-2 1,2-2 1,-2-3 1,-2-3-199,7-8 0,1 0 119,4 1 1,0-1-93,1 0 1,1-4 111,3-1 1,4 0-98,7 5 0,2 3-25,3 2 0,4-1-151,7 7 0,-1-6 161,1 6 0,6-5 33,4 5 0,-1-1-443,1 6 0,0-1-47,5-5 0,-5 5 564,0-5 0,0-2 0,5-1 0</inkml:trace>
  <inkml:trace contextRef="#ctx0" brushRef="#br0" timeOffset="3246">2966 437 7972,'0'-15'0,"0"4"0,0 1 176,0 7 0,-2-10 565,-3 8-183,4 0-532,-6 5 0,5 2 79,-3 3 0,3-2 17,-3 8 0,3-1-12,2 6 0,0-1-81,0 1 1,0 1 161,0 4 1,2-3-166,3 2 1,-2 3-105,8-2 1,-1 1 7,6-1 0,-1-4 45,1 4 1,-2 2 167,-4-2-56,4-1 1,-7-4-22,4 0 1,-5-1 17,-6 1-50,-6 0 1,-5-8-231,-10-3 1,4 2-129,-4-1 1,-3-1-335,-2-5 0,-4 0 297,-1 0 0,5-2-132,0-3 0,7 0-167,-2-11 660,4 4 0,1-18 0,1 6 0</inkml:trace>
  <inkml:trace contextRef="#ctx0" brushRef="#br0" timeOffset="3388">2966 391 7972,'11'-7'0,"-1"-4"0,0-1 0,6 2 0,0-2-61,-1 6 1,6 1-130,0 5 0,0 0-240,-6 0 1,-4 0 103,-1 0 1,1 0 325,4 0 0,-6-7 0,-2-1 0</inkml:trace>
  <inkml:trace contextRef="#ctx0" brushRef="#br0" timeOffset="3867">3325 203 7972,'-10'0'-335,"-1"0"200,8 0 1,-6 2 148,4 3 1,3-1 204,-3 6 1,-2 1 23,2 4-198,0 1 0,5-6 22,0 1 1,2-1-8,3 6 0,-2-6 17,8 0 0,-1-6-62,6 1 0,-6-3-105,0-2 1,1 0 96,4 0 0,-1-2 25,-3-3 0,1 1-145,-7-6 1,0 0-217,-5-6 1,0-5 190,0 0 0,-7-1 47,-3 1 0,-4 4-59,-2-4 0,1 2 62,-1-2 0,2 4 186,4-4 1,-2 3-106,7 3 1,-1 4-53,6 1 1,0 5 113,0-6 0,2 8 174,3-2 0,4 1-154,7-1 0,-1 3-22,1-3 0,1 3-187,4 2 0,-2 0 95,7 0 0,-7 2 16,2 3 0,-4-1 14,-1 6 0,0 1-21,-1 4 1,-4 1 66,-1-1 1,-7 3 151,3 3 1,-5 1-178,-1 4 1,0 4 20,0-4 1,-1 3 129,-5 2 1,-2 2-85,-8 4 0,6-3-151,-1 8 1,1-5 117,-6 4 1,2-1 0,4 2 0,-2 1-218,7-7 1,-2 1-295,2-6 0,3-1 232,-3-4 1,5 0 232,5-11 0,3 4 0,8-10 0</inkml:trace>
  <inkml:trace contextRef="#ctx0" brushRef="#br0" timeOffset="4080">3653 718 8004,'0'16'492,"0"0"1,0-6-485,0 0 1,2-4 41,3 4 0,4-6 28,6 1 1,-3-3 20,4-2 1,-9-6-12,9 1 0,-6-7 28,0 2 0,2-10-63,-6 0 0,-1-3-299,-5 2 0,-2 2 103,-3-7 0,-4 7-376,-6-2 1,-1 9 167,0 2 0,1 6-176,-1-1 527,1 3 0,-8 9 0,-1 2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44:08.99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126 94 7918,'-9'-7'-37,"-5"6"0,13-8 363,-5 4 1,3 3 231,-2-3-216,3 3 88,-5-5-215,7 5 0,0-6 222,0 3-205,0 3 0,2-5-156,3 7 0,-2 0-109,8 0 96,-8 0 0,11 2 96,-3 3 1,-3 4-88,3 6 0,-1 2 74,6 4 0,-6 4-7,0 6 1,1 0-14,4 0 1,1 0 1,0 1 0,-1-3-219,1-3 0,0 4-53,-1-4 1,1-2 4,-1 2 1,1-5 131,0 5 0,-6-7-198,0 2 1,-6-4 0,1-1 0,-1-6-279,1 0 344,-4-6-53,6 10-64,-7-12 70,0 4 186,0-6 0,-13-6 0,-5-3 0</inkml:trace>
  <inkml:trace contextRef="#ctx0" brushRef="#br0" timeOffset="235">438 172 7921,'0'-15'315,"0"-1"679,0 1-180,-7 6-408,5 2 0,-12 7-132,4 0 0,1 12-191,-1 4 0,0 5 52,-6-1 1,-5 6-45,0 11 0,-6-3 98,1 8 1,-9 0 12,-2 5 0,1-6-972,5 1 0,-4-8-302,4 3 0,3-6-1042,13-5 2114,6 4 0,2-13 0,7 6 0</inkml:trace>
  <inkml:trace contextRef="#ctx0" brushRef="#br0" timeOffset="969">797 438 7519,'-9'0'1110,"-5"0"-315,13 0-582,-13 0 0,12-2 266,-3-3-112,3 3-346,2-12 1,7 6-120,4-8 1,2 6 110,3-1 1,5 2-165,0-1 1,-1-2 26,-4 7 0,0-2 4,-1 2 0,1 3 89,0-3 1,-6 8-5,0 2 1,-6 7 27,1-1 0,2 3 28,-2 1 0,0 1 22,-5 0 0,0-1-39,0 1 0,2-2 3,3-4-49,-3 4 1,7-7-106,-4 3 0,-2-3 145,8-7 1,-6 0-7,5 0 0,1-2-563,4-3 1,1 2 570,0-8 0,6 1 0,2-6 0</inkml:trace>
  <inkml:trace contextRef="#ctx0" brushRef="#br0" timeOffset="1969">1687 141 7974,'0'-8'1358,"0"1"-1119,0 7 1,0 1-146,0 5 0,-2-3 0,-3 7 0,1 1-34,-6 4 0,6 3 71,-1 3 1,-3-2-132,-3 7 0,-1-6-34,2 6 1,-4-5-28,3 5 0,-2-1 119,-3 1 1,0 1 32,1-6 1,-1 0-226,0-5 1,6-1-106,0 1 1,4-2-449,-4-4 227,7 4-179,-4-12 26,7 5 339,0-7 1,0-7 108,0-4 1,7-3-47,3-1 0,2-8 96,-1-3 1,2 2 131,-2-2 0,1 7 117,-2-2 1,2 4-66,-6 1 1,4 1 717,-5-1-449,1 0 0,-6 6 554,0-1-386,6 8-127,-4-4 285,5 7-401,-7 0 0,2 5-157,3 0 0,-3 8 41,3-3 1,-2 6-119,3 4 1,-3-2 68,8 3 0,-6 1-133,5-1 0,-5 5 112,6-5 0,-1 0 13,6-6 0,-6 1-157,1-1 0,-3-4 124,3-1 89,3-6 0,-11 3-85,7-7 0,-4 0-62,4 0 1,-7-7-19,3-4 0,1-4-155,-2-6 0,0 2 175,-5-7 1,5-2 44,0-8 1,1-3-1019,-6-2 1,5-1 135,0 11 1,2-2-644,-2 12 631,-3 0 848,12 6 0,-6 6 0,8 2 0</inkml:trace>
  <inkml:trace contextRef="#ctx0" brushRef="#br0" timeOffset="2441">2249 1 8023,'-9'0'1218,"-5"0"-965,6 0 1,-8 7 80,0 3 0,1 9-46,-1 2 0,0 7 71,1-2 0,-1 8-146,1 3 0,-1 4 26,0-4 0,6 4-135,0-4 0,6 5-53,-1-6 0,3 0-276,2-4 1,7-1 155,4 0 1,2-7-652,3-3 1,5-2-4,0 2 0,6-9-1057,-1 4 1780,4-4 0,8-3 0,2-2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44:14.85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266 79 7917,'0'-9'223,"0"2"18,0 0-111,0 5 124,0-5-15,0 7-201,0 0 0,-2 6 185,-3-1-187,3 7 1,-5-9-4,7 8 1,-5-1 0,0 6 88,1 0 0,3-6 14,1 0 1,-6 1-85,1 4 1,0 1 3,5 0 0,2-1-56,3 1 0,-2-6 64,8 1 0,-6-3 113,5 3-61,-6 3-69,10-6 0,-6 3 44,8-1 14,-7-7-109,-2 11-5,0-12-53,-6 5 1,5-2 93,-12 0 0,3 2-284,-8-1 1,-1-5 80,-8 5 0,0 0 137,-6 0 1,6-1-295,-6-5 0,1 5-408,-1 0 1,-1 0 295,6-5 1,0-1 25,5-4 0,2 1 414,4-6 0,-4-8 0,6-6 0</inkml:trace>
  <inkml:trace contextRef="#ctx0" brushRef="#br0" timeOffset="388">250 63 7917,'16'0'374,"-7"0"-395,4 0 0,-9 0 267,6 0 103,-6 0-357,10 0 1,-11 0 215,8 0-132,-8 0 12,4 0 1,-5 0-99,3 0 140,-3 0-274,5 0 230,-7 0 0,1 2 53,4 3-121,-3-3 0,5 6 48,-7-2-17,0-5 1,2 11-8,3-6 0,-3 6 113,3-2 1,2-1-61,-2 1 1,2 1 6,-2 4 0,-1-4-15,6-1 1,-5 1 97,6 4-120,-1 1 1,4-1 23,-4 1 0,3 0-173,-8-1 113,0 1 0,0-1-85,0 1 0,1-6 13,-6 1 0,0-6-5,0 5 32,-7-6 1,-2 5-94,-7-4 0,-1-3-479,-4 3 0,4-4 266,-4-1 0,-1 0-411,1 0 1,0-1 284,5-4 0,1-4 448,-1-7 0,0-6 0,1-3 0</inkml:trace>
  <inkml:trace contextRef="#ctx0" brushRef="#br0" timeOffset="541">438 79 7917,'15'-9'297,"1"-5"0,-1 11-228,1-8 1,0 6-25,-1-5 1,1 6-14,-1-1 0,1-2-7,0 2 1,-1 0-74,1 5 0,-1 0-409,1 0-785,0 0 1242,-1 0 0,1 7 0,0 1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44:16.14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187 500 9244,'-7'9'251,"4"3"-318,-7-7 0,1 8 1,-2-3 1,-2 2-525,2-1 1,-4 2 311,-6-2 1,3 3 277,-2 1 0,-5 1 0,1 0 0</inkml:trace>
  <inkml:trace contextRef="#ctx0" brushRef="#br0" timeOffset="1039">562 266 7870,'0'-8'8,"0"-1"321,0 4 98,0 3 54,0-5-286,0 0 0,-2 5 232,-3-3-294,3 3-65,-5 2 1,6 2-89,-5 3 1,5-1 111,-4 6 0,3-5-175,2 6 43,0-1 0,0 6 94,0 0 0,0-1-23,0 1 1,0-6 29,0 1 0,2-1-21,3 6 1,-2-1-4,8 1 0,-6-6-1,5 1 1,-5-3 36,6 3 0,-6 1 65,5-7 120,-6 7-125,3-3-58,-7 6 54,0 1-171,-7 0 1,-2-6-77,-6 0 1,-6-4-189,0 4 1,0-6 49,6 1 1,-1-4-213,0-1 0,1 0-257,-1 0 0,1 0 239,-1 0 1,5-1-254,1-4 739,7-4 0,-11-14 0,5-1 0</inkml:trace>
  <inkml:trace contextRef="#ctx0" brushRef="#br0" timeOffset="1220">531 204 7870,'0'-16'2133,"0"8"-1971,0 1 1,0 5-67,0-3-114,0 3-393,0-5 229,0 7-255,0 0 315,7 0 0,1 5-567,8 0 1,0 1-5,-1-6 693,1 0 0,6 0 0,3 0 0</inkml:trace>
  <inkml:trace contextRef="#ctx0" brushRef="#br0" timeOffset="1500">843 95 7530,'9'8'776,"-2"6"-622,-7-5-70,0 6 1,5 1-34,0 0 1,0-6-12,-5 0 1,0-4 49,0 4 1,0-5 122,0 6 194,0-8-339,-7 4 1,4-2 479,-8 0-60,8 1-185,-11-6-130,12 0-318,-5 0-243,7 0 1,7 0 242,4 0 1,3 0-223,1 0 1,1-6-147,-1 1 1,6 0 512,0 5 0,7-7 0,-4-2 0</inkml:trace>
  <inkml:trace contextRef="#ctx0" brushRef="#br0" timeOffset="1821">1108 17 7870,'2'-9'1483,"3"4"-1086,-3 3-187,12 2 248,-5 0 0,6 7 47,1 3 1,-1 6-35,1 5 1,0 3-154,-1 7 1,1 7-79,-1 4 0,-1 3-400,-3 2 1,1 0 212,-7 0 1,0-6 122,-5 1 1,0-2-196,0 1 0,-7-3-654,-3-6 1,-6-1 30,-5 0 1,-5-1-1159,-10-4 1800,3 3 0,-19-5 0,3 8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44:23.51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93 359 7902,'-16'0'238,"1"0"1,1-1 0,2-3 741,1-1 0,6 0-148,-5 5-672,6 0 0,-1 0-43,10 0 1,6-5-122,9-1 1,5 0 117,6 0 0,2 3-62,3-8 1,4 6-182,7-5 0,0 5 94,0-6 1,-2 8-774,-4-2 1,-1-2 225,-3 1 1,-11 1 26,0 5 0,-7 0-465,-4 0-14,1-7 1034,-7 6 0,-9-6 0,-9 7 0</inkml:trace>
  <inkml:trace contextRef="#ctx0" brushRef="#br0" timeOffset="245">405 188 7902,'-14'-16'0,"4"1"0,1-6 427,4 0-133,3 0 1,-5 6 49,7-1 1,2 0 236,3 1-430,4-1 0,1 7 66,1 4 0,-6 3-107,5 2 0,-6 7 136,1 4 1,-3 10 7,-2 5 1,0 10-8,0 6 1,-6 5 23,1 5 1,-7-4-103,2 4 0,-2 2-88,1-2 0,2-5-49,4-6 1,4-6 93,-5 2 0,5-6-106,1-5 0,5 1 60,0-6 0,7-5-94,-1-6 1,2-6-101,3 1 0,7-3-298,3-2 1,-2-2-222,2-3 0,0 0-526,5-11 0,2 2 1159,3-12 0,-3 0 0,6-5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44:35.91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47 280 8283,'0'-10'528,"0"-1"160,0 8-274,0-4-475,7 7 1,-4 0 164,8 0 0,-1 0-333,6 0 0,-1 0 175,1 0 0,0 0 173,-1 0 1,1 5-316,-1 0 0,6 1-560,0-6 0,-2 1-342,-8 4 1098,2-3 0,-4 12 0,7-5 0</inkml:trace>
  <inkml:trace contextRef="#ctx0" brushRef="#br0" timeOffset="159">16 436 8280,'-9'0'899,"2"0"1,9-5-483,3 0-357,4-7 1,8 10-100,4-3 1,3-2 225,7 2 1,8-1 64,2 6 1,1 0-606,5 0 1,-7-1-1928,12-5 2280,-14 5 0,21-13 0,-11 5 0</inkml:trace>
  <inkml:trace contextRef="#ctx0" brushRef="#br0" timeOffset="487">859 140 8297,'0'-23'267,"5"6"54,0-4 0,2 4 317,-2 1-155,-3 0 1,5 6-231,-7 0-81,0 6 0,0-1-87,0 10 1,-7 4 126,-3 6 1,1 3 40,-2 3 0,6-4-124,-5 4 1,-1 1-283,-4-1 1,6 0-93,4-6 0,-2 1 152,2 0 0,0-6-27,5 1 0,0-6 219,0 5 0,1-6 107,5 1 0,2-3-163,8-2 0,6 0-13,4 0 0,4 0-24,1 0 0,0 0 3,1 0 0,4 0-524,0 0 1,1 0 237,-6 0 1,0 0-535,0 0 0,-5 0 359,0 0 1,-6 0-371,0 0 822,-2 0 0,-10 0 0,-1 0 0</inkml:trace>
  <inkml:trace contextRef="#ctx0" brushRef="#br0" timeOffset="675">1046 124 8264,'0'-16'1504,"0"8"-1171,0 1 0,2 9-49,3 3 1,-3 3-431,3 8 0,2 7 114,-2 3 1,2-2 223,-2 2 0,-3 0-361,3 5 0,2-5-481,-2 0 0,6 0 328,-6 5 0,7 6 7,-2-1 0,9 1-947,2-6 1262,7-7 0,-4 6 0,8-6 0</inkml:trace>
  <inkml:trace contextRef="#ctx0" brushRef="#br0" timeOffset="1008">1717 124 8230,'0'-22'37,"0"4"0,-2-3-68,-3 11 1,-3-2 85,-8 7 0,-1-1 243,-4 6 1,-3 7-198,-8 4 0,3 3-56,3 1 0,-4 3 91,4 2 0,4-2-65,1 3 1,5-4-152,6-2 1,3 1 74,7 0 0,3-6 9,8 1 0,1-8-48,14 2 0,0-3-148,5-2 0,0-2 191,1-3 1,-1-4-22,0-6 0,0-1-288,1 0 0,-3 6 60,-3 0 0,-3 6 542,-8-1-67,-6 3 0,-2 4 127,-7 3 1,-2 4-115,-3 6 0,-4 8 66,-6 3 0,-1 4-112,0 1 1,1 0 18,-1 0 0,6 0-415,-1 1 0,8-1 165,-2 0 0,3 0-590,2 1 0,7-6 43,3 0 0,4-7-759,2 1 1345,-1-9 0,8 3 0,1-6 0</inkml:trace>
  <inkml:trace contextRef="#ctx0" brushRef="#br0" timeOffset="1179">2076 483 8160,'0'-16'1145,"0"8"-682,0-6-91,-7 12 1,4-5-1190,-8 7 467,8 7 1,-6-3-634,4 6-386,3 0 1369,-5 6 0,7 0 0,0-1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44:39.58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282 342 7987,'8'-15'0,"-1"-1"-259,0 0 1,-3 1 598,6-1 1,-6 1-209,1-1 0,2 0-43,-2 1 0,0-3 108,-5-2-114,0 2 1,0-4-35,0 6 0,-7-5-2,-3 0 0,-4 6 103,-2 4 0,6 3 143,-1-3-93,1 4-114,-6 0 0,6 6-324,0-4 211,6 10 0,-5 3 53,4 8 1,4-6-6,-5 1 0,5-1-16,1 6 0,0 5 109,0-1 0,0 8-4,0-2 1,7 4 11,3 1 0,-1 2-65,1 3 1,0-1-109,6 7 1,0-8 83,-1 3 0,-1-4 0,-3-2 0,1 0 31,-7 0 0,5-5-14,-4 0 1,-1-7 170,-5 2 30,0-3 1,-2-5-23,-3-2 1,-4-2-84,-7-4 0,-4-4-157,-1 5 0,-2-5 71,3-1 0,-3-1 7,-3-5 0,-2 3 54,7-7 0,-5-1-16,6-4 1,-3-1-147,2 0 1,6 1-235,-1-1 1,2 1 155,9-1 1,0 0 118,5 1 1,0 4-224,0 1 0,8 0 90,8-6 1,1 0-32,9 1 1,-1-1 43,1 0 1,3 1-32,-3-1 1,4 1 62,1-1 0,0 0-9,0 1 1,-1 1-63,-4 4 0,-4-4 44,-6 3 1,0-1-340,-1 2 137,-6-4 155,5 5 1,-13-1-79,5-1-57,-5 8-191,-8-4 1,0 9-444,-3 3 931,3-3 0,0 11 0,-1-4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44:40.80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63 500 8096,'-15'0'-41,"6"0"109,-5 0 25,12 0 1,-10-2 142,7-3 31,0 3-388,5-12 1,2 6 228,3-8 1,3 0 77,8 1 1,0-3-172,-1-2 1,3 2-27,2-3 1,-2 9 122,3 2 1,-4 5-41,-2-6 0,-4 8 58,-1-2-84,1 3 0,3 9-5,-4 3 1,2-1 53,-7 1 0,6 1 10,-6 4 1,7 1-197,-2-1 1,-1-4-6,2-1 1,4-6 38,6 1 1,2-3 71,-3-2 0,3-2-63,3-3 0,2-4-59,-8-7 0,8 1-188,-2-1 0,-3 1 209,-2-1 1,1 0 39,-1 1 1,-5-1-188,-6 1 0,-5 6-787,6 4 613,-8 3 0,4 4 214,-7 3 0,-7 4 193,-3 6 0,-4 8 0,-9 1 0,-1 7 0</inkml:trace>
  <inkml:trace contextRef="#ctx0" brushRef="#br0" timeOffset="252">204 812 8096,'-16'0'832,"7"0"-452,2-7 0,7 4 109,0-8-582,7 8 0,4-9 149,10 6 0,-4-4-234,4 5 1,-2-7 44,2 1 1,-4 2 34,4-1 1,-4 7 156,-1-3 1,-1 5-27,1 1 1,0-6-234,-1 1 0,1 0 166,-1 5 1,3 5-204,3 0 0,-9 2 84,3-1 0,-2-3-121,2 7 0,1-6-26,-1 1 0,1 2-19,0-2 1,1 0 132,4-5 1,-2 0 185,7 0 0,0-6 0,5-3 0</inkml:trace>
  <inkml:trace contextRef="#ctx0" brushRef="#br0" timeOffset="607">1203 297 8096,'0'-16'1172,"0"8"-857,0-6-108,-7 12 29,-2-5 0,-7 12 29,1 0 1,1 13-381,4-3 0,-3 4 17,8-3 1,-5 1-92,5 4 1,-1-3 147,6 2 0,0-2-46,0-3 1,7 3 15,4 2 1,4-6 45,6 7 1,-2-12 24,7 6 1,-1-2-6,1 2 1,3-1 62,-3-4 1,2 4 120,-2-3 1,-2 1-56,-3-2 1,-9 4-69,4-3 0,-9-3-87,3 3 98,-6-8 1,-4 9-8,-11-7 1,-4 2-8,-6-1 0,-4-5 4,-6 5 0,-5-3-432,-1 2 0,-4-3-21,4 3 0,-4-3-310,4-2 0,3-7 313,8-3 0,-2-1-84,7-4 1,2 2 476,9-7 0,3-5 0,0 1 0,-2-7 0</inkml:trace>
  <inkml:trace contextRef="#ctx0" brushRef="#br0" timeOffset="932">1312 390 8096,'31'-6'-68,"0"-1"100,1-4 0,-3-1 0,-1 7 379,-2 1-205,-7-4 1,4 6 0,-8-3-321,1 3 1,-6 2-109,1 0 344,-8 7 110,4 2 1,-7 6-97,0 1 0,-2 5-32,-3-1 1,3 1-9,-3-5 0,3 5 23,2 0 1,0 5-143,0-6 0,6 1 97,-1-5 1,7-1-35,-2 1 0,9-7 51,2-4 1,7-3 6,-2-2 0,2 0-62,-2 0 0,3-7-125,-3-4 0,-3-8 149,-2-2 1,-4-1 7,-1 1 1,-8 2-414,-3-7 1,-10 2 11,-5-2 0,-9-2-176,-2 7 1,-7 0 179,2 6 0,-3 1 272,-3 3 0,8 4-125,3 7 0,4 2-36,1 3 1,3-1 46,2 6 0,6 1-127,10 4 298,4 1 0,6-1 0,1 1 0</inkml:trace>
  <inkml:trace contextRef="#ctx0" brushRef="#br0" timeOffset="2016">2342 515 8207,'0'-8'79,"0"1"600,-7 7 1,6 1-225,-5 5 1,5 2-404,1 8 0,0 0 54,0-1 0,0 6-78,0 0 0,0 0 90,0-6 1,1 1-134,5-1 0,-5 1 150,4 0 0,-1-6 104,1 0-520,-3-6 271,5 3 1,-2-19-50,0-4 1,6-5 95,-6 1 0,5-5-251,-5-6 0,8 0-55,-3 0 1,-1-1-63,1 1 0,-5 5 207,6 0 1,-3 7 18,3-2 1,-3 9-69,-2 2 294,-5 6 192,13-3 1,-12 9-154,3 3 1,-3 9 112,-2 7 1,0 1-54,0-1 1,0-2-142,0 7 1,2-5 21,3 5 0,-2-7 6,8 2 0,-3-4-89,3-1 1,3-7-133,-4-4 0,4-3 8,2-2 0,-1-2 61,1-3 0,5-4-115,-1-7 0,1-1 10,-5-4 1,1 2 50,4-7 0,-5 5 60,-1-5 1,1 7-17,-6-2 0,2 4 38,-1 1 1,1 6 1,-7 0 607,0 6-392,-5-3 0,0 9 54,0 3 0,-1 6 27,-5 9 1,3-2-24,-7 3 0,6 3-124,-1 2 1,3-2 35,2 2 1,2-7-77,3 2 0,2-4-180,3-1 0,4 0-87,-3-1 1,3-6 73,1-4 1,1-3 2,-1-2 1,3-2-52,3-3 1,-2 0-112,7-11 1,-7 7 163,2-11 0,-4 6 34,-2-7 1,1-2-104,0 3 0,-6-3-151,0 2 1,-1 4 188,2-4 1,-3 9-8,-3 1 1,-3 6 544,3-5-49,-3 6-193,-2-3 0,0 14-120,0 4 0,-2 3 5,-3 1 0,3 1 140,-3 0 1,4-1 92,1 1 1,1-2-330,4-4 1,4 4 61,7-4 1,-1-3-185,1-2 1,0-3 26,-1-2 1,1 0-92,-1 0 1,1-7 139,0-3 1,-1 1 1,1-1 1,-1-6-193,1-5 1,-2 1 109,-4 4 0,2 0 149,-6 1 0,4-1-206,-5 0 462,0 1 4,2-1 105,-5 8-342,5 1 1,-7 8 36,0 5 1,0-3 181,0 7 0,0 1 49,0 4 0,-5 1-120,0 0 1,-1 4-64,6 1 0,0 2 35,0-2 0,0-4-65,0 4 1,-5-4-107,0-1 0,0-1 233,5 1-95,0 0 0,2-8-331,3-3 209,-3-3 1,10-4 17,-7-3 1,5-5 24,-5-11 1,8 2-205,-3-7 0,4 0 22,2-5 0,-1 5-90,1 0 0,-1 1 163,1-1 0,0 4-64,-1 6 75,-6 1 374,5 6-248,-6 2 0,1 9-93,-4 3 1,-1 4 270,1 6 0,-3 1-26,3-1 0,2 6-137,-2 0 1,5 0 3,-4-5 1,6-1 11,-2 1 0,-1-1-664,1 1 1,-5-2-952,6-4 203,-8-3 681,4-7 658,-7 0 0,-14-14 0,-3-3 0</inkml:trace>
  <inkml:trace contextRef="#ctx0" brushRef="#br0" timeOffset="2199">3263 63 8129,'-15'-16'3148,"6"0"-2467,2 1-513,21 6 1,3 2 0,16 7-27,4 0 1,-3 5 33,8 1-956,-7 6 1,10-4 779,-4 8 0,-3 0 0,1-1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44:51.15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109 311 8109,'0'-16'-291,"0"1"-1,0-1 292,0 8 349,0 1 1,0 8 0,0 5 150,0 4 0,2 9-38,3 2-60,-3 7-179,5-4 0,-2 7-45,0 0 0,1 6 11,-6-1 0,5 6-36,0-6 1,2 6 22,-2-6 1,-3 6-627,3-6 0,2-4-795,-2-6 43,0-7 570,2 3-19,2-13 0,1-4 651,1-10 0,-1-4 0,6-6 0</inkml:trace>
  <inkml:trace contextRef="#ctx0" brushRef="#br0" timeOffset="176">16 327 8109,'-6'-16'0,"1"0"736,0 1-371,5-1 1,7 2 115,3 4-858,4 3 345,2 0 0,6 5-212,4-3 1,6-2 172,4 2 0,-1-2-40,6 2-87,-6 3 74,10-5 1,-7 7-242,4 0 1,1 0 199,-6 0 0,3 2 165,-9 3 0,4 4 0,-11 6 0</inkml:trace>
  <inkml:trace contextRef="#ctx0" brushRef="#br0" timeOffset="364">172 467 8091,'-9'0'622,"2"-7"0,9 5-775,3-3 1,-1 4 268,6 1 1,0 0 118,6 0 1,1 0-445,4 0 0,-2 0-258,7 0 0,0 0-67,5 0 0,1 0 128,-1 0 406,0 0 0,0-7 0,1-2 0</inkml:trace>
  <inkml:trace contextRef="#ctx0" brushRef="#br0" timeOffset="892">531 514 8091,'-16'0'74,"2"2"-313,4 3 207,-4-3 0,11 10 168,-8-7 1,8 7-91,-3-1 1,5 2 318,1 3-210,0 0 0,1-1 106,5 1 1,2-2-197,8-4 1,0 2-5,-1-7 1,3 6 63,2-6 1,-2 0-74,2-5 1,0 0-138,0 0 0,-2 0 109,3 0 1,-4-5-191,-2 0 0,1-7-15,0 1 1,-8 3-46,-2-3 0,1 1 180,-2-6 1,-2 1-31,-8-1 1,-4 6-118,-6-1 1,-1 3 117,0-3 0,-4 4 164,-1 7 0,0 0-128,5 0 319,1 0 7,-1 0-169,8 0-82,1 0 1,10 0 2,7 0 0,1-5-34,10 0 0,3 0 14,2 5 0,2 0 36,-2 0 0,3 0-28,-3 0 0,4 1 55,1 5 1,-5-3-25,0 7 0,-7 1 7,2 4 0,-4 1-23,-1 0 0,-1-1 8,1 1 0,-7-1 223,-4 1-32,-3 0 126,-2-1 1,-2-6-90,-3-4 0,1-3-26,-6-2 0,5-2-191,-6-3 1,6-4-124,-5-6 0,6-3 230,-1-2 0,3 0-12,2-6 1,2 0-620,3-5 0,4 0-425,6 0 0,8 5-98,3 0 0,0 7 404,5-2 0,-5 10 582,5 6 0,8-3 0,-6-1 0</inkml:trace>
  <inkml:trace contextRef="#ctx0" brushRef="#br0" timeOffset="1593">2060 498 8042,'7'-24'0,"-3"-2"0,6 10 0,-4-1 840,4 12-858,-7 0 135,4 5-727,-7 0 524,0 0 0,-7 5-67,-3 0 0,-4 7 200,-2-1 1,-1 3 61,-4 1 0,4-4-58,-4-1 1,4 6-61,1 4 0,1-4 175,-1-6 0,7 1 81,4 4 1,-2 1-218,2 0 1,2-6 74,8 0 0,3-1-44,8 2 0,5 1-26,0-7 1,6 7-8,-1-2 0,4 3 38,1-3 1,-1 4-24,-4-4 1,1 2-123,-6-1 1,3 3 34,-8-4-8,3 4 0,-17 2 75,3-1 1,-5-4 137,-5-1 0,-9-5-144,-7 6 0,-8-8 6,-3 2 0,1 2 8,-5-2 1,-2 1 7,1-6 0,3 0 63,8 0 0,-2 0-6,7 0 1,5 0 69,6 0-101,7 0 0,-3-6-139,12 1 0,9-5-3,11 5 0,5-8-91,6 3 0,-1 1 141,11-1 1,-9 1 29,9-1 1,-4-2-320,4 7 1,-2-6-94,-3 6 0,-4-5 228,-7 4 0,-1 1 32,-4 5 0,-4-2 182,-6-3 0,-6 3-6,1-3 53,-8 4 1,4 2-115,-7 4 1,-7-3-1,-3 3 0,1 2 335,-1-1 0,5 0-51,-6 0 0,8-3-285,-3 8 0,0-6 96,0 5 1,1-5-931,5 6 439,7-8 0,0 6-177,3-4 0,4-3 607,-3 3 0,3-3 0,1-2 0</inkml:trace>
  <inkml:trace contextRef="#ctx0" brushRef="#br0" timeOffset="2665">2295 561 8042,'-9'-7'0,"-5"-2"123,12 1 1,-5-1 201,7 4 1,2 3-705,3-3 1,4 3 57,7 2 1,4 2-140,1 3 1,7-3 284,-2 3 1,5-3 139,6-2 1,-4 5-112,3 0 0,-5 0 146,-5-5 0,2 2 0,-7 3 0,7-3 0,-11 10-65,4-7 0,-11 2 236,-5-2 1,-3-1 662,-2 6-488,0 1 0,0 4 104,0 1 0,0-1-138,0 1 1,-5 0-46,0-1 0,-1 1-201,6 0 1,0-1 384,0 1-588,0-1 16,0-6 294,0-2-169,0-7 0,2-9-133,3-6 1,-1-1 63,6-5 1,-4-3 19,4-2 1,-5 2-232,6-2 0,-6 1 83,5-1 1,-5-1 147,6 6 1,-6 0-4,5 5 0,-1 6 198,1 0-138,4 6 0,-7-1 162,4 10 0,-3-1-92,-2 6 1,-5 6 95,4 4 1,2 3 57,-1-2 0,4-2-59,-5 7 0,6-7-221,-6 2 1,7 1 78,-2-1 0,-1-2-135,1-8 0,-4 1 139,4-7-119,0 0 0,6-5 54,0 0 0,-6-7-22,0-3 1,1-4-123,5-2 0,-6 1 75,0-1 1,-4 0 128,4 1 0,-5 4-4,6 1 1,-6 1 7,5-1 1,-5-2-18,6 7 18,-8-1-49,11 6 28,-12 7 0,5 4 290,-7 10 1,2-4-77,3 4 0,-4 1-154,5-1 1,-3 5-53,2-5 1,4 0-108,7-6 1,-1 1 105,1 0 0,1-3-113,4-2 0,-4-4 129,4-7 1,2 0-42,-3 0 0,7-7-300,-7-4 1,1-2 67,-5-3 1,-1 0 31,1 1 1,-2-1 65,-4 1 1,-1-1 19,-4 0 1,-3 1 47,3-1 0,-3 6 195,-2-1-240,0 8 0,-2-4 23,-3 7 0,1 2 487,-6 3 0,5 2-168,-6 3 0,8 4 40,-2-4 0,3 4-118,2 2 1,0 0-107,0-1 0,2 1 9,3-1 0,4-4-124,6-1 0,-4-6 231,-1 1-113,0-3 1,6-4-201,0-3 0,-6 1 91,0-6 0,-6-1-81,1-4 0,-3-3 13,-2-2 1,0 0-72,0-6 0,0 6 148,0-6 0,0 5-9,0-5 1,5 7-18,0-2 0,2 9-95,-2 1 507,-3 8-157,12-4-19,-5 7 0,5 7 14,-4 3 1,4 4 106,-4 2 0,-1-1-78,1 1 1,-1 1-43,1 4 1,3-3-92,-8 2 1,7 3-122,-2-2 0,-1-2 43,1-9 0,-4 2 118,4-6 0,-5-1-240,6-5 61,-1 0 1,6-7-183,-1-4 0,1-4 6,-1-6 1,-4 2-174,-1-7 0,1 0 101,4-5 0,-1 1-18,-3 4 0,2 4 286,-2 6 0,-4 6-305,-2-1 641,4 8 0,-8-3-77,5 12 1,-5 8 95,-1 6 0,5 8-337,1-2 1,4-2-237,-5 2 1,9 0-1435,2 6 1701,-1-1 0,22 0 0,-4 0 0</inkml:trace>
  <inkml:trace contextRef="#ctx0" brushRef="#br0" timeOffset="3326">5026 249 7991,'14'-26'83,"-3"0"1,-3 12 491,-3-2-237,-3 11-52,5-2-71,-7 7 0,0 14 112,0 7 0,0 6-62,0 5 0,0-1-13,0 0 0,0 5-118,0 1 1,0-1 101,0-4 0,0-1-276,0 0 0,7-2-4,3-3 1,-1-3-3,2-7 1,-1-8 58,6-2 1,-6-5-70,0-1 1,1-1-201,4-5 1,-4-2 118,-1-8 0,-5-1-100,6-4 0,-8 2 70,2-7 0,2 7-97,-1-2 1,-1 4-87,-5 1 482,0 7-261,0 2 246,-7 7 0,5 12 27,-3 4 0,3 3-45,2-3 0,0-1 23,0 1 0,2 0-68,3-1 0,9-1 134,7-4 1,5 3-70,-5-8 1,6 0-45,-1-5 1,4 0-77,1 0 1,-1-2-129,-4-3 1,-2-2-687,-3-3 612,-4-4 1,4 5 35,-11-6 3,-3-1 1,-8 2-352,-5 4 1,-2 1 87,-8 4 0,-7 3-99,-3-3 0,-3 3 260,-2 2 1,-7 0 265,-4 0 0,-10 7 0,-4 2 0</inkml:trace>
  <inkml:trace contextRef="#ctx0" brushRef="#br0" timeOffset="3489">4792 420 7991,'-15'-7'0,"-1"4"1034,0-7-155,8 6-502,1-10 0,19 7-190,3-3 0,13 1 38,3 4 1,9 3 28,12-3 0,4 3-1219,6 2 1,8 0 269,3 0 387,10 0 0,-3 0 0,5 0 1</inkml:trace>
  <inkml:trace contextRef="#ctx0" brushRef="#br0" timeOffset="4122">6119 46 8021,'16'-9'-485,"-8"-5"550,6 12 0,-12-6-48,3 3 91,4 3 0,-8-3 88,5 10 0,-5-2-34,-1 8 1,-5-6 58,0 5 1,-5-5 127,4 6 1,-1-8-122,2 3 0,2-3 411,-8 2-455,8-3 0,-9 7 37,7-4 1,-1-2-135,6 8 1,-5-1 154,0 6 0,0 1-115,5 4 0,1 3 26,5 7 0,-5-5-82,5 0 0,1 6-6,-2 4 0,7 0-135,-2-4 0,-1-1 43,1 0 1,-6-5-152,1 0 1,2-7-29,-2 2 1,0-9 122,-5-1 84,7-8-102,-5 4 0,5-16-2,-7-6 1,0-1-71,0-5 0,0-3-193,0-2 1,0-3 71,0-3 1,0 1 137,0 0 1,0 1 354,0 4-221,0-3 65,0 12 1,2-1-45,3 8 1,-2 8 112,8 2 0,-1 2-61,6 8 1,-1 6 16,1 5 0,5-1-39,0-4 0,1 5-4,-1 0 1,-4 5-132,4-5 0,-3 1 70,-3-1 1,-1-4-164,-4 4 1,-3-4 26,-7-1 0,0 0-101,0-1 1,-7-6 126,-3-4 0,-9 2-130,-2-2 0,-7 0-119,2-5 1,2 0 79,-2 0 0,2 0 12,-2 0 0,-2 0 303,7 0 0,0 0 0,6 0 0,6 0 0,-5 0 0,6 0 0</inkml:trace>
  <inkml:trace contextRef="#ctx0" brushRef="#br0" timeOffset="4459">6572 514 8021,'-16'9'-89,"0"-4"997,1-3-55,-1-2-277,8 0-477,1 7 0,14-6-221,3 4 1,11-5 81,5-5 1,3 2 168,2-8 0,1 1-207,-1-6 1,-2-4 78,-3-1 0,-3 0-134,-7 5 0,-3-1 26,-2-4 1,-4 4-375,-7-4 0,-4 5 243,-6 6 0,-2 1 162,-14 4 0,5 5 670,-5 0 0,0 7-313,-5 9 0,5 1 272,0 4 0,12-2-234,-2 7 1,11-5-94,0 5 1,12-2-101,8 2 0,8 2-116,8-7 0,7-1-300,4-4 1,5 0-668,5-1 0,-4-1 957,4-3 0,-3 2 0,-2-4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45:03.17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47 157 7999,'0'-16'-258,"0"1"337,0-1 93,0 0 1,0 1-1,0-1 1,0 6 320,0-1-211,0 8-120,0-4 221,0 7-220,0 0 0,0 7 8,0 3 1,-5 6 188,0 5 0,-2 5-143,2 10 0,3-1-61,-3 6 1,1 1 1,-1 5 1,4-5-99,-5-1 0,5-6-150,1 1 1,1-3 95,5-2 0,2-5-169,8 0 0,-1-12 53,1 2 1,1-11-33,4 0 1,-2-3-8,7-2 1,-1-2-134,1-3 1,3-9 119,-3-7 1,2-1-94,-2 1 0,2 2-25,-8-7 1,-1 2 33,-8-2 1,1 1 222,-7 5 1,0 2-90,-5-3 0,-1 11 319,-5 5 0,3-2-6,-7 2 1,-1 1 3,-4 9 0,-3 1-130,-3 9 1,4-3 116,-4 9 0,4-3 1,1-3 0,1 6-95,-1 0 1,6 0-106,-1-6 1,8 1 56,-2-1 1,3 1-129,2 0 1,2-8 40,3-2 1,-2-5-61,8-1 0,-6 0 83,5 0 0,1-1-22,4-5 0,1-2-220,0-8 0,4 0 72,1 1 0,0-1 78,-5 1 1,-6-1 32,0 0 0,-4 6 322,4 0 46,-7 6-104,4-3 1,-7 14-126,0 3 1,0 4 70,0 2 0,0 5-68,0 0 1,0-1 14,0-4 0,0 1-391,0 4 1,2-5 156,3-1 0,2 1-495,4-6 1,3-3 123,-4-1 1,4-5-98,1-1 0,-4-1 618,-1-5 0,8-2 0,6-8 0</inkml:trace>
  <inkml:trace contextRef="#ctx0" brushRef="#br0" timeOffset="185">500 297 7999,'-16'-15'783,"8"6"1,-1-5-527,4 4-92,3 3-252,2-7 1,9 12 158,6-3 1,1 3-252,0 2 0,1-5-69,4 0 1,1 0-65,4 5 1,4 0 119,-4 0 0,-2-2-112,2-3 0,-2 3 304,2-3 0,-3 3 0,-7 2 0</inkml:trace>
  <inkml:trace contextRef="#ctx0" brushRef="#br0" timeOffset="505">765 1 8445,'-10'7'453,"1"5"-55,2 7 0,-5 5-126,2 7 1,1 8-15,-1 2 1,5 2-74,-6-1 0,8 1 0,-2-6 0,3 5-161,2-6 1,7-1 148,3-9 1,4 1-248,2-6 0,4 0 39,1-5 0,7-8-107,-2-2 1,3-5-100,3-1 0,-1-12-163,0-4 1,-5-4 147,0-1 1,-7-3-40,2-8 0,-9 3-24,-1 3 1,-8-2 103,2 7 0,-8 0 648,-2 6 1,-13 6-270,3 4 0,-6 5 506,0 5 1,2 6-262,-7 9 0,7 0-25,-2 6 1,5 0-154,6 5 0,3-5-33,7 0 0,2-2-652,3 2 0,4-2 327,6-3 1,1-5-713,0-1 1,4 1 394,1-6 0,5-1-1256,-5 1 1700,7-6 0,-11 3 0,6-7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45:11.20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61 499 7941,'-5'-25'219,"-2"4"438,-2 4 0,6 7-544,-2-1-11,3 8 1,-3-2-264,-1 10 0,1 5 59,5 11 0,0-2 119,0 7 1,-2-5 59,-3 5 0,4-5 113,-5 5 1,6-5-199,6 5 0,-3-9 35,7-1 0,1-3-19,4-7 1,1-1-4,0-5 0,-1-2-97,1-3 1,-6-5-5,1-11 0,-3 2-244,3-7 0,-4 1 196,-7-1 0,0-8 52,0 2 1,0-1 148,0 7 0,-6 4-99,1 6 0,-5 1 169,5-1 0,-2 7-13,2 4 115,3 3-198,-5 2 1,7 2 23,0 3 0,7-3-18,3 3 0,6-3-7,5-2 1,1-7-16,4-3 1,4-6 15,-4-5 0,3 2-46,2-7 1,-6 0 18,-5-5 1,-7 2-37,-3 2 0,-5-2 33,6 3 1,-8 2-7,2-2 1,-3 12 82,-2-2 0,-2 11 141,-3 0 0,2 10 172,-8 5 0,3 18-118,-3 9 0,-1 15 16,7 10 0,-2 2 19,2 9 1,3 7-381,-3 8 1,3-1 179,2 1 1,7-9-184,3-7 1,2-4 212,-1-16 1,1-3 5,-7-13 1,2-6 1319,-2-15-1019,-3 1 0,-2-9-310,-10-7 1,-6-12-124,-5-9 1,2-9-42,-7-1 1,2-7-130,-2-9 0,5 0-186,11 0 0,3 1 133,7-1 1,0 2-91,0 3 1,3 9-442,8 7 1,1 12 270,14-1 0,2 9-107,8 1 1,-1-2-23,6 2 1,1 0 7,5 5 1,1 0 125,4 0 0,-1 0 466,6 0 0,-5 0 0,5 0 0,-7-14 0,4-3 0</inkml:trace>
  <inkml:trace contextRef="#ctx0" brushRef="#br0" timeOffset="199">1325 218 7941,'0'-16'0,"-1"0"726,-5 1-371,5 6 0,-13 2-25,3 7 1,-8 4-110,-1 6 0,-1 2-193,5 14 1,-5 0 136,0 5 1,1 6-413,4-1 1,6 2-34,-1-1 1,8-4-185,-2 3 1,3 2 92,2-1 0,0-1-190,0-5 1,0-1-278,0-4 838,0-4 0,0-6 0,0 0 0</inkml:trace>
  <inkml:trace contextRef="#ctx0" brushRef="#br0" timeOffset="707">857 592 7941,'-24'-15'543,"1"-1"146,8 0 1,6 1 55,4-1-511,3 1 1,9-1 151,3 0-669,11 1 0,5 3 95,11-4 1,4 4-1,10-9-279,1 4 397,7 1 0,-9-1 67,7-4 1,-7 9 153,2-4 0,-3 6-111,-2-1 1,-7-1-75,-4 7 0,-5 0-9,-5 5 218,-3 0-66,-7 0 0,-3 7 3,-2 3 0,1 4 136,-7 2 0,0 6-82,-5 4 0,-1 4 163,-5 1 0,-2 0-189,-8 0 1,2 1-16,4-1 1,-2-5 175,7 0-178,-8 0 0,12-2-225,-5-3 204,5-11-109,1-3 0,1-7-8,5 0 0,1-7-116,3-3 1,4-4-61,-4-2 1,-1 1 134,1-1 1,-4 1 63,4-1 0,-1 6-33,1-1 0,-1 8 43,-4-2 1,-2 3 23,8 2 1,-8 2 9,2 3 0,4-2 3,2 8 1,-3 1 139,3 9 0,-1-9-116,6 3 1,4-3-26,1 4 1,5-7-78,-5-4 1,7-3 53,-2-2 0,-2 0-12,2 0 0,-2-7-117,2-4 1,-5-3-209,-10-1 0,1-3 5,-7-2 1,0 2-138,-5-2 0,-2-3 97,-3 2 0,-3 6 112,-8 4 0,-5 8 692,0-3 0,-6 6-203,1 6 1,1 2 2,-1 8 0,9 5-98,1 0 1,2 5 109,9-6 1,2 6-210,8-5 0,5 5-293,11-5 0,9 0-768,6-6 1,13 1 528,-2 0 1,11-1 465,5 1 0,-1 0 0,8-1 0</inkml:trace>
  <inkml:trace contextRef="#ctx0" brushRef="#br0" timeOffset="973">2512 452 7967,'-32'-23'1022,"3"11"253,3-4 0,9 11-545,6 0-722,8 3 1,-2 2-341,10 0 1,10 0 284,11 0 1,11 0-318,4 0 0,11-1 213,6-5 1,2 3-19,3-8 0,-1 8-149,1-2 0,-1 3-533,1 2 1,-13 0 850,-3 0 0,-4-7 0,4-2 0</inkml:trace>
  <inkml:trace contextRef="#ctx0" brushRef="#br0" timeOffset="1340">3011 108 7967,'-15'0'1840,"4"4"-1125,1 6-446,-1 8 1,-2 20-6,2 3 0,-1 4 7,7 2 0,-6-3-165,6 2 0,0-2-199,5 8 0,0-9 32,0-1 0,7-7 137,3 1 0,4-5-166,2-5 0,-1-3 70,1-8 0,0-1 12,-1-3 1,1-4-66,-1-7 1,1-7-172,0-4 0,-1-4 112,1-6 0,-1 2-106,1-7 0,-6 1 217,1-1 0,-8 2-57,3 3 0,1 9 293,-2-3-239,0 9-93,-5-1 130,0 7 0,0 7 61,0 4 0,0 3 27,0 1 1,0 3 108,0 2 0,7-2-448,3 3 0,-1-4 89,1-2 0,1-4-369,4-1 1,1-4 186,0 4 1,-1-7 156,1 3 0,-1-5-267,1-1 0,-6-7 441,1-3 0,-1-4 0,6-2 0</inkml:trace>
  <inkml:trace contextRef="#ctx0" brushRef="#br0" timeOffset="1998">3230 389 7967,'-9'-15'349,"2"6"98,7-5 153,0 5 0,7 1-350,3 3 1,4 3-373,2 2 0,0 0 125,-1 0 0,1 7 125,-1 3 0,6 4-14,0 2 0,0-1 87,-6 1 1,1 5 159,0 0 1,-6 6-250,0-1 1,-6-1-186,1 1 0,-3-2 21,-2 2 0,5-4 59,0-6 0,0-6 311,-5 1-156,0-8-135,0 4 1,0-14-118,0-3 1,0-9-163,0-2 0,6-7 77,-1 2 0,5-3-143,-4-2 0,6 5 127,-2 0 0,-1 6 108,1 0 0,-1 2 281,1 3-150,4 6 44,-5-5 1,5 14-84,-4 0 0,-1 7 180,-4 9 0,-3-1-49,3 1 1,2 1 182,-2 4 1,5-4-144,-4 4-76,-1 4-29,2-8 0,1 0-184,8-6 0,-6-3-13,1 3 0,-1-4-48,6-7 1,-6 0 92,1 0 0,-1-7-137,6-4 0,-2 3 89,-4-3 1,2-4-162,-7-6 0,6 0-72,-6 5 56,0 1 791,-5-1-165,0 7 116,0 3-230,0 6 8,0 6 0,0 3-42,0 7 1,5-1 123,1 1 1,6 0-267,-2-1 1,9-1 42,2-4 0,2-3-160,-3-7 0,5 0 17,6 0 1,-5 0-131,0 0 1,-2-7 114,2-3 0,-3-4-136,-8-1 0,-1-3 31,-3-3 0,-3 2-217,-3-7 0,-3 7-151,3-2 0,-5-1 182,-5 1 1,-3 5 424,-8 6 0,0 7 90,1-3 0,-1 5 113,0 1 0,1 7-196,-1 3 37,-6 4 1,10 7-1,-2-1-93,5 0 0,4 2 31,5-1 1,0 7-431,0-2 0,7-4 193,3-1 0,9 2-376,2-3 0,7 3 160,-2-2 1,-2-4 417,2 4 0,0-4 0,5-1 0</inkml:trace>
  <inkml:trace contextRef="#ctx0" brushRef="#br0" timeOffset="2187">4572 623 7967,'7'-15'413,"-5"6"711,5 2 204,-7 7-917,7 0 0,-6 7 42,5 4 1,-5 4-174,-1 6 0,-1-4-163,-5 4 1,-2 2 105,-8-2 0,-1 5 168,-4-6-168,-3 1-733,-7 2 0,-2 1 510,-4 7 0,-10 0 0,-8 1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45:09.08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358 281 7983,'0'-15'124,"0"-1"231,0 1 0,5 4-130,1 1 1,1 1 0,-2-1 0,-3-4-211,3 3 38,3-2 1,-6-3 15,3 0 0,2 6 301,-1 0-174,-1-1 1,-5-4-31,0-1-430,0 0 92,-7 1 1,-2 1 117,-7 3 1,1 5-98,-1 6 0,1 0 58,-1 0 0,-1 0-18,-4 0 0,4 5 83,-4 0 1,3 7-33,3-2 1,-1 4 50,1 2 1,6 0 118,4-1 1,-2 3 76,2 2 1,-1-1-50,6 7 1,0-5 110,0 5 1,6 0-50,-1 5 0,7-1-125,-2-4 1,4 3 29,2-3 1,-2 4 26,-4 1 1,4-5-42,-4 0 1,2-7-106,-1 2 1,1-4 346,-7-1-161,7 0 173,-10-8-296,5-1 0,-14-7-80,-3 0 1,-9 0 127,-2 0 1,-5-1 14,5-5 0,-7-1-192,2-3 0,2-4-280,-2 4 0,2-4 143,-2-2 1,3 2 69,7 4 0,6-4 130,0 4 1,6-4-115,-1-2 1,5 1-152,5-1 1,6 2 202,9 4 0,-1-4-1,8 3 1,-1-2-99,5-3 0,0 6-170,0-1 1,2 6-81,4-5 0,-6 6 99,0-1 0,0-2-126,-5 2 0,-1-1 60,1 6 0,-7 0 395,1 0 0,-2 0 0,-3-6 0,1-3 0</inkml:trace>
  <inkml:trace contextRef="#ctx0" brushRef="#br0" timeOffset="258">561 250 7983,'0'-8'352,"0"-6"695,-7 5-273,6 0-324,-13-4-197,12 11 0,-7-5 113,4 7-198,3 7 1,-5 1-52,7 8 1,0 0 0,0-1 0,0 1 155,0-1-219,0 8 1,0 0-258,0 3 180,7 3 0,0-6-25,4 3 1,3 1-61,-4-6 0,-1 5 132,1-5 0,-1 0 4,1-6 0,-1 1-169,-4 0 1,-3-6 37,3 0-35,-3-6 1,-9 8 74,-4-7 1,-3 1 44,-1-6 0,-1 0-485,1 0 0,-1 0-687,0 0 1,-4-7 665,-1-4 1,0-3-78,5-1 601,8-8 0,-6-1 0,5-7 0</inkml:trace>
  <inkml:trace contextRef="#ctx0" brushRef="#br0" timeOffset="933">436 266 7842,'9'-16'-354,"5"2"319,-4 4 0,-1-4 35,1 4 0,1 1 316,4-1 1,-4 6 476,-1-1 1,1 3-885,4 2 1,1-5-106,-1 0 0,3 0-68,3 5 1,-4 0 138,4 0 1,-4 0-130,-1 0 0,4 0 127,1 0 0,0 0-113,-5 0 0,-2-2 63,-4-3 0,4 3-119,-4-3 431,-3 3-42,0 2 209,-7 0-74,0 0 39,-7 0 0,5 2 8,-3 3-133,4-3 9,1 12-85,0-6 0,0 8-59,0-1 1,0-4 32,0-1 0,1-1 3,4 1 1,-3 4 0,3-3-7,-3-4-40,-2 6 0,2-11 75,3 3-100,-3-3 77,5-2-5,-7 0 0,2 0-47,3 0 0,-4-7 0,8 0 0,-4-3 1,-3-4-3,3 4 1,-1-3-31,1 3 0,-3-4 46,3 4 0,2-4-54,-2-2 0,2 1 33,-2-1 0,-1 6 0,6-1 0,-7 1 9,3-6 0,2 6 1,3-1 0,-4 6 20,-2-5 0,4 6 4,1-1 1,-1-2-14,1 2 1,-5 0-6,6 5 0,-6-2 4,5-3 0,-5 3 93,6-3-49,-1 3 0,6 2-42,0 0 1,-6 0 1,0 0 1,-1 2 6,1 3 1,-1-1-1,-4 6 0,-1-5 139,6 6 0,-6-1-124,1 6 1,-3-1 121,-2 1 0,0 1-71,0 4 0,0 1 5,0 5 0,-2 2-18,-3-3 0,-2 5 9,-4 6 0,-3-4-42,4 3 1,-4 2-14,-1-1 0,1 6-38,3-1 0,-3-3 71,4 3 0,3-2-438,2 2 0,3-2 19,2-4 1,0-3-124,0 3 1,0-3 100,0-2 0,0-5-499,0 1 627,0-8 0,2 1 252,3-9 0,4-4 0,6-7 0,1 0 0</inkml:trace>
  <inkml:trace contextRef="#ctx0" brushRef="#br0" timeOffset="1137">1232 843 7983,'0'-15'958,"0"6"1,0 4-636,0 10 0,0-1 0,0 6-143,0 2-147,0 2 1,0-4 472,0 1-281,7-1 0,4-1-488,10-4 200,-4-3 1,5-2 115,-6 0 0,-2-7-118,-4-3 1,2-6 11,-6-5 0,-1 2 85,-5-7 0,-7 5-522,-3-5 0,-6 5 13,-5-5 1,2 9-192,-7 1 1,0 3 171,-5 7 0,0 1 496,-1 5 0,1 7 0,0 2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46:24.73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1 623 8512,'0'-8'437,"7"1"-335,3 7 0,4 0-130,1 0 1,1-5 120,0-1 0,-1-6-13,1 2 1,5-9-75,0-2 1,6-7 65,-1 2 0,-1-9-157,1-1 1,-2-6 132,2 6 0,2-6-142,-8 6 0,0-6 175,-10 6 0,-1-6-3,-4 6 0,-3 6 11,3 10 0,2 2 326,-2 3-316,0 6 1,-7 4 38,-3 10 1,-2 10 94,-3 12 1,-2 9-75,6 6 0,-6 4-72,2 6 1,3 4-92,2 6 1,3 1-206,2-1 0,0-6 178,0-4 1,7-11 10,3-4 0,-1-11 110,1-5 0,1-6 117,4-4 0,1-4 105,0-7 0,-2-7-100,-4-4 0,4-4-280,-4-6 0,4-3-47,2-8 1,-2-4-170,-4-1 0,7 1 246,-6 5 0,4 1 28,-9 4 132,6 4-5,-4 6 1,1 11 59,-4 10 1,-3 6-122,-2 15 0,0 1-14,0 10 0,5-3-58,0 8 1,6-7-86,-6 1 0,9-8 134,2-2 1,-1-7-25,6 2 1,1-9 77,-1-2 1,5-6-85,-5 1 0,7-5 122,-2-5 0,-4-4-115,-1-6 1,-3-8-214,-3-3 1,-1 0-50,-4-5 0,3 3-195,-8-8 1,-2-3 199,-8 3 0,2 1-21,-8 9 0,1 4 306,-6 6 0,1 8 205,-1 2 0,0 8 105,1 8 0,-6 6-226,0 10 1,6 4-68,4-4 0,8 3-209,-3 2 0,8 0-220,9 1 0,1-6 267,14 0 0,0-12-53,5 1 1,5-4-67,1-1 1,10 2-383,-6-7 1,1 1-815,-11-6 1422,7 7 0,2-6 0,7 6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46:30.81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0 819 8066,'0'-31'522,"0"0"0,0 0 1,2 6-272,3 5 1,-3 2 88,3 3-268,-3 6 1,-1 2 267,5 7-297,-5 0 0,8 7 26,-4 3 0,-3 6 82,3 5 0,2-2 69,-2 7 1,2 0-82,-2 5 0,-3 5-272,3 1 0,4-1 55,1-4 0,-1-8-129,2-3 1,-3-4 166,3-1 1,2-8 43,-2-3 1,-2-3-107,1-2 0,0-7 87,6-3 0,0-9-220,-1-2 0,-6-12 50,-4 2 1,-1 1-46,1 4 0,-4 2 99,5-2 335,-5 3-268,-1 8 30,-7 6 1,6 9 154,-4 11 0,5 4-99,5 6 0,-2-2 59,8 7 1,1-7-69,9 2 0,-2-9 68,7-1 0,-6-8 6,7 2 1,-1-3 131,5-2 0,-5-7-163,0-3 1,-7-4 9,2-2 0,-6-5-96,-4 0 1,1-6 87,-7 1 1,0-4-242,-5-1 0,0 0 88,0 0 0,-7-6-314,-3 1 0,1 1 181,-1 9 1,5-2 113,-6 7 1,6 2-134,-5 9-78,6-4 159,-3 12 1,7 2-166,0 11 0,0 3-164,0 1 0,9 6-160,6 0 655,1 0 0,20 1 0,-3 3 0</inkml:trace>
  <inkml:trace contextRef="#ctx0" brushRef="#br0" timeOffset="846">1093 601 8066,'-7'-9'227,"-2"-5"0,-8 12 1,-2-3 97,-2 4-204,-7 7 1,-1 5 306,-8 10 1,1-2-197,5 7 1,-1 0-105,1 5 0,5-5 99,0 0 1,9 0-261,1 5 1,2-5-23,9 0 1,0-7-20,5 2 1,2-10 133,3-6 0,3-3 27,8-2 1,1-2-281,4-3 1,4-4-32,6-7 1,-7-6-196,-3-4 1,-4-4 152,-1-1 1,-1 3-47,1-3 0,-7 10 262,-4-5 1,-2 7 343,3 4-370,-5 6 1,5 2-63,-12 7 0,3 7 461,-8 3 1,8 9-29,-2 2 0,-2 5-119,2-5 1,-1 5-87,6-5 0,0 0-125,0-6 1,7 1 131,4 0 0,-1-8-13,6-3 1,-4-3-73,9-2 0,3-7 11,2-3 0,-2-6-70,2-5 1,-7-3 80,2-7 0,0-6-275,-5 1 0,3-2 90,-9 1 1,2-2-229,-1-8 0,1-5 98,-7 0 0,5-7-24,-4 1 1,1 3 334,-2-2 1,-2 8 592,8 2-222,-8 7 0,4 16-227,-7 3 0,0 13 170,0 8 0,0 14-90,0 12 1,0 10 20,0 6 1,0 8-63,0 2 0,-5 7-69,0-2 1,-1 4-50,6 1 0,2-1-189,3-4 0,-1 0-2,6-10 1,-1 2 92,1-13 0,4-6-52,-3-9 1,1-4 55,-2-1 0,-1-8 43,-4-3 0,-3-5-126,3-5 0,-3-3-137,-2-8 0,5 0 53,0 1 1,0-6-136,-5 0 1,0-10 164,0 5 0,2 0 50,3 10 1,-3 1 264,3-1-298,4 7 229,0 2 0,1 14 18,0 4 1,-6 8 47,1 2 1,7 6-81,-1-1 0,6 4-43,-7 1 0,9 0-36,2 1 0,5-8 38,-5-3 1,7-4-159,-2-1 0,5-8 129,5-3 0,-8-3-117,3-2 0,-3-2-6,3-3 0,-1-3-150,-4-8 1,2-5 64,-8 0 0,1-6-108,-5 1 1,-7-4 98,-4-1 0,2 0-63,-2-1 0,0 3 187,-5 3 1,0 3-284,0 8 1012,0-1-460,-7 7 0,4 3 50,-8 6 0,6 8-109,-5 8 1,6-1-45,-1 6 1,3-2-37,2 2 0,0-4 5,0 4 1,7 2-408,4-2 1,-3-1 163,3-4 1,-1 0-457,6-1 0,-1-4 121,1-1 0,-6-6 510,1 1 0,-1-10 0,6-4 0</inkml:trace>
  <inkml:trace contextRef="#ctx0" brushRef="#br0" timeOffset="1266">1920 476 8026,'16'0'100,"-1"0"-197,1 0 1,5 5 0,1 0 35,2-1-341,3 4 0,5-4 175,5 6 1,1-6 197,4 1 1,3-3-10,-4-2 0,-1 0 108,2 0 0,-7 0-62,1 0 1,-5-2-162,-5-3 92,-3 3-6,-8-12 16,1 5 1,-9-4 96,-7 2 0,-2-1 126,-8 7 0,-1 0 14,-4 5 0,-1 1 300,1 5 1,-1 7-270,0 8 1,6 9-112,0 1 1,6 7 914,-1 9 0,-2 2-382,2 3 0,0 3-229,5 8 1,6 2-241,5-2 1,3 3-225,1-9 0,1-3 158,0-2 0,-1-9-64,1-1 0,-8-14 377,-2-2-330,-5-7 0,-4-11 211,-7-2 1,-6-6-174,-10-6 1,-5-2-486,-1-8 1,1-1 92,-5-4 1,3 2-64,2-7 0,-1 5-6,1-5 0,9 7-208,6-2 0,2 4 252,9 1 1,2 0-42,8 1 1,17 4-1508,15 1 1840,-1 7 0,23-11 0,-2 5 0</inkml:trace>
  <inkml:trace contextRef="#ctx0" brushRef="#br0" timeOffset="1750">3294 679 7982,'-9'-24'0,"2"1"0,7 7 201,0 1 1,2 6 347,3 4 1,4 3-386,6 2 1,1 0-335,-1 0 1,6 7 153,0 3 69,0 4 0,0 4 78,0 3 1,-1-2 11,-4 7 0,0-6-172,-1 6 1,1-5 46,-1 5 1,1-7-142,0 2 168,-8-3-176,6-10 99,-5-1 0,0-19-19,-4-4 1,-2-10-68,2 0 0,-3-3-151,3-2 0,-3-1 60,-2 1 0,0 2-3,0 3 433,0-4-263,0 13 437,0 1-225,7 9 1,-5 16-119,3 7 1,-3 1-92,-2 9 0,7-5 1,3 5 1,4-7-135,2 2 1,-1-4 71,1-1 0,-1-2-71,1-4 1,5 2 40,0-7 0,-1 0-244,-4-5 1,0-1 2,-1-4 1,1 1-280,-1-6 650,1-1 0,0-11 0,-1-3 0</inkml:trace>
  <inkml:trace contextRef="#ctx0" brushRef="#br0" timeOffset="2096">3965 523 7982,'-5'15'474,"-1"1"0,1 1-138,5 4 1,-5 5 61,0 11 0,0 2 0,5 10 155,0 3-385,0-3 1,0 11 1,0-2 1,0-5 68,0-1 0,1-3-201,5-2 0,-3-2-10,7-4 0,-6 1-41,1-11 0,2 2-73,-2-12-312,0-7-21,-5-7 0,-5-21 224,0-7 0,-7-8-273,2-8 0,-3-8 178,3-7 1,-4-9-593,4-1 0,3-4 313,2-12 1,3 5 275,2-5 1,2 7 459,3 9 0,3 13 78,8 7 1,5 15 357,0 6 1,-1 10-394,-4 6 1,1 7-125,4 8 1,-3 3 99,2 13 1,-2 0 355,-3 5 1,-1 0-213,-3 0 0,1 0-161,-7 1 0,5-6-101,-4 0 1,-1-6-235,-5 6 1,-7-6-388,-4 0 1,-2-2 286,-3-3 1,-5-4 184,0-1 0,-5-6 81,6 1 0,-8 4 0,3-1 0</inkml:trace>
  <inkml:trace contextRef="#ctx0" brushRef="#br0" timeOffset="2750">4933 710 7932,'-7'-16'0,"0"1"0,-4-1 239,-2 1 0,4 6 378,-7 4 0,6 5-518,-1 5-129,1-3 0,-6 17 149,1-4 1,4 10-3,1-5 0,1 8-152,-1-2 0,-2-2 126,7 2 1,-1-5 5,6 5 0,0-7 0,0 2 0,0-9-235,0-1 1,7-8 1,4 2 1,3-5 127,1-5 0,1-5-74,-1-11 0,1 2-189,0-7 0,-3 2 135,-2-2 1,3-7-75,-4 7 1,2-6 115,-1 12 1,1 4-78,-7 6 738,0 6-304,-5-3 1,0 11-10,0 6 1,0 0-129,0 11 1,0 2 77,0-2 0,2 1-229,3-1 0,-1-5 80,6-1 0,2-1 50,9-9 1,-4 1-12,4-6 0,3-7 19,2-4 1,-1-3-91,1-1 0,-2-8-71,2-3 1,2-9 47,-7-1 1,5-6-90,-6 6 1,1-7-135,-5 1 1,0-3 81,-1-2 1,-1-5 107,-4 0 1,3 2 2,-8 8 1,5 4-102,-5 7 0,1 6 462,-6 5 208,0 9 1,-2 4-293,-3 7 0,-4 14 93,-7 7 0,2 12-38,4 3 0,-4 13-80,4-2 0,1 3 80,-1-3 1,6 3-37,-1-3 0,10 8-549,6-8 1,3-2-71,1-3 1,1-7-231,-1 1 1,1-8 73,0-2 0,3-12-418,-4 1 1,4-9-1076,-8-1 2002,-4-3 0,0-2 0,-7 0 0</inkml:trace>
  <inkml:trace contextRef="#ctx0" brushRef="#br0" timeOffset="2932">4917 398 8017,'0'-31'0,"14"6"0,7 6 3397,6 7-2235,5-2 0,1 13-409,3-5 1,4 5-274,7 1 1,12 1-2152,3 5 1196,4 2 0,2 3-2790,-1-1 2992,8 0 0,-4 13 0,7 1 1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46:27.07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47 94 8673,'0'-16'0,"0"1"1527,0-1-1037,-7 7-521,6 2 1,-8 9-68,4 3 0,3 4-185,-3 7 243,-4-1 0,7 1-268,-3-1-31,4 1 0,1 0 137,0-1 1,0-4-121,0-1 1,5-5-184,0 6 505,7-8 0,-3 4 0,6-7 0</inkml:trace>
  <inkml:trace contextRef="#ctx0" brushRef="#br0" timeOffset="2309">32 265 7102,'0'-15'-1101,"0"-1"1206,0 1 1,0 4 18,0 1 0,0-1 137,0-4 1,0-1 0,0 1 319,0-1-190,0 0 114,0 1-120,0-1 13,0 8-45,0 1-180,0 20 1,0 0 68,0 13 1,-2 0 58,-3 5 0,1 0-301,-6 0 0,6 0 87,-1 1 0,4-1-185,1 0 1,0-5 36,0 0 1,0-12 49,0 2 0,1-11 53,4 0 1,-1-3-135,6-2 0,-4-2 49,4-3 0,-1-6 47,1-9 1,2-3-202,-7-3 0,6-9 75,-6 4 0,5 0-57,-4 0 0,-1 10 112,-5-5 0,5 7-5,0 3 130,0 1 108,-5 6 0,0 4 44,0 10 1,0 9-146,0 7 0,0 1-19,0-1 0,0 2 9,0 3 0,7-4-122,4-6 0,3-1 45,1 1 0,1-2 30,-1-4 0,1-3 7,0-7 0,-6-2-15,0-3 1,1 2 70,4-8 0,-4-4-67,-1-6 0,-6 0-236,1 5 1,2-4 88,-2-1 0,0-5-342,-5 5 0,0-2 176,0 3 0,2 4-302,3 0 196,-3 1-85,5 13-278,0-5 562,2 7 1,6 5 215,1 1 0,-1 6 0,1-4 0</inkml:trace>
  <inkml:trace contextRef="#ctx0" brushRef="#br0" timeOffset="2821">609 63 8015,'0'-16'109,"0"6"130,0-1 1,-1 2 341,-5-1-305,-2 3 1,-8 7-192,0 0 114,-6 7 1,5 7 28,-4 7 1,2 7-131,-2-2 0,4 1 50,-4-1 1,10 4-119,6-4 1,-2 2-151,2-2 1,0-4 66,5-6 0,7-1-174,3 1 166,4-7 1,7-2 105,0-7 1,-1-2-88,-4-3 1,0-6-144,-1-10 1,1 2-138,-1-7 0,1 5 120,0-5 0,-8 2 54,-2-2 1,0 4 54,0 6 1,-1 0 317,-5 1-158,0 6-270,0 2 276,-7 21 1,3 2 249,-6 10 0,7 3-149,-3-3 1,5-2-87,1 2 0,0-6-127,0 0 1,1-2 104,5-3 0,2-1-112,8-3 0,0-4 74,-1-7 0,-4 0-15,-1 0 1,0-7-21,6-4 1,0-8 1,-1-2 1,1-5-99,-1 5 1,-2-6-180,2 1 0,-3-2 79,9 2 0,-4 3 99,-1 8 1,0 1 455,-1 4 1,1 3-196,-1 7 1,1 3-173,0 7 0,-1 3 188,1 13 1,-2 0 338,-4 5 1,4 5-187,-4 1 0,-1-1-107,2-5 0,-8 1-341,2-1 0,-3-7 85,-2-3 0,0-9 359,0-2 1,-7-6-105,-3 1 0,-6-3-128,-5-2 0,4-2-445,-4-3 0,-1 1-575,1-6 0,0 1 505,5-1 425,8-4 0,-13 5 0,3-6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46:34.82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173 529 7160,'0'-8'-166,"0"1"301,0 0 1,0 3 16,0-6 1,5-1 198,0-4 0,5-1-143,-4 1 1,6-6-68,-2 0 0,-1-7 138,1 2 1,-1 2 181,1-2 0,2 0-285,-6-5 0,4 0-156,-5-1 1,0 6-229,-5 0 1,0 2 162,0-2 1,-1 3 139,-4 8 0,1 4-43,-6 1 0,-1 7-152,-4-3 1,-1 12 95,0 4 0,-4 11 246,-1 5 0,0 5-222,5 5 1,6 4 35,0 7 1,6-5-25,-1-1 0,3-1 51,2 2 0,2 1 109,3-6 0,-1-1-125,6-5 0,-1-1 212,1-4 0,2 3-86,-7-3 0,6-1-61,-6 1 1,0-7-39,-5 2 1,0-4 32,0-2 0,-7 1-138,-3 0 1,-4-2 85,-2-4 0,-1-3-146,-4-7 1,4 0 85,-4 0 0,4-2-101,1-3 0,6-5 83,-1-11 1,8 0-25,-2-10 1,3 3-69,2-8 0,7-3-184,3 3 1,11-2-181,5 1 1,4 10 191,1-5 0,0 12-117,0-1 0,6 3 92,-1 3 0,2 6-261,-1 4 0,-4 3 62,3 2 1,-8 0 20,-2 0 1,-2 7 469,2 4 0,4 2 0,-6 3 0</inkml:trace>
  <inkml:trace contextRef="#ctx0" brushRef="#br0" timeOffset="188">563 498 7992,'-2'-10'2842,"-3"-1"-2832,3 8-87,-5-11-975,7 12 0,2 0 312,3 8 1,-1 1 187,6-2 1,0-3 551,6 3 0,0-4 0,-1-1 0</inkml:trace>
  <inkml:trace contextRef="#ctx0" brushRef="#br0" timeOffset="714">797 233 7992,'0'-16'466,"5"1"157,0-1 0,1 6-279,-6-1 0,1 8-132,5-3 0,-3 5-130,7 1 0,-4 0-199,4 0 1,-1 12-1,3 3 80,-2 3 0,1 6 192,4 2 0,-1 4 107,-3 1 0,1 0-114,-7 0 0,2 0-49,-2 1 0,-3 4-164,3 1 1,-10-3 103,-6-8 1,-3 2-137,-1-7 0,-3 0 66,-2-6 0,1-4 32,-7-1 0,1-7-58,-1 3 0,-1-5-196,6-1 1,0-1-82,5-5 0,2 3 120,4-7 0,3-1 120,7-4 0,0-1-11,0 0 0,5 1 61,0-1 0,13 1-102,-3-1 0,11 2 8,0 4 1,6-4 40,4 3 0,-3-3 1,3-1 0,3-1 215,-3 1 0,6-1-124,-6 0 1,1 1 368,-6-1 0,-2 2 12,-3 4 207,-3-4-101,-8 12-334,-6-5 1,-4 9 24,-10 3 0,-2 4 116,-3 7 1,-4 1-244,3 4 0,3-4 65,-3 4 0,8 1-165,-2-1 0,3 0 31,2-5 1,7-6-64,3 1 1,6-8 62,5 2 0,3-3 21,7-2 1,2-7-26,4-3 0,-4-9-133,3-2 1,-8-2 16,-2 2 1,-9-1 75,-1-4 0,-2-4-112,-9 4 0,0 2 82,-5-2 1,-7 7 115,-3-2 0,-11 5-94,-5 6 1,-5 3-5,-6 7 1,2 2 85,-6 3 1,6 4 147,-1 6 0,10 3-784,5 3 1,4-2 242,1 7 1,7-6-1241,4 6 1626,3-6 0,9 9 0,2-5 0</inkml:trace>
  <inkml:trace contextRef="#ctx0" brushRef="#br0" timeOffset="1717">2015 280 7978,'-7'-16'770,"-2"0"-397,-7 1 0,1 6-94,-1 4 1,0 3-69,1 2 0,-1 5-42,1 1 0,-1 11-98,0-2 1,-3 10 152,4-4-71,-4 6 1,10-4-16,-7 3 1,8 3 17,2-3 0,5-3-250,1-2 1,0 1 51,0-1 1,5-5-39,0-6 0,7-6 124,-1 1-79,3-3 1,1-9 9,1-4 0,-1-3-174,1-1 1,-6-3 105,1-2 1,-1-3-92,6-3 0,-6-3 22,1 2 1,-8 5 63,2 1 1,-1 6 380,1 4-172,-3-3 79,5 13 0,-13-5-20,1 12 1,-5 2 4,5 8 0,-6 5-138,6-1 0,0 3 41,5-2 1,0-4-101,0 4 0,0-4 100,0-1-51,0-1 8,7-6 1,1-2 32,8-7 0,0-2-74,-1-3 0,3-4-101,2-6 1,-2-2 112,3-4 1,-4 2 1,-1-7 0,-1 0-58,1-6 1,-2 6 56,-4 0 1,2 7 134,-7-2 1,6 4-54,-6 2 325,0 6-174,-5 2-167,0 7 1,0 2 44,0 3 0,-2 4 28,-3 6 0,4 2-2,-5 4 1,5-3-44,1 2 1,-6 3-122,1-2 1,0 0 59,5-6 0,0-4-112,0-1 0,5-5 41,0 6 0,2-8 25,-1 2 0,-3-5 18,7-5 0,-4 2-27,4-8 1,0 1-156,6-6 1,-6-5 47,1 1 1,-1-1-99,6 5 1,-1 1 64,1-1 1,-7 0 154,-4 1-107,4 6 198,-8 2-116,13 7 0,-12 7 2,3 3 1,-3 4 137,-2 2 1,0 0-74,0-1 1,0 1-67,0-1 1,2 1 31,3 0 0,-3-6-217,3 0 170,3-6 0,-4 3 34,6-7 0,-4-7-83,4-4 1,-1-2-127,1-3 1,4-1-60,-4-4 0,4 4 127,2-4 1,-6 0 752,1 5-345,-8-3 304,11 17 1,-12-1-120,3 13 1,-2 8 41,3 13 0,-3 0-253,7 0 0,-4 6 12,4-1 0,2 1-705,9-6 0,-4-2 332,4-3 1,-4-3-739,-1-7 1,-5-3 65,-1-2-1535,0-4 341,6-7 1991,0 0 0,-1-14 0,1-3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48:57.92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197 295 7894,'0'-9'878,"-7"-6"0,3 13-221,-7-3-414,0 10 0,-5 10 33,0 7 1,-6 7-61,0-2 0,0 4 27,6 2 0,1-1-73,4 1 1,-1-2-262,6-4 0,1-3 28,5-8-106,0 0 18,0-7 200,7-1 0,2-17-149,7-8 0,1-1 32,-1-9 0,-1 0 83,-4-6 1,3 2-59,-3 4 0,-4 3-452,-1 8 336,3 0 128,-7-1 110,5 8 1,-5 9-84,3 11 1,-3 4 90,3 1 1,-3 2-60,-2 4 1,2-2-13,3 7 1,-3-7 29,4 2 1,1-4-372,-2-2 1,8-5-115,-2 0 1,-2-5-139,2 4 0,0-6-1107,5 2 1148,1-5 0,-1-10 536,0-7 0,1-8 0,-1-8 0</inkml:trace>
  <inkml:trace contextRef="#ctx0" brushRef="#br0" timeOffset="215">393 33 7894,'7'-16'8,"-3"7"-85,7 4 1,0 3-38,5 2 0,2 7 0,4 4 0,-2 11 1457,7 5-642,-7 4 1,9 3-158,-7 4 1,0-1-106,-6 6 0,-5 1-364,0 5 0,-8-6 56,3 1 1,-6-6-244,-6 6 1,1-8 124,-11 2 0,1 2 184,-12-2 1,0 2 23,-6-2-221,-7-3 0,-2 12 0,-7-5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49:15.49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180 82 8008,'0'-16'472,"0"5"-73,0 0 1,-6 5 257,1-5-129,0 8 1,3-10 335,-4 8-163,4-1-434,-12 6 1,7 7-28,-4 4 0,-4 9 137,4 2 1,-3 9-76,-2 2 0,-1 1 113,1 10 1,7-8-130,3 2 1,-1 2 22,2-2 1,-1-5-129,6-6 1,0-1-82,0 1 0,7-4 106,4-6 0,-2-1-28,2 0 0,0-5-195,6 0 1,-1-7 75,0 1 1,1-3-192,-1-2 1,0-2 61,1-3 0,4-6-126,1-11 0,-6 2 3,-5-7 0,0 2-13,6-3 0,-7-3 134,1 4 0,-7-4-28,1-1 1,-3 1-111,-2 4 0,-7-4 121,-4 3 1,2 3 116,-2-2 0,0 7-72,-5-2 0,0 6 246,-1 5 0,1-2-41,0 8 1,5-1-64,0 6 1,0 0-69,-5 0 0,5 0 41,0 0-906,7 7 1,-3 3-50,7 6-279,0 0 0,5 6 492,1 0 1,12 0-695,-2-6 0,4 2 1365,-3 4 0,6-4 0,3 6 0</inkml:trace>
  <inkml:trace contextRef="#ctx0" brushRef="#br0" timeOffset="225">588 409 8007,'0'-9'3763,"-7"1"-2461,5 1-806,-5 5 0,5-5 55,-3 7-414,3-7 269,-5 5-2473,7-5 1229,0 7-2347,7 0 3185,2 0 0,7 7 0,1 2 0</inkml:trace>
  <inkml:trace contextRef="#ctx0" brushRef="#br0" timeOffset="532">850 147 8007,'-9'-9'956,"0"-4"-63,3 8 821,4 0-1210,-12 5 0,10 0-106,-7 0 1,8 1 216,-3 5-445,4 3 1,4 9 27,4 4 0,-1-2-144,12 7 0,-8-5 49,12 5 1,-6-7 110,7 2 1,-4 1-249,-2-1 1,1 0 51,-1-6 0,-2 1-46,-3-1 0,2 0 7,-8 1 1,6-1-39,-5 0 0,-1 1 77,-5-1 1,-2-5-89,-3 0 0,-4 0-150,-7 5 1,-1-5 83,1 0 0,-6-8-680,0 3 0,1-4 351,4-2 1,1 0-725,-1 0 0,3-8 289,3-2 0,-2-7 900,8-5 0,-1-10 0,6-10 0</inkml:trace>
  <inkml:trace contextRef="#ctx0" brushRef="#br0" timeOffset="716">883 131 8007,'7'-16'504,"-5"5"976,3 0-400,-3 0-49,5 2-524,-5-6 1,12 12-306,-3-8 0,-2 7 53,2-1 1,0-3-612,6 3 1,-1 0 291,0 5 0,1 0-1348,-1 0 1,0 0 1411,1 0 0,-1 7 0,0 2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49:21.33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115 294 7958,'0'-16'664,"0"7"-219,0-5 394,0 4-207,0 1-356,0 2 0,0 9-69,0 3 0,-5 4 27,-1 8 1,-4 1-47,4 4 0,-5 3-70,6 8 0,-2-6-54,1 0 0,4-7 79,-3 2 1,3 2-97,2-3 0,2 1 56,3-5 1,-1-7-27,7 1 0,0-2-32,5 2 1,0 2 11,1-7 0,4 4-30,1-4 0,2 5-140,-2-6 1,-2 6-25,7-5 1,-7 6 112,2-1 0,-4-2 86,-2 2-40,0 0-141,-6 5 0,-3 1 42,-7-1 0,-7-5 6,-4 0 0,-6-6-102,-4 6 0,-3-2-201,-3 2 1,-10-2-386,5-3 1,1-5 310,4 5 1,5-6 179,-5-6 1,5 3 267,-5-8 0,7-7 0,-4-8 0</inkml:trace>
  <inkml:trace contextRef="#ctx0" brushRef="#br0" timeOffset="400">115 360 7958,'9'-16'334,"6"6"0,-6-4-106,7 3 1,1 4-1,-1 1 1,0-1-91,1 2 0,1-1 47,4 6 1,-2-5 36,7-1 1,0 1 27,6 5 0,-6 0-364,0 0 1,-1 0 0,1 0 1,-3 5 7,-8 1 0,0 6 20,1-1 0,-8 6 5,-4 4 0,2-1 186,-1 8 0,-3-7-68,-8 7 1,-2-1-19,-4 6 1,-2-1 9,8 1 0,-6 0 125,5-1 1,1-4-106,5-1 0,0-7 9,0 2 0,7-6-4,4-5 0,4 1-7,1-6 0,6-1-81,-1-5 1,3-7 78,-2-4 1,-4-9-6,4-2 0,1-7 1,-1 2 0,-5-4-261,-7-1 1,-6 3-37,2-4 0,-5 6-42,-1-6 0,-7 2 187,-4 9 1,-3-3 43,-3 9 1,-4-3 145,-1 14 0,-6 0-109,7 5 1,-1 5-60,6 0 1,-1 6-3,1-5 1,7 6-633,3-1 208,5 4 0,2-1 514,5-3 0,3 4 0,7-6 0</inkml:trace>
  <inkml:trace contextRef="#ctx0" brushRef="#br0" timeOffset="1743">1308 785 7936,'0'-9'35,"0"-6"620,0 13 0,-2-3 57,-3 10-412,3 4 0,-11 13-29,8 0 1,0 5-37,5-5 1,0 2-273,0-3 0,7-4 86,4-1 0,9-1-159,1-10 0,8 0 130,-1-5 0,3-7-250,1-4 0,1-5 67,0-6 0,-8 2-27,-3-7 0,-6 5-27,-5-5 1,-4 5-84,-7-5 1,-1 7 205,-5-2 0,-5 6-7,-11 5 1,-3 4 153,-8 7 1,1 1-104,-1 5 0,0 5-496,1 11 1,6-4 545,4 4 0,4 3 0,2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49:20.54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98 360 7969,'-16'0'361,"-1"0"0,6 0 1474,1 0-1216,-1 0 1,0 0 223,0 0-219,7 0 1,-3-2-186,7-3 1,2 3-54,3-4 1,4 5-225,8 1 1,1 0-113,4 0 1,3 0 70,8 0 0,1 0-193,4 0 0,2 0 252,4 0 0,1 0 21,-7 0 1,1 0-1053,-7 0 0,-1 0 405,-4 0 0,2 0-1515,-7 0 234,0 0-206,-6 7 659,-7-5 1274,-1 5 0,-16-7 0,-1 0 0</inkml:trace>
  <inkml:trace contextRef="#ctx0" brushRef="#br0" timeOffset="234">343 66 7987,'0'-16'44,"7"-1"0,-3 8 241,7 4 0,0-3 454,5 3 1,1 0 240,-1 5-585,7 7 1,3 4-36,7 10 1,-1-1 73,1 8 0,0-1-180,-1 6 0,1 1-29,0 4 0,-10-1-367,-6 6 0,-3-7 212,-8 3 0,-1-3-568,-5 2 1,-2-5 62,-3-1 0,-6 1-157,-11-6 0,2-3-19,-7-2 0,0 1-425,-6-1 1,0 0 1035,1-6 0,6 0 0,3 1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49:18.19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213 456 8048,'0'-16'792,"0"0"-561,0-1 1,0 1-1,0 0 0,-5 5 18,-1 0 1,-1 2-43,2-2 0,1 4 207,-7 7-197,0 0 0,-5 3-116,0 8 1,-6 2-25,0 14 0,0 2 131,6 9 1,0-3-100,-1 3 1,8-6 51,4-4 0,3-5-394,2-6 1,0-1 101,0 0 1,2-7 19,3-3 0,4-4 64,8-2 0,-1-8-56,0-2 0,6-5-155,0-1 1,0-2 72,-6-4 1,0 4 144,1-4 0,-6-2-11,-1 2 1,-6 6-68,1 5 1,-1 8 131,2-3 141,-5 4 0,7 4 4,-8 4 1,0 10 231,0 11 1,-6 4-39,1 2 0,-3 5-87,3 0 1,3 7-107,-3-1 1,-2 3 59,1 2 0,1-5-453,5-1 0,0-6 59,0 1 0,0-9 72,0-2 0,0-7 29,0 2 0,0-10-79,0-1 0,0-5-154,0 5 0,1-8-113,5 3 339,-4-4 1,7-2-9,-4 0 1,-3-8-313,3-3 1,3 2 13,-3-2 1,6-1 7,-5-10 1,1 4 126,-2-4 0,-1-3 11,7-3 0,-6-4-12,6-6 0,-5 1 21,4-6 0,1-1 5,6-5 1,-6 7 50,-1 4 1,0 4 342,0 1 1,3 2 142,-7 4 132,6 3 48,-3 8 340,0 7 354,-1 2-816,-8 14 1,0 2-118,0 7 0,0 6 10,0 0 1,0 1 144,0-1 0,5 2-116,1 3 0,-1 2-191,-5-7 1,2 0 46,3-6 0,-3 0-214,4 1-160,3-1 200,0-7-50,7-2 1,-1-8 30,-5-5 0,3-3 78,-7-7 1,6-6-231,-1 0 1,-2-5-250,2 5 0,-2-7 209,2 2 1,2 1 109,-8-1 0,3 13-13,-3-3 0,-3 10-22,3-4 0,-1 8 686,1-3 0,-3 6-245,4 6 1,-5 3-201,-1 7 0,0 0 72,0 1 1,0 4 214,0 1 1,0 2-156,0-2 1,6-4-28,-1 4 0,6-4-1073,-5-2 0,6 0 454,-1 1 0,2-6 206,-2 0 1,3-8 100,-3 3 1,4-5 128,1-1 0,1 0 0,-1 0 0</inkml:trace>
  <inkml:trace contextRef="#ctx0" brushRef="#br0" timeOffset="658">1014 489 8030,'-7'-9'925,"3"2"-432,-7 7 0,0 7-92,-5 4 0,5 3-152,0 3 0,0 1-5,-5 4 0,5-2-246,0 7 1,8-7 10,-3 2 1,-1 1 6,1-1 1,1-6 71,5-5 0,0-5-321,0 4 76,0-6 0,2 3-35,3-7 6,4-7 1,8-4 52,-1-11 1,-5 4-113,0-4 1,-2 3 105,2-3 1,3 4 45,-3-4 0,-2 4 53,2 1 1,-7 6 108,1 1 143,4 6 0,-7-2-93,3 12 1,-3-2 180,-2 6 0,0 7-71,0 5 0,0 1-50,0-1 0,0-9-123,0 3 1,2 0 26,4 1 0,-3 1-31,8-13 0,-5 6-240,4-5 70,1-1 1,6-7 104,-1-3 1,0-6-166,1-11 1,-3 2 47,-3-7 1,4 5-35,-4-5 0,3 7 96,2-2 0,-5 0 28,0 6 0,-7-4 31,1 9 12,4 4 152,-7 0 0,5 8-121,-7 5 1,0 8 208,0 8 1,-5 5-59,0-5 1,-6 7-163,5-2 0,1-1-15,5 1 0,0-7 9,0 2 1,0-4-287,0-2 245,0-7 0,2-1-107,3-8 125,-3 0 0,12-8-281,-3-2 0,-2-7 76,2-5 1,-2 4-30,2-4 1,4-1 72,-4 1 0,-2 0 30,2 6 0,-2 0 18,2-1 1,1 6-142,-6 1 339,6 6-147,-3-3 0,1 14 161,-5 4 1,-1-2-100,1 2 1,-3 0 86,3 5 1,-3 6-54,-2 0-34,7-1 1,1-4-277,3-1 0,1-5-109,-6 0 1,6-8-46,-1 3 1,-2-4-215,2-2 650,0 0 0,6-8 0,-1-1 0</inkml:trace>
  <inkml:trace contextRef="#ctx0" brushRef="#br0" timeOffset="1128">1570 424 8237,'-11'0'0,"0"0"334,7-8 289,-3 6-533,7-12 1,2 10-307,3-7 0,10 2 94,6-2 0,3-3-361,-2 3 1,-4-3 198,4-3 1,-2 1-113,2 0 1,-6-8 133,0-3 0,1 1 262,-7-1 0,-2 0 0,-3-6 0,-3 8 663,-2 1-536,-7 15 0,-2 11 589,-8 14 0,3 10-323,3 12 1,-4 5 440,4 12 1,2-3-318,-2 8 0,8 0-169,-3 6 1,5-1-175,1 0 1,0-1-149,0-4 0,7 0-445,4-11 1,3-4 347,3-12 1,-1-4-457,0-7 407,1-1 1,-1-19-35,0 4 1,1-14 38,-1-8 1,-2-8 18,-3-8 0,4-3-24,-4-3 1,3 4 23,3-4 0,-6 5 179,-1 6 0,-6-2-43,2 7 115,3 0 1,-8 11-87,5 0 108,-4 8 1,-2 3-49,0 10 1,0 5-86,0 1 1,0 6-60,0 0 0,0 2-116,0-3 0,0-3-927,0 4 438,0-4-630,0-1 486,0-1-164,7-7 928,2-9 0,7-9 0,1-7 0</inkml:trace>
  <inkml:trace contextRef="#ctx0" brushRef="#br0" timeOffset="1322">1945 424 7983,'-7'-10'891,"-2"3"-109,0 0-327,-6 5 0,14-7 452,-5 4-779,4 3 0,2-7 58,0 3 1,8 4-667,2-3 0,5 3 401,1 2 1,1 0 78,-1 0 0,8-7 0,1-2 0</inkml:trace>
  <inkml:trace contextRef="#ctx0" brushRef="#br0" timeOffset="1703">2338 48 7983,'0'-17'274,"0"7"42,0-1-198,0 7 0,0-1 697,0 10 1,-6 11-276,1 12 1,-1 4-37,6 6 0,0 6-134,0 10 0,-5-1-64,-1 7 0,1 2-159,5 9 1,0-10-103,0 5 1,7-12 154,4 1 1,5-12 24,6-5 0,-4-11-194,4-5 1,-4-4 6,-1-1 1,-1-8-89,0-4 1,1-3 30,-1-2 0,0-9-354,1-7 0,-1-8-50,0-9 1,1 1-264,-1-1 0,-2-5 387,-3 0 1,-3-6 104,-8 6 0,0 2-489,0 9 1,0 3 229,0 8 0,-2 7 648,-4 3 1,-3 13-203,-7 10 0,0 3 578,-1 12 0,3-3-219,3 10 0,-2 0 76,8 0 0,-1-1-139,6-6 1,2-1-95,4-4 0,8 3-1184,8-9 0,5-1 172,-5-9 817,7 4 0,4-13 0,8 5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49:27.16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475 1749 8076,'-17'0'1039,"8"2"-1074,4 3 213,3-3-125,2 5 0,0-5 209,0 3-92,0-3 0,2 5-44,3-7 0,-3 2 132,3 4-40,4-5-54,1 7 1,6-8-206,0 0 0,-5 0 120,0 0 1,-6 0-89,6 0 52,0-8 8,6 7 0,-1-8 24,0 3 0,-5 4 7,0-3 0,-6-2-13,6 1 0,-5 1-4,5 5 1,-2-2 186,2-4-81,3 5-12,-5-7-75,8 1 1,-3 4 81,-3-8-84,4 7 0,-6-9 3,7 8 0,-5-6-194,0 5 128,0-6 0,5 3 14,0-8 1,-5 6 21,0 1 0,-5 4-117,4-5 97,-6 0-5,11-5-7,-6 0 1,2 5 3,-1 0 1,-6 5 20,2-4 0,1 4-20,-2-5 1,6 6 36,-5-6 1,1 5-33,-2-4 0,-1 0 23,7 0 0,-6-3-45,6 7 1,-5-6-3,5 1 1,-8 2-8,3-2 1,1 5-4,-2-5 0,6 6-20,-5-6 0,1 6 39,-2-6 1,-1 2-8,7-2-5,-7-4 1,8 6 8,-6-7-9,6 0 1,-8-1 2,7 1 1,-6 5-30,6 0 0,-5 0 18,5-5 1,-6 5 149,6 0-140,-7 0 1,8-5 30,-6-1 0,1 7-26,-2-1 0,-3 5 93,4-5-98,3 0 0,-6-5-2,8 0 1,-7 5-116,1 0 128,4 0 1,-1-5-128,3-1 0,-2 7 109,-4-1 1,-1 0-11,7-6 0,-6 6-11,6 1 0,-6 1-20,6-2 0,-5-4 36,5 4 1,-6 2 4,6-2 12,-7 0 0,8-5 7,-6 0 0,5 5-4,-6 0 0,2 0-17,-1-5 1,-3 5 8,8 0 0,-5 2 2,5-2 0,-8-4-69,3 4 51,3-3 1,-2-2-13,4-1 15,4 1 1,-12 0-2,8-1 1,-5 3 9,4 3 0,-6-4-9,1 4 1,3-3-1,-3-2 1,6 5 0,-5 0 0,1 0 16,-2-5 0,-1-1-11,7 1 0,-8 5 0,3 0 1,1 0-2,-1-5 1,1 5-1,-2 0 1,-1 6 0,7-6-1,-8 0 0,7-4 0,-5 4 0,-1 2 0,6 4-4,-6-4-20,11-8 11,-6 1 0,2 2 12,0 3 1,-6-2-1,6 8 0,-8-3 3,3 3 1,1 1-6,-1-7 0,1 8-5,-2-3 0,-3-3 47,13 0 0,-12-2-33,8 0 1,-7 8-5,10-12-2,-5 6 0,2-2-4,0 0 0,-5 8 6,5-3 1,-6-1 1,6 1-5,-7 1-5,10 5 0,-10-2 6,7-3 0,-6 3 0,6-4 0,-6 5 0,6 1 0,-5 0 0,5 0 0,-8 0 0,12-8 0,-6 7 0,7-5 0,-5 4 0,0 2 0,-6 0 0,6 0 29,0 0-14,6 0 1,-1 0 10,0 0 0,-5 0 34,0 0 111,0 0-139,5 0 10,1 0 13,-1 0 25,0 0 0,-5 6-32,0-1 0,-6 1 49,6-6-49,-7 7-10,11-5 1,-12 10-2,8-6 33,-7-1-35,10 3 0,-10-5 28,7 8-75,-8-7 59,12 10 0,-13-10 48,3 7-75,4-8 0,-7 7 41,4-5 53,3-3-84,-8 12 1,12-10 4,-7 7 1,1-8-13,-2 3-39,-3 3 1,5-5 33,-7 7 1,6-6-6,-1 6 0,1-6-6,-6 6 0,5-5 14,1 5 0,-1-6 46,-5 6 0,0-6-29,0 6-19,7-7 1,-3 9 46,7-8-46,-8 8 0,7-6 10,-5 4-17,-3 3 0,7-6 51,-4 3-39,-3 3 0,7-7 55,-3 4-59,-5 4 1,9-8 18,-5 4-13,-3 3-52,12-4 30,-12 6-8,13 0 112,-14 1-77,14-1 12,-13 0 0,7-1-11,-4-4-17,-3 3 0,7-7 15,-3 4 0,-4 4 19,3-4 1,-1-2-39,1 2 1,-3-6-3,3 6 0,-1-5-31,1 4 1,-3-4 42,4 5 0,-5-6-48,-1 6 0,6-5 38,-1 4 1,3-4-3,-3 5 0,-3-6 22,3 6 1,3-5 50,-3 4 0,2-4 41,-1 5 22,-4 0-22,12 5 0,-10-1-33,7-5-58,-8 5 71,12-6-73,-13 7 68,12 1-61,-12-1-20,12 0 0,-10-1 11,7-4-54,-7 3 77,10-5 15,-12 8-42,12-1 0,-10-1-18,7-4 15,-7 3 0,5-10 15,-4 7 12,-3-1 0,12 7 10,-12-1-37,13 0 1,-12-1-4,8-4 23,-7 3 61,10-5 1,-10 2-76,7 0 1,-6-5 0,6 5 0,-5-8 31,5 3 0,-6 1 65,6-2-115,-7 8 0,10-6 3,-3 4 1,-4-2-38,-1-3 0,3-3 56,2 8 1,-4-5-54,-2 5 0,3-6 61,-3 6-18,8 0-31,-4 5 1,5-5-12,-3 0 105,4 0 0,-6 3-61,7-3 95,-7 4 0,6-8-93,-4 4 1,-2 2-37,2-8 1,-6 8 45,6-2 0,-5-4 48,4-2-74,1 5 1,6-3-22,-1 4 0,-5 1 36,0-6 0,-6 5 19,6-6 1,0 8 1,5-6-26,1 4 0,-6 2 50,0-8 0,-6 2-35,6-1 1,-2-2 6,2 6 0,3-6 10,-3 2-36,4 3 1,1-6-17,0 8 1,1-7-6,-1 1 1,-5-1-46,0 1 1,0-3 57,5 4 0,-5 1-9,0-2 1,0 6 0,5-5 1,-5 1 59,0-2 0,-2-1-58,2 7 0,3-8 2,-3 3 1,4 1 8,1-1 1,1 1 6,-1-2-1,0-1-39,1 7 1,-1-8 36,0 3 1,-1-2-64,-4 1 1,3-1 52,-3 7 0,-2-8-37,2 3 0,-2-3 23,2 3-4,4-4 1,-14 7-5,5-4 0,3-3-365,-7 5 221,5-7-325,-7 0-7973,0 0 8457,-7 0 0,-2 0 0,-8 0 0</inkml:trace>
  <inkml:trace contextRef="#ctx0" brushRef="#br0" timeOffset="1537">17 2598 8008,'-9'-7'786,"2"5"-676,7-5 60,0 7 1,1-2 32,5-3 1,-2 3 260,6-3-446,1 3 1,6 2 120,-1 0 1,0 0-153,1 0 0,-1 0 24,0 0-91,1 0 1,-1 0 89,0 0 1,1 0 16,-1 0 1,0 0 34,1 0 1,5 0-9,-1 0 0,3 0 64,-2 0 1,-2 0-64,7 0 1,-2 0 12,3 0 1,2 0 53,-2 0 1,3 0 77,1 0 0,1 0-160,0 0 0,-1-2-11,1-4 1,0 5 29,-1-5 1,1 4 4,0 2 0,-1 0-70,1 0 1,0 0 65,-1 0 1,-4 0-1,-1 0 1,-2 0-14,3 0 0,2 0-30,-2 0 1,-5 0 40,-1 0 1,3 0-4,3 0 0,-3 0 11,2 0 0,-1 0 9,1 0 1,4 0-15,-4 0 1,4 0-7,2 0 1,-1 0 6,1 0 1,-6 0-6,0 0 1,1 0 87,4 0 1,1-5-82,0 0 0,-1-1-8,1 6 1,-6 0-14,1 0 1,-1 0 3,5 0 1,-4 0-131,-1 0 1,-2 0 130,3 0 1,2 0-12,-2 0 0,-3 0-60,2 0 1,-5-5-14,5-1 1,-1 1 61,1 5 1,2 0 6,-7 0 1,5-2-14,-5-4 0,7 5 7,-2-5 0,-1 4-15,1 2 0,-5-1 13,5-5 1,-2 4 77,2-3 1,4 3-72,-3 2 0,-3-5-32,2-1 1,-1 1-10,1 5 0,4 0-6,-4 0 0,-2 0 21,3 0 1,-3 0-4,2 0 1,2 0-65,-7 0 0,2 0 64,-3 0 1,-2 0-24,2 0 1,-2 0 8,-3 0 0,6 0-6,-1 0 0,1 0 15,-5 0 1,1 0 3,4 0 1,-4 0-5,3 0 0,-1 0 2,2 0 1,-4 0 6,4 0 0,-4 0-7,-1 0 0,4 0 2,1 0 1,0 0-3,-6 0 0,1 0 24,-1 0 0,6 0 11,0 0 1,-1 0 2,-4 0 0,1-6-30,4 1 1,-4-1 5,4 6 0,-4 0-4,-2 0 1,6 0 4,0 0 1,0-1 7,-6-5 0,2 4-2,4-3 0,-4 3-109,4 2 0,-2 0 94,2 0 0,-4-5-3,3-1 1,3 1-9,-2 5 1,1 0-2,-1 0 0,-4 0 14,4 0 0,2 0-8,-2 0 1,5-2 2,-5-4 0,5 5 4,-5-5 1,5 4 40,-5 2 1,1 0-7,-1 0 0,-4 0 2,4 0 1,2 0-31,-3 0 0,1 0 8,-6 0 0,6 0 115,0 0 0,0 0-60,-6 0 1,1 0 32,-1 0-69,0 0 1,1 0 103,-1 0 1,-5 0-107,0 0-22,0 0-124,5 0-329,0 0-108,-7 0 227,6 0 202,-13 0-95,5 0-1760,-7 0 0,0-1 1970,0-5 0,-15 4 0,-3-5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49:30.60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425 475 7425,'0'-9'677,"0"1"-489,0 8 500,0 0-580,0 8 0,0 1-55,0 7 0,-5-5 38,-1 0 1,1 0 12,5 5 0,0 0 77,0 1-113,0-1 0,0 1 10,0-1 1,0 2-13,0 4 1,0-4-45,0 4 0,0-4 65,0-2 0,0 1-78,0-1 0,0 2 60,0 4 0,0-4 2,0 4 1,0-2-30,0 2 0,0-4 0,0 4 1,0-4 11,0-2 0,5 6-5,1 0 1,-1-1-62,-5-4 1,0-1 66,0 0 0,0 1-74,0-1 1,0 0 59,0 1 0,0 5-16,0-1 0,2 1 6,3-6 1,-3 1-15,4-1 1,-5 0-7,-1 1 1,2-1-5,4 0 0,-4 6 14,3 0 0,-3 0 4,-2-6 0,0 6-41,0 0 1,5 0 34,1-6 1,-1 6 1,-5-1 0,0 1-18,0-5 1,0 1-30,0 4 1,0-4 66,0 3 1,0-2 1,0-3 1,0 0 2,0 1 0,0-1 8,0 0 1,0 1-40,0-1 1,0 0 9,0 1 1,2-1 10,3 0 0,-3 1-11,4-1 1,-4 0-58,-2 1 1,0-1 30,0 0 0,0 1-10,0-1 0,1 0-13,5 1 1,-4-1 31,3 0 1,-3 1-11,-2-1 1,0 0 4,0 1 0,5-1-2,1 0 1,-1 1 56,-5-1 1,0 1 226,0-1-251,7 0 0,-5 1 4,4-1 0,-4 0-43,-2 1 0,0-1 76,0 0-60,0 1 1,0-1 22,0 0 0,0 1 28,0-1-45,0 0 0,5 1-29,0-1 1,1 0 2,-6 1 4,0-1 0,0 0 50,0 1-31,0-1 0,0 0-3,0 1 0,0-6-4,0-1 0,0-4-6,0 5 0,0 0-6,0 5 0,0-5 166,0 0 0,0 0-99,0 5-25,0 0 1,0 1-91,0-1 1,0-5 58,0 0 1,0 0 9,0 5 0,2-5-4,3 0 1,-3 0-12,3 5 0,-3-5-22,-2 0 1,2 0-21,3 5 0,-3-5 40,4 0 0,-4-6 0,-2 6 0,0-5 2,0 5 0,0-6-3,0 6-6,0 0 8,0 5 0,0 1 0,0-1 0,0-5 0,0 0 0,0 0 0,0 5 0,0-5 0,0 0 0,0-6 11,0 6 0,0-6 14,0 6 74,0-7-93,0 11 1,0-6 2,0 7 0,0-5 0,0 0-15,0 0 0,0 5 41,0 0 1,0-5 34,0 0-29,0 0 0,0 0 3,0 0 0,0-6 220,0 6-204,0-7 17,0 10-30,0-5 1,5 2 35,0 0-47,1-7 1,-6 10-10,0-3 0,0-2-35,0 2-12,0 0-67,0 5 125,0 1-14,0-8-19,0 5 0,0-10-88,0 7 56,0-8 12,0 12 0,0-11-124,0 7-8,0-8-155,0 4 227,0-7 1,0 2-8,0 4-22,0-5-552,0 7-245,0-8-1504,0 0 832,7 0 1573,2-8 0,8-8 0,-1-9 0</inkml:trace>
  <inkml:trace contextRef="#ctx0" brushRef="#br0" timeOffset="1801">17 132 7834,'0'-9'257,"0"-6"1,0 11 289,0-6-31,0 6-144,0-11-38,0 6-305,0-7 1,1 5 246,5 0-333,3 8 232,7-12-54,1 13 0,-1-5-73,0 7 1,-7 2-160,-3 3 0,3 4 114,2 8 1,-2-1 33,2 0 1,-6 6-129,6 0 1,-7 5 139,1-5 0,-3 1-88,-2-1 1,0-4 71,0 4 0,-2-5-10,-3-7 1,1 3 51,-7-7 0,0 4 136,-5-4 1,5-1-162,0-5 0,0 0 64,-5 0-167,0 0 0,-1-5 49,1-1 0,7-1 53,3 2 16,-3 3-35,8-13-66,-7 14 0,10-7-93,4 8 1,-3 0 130,8 0 0,0 0-2,5 0 0,1 0-169,-1 0 1,0 2-85,1 4 0,-1-5-270,0 5 1,1-4 197,-1-2 0,0 5 123,1 1 1,-1-1-135,0-5 0,6 0-405,0 0 0,0-2 741,-6-3 0,0 1 0,1-7 0,-1 2 0,0-2 0,-1-3 0,-4 3 0,2 2-121,-8-2 0,6 5 121,-6-4 0,3 4 0,-3-5 369,-3 8 1698,5-5-1030,-7 8-236,0 0-332,-7 0 0,5 8 269,-3 2-692,3 5 0,2 1 139,0 1 1,2-3 62,3-3 0,-1-2-15,7-3 1,0-5-403,5 5 1,6-6 85,-1-6 0,1-3-41,-5-7 0,-1 0 44,0-1 1,-7 1 150,-3 0 0,-4-1-145,-2 1 1,-2 1 82,-4 5 0,-5-3 29,-10 7 0,1 1-78,-8 5 1,7 2-210,-7 3 1,8 4-71,-1 8 0,2-1-152,3 0 0,7 1 65,4-1 1,-3 0-480,3 1 885,-1-1 0,14 8 0,1 1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49:36.49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1079 16 6427,'0'-9'-24,"0"2"270,0 7 1325,0 0-1627,0 7 1,-2 1 114,-3 3 1,3 3-4,-3-3 1,-4 3-25,-2 3 0,-4-1-61,-1 1 0,-2 6-5,-4 4 1,-2 4 65,-3 2 0,-9 7-8,3 3 1,-10 1-37,-1 5 0,0-7 10,-5 12 0,-1-7-106,-10 8 1,3-4 148,8-2 1,0-6 34,0 1 1,2-2-51,4 1 1,-3-1-138,8-4 1,5-9 138,6 4 0,5-4 2,-5 4 1,9-8 2,2-3 1,5 1-1478,5-1 1444,4-7 0,-10-3 0,6-3 0,3 2 0,1 2 0,2-2 0</inkml:trace>
  <inkml:trace contextRef="#ctx0" brushRef="#br0" timeOffset="374">1128 311 8089,'-16'0'1319,"-2"7"-1087,-4 4 1,-3 5 17,-8 6 1,-2 3-16,-3 8 1,2 0-47,-8-1 0,-1 6-345,-9 1 1,1 6 55,-7-1 1,7 1-5,-1-1 1,5 1-3,5-7 0,-1 2 121,7-2 0,0-3-426,5 3 1,8-9 174,3-2 1,0-5 127,6 5 1,-3-7-488,14 2-983,0-4 1578,12-9 0,2 6 0,7-6 0</inkml:trace>
  <inkml:trace contextRef="#ctx0" brushRef="#br0" timeOffset="629">1063 637 8086,'0'-9'336,"0"2"-148,0 7 1,-7 7-66,-4 4 0,-9 4 1,-2 1 1,-7 8 22,2 3 1,-6 4-59,-5 1 1,2 1-140,-8 0 1,1 5 172,-7 0 0,7 7 8,-1-1 0,3-4-588,-3-2 1,6-3 48,11-3 1,-1-6-683,12-5 139,-4-2 951,18-3 0,2-7 0,9-2 0</inkml:trace>
  <inkml:trace contextRef="#ctx0" brushRef="#br0" timeOffset="857">1096 850 8508,'-17'0'526,"1"0"1,-8 7-190,-3 4 1,-2 4-281,2 1 1,-4 6 97,4-1 1,-6 7 40,-5-7 0,5 8-302,1-1 0,-1 3 1,6-1-1233,-4-2 1002,5 3 1,-1-8-213,11 4 1,-4-3-94,9-8-58,4 1 699,-1-1 0,16-7 0,1-2 0</inkml:trace>
  <inkml:trace contextRef="#ctx0" brushRef="#br0" timeOffset="1107">1161 981 7956,'7'-10'33,"-5"3"47,5 7 868,-7 0 1,-1 0-363,-5 0 0,2 7-240,-6 4 0,-1 4-123,-6 1 0,-1 2-232,-4 4 0,2-2-72,-7 7 1,0 1-93,-6 4 1,2-6 203,4-5 0,-2 3-5,7-2 1,2 0-2287,9-6 997,-3 0 702,12-7 561,2-1 0,9-8 0,8 0 0</inkml:trace>
  <inkml:trace contextRef="#ctx0" brushRef="#br0" timeOffset="1362">1243 1046 8226,'9'0'1532,"-2"0"-630,-7 0-32,0 0-702,0 7 1,-7 2 79,-4 8 1,-9-1-15,-2 0 0,-7 8 14,2 3 1,-4-1-937,-2 1 0,1-2-166,-1 2 0,2 2 854,4-7 0,3 7 0,8-3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49:39.90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720 66 8112,'0'-11'-498,"0"1"423,0-1 0,0 0 358,0 0 33,0 7 160,0-3-310,0 7 1,-2 0 166,-4 0-169,5 0 1,-8 2-3,3 3 0,3 4 40,-8 8 0,0 6 33,-6 4 1,-1 4-180,-4 2 1,2 5 71,-7 0 0,-7 13-182,-10-2 1,1 11 52,-6 0 0,3 3-108,-8 3 0,3-1 62,2 1 1,2-8-511,3-4 1,10-10 187,6-6 1,14-9-120,-3-2 0,12-7-884,0 2 702,3-11 670,9-4 0,2 0 0,7 2 0</inkml:trace>
  <inkml:trace contextRef="#ctx0" brushRef="#br0" timeOffset="299">671 524 7779,'0'-9'1069,"0"1"-625,0 8 0,-6 2-119,1 4 0,-6 3-145,5 7 1,-6 8-195,1 3 1,-4 0 70,-1 6 1,-8-4-121,-3 9 1,0 2 63,-6-2 1,4 8 122,-9-3 1,5 3-62,6-3 1,2-7-583,3-3 1,6-11-471,-1 5-408,8-7 786,9-4 0,2-7 611,3-3 0,5-4 0,13-10 0,3-1 0</inkml:trace>
  <inkml:trace contextRef="#ctx0" brushRef="#br0" timeOffset="537">818 753 8002,'-9'0'1724,"-6"0"-1293,4 0 0,-3 7-151,-3 4 1,-4 9-201,-1 2 0,-7 7 88,2-2 0,-4 4 59,-2 1 0,-1 6 28,-5 1 0,5 1-376,-4-2 1,-2-2 0,2 6-1363,1-2 1023,3-2 1,8-7-304,5-4 0,10-3 354,5-8 0,5-5-217,1 0 1,1-8 625,5 3 0,10-12 0,10-3 0</inkml:trace>
  <inkml:trace contextRef="#ctx0" brushRef="#br0" timeOffset="749">769 1047 8002,'-9'0'-276,"-6"2"908,4 3 1,-3-1-178,-3 7 1,-4-1-256,-1 7 1,-5 1 24,5 4 1,-7-2-1,2 7 1,-4 0-130,-2 6 0,2-1-838,4 1 0,-2 0 363,7 0 1,0-3 18,6-2 1,1 1-443,4-8-273,4 1 1075,7-5 0,7-8 0,3-2 0</inkml:trace>
  <inkml:trace contextRef="#ctx0" brushRef="#br0" timeOffset="959">818 1341 8394,'-7'16'665,"-3"1"1,-8-1-178,-4 0 0,-3 6-133,-8 0 0,1 7-359,-1-2 1,0 4 66,1 2 1,1 1 145,4 4 1,-2-3-210,7 3 0,-7 4 0,3-1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50:13.96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1005 687 8002,'0'-17'-82,"0"8"218,-7-5 0,3 12-179,-7-4-102,8 5 0,-7 1-151,5 0 268,3 7 0,-5-3-7,7 6 1,0-4 1,0 5 0,2-8-38,3 3 76,-3-4 92,5-2 0,-5 0-14,4 0 262,-5 0-62,7 0-186,-8 0-317,0 0 0,7 7 0,2 2 0</inkml:trace>
  <inkml:trace contextRef="#ctx0" brushRef="#br0" timeOffset="436">57 768 7956,'-16'0'1430,"0"0"-859,6 0 1,1 0-233,4 0 0,5 0-89,0 0 0,9-5 293,13-1-229,11-6 1,16-3-97,10-7 1,5-5-50,1 5 1,13-7-436,4 2 1,3 2 367,-3-3 0,0 9-227,0-3 0,-3-2 120,-2 2 1,-5 1 47,-6 4 1,-14 6-201,-3 0 1,-7 8-655,-4-3 1,-1 5 289,-16 1 1,1 0-692,-6 0 627,-6 7 0,-3 2 417,-7 7 0,-2 2-302,-3 4 1,-5-4-144,-6 4 613,0-4 0,-8 6 0,-1 1 0</inkml:trace>
  <inkml:trace contextRef="#ctx0" brushRef="#br0" timeOffset="761">874 736 7956,'-7'-17'-506,"-2"1"1,0 0 780,3-1 1,5 6-175,1 1 0,0 4 13,0-5 0,0 6 334,0-6 419,0 7-184,7-3-139,2 7-483,0 0 1,4 7 103,-8 4 1,1 9-100,-6 2 0,0 12 73,0-1 1,0 9 38,0-4 1,0 6-36,0-6 1,-6 0-276,1-6 1,-1-1-97,6-3 1,0-5-412,0-7-186,0 1 594,0-1 0,8-7-192,2-3 1,-1-12 113,2-5 1,0-3 126,6-3 0,-1-6-39,0-4 1,-5-6-551,0-5 771,0-4 0,13-14 0,1-2 0</inkml:trace>
  <inkml:trace contextRef="#ctx0" brushRef="#br0" timeOffset="1261">1168 393 7956,'8'-17'0,"-7"1"372,7 7-39,-8 2 257,0 7-323,0 0 1,0 12 88,0 5 1,0 10-76,0 0 0,0 11-177,0 6 1,0 3 73,0 2 1,0 2 57,0 3 0,-2 3-128,-4 2 0,5 1-679,-5-11 1,4-3 392,2-14 0,2-6-42,4-4 383,-5-11-170,14 3 0,-6-14 56,7 0 1,-5-9-47,0-13 1,0-3 16,5-8 1,1 0-77,-1 1 0,0-1-210,1 0 1,-3 8 147,-3 3 0,4 6 82,-4 5 1,-2 4 136,2 7 0,-6 3-102,6 8 1,-7 2 324,1 14 1,2 6-135,-1 5 1,1 0-95,-2-5 1,3-1 54,3 1 1,3-7 206,-3-5 1,9-2-86,2-3 0,0-7-92,-6-4 1,6-3-166,-1-2 1,3-7 89,-2-4 1,-4-9-299,4-2 1,-4-7 85,-2 2 0,-1-4 176,-4-2 0,-4 3-219,-7 2 0,0-3-619,0 4 1,-2 4 431,-3 1 1,-3 9 159,-2 2 0,-5 8 248,4-3 0,-3 6-90,-3 6 1,3 8 247,3 8 0,-2 7-114,8-2 1,-6 4-82,5 2 1,3-6 135,8 0 0,4-7 369,8 2 1,1 0-269,4-6 0,-3 4-180,9-9 1,-1-4-522,6-1 0,-1-4 241,1-2 1,0 0-996,-1 0 1,-4-2 164,-1-4 1018,-7 4 0,3-19 0,-6 2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50:39.14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278 440 7913,'-2'-22'0,"-3"1"0,1-7 289,-7 7 1,6-1 3,-6 5 0,6 3 110,-6 3 0,5-2-233,-5 8 1,0-1 60,-5 6 1,0 4-67,-1 7 0,1 7 66,0 15 1,-6 7 6,0 3 1,0 10-94,6 1 1,1 12-109,5-6 0,2 5-66,8-10 1,0-3 67,0-8 1,8-4 50,2-8 1,10-6 39,2-4 1,7-12-29,-1-4 1,2-4-18,3-2 1,0-15 58,-1-7 1,1-8-143,0-9 0,-1-2-144,1-8 0,-7-8-198,-5-3 0,-4 2 194,-6-2 1,-4 1-206,-7-7 0,-7 1 139,-4-1 0,-4-3 54,-1 4 0,-1 5-41,1 17 1,-6 10 256,1 11 0,-8 11-96,1 6 0,3 14 68,-2 13 1,5 5-347,-5 16 0,7 3 104,-2 8 0,11 4-333,6 8 0,3-1 196,2 1 0,2 4-1048,3 1 1397,4 7 0,9-7 0,0 7 0,2 0 0,0-5 0,2-4 0</inkml:trace>
  <inkml:trace contextRef="#ctx0" brushRef="#br0" timeOffset="575">229 767 7913,'-7'-24'402,"5"13"-75,-13-10-1,14 12 144,-7 0-7,8 1-245,0 8 0,0 2 13,0 4 1,8 4-53,3 12 0,3-2-61,2 7 1,1 1-137,-1 4 0,2 1-303,4 0 1,-2-6 188,7 0 1,-5-1-393,5 1 1,-5-4 252,5-6 1,-7-3 143,2-3 0,-4 2-84,-1-8 0,-1 1-342,0-6 1,-1-7 136,-4-4 0,1-4 416,-6-1 0,-1-6 0,-5 0 0,6-7 0,-1 2 0,1-9-161,-6-3 1,0 7 160,0 5 0,0 7 0,0-2 0,0 9 0,0 2 1093,7 8-590,-5 3 1,5 10 46,-7 12 0,5 2-215,1 3 0,-1 4-134,-5-4 0,6 4-241,-1 2 1,6-2 98,-6-4 0,8 2 133,-2-7 1,-2-2-80,2-9 0,0-4-484,5-7 1,1 0 183,-1 0 0,0-7 21,1-4 1,-1-11 97,0-5 1,1-4-115,-1-2 1,-5-5 12,0 0 0,-6-8 127,6 3 1,-7 3 1,1 2 1,-3 5-21,-2 6 0,2 5 352,3 11-185,-3 4 0,5 11 77,-7 6 0,0 9 43,0 13 0,0 3-89,0 3 1,0 2-118,0 3 0,0 5 68,0-5 0,6-3 1,-1-2 1,8-3 31,-2-3 0,9-6-833,2-4 0,5-6 225,-5-5 0,1-4 30,-1-7 1,-2 0 68,7 0 0,-1-13 387,1-3 0,4-11 0,-13 1 0,6-6 0</inkml:trace>
  <inkml:trace contextRef="#ctx0" brushRef="#br0" timeOffset="1184">1422 718 7913,'0'-9'0,"-7"2"80,-4 7 14,3 0 1,-8 9 301,0 7 0,-1 2-110,-4 9 1,3 2-69,1 10 0,1-5 13,0 4 1,1-5-145,4-6 1,4 2 75,7-7-146,0 0 225,0-6-285,7-7-5,2-2 1,8-16 97,-1-7 1,0-2 20,1-9 1,-3-1-19,-3-4 0,3-3-288,-3-3 0,-2 5 41,2 1 0,-5 1 55,5 9 1,-8 0 149,3 6 1,1 5-17,-2 0 185,1 8-202,1-5 0,-5 16 9,3 2 0,-3 5 35,-2 1 1,6 1 145,-1-1 1,2 2-86,-1 4 1,-4-4-48,3 4 1,4-4-37,2-2 0,-2-1-17,2-4-65,0 3 128,5-12-30,1 5-28,-1-7 1,0-7-107,1-4 0,-6 2-99,-1-2 131,-6 0 1,9 0-28,-8 1 41,1 6-2,-6-3 26,7 7 0,-5 2 0,3 3 1,-3-1-3,-2 6 0,0-4 230,0 5-74,7 0-67,-5 5-17,5-7 0,-5-2 31,4-7-79,-5 0 32,14 0 0,-11-7-307,6-4 1,0-3 99,0-3 0,5-4 160,-4-1 0,-2 0-288,2 6-17,0-1 1,5 8 211,0 4 1,-5 3 282,0 2 59,-7 0 0,9 7-111,-8 4 1,2 9 89,-1 2 1,-4 2-38,3-3 0,2-3-36,-1 4 0,6 2-225,-1-2 1,-2-1-295,2-4 1,0-6 103,5 0 0,1-8-118,-1 3 0,0-6-275,1-6 694,-1-3 0,1-15 0,-1-1 0</inkml:trace>
  <inkml:trace contextRef="#ctx0" brushRef="#br0" timeOffset="1414">2043 457 7913,'-17'0'0,"7"0"376,-1 0-30,7 0-84,-3 0-178,7 0 1,7 0-176,4 0 153,3-8 1,5 6-492,2-3 1,-1-2 200,8 1 1,-8-5-286,1 6 0,3-8 227,-2 2 0,0-3 286,-6-3 0,0-4 0,1-1 0,-1-7 0,0 3 0</inkml:trace>
  <inkml:trace contextRef="#ctx0" brushRef="#br0" timeOffset="1645">2321 195 7913,'0'-16'-14,"0"7"48,0 1 0,-2 23 385,-4 7 0,5 9-75,-5 7 0,-1 3-20,1 8 0,-5 8-58,6 3 1,0 3-379,5 3 0,0 3 18,0-4 1,0 2-76,0-12 0,5-5 128,0-11 1,8-3-15,-2-14 272,4-1 1,1-11-137,0-5 1,-5-7-88,0-9 0,-2-1 45,2-16 0,4 1-385,-5-6 1,0-5 163,0 0 0,-4 0 37,5 5 0,-6 2-85,6 4 122,-7 4 1,3 12 48,-7 0 0,2 7-54,3-1 0,-3 12 168,4 9 1,-5 3-83,-1 8 1,0-5-86,0 5 0,0 0-2,0 6 1,0-6-146,0 0 1,0-7-111,0 2-4,8-4 1,1-3-44,7-5 416,-7-2 0,6-16 0,-6-1 0</inkml:trace>
  <inkml:trace contextRef="#ctx0" brushRef="#br0" timeOffset="1870">2468 538 7913,'0'-16'-325,"0"7"0,0 0 320,0 3 1,1 4 214,5-3 0,3-2-247,7 1 62,1-6 1,1 8-457,4-7 0,1 6 33,4-6 398,4 0 0,-12-5 0,4-1 0</inkml:trace>
  <inkml:trace contextRef="#ctx0" brushRef="#br0" timeOffset="2116">2827 195 7913,'-5'-7'-33,"-1"7"1,-1 7 316,2 9 1,1 3-67,-7 2 0,6 7 4,-6 10 0,7 3 27,-1 9 1,1-5-251,-1 4 1,3 4-9,-4 12 0,4-7-4,2-4 1,2-8 79,4-3 0,3-12-151,7 2 1,6-11 229,0 0 1,1-10-77,-1-1 0,-2-7 39,7 1 1,-5-3-28,5-2 1,-5-7-203,5-4 0,-5-9-13,5-2 0,-7-7-26,2 2 1,-9 1-42,-2-1 1,-6 0-279,6-6 0,-7 6 163,1 0 0,-3 12 58,-2-1 1,-7 11 475,-4-1 0,-4 8-200,-1 9 0,-6 2 688,0 14 0,1 2-279,4 9 0,6-4-34,0 5 0,8 0-66,-3 0 1,6-1-96,6-6 1,3-4-559,7-1 1,6-7 231,0 2 1,7-6-868,-2-5 1,4-4 205,2-7 754,-1 0 0,8-7 0,2-2 0</inkml:trace>
  <inkml:trace contextRef="#ctx0" brushRef="#br0" timeOffset="2506">3759 685 7855,'-17'0'1743,"1"0"-1093,0 0 1,5-5 764,0-1 317,7 1-1325,-3 5 0,7-2-61,0-3 0,14 3 355,8-4-435,7 5 0,11 1-210,4 0 0,5-6 95,5 1 1,3-6-194,2 5 0,-2 1 128,-8 5 1,-6 0-191,1 0 0,-8-2 72,2-3 1,-9 3-15,-1-4 1,-8 5-148,1 1 0,-8 0-328,-2 0 10,-7 0 1,5 0-88,-4 0-917,-3 0 580,5 0-975,-7 0 1556,0 0 1,0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50:44.82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1 507 7928,'0'-16'1208,"0"0"-302,0 6-345,0-4-328,0 12 1,0 2-1,0 11 0,0 4-127,0 1 1,1 6 54,5-1 0,-3 3-109,8-2 0,-5-4-36,5 4 1,-2-4 104,2-2 1,3-7 404,-3-3-385,4 3 1,1-9-10,0 0 1,1-2 11,-1-9 1,-5-5-175,0-6 1,-2-7 9,2 2 1,1-4-116,-6-2 0,-1 1-218,-5-1 0,0-5 182,0 0 1,6-6-72,-1 6 0,1 2 72,-6 8 1,0-1 11,0 8 0,0 4-19,0 6-266,0 8 131,0-5 1,5 16-125,1 3 1,1 5-197,-2 6 1,-1 3 200,7 8 0,-6-1-436,6 1 867,0 7 0,5-5 0,1 5 0</inkml:trace>
  <inkml:trace contextRef="#ctx0" brushRef="#br0" timeOffset="872">621 491 7928,'0'-16'-113,"0"5"166,0 0 0,-5 0 244,0-5 0,-8 5 318,2 0 0,2 7-289,-2-1 1,6 3-94,-6 2 0,0 2-174,-6 3 1,1 4 101,0 8 1,-1 4 71,1 1 1,2 5-119,3-5 0,-2 5-536,7-5 213,1 0-29,5-6 227,0 1 1,7-8 45,4-4 1,2-10-190,-2-6 0,7-4 117,-7-1 1,11-6 42,-11 0 1,7-5 7,-7 5 1,-2-5-333,2 5 0,-6 2 143,6 9 1,-7 2 101,1 4 1,-1 3 198,1-3 0,-3 10-74,3 6 0,-3 4 117,-2 1 0,0 6-58,0-1 1,2 7-44,3-7 1,-3 1 26,4-5 0,3-3 64,2-3 0,3-4 148,2-7-159,1 0 1,-1-2-171,1-3 0,4-4 67,1-7 1,0-6-188,-6 0 1,-5-7 68,0 2 1,-2-10 109,2-1 0,3-5-144,-3 5 1,-2-13-389,2 2 0,-7 2 265,1 3 1,3 13 101,-3-2 1,1 12 550,-6-1-235,0 11 156,0 4-231,-8 21 1,5 6-60,-8 18 0,5-1-14,-5 6 1,8 1 265,-3 5 1,5-2-158,1-3 1,0 1-118,0-7 0,7 0-106,4-5 0,-2-8 84,2-3 0,5-4-24,6-1 52,0-8 0,-6 3-45,0-6 1,1-3 11,-1-8 0,0-4-4,1-7 1,-1-6-68,0 0 1,-5-7-121,0 2 1,0-2 18,5 1 0,-5-1 9,0 8 197,-7-1 1,5 7-136,-4 4 8,-3 4 0,5 14 9,-7 4 0,-5 6 424,-1 4 0,-1-1-105,2 8 0,3-7 14,-3 7 0,3-8-138,2 1 0,0-2-16,0-3 0,0 0 22,0 1-36,7-8 1,-3-2 9,6-7 0,-4 0-24,5 0 0,-6 0-104,6 0 0,-2-7-30,2-4 0,4-9-175,-4-2 0,3-5-143,2 5 1,-5-5 171,0 5 1,-5 2-44,5 9 90,-8-3-189,12 12 158,-13-5 1,5 14 445,-7 4 1,0 5-4,0 6 1,0-4 111,0 4 0,0 1-179,0-1 0,0 0-97,0-6 0,2 1-347,3-1 0,2-5 112,4 0 0,4-2 197,-4 2 1,3-4-31,2-7 1,1 0-1137,-1 0 1,6-2 177,0-3 0,1-4 938,-1-8 0,4-6 0,6-3 0</inkml:trace>
  <inkml:trace contextRef="#ctx0" brushRef="#br0" timeOffset="1564">1667 540 7928,'-11'0'-45,"0"0"176,8 7 789,-4-5-125,7 5-588,0-7 1,7 0 11,4 0 1,-2 0-205,2 0 0,0-7 71,5-4 0,0-3 106,1-3 0,-1 1-161,0 0 0,1-3-245,-1-2 0,-7 2 18,-4-2 0,-3-3 90,-2 2 1,0-5-44,0 5 0,-2 0 37,-3 6 1,-4 5 195,-7 0 0,5 8-107,0-3 1,0 8-7,-5 9 0,-1 2 127,1 14 0,1 0 211,4 6 1,-1 0-23,6-1 0,1 1-146,5 0 1,0-8-179,0-3 0,7 1 139,4-1 0,4-2-210,1-9 0,6 2 117,-1-8 0,3 1 47,-2-6 0,-2-4-275,7-7 1,-5 0-383,5-11 0,-7-1-33,2 1 1,1-7 258,-1 2 1,0-4 34,-6-2 1,1 1 74,-1-1 0,-1 6 440,-5-1 1,5 10-200,-4 2 0,-2 1-305,2 10 585,-8-1 1,7 8 663,-5 4 1,-3 3-446,3 7 1,-1 2 127,1 4 1,-3-2-149,4 7 0,-3-5-114,3 5 1,-4-1-363,3 1 0,-3-3 102,-2-8 0,0 0-170,0 1 0,0-7-98,0 1 100,-7-7 1,3 3-1197,-7-7 0,6-5 1283,-6-1 0,0-14 0,-6 2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50:50.78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33 392 8403,'-7'-9'1017,"5"2"-678,-5 7 1,7-2 201,0-3-376,0 3 47,0-5 1,-2 7-268,-3 0 143,3 0 250,-6 0-256,8 7 1,0 2-116,0 7 0,0 6 66,0 0 0,0 0 29,0-6 0,0 6-107,0-1 0,6 1 79,-1-5 0,3-1-193,-3 0 212,-3 1 1,11-6 60,-8-1-120,8-6 72,-4 3 0,7-9-104,0-3 1,-5-6 0,0-11 0,0 4-136,5-4 0,-5 2 114,0-1 0,-7 3 1,1-4 0,-1 9 37,1 2 1,-3 6-48,4-6-11,-4 7 69,-2-3 0,0 9 23,0 3 1,0 4 21,0 8 1,5-1 32,0 0 1,8-1-73,-2-4 0,-2 3 18,2-3 0,0 2-4,5-2 4,1-4-6,6-7 1,-5 0-18,4 0 0,-4-2-21,-1-3 1,-7-4-79,1-8 0,-5 1 91,5 0 1,-8-1-2,3 1 0,1-2-409,-1-4 0,-1 2 151,-5-7 1,-2 7-29,-3-2 22,3 4 369,-13 2 0,14 5 105,-5 0 68,4 7-107,2-3-181,0 7 0,8 0 79,2 0 1,7-6-47,5 1 1,-2-8 15,7 2 1,0-3-25,6-3 1,-2 1-46,-4 0 1,4-2-5,-4-4 0,-2 2-6,3-7 0,-9 7 56,3-2-15,-4 4 1,-7 3 179,0 4-178,-7 4 1,3 11-1,-7 7 1,-2 1 95,-3 16 0,1 1 275,-7 9 0,8-2-166,-3 8 1,-1-1-126,2 6 1,-1-5-244,6-1 1,0-12 95,0 2 0,6-11 266,-1-1 0,8-4-147,-2-6 1,-2 1-25,2-6 1,-1-3 75,7-8 1,-1 0 170,0-12 1,1 3-209,-1-14 0,1 7-37,-1-7 1,0 3-73,1-2 1,-3 3 216,-3 8-265,3 0 83,-4-1 22,-1 8 1,3 9-2,-6 11 0,-1 9 27,-5 2 0,0 5 11,0-5 0,0 7 9,0-2 0,0-3 35,0-3 1,7 3-53,4-2 1,-2-2 142,2-9 0,-5 1-67,5-6 17,0-1-64,5-5 1,0-2-25,1-3 0,-1-6-118,0-11 1,-5 4-236,0-4 1,-2-3-102,2-2 0,4 3 154,-5 2 0,0 4 63,0 2-96,-6 0-76,11 6 195,-14 3 1,7 14 376,-8 4 1,0 4-17,0 1 1,0 6-23,0 0 1,0 0-246,0-6 0,0 0 85,0 1 0,0-1-421,0 0 0,0-5 162,0 0 0,5-5 133,1 4 1,1-6 39,-2 1 1,-1-5-1291,7-5 1377,-8-4 0,12-7 0,-6-1 0</inkml:trace>
  <inkml:trace contextRef="#ctx0" brushRef="#br0" timeOffset="565">1373 229 7968,'9'0'-406,"6"-7"1,-6 5 446,7-4 1,0-1 38,1 2 1,-1-1-10,0 6 1,1 0-133,-1 0-17,0 0 224,1 0-76,-1 0 0,-5 7 142,0 4 0,-7 4-98,1 1 0,-3 2 146,-2 4 1,-6-2-44,1 7 1,-6-1-87,6 1 0,-6 4-14,5-4 0,1-2-108,5 3 0,0-8 64,0 1 1,7-8-23,4-2 1,3-7 0,3 3 39,-1 0-30,0-5 0,3-2-115,2-11 0,-1-5 67,8-6 0,-7 2 39,7-7 0,-7-2-80,7-9 1,-8 3-238,1-3 1,-2-2 64,-3 2 1,-2-4-8,-3 9 0,2-1 248,-8 12 1,1 6-100,-6 5 202,0 7 0,0 1-118,0 14 1,-7 1-48,-4 16 0,-4-1 146,-1 5 0,1 7 294,4-1 1,-1 0-206,6-5 0,-5-1-154,6 1 1,0-6 185,5 0 1,1-8-83,5-3 0,-3-2 77,8-8 0,-5-1 27,5-5-134,0 0 1,7-2-88,3-3 1,-2-10-334,2-6 1,-2-1 57,-3 6 1,0-1-39,1 1 1,-1 7 154,0 3 0,-5-1 75,0 2 1,-2 1 343,2 9 1,-2 5-152,-3 6 0,-3 0-205,8 1 0,-5-1 261,4 0 0,1-1 464,6-4 0,1 1-391,4-6 1,-4-1-213,4-5 0,-4 0-840,-2 0 0,0-2 468,1-3 0,-1 1-2301,0-7 2599,1 1 0,-1-14 0,0-1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50:52.31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213 424 7906,'0'-17'543,"0"1"0,0 0 190,0-1-502,0 1 0,-2-1-140,-4 1 0,3 5 287,-8 0-148,0 8 1,-5-5-14,-1 8 1,-1 2-177,-4 4 0,4 8-63,-4 8 0,4 7-119,2-2 0,1 2 23,5-1 1,2 1 77,8-8 1,0 7 15,0-7 0,8-4 79,2-6 0,5-8-8,1 3 0,2-4 24,4-2 0,-2-2-178,7-4 0,-7-5-30,2-10 1,2 1-37,-2-8 0,-1 8 23,-4-1 0,-3 3 67,-3 1 0,2 6 130,-8 0 1,3 8-187,-3-3 42,-3 5 1,7 2 43,-4 5 0,-1 3-94,7 7 0,-2 1 8,2-1 0,9 6-125,-4-1 0,6 3-975,0-2 1239,3-4 0,15 13 0,2-6 0</inkml:trace>
  <inkml:trace contextRef="#ctx0" brushRef="#br0" timeOffset="1877">1504 456 8397,'0'18'673,"0"4"1,0 2-172,0 3 0,0 9-203,0-3 0,0 5-62,0 0 1,0 2-2,0 4 1,0 1-145,0-7 0,0 0-652,0-5 581,7-8 559,-5-1-83,5-15 1,-7-3-136,0-12 1,0-10-517,0-11 1,0-6 154,0-5-1,-6-9 228,1-8 0,0-7-275,5 2 0,0-3-1057,0-2 0,1 6 660,5 5 0,3 5 193,7 5 1,1 12 164,-1 10 1,0 6-330,1 5 499,-1 3 1,0 18-64,1 6 1,-8 6-113,-4 5 0,-3 9 170,-2-3 0,0 3 317,0-3 1,-2 5-248,-3 0 1,1 2-158,-7-2 0,2-11-109,-2 1 0,-3-8 86,3-4 0,2-2-343,-2-3 205,7-3 116,-3-8 0,7-4-274,0-7 1,13 0-386,3-11 1,9-3 156,-3-2 0,13 1-24,-3-1 1,3 7 578,-8-2 0,4 6 0,-4 5 0,-3-2-81,-2 8 0,-4-6 81,-2 6 0,0-1 212,-7 6 0,-1 7 1022,-8 4 1,0 6-547,0 4 1,-8-1-163,-2 8 1,1-8-168,-2 1 0,7 3-121,-1-2 1,3 0-281,2-6 0,0-5 120,0 0 1,7-8 159,4 3 1,3-4-79,3-2 1,-1-2-370,0-4 1,6-3 149,0-7 1,0-6 72,-6 0 0,-1-7-278,-4 2 1,1 2-124,-6-3 0,-1 3-121,-5-2 1,-7 1 198,-4 5 1,2 8 107,-2-3 0,6 5-86,-6 0 338,0 4-268,2 7-75,1 0 370,8 0 1,8 0-40,3 0 1,3 0 84,2 0 0,6 0-51,0 0 1,0 0-97,-6 0 1,6 0 120,0 0 169,0 7 0,-6 2-168,0 7 0,-1 2-35,-4 4 0,1-2 192,-6 7 1,-1 8-126,-5 8 1,0 5-171,0 1 0,0 7 82,0 4 1,-7 3 31,-4 3 0,4-10-167,1-7 1,5-7 216,1-10-4,0-6 0,-2-4-141,-4-11 849,4-4 1,-10-11-253,6-7 1,-5-1-521,6-16 0,-2 1 145,1-6 1,4-1 43,-3-4 0,3-9-291,2-8 1,2-7-1219,3 3 0,-1-5 739,7-1 0,5 1 229,6 4 1,2 11-71,-2 11 1,-4 9 79,3 2 1,-2 12 338,-3-1 1,0 10-102,1 1 1,-1 3-110,0 2 0,-1 7 154,-4 4 0,-2 6 428,-4 4 0,-3-1-253,4 8 1,-5-1-48,-1 6 0,-1-1-250,-5 1 1,-3 0 136,-7-1 1,-1-1-148,1-4 0,0-3 76,-1-8 0,6-1 32,0-4 1,6-4 48,-6-7 1,6 0-368,-6 0 1,7 0 1,-3-9-266,7-7 0,7-1 34,4-5 1,11-3 209,5-2 0,-1-4 364,1-2 0,0 6 0,6 0 0,-8 7 0,-3-2 0,1 9 0,-1 2 0,-2 6 61,-9-6 507,4 7 53,-6-3 0,0 9-110,-4 3 0,-3-1-174,-2 7 1,-2 5 148,-3 6 0,1 5-76,-7-5 0,6 7-187,-6-2 1,7-3-87,-1-2 1,3 1-315,2-1 1,0-5 168,0-7 0,0-4 309,0 5-132,0-8 0,5 3-62,1-12 1,7-3-207,-2-7 1,-2 0 88,2-1 1,-1-1 121,7-4 1,-1 2-143,0-7 0,-1 5-540,-4-5 0,3 7 319,-3-2 0,-2 10-260,2 1 361,-7 7 0,5-9 44,-4 8 0,-3 1 112,4 10 0,-5-1-75,-1 12 1,0-5-19,0 10 1,0-2 150,0 2 1,0-4 448,0 4 0,0-4-260,0-2 1,2 1-4,4-1 1,3-5-117,7 0 1,0-8-23,1 3 0,-1-4-39,1-2 0,-1-8 53,0-3 0,6-5-29,0-6 0,5 2-71,-5-7 1,5-2-365,-5-9 1,5 2 25,-5-8 1,0 1-37,-6-7 0,0 1 102,1 0 0,-1 8 111,0 3 0,-7 5 248,-3 6 1,-4 8-137,-2 9-111,0 6 1,-9 9 193,-8 12 0,-1 15 733,-9 1 0,7 11-426,-2-1 0,4 6-145,2 6 0,-1-4-231,1 3 1,7-3 112,3-2 1,5-7-539,1-4 0,1-6 208,5-4 0,3-7 137,7-10 1,6-3 55,0-8 0,5-2-376,-5-4 1,7-5 12,-2-10 0,4 1-104,2-7 0,-6-3 63,0-8 0,-1 4 122,1-4 0,-4 9 189,-6 1-324,-8 8 3,5-3 223,-12 7 0,-2 8 885,-11 8 0,-5 9-175,-6 13 0,4-4-5,-4 4 1,4-4-185,2-1 0,5-1 214,0 0-514,7 1 285,-3-1-105,14-7 1,-3-2-18,7-7 1,3-2-750,3-3 0,3 1 167,-9-7 1,-2 1 35,2-7 1,-2 6-159,1 0 179,5 8 373,-6-4-180,0 7 0,0 0-4,-3 0 0,-5 1 58,5 5 423,3 3 1,-5 5-337,7-3 1,-6 2-282,6-8 0,0 6 132,5-5 180,0-1 0,8-5 0,1 0 0</inkml:trace>
  <inkml:trace contextRef="#ctx0" brushRef="#br0" timeOffset="2380">3775 293 7861,'0'-9'0,"2"1"655,3 8-340,4-7 1,8 5-84,-1-3 1,7-2-73,5 1 1,-5 1-555,-1 5 1,2-6-124,-3 1 1,1-6-376,-5 6 612,-1-8 1,-5 9 54,0-7 1,-6 0 139,6-5 0,-7-6 85,1 1 0,-3-7 0,-2 6 0,0 1 0,0 4 0,0 1 489,-7 7 0,-1 3 21,-2 12 1,-5 8 87,4 8 1,-3 13-239,-3-3 1,1 12 0,0 0 1,5 8 22,0 3 1,0 5-88,-5-6 1,-1 8-86,1-2 1,7-4-217,3-2 1,5-15-709,1-7 1,7-10 489,4 0 1,-2-11 227,2-6 1,0-3-171,5-2 0,0-9 27,1-7 0,-1-3-74,0-8 1,6 0 62,0-6 1,0-5 157,-6 0 0,-5 0-74,0 5 1,-2 8-262,2 3 1,1 9 198,-6 2 296,-1 8 0,-5-3 50,0 12 1,-5 3-111,-1 7 0,-4 2-56,4 4 1,-5-2 13,6 7 0,-1-5 49,6 5 0,0-1-202,0 1 0,0-3-1140,0-8 0,0-5 1225,0 0 0,8-8 0,1 5 0</inkml:trace>
  <inkml:trace contextRef="#ctx0" brushRef="#br0" timeOffset="2971">4167 276 7775,'-7'-9'1080,"5"-5"-589,-5 12-299,7-12 1,7 12 20,4-4-230,3 4 1,-3 4 25,0 4 0,-2 3-106,2 7 0,2 0-7,-8 1 0,3 1 129,-3 4 0,-3-4-5,3 4 1,-3 1 13,-2-1 0,0 5-49,0-5 1,0 0 62,0-6 1,0 1 166,0-1 1,2-5 27,3 0-149,4-8 1,8 5-184,-1-8 0,0 0 101,1 0 1,-1-8-132,0-3 1,-1-3 107,-4-2 0,2-1 29,-8 1 1,0-6-152,-5 0 1,0-7-199,0 2 1,-1 2 266,-5-3 1,3 7 208,-8-7 1,7 14 729,-1-3-442,3 5-157,2 3-166,0 1 1,2 10 54,3 4 1,-1-3 43,7 8 0,-2 0-237,2 5 0,3 1 67,-3-1 1,-2 2-68,2 4 1,-6-4-12,6 4 1,-7 2 45,1-3 1,-3 1-37,-2-5 0,0-1 69,0 0 0,6 1-25,-1-1 0,2-7-71,-1-4 149,-4 5 1,12-9-64,-3 5 1,-2-10 6,2-1 0,0-8-308,5 2 1,1-3 106,-1-3 0,-3-1-94,3-4 1,-9 2 72,10-7 0,-5 5 126,5-5 1,-3 7-286,-3-2 1,2 10-695,-8 1 978,8 7 0,-11 4 396,3 11 1,-3 5 305,-2 6 1,-2 4-362,-3 6 1,3-5-43,-4 1 1,5-7-4,1 7 1,0-7 8,0 7 1,7-8-227,4 1 0,1-8-19,-1-2 0,4 0 0,-6 5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50:57.94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66 353 7851,'0'-17'-124,"0"8"344,0 2 1,-2 7-138,-3 0 46,3 0 0,-11 7 352,8 4 1,-6 4-182,5 1 1,-5 0-142,6 1 0,0-1-195,5 0 1,0 1 112,0-1 1,0-5-150,0 0 0,1-8 142,5 3 2,3-4 1,7-4-128,1-4 1,-1-3-367,0-7 1,-5 0 148,0-1 0,0-1-77,5-4 1,-5 4 227,0-4 0,-5 2 6,4-1 0,-6 8 215,2-3-158,3 3 1,-8 2-46,5 0 0,-3 7 196,3-1 725,-4 3-535,12 2 0,-5-2-32,8-3 0,-6 1-116,-1-7 0,7 0-27,5-5 0,-1-2-160,-4-4 1,-3 2 93,-3-7 0,4 7 36,-4-2 1,-4 4-22,-2 2 1,-3 5-323,-2 0 282,0 7 1,-7 6 280,-4 14 1,-4 15 244,-1 13 1,-6 10-219,0 6 0,1 11 33,4 5 0,1 6-356,0 5 1,1-3 256,4 3 0,-1-5 11,6-6 0,1-11-643,5-10 1,0-12 354,0-5 1,-2-12 543,-4-10-234,5 0 1,-12-16 266,7 0 0,-6-9-590,1-12 0,2-10 368,-2-7 0,7-13-84,-1 2 0,5-11-2,5 0 0,4-2-992,8 2 0,6 4-96,4 7 1,4 9-495,2 7 0,2 4 151,3 13 0,-4-2 601,4 12 0,2 1 579,-2 5 0,0 0 0,-5 0 0</inkml:trace>
  <inkml:trace contextRef="#ctx0" brushRef="#br0" timeOffset="266">1635 58 7889,'0'-16'700,"-8"7"-150,-1 2 0,-2 9-154,0 3 0,1 10-6,-7 6 0,1 14-210,0-3 0,1 5-135,4-5 0,-3 7 0,5 1-973,-1 1 813,-4-4 1,10 10 153,-7-4 0,8-3-416,-3-2 1,-1-10-1146,2-7 0,-1-2 1522,6-3 0,-7-7 0,-2-2 0</inkml:trace>
  <inkml:trace contextRef="#ctx0" brushRef="#br0" timeOffset="800">1242 483 7889,'-16'-16'281,"2"5"151,3 0 1,3 6 120,8-6-307,-7 7 1,5-10-12,-3 3 1,10 2-14,6-2 1,6 2-119,4-2 0,-1-4 83,8 4 0,1-3 28,9-2 1,-2 5-96,8 0 1,-8 2-390,2-2 0,0-2 148,-5 8 0,1-1 161,-12 6 1,0 0-1,-6 0 1,-5 2-19,0 3 1,-7 1 83,1 10 0,-3-1-49,-2 12 0,-5-5-1,-1 5 1,-7 0-17,2 6 0,2-2-109,-2-4 0,8-2 242,-3-3-2,5-4 6,1 6 141,0-8-229,0-7 0,7-7-15,4-7 0,5-13 7,6 1 0,-4-8-110,4 3 1,-4-2-426,-2 3 1,-1 2 249,-4-2 1,1 8 17,-6 2 196,7 7-81,-4-3 0,0 9 295,-4 3 0,-3 5-87,-2 6 0,2 0-133,3 1 1,-1-1 108,7 0 0,0-1 315,5-4 1,0 1-146,1-6 0,1-1-139,4-5 0,-2 0-54,7 0 1,-5-5-101,5-1 1,-5-8-247,5-2 0,-7-1 142,2-5 1,-4-3 111,-2-2 1,-1-4 7,-4-2 1,-4 2-123,-7 4-410,0 3 1,-2 10-653,-3 3 1,-10 11 888,-7 11 1,-7 5 457,2 6 0,3 5 450,3 11 0,2-3-354,3 3 0,7-3-91,4-3 1,3 1 59,2 0 0,2-1-760,3 1 1,4-8-1,7-3 1,3-4 525,2-1 0,-2 6 0,4 3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51:00.86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180 474 7876,'-9'-16'-40,"-5"5"1,5 0 0,-2 0 62,0 2 1,6 2 0,-6 7 0,0 0-7,-6 0 1,1 7 562,0 4 1,5 4-185,0 1 1,2 0-50,-2 1 0,4 4-188,7 1 1,0 0 5,0-6 1,0 1-1,0-1 1,2-1 30,3-5 1,-1-2-5,6-8 0,1 0-48,6 0 0,1-2-273,4-4 1,-4-8-6,4-8 0,3-9-23,2-1 0,-3-1-32,-2-5 0,1 1 152,-1-1 1,0 2-94,-6-8 1,-1 12 49,-4-6 0,1 7 11,-6-7 0,-1 9-106,-5 1 1,0 14 230,0-3 35,0 12 1,0 1 139,0 15 1,-5 9 285,-1 18 1,-6 1-238,1 10 0,3-2-6,3 13 0,3-8-54,2 3 0,0-4 31,0-2 0,7-8-33,4-2 1,4-12-422,1-5 0,1-6 82,-1-5 118,7-4 0,-4-7-84,2 0 1,-2-7 87,-3-4 0,0-11-110,1-5 1,-3-4 83,-3-2 0,-2 1 66,-3-1 1,-3 2-145,8 4 0,-7 1-709,1 5 349,-3 3 298,5 1 197,-5 10 1,5 9-76,-7 3 1,0 10 50,0 6 0,0 3-51,0-2 0,0-2-191,0 7 1,0-7-79,0 2-634,0-4-11,8-2-329,1-7 621,7-1 0,-2-16 18,-3-2 647,-3-5 0,-1-1 0,2-1 0</inkml:trace>
  <inkml:trace contextRef="#ctx0" brushRef="#br0" timeOffset="390">638 196 7343,'11'0'157,"0"0"0,0-5 214,5 0-312,0-1 0,1 6 9,-1 0 1,6 0 14,0 0 0,5 0-104,-5 0 0,5 0 96,-5 0 0,-1 0-87,-4 0 147,-1 0-238,0 0 211,-6 7 0,-9 2 130,-6 8 1,-10-1-138,-1 1 0,0-1 142,-6 0 1,4-5-92,1 0 1,3 0-47,3 5 0,4 1 23,7-1 7,0 0 1,7 1-228,4-1 1,9 0 59,2 1 1,7-7-76,-2 1 0,4 0 53,1 6 1,-4-6-70,-1-1 1,-7 1 211,2 6-100,-4-1 0,-4 0 142,-3 1 1,-3-6-90,-8-1 1,-8 0 117,-3 0 0,-5 3-66,-6-7 1,2 4-25,-7-4 1,7 1-185,-2-1 0,-1-5-347,1 5 1,0-4-285,6-2 1,5-2 361,0-4 1,7-3 103,-1-7 0,3 0-160,2-1 438,0 1 0,7-8 0,2-1 0</inkml:trace>
  <inkml:trace contextRef="#ctx0" brushRef="#br0" timeOffset="625">1014 425 7876,'9'-16'-49,"5"5"152,-3 0 0,4 0 138,1-5 0,-3 5-27,3 0 1,-7 2 78,13-2 0,-6-3-12,12 3 1,-7-2-166,7 2 0,-1-2-158,6 8 1,-6-8-225,0 2 1,-2 4-647,3 2 0,-5-3 526,-6 3 0,-3-2 386,-3 1 0,4-3 0,-6-7 0</inkml:trace>
  <inkml:trace contextRef="#ctx0" brushRef="#br0" timeOffset="1074">1390 0 7876,'-15'8'393,"4"3"-237,-3 3 1,10 4 401,-7 4 0,6 3-176,-6 8 1,5 2 350,-5 3-416,8 4 0,-10 8-240,8 5 1,-1-4 28,6 3 0,0 1 135,0-6 0,2 1-27,3-11 1,5-7-392,6-5 0,6-12 106,-1 1 1,7-8-74,-6 3 0,1-8 44,-1 3 0,-4-12-47,4-5 1,-2-5-190,2-6 0,-4 2 141,4-7 1,-4 0-55,-2-6 0,-1 6 67,-5 0 1,0 1 29,-5-1-27,-3-4 322,5 13-70,-7-6 141,0 15 1,-2 4 59,-3 10 1,3 6-112,-3 11 1,-3-4-13,3 4 0,-1 1-75,6-1 0,0 0-53,0-6 0,0 1 191,0-1-345,0 0 150,0 1 32,8-8 0,-1-4-137,4-10 1,3-6 68,-3-11 0,-2 2-248,2-7 0,-5 5 89,5-5 1,-1 0-50,7-6 0,-1 6 26,0-1 1,1 9 42,-1-3 1,0 4 82,1 1 0,-6 6 129,0 0 73,-1 8 1,5-3-84,-4 12 1,-2 3 174,-4 7 0,-3 1-61,4-1 0,-4 0-17,-2 1 0,1 4 32,5 1 0,-4 5-51,3-5 0,-1 2-80,1-2 0,-1-4-119,7 4 0,-6-4-220,6-2 0,-6-5 156,6 0 0,-5-8-1366,5 3 1114,0-4 0,5-4-587,0-4 978,-7-3 0,6-7 0,-6 0 0</inkml:trace>
  <inkml:trace contextRef="#ctx0" brushRef="#br0" timeOffset="1298">1896 98 9078,'11'0'90,"0"0"0,2 0-286,8 0 0,-2 2-1075,2 4 1271,-2-4 0,4 12 0,3-5 0</inkml:trace>
  <inkml:trace contextRef="#ctx0" brushRef="#br0" timeOffset="1737">2190 33 7876,'-9'0'822,"-5"0"1,12 2-336,-4 3 1,-1 10 79,2 7 1,-1 7-80,6-2 1,0 11-132,0 6 0,0 3-364,0 2 0,6-4 72,-1 4 1,1-5-198,-6 5 0,5-7 66,0-10 1,3-1-180,-3-4 1,-3-8 314,3-9 106,-3-6 1,0 2-106,4-12 0,-5-3-58,5-7 0,-4-8-186,-2-3 0,5-4 147,1-2 0,1 1-176,-2-1 0,2 0 123,4 1 1,4-1-412,-4 0 1,3 10 143,3 6 0,-6 3-218,-1 8 618,1 1 0,4 12-178,-4 4 1,-4 4 366,-7 1 1,2 7-151,3 5 0,-3 3 82,4 1 0,-5-5-8,-1 1 1,0-1 3,0 6 0,-1-6-123,-5 0 1,2-7-30,-6 2 0,1-4-6,-2-2 1,-4-1 108,4-4-192,-3-4 1,-3-7 47,1 0-187,0 0 49,-1 0 1,6-2-164,1-3 0,6 1 48,-2-7 1,5 6-152,1-6 1,1 5-231,5-4 0,3 0 215,7 0 0,2-5 53,4 4 1,-4-3 387,4-3 0,4 1 0,-1 0 0</inkml:trace>
  <inkml:trace contextRef="#ctx0" brushRef="#br0" timeOffset="2024">2550 458 7876,'16'-9'502,"-7"2"-87,6 7 0,-15 1 797,0 5-775,0 3 0,-15 13 35,4 0 1,2-1-36,-2-4 0,6 4-117,-6 1 1,7 2-251,-1-2-24,3-4 1,2 5-231,0-6 1,2-6 230,3-1 1,-1-6-226,7 2 0,-6-5 144,6-1 0,0 0-177,5 0 0,1-7-159,-1-4 1,0-5-131,1-6 0,-1 2 79,0-7 1,1 5-152,-1-5 0,-1 0 184,-4-6 0,3 9-162,-3 8 682,-4 0 0,2 14-200,-3-4 194,-4 5 0,5 8-135,-7 4 0,-2 9 518,-3 2 1,3 1-207,-4-1 0,5-4-225,1 4 0,0-4-841,0-2 1,0 1 164,0-1 598,7 0 0,2 1 0,7-1 0</inkml:trace>
  <inkml:trace contextRef="#ctx0" brushRef="#br0" timeOffset="2260">2942 327 7876,'-16'0'392,"5"0"491,0 0 246,7 0-331,-3-7-693,7 5 1,2-5 46,3 7 0,4 0-704,8 0 1,4 0 275,1 0 1,0-2 260,-6-3 1,6 3-362,0-4 0,0 3 376,-6-3 0,0-3 0,1-7 0</inkml:trace>
  <inkml:trace contextRef="#ctx0" brushRef="#br0" timeOffset="2537">3122 66 8666,'-9'23'724,"-6"3"1,11 8-112,-6 4 0,4 6-213,-5 10 1,6-1-326,-6 7 0,7-6 77,-1 6 0,3-7 48,2 2 1,0-10-203,0-2 1,2-6-740,3 1 0,3-11 29,2-5 345,5-11 0,-6-4 169,7-7 1,2-13 49,4-3 1,-4-11-53,4 0 1,-4-10 72,-1-1 1,-1-2-101,0 2 0,-5 4 146,0-5 1,-5 12 112,5 5 35,-8 4 343,4 9-166,-7 2 0,-1 14-165,-5 4 1,3 4-1,-7 3 35,3 4 42,2-4 1,-1 11-492,1-7 1,-1 5 72,6-5 0,0-1-57,0-4 0,6-1-25,-1 0 0,3-7-197,-3-3 1,-1-4 540,7-2 0,-1-8 0,7-1 0</inkml:trace>
  <inkml:trace contextRef="#ctx0" brushRef="#br0" timeOffset="3099">3318 311 7677,'0'-11'-47,"0"0"551,0 7-280,0-3-90,0 7 1,7 0-159,4 0 96,3 0 0,-3 6-30,0-1 1,0 8-125,5-2 1,-5 1 259,0-1 0,-5 4-104,5-4 0,-8 9 119,3 1 1,-5 1-121,-1-5 1,0 1 76,0 4 0,0-4-64,0 3 1,0-2 6,0-3 1,6-5 45,-1 0 1,3-6 146,-3 6 83,-3-7-133,12 3-251,-4-14 1,4-2 76,-3-8 0,-4-1-131,-7-4 1,0 2 100,0-7 0,0 5 41,0-5 0,0 0-86,0-6 0,0 6-154,0 0 1,0 7 2,0-2 1,0 9 107,0 2 1,7 8 78,4-3-44,4-3 0,1 7 188,1-3 1,-7 5-62,1 5 0,0-1-99,6 7 0,-7 0 148,1 5 1,-5 6 207,5 0 1,-8 7-5,3-2 1,-4 4-78,-2 2 1,0 3-290,0-3 1,0 1 198,0-12-238,0 7 1,0-11 52,0 4 1,1-11 88,5-6 0,-3-3 72,8-2 1,-5-7 106,5-4 0,1-11-604,10-5 0,-4-4 172,4-2 0,-4 1-591,-1-1 1,4 0 381,1 1 1,0 6 86,-6 4 1,-5 6 92,0 5 0,-5 4-60,4 7 1,-6 2 228,2 3 1,-5 10 520,-1 6 0,0 7-43,0-7 0,0 7-256,0-7 0,0 1-603,0-5 0,2 3 241,4-4 0,1 4-1892,4-9 2049,3-4 0,-5 8 0,8-6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51:08.89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82 83 7914,'0'-26'0,"0"4"0,0 10 1020,0 1-226,-7 7 357,5-3-760,-12 7 1,10 3 166,-7 8 0,6 4 56,-6 18 0,5 1-177,-5 10 1,8 3-134,-3-4 0,5 5-307,1 1 1,0-2 88,0-4 0,0 3-30,0-8 1,5 0-77,0-5 1,3-8-98,-3-3 0,-3-4 94,3-2 36,-3-6 1,0-3-181,3-7 0,-3-13 50,4-3 1,1-8-375,-2-3 0,6 0 212,-5-11 1,7 3-124,-3 2 1,5 2 47,1 4 1,2 0-11,4 11 1,-4-2-141,4 12 460,-4 1 0,-1 12 229,-1 4 1,-5 5-232,0 6 1,-8-2 491,3 7 0,-4 0-236,-2 6 0,-2-2 23,-4-4 0,-3 4-40,-7-4 0,-2-3-45,-4-2 0,4-4-65,-4-2 0,4-1-296,2-4-806,-1-4 511,1-7-511,7 0 0,2-7 464,7-4 1,9-6-211,7-4 0,0 2 303,6-2 0,4 8 462,1 2 0,-4 7 0,-1-1 0,-4-2 0,-1 1 721,-1 1-592,0 5 1655,1 0-1327,-1 0 1,0 0 167,1 0 0,-1 0-158,0 0 1,3-2-214,2-4 0,-3-1-103,4-4 1,-2-3-170,2 3 1,-4-4-129,4-1 0,-9 5 172,-2 0 0,-8 0-160,3-5 0,-5 5 85,-1 0 1,-7 8-53,-4-3 1,-9 4 198,-1 2 0,-1 2 145,5 4 0,1 3-115,0 7 1,1 6-15,4 0 0,4 1-173,7-1 0,0-4 159,0 4 0,9-4-205,7-2 0,8-7 61,9-3 0,1-4-10,4-2 1,-1-2 81,6-4 1,-5-8-67,6-8 1,-8-7-204,2 2 0,-3-4-114,-2-2 1,-1-1-35,1-4 1,-8 3 106,-3-3 1,-4-2-29,-1 2 1,-8-2 92,-4 2 0,2 9 49,-1-4 190,-1 11 1,-6 1 203,-5 10 0,2 3-38,-6 8 0,-1 10 178,-6 6 1,1 2 253,0 9 0,-6 8-249,0 8 1,6 1-69,5 5 1,2-4-63,-2 10 0,-2-4-200,8-2 1,-6-6-193,5 1 1,1-10-375,5-1 1,7-2 418,4-9 1,4-6-5,1-5 0,0-7 47,1 1 0,4-10-32,1-6 1,5-6 27,-5-4 0,2 1-5,-2-8 0,-4 1-91,4-6 0,-6 1 103,-5-1 0,1 2-80,-6 4 0,5 3 175,-6 8-46,1 0 157,-6 7 0,-2 3-138,-4 12 0,-1 3 330,-4 7 0,-3 6-147,3 0 1,2 7-38,-2-2 0,7-2-82,-1 2 1,3-7-82,2 2 1,2-4 63,3-1 1,-1-6-290,7 0 108,0-8 1,5 4 53,0-7 1,1-1-99,-1-5 0,-5-3 77,0-7 1,-6-1-25,6 1 1,-7-6-14,1 0 0,-3-7-4,-2 2 1,0-2 111,0 2 1,0-2 14,0 7 0,0 0 461,0 6-205,0 0 110,0-1-197,0 8 130,7 2-171,2 7 1,6 7 102,-4 4 0,2 4-83,-8 1 1,6 6 0,-6 0 0,3 5 44,-3-5 0,-3 5-66,3-5 0,-1 5-204,1-5 0,-3 5 133,4-5 0,-3-2-54,3-10 122,-4 5 37,12-13-148,-5 5 1,7-11-13,1-6 0,5-1-328,-1-11 1,1-2 160,-5 2 0,-1-5-169,0 5 1,1-1 101,-1 1 1,-2 9 163,-3-3 12,4 3 1,-12 4 117,8 4-20,-7 3 1,3 4 266,-7 3 0,0 4 69,0 8 0,0-1-173,0 0 1,0 1 29,0-1 0,2 0-88,4 1 0,-3-6-4,8-1 1,0-6 281,5 2-55,1-5 0,-1-8-97,0-4 0,-5-3-58,0-3 1,-7-4-71,1-1 1,-1-7 47,1 2 1,-3-4-387,3-2 1,-8 0 178,-3 1 0,-1 4 140,2 1 0,1 9-359,-7 2-446,8-1 0,-7 10-683,5-4 257,3 4 1,-10 14-302,6 4 0,1 4 207,5 1 1207,0 0 0,0 8 0,0 1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51:05.24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262 131 7847,'0'-26'410,"0"3"-174,0 6 0,-2 3 1064,-3 3-419,3 4-211,-12 7-387,5 0 1,-6 14-60,4 8 1,-3 14 183,3 8 1,-4 10-66,-1 6 0,5 9-293,0 2 0,6 7-80,-6-2 0,5 3-573,-5-3 0,8-4 6,-3-6 1,4-3-369,2-3 1,0-11-124,0-11 0,0-5 638,0-6-10,0-3 235,0-15 1,0-16 224,0-15 0,8-14 0,1-6 0</inkml:trace>
  <inkml:trace contextRef="#ctx0" brushRef="#br0" timeOffset="974">33 441 7847,'-7'-9'172,"4"0"257,-8 4-274,7 3-107,-3-5 1,14 7 393,4 0-249,11 7 1,5-5-98,11 3 0,-2-3-38,8-2 1,1 5-73,10 1 0,-8-1 103,7-5 0,-6 0-188,6 0 1,-3 0 61,-2 0 0,-7 0-176,-4 0 0,-5 0 25,-6 0 1,-4 0 43,-6 0 144,-8 8 80,-2 1 0,-9 7-1,-3 0 0,-4 1-41,-8-1 0,-1 0 0,-4 1 343,-5-1-270,-4 0 0,4 3 99,0 2 1,9-8 124,1 3-188,-6-3 0,17 2-9,-10-5-59,11 5-11,-3-13 130,8 5-284,8-14 0,1-2 92,7-8 0,0 1-226,1 0 1,1-1-25,4 1 0,-2-2 4,7-4 1,-7 4 140,2-4 0,-4 6 3,-2 5 98,0 4-113,1-1 1,-8 8 354,-4 0 1,-3 8-107,-2 8 1,-5 0 228,-1 1 1,1 4-117,5 1 1,-6 0-122,1-6 1,-1 1 72,6-1-258,0 0 0,8-1 44,3-4 0,-2-4 117,2-7 0,-1 0-293,7 0 1,-1-2 42,0-3 0,1-4-71,-1-8 0,0-1-6,1-4 1,-1 4 49,1-3 1,-7 1 91,1-2 0,-5 4 6,5-4 0,-2 4 79,2 1-214,-4 1 398,-7 0-87,0 7 218,0 1-252,0 8 0,0 2 89,0 4 0,-2-3-15,-3 8 0,3-5 31,-4 4-112,5 1 0,1 6 13,0-1 1,0-5-2,0 0 0,1-2 56,5 2 24,-4 3 0,7-10 86,-4 7-113,4-8 0,8 5-95,-1-8 0,0-6-13,1 1 1,-1-8-31,0 2 1,1-5 98,-1-6 1,0 4-157,1-4 0,-6 2 70,-1-2 0,-4-3-139,5-8 0,-6 4-56,6-3 0,-7 3-36,1-10 1,-1 5 121,1 1 0,-3 1 42,3-1 0,-3 2 93,-2 4 0,0 3-116,0 8 1,0 5 553,0 0-330,0 7 1,-2-3 303,-3 7 10,3 0-273,-12 0 0,10 7-40,-7 4 0,8 4-19,-3 1 0,-1 0-2,1 1 0,1-1 12,5 0 0,0-5-77,0 0 1,0 0 43,0 6 0,0-1-14,0 0 0,0-5 164,0 0-121,0 0 1,-2 5-1,-3 1 0,3-1 109,-4 0-131,5 1 1,-1-1 17,-4 0 0,5 6-136,-5 0 0,4 0 114,2-6 0,-2 6 12,-3 0 0,3 5-62,-3-5 0,3 1-91,2-1 1,0-4-245,0 4 1,0-4 146,0-2 1,2-5 117,3 0 1,-1-2 12,7 2-1551,0-4 1,5-7 669,0 0 0,1 0 890,-1 0 0,0 0 0,1 0 0</inkml:trace>
  <inkml:trace contextRef="#ctx0" brushRef="#br0" timeOffset="1365">916 147 7885,'0'-9'-741,"0"0"755,0 4 21,0 3 1,2-11 542,3 8-84,-3-8 164,5 4-454,-7-8 0,2 7 615,3-1-59,-3 7-482,6-3 0,-8 14 4,0 4 0,0 11 51,0 5 1,0 6-346,0 5 0,0 4 118,0 7 0,0-6-170,0 1 0,0-6 101,0 5 1,1-1-1072,5 2 1,-3 1 38,8-7 0,-7 0 995,1-5 0,4-8 0,1-1 0</inkml:trace>
  <inkml:trace contextRef="#ctx0" brushRef="#br0" timeOffset="1864">1504 523 7933,'7'-25'217,"-3"-1"56,7 4 0,-8 4 228,3-4 1,-4 4-100,-2 2 1,0 5 241,0 0-372,0 8 1,-2-5-145,-4 8 0,-3 2 77,-7 4 0,-2-1-85,-4 11 1,4-3 99,-4 9 0,6-2-196,5 2 0,4-4-69,7 4 0,0 1-111,0-1 1,0 0 52,0-6 0,7 6-121,4 0 0,9-2 83,2-10 1,1 9 138,-1-8 1,-4 7 14,4-7 1,-4-2-85,-2 2 191,1-1 0,-8 1 139,-4 0-16,-3-7 0,-9 3-230,-4-7 0,-4 0-184,-1 0 0,-6 0-624,1 0 0,-7 0 419,7 0 0,-7 0-389,6 0 1,6-2 764,5-3 0,0-4 0,-5-8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51:13.11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0 7812,'0'11'290,"0"0"-219,0 0 0,0 0 142,0 0-119,0 0 1,0 5 217,0 0-193,7 1 1,-5-1-142,3 0 1,-3 1 47,-2-1 0,2 0 7,4 1 0,-5-1 10,5 0 1,-4 3-10,-2 2 1,0-3 28,0 4 1,0-4-25,0-1 1,0 5-68,0-1 1,0 3 68,0-2 1,-2-2-52,-4 7 1,5-5 55,-5 5 1,4-5 3,2 5 1,0-5-18,0 5 0,0 0 3,0 6 1,0 0 2,0-1 1,0 1-1,0 0 1,0-1 53,0 1 0,6 0-45,-1-1 0,1 3 38,-6 3 1,5-4-25,1 5 0,-1 2 7,-5 3 0,0-2-11,0 1 1,5-5 3,1 6 0,-1-2 5,-5 1 1,0 5-10,0-5 0,2 4-83,4 2 1,-5 0 80,5 0 0,-4 0-57,-2 0 0,1 0 37,5 0 0,-4 0 2,3 0 0,2 2-16,-1 4 1,1-3-1,-1 8 0,-5-7 11,5 1 1,-4 3-5,-2-3 1,5 6-63,1-5 1,-1 5 62,-5-6 1,0 2-88,0-1 0,0 1 51,0 4 1,0 3-4,0-3 1,0 4 10,0 1 0,-2-5-5,-3 0 0,3 0 198,-4 5 0,3 1-113,-3-1 0,5 0-74,-5 1 1,4-1 33,2 1 0,0-1-75,0 0 0,0 1 33,0-1 1,0 0-8,0 1 1,0 1-1,0 4 0,0-2-135,0 7 0,0-7 124,0 2 1,0-2 18,0 2 0,6-2-5,-1 7 0,1-5 4,-6 5 0,0-5 0,0 5 0,5-5 0,1 5 0,-1-5 0,-5 5 0,0-5-8,0 5 0,0-1-1,0 1 1,0 4 3,0-4 0,0-2 3,0 3 0,0-7 1,0 7 1,0-7-6,0 7-1063,0-8 1285,0 11 0,0-6-166,0 8 1,0-6 69,0 0-94,0-7 20,0 11 146,0-5-142,0-1-8,0 6 189,0-6-187,0 1 1,0 3-119,0-7 1,0 5 140,0-5 1,0 5-11,0-5 1,0 5-9,0-5 0,0 5-22,0-5 28,0 7 1,0-9 11,0 7 0,0-5-4,0 5 0,0-5 72,0 5 0,0-5-74,0 5 1,0-1 3,0 1 0,0 2 12,0-7 1,-5 3-99,-1 3 1,1-7 37,5 12 1,-2-9 0,-4 3 0,5-5 37,-5 5 0,4-1-6,2 1 1,0 4-56,0-4 0,0-2 42,0 3 0,0-7-36,0 7 0,0-1 35,0 6 1,2-6-8,4 0 1,1 0 40,4 6 1,3 0 70,-3 0 0,4-1-99,1 1 0,0 5-1153,1 0 1132,-1 0-183,0 2 183,1-5 0,-1 7-173,0-4 1,1 0 160,-1 11 1,-5-9-8,0 9 0,-2-9-86,2 4 0,-2-6-65,-4 5 148,4-6 1,1 8-60,-5-7 0,4 0-222,2-5 266,-4-8-1074,8 6 719,-6-12 0,7 10-174,0-8 1,1 1 187,-1-5 0,6-1 358,0 0 0,1 1 0,-5-5 0,-1-6 0,-4-8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51:15.80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114 638 8033,'-7'-16'801,"5"6"-354,-5 3-224,0 7 14,-2 0 1,-2 13 18,0 3 1,2 13-25,-2 4 1,-2 5-1,8 6 0,-6 1-25,6-7 1,-1 4-9,6-9 1,0 1-126,0-12 0,6 0 129,-1-6 1,8-5-209,-2 0 0,3-8 125,2 3 0,3-8-228,2-9 0,-2-1-4,2-16 0,3 1-18,-2-6 1,5-7 16,-5-3 0,-6-3-155,-5 3 0,-7-2-44,1 6 1,-5-4 80,-5 5 0,-4 0 190,-8 5 1,1 7-82,-1 5 0,-1 10 278,-3 5 0,2 5-23,-2 1 1,2 3-122,3 8 0,2 2-26,3 14 1,3-5 22,8 5 1,0 0-480,0 6 0,0-2 207,0-4 1,8 4-616,3-4 1,3-3 877,2-2 0,8 3 0,1 0 0</inkml:trace>
  <inkml:trace contextRef="#ctx0" brushRef="#br0" timeOffset="268">588 785 8564,'-7'-9'2751,"-2"2"-2362,-7 7 1,5 0-369,0 0 180,7 0-1781,-3 0 1249,7 0 1,0-2 268,0-4 0,7 5 62,4-5 0,4-3 0,1 0 0</inkml:trace>
  <inkml:trace contextRef="#ctx0" brushRef="#br0" timeOffset="509">833 524 7955,'-16'0'0,"0"0"1684,-1 0-436,8 7-770,-5 2 0,12 9-153,-3 4 1,3-2 312,2 7-458,0-7 1,5 11-55,1-4 1,6-1 58,-1 1 1,4-2-165,1 2 1,0 2 85,1-7 0,-3 5-146,-3-5 0,2 2 33,-8-2 98,1-4 0,-6 5-220,0-6 0,-2-3 136,-3-3 0,-5 2-388,-6-8 1,0 1 177,-1-6 1,-1 0-681,-4 0 1,4 0 410,-3 0 1,2-8-733,3-2 0,0-12 1203,-1-5 0,1-12 0,0-2 0</inkml:trace>
  <inkml:trace contextRef="#ctx0" brushRef="#br0" timeOffset="735">703 524 7955,'9'0'496,"0"-6"159,-4 1 1,-1-3 291,7 3-607,-8 3 0,10-7-96,-7 4 0,8 1-44,2-7 1,3 6-536,8-6 0,0 2 241,6-2 0,-1-2-2287,1 8 2381,0-1 0,0-1 0,-1-2 0</inkml:trace>
  <inkml:trace contextRef="#ctx0" brushRef="#br0" timeOffset="2250">1569 801 7803,'9'-9'373,"-2"-5"-152,0 5 1,-3-8 70,7 1 1,-6 0 161,6-1 0,-7 1-1,1 0 1,-1-4-135,1 3 0,-3-3-223,4 9 0,-6 2 82,-6-2 1,-3 8-241,-7-3 1,-1 6 16,1 6 0,-8 3-9,-3 7 0,2 8 123,-2 3 1,7-2-93,-2 3 1,9-8-100,2 1 1,8 3 84,-3-2 0,4-6-104,2-5 1,8-5 98,2 4 0,5-6-74,1 2 1,3-12 44,2-5 0,-3-3-137,4-3 1,2 1 116,-2 0 1,-1-3-26,-4-2 0,-3 8 9,-3-3 1,-2 5-59,-3 0 273,-4 4-143,5 7 1,-13 12 381,1 5 1,-8 12-40,2 3 0,-3 7 112,-3 4 0,3 12-209,3-1 0,-2 2-51,8 4 1,-6-7-526,5 1 0,1-10 210,5-6 0,5-9 18,1-2 0,5-12-32,-6 1 189,8-10 1,-4-3-85,7-14 0,1-1-40,-1-16 1,0-1 48,1-9 0,-1-2 23,0-3 0,-5-6-409,0 0 0,0-2 181,5-9 0,1-4-92,-1-1 1,0-2 40,1 12 0,-3 5 394,-3 11 0,2 9 77,-8 13 0,3 3 373,-3 3-483,-3 4 1,3 16-109,-10 7 0,1 8 896,-7 8 0,6 6-384,-6 0 1,7 1-177,-1-7 0,3 1-25,2 0 0,2-2-333,3-4 0,-1-4 7,7-6 0,0-6-26,5-1 1,1-6 129,-1 2 0,-5-6 26,0-6 0,1-5-338,10-11 0,-4 2 127,4-7 0,-4 0-82,-1-6 1,-3 2 120,-3 4 1,4-7-35,-5 6 1,-2-4 140,-3 10 217,4 0-351,-7 6 67,5 7 1,-7 3 480,0 12 0,-5 5-164,-1 10 0,-4 3 77,4 3 0,1 4-69,5-4 1,0 2-156,0-1 1,0 1-13,0-7 1,1 3-153,5-9 0,3 4 101,7-9 1,1-4-125,-1-1 1,6-4-48,0-2 1,1 0 91,-1 0 0,-2-13-238,7-3 1,-7-6 93,2 0 0,2 2-143,-3-7 1,3 5 10,-2-5 1,-10 1 13,5-1 1,-6-2 191,0 7 1,-2 1 115,-4 4-33,-3 1 1,3 7-70,-10 3 1,-4 5 369,-8 1 0,1 7-148,0 4 0,-6 9 328,0 1 1,0 7-167,6-7 1,2 7-47,3-6 0,-2 5-97,7-5 1,1-1-123,5-4 0,0-6-14,0-1 0,2-4 117,3 5 0,-1-8-190,7 3 0,-6-4 15,6-2 1,0-8-70,5-2 0,1-7 3,-1-5 0,0 4-45,1-4 0,-1-1 66,0 1 0,-5-5-52,0 5 1,0 0 139,5 6 1,-6 5-122,-5 0 312,4 7-203,-7-3 366,5 7 1,-7 7-91,0 4 0,-2 4 28,-3 1 0,3 1-150,-3-1 1,3 0-37,2 1 0,0-1-77,0 0 1,0 2 108,0 4 0,2-9-202,3 3 1,-1-5-11,7 0-249,-8 4-11,12-14 220,-6 7 1,2-10-21,0-4 0,-6-1-180,6-4 0,-2-5 34,2 0 0,3-1 124,-3-5 0,-2 4-180,2 2 1,-2-2 50,2-4 0,4 9 122,-4-3 1,-4 3 35,-2-3 0,3 5 195,-3 0 1,2 7-60,-1-1 167,-4 3 0,5 9 17,-7 4 0,0-2-82,0 2 1,0 0 245,0 6 0,0 1-101,0 4 0,0-4-5,0 3 0,0-2-160,0-3 1,2 0-145,3 1 0,-1-3-48,7-3 0,-8 4-763,3-5-58,3-2 652,0 6 1,7-12-518,1 4 1,-6-5 799,-1-1 0,1-7 0,6-2 0</inkml:trace>
  <inkml:trace contextRef="#ctx0" brushRef="#br0" timeOffset="2702">2909 491 7803,'-8'-9'852,"-1"2"1,-2 7 160,1 0-243,6 0-356,-3-8 0,7 6-402,7-5 1,7 2 62,8-1 0,5-1-642,-5 2 1,7 3 31,-2-4 0,3-1-345,-3 2 1,2-8 364,-7 2 1,-1 2-51,-4-2 0,-1 0 389,0-5 0,-7-1 176,-3 1 0,-2 0 11,1-1-11,-3 1 1056,5 0-588,-14 7 0,0 10 1,-6 16 767,2 8-833,0 6 0,0 4 211,0 3 0,6 0-276,-6 11 0,2-4-131,-2 10 0,-2-4-141,8-2 0,-1 0 41,6 0 0,0-8-468,0-2 0,2-12 166,4-5 1,-3-4-48,8-2 0,0-7 77,5-3 1,1-6-110,-1-6 0,0-5 112,1-11 0,-1 2 11,0-7 0,1 0-546,-1-6 1,-5 1 252,0-1 1,-2 8 259,2 3 1,-2 4 32,-4 1 1,-3 6 199,4 0-98,-5 8 0,-1 3 167,0 11 1,-5 3-175,0 3 1,-1-1 18,6 0 0,-5 1 49,-1-1 0,1-5 159,5 0-171,0 0 0,0 5 0,0 0 0</inkml:trace>
  <inkml:trace contextRef="#ctx0" brushRef="#br0" timeOffset="3174">3268 425 7803,'0'-16'1,"0"5"103,0 0-52,0 8 1,2-10 5,3 8 1,4-3-7,8 3 0,-1 3-213,0-3 1,6-3-128,0 3 0,2-2-178,-3 1 0,3 3 284,3-8 0,2 0 182,-7-6 0,2 1 0,-3 0 0,-2-2 0,2-4 0,-2 4 0,-3-4 0,-5-2 0,0 2 0,-2-5 58,2 5 1,1 1 252,-6 4 1,-1 6 898,-5 1-805,0 6 0,-2-3 139,-3 7 1,1 9-35,-6 7 0,-1 8-142,-6 8 1,1 8-69,0 4 1,-1 5-94,1 5 0,0 10-127,-1 7 0,3-6-32,3-5 0,-2-2-162,8 2 1,1-6 77,9-10 1,6-4-99,11-7 1,-2-8-40,7-3 1,1-11 63,4-6 0,-4-3 6,-1-2 1,0-9 10,6-7 1,-2-8-196,-4-9 1,2-5-102,-7 0 0,-1-7-69,-4 1 0,-6 2 235,0-1 0,-8 14 145,3 1 1,-5 14 283,-1 3 0,-1 9-181,-5 2 0,-3 9 116,-7 13 0,-1 5-80,1 11 0,0-3-121,-1 3 0,6 2-303,1-2 0,6 0 362,-2-5 0,-3 7 0,0 2 0</inkml:trace>
  <inkml:trace contextRef="#ctx0" brushRef="#br0" timeOffset="4878">131 1831 7872,'-9'-17'0,"-6"8"1458,13-5-896,-5 12 1,9-11-332,3 8-88,4-1 1,10 6-14,2 0 1,5 8 2,6 3 0,-2 7-184,2 9 0,-5 0 125,6 11 0,-2-1 82,-9 1 1,-6-2-18,-5 8 1,-7-8-422,1 2 1,-5-5 258,-5-6 0,-4 2 269,-8-7 0,-6-2-112,-5-9 0,-2-2 112,-3-4 1,6-3-335,-1 3 1,7-8 126,-7-3 1,8-12 96,-1 2 0,10-6 22,5 0 0,4 4-863,2-4 443,0 4 0,2 4-52,4 3 1,5 4 39,10 7 1,-1 0 12,8 0 1,-7 1-73,7 5 1,-1-3 81,6 8 1,-4-5 73,3 5 0,-3-6-5,9 6 0,-1-7-326,1 1 1,-4-3 190,5-2 0,-5 0 156,-1 0 0,-2 0 75,-4 0 0,-2-6 170,-3 1 1,-6-8 212,1 2 1,-3 2-219,-8-2 1,1 6-122,-2-6 70,-3 7 1,4-8 722,-12 6 1,3 1-135,-8 5 1,5 2-10,-5 3 0,6-1-232,-6 7 1,7 0-85,-1 5 0,5 0-189,5 1 1,6-8 73,11-4 0,5-3 63,11-2 1,-1-4-27,6-7 0,-6 0-269,1-10 0,-6-3 36,-4 2 1,-5-1-117,-6 1 0,-8 4 71,-4-4 0,-5-2-51,-5 3 1,-10-1-446,-7 5 0,-9 3 269,-1 3 1,-1 4 153,-5 7 1,3 2-83,3 3 219,-1 11 0,0 10 0,1 6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51:19.54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33 328 7859,'0'-17'1063,"0"1"-877,0 7 0,0 0 366,0 3-72,0 4-39,-7-5 1,5 14-198,-3 4 1,3 6-46,2 4 1,0 5 24,0 7 0,0-6-25,0 0 1,2 0-512,3 6 0,4-8-20,7-3 1,1-4-261,-1-1 1,0-8 162,1-4 0,-1-3-288,0-2 1,-5-2-94,0-3 0,-2-4 125,2-8 685,4-6 0,-13-3 0,5-6 0</inkml:trace>
  <inkml:trace contextRef="#ctx0" brushRef="#br0" timeOffset="363">17 50 7545,'-9'-9'-105,"1"-6"229,16 13 1,1-5 16,7 7 0,6-2-16,0-3 1,5 3-199,-5-3 1,7 3 128,-2 2 1,4 0-243,2 0 0,-1 0 78,1 0 1,-2 0 156,-4 0-41,4 0 0,-13 0-300,4 0 272,-11 0 1,-4 2 192,-7 3 0,-2-1-56,-3 7 1,-6-6 161,-11 6 1,4 0 118,-4 5 1,-2-5 84,3 0-286,-1 0 1,13 5-2,3 0 0,5 1-100,1-1 0,9 0 32,7 1 0,8 5-180,8-1 1,1 1 79,0-5 1,1 1-77,4 3 1,-3-2 59,3 2 1,-11-2 102,-5-3-81,-4 0 1,-3 1-18,-5-1 0,-4-5 275,-12 0 0,-8-6-177,-8 6 1,-7-7-342,2 1 0,-4 2-133,-2-1 1,1-1-479,-1-5 1,8 6 836,3-1 0,-4 1 0,1-6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51:21.68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44 957 8499,'-9'7'1529,"2"-5"-869,0 5 181,5-7-358,-13-7-324,14-9 0,-1-4 41,7-7 1,10-1-1,1-4 1,8-8-232,8-4 1,1-5 110,0-5 0,1-4-155,4-8 0,-3 1-82,3 0 0,-5 5-58,-6 0 1,-3 7 55,-8-1 0,0 5 63,1 5 1,-8 11 83,-4 12-20,-3 2 137,-2 10 0,-2 11-72,-3 14 0,-4 15 319,-8 13 1,3 9-186,3 1 1,-2 8-105,8-2 1,-1-4-39,6-2 1,0-5 5,0-5 1,0-9 23,0-8 1,7-7 23,4 2 8,4-12-35,1-2 1,1-8-157,-1 0 1,-5-13 78,0-3 0,-2-12-435,2 1 1,3-4 152,-3-1 1,-4-1-2,-1 0 0,3 8 47,2 3 0,-4 4 190,8 2-55,-14 6 1,12 10 28,-7 11 0,1 4-27,-2 1 1,-1-1-387,7-4 1,-6 3 62,6-3 0,0-4-64,5-1 1,1-4 510,-1-2 0,0 0 0,1 0 0</inkml:trace>
  <inkml:trace contextRef="#ctx0" brushRef="#br0" timeOffset="237">845 58 7853,'16'-9'479,"1"2"136,-1 7 1,0 2 67,1 3 1,5 12-245,-1 10 0,8 9 233,-1 2 1,-5 8-259,-1-3 0,-4-1-127,-1 2 1,-8 5-170,-4 5 0,-3 1-174,-2-6 0,-2-2-149,-3-4 1,-6 3-428,-11-8 1,2-2 631,-7-9 0,-8 4 0,-7-5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51:29.67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33 393 7889,'-9'0'467,"2"0"0,5-2 265,-4-4-326,4 4 58,-5-5 117,7 7 679,0 0-1123,7 0-26,-5 0 1,7 0 161,-3 0 15,-4 0-252,5 0 213,-7 0 19,0 0-50,0-7-18,0 5-191,0-5 140,0 7 48,0 0 9,0-7-447,0 5 127,0-5 246,0 7 91,0 0-40,7-8-69,-5 6-55,5-5 1,-5 7 95,3 0-156,-3 0 1,7 0 114,-3 0-60,-4 0 1,7 0-5,-4 0 0,-1 0 35,7 0 17,-8 0-51,12 0 0,-6 0-4,7 0 0,-5 0 76,0 0-54,0 0 1,5 0 4,1 0 1,-1 0 4,0 0 0,1 0-25,-1 0 0,2 0-4,4 0 1,-4 0-102,4 0 1,1 0 69,-1 0 1,2 0 23,-2 0 1,-2 0 0,7 0 1,-5 0-285,5 0 0,-5 0 51,5 0 0,-13 0 150,3 0 0,-5 0-2,5 0 1,-1 0-5,0 0 0,-5 0 70,0 0 1,-5 0-83,5 0 27,-8 0 7,4 0-145,-7 0-300,0-7-606,0 5 552,-7-5 252,-2 0-2483,-7 5 1994,-1-6 1,3 7 82,3-5 676,-3 4 0,4-12 0,-6 5 0</inkml:trace>
  <inkml:trace contextRef="#ctx0" brushRef="#br0" timeOffset="283">490 115 7889,'0'-9'270,"0"1"1,0 7 431,0-5 0,2 4 225,4-3-566,-5 3 0,16 2 17,-1 0 1,8 6-164,8-1 1,3 8-43,3-2 1,-2 9 55,8 1 0,-2 7-14,1-7 1,-3 8-45,-7-1 0,-8 1-290,-3-2 0,-6 7-23,-5-6 1,-3 6-51,-8-7 1,-8 4-50,-3 2 0,-12 0-166,-10-1 0,0 1-170,-5 0 1,-2-1 211,2 1 0,0-2-114,5-4 479,1 4 0,-1-6 0,0 8 0</inkml:trace>
  <inkml:trace contextRef="#ctx0" brushRef="#br0" timeOffset="857">1781 344 7876,'-9'-8'0,"-4"-1"411,8-7-250,0-1 0,-1 1 93,1 0 0,-3-6-40,3 0 1,3-1-1,-3 1 0,-3-2-61,3-3 1,-2-2-395,1 7 0,3 0 195,-8 6 1,5 2 206,-5 3 0,6 3 34,-6 8 1,6 0-118,-6 0 1,5 2 50,-5 4 1,6 10-28,-6 11 1,7 11 105,-1 6 0,3 3 22,2 2 1,0 2-32,0 3 0,7-3-123,4 4 0,-2-4-137,2-2 0,-2-6 160,2 1 1,2-8 33,-8 2 1,1-9 481,-6-2-461,0-7 0,-7 4-84,-4-8 1,-6-7 153,-4-3 1,1-4 87,-8-2 1,3-8-206,-2-2 1,-2-10-152,7-2 1,0-9 2,6-2 0,7 1-205,3-7 0,4-1-18,2 2 1,8 0 94,3 6 0,10 1 18,7 3 0,2 5-224,3 7 0,5-1-951,0 1 0,1 5 452,-7 0 0,1 7-655,0-1 1529,-1 3 0,1 2 0,0 0 0</inkml:trace>
  <inkml:trace contextRef="#ctx0" brushRef="#br0" timeOffset="1449">2026 213 7876,'0'-17'-272,"0"8"0,0 0 504,0 4 197,0 3-439,0-13-64,0 14-376,0-7 453,0 8 849,0 0-687,0 8-55,0-7 0,-1 7 404,-5-8-35,4 0-61,-5 0-194,7 0 18,0 7-160,-7-5 1,5 12-11,-4-3 0,5 0 69,1 5 0,0-3-32,0 9 1,0 3 131,0 3 1,0 3-84,0 1 1,0 1-29,0 0 1,0-6-64,0 0 1,1-5-132,5 5 1,3-12 174,7 1 0,1-9 82,-1 4-91,0-7 0,6-4-44,0-11 1,0-6-36,-6-4 1,-1 1 41,-4-8 0,-2 1-310,-4-5 1,-3-7-81,3 1 0,-5-5-85,-5 5 0,1-6 147,-7 6 0,0 7 105,-5 9 1,5 4-567,0 2 424,0 7 1,-3 3 102,3 12 0,4 3-101,7 7 1,0 0-375,0 1 0,2-1 20,3 0 652,4 1 0,15 6 0,1 3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51:24.72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115 752 7891,'0'-11'-629,"0"1"1446,0 6-499,0-11-29,0 14-40,0-7 66,0 8 539,0 0-446,-8 0 60,7 0-321,-7 0 0,6 0 150,-3 0 21,3 0-61,-12 8-89,5 1 1,-2 7 10,0 0 1,7 1-62,-1-1 0,-2 6 24,1 0 0,-1 7 0,1-2 1,5-2-17,-5 3 1,4-3-1,2 2 0,0 2-30,0-7 0,2 0-26,4-6 0,1 1 59,4-1 0,3-7 5,-3-4 0,4-3-253,1-2 1,2 0 62,4 0 1,-4-9-35,4-7 1,1-2 13,-1-10 0,0-4-69,-6-6 0,-1-2 46,-4 2 0,-4-4-158,-7-7 0,-2 5 157,-3 1 0,-6 6 22,-11-1 1,4 5 19,-4 6 1,-1 5-34,1 12 0,0 2 207,6 8 1,-6 0-122,0 0 1,0 9-230,6 8 0,7 1-2,3 9 1,5-7-273,1 2 0,1 3 273,5 3 0,3-3 85,7 2 1,2-1-1829,4 1 1978,4 4 0,-1-6 0,-1 8 0</inkml:trace>
  <inkml:trace contextRef="#ctx0" brushRef="#br0" timeOffset="265">572 981 8646,'-2'-9'1497,"-3"4"1,1 3-836,-7 2 1,6-6-299,-6 1 1,6-1 121,-6 6-2270,7 0 1436,-3-7 1,9 4-1103,3-8 1,4 5 1449,7-5 0,8 0 0,2-5 0</inkml:trace>
  <inkml:trace contextRef="#ctx0" brushRef="#br0" timeOffset="572">899 638 8092,'0'-16'501,"0"-6"21,0 0 1,-2 0-94,-3 6 1,-4 0-132,-8-1 0,1 3 134,0 3-161,-1-4 0,1 8-117,0-4 1,5 4-123,0 7 1,5 0 157,-5 0 0,8 7-137,-3 4 0,5 5 68,1 6 1,0-2 72,0 7 0,1 1-134,5 4 1,3 1 63,7 0 1,1 5-160,-1 0 1,2 0 13,4-5 0,-4 5-53,4 0 1,-4-2 75,-2-8 1,-5 1 0,0-8 1,-7 7 730,1-7-486,-3 1 0,-9-7 62,-4-4 0,-5 1-63,-6-6 1,2-1 154,-7-5 0,5-7-115,-6-4 1,9-3-105,-3-3 1,5-6 0,5-3-589,1 1 288,7-6 0,-1 0-667,10-7 0,4 2 456,8 8 0,1-1-252,4 7 1,-3-5 195,9 5 1,-3 3-780,2 8 1,4-2 305,-4 7 0,3 1 18,-3 5 0,2 0 351,-7 0 1,-1 0 487,-4 0 0,-1 0 0,0 0 0</inkml:trace>
  <inkml:trace contextRef="#ctx0" brushRef="#br0" timeOffset="838">1177 622 7891,'-7'-17'328,"5"6"653,-4 1-587,4-1 0,2 0 520,0 0-765,0 7-20,0-3 0,2 7 86,4 0 1,-3 2-36,8 3 0,0 4-175,5 8 1,1 6 32,-1 4 1,-5 4 91,0 2 0,-7 0-46,1-1 1,-3 6-27,-2 1 0,-7-3 339,-4-9 1,-4 2 247,-1-7-306,-1 0 214,1-13 688,0-2-636,7-7-613,1 0 1,18-5-14,6-1 1,0-5-265,6 6 0,3-1-882,3 6 1,2 0 626,3 0 0,0 0 261,0 0 0,5 0 279,0 0 0,0-7 0,-5-2 0</inkml:trace>
  <inkml:trace contextRef="#ctx0" brushRef="#br0" timeOffset="2772">2059 736 7966,'-9'-16'-307,"4"-1"0,3 1 307,2 0 0,0-1 0,0 1 0,5 0 393,1-1 0,6 1 197,-1 0-357,-3-1 17,6 1-24,-12 0-358,5 7 239,-7 1-9,0 8 0,-2 2-60,-3 4-294,3-5 137,-5 7 57,7-8-12,0 0 70,7 0 1,-5-2 6,3-4 1,-1 5 3,1-5-16,-3 4 290,5 2-159,-7 0-68,0 0 372,0-7-216,0 5 1,-1-5-133,-5 7 0,4-2 25,-3-3 0,-4 3 7,-2-4 0,2 5-44,-2 1 0,6-2-441,-6-4 289,0 5 1,-6-7 100,1 8 0,0 2-79,-1 4 0,1 3 89,0 7 0,-1 0 102,1 1 0,0 1-104,-1 4 1,7-2 2,-1 7 0,7-7-8,-1 2 0,3-4 33,2-2 0,0-5 39,0 0 0,7-6 100,4 6 1,3-7-68,3 1 0,1-5 4,4-5 1,-4-4-100,4-8 1,-4 1 56,-2 0 1,0-1 4,1 1 1,-6 0-17,0-1 0,-8 1-96,3 0 1,-5 5 209,-1 0-102,0 7 1,0-5 5,0 4-42,0 3 1,-5 4 152,0 14 1,-1 9-75,6 14 0,-5-1-55,-1 11 1,1-2 35,5 13 1,0-6 41,0 6 0,0-5-167,0 5 1,0-13-211,0 2 1,0-11 207,0 0 0,5-11 46,1-5 1,1-4 61,-2-1-67,-3-8-19,5-2 0,-5-7-11,4 0 1,-4-7-85,3-4 1,-3-7-183,-2-10 1,5-1-407,1-14 1,6-3 60,-1-8 0,0-1-402,6-10 0,-5 5 462,10-5 1,-4 3 156,-1 13 0,-7-2 177,1 13 0,-2 5-23,2 6 587,4 7 154,-13-3 377,5 14-241,-7 1-60,0 8 0,0 2-79,0 4 0,0 4-114,0 12 1,2-2-307,3 7 0,-3-5 97,3 5 0,3-7-121,-3 2 0,2-4-33,-1-1 0,-3-1-306,8 0 222,-7-7 101,11-1-42,-6-8 0,5-8 47,-3-2 1,4-7-9,-5-5 0,0-1-68,0-4 1,-6-4-189,1 3 1,3-1 136,-3 2 1,1 4 37,-6 6 0,0 6 134,0 0 84,0 8 0,0-3 50,0 12 1,0 8-59,0 8 0,0 13-101,0-3 1,0 5 60,0-5 1,1-1 41,5-4 0,1 2-107,4-7 1,4 0-113,-5-6 1,5-5 148,1 0 1,-3-7-29,3 1 1,-8-3-14,8-2 1,-3-7 0,3-4 0,0-5-19,1-6 1,-3-4 19,-3-6 1,2 4-250,-8 1 0,6 0-169,-5-6 1,1 6-801,-2 0 694,-3 7 388,5-4 0,-7 13 151,0 0 0,-1 10-131,-5 1 1,-1 1-53,-4 10 1,-4 6 40,5 4 1,1 1 345,-2-5 1,5 4-33,-5 1 0,8 0 67,-3-6 0,4 1-184,2-1 0,0-5-55,0 0 1,0-6-74,0 6 127,0-7-15,0 3-61,0-7 0,6-2-143,-1-3 1,6-4 58,-5-8 1,5 1-325,-6 0 352,8-1-20,-4 1 304,0 0-180,-2 7-87,0 1 8,-5 8 1,5 2 116,-7 4 1,0-3-45,0 8 1,6 0 289,-1 5-359,8 1 0,-4-1-101,7 0 0,-5-7-55,0-3 0,-5 1 55,5-1 85,-1-1 0,7-10-23,-1-1 1,-5-7-71,0 3 1,-6-7-19,6-5 1,-5 4-135,5-4 0,-6 2 134,6-1 1,-7 3-123,1-4 0,2 9 195,-1 2 1,1 6-156,-2-6-33,-3 7-54,6-3 100,-1 7 162,-5 7 1,10 2 153,-6 8 0,-1-7-110,-5 1 0,2 0 57,3 6 1,-3-6 19,4-1-119,-4 1 1,3 6 23,0-1-43,8-7 1,-9 4-466,7-8 193,0 8 73,5-11 1,0 10 12,1-6 0,-7-1-657,1-5-260,0 8 836,6 1 1,-1 0 300,0-4 0,1 4 0,-1 0 0</inkml:trace>
  <inkml:trace contextRef="#ctx0" brushRef="#br0" timeOffset="3055">3236 262 7920,'-9'0'962,"1"0"-170,8 0-148,0 7-467,8-5 1,1 6-59,7-8 1,8 0-185,3 0 1,-2 0-614,2 0 0,1-2 448,4-4 0,-4 4 222,-1-3 1,-7-2 167,2 1-160,-12-6 0,5 2 0,-6-6 0</inkml:trace>
  <inkml:trace contextRef="#ctx0" brushRef="#br0" timeOffset="3319">3497 99 7919,'-9'-8'0,"-6"7"0,12-7 179,-8 8 1,7 13 1009,-1 3-835,-4 19 1,7-8 224,-3 11-314,3 4 1,2 0 2,0 7 1,0 0 58,0 0 1,0 0-354,0 0 0,5-2 103,1-3 0,6-4 141,-1-8 1,4-6-175,1-4 1,-5-4-497,0-2 1,0-7 301,5-3 1,-5-6 2,0-6 0,-6-3-88,6-7 1,-5-2 62,5-4 0,-6-2-197,6-3 0,-6-4 108,6 4 1,-7-2 172,1 2 0,3 3-221,-3 8 5,0 7 0,-3 1 124,4 8 1,-4 2 14,3 4 0,-3 3 25,-2 7 0,0 0 18,0 1 0,0-1 0,0 0-614,0 1 513,0-1-86,0-7 309,0-2 0,0-7 0,0 0 0,0 0 0</inkml:trace>
  <inkml:trace contextRef="#ctx0" brushRef="#br0" timeOffset="3758">3628 458 7906,'-9'-16'-1696,"-6"-6"1500,4 0 1,4 6 195,2 5 0,1 7 1121,-1-1 1,3 1 67,-4-1-925,12 3-160,3-12 0,9 10-90,4-7 0,-4 6-321,4-6 1,3 2-302,2-2 1,-1-4 334,1 4 1,-7-1-93,2 1 1,-4-4 34,-2 4 1,1-9 340,-1-1 0,0-7-67,1 7 0,-7-1 56,1 5 0,-5-3 183,5 4 1,-8-4 687,3 9 342,-4 4-531,-2 0-380,0 7 0,0 9-36,0 7 0,-2 2 1,-2 10 678,-1 1-684,-1 1 1,6 10-32,0 4 1,0 3-82,0 2 1,0 6-162,0-1 0,8-1-130,2-10 1,5-3 148,1-7 1,6-2 86,0-4 1,1-5-59,-1-11 0,-2-4-237,7-7 1,-5 0 97,5 0 0,-5-9 100,5-7 0,-7-3-320,2-8 1,-4-5-136,-1-7 1,-3-6-286,-3 1 0,-4 4 318,-7 2 0,0 0 87,0 6 1,0 3 136,0 12 0,-7 8 777,-4 4 1,-3 6-436,-3 10 0,1 8-198,0 13 1,5 8 867,0 4 0,7-3-179,-1 3 1,5-8-401,5 2 1,4-3 13,8-2 1,1-8 17,4-3 1,1-4 80,5-2-345,2-7 0,-4-1 0,6-8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51:33.31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0 425 7797,'0'-9'623,"0"-5"1,0 10 144,0-7-217,0 8-253,0-12-149,0 6 0,5-2-116,1 0 1,7 8 53,-2-3 1,3 4 102,2 2 1,1-5-122,-1 0 1,0-1-329,1 6 0,5 2 109,-1 3 0,1-1 146,-6 7 0,1 2 80,-1 8 1,-5-1 92,0 8 1,-7-1 14,1 6 1,-3-1-112,-2 1 1,0 0 18,0-1 1,-2 1 32,-3 0 1,-5-1-10,-6 1 1,0-2 15,-1-4 1,1-2 4,0-3 1,-1-4-19,1 4 0,0-9-17,-1-2 0,1-6 36,0 6 0,5-7 82,0 1 27,7-3 21,-3-2-299,7 0 1,2 0 14,3 0 0,4 0-86,8 0 0,1 0 82,4 0 0,-2 2-51,7 3 1,-2-3-84,3 4 0,2-5 100,-2-1 0,1 0 48,-2 0 0,2 0-5,-7 0 1,5 0-520,-5 0 1,0 0-241,-6 0 1,0 0-455,1 0 0,-7 0 468,1 0 756,-7 0 0,11 0 0,-6 0 0</inkml:trace>
  <inkml:trace contextRef="#ctx0" brushRef="#br0" timeOffset="588">768 295 7797,'0'-17'0,"0"8"147,-7 2 311,-2 7 1,-6 2-82,4 3 1,-1 4-59,6 8 1,-5 5-136,6-1 1,-1 3 20,6-2 1,0-2-286,0 7 1,0-7 86,0 2 0,8-6 172,2-5 1,0 2 178,0-8-709,1 1 0,6-6 169,-1 0 0,-5-8 18,0-3 0,-8-3 106,3-2 0,-4-6-118,-2 0 1,0-7 17,0 2 0,-2-4 76,-4-2 0,3 0 24,-8 1 0,5-5-41,-4 5 1,6-5 188,-2 10 0,5 4-38,1 1 0,0 9 164,0 2-181,0 0 1,1 0 33,5 1 0,3 6-46,7-2 0,3 5 15,2 1 0,-3 0 25,4 0 1,2 0-26,-2 0 0,-1 1 118,-4 5 1,-6 3-33,0 7 0,-2 1 29,2-1 0,-4 2 9,-7 4 0,5-2 180,1 7 1,-1-1-25,-5 1 0,0 9-56,0-3 0,-2 5-50,-3 0 0,1-2-77,-7 8 0,2 0-452,-2 5 1,-1 0 175,6 0 0,-1-2-26,1-4 1,5 3-437,-5-8 0,4 5 284,2-4 1,0 2-340,0-8 0,0 3 244,0-8 1,6-5-312,-1-1 391,8-4 1,-4-9-139,7-3 1,1-6 471,-1-6 0,0-3 0,1-7 0,6-15 0,3-4 0</inkml:trace>
  <inkml:trace contextRef="#ctx0" brushRef="#br0" timeOffset="839">1209 785 7797,'0'-16'0,"0"5"-255,0 0 774,0 7 1,0-1-79,0 10 1,-7 4-31,-4 8 0,2-1 98,-2 0-290,7 8 0,-3-6-43,7 4 0,7-11 30,4-6 0,4-3 13,1-2 1,8-2 53,3-3 0,-2-4-235,3-8 1,-10-1-19,-2-4 0,-1 4-25,-10-4 1,1 4-122,-6 2 1,-9 0 83,-8-1 1,-1 3-558,-9 3 1,1 4 295,-1 7 0,-2 0 86,7 0 1,1 5 216,4 0 0,1 8 0,-1-4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51:36.27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17 533 6920,'-9'0'2714,"2"-8"-2292,7 7 1,0 2-160,0 16 0,0 6-37,0 10 0,7 5 66,4 0 0,-4 8 32,-1-3 0,1-1-191,-1 2 1,1-8-140,-2 2 1,-3-5 9,4-6 1,-5 2 305,-1-7-223,0-8 21,0-7 0,0-8-56,0-5 1,-5-10-40,-1-11 0,-4-6-307,4-5 0,-5-4-28,6-7 1,-1-7-139,6-4 0,0-9 97,0-2 1,8-5 92,2 5 1,10 9 113,2 13 1,2 9-41,-2 13 0,-4 11-92,4 10 1,1 4 164,-1 2 0,0 15 726,-6 7 1,-5 7-205,0 4 1,-7 1 153,1 4 1,-3 2-218,-2 4 0,-7 3-48,-4-4 0,-4-1-266,-1 2 0,-2-8 87,-4 2 1,4-11 101,-4-5 0,4-4-45,1-1-1984,1-8 1108,0-2 1,7-14-283,3-4 1,12-5 597,5-6 1,5-4-3,6-6 1,-2 4-162,7 1 0,0 2 557,6-2 0,-1 3 0,1 8 0,-6-1 0,1 1 0,-8 5-81,1 0 0,-2 2 322,-3-2 1,0-2 315,1 8 0,-7 0-95,1 5-227,-7 0 804,3 0 0,-1 7-461,-1 4 0,1 5-230,-6 6 0,0-2-58,0 7 0,0-5-225,0 5 0,0-5-73,0 5 1,0-12-33,0 1 0,0-3 326,0 3 29,0-7-524,0-2 141,0-7 1,0-7 74,0-4 0,5-5-55,0-6 0,6-2-431,-5-3 1,6-4 98,-1 4 1,4-2-103,1 2 1,1 1 224,-1 5 0,0 2 107,1-2 0,-1 10 118,0 5-43,1 5 1,-3 2-150,-3 5 0,-4 3 169,-7 7 0,0 1 574,0-1 0,0 2-286,0 4 1,0-4 24,0 4 0,0-2-142,0 2 0,2-4-59,4 4 0,-5-10 53,5-1-44,3-7 0,0 3 9,7-7 0,-5 0-34,0 0 0,-2-7-162,2-4 0,-2-4-20,-3-1 1,-5-2-153,5-4 1,-4 2-70,-2-7 1,0 5 132,0-5 0,-2 5 19,-4-5 1,3 7 70,-8-2 1,7 4-56,-1 2 0,3 5-88,2 0 1033,0 7-619,0-3 1,7 1-6,4 1 0,6-2-26,4 1 1,-1-3-102,7-7 1,1-1 19,4 1 0,-4-6 4,-1 1 1,-5-8-18,5 1 0,-7-3 3,2-1 1,-4 1 453,-2 4 86,-7 3 197,-2 8-373,-7 7 0,-3 16-102,-8 15 0,0 12 57,-11 4 0,4 10-58,2 1 1,5 1 2,0 10 1,7-3-108,-1-3 0,3 4-389,2-14 0,7 3 160,4-14 1,6 1-64,4-12 0,-2-6 4,2-5 1,3-7 132,-2 1 0,0-5-73,-6-5 0,0-12 47,1-10 1,-7-4-14,1-1 0,-7-1-82,1 0 1,-3-5-336,-2 0 0,-11 5 230,0 6 1,-5 13 305,11-3-184,-8 12 1,4-2 0,-7 7 1,6 1-155,5 5 1,3 3 106,2 7 0,0 1 41,0-1 97,7 0 0,3 8 0,6 1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51:37.08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82 613 7859,'-16'16'0,"0"1"0,6 6 0,1 10 255,4 10 0,3 5 929,-3 1 0,1 5-648,-1 1 0,3-6-269,-4-6 0,5-1-173,1 1 0,5-4 10,0-12 1,3 2 194,-3-7 0,-3-1-95,5-11 0,-5-7-42,3-14 0,-3-7-224,4-15 0,-4-7-88,-2-3 1,0-6-75,0-6 1,0-8-307,0-8 0,5-7 143,0 2 0,8 1 255,-2-1 0,4 11-28,1 5 1,6 11-222,0 16 0,-1 9 105,-4 8 0,-1 7 554,0 9 1,1 4-162,-1 7 1,-5 3 90,0 19 1,-8-4 18,3 9 1,-4 2 12,-2-2 0,-8 6-179,-2-6 1,-5 2 24,-1-2 0,-3-4-84,-2 4 1,1-9 7,-7-1 0,7-8-879,-2 1 45,4-10 230,1-3 1,8-12 93,4-7 0,10-2-277,6-14 1,11 0 776,5-6 0,4 1 0,2-1 0</inkml:trace>
  <inkml:trace contextRef="#ctx0" brushRef="#br0" timeOffset="686">442 547 7859,'16'-7'2,"0"5"1,-7-7 768,-3 4-40,3 3-322,-7 2 1,5 9-79,-7 7 0,-5 6-92,-1 0 0,-1 5 22,1-5 1,5 7-115,-5-2 0,4 2-57,2-1 1,0 1-155,0-8 1,0 1-301,0-5 392,0-1-116,0 0 0,6-8 87,-1-8 0,6-8 8,-5-8 1,5-8-77,-6-3 1,8-4-161,-2-1 1,-2-3-18,2-3 1,-1 3-30,7-3 0,-1 6 252,0 4 0,-5 1-147,0 11 253,0-4-130,-2 11 0,4 1-60,-8 8 1,1 8 30,-6 8 1,0 0 237,0 1 1,0 5-3,0-1 1,0 7-48,0-7 0,0 7-80,0-7 1,0 7-14,0-7 0,0 1-37,0-5 0,5-7 36,1 1 1,6-7 5,-1 1 0,-2-3-13,2-2 1,-2-2-49,2-3 0,2-4-12,-8-7 1,1-6-114,-6 0 0,5-5-102,1 5 1,-1-7 69,-5 2 0,-5-4 17,-1-2 0,-5 6 48,6 0 1,-6 1-2,6-1 1,-3 3-95,3 8 505,3-8 0,-3 6-123,10-3 1,4 2-67,8 3 1,4-2-68,1-4 1,5 2-18,-5-7 1,7 5 17,-2-5 1,2 5-5,-1-5 0,1 1-6,-7-1 0,-1 5 5,-4 11 1,-3 2 313,-3 4 0,-4 5 47,-7 0 1,0 9 65,0 13 1,-7 11 104,-4 10 1,-9 10-126,-2 1 1,1 8-274,4-2 1,6 3 16,1 3 0,6-8 66,-2-4 0,6-5-86,6-5 0,5-4-568,11-7 0,-2-8 222,7-3 1,-5-11-39,5-6 1,-5-3 56,5-2 0,-7-7 76,2-4 0,-4-9-128,-2-2 1,-7-9 111,-3-2 1,-5 1 51,-1-6 0,-7 9 18,-4 1 1,-5 8 363,-6-1 1,4 4-104,-4 6 1,-1 4 27,1 7 0,2 2-574,9 3 0,-2 4 171,8 8 1,-1-1-1242,6 0 0,9 1 182,8-1 1217,6-7 0,10 6 0,0-6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51:40.81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230 2043 7783,'-9'0'1223,"-4"2"-771,7 3 56,1-3-351,5 13 0,0-6-139,0 7 1,0-5 212,0 0-116,0-7 1,7 8 341,4-6-222,4-1 1,1-5-53,0 0 1,1 0-18,-1 0 0,0 0 26,1 0 1,-1 0 1,0 0 0,1-5-117,-1-1 1,2-1-27,4 2 1,-7 1-187,6-7 1,-10 7 4,11-1 1,-13-2 158,7 1 0,-3-6-89,4 1 1,-1 2 102,0-2 0,1 2-9,-1-2 1,0-4 17,1 4 0,-1-3 7,0-3 0,1-4 31,-1-1 1,0 0 11,1 6 0,-1-1-81,0 1 1,1 0 1,-1-1 1,0-4-7,1-1 0,-1 0 33,0 6 1,-1-1-8,-4 1 0,3 0-17,-3-1 0,-2 1-86,2 0 1,0-1 37,5 1 0,-1-2-3,-4-4 1,3 4 2,-3-4 0,4 2 31,1-2 1,-5 4-20,0-4 0,0 4 11,5 2 1,-5-6-3,0 0 0,-2 1 1,2 4 1,3 1 76,-3 0 0,-2-1-40,2 1 0,-5-1 7,5 1 0,-6 0-52,6-1 0,-6 1 29,6 0 0,-2-2-109,2-4 1,4 2 97,-4-7 1,3 1-7,3-1 0,-7 2-39,1 3 0,0 4-12,6-4 0,-7 4 44,1 1 0,-5 1 6,5 0 11,-8-1 0,10 1-24,-8 0 1,3 1 23,-3 4 0,-3-3-15,3 3 1,4-4 4,2-1 0,-2 0-8,2-1 1,-2 1-61,2 0 0,4-6 36,-4 0 0,-2 0-5,2 6 1,-2 0 20,2-1 1,3 1-8,-3 0 1,-2-1 40,2 1 1,-7 5-59,1 0-3,4 0 46,0-5 0,2 1 32,0 4 1,-5-1-40,4 6 0,-6-6 4,2 1 1,3 2-62,1-2 0,0 2 53,0-2 0,0-4-109,0 4 0,5-1 95,-4 1 1,3-4-7,3 4 1,-6-3 15,0-3 0,-1 6 154,7 1-162,-1-1 11,0-6 31,1 1 22,-1 0-38,0-1 0,1 3-1,-1 3 0,-5-2 11,0 8-17,0-8 1,5 9 27,0-6 1,-5 4-21,0-5-6,0 8 1,4-7 133,-4 5-24,3 3-80,-5-5 16,8 0 10,-1 5-40,0-5-68,1 7 0,-1 0 55,0 0 0,-5 0-3,0 0 41,0 0 0,5 0-38,1 0 1,-7 1 121,1 5-113,0-4 0,6 7 16,-1-4 1,-5-3 13,0 3-47,0 5 1,3-7 14,-3 8 1,4-5-4,-5 4 1,0-6 27,0 2-6,1 3-10,6 0 0,-1 5-9,0-3 1,-5 2 16,0-8 0,-5 6 6,4-5-26,1 6 6,6-3 0,-1 8-2,0-1 1,-5-5 16,0 0 0,-5-6 0,5 6 0,-6 0 27,6 5 1,-6-5-12,6 0-23,-7 0 0,9 5-1,-8 1 0,6-6 35,-6 0 0,3-2-31,-3 2 1,-1 3-1,7-3 0,-8-2-43,3 2 44,3 0 1,-6 5-69,8 0 0,-7-5 83,1 0-25,4 0 0,-5 6-25,7-1 0,-6 0 72,6 1-27,-7-1 1,9 0 2,-8 1 0,2-1 96,-1 0-110,-4 1 0,10-1-15,-6 0 0,1 1 22,-2-1 1,-3-5-61,4 0 0,1 0 54,-2 5 0,6 0 12,-5 1 0,1-6-3,-2-1 1,-1 1-5,7 6 0,-7-1 5,1 0 1,-1 1 6,1-1 1,-1 0 33,7 1 0,-8-6-41,3-1 1,1 1 7,-2 6 0,3-1-13,-3 0 1,-1 1 22,7-1 1,-8 0-11,3 1 1,1-1 43,-2 0-41,8 1 1,-4-1 1,8 0 1,-7 1-86,1-1 0,-5-5 75,5 0 1,-6 0-42,6 5 0,-5-1 32,4-4 0,-1 3 13,2-3 0,4 4-18,-4 1 1,-2-5-7,2 0 0,-2 0 32,2 5 1,3-5-14,-3 0 0,2 0-60,-2 5 0,3-5 90,-3 0-112,4 0 0,1 5 63,0 0 1,1-1-58,-1-4 1,0 3 44,1-3 1,-1-2-10,0 2 0,1-2-23,-1 2 1,0 4 11,1-5 1,5 3 3,-1-2 1,1 4 2,-6-5 0,1 0-1,-1 0 0,2-4 0,4 5 1,-4-6-18,4 6 0,-4-2 15,-1 2 1,-1 2-1,0-8 0,6 6 3,0-5 0,0 6-2,-6-1 1,6-2 39,-1 2 0,7-5-38,-6 5 1,5-6 43,-5 6 1,5-6-39,-5 6 1,7-7-13,-2 1 0,2 3 15,-2-3 0,2 2 2,-7-1 0,7-4-182,-2 3 0,-3-1 103,-2 1 0,-2-3-320,1 3 1,-2 3 133,2-3 0,-3 0-220,-1-5 0,-1 6-624,1-1 417,-1 1 1,0-1 276,1 1 0,-7 1-41,1-2-1105,-7-3 1552,3 13 0,-7-6 0,0 7 0</inkml:trace>
  <inkml:trace contextRef="#ctx0" brushRef="#br0" timeOffset="1192">66 2811 7914,'-16'0'-449,"7"0"323,-6 0 244,14 0 279,-14-7 125,13 5 9,-5-5-19,7 7 1140,0 0-1434,0-7 136,0 5-366,0-6 15,7 8-20,2 0 1,8 2 114,-1 4 0,0-3-16,1 8 0,6-7-134,4 1 1,-1 3 74,1-3 0,0 0-90,6-5 1,0 2 61,-1 4 1,7-4-10,-1 3 0,2-3 9,-2-2 1,-2 0-10,8 0 0,-8 0 28,2 0 1,-3 0-22,-3 0 0,6 0 43,0 0 1,1 2-27,-7 3 1,-1-3-4,-4 3 1,4-3 5,-3-2 1,2 6 8,3-1 0,0 0 48,-1-5 0,1 6 2,0-1 1,5 1-28,0-6 0,6 0 6,-6 0 1,7 0-55,-1 0 0,3 0 39,2 0 0,-2 0-63,-3 0 1,3-2 60,-4-3 0,1 3-77,5-4 1,-9-1 43,9 2 1,-9-1-7,4 6 0,-3 0 15,3 0 0,-2 0-11,-4 0 0,-4 0 5,4 0 1,2 0 0,-2 0 0,2 0-12,-1 0 0,-5 0-2,4 0 0,-3 0-1,-3 0 0,1 0-12,0 0 1,-1 0-4,1 0 0,2 0 14,3 0 1,-4 0-8,4 0 0,-3 0 24,-3 0 0,7 0-17,-1 0 1,0 0 70,-5 0 0,5 0-65,0 0 1,0 0 15,-5 0 0,5 0-25,0 0 1,0 0-2,-5 0 0,5 0 19,0 0 1,0 0 3,-5 0 0,-1 0-87,1 0 1,5 0 69,0 0 0,0-2 29,-5-3 0,2 3 33,3-3 0,-4 3 10,4 2 0,-3-6-32,-2 1 0,5-1 8,0 6 0,2 0-19,-2 0 0,-4-5 25,5 0 1,-3-3-75,2 3 1,-4 3 55,5-3 1,-5-3-30,-1 3 1,5-2 41,0 1 1,0 4 2,-5-3 0,-1 3-15,1 2 1,0-2 5,0-3 1,5 3-10,0-3 0,0 3 5,-5 2 0,5 0-82,0 0 0,0-2 77,-5-3 1,-8 3-588,-3-4 117,3 4 1,-7 2-825,4 0 76,-11 0-413,-4 0 1606,-7 0 0,-7 0 0,-2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51:44.24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1978 491 7027,'0'-17'-184,"0"6"211,0 0 0,0 6 188,0-6 146,0 0 55,0 2-70,0-5 188,0 12-243,0-6 14,0 8 139,0 0 0,0 8-270,0 3 1,0 3 17,0 3 1,0 4-78,0 1 0,0 5 1,0-5 0,0 7-66,0-2 1,0-1 53,0 1 0,0-2-152,0 3 0,0 3 73,0-4 1,0-2-33,0 2 1,0-1 31,0 1 0,0 4 18,0-4 1,0 2-15,0-2 0,0 3 5,0-9 1,0 8 3,0-1 1,0 1-5,0-2 0,0 2 23,0-7 1,0 7-3,0-2 1,0-2-11,0 3 0,0-1 5,0 6 0,0-6-91,0 0 1,0-5 28,0 5 0,0-2-2,0 3 1,0 1 10,0-7 0,0 7-11,0-2 0,0-2-2,0 2 0,0-7 24,0 2 1,0 2 12,0-2 0,0 5-4,0-5 0,0 5 7,0-5 1,0 5-3,0-5 1,-2 7 2,-3-2 0,3-2-36,-4 3 0,5-8 25,1 1 1,0 3 5,0-2 0,0 5-5,0-5 0,0 1 36,0-1 0,0-4-40,0 4 0,0 2-11,0-3 0,0 3 21,0-2 1,0-4 0,0 4 0,0 1-36,0-1 1,0 2 29,0-2 1,0-4-45,0 4 1,0 1 39,0-1 1,0 2-57,0-3 1,0-3 43,0 4 0,0 2-12,0-2 1,0-1 7,0-4 1,0-1-1,0 0 1,0 6 6,0 0 1,0 0-9,0-6 0,0 2 0,0 4 1,0-4 0,0 4 1,0-4 17,0-1 0,0 4-12,0 1 1,0 0-3,0-6 0,0 1 0,0-1 0,0 0 0,0 1 0,0-1-23,0 0 1,0 1 20,0-1 1,0 0-82,0 1 77,0-1 0,0 0 2,0 1 0,0-1-6,0 0 1,0 1-5,0-1 1,0 0 51,0 1 1,-2-1 10,-4 0 1,4 1 68,-3-1 1,3 0-109,2 1 1,0 5 44,0-1 1,0 1 2,0-6-53,0 1 0,0-1 31,0 0 0,0-5-363,0 0-47,-7-7-344,5 3-169,-5-7 306,7 0-2329,0 0 2268,7 0 642,-5 0 0,12 7 0,-4 2 0</inkml:trace>
  <inkml:trace contextRef="#ctx0" brushRef="#br0" timeOffset="1154">1373 66 7997,'0'-17'-966,"0"6"1182,0 1 974,0 6-931,0-3 0,0 5-36,0-4-266,0 5 1,8-7 164,2 8 1,5 0 31,1 0 1,1 0-294,-1 0 41,0 0 1,1 6 19,-1-1 1,0 8-32,1-2 0,-1 3 46,0 3 1,-7-1 75,-3 0 0,-4 1 113,-2-1 1,0 0-108,0 1 1,-8-1-2,-2 0 0,-5 1 66,-1-1 0,-6 0 149,0 1 1,-5-6-140,5 0 0,-5-2-29,5 2 0,0-2-48,6-4 0,0-3 130,-1 3-262,8-3 147,2-2 34,7 0-182,0 0-119,7 0 0,-3 0 70,7 0 121,0 0 1,5 0-29,0 0 0,-5-5 33,0-1 0,0-1-83,5 2 1,-5 3 73,0-4 1,0-3-131,5-2 0,2 2 110,4-2 1,-4 2-21,4-2 0,-4-1 78,-1 6 0,-1-5-9,0 6 89,1-1 0,-1 1-78,0 0 161,-7-1-136,6 6 0,-11 0 176,7 0-98,-8 0 31,4 0-4,-7 0 1200,0 0-1232,8 7-36,-6 2 1,5 2 0,-5 0 331,3 2-258,-3 1 0,11 3-41,-8-1 0,8-1-5,-2-4 0,-2 1 21,2-6 0,-6-1 75,6-5 1,0 0-77,5 0 0,0 0 95,1 0 0,-1-13-143,1-3 1,-3-4-126,-3 4 1,2-6-47,-8 0 0,1 0 116,-6 6 1,-8-6-160,-3 0 1,-5 1 117,-6 4 0,-3 8-105,-8 4 0,6 3 33,0 2 0,5 2-84,-5 3 0,9 4-129,1 8 0,3 4-363,8 1 0,1 0-1042,5-6 1732,14 1 0,4 6 0,15 3 0</inkml:trace>
  <inkml:trace contextRef="#ctx0" brushRef="#br0" timeOffset="1983">3416 2533 7906,'-9'0'292,"1"0"366,8 0-287,0 0-158,0 7 0,0-3-3,0 7 0,0 0-35,0 5 0,0 8 10,0 3 0,0 4-82,0 1 0,0 8 90,0 4 1,0 5-186,0 5 1,0-3 48,0 4 1,6 1-257,-1-1 0,1-1-84,-6-5 0,5 0-92,1 0 0,-1 0 113,-5 0 1,2-7-67,3-4 0,-3-4-134,4-1 0,-5-7 462,-1-5 0,8-3 0,1-1 0</inkml:trace>
  <inkml:trace contextRef="#ctx0" brushRef="#br0" timeOffset="2682">1 3464 9527,'12'-21'101,"5"-1"1,10-13-198,0 3 1,11-12 163,6 1 0,9-12-57,1-5 1,13-11-222,-34 34 0,0-2 0,4-1 0,2-2 164,-1-1 1,0-1 0,-1-1 0,1-1 70,0-2 0,0-2 1,0 1-1,2 0-5,3 0 1,1 0-1,-3 1 1,0 0-216,0 1 1,-1 2 0,1 0-1,-2 2-175,-3 4 1,-1 2 0,29-23-136,-10 11 0,-5 13 281,-5 3 1,-12 8 223,-10 8 0,-2 3 0,-2 3 0,2 2 0,0-4 0,2-5 0</inkml:trace>
  <inkml:trace contextRef="#ctx0" brushRef="#br0" timeOffset="3053">769 3317 7688,'-9'0'932,"1"0"0,8-1-573,0-5 1,2-3-98,4-7 1,3-8-47,7-3 0,9-6-42,8-5 1,3-6 13,13-10 0,-3-4-89,8-7 1,10-8-212,-32 35 1,1 0 0,3-3 0,-1 0 58,0-2 1,1-1 0,1-1-1,2-1 42,4-3 1,1 0 0,-2 1-1,0 0-127,1 1 1,1 1 0,-3 4 0,0 2-3,-3 4 0,0 2 0,33-32-362,-11 6 1,1 6 243,-6 10 0,-8 6-238,-9 11 1,-5 3 14,-6 8 1,-3 0-217,-8-1-436,0 8 1977,-7 2-844,-1 7 0,-3 0 0,1 0 0,-1 0 0</inkml:trace>
  <inkml:trace contextRef="#ctx0" brushRef="#br0" timeOffset="3377">1357 3383 8009,'-9'0'1005,"-6"0"1,14-8-659,-5-2 1,12-7-95,4-5 1,12-7-82,5-14 0,12-3-131,4-13 0,12-7-317,5-5 1,-26 30-1,2-1 236,2 1 1,1 0 0,0-4 0,1-1-33,1 3 0,0-1 1,2-2-1,0 0-55,-3 2 1,1 0-1,5-1 1,-1 0 93,-4 3 1,0 2 0,-2 1 0,0 2-80,32-23 0,-13 11 106,-9 11 1,-2 5-51,-9 6 0,-7 3-362,-9 8 1,-4 1 133,-2 4 1,-5 4-946,0 7 739,-7 0 1,3 2 570,-7 3-81,0 4 0,0 10 0,0 2 0,0 3 0,0-4 0,0-5 0</inkml:trace>
  <inkml:trace contextRef="#ctx0" brushRef="#br0" timeOffset="3631">1945 3644 7871,'0'-23'1407,"0"4"1,9-11 46,8 2-971,6-17 1,15 1-295,0-10 1,13-8 24,-2 2 0,11-7-884,0 7 1,4 4 579,1 1 1,-7 12-1076,-3 5 0,-6 5 213,-6 6 952,-3 3 0,0 8 0,2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51:58.53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1259 115 7320,'0'-11'125,"0"0"0,0 5 99,0-5 1,0 6 168,0-6 0,0 6 202,0-6-36,0 7-117,0-10-194,0 12 0,0-7-185,0 3-2,0 4-52,0-5 0,0 16 58,0 8 1,0 6-87,0 10 1,-8 9 40,-3 7 0,-3 2-102,-2 8 0,-3 0-17,-2 0 0,2 3-34,-2-7 0,4-3 136,6-8 1,-1-4-17,6-8 0,1-6 61,5-4 1,0-4-51,0-2-33,0-7 1,7-1 33,4-8 0,4 0-54,1 0 1,0 0 47,1 0 1,4 0-1,1 0 0,2 0 3,-2 0 0,-4 1-6,3 5 0,-2 5 57,-3 10 0,-2 5-57,-3 7 0,2-6 28,-7 0 0,-1 6-17,-5 5 1,-2 5 93,-3-4 0,-4-1-27,-8-6 1,-1 1 10,-4 0 1,-1-2-89,-4-4 1,-3 2 0,9-7 1,-7-1-553,7-4 1,-1-3 242,6-3 1,-1 2-567,1-8 0,5 1 881,0-6 0,0-7 0,-5-3 0</inkml:trace>
  <inkml:trace contextRef="#ctx0" brushRef="#br0" timeOffset="617">1226 98 7928,'0'-9'1019,"0"2"-224,0 0-597,-7 5-20,-2 2 1,-8 9 19,1 7 1,0 2-14,-1 4 0,1 4-164,0 6 0,-6 1 74,0 0 0,-2 1-281,3 4 1,2-3 143,-2 3 0,8-5-535,2-6 0,6 0 107,-6-11 1,7 4-643,-1-9 773,3-4 0,9-3-40,4-15 0,9-7 379,2-15 0,1-5 0,-1 0 0,2-7 0,3 1 0,-3-1 0,-8 1 0,-2 1-70,-3 10 0,2-2 735,-8 14-14,8-1 0,-9 13-30,7 3-244,-8 5 1,6 8-258,-3 4 0,-3 3 155,8 3 1,0 1-578,6 4 1,4-4 247,1 3 1,5-2-703,-5-3 0,7 0 756,-2 1 0,4 6 0,2 3 0</inkml:trace>
  <inkml:trace contextRef="#ctx0" brushRef="#br0" timeOffset="1412">213 2108 8009,'7'-16'0,"-5"-6"-78,3 0 1,-3-1-83,-2 1 1,6 2 559,-1-7-159,1-1 0,-6-3-68,0 4 1,0-4-49,0 4 1,-2-2 58,-4 2 0,3-2-14,-8 7 1,5 6 124,-5 5 0,6 5 66,-6-5-272,0 8 17,-5-4 0,-1 8-139,1 5 1,0 3 103,-1 7 1,7 1-22,-1-1 0,5 8 44,-5 3 0,8 4-4,-3 1 0,4 1-134,2 0 1,2 5 64,4 0 1,3 5-174,7-4 0,0 1 76,1-2 1,-3-4-29,-3 4 0,4-9 158,-4-1 0,1-7 110,-1 7 0,2-7 64,-8 7 0,1-14-143,-6 2 0,0-3 230,0 4 1,-2-7-49,-3 1 1,-5-2-254,-6 2 0,0-3-5,-1-8 0,-1 0-253,-3 0 0,2-2 190,-2-4 1,2-3-103,3-7 0,5-2 43,0-4 1,8-2 52,-3-3 1,4-4-35,2 4 0,8 2 14,3-3 0,3 8-168,2-1 0,6 2-28,0 3 0,7 0-184,-2-1 0,-3 1 88,-2 0 1,3-1-177,2 1 1,-1 5 26,1 0 1,-5 6-145,5-6 665,-7 7 0,11-10 0,-6 5 0</inkml:trace>
  <inkml:trace contextRef="#ctx0" brushRef="#br0" timeOffset="1766">540 1912 7967,'-8'-16'0,"5"-1"0,-8 1 1360,7 0-842,-10-1 1,12 6-82,-4 1 1,5 4-350,1-5 1,1 8 57,5-3 0,3 4-240,7 2 1,1 8 91,-1 2 1,6 7-66,0 5 1,-1 3-70,-4 8 0,-1 1-110,0 4 0,-5-1 92,0 6 1,-7-7-82,1 3 0,-5-5 274,-5-1 0,-4-8-67,-8-3 0,1-4 324,0-2 0,-6-1 0,-2-4 71,-1-6-216,5-3 0,-4-2-14,8 0 134,-8 0-101,6-7 1,2 3-80,10-7-112,5 8 1,8-10 91,4 8 1,5-1-325,6 6 1,1 0 86,5 0 1,3 0-341,-4 0 0,4 2-23,1 3 0,-4-3-211,-1 4 0,-2-3 199,2 3 1,3-4 540,-9 3 0,1-3 0,-6-2 0</inkml:trace>
  <inkml:trace contextRef="#ctx0" brushRef="#br0" timeOffset="2312">981 1830 7967,'-7'-16'1203,"5"0"-763,-13 7-279,6 1 1,-2 16-150,0 2 1,8 5 138,-3 1 0,4 1-333,2-1 91,0 0 1,2-1 39,4-4 0,-3 1 0,8-6 25,2-2-31,-6-3 0,8-2 54,-4-5 0,-2-3-35,2-7 0,-2-1 18,2 1 0,1-6 18,-6 0 1,-1-5 2,-5 5 0,0-1-4,0 1 1,0 4-1,0-4 1,0 9 31,0 2 1,0 6 35,0-6-60,0 7 2,0-10-187,0 12 183,7-5 1,1 5-191,3-3 185,3 3 1,-5-5-4,8 7 1,-7 0 50,1 0 1,-5 0 65,5 0-127,0 0 1,-1 1 9,1 5 1,-5-3 255,5 8 1,-8 0-56,3 6 0,-4-1-7,-2 0 0,1 1-114,5-1 0,-4 2 3,3 4 0,-3 1-18,-2 5 1,0 3-91,0-4 1,-6 4 108,1 1 1,-6 1-13,6 0 1,-6 1-333,5 4 1,-6-3 121,1 3 0,2 2-257,-2-2 1,2 7 48,-2-1 0,-4 1-91,4-1 1,2 3 58,-2-3 0,8 3-36,-3 2 1,-1-5 111,2-1 0,-1-7 307,6 3 0,0 2 0,7-13 0,3 2 0</inkml:trace>
  <inkml:trace contextRef="#ctx0" brushRef="#br0" timeOffset="2578">1275 2451 7949,'0'-9'996,"-7"2"0,-1 14-592,-2 4 1,-3 5-315,7 6 1,1-4 58,5 4 1,0-4-162,0-1 1,7-1 88,4 0 0,11-7-229,5-3 1,2-6 51,-2-6 1,4-10 162,-4-11 0,3 0-60,-3-6 0,-4 4-81,-6-9 0,-8 9 35,-4 1 1,-5 3 55,-5-2 1,-4 3-91,-8 8 0,-1 5 104,-4 0 1,2 7-402,-7-1 0,2 10-194,-2 6 0,-2 11 568,7 5 0,0 4 0,6 2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52:10.23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17 416 7567,'0'-9'2186,"0"2"-1973,0 7 0,0 2 27,0 3 0,0 12-27,0 10 0,0 0 425,0 6 1,0-2-258,0 12 0,6-5-197,-1 6 1,1-8-95,-6 2 1,5 2-157,0-2 0,1-1-357,-6-10 1,5 2 303,1-7 1,-1 0 51,-5-6-125,0-7-176,0-2 0,0-9 39,0-3 1,0-6 166,0-11 0,-5 1-5,-1-12 1,-6 2-128,1-13 0,2-1-2,-2-9 0,7 1 109,-1-7 1,3 2 22,2-2 1,2 9-32,3 8 0,-1 12 502,7-2 0,0 13-171,5 4 0,0 5-17,1 5 0,1 5-55,3-5 0,-2 12 124,2 4 1,-2 5 53,-3 1 1,0 3-122,1 2 0,-8-1-21,-4 8 0,-3-7-21,-2 7 0,-7-1-103,-4 5 0,-4-6 73,-1-4 0,0-4-8,-1-2 0,1-1-103,0-4 0,-1-2-202,1-4 0,5-3-1206,0 3 1093,7-3 0,4-4-11,11-3 388,4 3 0,8-12 0,3 4 0</inkml:trace>
  <inkml:trace contextRef="#ctx0" brushRef="#br0" timeOffset="904">654 73 7901,'0'-11'-428,"0"0"1076,0 8 46,0-12 183,0 6-324,-7 0-323,5-5 0,-10 14 56,6 0 1,-5 7-57,6 9 0,-8 10 0,2 6 1,-1 10 68,1 13 0,-4 3 255,4 7 0,2 6-269,-2 0 0,6 5-415,-6-5 0,7 0 17,-1-6 0,3-2 164,2-3 1,2-5-1002,3-12 1,10 3 502,7-8 0,1 0 180,-1-5 1,3-8 266,8-3 0,-7-4 0,-3-2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52:23.38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17 261 7892,'0'-16'0,"0"5"530,0 0 1,0 0-46,0-5 0,0 5 161,0 0 0,0 0-269,0-5 0,1 2-109,5 3 0,3-2 67,7 8 1,1-6-85,-1 5 0,2 1 83,4 5 0,-2 7-150,7 4 1,-2 5-14,3 6 0,1 3-40,-7 8 1,5 0-149,-5-1 1,-1 1-44,-4 0 1,-1 5 95,0 0 0,-5-2-607,0-8 1,-2 6 281,2-7 0,2 2-1644,-8-7 208,1-4-165,1 6 1333,-5-15 1,5-4 556,-7-10 0,0-11 0,0-10 0</inkml:trace>
  <inkml:trace contextRef="#ctx0" brushRef="#br0" timeOffset="257">523 114 7892,'0'-9'640,"0"2"0,-7 7 254,-4 0 0,-4 7-436,-1 4 1,-8 11 13,-3 5 0,-9 11-320,-2 6-122,-8 3 1,6 2-84,-3 0 0,-3-2-362,8-3 0,2 3-152,9-3 1,-2-4 367,7-2 1,7-6-1962,10-4 2160,3-5 0,2 1 0,0 1 0</inkml:trace>
  <inkml:trace contextRef="#ctx0" brushRef="#br0" timeOffset="578">1160 33 8492,'0'-11'2086,"0"0"-764,0 7-605,0-3-489,0 7 1,-5 2 453,-1 3 0,-6 6-242,1 11 1,-4-2-294,-1 7 0,-2 0-33,-4 6 0,2 0-178,-7-1 1,1 1 107,-1 0 1,-2-6-152,7 0 0,-5-1 148,5 1-51,1-3 687,4-8-295,8-7-76,2-2 1,9-7 35,3 0 0,4 6-1,8-1 0,4 2-133,1-1 0,5-4-193,-5 3 1,5 2 200,-5-1 1,5 5-2,-5-6 0,5 8-1531,-5-2 0,2-2 656,-2 2 0,-4-6-1150,4 6 1,-10-6 214,-1 6 1595,0-7 0,5 11 0,1-6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52:26.18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491 34 8308,'0'-9'1707,"7"-6"-1382,2 13 0,7-5 72,1 7 0,5 7-40,-1 4 0,3 5 72,-2 6 1,-2 9-163,7 7 0,-5 8-41,5-3 0,-7 1-217,2 5 1,-6-4 76,-5 10 0,-2 1-96,-3-2 1,-5 1-201,5-6 1,-10-2-267,-1-3 1,-8 1 147,2-7 1,-9 0-239,-2-5 0,-7-2-522,2-4 0,3-3 26,3-8 1062,-5 0 0,1 1 0,-8-1 0</inkml:trace>
  <inkml:trace contextRef="#ctx0" brushRef="#br0" timeOffset="533">1144 475 7765,'-9'0'0,"2"0"1078,7 0 1107,0 0-1710,7 0 1,4-2-294,11-3 1,-4 3-403,4-4 1,2 4-773,-3 2 0,7 0 534,-7 0 1,1 0-1319,-6 0 1776,1 0 0,-1 0 0,0 0 0</inkml:trace>
  <inkml:trace contextRef="#ctx0" brushRef="#br0" timeOffset="783">1161 671 7765,'-8'9'3584,"7"-2"-2835,-7 0-491,8-5 1,2 11 7,4-8 0,3 1 50,7-6 1,6 0-769,0 0 0,7-6 305,-2 1 0,4-8-2789,1 2 2936,1 4 0,0-15 0,0 4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52:29.08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181 491 7640,'0'-9'10,"0"-6"669,0 6-389,0-7 1,0 0-5,0-1-81,7 1 1,-5 0-94,3-1 1,-3 1 9,-2 0 1,2-6-14,3 0 0,-3 0-160,3 6 0,-3-6 119,-2 0 0,-5 1 47,-1 4 1,-5 6 152,6 0 1,-8 8-106,2-3 1,2 5 59,-2 1 0,1 7-12,-7 4 1,3 9 98,3 2 1,-2 7-151,8-2 0,-1 5-19,6 7 1,0-3-71,0 7 0,0-4 82,0 4 1,2-5 13,3 6 1,5-8-14,6 2 1,-2-9-536,-3-1 1,2-8 238,-8 1 518,8-2-109,-11-3 62,5 0 1,-9-7-208,-3-3 1,-4-4 20,-7-2 1,-1 0-209,1 0 0,0-8 151,-1-3 1,1 2-144,-1-2 1,7 1-76,-1-7 0,7 1-242,-1 0 231,3-1 0,2 1-90,0-1 0,7 7 16,4-1 1,-2 5 82,2-5 1,0 6-242,5-6 1,1 2 73,-1-2 1,2-3-313,4 3 1,-4 2-11,4-2 0,1 2-131,-1-2 0,0-2 59,-6 8 695,1-8 0,6 4 0,3-8 0</inkml:trace>
  <inkml:trace contextRef="#ctx0" brushRef="#br0" timeOffset="582">524 344 7760,'-2'-11'0,"-4"0"0,5 6 400,-5-6 1,4 5 589,2-4 0,0 4-76,0-5-587,0 8 1,6-7-98,-1 5 0,8 3-67,-2-3 0,-2 3-21,2 2 1,0 7 72,5 4 1,6 5-285,0 6 1,-6 4 120,-5 6 1,-2 6-381,2 1 0,-4-1 63,-7-6 0,0 3-8,0 3 0,-7-9 187,-4 4 1,-4-6 234,-1 0 1,-2-5 58,-4-11 0,4 2-123,-4-8 0,4 1 305,2-6 1,-1 0-118,1 0 0,1-8 51,5-3 1,1-3-143,3-2 1,4-1-197,-3 1 0,5 1 29,5 4 1,-1 2-289,7 4 1,1 3 214,10-3 0,-4 5 73,4 5 0,-2-1-1143,2 7 1,2-1 471,3 7 0,2-6-517,-7 0 0,5-6 134,-5 6 1039,7-7 0,-11 10 0,5-5 0</inkml:trace>
  <inkml:trace contextRef="#ctx0" brushRef="#br0" timeOffset="1024">965 344 7866,'0'-16'157,"-7"7"1,-2 3 215,-8 12 0,6 3-76,0 7 0,6-1-98,-6-5-149,7 12 0,-3-11-176,7 11 135,0-4-199,0-2 329,7-7-100,3-1 1,6-10-395,0-4 0,-7-3 132,-3-7 1,1-6 67,-2 0 1,1-7 141,-6 2 1,0-2 9,0 2 0,0-9-12,0 3 1,0-2 18,0 8 1,0-2-53,0 7 1,0 1 28,0 4 1,5 1 345,1 0 0,1 5-119,-2 0 1,-1 7-158,7-1 10,0 3 0,5 2-2,1 0 0,-7 0 40,1 0 0,0 5 71,6 1 0,-7 1-32,1-2 0,0 5-75,6 6 0,-6 0 120,-1 1 1,-6-1-45,1 0 1,-1 2 167,2 4 1,-5 4-80,5 6 0,-4 1-182,-2 0 0,-2 1 7,-4 4 1,3-1-195,-8 6 1,5-5-437,-4 6 1,4-6 311,-5 6 1,6-6-215,-6 5 1,7-6 164,-1 1 0,3-6-1376,2-4 1690,0 2 0,7-11 0,2 4 0</inkml:trace>
  <inkml:trace contextRef="#ctx0" brushRef="#br0" timeOffset="1288">1324 638 10055,'0'16'543,"0"1"1,0-6-543,0 0 1,2-6 85,4 6 0,3-7-51,7 1 1,6-5 123,0-5 0,-1-4 238,-4-8 0,-3-5-98,-3 1 0,2-7 25,-8 7 0,1-3-262,-6 2 0,-9 4-66,-8-4 0,-1 6-561,-9 5 1,5 4 374,-5 7 0,2 0-550,-3 0 1,3 7 738,3 4 0,4 3 0,-6 3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52:31.44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66 148 7824,'0'-9'1902,"0"3"-700,0 12-788,0 3 0,0 14 4,0 5 0,5 10-62,1 5 0,-1 6-342,-5 6 1,5-4 83,1 3 0,-1 2-650,-5-1 1,0-3 431,0-8 0,0 1-376,0-6 1,0-1-41,0-6 1,0-6-1113,0-4 1160,0-4 0,-1-9 106,-5-4 1,4-7 86,-3-8 0,-2-5 295,1-18 0,-7 2 0,3-12 0,-5-8 0,-1-7 0</inkml:trace>
  <inkml:trace contextRef="#ctx0" brushRef="#br0" timeOffset="279">0 50 7824,'8'-17'111,"2"1"0,5 7 5,1 3 0,6 5 106,0 1 0,1 0 99,-1 0 1,-2 7-113,7 4 0,-7 3 13,2 3 0,-4 4 36,-1 1 0,-3 6 59,-3-7 0,-4 8-260,-7-1 1,-1-3 65,-5 2 1,-10-7-150,-11 2 0,-4 2 90,-2-3 0,2-1 84,4-9 1,-2 2-463,7-8 1,0 1-1388,6-6 540,7 7-357,2-5 1518,21 5 0,4-7 0,15 0 0</inkml:trace>
  <inkml:trace contextRef="#ctx0" brushRef="#br0" timeOffset="545">768 229 7852,'-16'0'0,"5"0"2234,0 0-660,8 0-505,-5 0-683,8 0 0,2 0 99,4 0 1,3 6-914,7-1 0,2 1 308,4-6 1,-2 5-1226,7 1 1,-7-1 715,2-5 1,1 6-790,-1-1 1418,-7 0 0,-1 3 0,-5 1 0</inkml:trace>
  <inkml:trace contextRef="#ctx0" brushRef="#br0" timeOffset="798">736 507 7828,'-9'9'2483,"1"-1"1,16-3-1957,2 0 0,12 1-934,5-6 0,4 0 299,2 0 1,5-2-3092,0-3 3199,8-4 0,-5-8 0,8 1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52:40.41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17 117 7913,'-5'-11'2320,"-1"0"-1637,1 7-204,5-3-422,0 7 1,0 2 83,0 3 1,5 4 79,1 8 0,1 2-296,-1 3 0,-4 4 98,3 7 1,3-5-160,-3 0 0,1-6 63,-6 6 0,0-8-258,0 3 495,0-5 506,0-8-564,0-3 1,0-9-34,0-3 0,1-7-133,5-10 1,-4-6 95,3-11 0,3 2-364,-3-7 1,8 7 171,-1-2 1,2 5-9,3 7 0,0 2 165,-1 9 1,1 1 115,0 4 1,0 3-168,-1 8 0,1 0 27,0 0 0,-6 8 106,0 3 0,0 9-36,6 3 1,-1-1 0,1-6 0,-6 7-6,0-1 1,0 0-167,6-5 1,-4-2-83,4-4 1,-4 2-202,9-8 0,-2 1 215,3-6 1,-3 0 191,8 0 0,7 0 0,8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52:41.30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17 215 7844,'0'-11'149,"0"0"369,0 7-52,0-11 0,-2 14 85,-3-5-50,3 4-251,-6 2-92,8 0 1,0 2 46,0 4 0,0 3 0,0 8 1,0-1-113,0 1 1,0 5 91,0 0 0,0 3-207,0-3 0,0-4 36,0 5 11,0-5 1,0-7 307,0 0-58,0-7 0,0 2-231,0-12 0,2-3-120,4-8 1,-2-5-2,7 0 0,-6-10 126,6-1 1,1-3-315,4-8 1,1 7 127,0-2 1,-3 6 60,-2 5 0,2 4 213,-2 7 139,2 8 1,1 3-124,-4 12 1,-1 5 179,-5 11 0,-3 4-108,4 7 0,-5 6-50,-1 0 0,2 0-226,4-5 1,-2-1 110,7 0 0,0-1-848,6-4 1,-1-4-96,1-7 1,0 3-458,-1-3 1,1 1 1339,0-12 0,7-1 0,2-5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53:06.35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650 101 7740,'0'-26'0,"0"8"1377,0 6-847,0 1 1,-2 0 815,-4 0 462,5 7-991,-7-3-313,8 7-706,0 0 1,8 2-79,3 3 0,-2-3 105,2 4 0,0 3-207,6 2 1,0-2 70,-1 3 1,1-7 72,0 6 1,-6 0-21,0 6 1,-6-2 13,7-4 1,-9 9 1049,3-3 0,-4 3-230,-2-3 1,0 0 10,0 0 0,0-1-265,0 1 1,-2-6 5,-4 0 1,4 0-42,-3 6 1,1-8-87,-1-3 0,3-2-1405,-4 1 789,4-3 36,2 5 1,2-8-167,4-5 1,-3 2-397,9-7 0,-7 0 162,6-6 0,-1 1-1053,1-1 1832,3 0 0,-4-7 0,6-2 0</inkml:trace>
  <inkml:trace contextRef="#ctx0" brushRef="#br0" timeOffset="630">66 101 7740,'-17'0'2835,"0"0"-2447,8 0 1,0 0 129,3 0-261,4 0 0,-3-6-124,10 1 0,5-3-121,6 3 0,3 1 84,3-7 0,-2 7-45,8-1 1,-6 3-86,6 2 1,-7 0 104,1 0 1,-3 2-130,-3 3 0,-1 6 31,-4 12 0,-3-3 115,-8 8 0,0 2-45,0 9 0,-8 1 19,-3 5 1,-4 3-13,-1-3 0,-3-5 5,-3-1 1,3-3 134,-3-3 0,3-7-122,3-4 0,5-3 463,-1-3-211,9-6-311,-5 5 0,10-15 49,4 0 1,3-2-101,8-9 1,5-1-76,0-4 1,8-1-314,-2 0 1,-2 3-605,1 2 0,1-2 499,6 2 1,-1-1-744,0 2 1,-1-2 1277,-4 8 0,11-8 0,-4 4 0</inkml:trace>
  <inkml:trace contextRef="#ctx0" brushRef="#br0" timeOffset="1238">700 84 7740,'-11'0'1871,"0"0"-756,7 0-363,-11 0-660,13 8 133,-5-6-183,7 5 0,0-5 183,0 3-156,7-3 1,-3 6 433,7-8 25,0 0-408,6 0 0,0 5 24,-1 1 1,-6 7-169,-5-2 0,2 4 76,-1 1 0,0 1-25,-6 0 0,0 5 7,0 0 0,0 6-128,0-6 1,-6 8 143,0-2 1,-5 2 104,6-3 1,-8 3 191,2-8 1,-2 1-114,2-7 0,-2 1 355,7 0-179,-7-8-60,11 6-170,-5-13 0,7 3-195,0-10 1,9-5 54,8-6 1,-1 3-151,7-4 1,1 10-94,-2-10 0,8 4 130,-2-4 1,3 6-71,2 0 0,1 2 93,-1-2 1,-5 3-24,0 8 1,-8 0 39,3 0 1,-5 0 40,-1 0 1,-6 0-207,0 0-18,-7 0 1,5 6-1462,-3-1 782,-5 8-1771,7-11 1255,-8 6 1411,0-8 0,0 7 0,0 2 0</inkml:trace>
  <inkml:trace contextRef="#ctx0" brushRef="#br0" timeOffset="1500">1434 351 14231,'0'11'1578,"0"1"-150,0-9-1916,0 12 193,0-13-1265,0 5-1491,0-7 3051,8-7 0,-6-10 0,5-9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53:10.71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101 151 7728,'-17'0'1104,"1"0"0,5 0-740,-1 0 0,7 0 56,-6 0 0,5 2 74,-5 4-95,7-5-69,-3 14-286,7-13 40,7 13 0,3-13 91,6 3 0,1-3-144,0-2 0,5 0 40,0 0 1,8-2-70,-2-3 1,3 1 7,3-7 0,-1 0 55,0-6 0,-1 2-124,-4 4 1,-4-2 69,-7 8 1,-1-1-167,1 6 138,-8-7 0,0 5 57,-3-4 20,-4 12 1,5 3 124,-7 8 1,-5-1-55,-1 1 0,-5 2-76,6 3 1,-7 2 11,7 4 0,-6-2 8,5-4 1,-5 4-330,5 7 0,-5-5-203,6 0 0,-1-2-286,6 2 1,0 2 113,0-8 0,0 2-390,0-2 1,0-3-464,0 3 1482,8-3 0,1 5 0,8 2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53:38.19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17 167 7968,'-7'-17'1042,"5"1"-905,-5-1 0,14 6 20,4 0 1,4 7-10,2-2 1,1 5-110,4 1 1,-1 1-258,7 5 1,-2 3 149,1 8 1,3 5 112,-8 0 0,-1 6-5,-10-5 1,2 6-19,-8-1 0,1 4 69,-6 1 0,-4-2-52,-7-3 1,-2 4 6,-15-4 1,1-4 65,-7-2 1,3-3 194,3-3 0,-2-5-35,8 0 1,0-7 403,5 2-475,8-4-177,1-2 0,18-6-276,6 0 1,8-5 166,10 6 0,1-3 124,4 3 0,-4 3-4,4-4 1,2 5-979,-2 1 0,0 0 943,-6 0 0,1 0 0,-1 0 0</inkml:trace>
  <inkml:trace contextRef="#ctx0" brushRef="#br0" timeOffset="312">585 134 7968,'0'-17'0,"-6"0"662,1 1 58,-1-1-164,6 0-333,0 1 1,2 6 83,3 5 0,5 3-28,6 2 1,3 2-731,3 3 383,4 5 1,2 12-211,0 0 0,-6 6 214,6-6 1,-10 8-108,-1-2 1,-2 1 21,-9-1 0,-1 9 160,-5-3 0,-2 1-43,-3-7 0,-5 1 9,-6-6 1,-1 4 0,2-4 935,4-3-587,-4-1 1,8-8-10,-4 0 0,3-6-28,8 6 0,0-5-322,0 5 1,8-7 86,3 1 0,9-3 121,2-2 1,10 0 5,1 0 0,1 0-785,5 0 0,-4 0-244,-2 0 0,6-2-1526,0-3 2374,0 3 0,-5-13 0,-1 6 0</inkml:trace>
  <inkml:trace contextRef="#ctx0" brushRef="#br0" timeOffset="575">1236 501 7968,'-10'0'885,"-4"0"0,10-6 53,-7 1-669,7-1 1,-2 6-298,12 0 0,3 0-1348,8 0 0,2 0 343,3 0 1033,-4 0 0,14 8 0,-6 1 0</inkml:trace>
  <inkml:trace contextRef="#ctx0" brushRef="#br0" timeOffset="846">1486 117 7920,'-17'-7'0,"1"3"0,-1-7 1815,8 7-496,1-11-947,8 13 1,2-5-276,4 7 1,9 0-97,7 0 1,7-6-357,-1 1 0,9-3 110,2 3 1,8 3 134,-3-4 1,4-1 146,2 1 0,1-5-111,-1 6 1,-6-1-176,1 6 1,-8 0 213,2 0 0,-10 2 43,-1 4 1,-7 5 73,1 11 0,-11 6 193,-6 11 0,-3 3-43,-2 8 1,0 8-115,0 3 1,-7 6-22,-4 5 0,-2 2-225,2 4 0,-4-4 128,4-7 0,-4 0 0,-2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53:37.32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50 351 7810,'-9'-9'704,"1"1"0,7 10-229,-5 4 1,4 3-28,-3 8 0,-3 1-293,3 5 0,-1 1 82,6 3 0,2 3-14,3-8 0,-1 6-45,7-6 0,0 1-691,6-7 0,0-1 28,-1-4 1,1 2-339,0-7 1,0-1 242,-1-5 1,1-9 579,0-8 0,-1-7 0,1-9 0</inkml:trace>
  <inkml:trace contextRef="#ctx0" brushRef="#br0" timeOffset="353">50 17 7964,'2'-9'353,"3"3"1,5 5-237,6 1-421,1 0 0,5 0 164,1 0 1,6 0-25,-1 0 1,4 0 139,1 0 0,0 0-75,1 0 1,-8 0 54,-4 0 0,-3 5 109,-3 1-168,1-1 101,-8 3 1,-1-5-5,-8 8 0,-2-5 165,-4 5 1,-3-5 676,-8 5-325,1 0-251,-1 6 1,8-1-278,3 1 100,4 0 1,10-2 41,3-4 0,11 4 2,6-4 0,3-2-287,3 2 1,-1 0 80,0 6 1,-1-6 151,-4 0 0,2-2 33,-8 3 0,-6 2 139,-4-3 0,-11 4 100,-1 2 0,-7 0-96,-10-1 0,-7 1-103,-4 0 0,2-1-132,-1 1 1,-1-2-803,-6-4 0,7 4 320,-1-4 468,7-3 0,-3 6 0,8-4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53:33.62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84 716 7971,'0'-26'0,"0"2"813,0 7-78,0 8-42,0-6-357,-8 6-123,6 0 1,-11 3-105,8 12 1,-6 5 163,5 11 0,-5 11-22,5 12 1,-1-2-29,2 1 1,3 1-64,-4 5 0,4-2-255,2-4 0,2-8 106,4-9 0,3-6 129,8 1 0,-1-5-225,1-6 0,2-4-82,3-7 0,-4-7 19,5-4 1,1-12 114,-2-4 0,-5-10 18,-6-2 0,-8-13-54,3 2 1,-4-4-259,-2 4 1,-4 0 140,-7 0 1,0 0 138,-11-1 0,3 11-44,2 6 1,1 8 126,-1 10 1,0 6-15,1 5 1,1 5-95,4 5 0,-2 12 12,7 11 1,1 3-154,5 3 1,1 5-917,5 0 1,3 5 221,8-5 907,7 7 0,2-10 0,7 5 0</inkml:trace>
  <inkml:trace contextRef="#ctx0" brushRef="#br0" timeOffset="307">634 950 7971,'-16'-6'1509,"-1"1"1,0-3-567,1 3-402,-1 3-598,0-6-1776,8 8 1396,2 0 1,9 0 264,3 0 0,4 0-1370,8 0 1542,0 0 0,7-7 0,2-2 0</inkml:trace>
  <inkml:trace contextRef="#ctx0" brushRef="#br0" timeOffset="590">902 649 7971,'7'-26'0,"-5"2"230,3 7 1,-3-5 405,-2 0 0,-2 0-337,-3 5 0,1 0-229,-7 1 1,7 5 160,-1-1 1,-3 7 175,3-6-256,-8 7 51,3-3 1,-4 14 20,3 4 1,3 4-136,8 2 0,0 1-389,0 4 1,0 3 145,0 2 1,2 5 51,4-4 0,3 3 167,7 3 0,1 5-27,0 0 1,5-1-40,0-4 1,1-1 28,-7 1 0,-1-1-13,-4 0 0,2-1 62,-7-4 1,-1-4 295,-5-7 1,0-1 35,0 1 0,-7-8 109,-4-3 0,-4-4-164,-2-2 1,1 0-106,-1 0 0,-5-6-233,-1 0 1,3-12 129,9 1 0,-4-5 96,4 0 1,4-4-305,1-8 0,4 1-995,2 0 1,2 7 434,4 3 0,3-1-85,7 2 0,3 5 256,3 6 0,-3 7-67,3-1 0,2 3-243,-2 2 0,1 0 263,-7 0 0,7 6 499,-1-1 0,0 8 0,-5-4 0</inkml:trace>
  <inkml:trace contextRef="#ctx0" brushRef="#br0" timeOffset="866">1285 599 7971,'0'-17'571,"2"1"151,4-1 1,-4 0 97,3 1-511,5-1 0,-3 6-74,4 0 0,4 7-75,-4-1 0,4 5-172,2 5 1,-6 4 112,0 8 1,0 3 108,6 8 1,-8 0-160,-4 11 1,-3-4-631,-2-1 1,-2-1 396,-3 0 1,1-1 84,-7-4 0,2-4 186,-2-7 435,-4-1 420,6-7-650,-1-1 0,5-8-133,10 0 1,-1-2-258,7-4 1,2 5 0,8-7-1412,1 1 812,0 5 0,-3-5-1585,3 7 2280,-4 0 0,14 0 0,-6 0 0</inkml:trace>
  <inkml:trace contextRef="#ctx0" brushRef="#br0" timeOffset="2329">2103 716 8011,'10'-11'-467,"-5"0"1,3 5 914,-3-5-196,8 0 1,-11-6-26,3 1 0,3 4-64,-3 1 1,1 0 243,-6-6 1,0 6-92,0 0 1,0 6-95,0-6 0,-2 7-69,-3-2 1,1 4-297,-7 2 1,0 2 89,-6 4 1,0 3 26,1 8 0,-1 7 134,0 4 1,1 5-47,-1 6 0,2-6-267,4 1 0,3-1 80,8-5 0,0-4 166,0-2-159,8-11 0,1-3-142,8-8 0,0-2 208,-1-4 0,1-3 50,0-7 1,-1-9-38,1-2 0,0 1-38,-1-2 118,-6 0 0,-3 2-62,-7 4 39,0 11 0,0 5 145,0 12 1,-7 12 353,-5 16 0,-2 6-211,-3 10 1,2 8-170,4 3 0,-2-2-84,7 3 1,1-14-184,5 2 1,0-4-6,0 4 1,0-9 98,0-7 0,7-10 32,4-13 1,-1 2-83,1-8 1,-6 1 39,7-6 0,-7-9-97,6-8 0,-2-7-147,3-10 1,2-1 40,-2-4 1,1 0-165,-2-11 1,4 4 99,-4-10 1,3-1 106,3 1 1,-6 6-4,0 6 1,1 5-43,4-6 0,-5 14 295,1-3 0,-7 12-196,6 0-190,-7 11 659,3-4 1,-7 15 153,0 0 1,0 7-115,0 10 1,-5 0-148,-1-1 0,1 8-59,5 4 0,0-2 67,0 2 1,0-6-142,0 6 0,5-8-70,1 3 1,7-5-260,-2-1 0,4-6 157,1 0 1,-4-7-159,-1 1 0,0-5 73,5-5 0,1-4 47,0-8 0,-6-5-4,0-1 1,-2-6-8,3 1 0,-5 2 192,-7-2 0,0 0 13,0-5 1,5 5 136,1 0 0,0 13-15,-6-1 1,0 8 177,0-3 1,-2 9-151,-4 2 0,4 10-56,-3 12 0,3-2 1,2 8 1,0 0 8,0 5 0,0 3-260,0 2 1,2-8-63,3 4 0,5-7-142,6 1 1,7 0 68,-1-11 1,2 1-86,-2-12 0,-1-1 49,6-5 1,-6 0 81,1 0 1,-3-9 6,-3-8 0,1-1-85,0-10 1,-1 0 155,1-5 0,-6-1 11,0 1 1,-7 0 136,2-1 1,-5 3 7,-1 3 0,6-2 484,0 8-46,-1 0-209,-5 5-222,-7 8 0,-1 9 135,-3 11 0,-4 6 177,4 5 0,2-2-78,-2 8 0,2 0-127,-3 5 1,5 1-58,7-1 0,-6-5-36,1 0 1,-1-8-64,6 2 1,2-3 71,4-2 0,-3-6 132,9 0-183,-1-7 1,5-3-249,1-6 0,0-14 69,-1 3 1,-1-7 36,-4 1 1,4 2 94,-4-8 1,-1 2 1,1-2 1,-6 2 5,6 4-4,-7 3 1,5-5-15,-3 8 93,-4 6 83,5 3 0,-5 7-96,4 0 0,-4 7 4,3 4 0,-3 4-40,-2 2 0,0 5-6,0 0 1,0 3-5,0-3 0,2-4 20,3 5 1,-3-5-14,4-1 0,-3 0-50,3-1-307,-4-7 153,13-1 131,-13-8 1,11-2-32,-8-4 1,3-3-101,-3-7 1,-1-7 129,7 1 1,-7-2-23,1 2 0,3 3 65,-3-3 1,3 3-30,-3 3 147,-3 6 1,7-3-54,-3 8 14,-4-1-34,5 6 0,-7 8 16,0 3 1,6 4-39,-1 1 1,3 1-5,-3 0 1,-1-1 29,7 1 0,-5 0-56,5-1 1,0-1-644,6-4 0,-6 4-321,0-4 989,0-3 0,6-1 0,-1-7 0</inkml:trace>
  <inkml:trace contextRef="#ctx0" brushRef="#br0" timeOffset="2757">3372 532 8011,'-10'-16'123,"-2"5"275,6-1-214,-7 9 0,11-7 230,-3 5-112,3 3 1,4-5-193,3 7 0,1 0-625,10 0 1,-3-6 152,10 1 0,-3-7-97,2 7 0,2-8 133,4 2 1,-2-4-79,-4-2 1,-3 1 403,3-1 0,-9-5 0,-2-1 0,-1-5 0,1 6 0,-4-11 0,-7 5 0,0-2-46,0 8 0,0 9 507,0-4 916,0 12-948,0-3 0,-5 23 144,-1 8 1,-5 6-157,5 5 1,-5 12-109,6 4 0,-1 0-82,6 0 1,0-3 0,0 8 0,0-3-457,0-2 1,0 0-82,0 0 1,7-5-285,5-1 1,1-8 278,-2-3 0,2-7-606,-8-9 657,8-8 0,-9-2 47,7-7 1,-5-9 7,5-8 0,-6-5-54,6-6 1,-1-3 179,1 3 0,-4-2 130,-7 2 0,6 4 433,-1 8-226,1-1-98,-6 8 0,0 3-128,0 12 0,0 3-30,0 8 1,0 1 48,0 4 0,0-1 125,0 7-172,0-8 0,7 12 0,3-6 0</inkml:trace>
  <inkml:trace contextRef="#ctx0" brushRef="#br0" timeOffset="3203">3722 466 7693,'0'-11'-312,"0"-1"225,0 9 1,0-7 53,0 5 0,8 3 1,3-4 1,4-1 17,1 1 1,7-7-316,-1 2 0,6-3 99,-6-3 0,8-2 230,-3-3 0,-2 3 0,-3-3 0,2-4 0,-2-2 0,-1 2 175,-10-1 0,4 4-56,-4-4 0,-4 6-161,-1-1 1,-5 3 41,-1 3 1908,0-1-1313,0 8 1,0 3-208,0 12 0,-7 10-141,-4 12 1,2 6-86,-2 5 0,5 3-205,-5 8 1,7 6 95,-1 0 1,3 1 117,2-1 1,0-6-129,0 0 1,2-2-612,3-9 1,10-2 189,7-9 1,0-4-8,-5-7 0,0-8 194,0-3 1,-1-6 98,1-6 1,1-11-322,5-11 0,-5-5 92,5-6 1,-11 2 154,0-7 1,-3 5-60,2-6 0,-4 14 103,-7-3 1,0 12 346,0 0 1,-7 11 244,-4 5 1,-4 12-173,-2 5 0,3 11 111,2 6 0,-2 9-182,2 2 1,5 5-88,1-5 1,5 8 88,1-3 1,1-3-230,5-2 0,3 3 0,8 1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53:31.88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84 277 8069,'-23'0'1104,"1"0"925,2 0-1048,8 0-663,5-7 0,14-1-70,5-3 0,10-2-15,6 8 1,5-8-101,6 1 0,4-2-48,7-3 1,0 6-164,0 0 0,-6 5-162,1-5 0,-8 7-556,2-1 1,-6 1-1651,-5-2 1755,4 5 1,-14-7-164,4 8 854,-10 0 0,-5 8 0,-7 1 0</inkml:trace>
  <inkml:trace contextRef="#ctx0" brushRef="#br0" timeOffset="271">467 260 8069,'-9'2'1204,"4"4"1,-5 5-683,-1 11 0,2-1-211,-2 6 0,5 7-581,-5 5 0,6 2 231,-7-3 1,9-2 186,-3 3 0,4-4 35,2-2 0,8 1-1952,3-1 1769,-4 0 0,8-7 0,-6-2 0</inkml:trace>
  <inkml:trace contextRef="#ctx0" brushRef="#br0" timeOffset="629">734 27 8069,'0'-17'750,"0"8"0,-1 9-369,-5 11 0,2 13-134,-7 9 1,6 8-56,-6 9 0,7 6-99,-2 0 1,4 5-248,2-6 1,0-1-38,0-9 0,2 1-155,4-7 0,-2-6-16,7-5-129,0-7 830,5-5-254,1-8 1,-2-21-178,-4-4 0,2-11 8,-7 0 0,1-3 277,-1-3 0,-5 3 159,5 3 0,-2-2 134,1 8 0,-3 5 163,4 6-451,-4 8 1,3-3-228,1 12 0,1 5 113,-1 11 1,-3 4 67,9 7 0,-3 1 9,2-1 1,4 1-285,-4-1 0,4-2-160,1-3 0,7-9-160,-1-8 1,6-7 266,-6 1 1,2-3 145,-2-2 0,-3-2 94,3-3 1,-3-10-79,-3-7 1,1-8-39,0 2 1,-6-5 26,0-6 0,-7 3-98,1-2 1,3-1 22,-3 5 1,1-1-461,-6 13 607,0-1 235,-8 14 0,-1 9-31,-8 11 1,3 12-182,3 4 0,-2 7-32,7 5 1,0-4 85,6 4 0,2 0-68,4-6 1,3 2-477,8-12 0,5 5-1697,0-6 2117,1 0 0,8-13 0,4-1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53:40.13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184 284 7825,'0'-11'583,"0"0"1844,0-2-1974,0 5 0,-2-5-61,-3 8 0,1-1 394,-7 6-577,0 7 0,-6 3 109,0 6 1,1 7-105,-1-1 0,6 2-26,0-2 0,-1 4-35,-4 8 0,5-7-86,-1 1 1,9-2 87,-3 2 0,4-2 45,2-4 0,2-3-333,4 3 0,5-9 99,11-2 0,-3-5-700,3 5 1,2-7-106,-2 1 0,6-3-419,-6-2 0,6 0 380,-6 0 0,3-2 878,-3-3 0,-4-5 0,6-6 0</inkml:trace>
  <inkml:trace contextRef="#ctx0" brushRef="#br0" timeOffset="263">368 0 7886,'11'0'1223,"0"0"1,2 8-684,9 3 0,-2 5 52,8 7 0,-5 3 199,4 7-462,1 0 1,6 8-115,-1 4 1,-7-3-11,-4 3 0,-11 5-500,-5 5 0,-4 7 235,-2-7 1,-8 7-976,-3-7 1,-11 6 41,-6-5 0,-5 0 993,-6-6 0,-11 0 0,-10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53:52.38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785 1653 8241,'-9'0'-668,"2"0"963,7 0-196,0-8 24,0 6 108,0-5-140,0 7 1,2 0-11,3 0 100,-3-7-155,13 5 1,-11-6 162,7 8-96,-8 0 0,7 0 148,-5 0-2,-3 0-46,5 0 0,-5 0 2,4 0-83,-4 0 109,5 0-302,1 0 128,-7 0 0,9 0 33,-5 0-45,-3 0 1,7 0-187,-3 0 114,-4 0 0,7 0 84,-3 0 147,-4 0-147,12-7 55,-4 5 0,1-5-33,0 7-25,0 0 1,6-2-23,-1-4 1,-4 4 19,-1-3-83,0 3 0,5 2 115,1 0-105,0-8 1,0 7 50,-1-5 0,-5 2 26,0-1-35,1 3 0,4-7-4,1 3 1,-6 4 5,0-3 1,-5 1 19,5-2 143,0 5-154,6-14 1,-1 5 53,1-6 1,-6 5-46,0-1 0,-5 9-42,5-3 0,-5-1 42,5 1 1,-6-5 6,6 6 1,-5-7-32,5 7 0,-5-6-18,5 5-1,0-7 30,6 4 1,-3-8-5,-2 0 1,2 6 0,-2 0 0,-3 2-33,2-2 1,-5-4 43,5 4-14,0-4 1,4-2-23,-4 1 0,2-1-6,-8 0 1,8 2 13,-2 4 0,-1-4 4,1 4 1,-2-3 9,2-3 0,2 6-8,-7 0 2,7-1 0,-6-4-2,4-1 0,2 0 1,-7 1 1,5 5 8,-5-1 1,5 1-1,-6-5 1,6-1-11,-5 0 0,5 6 10,-5 0 65,7 0 0,-6-6-67,4 0 0,-2 6 51,-3 0 1,-4 6-61,3-6 0,-1-1 3,2-4 0,-3 5 6,8-1 0,-5 1 0,5-5 0,0-1-39,6 0 0,-6 1 44,0-1 0,0 0-177,6 0 159,0 1 0,-1-1-18,1 0 1,-6 6 16,0 0 1,-5 2-3,5-2-5,-7-4 2,11 6 27,-6-8-28,8 0 12,-1 1 0,-1-1-4,-4 0 0,4 0-55,-4 1 1,4 5 29,2 0 1,-1-1-4,1-4 0,-6-1 17,0 0 1,0 1-3,6-1 0,-6 8 6,0 3 1,-5-1-12,5 1 1,-5-5 17,5 5 0,-6 1-32,7 5 51,-9-8 0,10 5-23,-7-8 1,7 5 1,-2-5 1,-2 5-1,2-5 0,-1 6 1,1-6 1,4 5 13,-4-5-16,3 0 1,1 0-39,-4 0 38,4 7 1,-7-5 6,3 3-4,4 4 0,-12-5 0,8 7-2,-7 0 1,9-2-2,-7-4 7,7 4 0,-4-7-6,8 4 0,-6 3 9,0-4-7,0-3 1,6 5 0,-1-7-1,1 7 0,0-5 0,0 4 0,-6 3-2,0-4 0,-6 4-2,6 2-13,-7 0 14,11 0 5,-6 0-6,8 0 5,0 0 1,-6 0-2,0 0 1,-6 0-1,7 0-1,-1 0 1,5 0 1,1 0 2,0 0-3,0 0 0,-1 0 0,1 0 0,0 0 0,-1 0 0,-5 6 0,1-1 0,-1 1 6,5-6 0,1 2 0,0 3 0,-6-3-4,0 4-1,0-4 0,6 3 80,-1 1 0,-4 1-64,-1-1 92,0-4-92,6 12 1,-3-10 216,-2 7-180,2-7 15,-4 11-47,6-13 1,1 11-1,0-8 0,-6 3-58,0-3 1,-5-3 65,5 4 1,-6 1-70,6-1 1,-1 1 54,1-1 1,4-3-4,-4 8 0,-2-7 62,2 2 4,0 3-31,6 0 1,0 2 5,-1 0 1,-5-7 74,1 2 0,-7 1-90,6-1 1,-7 1 32,2-1 1,1-3-18,-2 9 0,3-7-6,-3 6 0,-3-5 3,4 5 0,1-6 3,-1 7 1,1-3 65,-1 2-68,-4 4 1,7-6-8,-3 8 0,-5-6 58,5 0-105,3 0 1,-7 6 49,4 0 1,1-6-8,-1 0 0,1 0-10,-1 6 1,-5-6-1,5 0 0,-2-2 9,1 2 1,-3 4-6,4-4 1,1 4-52,-1 2 1,1-2 45,-1-4 1,-3 4 30,9-4-30,-9 4 1,10 1 80,-7 1-88,7 0 0,-6-1 6,4 1 1,4-6-2,-4 0 0,-1-1 39,1 1-41,0 3 0,5-4 4,1 6 0,-6-4 18,0-1 1,-5-2-13,5 2 0,-2 4 34,3-4-73,2 4 0,-4 2 2,6-1 1,-5-5 31,1 1 0,-7-1 32,6 5-113,0 1 0,6 0 65,0-1 0,-6-4 160,0-1-140,0 0 59,6 6 0,0-1-52,-1 1 0,-1-6 13,-4 0 0,4-2 26,-4 3-31,4 2 0,2-4-62,-1 6 0,-1-5 51,-4 1 0,4-3-95,-4 2 1,4 4 78,2-4 1,-6-2-45,0 2 0,0-5 8,6 5 0,0-5-4,-1 5 1,1-2 15,0 2 0,-1 2-9,1-7 43,0 7 1,-1-6-34,1 4 1,0 2-10,0-7 1,-1 5 12,1-6 0,0 3 3,-1-3 0,1-3-5,0 4 1,-1 1 4,1-1 1,0-1 34,-1-5 1,1 6 2,0 0 0,-1 1 6,1-1 0,-6-5-31,0 5 0,1-2 35,4 1 1,1-3-22,0 4 0,-6-5-11,0-1 1,0 6-7,6 0 1,-1-1 4,1-5 0,-6 6-27,0-1 1,0 1-13,6-6 7,0 0 0,0 0 25,-1 0 0,-5 0-298,0 0 0,-5 0-114,5 0-523,-7 0-153,11 0-606,-13 0 9,5 0-491,-7 7 2159,0 3 0,-7 6 0,-3 1 0</inkml:trace>
  <inkml:trace contextRef="#ctx0" brushRef="#br0" timeOffset="1386">1 2270 8129,'0'-9'-361,"0"1"1,0 7 458,0-5 342,0 4 21,0-13-204,0 14 1,2-7-6,3 8 14,-3-7-25,13 5-96,-6-6 1,8 8-150,0 0 1,-1 0 161,1 0 1,2 6-160,3 0 1,-2-1 10,8-5 1,-6 6-68,6-1 1,-6 1 64,6-6 0,0 2-1,5 3 1,1-3 44,-1 4 0,1-5-20,-1-1 1,6-1-38,0-5 0,5 4 38,-5-3 0,6 3 11,-6 2 1,2 0 2,-2 0 0,-2 0 10,7 0 0,-7-2-18,2-4 1,2 5 0,-2-5 0,0 4 7,-6 2 0,2-5-4,4-1 1,-3 0 108,3 6 1,-2 0-92,2 0 0,-4 0 10,4 0 0,-2 0-49,2 0 0,-4 0 5,4 0 1,2 0-26,-2 0 1,5 0-11,-5 0 1,6-5 53,-6-1 0,1 1-21,-1 5 1,-1 0-45,6 0 1,-5 0 39,5 0 0,-5 0 7,6 0 1,-8 2 10,2 3 0,2-3 7,-2 4 0,5-5-8,-5-1 0,6 0 1,-6 0 0,0 0-3,-6 0 1,6 0-3,0 0 0,0 0 105,-6 0 1,6 0-92,0 0 1,0 0 4,-6 0 0,1 0-32,-1 0 0,1 6 1,-1 0 1,0-1-26,1-5 0,5 0-9,0 0 1,-1 0 48,-4 0 1,5 0-16,0 0 1,0 0-116,-6 0 1,6 0 98,0 0 0,0-5-28,-6-1 0,6 0 42,0 6 1,2 0 4,-2 0 0,-4 0-16,4 0 1,2 0 2,-2 0 0,5 0-2,-5 0 0,2-1 2,-2-5 0,-4 4-64,4-3 1,2 3 59,-2 2 1,5 0-63,-5 0 0,0 0 50,-5 0 1,-1 0-4,1 0 0,-1 0 5,0 0 0,1 0 2,-1 0 1,0 0 84,1 0 0,-3 0-87,-3 0 1,4 0 42,-4 0 0,3 0-28,2 0 0,-5 0 48,0 0 1,0 0-58,5 0 0,1-2-1,-1-4 1,6 4 34,0-3 1,0 3-3,-6 2 1,1 0-41,-1 0 1,2-6 22,4 1 0,-4-1-25,4 6 1,2-2 21,-2-3 0,6 3-45,-6-4 0,5 3 27,-5-3 0,6 4-2,-7-3 1,7 1 2,-6-1 1,5 3-4,-5-4 0,0 4 146,-5 2 0,-1 0-86,0 0 1,-1 0 27,-4 0 0,1 0-54,-6 0 0,1 0 49,-2 0 0,-3 0-75,3 0 0,-4 0 2,-1 0 0,-6 0-70,0 0-271,1 0-982,4 0 599,-7 0-493,-1 0 555,-8 0 656,0 0 0,-15-7 0,-3-2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53:55.19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151 50 6721,'0'-9'609,"0"-6"-501,0 13 0,0-7 536,0 3-161,0 5-176,0-7-100,0 8-110,0 0 0,0 8-34,0 3 0,0 4 75,0 1 1,0 1-6,0 0 0,0 7-21,0 4 0,0 3-181,0 2 0,0 1 49,0-1 0,0 1-25,0-1 1,0 0 72,0 1 0,0 5-97,0 0 1,0 1 4,0-1 1,2-3 85,3 3 1,-3-2-10,4 2 0,-5-4-9,-1 4 0,0-4 53,0-2 1,2 1 10,4-1 1,-4-5 15,3 0 0,-3 0-15,-2 5 1,6-5 9,-1 0 1,1-1 22,-6 7 0,0-5-48,0 5 1,0-6 9,0 5 0,2 0 13,3-5 0,-3 2-176,4-2 1,-5 1 59,-1-6 0,0 1 47,0-2 0,2-3 32,4 3 0,-4 2 2,3-2 1,-3 2 33,-2-1 0,0-5-51,0 4 0,0 2 1,0-1 1,0 5 17,0-6 1,0 6 55,0-6 0,0 6-56,0-6 0,0 6-6,0-6 1,0 2 7,0-2 1,-5-1 1,-1 7 0,0-6-44,6 6 1,0-8 36,0 2 0,0-3-2,0-2 1,0-1 44,0 1-150,0 7 1,0 0 97,0 4 1,0-4 2,0-7 0,0-1-8,0 1 0,0 0 8,0 0 0,0-1-59,0 1 1,0 0 46,0-1 0,0 1 7,0 0 0,0-6 31,0 0-171,0 0 1,2 6-82,4-1 23,-4 1 1,5 0 69,-7-1 1,0 1-178,0 0 0,0 0-129,0-1 1,2 1 112,4 0 0,-5-1 121,5 1 1,-4 0-25,-2-1 1,2-3 193,3 4 0,-3-4 0,6 11 0</inkml:trace>
  <inkml:trace contextRef="#ctx0" brushRef="#br0" timeOffset="728">17 3272 8093,'-2'-17'0,"-3"0"0,3 6 0,-4 0 0,4 5 606,2-5-321,0 7 1,8-9-337,3 8-13,4-1 0,3 1 54,5-1 1,-3 1-79,8 5 1,0 0-22,5 0 0,-1 7 95,-5 4 1,3 4 28,-8 2 1,1-1-43,-7 1 0,-1 5-185,-4 1 0,-3 1 254,-8-2 0,-13-3 310,-4 3 0,-11 2-37,0-2 0,-3 0 168,-3-5 0,1-2 76,0-4 1,5 2-181,0-7 1,8 1 306,-3-1-169,5-5-45,9 7-510,1-8 1,16 0-392,3 0 0,5-6 163,7 1 1,3-1-262,7 6 0,0-5-320,1-1 1,-1-5 377,1 5 1,-1-5-312,0 6 1,-1-6 272,-4 5 1,3-7 278,-3 2 0,-4-2 228,-2 2 0,-3-6 0,-2 0 0,-1 6 0,1-5 0,-8 3 791,-1 3-642,-8-5 0,-2 14 586,-4-5 0,4 12-301,-3 5 0,-3-2-69,3 2 0,-1 0 26,6 6 0,0 0-85,0-1 1,2-1-177,4-4 0,9 2-143,7-7 0,7-1-127,-1-5 0,9-1 97,2-5 0,-2-3 134,-9-8 0,-4-2-73,-7-3 0,-8 4-191,-3-5 1,-4 5-43,-2 1 0,-15 2-46,-7 4 0,-8 4 38,-3 7 1,-3 0-172,-3 0 0,6 0-214,0 0 0,1 7 28,10 4 580,-8 4 0,12 2 0,-7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53:57.41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1737 67 6051,'0'-9'-5,"0"2"323,0-1-257,0 6 203,0-5-170,0 0 268,0 5-214,0-13 283,0 13-269,0-5 12,0 7 357,0 0-411,0 7 1,0 2-12,0 8 0,0 0-7,0-1 1,0 3 9,0 3 0,0 4-23,0 8 0,0 1 19,0 4 0,0 1 1,0 5 0,0 11-25,0-1 1,0 3-1,0 3 1,0 0-82,0 6 1,0 0 86,0-1 0,0-6 3,0-5 0,5-3-7,1-2 1,5-5-240,-6-1 1,3-6-34,-3 0 0,-3-4-53,4-6 0,1 1 71,-1-6 0,-1-1-164,-5-5 0,0-1-1205,0 1 1537,0-8 0,0 6 0,0-6 0</inkml:trace>
  <inkml:trace contextRef="#ctx0" brushRef="#br0" timeOffset="523">34 1302 8037,'-9'0'-183,"0"0"813,3 0-49,4 0-411,-5-7 0,9 3-196,3-7 1,6 0 3,12-6 1,4-7 75,12-4 1,4-5-176,7-6 0,8 2 126,3-7 0,9-1-585,3-5 0,4 5 231,-4 1 1,-3 1-39,-9-1 0,2 9 105,-7 7 1,-2 7 22,-10-1 1,-5 5 258,-11 6 0,4-4 0,-6 6 0</inkml:trace>
  <inkml:trace contextRef="#ctx0" brushRef="#br0" timeOffset="822">401 1236 8037,'0'-10'228,"0"-4"-187,0 2 0,2-2 5,4-3 0,9-5 181,7-1 1,13-6-90,-2 1 0,12-4-160,-1-1 0,7 0 101,4-1 1,-3-5-200,4 0 0,1 6-97,-1 5 0,0 2-141,-6-2 1,-2-1 192,-4 6 0,-3 7 80,-7 5 0,-9 7 85,-2-2 0,-5-3 0,-1 0 0</inkml:trace>
  <inkml:trace contextRef="#ctx0" brushRef="#br0" timeOffset="1101">835 1269 8032,'0'-17'288,"0"6"-72,0 0 0,8 0 386,3-6 0,15-7-587,2-4-39,14-3 1,-6-3 61,14 1 1,5-6-79,1 0 0,1 0-42,-1 6 1,-4 5 106,4 0 1,-6 10-799,-6 1 1,3 2 404,-9 10 0,0-6 368,-11 5 0,5-7 0,-6 4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54:01.38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969 68 8046,'0'-17'-499,"0"6"447,0 0 401,0 7 0,-6-5 41,1 3-72,-1 4-332,6-5 1,-1 9 86,-5 3 1,4 5 42,-3 6 0,-5 8-7,-1 4 1,2 6-184,-2 5 1,1-4 51,-1 4 0,-2 2-68,8-2 0,-6-6 51,5-5 0,1-8-4,5 2 0,0-9-32,0-2 1,0-5 74,0 5 0,1-7-12,5 1 0,5-3-2,11-2 1,-1-5-314,7-1 1,-1 1 142,7 5 0,-6 0 168,-1 0 0,-1 3 29,2 8 1,-4 4 159,-7 19 1,-2-3-5,-4 14 1,2-1-116,-8 6 0,-1 0-47,-9 0 0,-5 1 68,-6-1 1,-3-8-74,-3-3 1,1-4-2,-6-1 1,1-6-17,-2-1 0,-4-6-189,5 1 0,2-3-684,3-3 888,-4-6 0,8 4 0,-6-4 0</inkml:trace>
  <inkml:trace contextRef="#ctx0" brushRef="#br0" timeOffset="509">886 168 7379,'-17'2'-234,"0"3"0,-1 6 496,-5 12 0,3-5-296,-8 4 0,6 3 104,-6-3 1,8 0-131,-3-5 0,5-2 67,1-4 1,6 2 89,0-8-246,7 1 0,-1-8-601,10-4 750,5-3 0,14-15 0,2-2 0</inkml:trace>
  <inkml:trace contextRef="#ctx0" brushRef="#br0" timeOffset="791">836 101 8044,'0'17'173,"0"-4"101,0 3 0,1-3-364,5 10 0,-2-5 106,7-1 1,0 0-247,6-1 0,-1-5 82,1 1 0,7-9 154,4 3 0,2-2-6,-3 1 0,5-3 0,-6 5 0</inkml:trace>
  <inkml:trace contextRef="#ctx0" brushRef="#br0" timeOffset="1185">34 1470 7980,'0'-26'0,"2"2"-87,4 7 1,-2 6-189,7 0 0,0 7 387,5-2 0,-4 5-113,-1 1 1,0 1 63,6 5 1,5 5-61,0 11 0,0 6 101,-5 11 0,-2 6-67,-4 10 1,-4-1-37,-7 7 1,0-7-51,0 2 0,-1-12 7,-5-5 0,-3-5 375,-8-7 0,0-3-112,1-7 1,-7-6 26,1 0 1,0-7-105,5 2 0,-1-10-159,-5-2 0,10-12 40,-3 1 0,5-9-28,-1 4 1,5-6 42,7 6 0,2 0-175,3 5 0,5 2-43,6 4 1,1 4 30,0 7 1,5 0-113,0 0 1,8 0 64,-2 0 1,-2 7-171,2 4 1,-8-2 26,2 3 1,4-1-212,2 5 548,-4-6 0,0 4 0,-7-4 0</inkml:trace>
  <inkml:trace contextRef="#ctx0" brushRef="#br0" timeOffset="1482">568 1587 7980,'-11'1'58,"0"5"0,8 3 147,-3 8 0,4 5 127,2 0-248,0 8 0,0-11 58,0 3 1,8-2 8,3 3 1,3-10-166,3 3 1,5-3 87,1 4 0,4-6-237,-4 0 0,5-7 11,-6 1-449,7-3 1,-10-2 178,3 0 0,-9 0-272,-2 0 694,-7 0 0,4-7 0,-8-2 0</inkml:trace>
  <inkml:trace contextRef="#ctx0" brushRef="#br0" timeOffset="1792">702 1620 8003,'0'17'300,"0"-1"0,0 3-39,0 3 0,0 4-137,0 7-62,0 1 1,0-1-40,0 1 0,0-1-299,0 0 1,2 1-1181,3-1 1456,-3 1 0,13-1 0,-6 0 0</inkml:trace>
  <inkml:trace contextRef="#ctx0" brushRef="#br0" timeOffset="2108">969 1553 7980,'-15'17'-63,"10"0"-28,-12-1 1,11 1-28,1 0 1,3-6 118,2 0-325,0 0 164,0 6 236,7-8-143,3-2 35,6-14 0,-5-2 16,1-8 0,-9-2-46,3-3 1,-2 2 81,1-8 0,-3 6-48,4-6 0,1 0 131,-1-5 1,5 7-74,-6 4 0,8 5 89,-2 6 0,4-2-69,2 7 1,0 1-1,-1 5-27,1 0 0,0 0 12,-1 0 0,1 1 137,0 5 1,-2 3-127,-4 8 1,2 5 116,-8 0 1,6 8-74,-5-2 1,-1 5-18,-5 6 1,0-2 4,0 8 0,-7-1 15,-4 6 1,-2 1-194,2-1 1,-4-2-78,4-4 0,2 3-388,-3-8 0,9 3 285,-3-8 1,4 1 279,2-13 0,0 8 0,0-4 0</inkml:trace>
  <inkml:trace contextRef="#ctx0" brushRef="#br0" timeOffset="2408">1486 1987 7980,'-9'17'0,"0"0"69,3-1 0,5 1 378,-5 0-278,4-8 1,10 0 253,3-3 0,3-4-65,3 3 1,0-10 93,0-7 1,-1-2-96,1-3 1,-8 0-338,-3 1 1,-4-1-143,-2 0 1,0 0-190,0 1 1,-2-1 185,-4 0 0,-3 8-249,-8 4-1484,1 3 1858,-1 2 0,0 0 0,0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54:15.41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68 9727,'0'16'99,"0"1"0,0 0 12,0-1 1,0 1-109,0 0 0,0 0 82,0-1 1,0 6 82,0 1-148,0-1 0,2-5-98,3-1 0,-3-5 208,4 1-14,-4-9 155,-2 5-214,0-8 0,0-2-121,0-4 0,0 3 116,0-9 0,0 1 7,0-5 1,0-1-64,0 0 0,1-1-214,5-5 1,-4 5 149,3-4 0,-1 9 13,2 2-18,-4-1 45,12-4 1,-12 5 66,4-1 0,-3 9-69,3-3 14,-4 4 56,5 2 0,-5 0 274,4 0-215,-4 0 1,5 8-23,-7 3 1,0-2-7,0 2 0,6 0-20,-1 6 1,1 0-142,-6 0 138,0-1 0,2 1 5,3 0 0,-3-6-61,4 0-397,-5-7 315,-1 3 0,2-7 36,4 0 0,-4-7-155,3-5 0,3-4 104,-3-7 0,6 5-97,-5-4 1,7-4 79,-2-2 0,-2 4 25,2 2 0,-1 3 40,1 2 1,2 6 156,-8 0 0,3 7-83,-3-1 44,-3 3 0,6 9 247,-8 4 1,0 10-124,0 1 0,0 2 86,0-2 0,0-1-68,0 7 0,0-6-69,0 6 0,0-8-37,0 2 0,0-3-331,0-2 1,0-6-161,0 0-56,0-7-1166,0 10 1180,7-12 0,-3 6 436,7-8 0,0 0 0,6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54:18.08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34 318 8073,'0'17'242,"0"-1"1,0 8-197,0 4-49,0 4 0,0 8 128,0 5 0,0-2-98,0 1 1,0-5 66,0 6 1,0-10 41,0-2 1,0-1 17,0-10 0,0 0-136,0-5 336,0-8-236,0-1 1,-2-10-8,-4-4 0,4-3-60,-3-8 0,1-7-137,-1-4 0,3-11 17,-4-5 0,4-4 86,2-2 1,0-6 40,0 0 0,2-7-236,4 2 0,3 5-413,8 6 0,1 10 351,5 12 1,-5 4 147,4 7 1,-3 8 26,-2 3 0,-1 6 115,1 6 1,0 5-20,-1 11 1,-1 4-39,-4 7 1,-1 1 7,-5-1 1,-3 1 131,4-1 1,-5 0 159,-1 1 0,-5-3-50,-1-3 0,-7-4-112,2-7 0,-4-6-87,-1 0 0,-1-7 5,0 1 1,1-3 32,-1-2 1,0 0-5,1 0 0,1-2-258,4-3-62,3-5 0,8-6-843,0-1 1,2 6 192,4 0 892,3 7 0,8-11 0,-1 6 0</inkml:trace>
  <inkml:trace contextRef="#ctx0" brushRef="#br0" timeOffset="300">618 34 7999,'0'-17'0,"-2"8"0,-3 4-102,3 3 94,-13 2 0,11 9 346,-7 8-45,0 14 1,-4 12 28,4 7 1,-4 2-86,4 3 1,-4 3-1,0 5-70,4-2-105,4 0 1,7 4 100,0-3 1,0-5 46,0-7 1,9-5-649,8-1 0,-1-7 32,7 2 0,1-9-150,-2-2 0,8-10 202,-3-1 354,-2 0 0,6-8 0,-5 8 0</inkml:trace>
  <inkml:trace contextRef="#ctx0" brushRef="#br0" timeOffset="1179">818 468 7580,'-7'-9'-110,"5"0"448,-4 3-167,5 4 56,1-13-125,0 6 1,1 0 7,5 3 0,-2-1-128,7 1 91,0 1 0,6-1-114,-1 0 94,1 1 1,0 7-5,-1 3 0,-1 5 48,-4 6 1,4 1-41,-4 0 1,4 7-2,2 4 0,-6-2 1,0 1 1,0-1-66,6 2 0,-2-2 11,-4-4 0,4-1-18,-4 7 0,-2-8-39,2 2 0,-2-9-172,3-2 0,-3-1-746,-4 1 709,-3-4 1,8-7-467,-5 0 729,-3 0 0,5-15 0,-7-3 0</inkml:trace>
  <inkml:trace contextRef="#ctx0" brushRef="#br0" timeOffset="1478">1219 301 8010,'-11'2'-92,"0"4"77,7-5 1,-11 14 292,4-4 0,-4 12-80,-2 4 0,-7 1-13,-4 6 1,-3-3-96,-3 14 1,1-6-132,0 5 0,-1-5-19,1 6 0,5-1-302,0 6 0,8-2-6,-2-3 1,5-10 367,6-7 0,3-8 0,8 4 0</inkml:trace>
  <inkml:trace contextRef="#ctx0" brushRef="#br0" timeOffset="1773">1686 335 7988,'-9'-2'0,"3"-4"0,3 4 429,-3-3-173,4 3 1,-11 9-128,8 4 1,-8 4-14,2 2 0,-4 5-82,-2 0 0,-2 8 110,-3-2 1,4-2-1,-5 2 0,5-2-26,1 1 0,6-2-116,0-9 1,5 1 156,-5 0-45,7-1-27,-3 1 1,9-2 7,3-4 0,5-4-106,6-7 1,1 6 99,0 0 0,5-1-103,0-5 1,8 6 82,-2-1 1,3 3-307,3-3 1,-3-3 86,-3 4 1,4 1 149,-5-1 0,-1 5 0,2-6 0,0 8 0,5-3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54:20.99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17 492 7869,'0'-9'838,"0"1"-643,0 8-126,0 0 0,0 8 125,0 3 0,0 6 6,0 5 1,0 4-64,0 7 0,-6 1 13,1-1 0,-1-2-197,6-3 0,0 4 110,0-4 1,0-4 64,0-2 0,0-9-130,0-2 1,2-7-441,4 1 419,-4-3 1,7-9 30,-4-4 1,-3-4-100,4-2 0,1-7 98,-1-4 1,1-3-197,-1-3 0,-4 1 69,3 0 0,3-1 107,-3 1 1,3 1-79,-3 4 0,-3 4-180,4 8 1,-3 5 239,3-1 14,-4 9 1,5 3 158,-7 11 1,0 6-66,0 5 1,0 4 93,0 7 0,-5 0-32,-1 1 0,-1-3-73,1-3 1,4 2-46,-3-8 0,3 0-8,2-5 70,0 0-16,0-8-68,7-2 1,1-8 31,3-5 1,4-3-227,-4-8 1,4-7 69,1-4 0,1-3 121,0-3 1,-1 1-140,1-1 1,-2 3-564,-4 3 563,4 4 0,-12 13 188,9 0 0,-9 9 195,3 2 1,-4 7-107,-2 10 1,0 2 35,0 3 0,-6-2-19,1 8 1,-1-2-54,6 2 1,0 2-45,0-8 0,0 6-23,0-6 1,2 0-113,3-5 1,-1-1-240,7 1 1,-5-8-199,5-3 1,0-4 199,6-2 0,-1 0-213,1 0 1,-6-9 14,0-8 516,1 0 0,12-22 0,2 4 0</inkml:trace>
  <inkml:trace contextRef="#ctx0" brushRef="#br0" timeOffset="292">501 25 7978,'-7'-10'164,"5"-4"1,-4 14 56,12 0 0,-3 7 17,9 10 1,-7 7-10,6 4 1,-1 5-28,1 6 1,4-2 13,-4 8 1,7-1-14,-1 6 0,3 0-85,-9 0 1,4 10-72,2 6 0,-6 1-267,0 5 1,-7-8-437,1-3 0,-3-13 370,-2 2 1,0-17 134,0 1 0,-7-6 9,-4-1 1,-4-4 0,-2-10-362,1-2 318,-1-8 0,0 5-423,0-8 608,1 0 0,-1-8 0,0-1 0</inkml:trace>
  <inkml:trace contextRef="#ctx0" brushRef="#br0" timeOffset="572">852 425 8937,'16'0'-5,"1"6"-260,0-1 1,-1 7-110,1-7 1,-2 8-127,-4-2 1,4 2 95,-4-2 404,4 4 0,1-6 0,1 8 0</inkml:trace>
  <inkml:trace contextRef="#ctx0" brushRef="#br0" timeOffset="834">885 726 7978,'-9'9'685,"1"-2"-46,8-7 0,8 0-635,3 0 0,4 0 33,1 0 0,7 0-576,-1 0 1,7-1 88,-1-5 450,4-3 0,9-8 0,1 0 0</inkml:trace>
  <inkml:trace contextRef="#ctx0" brushRef="#br0" timeOffset="1363">1386 409 7770,'0'-10'411,"0"-5"195,0 6-385,0-7 1,0 4 255,0 1-6,0 8-28,0-12-242,0 13-206,0-6-299,0 1 279,7 5 1,2-5-31,8 7 0,-6 2-4,0 3 0,0 4-1,6 8 1,0 0 83,-1 0 0,-1 7-26,-4 3 1,-1-1-31,-5 2 1,-3 0 37,4 5 0,-4 1-61,-2-1 0,0-5 67,0 0 1,-2-8 14,-4 2 1,2-5 29,-7-6 1,0 2 267,-6-7-305,1-1 0,-1-5 30,0 0-8,1 0-10,-1-7 0,6-2-58,0-8 0,7 0 67,-2 1 0,5 5 35,1-1-99,7 9 1,2-5-63,8 8 0,0 0 82,-1 0 1,7 0-2,-1 0 0,0 6-63,-5-1 0,1 3-7,5-3 1,-5-3-396,4 4 1,-3-4 179,-2-2 0,-1 0-399,1 0 0,0 0 205,-1 0 1,1-2 482,0-4 0,-6-3 0,0-8 0,0-14 0,6-5 0</inkml:trace>
  <inkml:trace contextRef="#ctx0" brushRef="#br0" timeOffset="1646">1836 342 7949,'0'-9'374,"0"1"-104,-7 8 0,3 8-14,-7 3 0,7-2-3,-1 2 1,-3 2-1,3 9 1,-1-3-72,6 3 0,0-3 53,0-3 1,0 1-117,0 0 0,6-1-46,-1 1 1,10-2-127,2-4 0,0 2-18,5-7 1,2 5-216,-2-6 1,6 1 97,-6-6 1,0 0-115,-5 0 1,0 0-438,0 0 1,-1 0 301,1 0 0,-2-2-208,-4-4 1,2 3 644,-8-8 0,1-1 0,-6-4 0</inkml:trace>
  <inkml:trace contextRef="#ctx0" brushRef="#br0" timeOffset="1932">2020 359 8299,'0'16'522,"0"1"1,-2 7-274,-4 4 0,3 3 7,-8 3 1,5-1-126,-5 0 1,2 6-108,-2 0 0,-2 8-214,7-3 1,-5-1-461,5 1 1,1-6 332,5 0 0,0-4-601,0-6 918,0 3 0,7-12 0,2 5 0</inkml:trace>
  <inkml:trace contextRef="#ctx0" brushRef="#br0" timeOffset="2280">2153 325 7949,'0'-9'-74,"0"1"374,0 8-182,0 8 1,0-4 234,0 7-164,0 0 1,0 6-72,0-1 0,0 1-24,0 0 1,0-6-230,0 0 173,0-7-252,8 10 56,1-12 0,8 0-42,-1-7 1,-4-8 32,-1 1 1,0-4-115,6-7 1,-6 5 104,0-4 1,-2-2-37,2 1 1,-3-6-20,-8 1 0,0-2 26,0 2 1,0-1 259,0 6 1,0 1 210,0 5-21,0 1 0,0 5 47,0 0 59,0 7-182,0-4 40,0 8 40,0 0-146,7 8 1,0 1-106,5 8 0,1-6 73,-8 0 1,6 2-2,-5 9 0,5-3 15,-5 3 1,5 2 86,-6-2 1,6 8-91,-5-2 0,-1 5 0,-5 6 0,-1-2-87,-5 8 1,2-1 95,-7 6 1,0 2-232,-6 4 1,1-4-58,-1 4 1,-5-6-199,-1-6 1,1 2 22,6-7 0,4 6-149,1-6 0,6 5 521,-6-5 0,-1-7 0,-4-8 0</inkml:trace>
  <inkml:trace contextRef="#ctx0" brushRef="#br0" timeOffset="2572">2404 943 7949,'-17'7'571,"0"2"-290,1 8-93,-1 0 1,6 5-49,0 0 1,7 1-91,-2-7 156,5 1 1,2-2 10,5-4 1,3-4-303,8-7 1,5 0 118,1 0 1,4-7-202,-4-4 0,3-10-83,-10-1 0,5-2-114,-10 2 0,-4 1 79,-1-6 0,-4 4-74,-2-5 1,-8 10 116,-3 1 1,-6 8-59,-5 9 0,-4 0-111,-7 0 411,-1 7 0,-6 10 0,-3 9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54:25.01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1 466 8557,'0'-9'233,"2"-4"-154,3 7-17,-3-7-34,13 4 1,-13-2-9,3 0-44,-3 7-27,6-11 73,-6 13 0,11-7 3,-8 4 1,3 3-73,-3-4 0,-1 2 60,7-1 1,-6 3 24,7-4 1,-3 3-38,2-3 1,4 4 151,-6-5-72,8 7 1,-6 2-58,0 3 1,-7 6 5,1 12 1,-3-3 230,-2 8 0,0 0-72,0 5 0,0 0-117,0 1 1,0-1-26,0 1 1,0-7-103,0 1 1,0-7 6,0 1 0,0-9 70,0-2 39,0-7-56,0 3-2,15 1 0,-11-20-5,7 1 0,-2-15-80,-3-1 1,1-7-13,-1-5 0,-3-3-161,9-9 0,-3 7 75,2-1 1,4 8 125,-4-2 1,-2 12-23,2 4 0,-5 5-160,5 1 445,-7 8-159,11 1 0,-14 12 91,5 7 0,-2 0-79,1 12 1,-3 3 143,4 1 1,-5 3-97,-1-2 1,0 2-50,0-8 0,0 6-106,0-6 0,0 0 102,0-5 1,2-2-71,4-4 1,-4 4-7,13-13 1,-12 5-43,8-7 1,1-7-109,4-5 0,-1-10 14,-4-6 0,4-3-119,-4-3 0,4-6-41,2-5 1,-1-3 139,1-2 1,0-6 20,-1 1 1,1 6 91,0 10 1,-2 12 208,-4 4-69,4 12 1,-8 6 217,4 10 0,-3 10-46,-8 7 0,0 15 121,0 2 0,0 2-43,0 4 1,-2-6-55,-4 5 1,4-1-187,-3 1 0,1 3 2,-2-8 0,5-1-172,-5-4 1,4-6-81,2-1 1,0-6-313,0 1 1,2-3 49,4-3 0,-3-4-351,8-1 0,-5-8 207,5 3 568,0-4 0,6-10 0,0-1 0</inkml:trace>
  <inkml:trace contextRef="#ctx0" brushRef="#br0" timeOffset="334">1186 399 7813,'-9'-11'1499,"3"0"-1344,4 7 157,2-3-175,0 7 1,8 0-172,3 0 0,4 0-210,1 0 0,7 0 232,-1 0 0,6 0-193,-6 0 1,8 2-177,-3 3 1,-1-3-769,2 4 1149,-7-4 0,3 5 0,-8 2 0</inkml:trace>
  <inkml:trace contextRef="#ctx0" brushRef="#br0" timeOffset="606">1169 633 8328,'-16'0'1159,"6"2"-288,5 3-236,3-3 1,17 6-747,7-8 1,8 0 71,3 0 1,8 0-386,3 0 1,5-6 69,1 1 354,-8-8 0,6 3 0,-5-6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54:38.75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67 151 7941,'0'-17'-465,"0"0"0,0 6 644,0 0 329,0 0 0,-2-4 523,-3 4-253,3 3-123,-6 1-421,8 5 1,0 2 157,0 11 1,0 6-143,0 5 0,0 6-39,0 11 1,-2 2-111,-3 3 0,1 8-213,-7-7 0,5 7-774,-5-8 0,8-1 526,-3 1 1,4-5-738,2 6 1,0-14-157,0 3 1253,8-12 0,1-5 0,8-10 0</inkml:trace>
  <inkml:trace contextRef="#ctx0" brushRef="#br0" timeOffset="308">267 50 7941,'0'-9'287,"2"-4"20,4 8-288,-5-1 0,9 4 105,-5-3 0,-1 3-234,7-4 0,0 4 74,6 2 75,0 0 0,-1 0 53,1 0 1,2 0-27,3 0 0,-4 0-47,5 0 1,-5 6 46,-1-1 0,-2 10-33,-4 2 0,2 2 48,-8 8 1,1-4 0,-6 6 385,0 7-354,0-3 1,-2 10 37,-3-4 0,-5-2-83,-6 7 1,-1-5-2,0 6 1,0-6-60,1 5 1,5-7-168,0 2 1,7-9-405,-2-2 1,4-8 308,2 2 1,0-3-557,0-3 0,8-6 810,3-5 0,11-3 0,4-2 0</inkml:trace>
  <inkml:trace contextRef="#ctx0" brushRef="#br0" timeOffset="579">751 585 7964,'-7'-10'4490,"-2"3"-3929,-1 7-87,3 0 0,7 0-474,0 0 0,0 7 0,0 3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54:43.42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199 217 7558,'0'-16'1155,"0"7"-772,0-6-168,7 5 0,-3-6-205,7-1 0,-5 2 80,5 4 0,-8-4 64,3 4 0,1-4 50,-1-1-10,0-1-131,-6 0 64,0 8 1,-8 1-17,-3 8 1,-11 8 17,-6 3 0,2 11-223,-2 6 1,0 4 54,-5 1 1,7-1-36,4-5 1,9-3 27,2-7 1,7 0-131,-2 0 0,12-6 26,5 0 0,6-7 96,5 1 0,4-10 23,7-7 1,6-8-23,0-2 1,2-6-326,-2 6 1,-9-4 216,3 9 0,-11-2 334,1 14-92,-5-1 1,-9 21 269,-3 7 0,-4 8-94,-2 3 1,-6 8-89,1 4 0,-8 1-74,2-1 1,3 3 95,3-4 1,3-3-967,2-2 0,0-4 101,0-1 0,2-6 674,3-1 0,4-6 0,8 3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54:44.63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301 134 7964,'0'-17'479,"0"1"-1,0-1-208,0 0 207,0 8-477,7 2-4,-5 7 0,6 7 123,-8 4 1,0 10-105,0 1 0,0 8 60,0-3 1,0 11 32,0 0 0,0 9-1,0-3 0,0 3-288,0-3 1,0 3-366,0-8 1,0-1-477,0-4 0,0-8 430,0-4 592,0-3 0,7-3 0,2 1 0</inkml:trace>
  <inkml:trace contextRef="#ctx0" brushRef="#br0" timeOffset="649">34 334 7980,'-17'0'722,"8"8"-303,2-6-254,7 13 0,1-12-31,5 8 0,3-7 18,8 2 0,5-4-157,0-2 1,8 0 113,-2 0 0,9-10 6,2-6 1,2-3-101,-2-9 0,-2 6-492,7-6 0,-7 0 278,2-5 1,-5 5 30,-6 0 1,-3 2 94,-2-1 0,-10-3-29,3 8 1,-8 5 445,3 6-167,-7 7-229,3-3 1,-7 14 176,0 4 0,-6 11 557,1 6 1,-6 6-323,5 5 0,-5-2-146,6 7 1,-1-5-119,6 6 0,0-8-128,0 2 1,0-6-45,0-5 0,0-4 45,0-7 0,2-6 106,3 0 0,-1-7-38,7 1 1,-5-5-80,5-5 0,-6-6 40,7-12 1,-1 3-84,5-8 0,-4 2 61,-1-2 0,-2-1-103,2 6 1,2 1 80,-7 5 25,7 8-16,-4 2 1,6 9 37,-4 3 0,2 6 209,-8 12 0,3-3-48,-3 8 1,-3-2-80,4 2 0,1 1-50,-1-7 1,7 6 11,-2-5 0,4-3-73,1-9 1,1 2 80,0-7 0,-1-1 4,1-5 0,0 0-77,0 0 0,-1-9-237,1-8 1,0 0 78,-1-5 1,-1-4 1,-4-2 0,2 2-181,-7-1 0,-1 1 80,-5-2 0,0 4 372,0 7-169,0 0 0,-7 8-92,-4 4 0,2 10 246,-3 6 1,1 12 825,-5 4 1,1 5-532,4 1 0,3-5-87,8 0 0,0-6-195,0 6 1,8-8-59,3 3 1,4-10-319,1-2 0,3-8 158,3 3 0,-1-4 125,6-2 1,-6 0-414,1 0 0,2-6-2752,-2 1 3165,1-8 0,-7 3 0,1-6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54:52.36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51 167 8799,'0'24'767,"0"4"1,0 11-557,0 6 0,0 10 297,0 7-516,0-5 0,0 6 63,0-7 0,0-1-117,0-5 0,0-1 144,0-5 1,0 1-86,0-12 1,0 2-460,0-12 172,0-1 240,-8-13 0,1-3 119,-4-12 1,-2-11-58,7-10 0,1-14-154,5-9 1,0-8-169,0-9 0,0-7 173,0-4 1,5-1-272,1 1 1,9-6 190,1 12 0,1 0 37,5 22 1,2 5-30,-1 17 0,1 6 88,-2 11 0,-3 3 373,3 8 1,-4 8-46,-1 3 1,-2 13 33,-4 9 1,-4 3-116,-7 8 1,0-1 233,0 1 0,-1 5-313,-5-5 0,-3 2 22,-8-1 0,-1-2 14,-5-4 1,5-10 12,-5 5 0,5-12-852,1 0-22,1-3-311,-1-10 697,8-2 0,1-14-308,8-4 700,8-11 0,1 3 0,8-5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54:52.87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1 368 7843,'11'0'412,"0"0"-180,0 0 0,0-2 53,0-4 1,1 4-62,4-3 0,1 1 0,0-1 0,1 1-144,4-7 0,-3 0-453,3-6 0,-3 0 223,-3 1 0,-1-3-35,-4-3 0,-1 1 146,-5-6 1,-3 4-94,4-4 1,-6 6-10,-6-1 0,2 9 93,-7 2 0,0 7-27,-6-2 1,1 6 218,-1 6 0,0 9 530,1 7 0,5 8-397,-1-2 0,9 3-178,-3 3 0,4-3-27,2-3 0,0 2 38,0-8 0,8 0-160,3-5 0,9-8 0,3-3 85,-3-5-46,-2-1 0,5-1-26,-1-5 1,0-3-206,-5-8 1,5-7 0,0-4 0,1-3 59,-7-3 0,-4 1 29,-1-1 1,0 3 39,5 3 0,-4 2 175,-1 4 0,-6 9-231,6-4-59,-7 12 202,11-3 456,-13 16 1,5 7-145,-7 7 0,0 6 57,0-6 1,-5 6-155,-1-6 1,1 8-33,5-3 0,0-2-154,0-3 0,-6-4 194,0-1 80,1 0 103,5-8-136,0-2 1,0-8-233,0-5 1,5-5-191,1-11 0,5-3 141,-5-2 0,1-5-91,-1 4 0,3-1-374,8 1 0,-6-2 266,0 8 0,-2 0 26,2 5 1,4 6-522,-4 0-1160,-3 7 800,6-3 1091,-4 7 0,6 0 0,1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54:53.50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134 17 7843,'0'-9'162,"0"1"0,-2 10 317,-4 4 0,3 8-203,-8 9 0,-1 6-81,-4-1 1,-1 4 289,0 1-214,1 0 1,5 1-101,-1-1 1,9 1-101,-3-1 0,4-5 0,2-2 404,0-2-317,8-2 0,1-11-64,8 0 0,1-7-202,4 2 0,-3-4 175,3-2 1,2-8-117,-1-3 1,-1-9-517,-5-3 0,-1-4 195,1 4 0,0-6-35,-1 1 1,-6-6 177,-5-5 0,3 6 58,-3 0 1,1 1-251,-6 10 225,0 0 1,-2 7-23,-4 4 1,3 3 230,-9 8 0,7 2 713,-6 4 0,7 3-399,-2 8 0,-1 5-48,2 0 1,-1 2-160,6-1 1,2-3-152,3 8 0,-1-8-43,7 2 0,0-5 96,6-6 1,-6 2 12,0-7 1,0 5-134,6-6 0,0 1-256,-1-6 1,1-7 74,0-5 1,-6-2 37,0-3 1,0-5 138,6-1 1,-2 1-2,-4 5 0,2 1 106,-8-1-212,8 0-9,-3 1 150,-1 6 263,-2 3 1,-7 9-20,0 3 0,0-1 43,0 7 1,0 0-82,0 6 1,0 2-40,0 3 1,0-4-93,0 5 1,0-5 55,0-1 1,0-6 16,0 0 1,0-5 14,0 5 0,2-7-258,4 1 1,-2 3-82,7-3 0,-6 1-80,6-6 0,-5 0-14,5 0 0,0-2-615,6-4 524,0 4 0,-1-11 427,1 8 0,0-16 0,-1 3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54:53.80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34 7698,'17'0'0,"-6"0"-19,0 0 1,0 0-340,6 0 0,5 0 29,0 0 0,0-6 329,-5 0 0,0-7 0,0 4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54:54.10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99 1 7843,'-9'16'0,"-6"6"145,4 1 13,3 6 0,-5-1 171,8 11 1,-6-2-93,5 8 1,-1-3-27,1 3 0,4 3-37,-3-3 0,5-5-301,5-1 1,-1-5-8,7-6 1,0 1-48,6-6 0,-6-9 164,0-8 0,-5-4-181,5-2 0,0 0-29,6 0 0,-6-13 114,0-4 1,0-9 40,6 4 0,-2-6-123,-4 6 0,2-2-101,-8 1 1,6 10 101,-5-3 292,7 10-146,-11-1 1,5 9 168,-7 3 1,0-1-88,0 7 1,-5 0-52,-1 6 0,0 0 72,6-1 59,0 1-114,0 0 0,0-1 0,0 1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54:54.43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0 150 7836,'0'-9'-705,"8"2"1,1 7 600,7 0 1,1-6 240,0 1 1,0-3-100,-1 3 0,6 3-117,1-4 1,-1-1 24,-5 1 1,-1-7-5,1 2 0,0 2 105,-1-2 1,-4 5-88,-1-5 0,-2 5 2,2-5 1,-2 8-73,-3-3 306,-4 4-13,5 2 1,-7 8 433,0 3 1,0 4-273,0 1 1,-5 8-32,-1 4 1,-1 4-136,1 1 1,4 0-167,-3 1 1,-3-1 160,3 1 1,-1-1 10,6 0 0,2-1-227,4-4 1,3 1-40,8-6 1,-1-3-330,1-9 324,0 4 0,5-13 64,0 3 0,-3-3-27,-3-2 0,-3-2-123,10-3 1,-5-4 175,-1-8 1,0-2 0,-1-1 5,1-2-325,-8-8 1,6 6 0,-6-4-427,1 6 360,-3-4 1,-7 13 57,0-4 445,0 12 1,-2-3-8,-3 8 0,-5 8 343,-6 3 1,4 9-341,1 2 0,6 8-20,-6-2 0,7-2 448,-2 2 1,5 0-135,1 5 0,1-5-827,5 0 1,1-2 414,4 1 0,4 5 0,-5-6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54:55.79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0 7752,'9'0'1947,"-2"0"-1390,-7 0 1,0 7-97,0 5 1,0 2-247,0 3 1,6 0-174,-1 0 0,1 5-376,-6 0 0,0 0 281,0-5 0,6 5 287,-1 0-296,1 1 1,-1-7-1468,1 1 1,1-8 213,-1-3 1315,3-4 0,8-10 0,-1-1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54:56.09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17 1 8190,'-9'0'2014,"2"0"-1827,21 0 1,-1 2-86,15 3 0,-7-3-279,1 4 0,2-4 184,-2-2 1,0 5 137,-5 1 1,0 1-12,0-1 0,-1 3-11,1 8 1,-8-1 171,-3 1 0,-4 2-102,-2 3 0,0-2-56,0 8 1,0-6 43,0 6 0,-2-6-134,-4 6 1,4-7-290,-3 1 0,3 2-258,2-2 1,-6 0-1,1-5-1686,1 0 2186,2-8 0,10 6 0,1-6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54:56.40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17 1 10851,'-10'0'-533,"3"0"-662,7 0 0,2 0 1195,3 0 0,5 7 0,6 2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54:56.69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184 34 7752,'0'-17'1642,"0"8"-1253,-8 2 1,-1 7-94,-8 0 1,-5 7-136,0 4 1,-1 4 25,7 2 0,-1 1 14,0 4 1,3-3-79,2 3 0,5-3-455,7-2 89,0-1 1,7-1-193,5-4 0,2-3 305,3-8 0,2 0-4,3 0 1,-4-12-393,5 1 1,-3-7 185,2 7 1,-9-2 66,4 2 1,-10 3 322,5 8 677,-9 0 0,5 9-270,-8 8 0,-2 7 138,-4 10 0,-1 5-324,-4-1 1,-2 9-76,7-3 1,-5 5-1066,5 1 0,1-6 527,5 1 1,0-3 341,0 3 0,0 3 0,0-5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54:48.46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5375 268 7465,'0'-11'137,"0"-1"1,6 7 114,-1-6 1,3 1-77,-3-1 1,-3-4 17,4 4 1,3 2-118,2-2 0,-2 5-19,2-5 1,-5 6 75,5-6-171,0 7 130,6-4 0,0 10-16,-1 4 0,-5-2-106,1 7 0,-7 7 90,6 10 0,-7 4 8,2 1 1,-3 0-77,3 1 0,-4 7-8,3 3 1,-5-3 21,-5-2 1,1-4-96,-7-2 0,5-7 253,-5-3 1,0-7-94,-6-5 0,1 2-50,-1-7 1,0 0 17,1-6 1,-1-2 185,0-4 1,2 1-85,4-12 0,-2 4-46,8-9 0,-1 1-65,6-1 0,0 9-1,0-4 0,7 10-119,5-4 1,-1 7 90,5-2 1,-3 5 38,10 1 1,1 5-73,-2 1 1,2 7-430,-2-2 1,-3-2 29,3 2 1,2-1-148,-1 1 0,-1 2 97,-5-8 1,-1 6-699,1-5 1178,-8-1 0,6 3 0,-6 1 0</inkml:trace>
  <inkml:trace contextRef="#ctx0" brushRef="#br0" timeOffset="2297">6043 184 7951,'0'-9'967,"0"-6"-604,0 13-140,0-5 0,-2 9-1,-4 3 1,3-1-13,-9 7 0,7 0-191,-6 6 0,5 0 184,-5-1-174,7 1 1,-9 0-147,8-1-30,-1 1 121,6 0 181,0-1-87,0 1 1,2-6-17,4 0 0,3-7-103,8 2 43,-1 3 0,7-7-157,-1 3 1,0 3 63,-5-3 0,1 1-186,5-6 0,-5 0 142,4 0 1,-1 0 59,1 0 0,-9 0-447,4 0 1,-4-2-189,3-4-526,-6 5 1246,4-7 0,-12 1 0,6-3 0</inkml:trace>
  <inkml:trace contextRef="#ctx0" brushRef="#br0" timeOffset="2623">6226 234 7929,'0'-11'258,"0"0"123,0 7 85,0-3-233,0 7 1,0 7 18,0 4 0,0 6-93,0 5 1,0 2 17,0 4 1,0 4-126,0-4 1,-2 3-46,-3 3 1,3-7-326,-4 1 0,5 0-583,1 5 1,5-7 46,1-3 437,7-5 417,-4-1 0,8-8 0,-1-1 0</inkml:trace>
  <inkml:trace contextRef="#ctx0" brushRef="#br0" timeOffset="2926">6577 17 7894,'0'10'-186,"0"10"401,0-3 1,-6 5-77,1 0 1,-6 2-52,5 4 1,-5 7-68,5-7 1,1 7-595,5-7 0,0-2 204,0 2 1,0-8-223,0 3 591,0-12 0,7 4 0,2-6 0</inkml:trace>
  <inkml:trace contextRef="#ctx0" brushRef="#br0" timeOffset="3230">6460 301 7894,'-17'0'0,"8"0"0,-6 0 430,13 0-268,2 0 1,10-6-18,6 1-200,1-8 0,7 4 16,4-8 0,3 0-80,3 1 1,-1-7 37,1 1 1,-1-2-135,0 2 0,-1 1 156,-4-7 0,-4 10-13,-8 1 0,1 1-111,0 4 75,-8 5 0,0 0 1396,-3 7-907,-4 0 0,3 7-88,-10 4 1,3 4-85,-4 2 0,-1 5-4,1 0 0,1 0-253,5-5 0,0 0 78,0-1 0,0-4 246,0-1-290,0-8 0,2 5-430,3-8 0,-1 0 239,7 0 0,-5 0-30,5 0 0,-6-8 98,6-3 1,-1 2-410,1-2 479,4 0-155,-6 2-20,0 1 216,6 8 0,-13 13 151,4 4 1,-5 3-72,-1-3 0,0 5 124,0 0 1,0 2-301,0-1 0,0-5-252,0 5 0,-5-5 374,-1-1 0,-7-1 0,4 1 0</inkml:trace>
  <inkml:trace contextRef="#ctx0" brushRef="#br0" timeOffset="3496">6527 418 9262,'0'9'316,"7"-1"-83,4-8 0,12 0 396,4 0 0,7 0-304,5 0 1,-2 0-219,7 0 1,-1-8-1990,1-3 1882,5 4 0,-7-8 0,8 5 0</inkml:trace>
  <inkml:trace contextRef="#ctx0" brushRef="#br0" timeOffset="6514">6193 1353 7770,'0'-12'733,"0"1"117,0 8-528,0-5 1,0 10 58,0 4 1,2 3-127,3 8 0,-1-1-292,7 1 1,-5 5 103,5 0 0,-7 6 109,1-6 1,3 1-100,-3-7 1,6 1-968,-5 0 1,1-6-471,-1 0 456,-4-7 1,11 1 903,-8-10 0,1-4 0,-6-8 0</inkml:trace>
  <inkml:trace contextRef="#ctx0" brushRef="#br0" timeOffset="6897">6243 1052 7570,'11'9'0,"0"-3"0,0-4-106,6-2 0,0 2 176,-1 3 1,1-3 83,0 4 1,5 3-86,0 2 1,6-2-54,-6 2 0,3-7-3,-3 2 0,-4 1-125,5-1 1,-10 5 90,-2-6 0,-8 3 65,3-3-66,-4-3 1,-4 11 7,-4-7 1,-3 5 66,-8-6 1,-1 8 315,-4-1-137,3-5-13,-5 8 1,15-11-201,3 7 0,6-6 136,6 6-67,10-7 1,10 9-7,8-7 1,1 7-215,4-2 1,4-2 7,7 2 0,-8-2 85,-3 2 0,-5 4 41,-7-4 0,-4 4 1,-12 2 1,2-6 598,-8 0-397,1 0 0,-15 6-158,-8 0 1,-2-2 76,-8-4 0,4 4-150,-4-4 1,4 2-136,-5-2 1,8 4-245,-2-4 1,5-2-30,6 2 0,-2-5 434,7 5 0,1-7 0,5 3 0</inkml:trace>
  <inkml:trace contextRef="#ctx0" brushRef="#br0" timeOffset="9148">134 3689 7844,'0'-9'774,"-7"-6"-425,5 13-80,-13-5-56,13 7-95,-13 0 0,8 7 164,-4 4 0,-2 4-63,7 2 0,-7 1-113,2 5 1,4 3 92,1 7 1,-1-5 106,1 0 1,1-8-180,5 2 1,0-3 12,0-2 1,2-8-76,3-4 0,-1-3 47,7-2 1,0-2-163,6-3 0,-1-4 94,1-8 1,2-7 19,3-4 1,-4-5-122,5-6 0,-5 2-529,-1-8 1,5 1 288,0-7 0,1-6 13,-7-4 0,1 1 21,0-1 0,-6 4 123,0 1 0,-5 4 451,5 19 0,-8-2-202,3 12 0,-4 1-156,-2 5 0,0 6 333,0 0 320,0 7 0,0-1-290,0 10 1,0 7 7,0 10 1,0 4-11,0 7 1,0 8-132,0 3 0,0 7-236,0 4 1,0-3 54,0 4 1,2-4 106,3-2 0,-1-6-271,7 1 0,-5-8-1248,5 2 1,-6-6 658,7-5 1,-7-4 103,6-7 1,-7-6-1046,1 0 1692,5-7 0,-1-12 0,8-10 0</inkml:trace>
  <inkml:trace contextRef="#ctx0" brushRef="#br0" timeOffset="9477">668 3222 7809,'0'-9'1216,"8"1"1,-5 16-195,9 3-677,-1 11 0,11-2 252,0 8 0,2 2-219,-1 9 0,-5 3 156,4 9 0,-5-1-146,-6 0 1,2 2-182,-7 3 1,-1-3-46,-5 4 0,-7 1-383,-4-1 0,-6-2 179,-5-10 0,-4 3 4,-8-8 0,1-1-1379,0-4 1,-6-3 226,0-3 1190,0-4 0,-2-7 0,-2 0 0</inkml:trace>
  <inkml:trace contextRef="#ctx0" brushRef="#br0" timeOffset="16644">1720 4123 8378,'9'-2'-698,"-3"-3"160,-4 3 117,-2-6 365,0 8 1284,0 0-500,0-7 99,0 5-522,0-5 1,-2 7 154,-4 0-17,4-8-464,-5 7 52,7-7 3,0 8 129,0 0-354,7 0 181,3 0 110,6 0 125,1 0-172,0 0 1,-1-5 80,1-1 0,-6-1-57,0 1 1,-2 2 99,3-7-42,2 7-68,-4-10 0,1 12-115,0-4 0,-5 2 114,5-1 0,-6 3-150,6-3 1,-7 1 128,2-2 0,3 4-116,2-3 0,-4 1 101,-1-1-25,3 3 1,1-11 3,6 7 1,-5-5-4,1 5 1,-7-7-19,6 2 0,-2 2 19,3-2 0,2 2-15,-2-2 0,-3-4 16,2 4 0,-5-2 6,5 1 1,-6 0 3,6 6 1,-5-7-2,5 2 1,-5 2-10,5-3 1,-8 7 14,3-6-31,3 0 1,-1-6 17,3 0 1,2 6-22,-8 0 0,6 0 28,-5-6 5,7 0 1,-6 1-20,5-1 1,2 6-3,-2 0 1,-3 2-4,2-3 1,-2-2 2,2 2 0,4-1-6,-4 2 0,2-3 10,-2 2 1,4-2-12,-4-3-1,2 0 10,-2 0 1,4 1-10,-4-1 1,-1 4 4,1-4 1,0 4-2,6-9 1,-6 6 1,0 4 0,-2-2 0,2 2 0,2-2 0,-7-3 0,1 0 0,-1 1 0,-4 4 74,3 1-68,5 0-7,-9-6 0,12 1 6,-7-1 1,5 6 0,-5 0 1,5 5-17,-6-5 0,8 0-2,-2-6 1,-1 1-23,1-1 1,0 0 31,6 1 1,-1-1-13,1 0 0,-6 0 11,0 1 0,0-1-1,6 0 1,0 3-5,-1 2 0,-1-2 0,-4 2 0,4-1 18,-4 2 1,-1-2-7,1 8 0,-2-8 2,2 2 0,2 1-7,-7-1 0,7 2 3,-2-2 1,4-4-3,1 4 0,1-4-8,0-2 0,-1 6 8,1 0 0,-6 2-1,0-2 1,1-2-5,4 7 0,1-5-1,0 6 0,-6-1-2,0 6 1,0-6 4,6 1 0,-6-1 9,0 6-10,0-7 1,6 5 7,-1-4 0,-4-1-6,-1 1 0,0-1 0,6 1 1,-1 5 30,1-5 1,-6-1-28,0 1 1,0-5 90,6 5 0,0 1-83,-1 5 0,-1-2 39,-4-4 1,4 5-36,-4-5 1,-1 4 1,1 2 1,-6 0 9,6 0 0,-5 2 4,5 4 0,-5-5 3,5 5 0,-6-2-4,6 1 0,-5-3 77,5 4-83,0 3 0,6-7 34,0 3 1,-1 3-27,1-3 1,-6 1 21,0-6 0,0 5 8,6 1 0,-2 1 3,-4-1 1,4-2-34,-4 7 0,2-6 4,-2 7 1,4-7-83,-4 6 1,2-5 81,-2 5 1,4-2-78,-4 2 1,-2 2 71,3-7 0,-3 7-7,2-2 1,4-2-10,-4 2 0,-2-5-5,2 5 1,0-2 2,6 2 1,-2 4 0,-4-4 1,4 2 122,-4-1 1,4 2-110,2-3 1,-6 4 10,0 2 0,0-2-18,6-4 1,-1 8-8,1-8 1,-6 7-16,0-7 1,0 4-13,6 2 0,0 0 13,-1-1 1,1 1-2,0 0 0,0-3-18,-1-2 0,1 2 22,0-2 0,-1 2-14,1 3 1,0 0 36,-1-1 0,-4 1 2,-1 0 0,0 0 15,5-1 0,-4 3 7,-1 3 1,0-3-29,6 3 0,-3-4 3,-2-1 0,2 2 16,-3 3 1,4-4-12,2 5 1,0-5-59,-1-1 0,-4 0 50,-1-1 0,0-1-13,5-4 1,-4 4 35,-1-4 1,0 4 0,6 2 0,-1-6-30,1 0 1,0-2 4,-1 2 1,1 4 1,0-4 0,-1 2 0,1-2 0,0 4-14,-1-4 1,1 4 6,0 2 0,0-6-5,-1 0 0,1 0 24,0 6 1,-1-2-2,1-4 0,0 4 4,-1-4 0,3 4 4,3 1 0,-3 1-71,3 0 0,-4-2 58,-1-4 1,5 4-47,1-4 0,1 2 15,-2-2 0,2 4-5,4-4 1,2-2-23,-8 2 1,6-2-8,-6 3 1,6 2-25,-6-2 1,6-3-12,-6 2 0,6-7-157,-6 1 1,6 3 111,-6-3 1,6 6-239,-6-5 0,6-1 74,-6-5 0,3 0-429,-3 0 1,-4 6-31,5 0 1,-10-1-1065,-2-5 1005,0 0 799,-2 0 0,-2 8 0,-7 1 0</inkml:trace>
  <inkml:trace contextRef="#ctx0" brushRef="#br0" timeOffset="17868">1336 4724 8298,'0'-9'0,"-6"0"-655,1 3 467,-8 4 0,11-7 15,-4 3 223,-3 4 0,7-7 241,-3 4 1,1 3 46,-2-4 79,5 4-30,-7 2 6,8-7-177,0 5 1,2-11 23,4 7 0,-3 1-82,8 5 1,-5 0 191,5 0-380,0 0 1,6 0 123,0 0 1,-1 5-176,1 1 1,2 1 56,3-1 0,-4-4-70,5 3 0,1 3 67,-2-3 1,6 1-11,-6-6 0,8 0 46,-2 0 1,3 0-10,2 0 0,6 0 73,0 0 0,6 0-61,-6 0 0,5 0 38,-5 0 0,6 0-38,-6 0 1,1 0-2,-1 0 1,-3 0 5,3 0 0,-6 0-4,-5 0 0,3 2-9,-3 3 1,4-3 17,1 4 1,0-4 4,1-2 1,-1 0-18,1 0 0,-1 0 59,0 0 0,3 0-7,3 0 0,-4 0 4,4 0 0,-2 0 23,2 0 1,-2-2 5,7-4 1,-5 3-78,6-9 1,-6 9 4,5-3 0,-5-1-26,6 1 1,-6 1 52,5 5 0,-7-6-129,2 0 1,2 1 63,-2 5 1,0 0-9,-6 0 0,1-2 11,-1-4 0,0 5-12,1-5 1,-1 4 11,1 2 0,-1 0 8,0 0 0,1 0 32,-1 0 1,6 0-30,0 0 1,0 0 141,-6 0 0,6 0-125,0 0 0,2 0 60,-2 0 1,-4 0-58,4 0 0,-2 0-6,2 0 0,-4-2 20,4-3 1,-3 3 2,-3-4 1,0 5 9,1 1 0,-1 0-16,0 0 1,1 0-74,-1 0 1,1 0 36,-1 0 0,0 0-3,1 0 1,-1 0 6,1 0 0,-7 0-10,1 0 0,0-2 2,5-4 1,1 4-5,-1-3 1,1 3 5,-1 2 0,0-6 0,1 1 1,-1-1 19,0 6 0,-5 0 9,0 0 1,2 0 2,9 0 1,-4 0-15,4 0 1,-4 0-1,-2 0 0,1 0-20,-1 0 1,1 0-3,-1 0 1,0 0 3,1 0 1,-1 0 7,1 0 0,-1 0-1,0 0 0,-5 0-35,0 0 0,-2 0-4,2 0 1,3 0 28,-3 0 0,-2 0-2,2 0 0,0 0-22,5 0 1,-5 0 33,0 0 1,-6 0-12,6 0 1,-6 2-2,6 4 0,-8-5 32,2 5 1,3-2-32,-3 1 1,0-3 0,-5 4 1,5-4-188,0-2 0,1 0-270,-7 0 1,3 0 246,3 0 1,-3 0 97,3 0 1,-9 0-1473,-2 0 743,0 0 852,6 0 0,-8-8 0,-2-1 0</inkml:trace>
  <inkml:trace contextRef="#ctx0" brushRef="#br0" timeOffset="19373">3506 2070 8190,'0'-16'0,"0"-1"-872,0 0 611,0 0 1,0 6 184,0 0 1,0 6 552,0-6-116,0 7-205,0-4 100,0 8 42,0 0-97,0-7 27,7 5 10,-5-5-166,13 14 1,-8 2-14,4 8 0,2 2 16,-7 3 0,5-2-109,-5 8 1,1 0 44,-1 5 0,-5-5-3,5 0 1,1 0-26,-1 5 0,0 1 60,-6-1 1,0 0-1,0 1 1,5-5-25,1 5 0,-1-5 5,-5 10 1,0-3 18,0-3 1,0 0-4,0 1 0,0-1 13,0 0 1,0 1 6,0-1 0,0-3-7,0 3 0,0-9-12,0 10 1,0-10-19,0 4 1,6-2-11,-1 1 1,1 5-3,-6-4 0,0-2 14,0 2 1,6-8-12,-1 2 0,1 2 13,-6-1 1,0 4 3,0-4 0,0 5 22,0-6 1,0 0-30,0-5 1,0 5 38,0 0 0,0 0-33,0-5 0,0 5 1,0 1 1,0-1-13,0-5 1,0 1-7,0 4 1,0-3-14,0 3 1,0-3-4,0-3 0,0 1-22,0 0 1,-2 1 41,-4 5 0,4-5-20,-3 4 1,3-3 6,2-2 0,0-1 9,0 1 0,0 0 1,0-1 0,0 1 1,-2 0 3,-3 0 1,3-6-9,-4 0 1,4 0-7,2 6 1,0-1 6,0 1 0,0 0-5,0-1 1,0 1-7,0 0 0,0 1-2,0 5 0,0-5 20,0 4 1,0 2-2,0-1 1,0 1 36,0-2 1,0-2 8,0 8 0,0-2-77,0 2 1,0 2 32,0-8 0,-2 6-42,-3-6 0,3 2-12,-4-2 0,5-3-123,1 3 1,0-3 20,0-3 1,0 1-228,0 0 1,0 0 68,0-1 1,-6 1-204,0 0 0,1-1-73,5 1 0,0 0 189,0-1 0,0 1 382,0 0 0,0-1 0,0 1 0</inkml:trace>
  <inkml:trace contextRef="#ctx0" brushRef="#br0" timeOffset="20147">3038 5292 8334,'2'-12'-712,"4"1"536,-4 0 1,7 0 196,-4 0 0,-3 5 690,4-5-400,3 0-157,0-6 0,6 6 209,-4 0-255,4 7 1,-5-5-5,6 4 1,1 3 18,0-4 0,1 4-128,4 2 1,-3 0 54,3 0 0,2 0-139,-1 0 1,-1 8-40,-5 3 1,-1-2 126,1 2 1,-6 0 8,0 6 0,-7 5-41,1 1 0,-3-1 72,-2-5 0,-2 1 53,-3 4 0,-6-3 171,-12 3 1,-1-5-157,-3-6 1,-5 2 34,4-8 1,2 7-54,-2-7 1,2 1 6,-1-6 1,3 2 28,7 3 0,0-3 201,0 4-231,8-5 0,2 1-106,7 4 0,2-4-215,3 3 0,6-3 43,12-2 1,3 0-203,7 0 1,6-2-150,0-3 1,5 1 195,-5-7 1,8 0 85,-3-6 1,-3 0-65,-2 1 1,2-1-187,-2 0 0,0 1 502,-6-1 0,-7 0 0,-4 1 0,2-1 0,-1 0 0,-7 2 0,-5 4-33,-7-4 0,9 12 110,-7-8 450,-1 7 0,-10-2-171,-1 12 1,-5-2-18,5 7 0,-7 0-1,2 5 1,2 7 93,-2-1 0,5 0-210,-5-5 1,7 0 32,-1-1 1,3 1-271,2 0 0,7-6 63,5 0 1,2-7-138,3 1 1,0-3 16,-1-2 1,1-2 35,0-3 1,0-5 33,-1-6 0,-1-7-182,-4 1 0,-3 0 87,-8 5 0,0-5-107,0 0 0,-10 5 105,-6 6 1,-1 7 53,-5-1 1,-2 3-303,1 2 0,1 0-375,5 0-87,1 0 809,6 0 0,-4 0 0,4 0 0</inkml:trace>
  <inkml:trace contextRef="#ctx0" brushRef="#br0" timeOffset="21422">4057 2972 8366,'0'-10'-630,"0"3"854,0-1-328,0 7 1,1-7 176,5 8 179,-4 0-159,5 0-54,-7 0 26,0 0-46,0 8 82,0-7-40,0 7 0,0-6 111,0 3 0,0-1-101,0 7 0,0-5 77,0 5 2,0 0 0,0 6 12,0-1 1,0 7-84,0-1 1,6 0 4,-1-5 1,1 5-53,-6 0 1,0 6 65,0-6 1,0 8-115,0-2 0,0 3 41,0 3 1,5-1-9,1 0 1,1-5 17,-1 0 0,-4 0-19,3 5 0,3-5-28,-3 0 1,3-6-9,-3 6 1,-3-6-6,4 6 1,-4-6 40,-2 6 1,5-6 75,1 6 0,-1-7-21,-5 1 0,0 2 9,0-2 1,0 2-37,0-1 0,0-5 6,0 4 0,0-1-17,0 1 1,0-3 2,0 3 0,6-4 2,-1-1 0,1 5 5,-6 1 0,6-1 10,-1-5 1,3 5-55,-3 0 0,-3 6 1,4-6 0,1 2 12,-1-1 1,5-5-6,-6 4 1,6-3-14,-5-2 0,-1-1-8,-5 1 1,6 0-6,0-1 0,-1-5 29,-5 1 1,0-1 31,0 5-44,0 1 1,0 0 0,0-1 0,-2-4 0,-3-1 0,3 0-1,-4 6 1,4-6-127,2 0-89,0 0 1,0 6-207,0-1 0,0-5 110,0 1 0,2-7-228,4 6 0,3-7 33,8 2 0,-4-5-124,4-1 0,-4 0 632,9 0 0,-4 0 0,-1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55:12.255"/>
    </inkml:context>
    <inkml:brush xml:id="br0">
      <inkml:brushProperty name="width" value="0.11429" units="cm"/>
      <inkml:brushProperty name="height" value="0.11429" units="cm"/>
      <inkml:brushProperty name="color" value="#E71224"/>
    </inkml:brush>
    <inkml:brush xml:id="br1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451 84 10098,'0'-16'0,"0"-1"-221,0 0 1,0 6 447,0 0-75,0 7-322,-7-3-82,5 7 213,-13 0 0,13 2 360,-3 3-179,3-3 0,0 6-48,-4-8-41,4 0 21,-5 0-12,7 0 257,0 0-319,7 0-223,-5 0 93,6 0 227,-8 0 1102,0 0-1256,-8 0 157,6 0-55,-5 0 1,2 2 62,-1 3 80,0-3-166,6 5 0,-1-5 245,-5 4-57,4-4 52,-5 5-103,7-7-572,0 0 1,7 0 0,2 0 0</inkml:trace>
  <inkml:trace contextRef="#ctx0" brushRef="#br1" timeOffset="2498">301 218 8197,'7'-9'-1207,"-5"-6"1071,6 13 366,-1-13 1,-3 13-156,7-3 0,-7 1 59,1-2-29,4 5 1,-5-7 55,7 8-18,-7 0 158,3 0-128,-7 0 0,0 2-37,0 4 0,0-3 92,0 8 1,-1 2-146,-5 10 0,-1-3 41,-5 8 0,-2 0-160,2 5 1,3 0 108,-2 1 1,2-1 33,-2 1 0,-4 5-35,4 0 1,-2-1-13,2-4 0,-2-1-4,7 1 0,-1-1 1,1 0 0,4-1-127,-3-4 0,3-2 134,2-4 0,5-9-173,1 4 1,7-12 103,-2 1 1,4-4 31,2-2 1,7-2-145,3-4 0,-1 2-241,2-7 0,-5 2 249,4-2 1,-4-2 49,4 7 1,-6 1 198,1 5 1,-3 7-127,-3 4 1,-6 13 166,-5 10 0,3 7-56,-3 9 0,1 9-9,-6 8 1,-8 1-89,-3 10 0,-4-5-119,-1 5 0,-3-1 69,-3 7 1,-2-1-153,-4 1 0,-4-8-64,5-4 1,-5-5 148,-1-6 1,-1-3-91,1-8 0,-1-9 108,1-8 0,5-2-582,0-8 1,8-1 28,-2-5 624,3-1 0,4-3 0,4 0 0,2 0 0,-4-5 0,-6-5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55:16.26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251 50 8063,'-7'-17'-120,"3"8"102,-7 4 1,5-3 68,-5 3 0,5-1-2,-5 6 0,0 9 31,-5 8-42,-1 0 1,0 14 79,0-3 1,1 5 13,-1 6 0,2 4 171,4 7 1,-4 0-138,4 0 0,4 2 58,1 4 0,-1-6-92,1 0 0,1-2-152,5-9 0,5 6 0,4-8-177,6-6 130,-2-5 1,17-9 48,-8 0 0,8-8 15,-2-4 0,-2-5-231,1-5 1,-4-10 57,5-7 0,-10-8-125,-1 2 1,-2-1 61,-10 1 0,1-7 129,-6 7 0,-8-6 0,-3 12 302,-4 2-107,-9 9 0,6 3-72,-5 8 0,-1 2 66,2 4 1,-6 3-4,6 8 1,0 5-36,5 0 1,2 6-400,4-6 1,4 2 138,7-1 1,0-5-192,0 4 1,7-5 205,4-6 1,12 2 203,4-7 0,5-1 0,1-12 0,1-2 0</inkml:trace>
  <inkml:trace contextRef="#ctx0" brushRef="#br0" timeOffset="362">518 501 8063,'0'-17'0,"0"0"25,0 1 324,0-1-187,0 0 0,0 6 220,0 0-275,0 7-309,0-3 1,7 7-90,5 0 209,2 0 1,9 6 129,-1-1 1,2 14 58,-2-3 0,-1 10-220,7-3 1,-8 6 60,2-1 0,-3 4 4,-3 1 0,-4-5 48,-1 0 1,-8-6-25,3 6 0,-6-8 33,-6 2 0,-5-9-2,-11-2 1,2-7 2,-8 2 1,0-4-5,-5-2 1,5-2 252,0-4 1,8 2-88,-3-7 1,5 8 806,1-3-325,0-3-751,8 7 1,4-6-170,10 8 1,6 6-171,11 0 0,6 1 180,11-1 0,-2-5-69,8 5 0,-1-4 325,6-2 0,8 0 0,1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55:15.62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399 15 8184,'-11'-9'170,"0"4"0,6 5-39,-7 5 0,1-1-176,-5 7 0,-1 0 117,0 6 40,1 0 0,-3 5-6,-3 0 0,1 8-2,-6-2 1,6-3-168,-1 3 0,-2-2 26,2 2 1,-1 2-385,7-8 0,-1 0 207,0-5 1,8-6-738,3 0 655,-3-7 1,7 1 31,-3-10 264,10-4 0,12-15 0,9-2 0</inkml:trace>
  <inkml:trace contextRef="#ctx0" brushRef="#br0" timeOffset="289">216 116 8244,'16'-8'-190,"1"6"-241,0-3 443,0-5 0,-1 9 47,1-5 1,-6 10 775,0 1-447,0 8 1,6-9-438,0 7 1,1 0 9,4 6 1,-1-6-398,7 0 1,-6-2 231,6 3 1,-2 2 203,2-2 0,3 10 0,-5 4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55:17.94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67 151 8127,'0'-10'-1498,"0"-5"1538,0 14 1,-2-12 82,-3 7 1,3-1 184,-4 1-149,5 4 1,-1-11 33,-4 8 119,4-1 0,-7 6 77,4 0 156,3 0-368,-6 8 1,3 6-26,-1 9 1,1 1-60,5-2 0,0-2-140,0 8 1,0-7 115,0 1 0,1-4-88,5-1 0,-2-8-201,7-3 196,0-4 1,6-4-49,-1-4 1,1-3-17,0-8 0,3 1-63,-3-1 0,3-1 91,-9-5 1,-1 5-93,1-5 1,-8-1 67,3 2 0,-4 0-14,-2 5 0,0 0 110,0 1 0,0 5-159,0 0 317,-8 7-87,7-4-56,-7 8-3,8 0-1,0 0-14,8 0 0,1 0 2,8 0 1,-6 0 112,0 0 0,0 6-116,6 0 1,-1 6 103,1 0 1,0 2-42,-1 3 0,-1 5 96,-4 1 0,-3 1-46,-8-2 0,0 4 13,0 7 0,0 6-48,0 0 0,-8 2 8,-3-2 1,-4-2-156,-1 8 0,-5-6 145,5 5 0,-10-5-259,9 5 0,-2-5-126,8 6 0,-2-8-144,8 2 1,-1-4 26,6-1 0,0-7-152,0 1 1,8-9 239,3-3 0,5-1 330,7-9 0,-5-1 0,21-12 0,-4-2 0</inkml:trace>
  <inkml:trace contextRef="#ctx0" brushRef="#br0" timeOffset="308">635 668 8123,'7'-17'0,"-5"8"586,5 2-259,-7 7 1,-5 7-14,-1 4 1,-5 4-29,6 2 0,-1-1-456,6 1 48,0 0 124,0-1 1,0-4-105,0-1 1,8-8 180,3 3 0,3-12 37,3-5 0,0-9-105,0-2 0,-1-8 37,1 2 0,-2-2-112,-4 3 0,-4-3 95,-7 8 1,0-1 44,0 7 0,-2 1-51,-3 4 0,-4-2 2,-8 7 0,-5 3-260,-1 8 0,-4 4 86,4 8 1,3 0-131,9-1 1,-2 1 0,7 0-64,3 0-1057,8-1 1397,4-6 0,16 4 0,0-4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55:20.922"/>
    </inkml:context>
    <inkml:brush xml:id="br0">
      <inkml:brushProperty name="width" value="0.08571" units="cm"/>
      <inkml:brushProperty name="height" value="0.08571" units="cm"/>
      <inkml:brushProperty name="color" value="#004F8B"/>
    </inkml:brush>
    <inkml:brush xml:id="br1">
      <inkml:brushProperty name="width" value="0.11429" units="cm"/>
      <inkml:brushProperty name="height" value="0.11429" units="cm"/>
      <inkml:brushProperty name="color" value="#004F8B"/>
    </inkml:brush>
  </inkml:definitions>
  <inkml:trace contextRef="#ctx0" brushRef="#br0">67 1837 8463,'-11'0'-955,"0"0"-245,-2 0 1211,6 0 0,-3 0 225,5 0-159,3 0-65,-5 0 65,7 0-10,0 0-52,0-8-7,0-1 1,7-8-42,4 1 0,4-1 54,2 0 1,7-7-73,4-4 1,9-3 59,2-3 1,12-6-139,0-5 0,4-11-210,1-5 1,5-6 297,-25 31 0,0 0 1,2 1-1,0 0-187,4-4 1,0 0 0,0 3 0,-1-1 227,1-1 0,0-1 0,-4 3 0,0 1 0,-1-2 0,0 0 0</inkml:trace>
  <inkml:trace contextRef="#ctx0" brushRef="#br1" timeOffset="453">535 2054 10203,'0'-17'-907,"0"-5"717,0-1 1,7-1-131,4 2 1,6-6-103,5-11 459,11 4 0,10-13-41,7 3 0,6-5-149,-1-5 1,14 1-284,-2-7 0,-29 28 0,2-1 414,-1-2 1,0 0-1,1-1 1,1 1-21,1 3 1,0 0 0,3-4 0,1 1 16,1 0 0,0 0 0,3-3 0,0 0-4,3 3 1,0 0 0,-3-3-1,0 2-8,0 3 0,0 1 0,-1-2 0,-1 1 2,-6 6 0,-1 1 1,2-1-1,-1 2-51,31-19 0,-8 6-336,-10 12 422,-10 10 0,-1-2 0,-3 8 0,4 0 0,-5-4 0,-2-3 0</inkml:trace>
  <inkml:trace contextRef="#ctx0" brushRef="#br0" timeOffset="816">1202 1853 8088,'0'-16'274,"0"-1"1,2 0-44,4 1 0,5-3-575,11-3 211,4-4 0,15-15-8,3-3 0,6-5 196,6-1 0,3 0-409,8 0 1,5-2 348,1-3 0,5 3-312,-6-4 1,0 6 109,-5 5 0,0 5 170,0 6 0,-8 8 37,-3 4 0,-12 3 0,-3 3 0</inkml:trace>
  <inkml:trace contextRef="#ctx0" brushRef="#br0" timeOffset="1700">818 1069 7125,'-9'0'-1378,"-6"0"1540,13 0-133,-5 0 23,7 0 0,-2-6 65,-3 1 382,3-1-242,-6-1 242,8 5-360,0-13 1,0 11-35,0-7 0,0 6-16,0-6 0,15-2-125,7-10 0,10-4 98,7-12 0,11-4-17,11-7 1,6-2-474,5-4 1,4-1 425,-34 26 0,0 1 1,1-2-1,1 1-104,-3 3 1,1 0 0,5-3-1,-1 1 69,-4 2 1,-1 0 0,3 0 0,0 0-414,39-22 1,-9 2 449,-7 4 0,-9 3 0,-10 7 0,2 1 0,4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55:43.20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0 134 7611,'0'17'259,"0"-1"0,0-5-82,0 1 0,0-1 206,0 5 0,0 1-146,0 0 0,0-1-22,0 1 1,0-6-243,0 0 293,0 0-226,0-1 39,0 5-159,8-14 0,-6-1 87,3-11 0,-3-4-134,-2-1 1,6-6 49,-1-1 0,3-6-27,-3 1 1,-3 2 121,4-2 0,1 8-31,-1-3 1,5 5 0,-6 1 1,6 0 47,-5 1 0,7 6 160,-2 5 0,-2-3-73,3 3 0,-1-1 103,5 6 1,-5 0-97,1 0 0,-1 2 84,5 4 0,-4-3-89,-1 9 1,0-1 0,5 5 0,-1 1-16,-4 0 1,4 1-43,-4 5 0,2-5-202,-1 4 0,0-3-96,-6-2 1,5 5-173,-5 0 1,5 0-374,-6-5 1,7 0 356,-7-1 1,8-4-1083,-2-1 1500,-3 0 0,14-2 0,-4-1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55:44.74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101 418 7875,'-9'-8'298,"3"-3"-20,-3 4 1,7-2 205,-4 3-239,-3 4-67,7-5 1,-5 20 25,7 3 1,0 7 7,0-1 1,0 4-1,0 7 1,0 1-13,0-1 1,0 0-145,0 1 1,0-1-116,0 1 1,0-7 141,0 1-82,0-7 1,-2 1 237,-4-11 96,4-4-295,-12-7 0,10-7-13,-7-4 1,7-10-86,-1-1 1,3-13-213,2 2 1,0-12-250,0 1 1,0-7 234,0-4 0,0 1-56,0-7 0,2 13 195,3-2 1,3 11 234,3 0 0,3 11-152,-2 6 0,2 5 57,3 6 1,0 3-21,0 8 0,1 8 219,4 3 1,-3 9 19,3 3 0,-9 6-46,-2-1 0,-1-2-77,1 2 0,2 0-29,-8 5 1,1-5 0,-6 0 1,0-8-57,0 2 1,-8-5-7,-3-6 1,-4 2-4,-1-7 0,-3-1-109,-3-5 1,7 0-443,-7 0 1,7 0-37,-7 0-846,3-7 571,2-2 864,8-8 0,9 0 0,9 1 0</inkml:trace>
  <inkml:trace contextRef="#ctx0" brushRef="#br0" timeOffset="352">768 34 7884,'-16'-17'322,"-1"8"-134,0 2 1,-5 7 35,0 0 0,-2 1 0,2 5 1,1 5-71,-7 11 1,8 4 60,-2 8 0,-2 6 107,1 5 1,1 3-82,5 2 1,1 2-147,-1 4 1,8-4-68,3 3 0,4-3-145,2-2 0,0-7 5,0-4 0,8 2-73,3-2 1,2-6-114,-2-5 1,11-8-284,0 3 1,1-10 0,1-4-1157,0-2 1737,2-1 0,7-14 0,1-1 0</inkml:trace>
  <inkml:trace contextRef="#ctx0" brushRef="#br0" timeOffset="658">618 451 7864,'-16'0'747,"-1"-7"-700,0-2 40,8-1 1,1 1 11,8 3 1,2 5-1,4-5 1,3 4-121,8 2 0,0 0 57,-1 0 0,1 6 297,0-1 1,7 8-74,4-2 0,-2 10-22,1 1 0,-4 6-167,4-6 0,-1 6-83,2-6 1,-4 8 163,-7-2 0,3-4 7,-3-2 1,3-2-376,-8 3 0,-3-7-27,2 1 0,-7 0-396,1-6 1,-1-4-92,2-1-871,-5-4 1601,7-2 0,-8-8 0,0-1 0</inkml:trace>
  <inkml:trace contextRef="#ctx0" brushRef="#br0" timeOffset="962">1036 351 7864,'-8'9'585,"-1"6"1,-2-6-325,0 8 0,-6 7-152,-5 4 0,-2-2-498,1 2 0,-1 0 96,-4 5 0,-3 0-59,3 1 1,-2-6 107,3-1 1,2-6-528,9 1 771,-1 4 0,0 0 0,1 7 0</inkml:trace>
  <inkml:trace contextRef="#ctx0" brushRef="#br0" timeOffset="1273">1553 334 7787,'0'-16'1275,"0"6"-1020,0-4 1,-6 14-66,1 0 0,-10 1-269,-2 11 114,1 6 0,-10 1 74,3 3 1,-3 4 33,-7 2 0,5 3 63,0 3 0,1-1-30,-7 0 1,8-1-151,4-4 1,3 1 72,3-6 0,5-1-30,-1-5 0,9-6 23,-3 0 0,6-2 13,6 2 0,-3 2-40,9-7 1,1 5-139,9-6 1,-2 3 102,8-3 1,0-3-121,5 4 1,-5-4-627,0-2 1,0 0 353,5 0 0,0 5-658,1 1 1,-1-1 1019,1-5 0,-1 0 0,0 0 0</inkml:trace>
  <inkml:trace contextRef="#ctx0" brushRef="#br0" timeOffset="1595">1837 551 8154,'-8'-9'1027,"6"2"-774,-5 14 1,7 2 42,0 8 0,0 0-292,0-1 1,0 7 57,0-1 1,0 0-87,0-5 1,2 0 35,3-1 1,-3-5-166,4 1 235,3-9-175,0 5 1,2-8 71,1 0 1,-7-8-20,6-3 0,-7-9-180,2-3 1,1-6 55,-1 1 1,5 2 15,-6-2 0,3 8 162,-3-2 1,-3 3 238,4 2 1,-3 8 4,3 3 14,-4 5 0,11 2-182,-8 5 0,3 3-4,-3 8 1,-1 5 71,7 0 1,-5 6-16,5-5 1,-2 4-479,2-4 1,4-1-80,-4-5 0,-2 3-288,3-3 1,-1 3 192,5-9 1,-1-2-670,-4 3 1178,4-9 0,2 5 0,9-8 0</inkml:trace>
  <inkml:trace contextRef="#ctx0" brushRef="#br0" timeOffset="2082">2054 167 7818,'0'-16'490,"0"-1"-282,0 8 0,2-4 258,3 7 0,4 1-208,8 5 0,2 9-56,3 8 0,2 1 91,4 10 1,7 0-73,-7 5 0,7 6-39,-7 0 1,3 6-72,3-6 1,-3 7-171,-3-2 1,2 5-27,-8 1 1,0 0-272,-5 0 1,-8-2 85,-3-3 1,-4 3-260,-2-4 1,-2-3 3,-4-2 1,-9-4 149,-7-1 0,-6-6 375,6-1 0,-8-6 0,4 3 0</inkml:trace>
  <inkml:trace contextRef="#ctx0" brushRef="#br0" timeOffset="2702">2871 551 7819,'-11'0'492,"0"0"798,8-7-839,-5 5-295,8-5 1,2 7-61,4 0 1,-3 0-156,8 0 1,0-6 92,6 1 1,0-1-173,0 6 1,-1 0 245,1 0 1,0 0 59,-1 0 0,1 0-910,0 0 0,-1 2 48,1 3 0,-6-1-792,0 7 1486,-7-7 0,11 11 0,-6-6 0</inkml:trace>
  <inkml:trace contextRef="#ctx0" brushRef="#br0" timeOffset="3018">2838 752 7819,'-17'0'2206,"8"0"-1374,2 0-611,7 0 1,2 0-593,3 0 0,4 0-69,8 0 1,2 0-282,3 0 1,-4 0 232,5 0 1,-5 0 487,-1 0 0,7 7 0,2 2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55:48.75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151 168 7860,'-15'1'312,"4"5"0,-4 5-76,4 11 0,1 4-27,-1 8 0,0 6 366,-5 5-403,-1-4 1,6 7 10,0-3 1,7 1-14,-2-2 1,4 3-166,2-8 0,0-6 53,0-5 1,2-8 24,4 3-57,3-5 0,8-9-233,0-3 145,-1-4 0,1-4-95,0-4 1,-3-3-173,-2-8 0,1-5 155,-8 0 0,1-6-99,-6 6 0,0-2-21,0 1 365,0 5-153,-8-6 282,-1 7-446,-8 8-287,1 1-51,6 16-465,3 1 1049,7 8 0,0-1 0,0 1 0</inkml:trace>
  <inkml:trace contextRef="#ctx0" brushRef="#br0" timeOffset="317">318 368 7860,'0'-17'451,"0"8"638,-8-6-894,6 13 0,-3-5-151,10 7 0,-1 0-37,7 0 0,-5 7-150,5 4 0,0 6 256,6 5 1,-6-3-74,0 3 0,-2 4-2,2 2 0,2 1 24,-7-1 1,-1 4 1,-5-4 1,6-4-36,0-2 1,-1-3 11,-5-3 0,-7 1 149,-4 0 0,1-6 25,-1 0 432,0-7-189,-6 3-257,1-7 122,6 0-283,3 0 1,9 0-206,3 0 1,-1-6-325,7 1 0,0-6 77,6 5 0,5-5-370,1 6 0,1-8-88,-2 1 1,-4 3 354,5-2 1,-5 2 514,-1-2 0,0-12 0,-1 5 0</inkml:trace>
  <inkml:trace contextRef="#ctx0" brushRef="#br0" timeOffset="754">618 318 7813,'-9'-17'815,"-6"8"-429,13-6 268,-5 13-561,7-5 0,0 9-164,0 3 0,0-1 27,0 7 270,0 0-284,0 6 0,1-2 42,5-4 1,-2 2 23,7-8-64,0 1-293,6-6 224,-1 0 0,-4-8-126,-1-3 0,-8-4-8,3-1 1,-4-3 125,-2-3 1,0 2 33,0-8 1,0 5-20,0-4 0,-6 4 122,1-4 1,-3 6 24,3-1 0,3 3 389,-4 3-51,4-1-73,2 0 1,2 8-171,4 3 0,-2 5-46,7 1 1,0 0-86,5 0 1,1 1 115,0 5 1,-6 1-12,0 5 1,0 2-13,6-2 1,-2 8-10,-4 2 0,4 6 29,-4-6 1,-4 8 15,-1-2 1,1 3-68,-1 3 0,-1-1 34,-5 0 0,0 3-126,0 3 1,0-4 25,0 4 1,-5 2-98,-1-2 0,-1-1-59,1-4 0,4-1-305,-3 1 0,3-3 6,2-3 0,0 2-918,0-8 605,0 0 779,0-13 0,0 6 0,0-5 0</inkml:trace>
  <inkml:trace contextRef="#ctx0" brushRef="#br0" timeOffset="1059">1002 668 8379,'0'17'1021,"0"0"-916,0-1 1,0 1-111,0 0 0,7-6-238,4 0 1,-1-7 88,1 1 0,0-3 140,6-2 1,-3-2 176,-2-3 1,1-5-89,-8-6 0,1-1-121,-6 0 1,0-1 64,0-4 0,-2 3-11,-4-3 1,-3 3-164,-8 2 0,-5 3-229,0 3 1,-8 3-116,2 8 0,2 0 52,-1 0 447,6 8 0,-10 8 0,5 10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55:53.30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0 244 7893,'0'-17'125,"0"0"1,0 1 144,0-1 0,0 6-179,0 0 1,0 5 6,0-5 1,6 5 19,-1-5 1,3 7 105,-3-1 413,5-4-375,6 7 1,-1-4-60,-4 12 0,4 3-77,-4 8 0,-2 1-108,3 5 1,-7-3-102,6 8 0,-5-6 87,5 6 1,-7-2 119,1 2 0,-3-4 43,-2-8-725,0 1 291,0 0 254,0-8 1,0-9-56,0-11 1,0-4 14,0-2 0,6-7-141,-1-3 1,3-1 63,-3-6 0,-1 5 105,7-10 1,-2 3 1,2 3 0,4 5 89,-4 0 1,-1 10 92,1 1 445,0 1-503,6 14 0,-3 4-65,-2 14 0,1 6 440,-8 6 0,3 9-30,-3-3 1,-1 3-166,7-4 1,0 1-32,6-1 1,-6 0-723,0 1 1,0-6 301,6-1 1,0-6 110,-1 1 1,1-5-638,0-6 0,-6-4-2126,0-7 2822,0 0 0,6 0 0,-1 0 0</inkml:trace>
  <inkml:trace contextRef="#ctx0" brushRef="#br0" timeOffset="341">918 160 7920,'-9'-9'0,"0"1"1510,3 8-320,4 0-722,-5 0-184,7 0-140,0 0 0,7 0-117,4 0 0,4 0-84,2 0 1,0 2 127,-1 4 1,6-4 62,1 3 0,5-3-8,-6-2 1,6 0-1079,-6 0 0,6 0 160,-6 0 0,0 6-141,-5-1 1,-6 3 932,0-3 0,-7-3 0,3 6 0</inkml:trace>
  <inkml:trace contextRef="#ctx0" brushRef="#br0" timeOffset="636">968 360 7920,'-9'0'2878,"2"-7"-2408,7 5 0,1-7-207,5 3 1,-2 4-169,7-3 0,2 3-159,9 2 1,-3 6-1226,3-1 957,4 8 1,-8-9-149,5 7 0,1-5-1197,-2 5 1677,0-8 0,-5 12 0,0-5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55:57.48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101 67 7943,'0'-17'148,"0"1"1,0 4 422,0 1-309,0 8 1,2-5-127,3 8 0,5 0 37,6 0 0,-5 0 118,0 0 0,1 2 7,4 4 1,7 3-153,-1 8 0,2 1 134,-2 4 1,-3 2-93,3 4 0,-5 9-181,-6-3 0,2-1-40,-8 1 1,1-5-76,-6 10 1,0-4 110,0-1 0,-8-8-96,-3-4 0,-5 0 107,-7-5 0,-3 1 21,-7-12 1,5 5 197,0-5 1,1-1-81,-7-5 0,6-2-97,1-3 0,6-3 11,-1-3 1,9-4-3,2 4 1,7 2-8,-1-2 1,3 5-118,2-5 0,7 8 40,4-3 0,4 4 64,2 2 1,7 0-247,4 0 1,-2 0 57,1 0 0,1 0-372,6 0 1,-1 0 51,0 0 1,1 0-97,-1 0 0,-5 0 95,0 0 0,-6-5 50,6-1 0,-8-5 134,3 5 1,-5-7 10,-1 2 1,-6-4 126,0-1 1,-7-1-80,1 0 0,-3 6 525,-2 0 335,0 0 742,-7-6-529,-3 8-156,-6 2 0,1 8-277,4 5 0,3 5-40,8 11 1,-5-3-361,-1 3 0,1-3 135,5-3 0,7 1-170,4 0 1,4-1-51,2 1 1,5-6-88,0 0 0,1-7 84,-7 2 0,7-6-60,-1-6 1,0 2-54,-5-7 1,-6 0 111,0-6 0,-5-7-187,5-3 0,-8 1 55,3-2 0,-10 2-64,-1-2 1,-8-2 152,2 8 0,-10 0 185,-1 5 1,0 2-109,5 4 0,0 4 345,1 7-283,-9 0 1,9 7-18,-1 4 0,8 4-480,9 2 0,0 1 219,0 5 0,2-5-485,3 4 0,4-3 737,8-2 0,7-1 0,2 1 0</inkml:trace>
  <inkml:trace contextRef="#ctx0" brushRef="#br0" timeOffset="342">1002 367 8595,'0'-16'1478,"-2"6"-340,-3 5-131,3-4 1,-7 7-130,3-4-294,4 4-1709,-5 2 776,7 0-1230,0 8 956,0-6 0,0 7-109,0-4 1,2-3 78,3 4 0,-1-4 653,7-2 0,-7 0 0,3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55:59.52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234 67 7917,'-7'-9'1360,"5"-6"-1227,-6 13-16,8-5 1,-2 7-93,-3 0 136,3-8 13,-5 7 0,7-9 154,0 5-295,-8 3 0,5-6-18,-9 8 1,7 0 47,-6 0 0,0 0-68,-6 0 1,6 6 100,0 0 0,0 7-24,-6-2 0,0 4 64,0 1 0,1 3-55,-1 3 1,8-3-17,3 3 1,4-4-1,2-1 0,0-6-192,0 0 0,2-5-139,4 5 112,3-7 1,8 3 35,-1-7 0,7-5-122,-1-1 0,0-7 0,-5 2 1,1-4 105,5-2 0,-7 1 24,1-1 0,0 6-150,-6 0 355,4 0 1,-6-1 179,-3 1 334,-5 8-348,-1-5 1,0 16 102,0 3 0,-1 5-38,-5 7 1,4 1-63,-3 4 0,-3 5-73,3 0 0,-1 1 53,6 5 0,0-4-821,0-2 1,0 6-61,0 0 0,6 6-370,-1-6 1,6 0 1006,-5-6 0,7 0 0,-4 1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56:00.28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84 234 7871,'-17'0'0,"6"-6"272,0 1 526,7-8 177,-11 11-234,6-6-287,0 8-286,1 0 1,10 2-77,4 4 0,3-4 70,8 3 0,7-3-144,4-2 1,3 0-76,2 0 1,1-7 57,-1-4 0,6-4-508,0-2 0,6 0 282,-6 1 0,0-1 105,-6 0 0,-2 1-309,-3-1 0,-4 6-1625,-7 0 1058,0 7 996,-8-3 0,-2 14 0,-14 10 0,-2 9 0</inkml:trace>
  <inkml:trace contextRef="#ctx0" brushRef="#br0" timeOffset="322">468 200 10072,'0'25'766,"0"-3"-709,0 11 0,0-3-416,0 9 269,0-4 0,0 6-204,0 3 1,0-8-341,0-3 1,0-3-27,0 3 1,1-7 282,5-4 0,-2-3 105,7-3 0,-6-6 272,7-5 0,-1-3 0,5-2 0</inkml:trace>
  <inkml:trace contextRef="#ctx0" brushRef="#br0" timeOffset="646">835 34 7871,'16'-17'2609,"-6"8"-2436,-3 1 1,-7 17 93,0 8 0,0 9 65,0 13 1,0 2-546,0 3 1,0 3 185,0-8 0,0 5-176,0-5 1,0-2 136,0-9 1,0 2-17,0-8 1,0 0 21,0-5 0,2-2-56,4-4 62,-5-4 1,14-7-15,-4 0 1,-1-7-186,1-4 1,0-4 88,6-2 1,-3-5 115,-2 0 0,2 1-99,-2 10 669,-5-4-94,8 6-95,-13 0-257,12 9 0,-10 9 168,7 8 1,-1 1-120,1 5 0,4-5 1,-4 4 1,4-3-196,1-2 1,3-3 106,3-2 1,-3-5-119,3-7 0,-4 0 40,-1 0 0,2-7 27,3-5 1,-4-2-66,5-3 1,-10-7-153,-2-4 1,-8 2-143,3-2 1,-4 2 127,-2-2 1,-6-1 408,1 6 1,-8 9-114,2 8 0,-10 4 399,-1 2 0,0 8-182,5 3 0,2 9-28,4 2 0,-2 6-206,8-6 0,-1 8-119,6-2 0,7 2-638,5-3 0,8-2 396,2-9 0,8 1-476,-2 0 0,3-3 47,3-2 755,-1-5 0,8 0 0,1 3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56:10.51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167 134 7800,'0'-24'0,"0"11"394,0-3-239,0 3 0,0-4-17,0 0 0,0 6-127,0 0-9,0 7 153,0-3-21,0 7 1,-2 7-50,-3 4 1,-5 12 248,-6 5 0,-1 5 73,0 6 1,1 4 25,-1 7 1,0 5-237,1 1 0,1 7-77,4-2 0,3-9-212,8-2 1,0-7 111,0-4 0,0-2 196,0-15 0,8 0-112,3-5 1,4-6-449,1 0 0,1-7 161,0 2 1,-1-12 4,1-5 0,0-10 37,-1-1 1,-1-7-140,-4 1 1,-3-2 111,-8 2 0,0-1 101,0 6 1,-2 1-36,-4 5 1,1 8 86,-12 4 0,10 3 278,-10 2 0,4 9-211,-4 8 0,1 1-129,-1 10 0,6-6-168,0 6 1,7-6-340,-2 6 1,5-7-132,1 1 0,1-4 273,5-1 0,-2-6 147,7 0 1,0-7 294,6 2 0,-8-5 0,13-8 0,-3-2 0</inkml:trace>
  <inkml:trace contextRef="#ctx0" brushRef="#br0" timeOffset="1692">434 285 7853,'0'-10'0,"0"3"0,0 5 166,0-3 205,0 3-834,0-6 198,0 8-4,0 0 382,0-7-84,0 5-48,0-5 0,0 5 269,0-4-273,0 4-6,0-5 146,0 7-8,0 0-102,0-8 1,2 7 48,4-5-10,-5 4 5,7 2-37,-8 0 150,0 0-57,7 0-57,-5 0 3,6 0 1,-8 0 53,0 0-51,7 0 0,-5 0 13,5 0 2,-7 0-2,8 0-5,-7-7-33,7 5 1,-6-5-4,3 7-75,-3 0 69,6 0-9,-1 0 3,-5 0 0,7 0 9,-3 0 6,-4 0-4,5 0-3,-7 0-1,7 0-6,-5 0 31,6 0 1,-8 0 53,0 0 7,0 7-126,0-5 67,7 5 8,-5-7-47,5 0-45,-7 0 0,0 2 69,0 4-12,0-5 11,0 7-16,0-1 0,2-5 20,4 4-23,-4 3 0,5-5 2,-7 7 0,0-6 43,0 7 0,0-7 53,0 6 0,0-5-84,0 5 1,-6-6 31,1 7-52,-1-1 0,1 0-1,-1 0 1,1-5-49,5 5 1,-6-6 65,1 6 0,-3-7 11,3 2-73,3 3-12,-13 0 0,11 8 47,-7 0 1,5-6-3,-5 0 0,6 0 1,-6 6 0,7-6 0,-2 0 1,-3 0-10,-2 6 11,4-1 0,-6 1-1,7 0 1,-5-1-1,5 1 1,1-6-86,5 0 79,0-7-1,-8 11 3,6-13 2,-5 5-3,7-7-29,0 0 1,6-2 17,-1-3 1,3 1-7,-3-7 0,-1 7 1,5-3-45,-1-1 0,3 5 89,-6-8-37,8 7 0,-9-4-8,7 8 0,-5 0-4,5 0 0,-6-5 242,6-1 1,-5 1-32,5 5 1,-2 7-34,3 4 1,2 2-47,-2-2 0,-3 4 25,2-4 1,-2 4-223,2 2 0,4 0 141,-4-1 129,-3 1-17,7 0-1171,-14-1 1,9-6-251,-5-5 790,-3-3 1,7-2 40,-3 0 0,-4-7 429,3-4 0,5-4 0,-1-2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56:13.68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34 351 7853,'-9'-7'-372,"1"5"352,8-5 4,0 7 1146,0 0-1004,0 7 0,0 2 181,0 8 1,0-6-156,0 0 1,0 0-180,0 6 1,-5-6 329,-1 0 15,1 0-691,5-1 231,0-3 126,0-7-187,0 0 0,0-7 95,0-4 0,1-4-97,5-2 0,-4-2 177,3-3 1,5 4-12,1-5 1,-4 10-14,-1 2 0,1 6-87,-1-6-41,-1 7 241,3-4 1,-6 16 463,3 3 0,-3 4-271,-2 2 0,6-1-125,-1 1 0,1 1-5,-6 5 0,2-5 20,3 5 1,-1-5-1168,7-1 493,-7-1 423,10 1 0,-10-8-223,7-3 0,-5-4-1541,5-2 1871,-7 0 0,11-15 0,-6-4 0</inkml:trace>
  <inkml:trace contextRef="#ctx0" brushRef="#br0" timeOffset="431">318 301 7570,'0'-9'565,"0"1"-383,0 8 0,-2 0 77,-4 0-200,4 0 0,-11 2 79,8 4 0,-6 3-16,5 8 1,-1 0 45,1-1 1,4 1 127,-3 0 1,3-1-237,2 1 1,0 0-129,0-1 1,0-5 69,0 1-139,7-9 1,3 5 48,6-8 1,1-2 130,0-4 1,-1-9-61,1-7 0,0-7-102,-1 1 1,1-4-134,0-1 0,-1-2 94,1-4 0,0 2-28,0-8 0,-8 10 154,-4 1 1,-1 3 159,2 9 203,-4-1-173,5 14-190,-7 2 1,-2 16 224,-3 8 1,1 7 382,-7 9 0,7 2-456,-2 4 0,5-2-322,1 8 0,0-6-16,0 5 0,0-1-409,0 2 1,0 1 141,0-7 0,0-8 133,0-8 0,0-5-269,0-1 621,0 0 0,0-1 0,0 1 0</inkml:trace>
  <inkml:trace contextRef="#ctx0" brushRef="#br0" timeOffset="744">51 852 11741,'16'-7'507,"3"5"-370,3-4 0,-1 2-1314,6-1 1,-4 1 429,4-7 0,1 5 87,6-5 0,-1 6 185,0-6 1,1-1 474,-1-4 0,8-1 0,2 0 0</inkml:trace>
  <inkml:trace contextRef="#ctx0" brushRef="#br0" timeOffset="1035">785 652 8809,'0'-10'2248,"0"3"-3126,0 0-1213,0 5 2091,0-6 0,7 16 0,3 1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56:18.52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1 516 7871,'0'-11'763,"0"0"-101,0 7-578,0-3 1,0 11 33,0 7 0,0 2-113,0 14 0,5 9 87,1 8 1,1 4 90,-1 3 1,1-1-60,4 0 0,2-2 7,-7-4 1,5 3-108,-5-8 0,5 0-188,-6-6 1,6-7 195,-5-4 0,0-3 97,-6-3 254,0-6-308,0-3 1,0-9-121,0-3 1,-6-6 108,0-12 0,-1-3 25,1-7 0,-1-8-399,-4-3 1,-2-6 10,7-6 0,-5-3-96,6-8 0,-1 8 142,6 3 1,0 11 320,0 6 1,2 6-93,4 5 1,-3 6 260,8 11 0,1 3-83,4 8 1,-5 0 14,0 0 0,1 8-94,4 3 0,1 6 14,0 5 1,-2-2-113,-4 8 0,2 0 103,-8 5 0,1 1-136,-6-1 0,0-1 47,0-5 0,-8 3-48,-3-8 1,2 1-38,-2-7 1,5-5-423,-5 1 150,7-9-291,-10 5-186,12-8 0,2-8 843,11-3 0,11-11 0,4-4 0</inkml:trace>
  <inkml:trace contextRef="#ctx0" brushRef="#br0" timeOffset="575">451 700 7871,'0'9'114,"0"0"695,0-3-479,0-4 0,-1 11-94,-5-8 1,4 3-218,-3-3 144,3-3-196,9 13 0,2-13-36,8 3 0,0-5 106,-1-5 0,1 1-87,0-7 0,-2 0 3,-4-6 1,4-1-107,-4-5 1,-2 3 59,2-8 1,-7 6-63,1-6 0,-3 6 130,-2-6 1,-5 8-5,-1-3 0,-7 7 339,2 5 0,-4 3-130,-1 8 0,-1 2 96,0 4 1,6 3-94,0 8 1,7 5-143,-1 0 1,3 8-22,2-2 1,0-2-178,0 1 1,9-1 145,8 2 1,1-4-115,10-7 1,-6-8-12,6-3 0,0-4 29,5-2 0,-5 0 101,0 0 0,-2-8-7,2-3 1,1-9 20,-6-3 1,-1-6-1,-5 1 0,-1-2 11,1 2 1,-2-3-10,-4 3 0,-2 2 2,-3-2 0,-4 13 719,3-1-300,-3 3-145,-2 4 1,0 3-143,0 12 1,0 3-57,0 7 0,-2 9-2,-3 2 0,3 5-114,-4 1 1,4 1 110,2-1 1,0-5-125,0 0 0,0-2-173,0 1 1,2-8-52,4-8 210,-4 0 91,5-1 0,-5-3 128,4-7 0,-5-9-282,5-8 0,-4-2-173,-2-8 1,0-1 136,0-6 0,0 1-86,0 0 1,2-8-315,3-4 0,-1 6 193,7 6 1,-5 0 182,5 5 0,-2 4-124,2 1 0,4 12-437,-4 6 460,4 3 0,2 2 279,-1 0 0,1 0 0,0 7 0,-1 3 0</inkml:trace>
  <inkml:trace contextRef="#ctx0" brushRef="#br0" timeOffset="1358">1470 399 7871,'7'-9'1131,"-5"-6"-875,5 13-298,-14-5 1,-1 14 0,-3 5 246,6 2-131,-5 3 0,3 7-45,-4 4 1,-4 4 193,4 1 1,2 0 74,-2 1 1,7-1-106,-2 0 0,4 1-200,2-1 0,2-1 62,4-4 1,5-4-121,11-8 0,-3-1 155,3-4 0,-3-3 17,-3-8 1,3 0-56,3 0 1,-3-2-73,3-4 1,-4-5-535,-1-11 0,0-2 239,-1-4 1,-1-4 19,-4 5 1,-3-5 93,-8-1 1,0-1 40,0 1 0,0 5 177,0 0 0,-8 8 216,-3-2 0,2 11 204,-2 5-326,0 4 1,-4 10 81,4 3 1,-2 4-77,7 1 1,1 6-67,5 1 0,0 5-1,0-6 1,0 6-140,0-6 0,7 0 101,4-5 1,4 0-157,2-1 1,-1-7 101,1-3 1,5-4 9,1-2 1,1 0-5,-2 0 0,-3-8-51,3-3 0,-4-9-130,-1-2 0,0-6 111,-1 6 0,1-8-17,0 2 0,-6 2 180,0-2 0,-7 8 204,1-2 1,3 3 251,-3 2-266,1 8 273,-6 2-241,0 7 0,0 13-119,0 3 1,0 10-38,0-3 1,-6 6-113,1-1 1,-1-2 52,6 2 0,0-2-180,0 2 1,0-4-212,0-7 282,0-1 1,2-7-118,4-3 0,-3-4-21,8-2 1,-7-2-101,2-4 1,3-3 58,2-7 1,-2-7-94,3 1 1,-7-8 127,6 3 1,-5-3 44,5 2 0,-6 4 110,7 7-184,-9 1 405,12-1 1,-11 8-63,7 3 0,-5 4-51,5 2 1,-6 2-115,6 4 0,-5 1-98,5 4 0,-5 4 53,5-4 1,0 2-173,6-2 1,-3 4-315,-2-4 351,10-3 0,-11 5 220,11-8 0,-3 8 0,-3-4 0</inkml:trace>
  <inkml:trace contextRef="#ctx0" brushRef="#br0" timeOffset="1808">2271 416 7871,'-19'-7'410,"-3"3"753,11-7-725,3 7-611,1-3-37,7-1 1,9 1 116,8-4 1,0 1-427,5 5 0,2-4 174,-2-8 1,6 6 37,-6 0 1,6 0 227,-6-6 0,6-5-20,-6-1 1,1-1-44,-7 2 1,-1 2 40,-4-8 1,2 6 90,-7-6 1,-1 7-20,-5-1 0,0 9 1017,0 2-563,0 7 1,-5-1 93,-1 10 1,-7 5-172,2 6 1,2 8 125,-2 4 1,5 6-166,-5 4 0,6 0-78,-7 6 1,9-1-161,-3 1 1,4 3 85,2-8 1,6 5-382,-1-5 1,8-2-10,-1-9 0,1 2-197,-2-8 1,2 0 267,-8-5 1,3-8-45,-3-3 0,-1-5 40,7-1 0,-5-9-83,5-8 0,-6-5 115,6-6 1,-5-1 14,5 6 0,-7-1-116,1 2 0,-3 9 223,-2-4 0,0 10 423,0-4-398,0 7 0,2-1 31,4 10 1,-5-1-174,5 7 1,-4 0-119,-2 6 1,0 0 198,0-1 1,5-5 71,1 0-24,0 1 0,1 4 0,2 1 0</inkml:trace>
  <inkml:trace contextRef="#ctx0" brushRef="#br0" timeOffset="2291">2571 299 7871,'0'-16'800,"0"6"0,2 3-794,4 7 1,-3 0-103,8 0 1,1 0-322,4 0 1,6-2 374,1-4 1,6 5 164,-1-5 0,2-3-780,-2-2 1,1 1 321,-6-1 1,4 0 256,-4-6 0,-1-5 2,-5 0 1,-1 0 215,1 5 1,-6 0 68,0 1 362,-7-1-319,3 0-20,-7 8 162,0 2 1,-5 8-150,-1 5 0,-1 3 0,3 8 98,-1 0-180,-8 7 1,11 2 123,-4 7 1,4 0-159,2 1 1,0 5-85,0 0 1,2 5-90,4-5 1,1 0 45,4-6 1,10 6-29,-5 0 0,5-7-39,-5-10 1,7-3-172,-1-3 0,0-4 153,-5-1 0,0-8 48,-1 3 0,1-12-70,0-5 0,-1-4-92,1-1 1,0-7-179,-1 1 1,-1-7 108,-4 1 0,2-4 1,-7-1 1,0 5 138,-6 0 0,0 8 237,0-3 60,-8 12 1,-1 4 401,-8 7 1,0 7-303,1 4 1,1 6 149,4 5 0,-2 4-335,7 8 0,1-6 72,5-1 1,2-1-301,3 2 0,6 2-105,11-8 0,-3 0-307,3-5 1,4 0 42,2-1 0,4-1 511,1-4 0,0 4 0,1-5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56:24.03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51 218 7759,'-11'-6'-138,"0"1"-26,7-8 0,-5 3 335,3-6-41,4-1 0,-5 0-5,7 1 0,0-1 147,0 0 0,7 6-64,4 0 0,-1 2 210,1-3 1,0 0-212,6 6 1,1-5-46,4 5 0,-3 1-86,3 5 1,-1 0 73,1 0 1,-2 7-16,8 4 0,-7 4 37,1 2 0,-4 5-50,-1 0 1,-2 14-169,-4-3 0,2 4-92,-7-4 1,-1 3-34,-5 3 0,-7-4 93,-4 4 0,-10-4-4,-1-2 1,-8-1 132,2-4 1,-3-4 136,-2-8 1,-1-1-184,1-4 1,7-3 7,4-8 1,3 0 411,2 0-175,8 0-353,2 0 0,8-6 117,5 1 0,5-6-296,11 5 0,4-1-15,8 1 1,-1 2-133,1-7 1,4 6 208,1-6 1,2 1 20,-2-1 0,-4-2-252,4 8 0,-3-8 64,-3 1 0,0 3 212,1-2 0,-8 6-2,-4-7 0,-4 7 140,-1-6 1,0 5 55,0-5 1,-6 5 88,0-5 1,-7 6-178,1-6-97,-3 7 1049,-2-11-147,0 13 209,0-5-638,0 7 0,-6 7 11,1 4 0,-1-1-141,6 1 1,0 0-34,0 6 0,0-1-32,0 1 0,2 0-138,4-1 0,5-5 91,11 1 0,-3-9-82,3 3 0,-2-4-60,2-2 0,-3-2 26,3-4 1,-1-3-94,1-8 0,-5-1 51,-1-4 0,-1-3-80,-9-2 0,-1-3 120,-5 8 0,-2-6-83,-3 6 0,-4-1 159,-8 7 0,-5 1 94,-1 4 1,-4-2 99,4 7 1,-4 2-93,4 10 1,1 3-463,5 8 1,2 0-139,4-1 0,4 1-327,7 0 1,0-1 372,0 1 0,7-6 429,4 0 0,12 1 0,3 4 0</inkml:trace>
  <inkml:trace contextRef="#ctx0" brushRef="#br0" timeOffset="341">1286 418 7759,'0'-11'1875,"0"0"0,0 5-971,0-5-202,0 7-626,-7-3 42,5 7-1203,-6 0 0,8 2-420,0 3 31,0-3 545,0 6-197,8-8 1126,1 0 0,8-15 0,-1-4 0</inkml:trace>
  <inkml:trace contextRef="#ctx0" brushRef="#br0" timeOffset="680">1687 118 7759,'0'-17'459,"0"0"145,0 0 1,0 6-302,0 0 1,0 6-156,0-6 0,-8 7-34,-3-2 0,2 4-119,-2 2 1,0 0-71,-6 0 0,0 13 54,1 4 1,-7 3 248,1-3 0,2 5-121,9 1 0,-2 1-125,7-2 1,-5-3-61,5 3 0,1-9-208,5-2 0,7-6 128,4 7 1,4-9 5,2 3 0,-1-6-92,1-6 1,5-5 41,1-11 1,4 3 159,-4-3 1,-3 4 193,-9 1 0,4 0 1034,-4 1-345,-3 6-113,-1 3 0,-7 11-371,0 7 1,0 9-10,0 19 0,0 4-351,0 7 1,0 7 54,0 4 0,0-3-368,0-2 0,6-1 242,-1-5 0,6 8 60,-5-14 1,5 6-830,-5-11 1,8 0-2560,3-5 3402,-8-8 0,21 5 0,-11-5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8T00:56:22.52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118 234 8454,'-10'0'301,"3"0"-288,7 0 0,0 2-127,0 3 0,0-1 360,0 7 1,0 0-87,0 6 1,0-6 113,0 0 1,0 0-96,0 6 1,5 0-67,1-1 1,0 1-133,-6 0 1,0-6-369,0 0-4,0 0-402,7 6-117,-5-8 385,5-1 101,-7-8 1,6-8 115,-1-3 1,1-4 307,-6-1 0,0-1 0,0 0 0</inkml:trace>
  <inkml:trace contextRef="#ctx0" brushRef="#br0" timeOffset="369">17 67 7769,'-9'0'202,"2"0"1,7-2 9,0-3 1,2 3-120,3-4 0,-1 4-481,7 2 1,6 0 178,5 0 0,2-5 163,-2-1 1,2 1-194,4 5 0,2-6 239,-8 1 0,8-8 0,-4 3 0</inkml:trace>
  <inkml:trace contextRef="#ctx0" brushRef="#br0" timeOffset="679">468 100 7769,'-9'10'927,"-6"-3"1,11-5-672,-7 4 1,7-3-333,-1 8 0,3-5 81,2 5 0,-6-5-7,1 5 8,-1 0 1,6 0 25,0 0 0,-2 0-285,-3 6 187,3 0 1,-3-1 94,10 1 1,-1-6 84,7 0 0,0-1-90,6 1 1,7 2 6,4-8 1,-2 6-5,1-5 0,-6 5 8,1-5 1,0 1-32,-5-1-7,3-5 1,-12 9-51,3-5 0,-5-3 71,-12 4 0,-3-4-335,-8-2 0,-7 5-174,-4 1 1,-3 7-208,-3-2 0,1-2 248,-1 2 450,1 0 0,-8 13 0,-1 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D3ADF9-2C16-194E-8B4F-5E0F94CDA471}" type="datetimeFigureOut">
              <a:rPr lang="en-US" smtClean="0"/>
              <a:t>9/18/19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4EFB6C-E158-834D-B4B5-1370A3DFC6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317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www.mathsisfun.com</a:t>
            </a:r>
            <a:r>
              <a:rPr lang="en-US" dirty="0"/>
              <a:t>/data/standard-normal-</a:t>
            </a:r>
            <a:r>
              <a:rPr lang="en-US" dirty="0" err="1"/>
              <a:t>distribution.html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486AE5-E904-C440-9F8E-4217FE48B0B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522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9/18/19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9/18/19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9/18/19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9/18/19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9/18/19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9/18/19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8D555-D2EB-A045-AEDE-72C9D0B9666E}" type="datetimeFigureOut">
              <a:rPr lang="en-US" smtClean="0"/>
              <a:t>9/18/19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204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8.xml"/><Relationship Id="rId21" Type="http://schemas.openxmlformats.org/officeDocument/2006/relationships/customXml" Target="../ink/ink10.xml"/><Relationship Id="rId42" Type="http://schemas.openxmlformats.org/officeDocument/2006/relationships/image" Target="../media/image25.png"/><Relationship Id="rId63" Type="http://schemas.openxmlformats.org/officeDocument/2006/relationships/customXml" Target="../ink/ink31.xml"/><Relationship Id="rId84" Type="http://schemas.openxmlformats.org/officeDocument/2006/relationships/image" Target="../media/image46.png"/><Relationship Id="rId138" Type="http://schemas.openxmlformats.org/officeDocument/2006/relationships/image" Target="../media/image73.png"/><Relationship Id="rId107" Type="http://schemas.openxmlformats.org/officeDocument/2006/relationships/customXml" Target="../ink/ink53.xml"/><Relationship Id="rId11" Type="http://schemas.openxmlformats.org/officeDocument/2006/relationships/customXml" Target="../ink/ink5.xml"/><Relationship Id="rId32" Type="http://schemas.openxmlformats.org/officeDocument/2006/relationships/image" Target="../media/image20.png"/><Relationship Id="rId53" Type="http://schemas.openxmlformats.org/officeDocument/2006/relationships/customXml" Target="../ink/ink26.xml"/><Relationship Id="rId74" Type="http://schemas.openxmlformats.org/officeDocument/2006/relationships/image" Target="../media/image41.png"/><Relationship Id="rId128" Type="http://schemas.openxmlformats.org/officeDocument/2006/relationships/image" Target="../media/image68.png"/><Relationship Id="rId149" Type="http://schemas.openxmlformats.org/officeDocument/2006/relationships/customXml" Target="../ink/ink74.xml"/><Relationship Id="rId5" Type="http://schemas.openxmlformats.org/officeDocument/2006/relationships/customXml" Target="../ink/ink2.xml"/><Relationship Id="rId95" Type="http://schemas.openxmlformats.org/officeDocument/2006/relationships/customXml" Target="../ink/ink47.xml"/><Relationship Id="rId22" Type="http://schemas.openxmlformats.org/officeDocument/2006/relationships/image" Target="../media/image15.png"/><Relationship Id="rId43" Type="http://schemas.openxmlformats.org/officeDocument/2006/relationships/customXml" Target="../ink/ink21.xml"/><Relationship Id="rId64" Type="http://schemas.openxmlformats.org/officeDocument/2006/relationships/image" Target="../media/image36.png"/><Relationship Id="rId118" Type="http://schemas.openxmlformats.org/officeDocument/2006/relationships/image" Target="../media/image63.png"/><Relationship Id="rId139" Type="http://schemas.openxmlformats.org/officeDocument/2006/relationships/customXml" Target="../ink/ink69.xml"/><Relationship Id="rId80" Type="http://schemas.openxmlformats.org/officeDocument/2006/relationships/image" Target="../media/image44.png"/><Relationship Id="rId85" Type="http://schemas.openxmlformats.org/officeDocument/2006/relationships/customXml" Target="../ink/ink42.xml"/><Relationship Id="rId150" Type="http://schemas.openxmlformats.org/officeDocument/2006/relationships/image" Target="../media/image79.png"/><Relationship Id="rId155" Type="http://schemas.openxmlformats.org/officeDocument/2006/relationships/customXml" Target="../ink/ink77.xml"/><Relationship Id="rId12" Type="http://schemas.openxmlformats.org/officeDocument/2006/relationships/image" Target="../media/image8.png"/><Relationship Id="rId17" Type="http://schemas.openxmlformats.org/officeDocument/2006/relationships/customXml" Target="../ink/ink8.xml"/><Relationship Id="rId33" Type="http://schemas.openxmlformats.org/officeDocument/2006/relationships/customXml" Target="../ink/ink16.xml"/><Relationship Id="rId38" Type="http://schemas.openxmlformats.org/officeDocument/2006/relationships/image" Target="../media/image23.png"/><Relationship Id="rId59" Type="http://schemas.openxmlformats.org/officeDocument/2006/relationships/customXml" Target="../ink/ink29.xml"/><Relationship Id="rId103" Type="http://schemas.openxmlformats.org/officeDocument/2006/relationships/customXml" Target="../ink/ink51.xml"/><Relationship Id="rId108" Type="http://schemas.openxmlformats.org/officeDocument/2006/relationships/image" Target="../media/image58.png"/><Relationship Id="rId124" Type="http://schemas.openxmlformats.org/officeDocument/2006/relationships/image" Target="../media/image66.png"/><Relationship Id="rId129" Type="http://schemas.openxmlformats.org/officeDocument/2006/relationships/customXml" Target="../ink/ink64.xml"/><Relationship Id="rId54" Type="http://schemas.openxmlformats.org/officeDocument/2006/relationships/image" Target="../media/image31.png"/><Relationship Id="rId70" Type="http://schemas.openxmlformats.org/officeDocument/2006/relationships/image" Target="../media/image39.png"/><Relationship Id="rId75" Type="http://schemas.openxmlformats.org/officeDocument/2006/relationships/customXml" Target="../ink/ink37.xml"/><Relationship Id="rId91" Type="http://schemas.openxmlformats.org/officeDocument/2006/relationships/customXml" Target="../ink/ink45.xml"/><Relationship Id="rId96" Type="http://schemas.openxmlformats.org/officeDocument/2006/relationships/image" Target="../media/image52.png"/><Relationship Id="rId140" Type="http://schemas.openxmlformats.org/officeDocument/2006/relationships/image" Target="../media/image74.png"/><Relationship Id="rId145" Type="http://schemas.openxmlformats.org/officeDocument/2006/relationships/customXml" Target="../ink/ink7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23" Type="http://schemas.openxmlformats.org/officeDocument/2006/relationships/customXml" Target="../ink/ink11.xml"/><Relationship Id="rId28" Type="http://schemas.openxmlformats.org/officeDocument/2006/relationships/image" Target="../media/image18.png"/><Relationship Id="rId49" Type="http://schemas.openxmlformats.org/officeDocument/2006/relationships/customXml" Target="../ink/ink24.xml"/><Relationship Id="rId114" Type="http://schemas.openxmlformats.org/officeDocument/2006/relationships/image" Target="../media/image61.png"/><Relationship Id="rId119" Type="http://schemas.openxmlformats.org/officeDocument/2006/relationships/customXml" Target="../ink/ink59.xml"/><Relationship Id="rId44" Type="http://schemas.openxmlformats.org/officeDocument/2006/relationships/image" Target="../media/image26.png"/><Relationship Id="rId60" Type="http://schemas.openxmlformats.org/officeDocument/2006/relationships/image" Target="../media/image34.png"/><Relationship Id="rId65" Type="http://schemas.openxmlformats.org/officeDocument/2006/relationships/customXml" Target="../ink/ink32.xml"/><Relationship Id="rId81" Type="http://schemas.openxmlformats.org/officeDocument/2006/relationships/customXml" Target="../ink/ink40.xml"/><Relationship Id="rId86" Type="http://schemas.openxmlformats.org/officeDocument/2006/relationships/image" Target="../media/image47.png"/><Relationship Id="rId130" Type="http://schemas.openxmlformats.org/officeDocument/2006/relationships/image" Target="../media/image69.png"/><Relationship Id="rId135" Type="http://schemas.openxmlformats.org/officeDocument/2006/relationships/customXml" Target="../ink/ink67.xml"/><Relationship Id="rId151" Type="http://schemas.openxmlformats.org/officeDocument/2006/relationships/customXml" Target="../ink/ink75.xml"/><Relationship Id="rId156" Type="http://schemas.openxmlformats.org/officeDocument/2006/relationships/image" Target="../media/image82.png"/><Relationship Id="rId13" Type="http://schemas.openxmlformats.org/officeDocument/2006/relationships/customXml" Target="../ink/ink6.xml"/><Relationship Id="rId18" Type="http://schemas.openxmlformats.org/officeDocument/2006/relationships/image" Target="../media/image13.png"/><Relationship Id="rId39" Type="http://schemas.openxmlformats.org/officeDocument/2006/relationships/customXml" Target="../ink/ink19.xml"/><Relationship Id="rId109" Type="http://schemas.openxmlformats.org/officeDocument/2006/relationships/customXml" Target="../ink/ink54.xml"/><Relationship Id="rId34" Type="http://schemas.openxmlformats.org/officeDocument/2006/relationships/image" Target="../media/image21.png"/><Relationship Id="rId50" Type="http://schemas.openxmlformats.org/officeDocument/2006/relationships/image" Target="../media/image29.png"/><Relationship Id="rId55" Type="http://schemas.openxmlformats.org/officeDocument/2006/relationships/customXml" Target="../ink/ink27.xml"/><Relationship Id="rId76" Type="http://schemas.openxmlformats.org/officeDocument/2006/relationships/image" Target="../media/image42.png"/><Relationship Id="rId97" Type="http://schemas.openxmlformats.org/officeDocument/2006/relationships/customXml" Target="../ink/ink48.xml"/><Relationship Id="rId104" Type="http://schemas.openxmlformats.org/officeDocument/2006/relationships/image" Target="../media/image56.png"/><Relationship Id="rId120" Type="http://schemas.openxmlformats.org/officeDocument/2006/relationships/image" Target="../media/image64.png"/><Relationship Id="rId125" Type="http://schemas.openxmlformats.org/officeDocument/2006/relationships/customXml" Target="../ink/ink62.xml"/><Relationship Id="rId141" Type="http://schemas.openxmlformats.org/officeDocument/2006/relationships/customXml" Target="../ink/ink70.xml"/><Relationship Id="rId146" Type="http://schemas.openxmlformats.org/officeDocument/2006/relationships/image" Target="../media/image77.png"/><Relationship Id="rId7" Type="http://schemas.openxmlformats.org/officeDocument/2006/relationships/customXml" Target="../ink/ink3.xml"/><Relationship Id="rId71" Type="http://schemas.openxmlformats.org/officeDocument/2006/relationships/customXml" Target="../ink/ink35.xml"/><Relationship Id="rId92" Type="http://schemas.openxmlformats.org/officeDocument/2006/relationships/image" Target="../media/image50.png"/><Relationship Id="rId2" Type="http://schemas.openxmlformats.org/officeDocument/2006/relationships/image" Target="../media/image3.png"/><Relationship Id="rId29" Type="http://schemas.openxmlformats.org/officeDocument/2006/relationships/customXml" Target="../ink/ink14.xml"/><Relationship Id="rId24" Type="http://schemas.openxmlformats.org/officeDocument/2006/relationships/image" Target="../media/image16.png"/><Relationship Id="rId40" Type="http://schemas.openxmlformats.org/officeDocument/2006/relationships/image" Target="../media/image24.png"/><Relationship Id="rId45" Type="http://schemas.openxmlformats.org/officeDocument/2006/relationships/customXml" Target="../ink/ink22.xml"/><Relationship Id="rId66" Type="http://schemas.openxmlformats.org/officeDocument/2006/relationships/image" Target="../media/image37.png"/><Relationship Id="rId87" Type="http://schemas.openxmlformats.org/officeDocument/2006/relationships/customXml" Target="../ink/ink43.xml"/><Relationship Id="rId110" Type="http://schemas.openxmlformats.org/officeDocument/2006/relationships/image" Target="../media/image59.png"/><Relationship Id="rId115" Type="http://schemas.openxmlformats.org/officeDocument/2006/relationships/customXml" Target="../ink/ink57.xml"/><Relationship Id="rId131" Type="http://schemas.openxmlformats.org/officeDocument/2006/relationships/customXml" Target="../ink/ink65.xml"/><Relationship Id="rId136" Type="http://schemas.openxmlformats.org/officeDocument/2006/relationships/image" Target="../media/image72.png"/><Relationship Id="rId157" Type="http://schemas.openxmlformats.org/officeDocument/2006/relationships/customXml" Target="../ink/ink78.xml"/><Relationship Id="rId61" Type="http://schemas.openxmlformats.org/officeDocument/2006/relationships/customXml" Target="../ink/ink30.xml"/><Relationship Id="rId82" Type="http://schemas.openxmlformats.org/officeDocument/2006/relationships/image" Target="../media/image45.png"/><Relationship Id="rId152" Type="http://schemas.openxmlformats.org/officeDocument/2006/relationships/image" Target="../media/image80.png"/><Relationship Id="rId19" Type="http://schemas.openxmlformats.org/officeDocument/2006/relationships/customXml" Target="../ink/ink9.xml"/><Relationship Id="rId14" Type="http://schemas.openxmlformats.org/officeDocument/2006/relationships/image" Target="../media/image9.png"/><Relationship Id="rId30" Type="http://schemas.openxmlformats.org/officeDocument/2006/relationships/image" Target="../media/image19.png"/><Relationship Id="rId35" Type="http://schemas.openxmlformats.org/officeDocument/2006/relationships/customXml" Target="../ink/ink17.xml"/><Relationship Id="rId56" Type="http://schemas.openxmlformats.org/officeDocument/2006/relationships/image" Target="../media/image32.png"/><Relationship Id="rId77" Type="http://schemas.openxmlformats.org/officeDocument/2006/relationships/customXml" Target="../ink/ink38.xml"/><Relationship Id="rId100" Type="http://schemas.openxmlformats.org/officeDocument/2006/relationships/image" Target="../media/image54.png"/><Relationship Id="rId105" Type="http://schemas.openxmlformats.org/officeDocument/2006/relationships/customXml" Target="../ink/ink52.xml"/><Relationship Id="rId126" Type="http://schemas.openxmlformats.org/officeDocument/2006/relationships/image" Target="../media/image67.png"/><Relationship Id="rId147" Type="http://schemas.openxmlformats.org/officeDocument/2006/relationships/customXml" Target="../ink/ink73.xml"/><Relationship Id="rId8" Type="http://schemas.openxmlformats.org/officeDocument/2006/relationships/image" Target="../media/image6.png"/><Relationship Id="rId51" Type="http://schemas.openxmlformats.org/officeDocument/2006/relationships/customXml" Target="../ink/ink25.xml"/><Relationship Id="rId72" Type="http://schemas.openxmlformats.org/officeDocument/2006/relationships/image" Target="../media/image40.png"/><Relationship Id="rId93" Type="http://schemas.openxmlformats.org/officeDocument/2006/relationships/customXml" Target="../ink/ink46.xml"/><Relationship Id="rId98" Type="http://schemas.openxmlformats.org/officeDocument/2006/relationships/image" Target="../media/image53.png"/><Relationship Id="rId121" Type="http://schemas.openxmlformats.org/officeDocument/2006/relationships/customXml" Target="../ink/ink60.xml"/><Relationship Id="rId142" Type="http://schemas.openxmlformats.org/officeDocument/2006/relationships/image" Target="../media/image75.png"/><Relationship Id="rId3" Type="http://schemas.openxmlformats.org/officeDocument/2006/relationships/customXml" Target="../ink/ink1.xml"/><Relationship Id="rId25" Type="http://schemas.openxmlformats.org/officeDocument/2006/relationships/customXml" Target="../ink/ink12.xml"/><Relationship Id="rId46" Type="http://schemas.openxmlformats.org/officeDocument/2006/relationships/image" Target="../media/image27.png"/><Relationship Id="rId67" Type="http://schemas.openxmlformats.org/officeDocument/2006/relationships/customXml" Target="../ink/ink33.xml"/><Relationship Id="rId116" Type="http://schemas.openxmlformats.org/officeDocument/2006/relationships/image" Target="../media/image62.png"/><Relationship Id="rId137" Type="http://schemas.openxmlformats.org/officeDocument/2006/relationships/customXml" Target="../ink/ink68.xml"/><Relationship Id="rId158" Type="http://schemas.openxmlformats.org/officeDocument/2006/relationships/image" Target="../media/image83.png"/><Relationship Id="rId20" Type="http://schemas.openxmlformats.org/officeDocument/2006/relationships/image" Target="../media/image14.png"/><Relationship Id="rId41" Type="http://schemas.openxmlformats.org/officeDocument/2006/relationships/customXml" Target="../ink/ink20.xml"/><Relationship Id="rId62" Type="http://schemas.openxmlformats.org/officeDocument/2006/relationships/image" Target="../media/image35.png"/><Relationship Id="rId83" Type="http://schemas.openxmlformats.org/officeDocument/2006/relationships/customXml" Target="../ink/ink41.xml"/><Relationship Id="rId88" Type="http://schemas.openxmlformats.org/officeDocument/2006/relationships/image" Target="../media/image48.png"/><Relationship Id="rId111" Type="http://schemas.openxmlformats.org/officeDocument/2006/relationships/customXml" Target="../ink/ink55.xml"/><Relationship Id="rId132" Type="http://schemas.openxmlformats.org/officeDocument/2006/relationships/image" Target="../media/image70.png"/><Relationship Id="rId153" Type="http://schemas.openxmlformats.org/officeDocument/2006/relationships/customXml" Target="../ink/ink76.xml"/><Relationship Id="rId15" Type="http://schemas.openxmlformats.org/officeDocument/2006/relationships/customXml" Target="../ink/ink7.xml"/><Relationship Id="rId36" Type="http://schemas.openxmlformats.org/officeDocument/2006/relationships/image" Target="../media/image22.png"/><Relationship Id="rId57" Type="http://schemas.openxmlformats.org/officeDocument/2006/relationships/customXml" Target="../ink/ink28.xml"/><Relationship Id="rId106" Type="http://schemas.openxmlformats.org/officeDocument/2006/relationships/image" Target="../media/image57.png"/><Relationship Id="rId127" Type="http://schemas.openxmlformats.org/officeDocument/2006/relationships/customXml" Target="../ink/ink63.xml"/><Relationship Id="rId10" Type="http://schemas.openxmlformats.org/officeDocument/2006/relationships/image" Target="../media/image7.png"/><Relationship Id="rId31" Type="http://schemas.openxmlformats.org/officeDocument/2006/relationships/customXml" Target="../ink/ink15.xml"/><Relationship Id="rId52" Type="http://schemas.openxmlformats.org/officeDocument/2006/relationships/image" Target="../media/image30.png"/><Relationship Id="rId73" Type="http://schemas.openxmlformats.org/officeDocument/2006/relationships/customXml" Target="../ink/ink36.xml"/><Relationship Id="rId78" Type="http://schemas.openxmlformats.org/officeDocument/2006/relationships/image" Target="../media/image43.png"/><Relationship Id="rId94" Type="http://schemas.openxmlformats.org/officeDocument/2006/relationships/image" Target="../media/image51.png"/><Relationship Id="rId99" Type="http://schemas.openxmlformats.org/officeDocument/2006/relationships/customXml" Target="../ink/ink49.xml"/><Relationship Id="rId101" Type="http://schemas.openxmlformats.org/officeDocument/2006/relationships/customXml" Target="../ink/ink50.xml"/><Relationship Id="rId122" Type="http://schemas.openxmlformats.org/officeDocument/2006/relationships/image" Target="../media/image65.png"/><Relationship Id="rId143" Type="http://schemas.openxmlformats.org/officeDocument/2006/relationships/customXml" Target="../ink/ink71.xml"/><Relationship Id="rId148" Type="http://schemas.openxmlformats.org/officeDocument/2006/relationships/image" Target="../media/image78.png"/><Relationship Id="rId4" Type="http://schemas.openxmlformats.org/officeDocument/2006/relationships/image" Target="../media/image4.png"/><Relationship Id="rId9" Type="http://schemas.openxmlformats.org/officeDocument/2006/relationships/customXml" Target="../ink/ink4.xml"/><Relationship Id="rId26" Type="http://schemas.openxmlformats.org/officeDocument/2006/relationships/image" Target="../media/image17.png"/><Relationship Id="rId47" Type="http://schemas.openxmlformats.org/officeDocument/2006/relationships/customXml" Target="../ink/ink23.xml"/><Relationship Id="rId68" Type="http://schemas.openxmlformats.org/officeDocument/2006/relationships/image" Target="../media/image38.png"/><Relationship Id="rId89" Type="http://schemas.openxmlformats.org/officeDocument/2006/relationships/customXml" Target="../ink/ink44.xml"/><Relationship Id="rId112" Type="http://schemas.openxmlformats.org/officeDocument/2006/relationships/image" Target="../media/image60.png"/><Relationship Id="rId133" Type="http://schemas.openxmlformats.org/officeDocument/2006/relationships/customXml" Target="../ink/ink66.xml"/><Relationship Id="rId154" Type="http://schemas.openxmlformats.org/officeDocument/2006/relationships/image" Target="../media/image81.png"/><Relationship Id="rId16" Type="http://schemas.openxmlformats.org/officeDocument/2006/relationships/image" Target="../media/image10.png"/><Relationship Id="rId37" Type="http://schemas.openxmlformats.org/officeDocument/2006/relationships/customXml" Target="../ink/ink18.xml"/><Relationship Id="rId58" Type="http://schemas.openxmlformats.org/officeDocument/2006/relationships/image" Target="../media/image33.png"/><Relationship Id="rId79" Type="http://schemas.openxmlformats.org/officeDocument/2006/relationships/customXml" Target="../ink/ink39.xml"/><Relationship Id="rId102" Type="http://schemas.openxmlformats.org/officeDocument/2006/relationships/image" Target="../media/image55.png"/><Relationship Id="rId123" Type="http://schemas.openxmlformats.org/officeDocument/2006/relationships/customXml" Target="../ink/ink61.xml"/><Relationship Id="rId144" Type="http://schemas.openxmlformats.org/officeDocument/2006/relationships/image" Target="../media/image76.png"/><Relationship Id="rId90" Type="http://schemas.openxmlformats.org/officeDocument/2006/relationships/image" Target="../media/image49.png"/><Relationship Id="rId27" Type="http://schemas.openxmlformats.org/officeDocument/2006/relationships/customXml" Target="../ink/ink13.xml"/><Relationship Id="rId48" Type="http://schemas.openxmlformats.org/officeDocument/2006/relationships/image" Target="../media/image28.png"/><Relationship Id="rId69" Type="http://schemas.openxmlformats.org/officeDocument/2006/relationships/customXml" Target="../ink/ink34.xml"/><Relationship Id="rId113" Type="http://schemas.openxmlformats.org/officeDocument/2006/relationships/customXml" Target="../ink/ink56.xml"/><Relationship Id="rId134" Type="http://schemas.openxmlformats.org/officeDocument/2006/relationships/image" Target="../media/image71.png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36.xml"/><Relationship Id="rId21" Type="http://schemas.openxmlformats.org/officeDocument/2006/relationships/customXml" Target="../ink/ink88.xml"/><Relationship Id="rId42" Type="http://schemas.openxmlformats.org/officeDocument/2006/relationships/image" Target="../media/image104.png"/><Relationship Id="rId63" Type="http://schemas.openxmlformats.org/officeDocument/2006/relationships/customXml" Target="../ink/ink109.xml"/><Relationship Id="rId84" Type="http://schemas.openxmlformats.org/officeDocument/2006/relationships/image" Target="../media/image125.png"/><Relationship Id="rId138" Type="http://schemas.openxmlformats.org/officeDocument/2006/relationships/image" Target="../media/image152.png"/><Relationship Id="rId107" Type="http://schemas.openxmlformats.org/officeDocument/2006/relationships/customXml" Target="../ink/ink131.xml"/><Relationship Id="rId11" Type="http://schemas.openxmlformats.org/officeDocument/2006/relationships/customXml" Target="../ink/ink83.xml"/><Relationship Id="rId32" Type="http://schemas.openxmlformats.org/officeDocument/2006/relationships/image" Target="../media/image99.png"/><Relationship Id="rId53" Type="http://schemas.openxmlformats.org/officeDocument/2006/relationships/customXml" Target="../ink/ink104.xml"/><Relationship Id="rId74" Type="http://schemas.openxmlformats.org/officeDocument/2006/relationships/image" Target="../media/image120.png"/><Relationship Id="rId128" Type="http://schemas.openxmlformats.org/officeDocument/2006/relationships/image" Target="../media/image147.png"/><Relationship Id="rId149" Type="http://schemas.openxmlformats.org/officeDocument/2006/relationships/customXml" Target="../ink/ink152.xml"/><Relationship Id="rId5" Type="http://schemas.openxmlformats.org/officeDocument/2006/relationships/customXml" Target="../ink/ink80.xml"/><Relationship Id="rId95" Type="http://schemas.openxmlformats.org/officeDocument/2006/relationships/customXml" Target="../ink/ink125.xml"/><Relationship Id="rId22" Type="http://schemas.openxmlformats.org/officeDocument/2006/relationships/image" Target="../media/image94.png"/><Relationship Id="rId27" Type="http://schemas.openxmlformats.org/officeDocument/2006/relationships/customXml" Target="../ink/ink91.xml"/><Relationship Id="rId43" Type="http://schemas.openxmlformats.org/officeDocument/2006/relationships/customXml" Target="../ink/ink99.xml"/><Relationship Id="rId48" Type="http://schemas.openxmlformats.org/officeDocument/2006/relationships/image" Target="../media/image107.png"/><Relationship Id="rId64" Type="http://schemas.openxmlformats.org/officeDocument/2006/relationships/image" Target="../media/image115.png"/><Relationship Id="rId69" Type="http://schemas.openxmlformats.org/officeDocument/2006/relationships/customXml" Target="../ink/ink112.xml"/><Relationship Id="rId113" Type="http://schemas.openxmlformats.org/officeDocument/2006/relationships/customXml" Target="../ink/ink134.xml"/><Relationship Id="rId118" Type="http://schemas.openxmlformats.org/officeDocument/2006/relationships/image" Target="../media/image142.png"/><Relationship Id="rId134" Type="http://schemas.openxmlformats.org/officeDocument/2006/relationships/image" Target="../media/image150.png"/><Relationship Id="rId139" Type="http://schemas.openxmlformats.org/officeDocument/2006/relationships/customXml" Target="../ink/ink147.xml"/><Relationship Id="rId80" Type="http://schemas.openxmlformats.org/officeDocument/2006/relationships/image" Target="../media/image123.png"/><Relationship Id="rId85" Type="http://schemas.openxmlformats.org/officeDocument/2006/relationships/customXml" Target="../ink/ink120.xml"/><Relationship Id="rId150" Type="http://schemas.openxmlformats.org/officeDocument/2006/relationships/image" Target="../media/image158.png"/><Relationship Id="rId12" Type="http://schemas.openxmlformats.org/officeDocument/2006/relationships/image" Target="../media/image89.png"/><Relationship Id="rId17" Type="http://schemas.openxmlformats.org/officeDocument/2006/relationships/customXml" Target="../ink/ink86.xml"/><Relationship Id="rId33" Type="http://schemas.openxmlformats.org/officeDocument/2006/relationships/customXml" Target="../ink/ink94.xml"/><Relationship Id="rId38" Type="http://schemas.openxmlformats.org/officeDocument/2006/relationships/image" Target="../media/image102.png"/><Relationship Id="rId59" Type="http://schemas.openxmlformats.org/officeDocument/2006/relationships/customXml" Target="../ink/ink107.xml"/><Relationship Id="rId103" Type="http://schemas.openxmlformats.org/officeDocument/2006/relationships/customXml" Target="../ink/ink129.xml"/><Relationship Id="rId108" Type="http://schemas.openxmlformats.org/officeDocument/2006/relationships/image" Target="../media/image137.png"/><Relationship Id="rId124" Type="http://schemas.openxmlformats.org/officeDocument/2006/relationships/image" Target="../media/image145.png"/><Relationship Id="rId129" Type="http://schemas.openxmlformats.org/officeDocument/2006/relationships/customXml" Target="../ink/ink142.xml"/><Relationship Id="rId54" Type="http://schemas.openxmlformats.org/officeDocument/2006/relationships/image" Target="../media/image110.png"/><Relationship Id="rId70" Type="http://schemas.openxmlformats.org/officeDocument/2006/relationships/image" Target="../media/image118.png"/><Relationship Id="rId75" Type="http://schemas.openxmlformats.org/officeDocument/2006/relationships/customXml" Target="../ink/ink115.xml"/><Relationship Id="rId91" Type="http://schemas.openxmlformats.org/officeDocument/2006/relationships/customXml" Target="../ink/ink123.xml"/><Relationship Id="rId96" Type="http://schemas.openxmlformats.org/officeDocument/2006/relationships/image" Target="../media/image131.png"/><Relationship Id="rId140" Type="http://schemas.openxmlformats.org/officeDocument/2006/relationships/image" Target="../media/image153.png"/><Relationship Id="rId145" Type="http://schemas.openxmlformats.org/officeDocument/2006/relationships/customXml" Target="../ink/ink15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23" Type="http://schemas.openxmlformats.org/officeDocument/2006/relationships/customXml" Target="../ink/ink89.xml"/><Relationship Id="rId28" Type="http://schemas.openxmlformats.org/officeDocument/2006/relationships/image" Target="../media/image97.png"/><Relationship Id="rId49" Type="http://schemas.openxmlformats.org/officeDocument/2006/relationships/customXml" Target="../ink/ink102.xml"/><Relationship Id="rId114" Type="http://schemas.openxmlformats.org/officeDocument/2006/relationships/image" Target="../media/image140.png"/><Relationship Id="rId119" Type="http://schemas.openxmlformats.org/officeDocument/2006/relationships/customXml" Target="../ink/ink137.xml"/><Relationship Id="rId44" Type="http://schemas.openxmlformats.org/officeDocument/2006/relationships/image" Target="../media/image105.png"/><Relationship Id="rId60" Type="http://schemas.openxmlformats.org/officeDocument/2006/relationships/image" Target="../media/image113.png"/><Relationship Id="rId65" Type="http://schemas.openxmlformats.org/officeDocument/2006/relationships/customXml" Target="../ink/ink110.xml"/><Relationship Id="rId81" Type="http://schemas.openxmlformats.org/officeDocument/2006/relationships/customXml" Target="../ink/ink118.xml"/><Relationship Id="rId86" Type="http://schemas.openxmlformats.org/officeDocument/2006/relationships/image" Target="../media/image126.png"/><Relationship Id="rId130" Type="http://schemas.openxmlformats.org/officeDocument/2006/relationships/image" Target="../media/image148.png"/><Relationship Id="rId135" Type="http://schemas.openxmlformats.org/officeDocument/2006/relationships/customXml" Target="../ink/ink145.xml"/><Relationship Id="rId151" Type="http://schemas.openxmlformats.org/officeDocument/2006/relationships/customXml" Target="../ink/ink153.xml"/><Relationship Id="rId13" Type="http://schemas.openxmlformats.org/officeDocument/2006/relationships/customXml" Target="../ink/ink84.xml"/><Relationship Id="rId18" Type="http://schemas.openxmlformats.org/officeDocument/2006/relationships/image" Target="../media/image92.png"/><Relationship Id="rId39" Type="http://schemas.openxmlformats.org/officeDocument/2006/relationships/customXml" Target="../ink/ink97.xml"/><Relationship Id="rId109" Type="http://schemas.openxmlformats.org/officeDocument/2006/relationships/customXml" Target="../ink/ink132.xml"/><Relationship Id="rId34" Type="http://schemas.openxmlformats.org/officeDocument/2006/relationships/image" Target="../media/image100.png"/><Relationship Id="rId50" Type="http://schemas.openxmlformats.org/officeDocument/2006/relationships/image" Target="../media/image108.png"/><Relationship Id="rId55" Type="http://schemas.openxmlformats.org/officeDocument/2006/relationships/customXml" Target="../ink/ink105.xml"/><Relationship Id="rId76" Type="http://schemas.openxmlformats.org/officeDocument/2006/relationships/image" Target="../media/image121.png"/><Relationship Id="rId97" Type="http://schemas.openxmlformats.org/officeDocument/2006/relationships/customXml" Target="../ink/ink126.xml"/><Relationship Id="rId104" Type="http://schemas.openxmlformats.org/officeDocument/2006/relationships/image" Target="../media/image135.png"/><Relationship Id="rId120" Type="http://schemas.openxmlformats.org/officeDocument/2006/relationships/image" Target="../media/image143.png"/><Relationship Id="rId125" Type="http://schemas.openxmlformats.org/officeDocument/2006/relationships/customXml" Target="../ink/ink140.xml"/><Relationship Id="rId141" Type="http://schemas.openxmlformats.org/officeDocument/2006/relationships/customXml" Target="../ink/ink148.xml"/><Relationship Id="rId146" Type="http://schemas.openxmlformats.org/officeDocument/2006/relationships/image" Target="../media/image156.png"/><Relationship Id="rId7" Type="http://schemas.openxmlformats.org/officeDocument/2006/relationships/customXml" Target="../ink/ink81.xml"/><Relationship Id="rId71" Type="http://schemas.openxmlformats.org/officeDocument/2006/relationships/customXml" Target="../ink/ink113.xml"/><Relationship Id="rId92" Type="http://schemas.openxmlformats.org/officeDocument/2006/relationships/image" Target="../media/image129.png"/><Relationship Id="rId2" Type="http://schemas.openxmlformats.org/officeDocument/2006/relationships/image" Target="../media/image84.png"/><Relationship Id="rId29" Type="http://schemas.openxmlformats.org/officeDocument/2006/relationships/customXml" Target="../ink/ink92.xml"/><Relationship Id="rId24" Type="http://schemas.openxmlformats.org/officeDocument/2006/relationships/image" Target="../media/image95.png"/><Relationship Id="rId40" Type="http://schemas.openxmlformats.org/officeDocument/2006/relationships/image" Target="../media/image103.png"/><Relationship Id="rId45" Type="http://schemas.openxmlformats.org/officeDocument/2006/relationships/customXml" Target="../ink/ink100.xml"/><Relationship Id="rId66" Type="http://schemas.openxmlformats.org/officeDocument/2006/relationships/image" Target="../media/image116.png"/><Relationship Id="rId87" Type="http://schemas.openxmlformats.org/officeDocument/2006/relationships/customXml" Target="../ink/ink121.xml"/><Relationship Id="rId110" Type="http://schemas.openxmlformats.org/officeDocument/2006/relationships/image" Target="../media/image138.png"/><Relationship Id="rId115" Type="http://schemas.openxmlformats.org/officeDocument/2006/relationships/customXml" Target="../ink/ink135.xml"/><Relationship Id="rId131" Type="http://schemas.openxmlformats.org/officeDocument/2006/relationships/customXml" Target="../ink/ink143.xml"/><Relationship Id="rId136" Type="http://schemas.openxmlformats.org/officeDocument/2006/relationships/image" Target="../media/image151.png"/><Relationship Id="rId61" Type="http://schemas.openxmlformats.org/officeDocument/2006/relationships/customXml" Target="../ink/ink108.xml"/><Relationship Id="rId82" Type="http://schemas.openxmlformats.org/officeDocument/2006/relationships/image" Target="../media/image124.png"/><Relationship Id="rId152" Type="http://schemas.openxmlformats.org/officeDocument/2006/relationships/image" Target="../media/image159.png"/><Relationship Id="rId19" Type="http://schemas.openxmlformats.org/officeDocument/2006/relationships/customXml" Target="../ink/ink87.xml"/><Relationship Id="rId14" Type="http://schemas.openxmlformats.org/officeDocument/2006/relationships/image" Target="../media/image90.png"/><Relationship Id="rId30" Type="http://schemas.openxmlformats.org/officeDocument/2006/relationships/image" Target="../media/image98.png"/><Relationship Id="rId35" Type="http://schemas.openxmlformats.org/officeDocument/2006/relationships/customXml" Target="../ink/ink95.xml"/><Relationship Id="rId56" Type="http://schemas.openxmlformats.org/officeDocument/2006/relationships/image" Target="../media/image111.png"/><Relationship Id="rId77" Type="http://schemas.openxmlformats.org/officeDocument/2006/relationships/customXml" Target="../ink/ink116.xml"/><Relationship Id="rId100" Type="http://schemas.openxmlformats.org/officeDocument/2006/relationships/image" Target="../media/image133.png"/><Relationship Id="rId105" Type="http://schemas.openxmlformats.org/officeDocument/2006/relationships/customXml" Target="../ink/ink130.xml"/><Relationship Id="rId126" Type="http://schemas.openxmlformats.org/officeDocument/2006/relationships/image" Target="../media/image146.png"/><Relationship Id="rId147" Type="http://schemas.openxmlformats.org/officeDocument/2006/relationships/customXml" Target="../ink/ink151.xml"/><Relationship Id="rId8" Type="http://schemas.openxmlformats.org/officeDocument/2006/relationships/image" Target="../media/image87.png"/><Relationship Id="rId51" Type="http://schemas.openxmlformats.org/officeDocument/2006/relationships/customXml" Target="../ink/ink103.xml"/><Relationship Id="rId72" Type="http://schemas.openxmlformats.org/officeDocument/2006/relationships/image" Target="../media/image119.png"/><Relationship Id="rId93" Type="http://schemas.openxmlformats.org/officeDocument/2006/relationships/customXml" Target="../ink/ink124.xml"/><Relationship Id="rId98" Type="http://schemas.openxmlformats.org/officeDocument/2006/relationships/image" Target="../media/image132.png"/><Relationship Id="rId121" Type="http://schemas.openxmlformats.org/officeDocument/2006/relationships/customXml" Target="../ink/ink138.xml"/><Relationship Id="rId142" Type="http://schemas.openxmlformats.org/officeDocument/2006/relationships/image" Target="../media/image154.png"/><Relationship Id="rId3" Type="http://schemas.openxmlformats.org/officeDocument/2006/relationships/customXml" Target="../ink/ink79.xml"/><Relationship Id="rId25" Type="http://schemas.openxmlformats.org/officeDocument/2006/relationships/customXml" Target="../ink/ink90.xml"/><Relationship Id="rId46" Type="http://schemas.openxmlformats.org/officeDocument/2006/relationships/image" Target="../media/image106.png"/><Relationship Id="rId67" Type="http://schemas.openxmlformats.org/officeDocument/2006/relationships/customXml" Target="../ink/ink111.xml"/><Relationship Id="rId116" Type="http://schemas.openxmlformats.org/officeDocument/2006/relationships/image" Target="../media/image141.png"/><Relationship Id="rId137" Type="http://schemas.openxmlformats.org/officeDocument/2006/relationships/customXml" Target="../ink/ink146.xml"/><Relationship Id="rId20" Type="http://schemas.openxmlformats.org/officeDocument/2006/relationships/image" Target="../media/image93.png"/><Relationship Id="rId41" Type="http://schemas.openxmlformats.org/officeDocument/2006/relationships/customXml" Target="../ink/ink98.xml"/><Relationship Id="rId62" Type="http://schemas.openxmlformats.org/officeDocument/2006/relationships/image" Target="../media/image114.png"/><Relationship Id="rId83" Type="http://schemas.openxmlformats.org/officeDocument/2006/relationships/customXml" Target="../ink/ink119.xml"/><Relationship Id="rId88" Type="http://schemas.openxmlformats.org/officeDocument/2006/relationships/image" Target="../media/image127.png"/><Relationship Id="rId111" Type="http://schemas.openxmlformats.org/officeDocument/2006/relationships/customXml" Target="../ink/ink133.xml"/><Relationship Id="rId132" Type="http://schemas.openxmlformats.org/officeDocument/2006/relationships/image" Target="../media/image149.png"/><Relationship Id="rId153" Type="http://schemas.openxmlformats.org/officeDocument/2006/relationships/customXml" Target="../ink/ink154.xml"/><Relationship Id="rId15" Type="http://schemas.openxmlformats.org/officeDocument/2006/relationships/customXml" Target="../ink/ink85.xml"/><Relationship Id="rId36" Type="http://schemas.openxmlformats.org/officeDocument/2006/relationships/image" Target="../media/image101.png"/><Relationship Id="rId57" Type="http://schemas.openxmlformats.org/officeDocument/2006/relationships/customXml" Target="../ink/ink106.xml"/><Relationship Id="rId106" Type="http://schemas.openxmlformats.org/officeDocument/2006/relationships/image" Target="../media/image136.png"/><Relationship Id="rId127" Type="http://schemas.openxmlformats.org/officeDocument/2006/relationships/customXml" Target="../ink/ink141.xml"/><Relationship Id="rId10" Type="http://schemas.openxmlformats.org/officeDocument/2006/relationships/image" Target="../media/image88.png"/><Relationship Id="rId31" Type="http://schemas.openxmlformats.org/officeDocument/2006/relationships/customXml" Target="../ink/ink93.xml"/><Relationship Id="rId52" Type="http://schemas.openxmlformats.org/officeDocument/2006/relationships/image" Target="../media/image109.png"/><Relationship Id="rId73" Type="http://schemas.openxmlformats.org/officeDocument/2006/relationships/customXml" Target="../ink/ink114.xml"/><Relationship Id="rId78" Type="http://schemas.openxmlformats.org/officeDocument/2006/relationships/image" Target="../media/image122.png"/><Relationship Id="rId94" Type="http://schemas.openxmlformats.org/officeDocument/2006/relationships/image" Target="../media/image130.png"/><Relationship Id="rId99" Type="http://schemas.openxmlformats.org/officeDocument/2006/relationships/customXml" Target="../ink/ink127.xml"/><Relationship Id="rId101" Type="http://schemas.openxmlformats.org/officeDocument/2006/relationships/customXml" Target="../ink/ink128.xml"/><Relationship Id="rId122" Type="http://schemas.openxmlformats.org/officeDocument/2006/relationships/image" Target="../media/image144.png"/><Relationship Id="rId143" Type="http://schemas.openxmlformats.org/officeDocument/2006/relationships/customXml" Target="../ink/ink149.xml"/><Relationship Id="rId148" Type="http://schemas.openxmlformats.org/officeDocument/2006/relationships/image" Target="../media/image157.png"/><Relationship Id="rId4" Type="http://schemas.openxmlformats.org/officeDocument/2006/relationships/image" Target="../media/image85.png"/><Relationship Id="rId9" Type="http://schemas.openxmlformats.org/officeDocument/2006/relationships/customXml" Target="../ink/ink82.xml"/><Relationship Id="rId26" Type="http://schemas.openxmlformats.org/officeDocument/2006/relationships/image" Target="../media/image96.png"/><Relationship Id="rId47" Type="http://schemas.openxmlformats.org/officeDocument/2006/relationships/customXml" Target="../ink/ink101.xml"/><Relationship Id="rId68" Type="http://schemas.openxmlformats.org/officeDocument/2006/relationships/image" Target="../media/image117.png"/><Relationship Id="rId89" Type="http://schemas.openxmlformats.org/officeDocument/2006/relationships/customXml" Target="../ink/ink122.xml"/><Relationship Id="rId112" Type="http://schemas.openxmlformats.org/officeDocument/2006/relationships/image" Target="../media/image139.png"/><Relationship Id="rId133" Type="http://schemas.openxmlformats.org/officeDocument/2006/relationships/customXml" Target="../ink/ink144.xml"/><Relationship Id="rId154" Type="http://schemas.openxmlformats.org/officeDocument/2006/relationships/image" Target="../media/image160.png"/><Relationship Id="rId16" Type="http://schemas.openxmlformats.org/officeDocument/2006/relationships/image" Target="../media/image91.png"/><Relationship Id="rId37" Type="http://schemas.openxmlformats.org/officeDocument/2006/relationships/customXml" Target="../ink/ink96.xml"/><Relationship Id="rId58" Type="http://schemas.openxmlformats.org/officeDocument/2006/relationships/image" Target="../media/image112.png"/><Relationship Id="rId79" Type="http://schemas.openxmlformats.org/officeDocument/2006/relationships/customXml" Target="../ink/ink117.xml"/><Relationship Id="rId102" Type="http://schemas.openxmlformats.org/officeDocument/2006/relationships/image" Target="../media/image134.png"/><Relationship Id="rId123" Type="http://schemas.openxmlformats.org/officeDocument/2006/relationships/customXml" Target="../ink/ink139.xml"/><Relationship Id="rId144" Type="http://schemas.openxmlformats.org/officeDocument/2006/relationships/image" Target="../media/image155.png"/><Relationship Id="rId90" Type="http://schemas.openxmlformats.org/officeDocument/2006/relationships/image" Target="../media/image128.png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73.png"/><Relationship Id="rId21" Type="http://schemas.openxmlformats.org/officeDocument/2006/relationships/customXml" Target="../ink/ink164.xml"/><Relationship Id="rId42" Type="http://schemas.openxmlformats.org/officeDocument/2006/relationships/image" Target="../media/image181.png"/><Relationship Id="rId47" Type="http://schemas.openxmlformats.org/officeDocument/2006/relationships/customXml" Target="../ink/ink177.xml"/><Relationship Id="rId63" Type="http://schemas.openxmlformats.org/officeDocument/2006/relationships/customXml" Target="../ink/ink185.xml"/><Relationship Id="rId68" Type="http://schemas.openxmlformats.org/officeDocument/2006/relationships/image" Target="../media/image194.png"/><Relationship Id="rId84" Type="http://schemas.openxmlformats.org/officeDocument/2006/relationships/image" Target="../media/image202.png"/><Relationship Id="rId89" Type="http://schemas.openxmlformats.org/officeDocument/2006/relationships/customXml" Target="../ink/ink198.xml"/><Relationship Id="rId112" Type="http://schemas.openxmlformats.org/officeDocument/2006/relationships/image" Target="../media/image216.png"/><Relationship Id="rId16" Type="http://schemas.openxmlformats.org/officeDocument/2006/relationships/image" Target="../media/image168.png"/><Relationship Id="rId107" Type="http://schemas.openxmlformats.org/officeDocument/2006/relationships/customXml" Target="../ink/ink207.xml"/><Relationship Id="rId11" Type="http://schemas.openxmlformats.org/officeDocument/2006/relationships/customXml" Target="../ink/ink159.xml"/><Relationship Id="rId32" Type="http://schemas.openxmlformats.org/officeDocument/2006/relationships/image" Target="../media/image176.png"/><Relationship Id="rId37" Type="http://schemas.openxmlformats.org/officeDocument/2006/relationships/customXml" Target="../ink/ink172.xml"/><Relationship Id="rId53" Type="http://schemas.openxmlformats.org/officeDocument/2006/relationships/customXml" Target="../ink/ink180.xml"/><Relationship Id="rId58" Type="http://schemas.openxmlformats.org/officeDocument/2006/relationships/image" Target="../media/image189.png"/><Relationship Id="rId74" Type="http://schemas.openxmlformats.org/officeDocument/2006/relationships/image" Target="../media/image197.png"/><Relationship Id="rId79" Type="http://schemas.openxmlformats.org/officeDocument/2006/relationships/customXml" Target="../ink/ink193.xml"/><Relationship Id="rId102" Type="http://schemas.openxmlformats.org/officeDocument/2006/relationships/image" Target="../media/image211.png"/><Relationship Id="rId5" Type="http://schemas.openxmlformats.org/officeDocument/2006/relationships/customXml" Target="../ink/ink156.xml"/><Relationship Id="rId90" Type="http://schemas.openxmlformats.org/officeDocument/2006/relationships/image" Target="../media/image205.png"/><Relationship Id="rId95" Type="http://schemas.openxmlformats.org/officeDocument/2006/relationships/customXml" Target="../ink/ink201.xml"/><Relationship Id="rId22" Type="http://schemas.openxmlformats.org/officeDocument/2006/relationships/image" Target="../media/image171.png"/><Relationship Id="rId27" Type="http://schemas.openxmlformats.org/officeDocument/2006/relationships/customXml" Target="../ink/ink167.xml"/><Relationship Id="rId43" Type="http://schemas.openxmlformats.org/officeDocument/2006/relationships/customXml" Target="../ink/ink175.xml"/><Relationship Id="rId48" Type="http://schemas.openxmlformats.org/officeDocument/2006/relationships/image" Target="../media/image184.png"/><Relationship Id="rId64" Type="http://schemas.openxmlformats.org/officeDocument/2006/relationships/image" Target="../media/image192.png"/><Relationship Id="rId69" Type="http://schemas.openxmlformats.org/officeDocument/2006/relationships/customXml" Target="../ink/ink188.xml"/><Relationship Id="rId80" Type="http://schemas.openxmlformats.org/officeDocument/2006/relationships/image" Target="../media/image200.png"/><Relationship Id="rId85" Type="http://schemas.openxmlformats.org/officeDocument/2006/relationships/customXml" Target="../ink/ink196.xml"/><Relationship Id="rId12" Type="http://schemas.openxmlformats.org/officeDocument/2006/relationships/image" Target="../media/image166.png"/><Relationship Id="rId17" Type="http://schemas.openxmlformats.org/officeDocument/2006/relationships/customXml" Target="../ink/ink162.xml"/><Relationship Id="rId33" Type="http://schemas.openxmlformats.org/officeDocument/2006/relationships/customXml" Target="../ink/ink170.xml"/><Relationship Id="rId38" Type="http://schemas.openxmlformats.org/officeDocument/2006/relationships/image" Target="../media/image179.png"/><Relationship Id="rId59" Type="http://schemas.openxmlformats.org/officeDocument/2006/relationships/customXml" Target="../ink/ink183.xml"/><Relationship Id="rId103" Type="http://schemas.openxmlformats.org/officeDocument/2006/relationships/customXml" Target="../ink/ink205.xml"/><Relationship Id="rId108" Type="http://schemas.openxmlformats.org/officeDocument/2006/relationships/image" Target="../media/image214.png"/><Relationship Id="rId54" Type="http://schemas.openxmlformats.org/officeDocument/2006/relationships/image" Target="../media/image187.png"/><Relationship Id="rId70" Type="http://schemas.openxmlformats.org/officeDocument/2006/relationships/image" Target="../media/image195.png"/><Relationship Id="rId75" Type="http://schemas.openxmlformats.org/officeDocument/2006/relationships/customXml" Target="../ink/ink191.xml"/><Relationship Id="rId91" Type="http://schemas.openxmlformats.org/officeDocument/2006/relationships/customXml" Target="../ink/ink199.xml"/><Relationship Id="rId96" Type="http://schemas.openxmlformats.org/officeDocument/2006/relationships/image" Target="../media/image20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3.png"/><Relationship Id="rId15" Type="http://schemas.openxmlformats.org/officeDocument/2006/relationships/customXml" Target="../ink/ink161.xml"/><Relationship Id="rId23" Type="http://schemas.openxmlformats.org/officeDocument/2006/relationships/customXml" Target="../ink/ink165.xml"/><Relationship Id="rId28" Type="http://schemas.openxmlformats.org/officeDocument/2006/relationships/image" Target="../media/image174.png"/><Relationship Id="rId36" Type="http://schemas.openxmlformats.org/officeDocument/2006/relationships/image" Target="../media/image178.png"/><Relationship Id="rId49" Type="http://schemas.openxmlformats.org/officeDocument/2006/relationships/customXml" Target="../ink/ink178.xml"/><Relationship Id="rId57" Type="http://schemas.openxmlformats.org/officeDocument/2006/relationships/customXml" Target="../ink/ink182.xml"/><Relationship Id="rId106" Type="http://schemas.openxmlformats.org/officeDocument/2006/relationships/image" Target="../media/image213.png"/><Relationship Id="rId10" Type="http://schemas.openxmlformats.org/officeDocument/2006/relationships/image" Target="../media/image165.png"/><Relationship Id="rId31" Type="http://schemas.openxmlformats.org/officeDocument/2006/relationships/customXml" Target="../ink/ink169.xml"/><Relationship Id="rId44" Type="http://schemas.openxmlformats.org/officeDocument/2006/relationships/image" Target="../media/image182.png"/><Relationship Id="rId52" Type="http://schemas.openxmlformats.org/officeDocument/2006/relationships/image" Target="../media/image186.png"/><Relationship Id="rId60" Type="http://schemas.openxmlformats.org/officeDocument/2006/relationships/image" Target="../media/image190.png"/><Relationship Id="rId65" Type="http://schemas.openxmlformats.org/officeDocument/2006/relationships/customXml" Target="../ink/ink186.xml"/><Relationship Id="rId73" Type="http://schemas.openxmlformats.org/officeDocument/2006/relationships/customXml" Target="../ink/ink190.xml"/><Relationship Id="rId78" Type="http://schemas.openxmlformats.org/officeDocument/2006/relationships/image" Target="../media/image199.png"/><Relationship Id="rId81" Type="http://schemas.openxmlformats.org/officeDocument/2006/relationships/customXml" Target="../ink/ink194.xml"/><Relationship Id="rId86" Type="http://schemas.openxmlformats.org/officeDocument/2006/relationships/image" Target="../media/image203.png"/><Relationship Id="rId94" Type="http://schemas.openxmlformats.org/officeDocument/2006/relationships/image" Target="../media/image207.png"/><Relationship Id="rId99" Type="http://schemas.openxmlformats.org/officeDocument/2006/relationships/customXml" Target="../ink/ink203.xml"/><Relationship Id="rId101" Type="http://schemas.openxmlformats.org/officeDocument/2006/relationships/customXml" Target="../ink/ink204.xml"/><Relationship Id="rId4" Type="http://schemas.openxmlformats.org/officeDocument/2006/relationships/image" Target="../media/image162.png"/><Relationship Id="rId9" Type="http://schemas.openxmlformats.org/officeDocument/2006/relationships/customXml" Target="../ink/ink158.xml"/><Relationship Id="rId13" Type="http://schemas.openxmlformats.org/officeDocument/2006/relationships/customXml" Target="../ink/ink160.xml"/><Relationship Id="rId18" Type="http://schemas.openxmlformats.org/officeDocument/2006/relationships/image" Target="../media/image169.png"/><Relationship Id="rId39" Type="http://schemas.openxmlformats.org/officeDocument/2006/relationships/customXml" Target="../ink/ink173.xml"/><Relationship Id="rId109" Type="http://schemas.openxmlformats.org/officeDocument/2006/relationships/customXml" Target="../ink/ink208.xml"/><Relationship Id="rId34" Type="http://schemas.openxmlformats.org/officeDocument/2006/relationships/image" Target="../media/image177.png"/><Relationship Id="rId50" Type="http://schemas.openxmlformats.org/officeDocument/2006/relationships/image" Target="../media/image185.png"/><Relationship Id="rId55" Type="http://schemas.openxmlformats.org/officeDocument/2006/relationships/customXml" Target="../ink/ink181.xml"/><Relationship Id="rId76" Type="http://schemas.openxmlformats.org/officeDocument/2006/relationships/image" Target="../media/image198.png"/><Relationship Id="rId97" Type="http://schemas.openxmlformats.org/officeDocument/2006/relationships/customXml" Target="../ink/ink202.xml"/><Relationship Id="rId104" Type="http://schemas.openxmlformats.org/officeDocument/2006/relationships/image" Target="../media/image212.png"/><Relationship Id="rId7" Type="http://schemas.openxmlformats.org/officeDocument/2006/relationships/customXml" Target="../ink/ink157.xml"/><Relationship Id="rId71" Type="http://schemas.openxmlformats.org/officeDocument/2006/relationships/customXml" Target="../ink/ink189.xml"/><Relationship Id="rId92" Type="http://schemas.openxmlformats.org/officeDocument/2006/relationships/image" Target="../media/image206.png"/><Relationship Id="rId2" Type="http://schemas.openxmlformats.org/officeDocument/2006/relationships/image" Target="../media/image161.png"/><Relationship Id="rId29" Type="http://schemas.openxmlformats.org/officeDocument/2006/relationships/customXml" Target="../ink/ink168.xml"/><Relationship Id="rId24" Type="http://schemas.openxmlformats.org/officeDocument/2006/relationships/image" Target="../media/image172.png"/><Relationship Id="rId40" Type="http://schemas.openxmlformats.org/officeDocument/2006/relationships/image" Target="../media/image180.png"/><Relationship Id="rId45" Type="http://schemas.openxmlformats.org/officeDocument/2006/relationships/customXml" Target="../ink/ink176.xml"/><Relationship Id="rId66" Type="http://schemas.openxmlformats.org/officeDocument/2006/relationships/image" Target="../media/image193.png"/><Relationship Id="rId87" Type="http://schemas.openxmlformats.org/officeDocument/2006/relationships/customXml" Target="../ink/ink197.xml"/><Relationship Id="rId110" Type="http://schemas.openxmlformats.org/officeDocument/2006/relationships/image" Target="../media/image215.png"/><Relationship Id="rId61" Type="http://schemas.openxmlformats.org/officeDocument/2006/relationships/customXml" Target="../ink/ink184.xml"/><Relationship Id="rId82" Type="http://schemas.openxmlformats.org/officeDocument/2006/relationships/image" Target="../media/image201.png"/><Relationship Id="rId19" Type="http://schemas.openxmlformats.org/officeDocument/2006/relationships/customXml" Target="../ink/ink163.xml"/><Relationship Id="rId14" Type="http://schemas.openxmlformats.org/officeDocument/2006/relationships/image" Target="../media/image167.png"/><Relationship Id="rId30" Type="http://schemas.openxmlformats.org/officeDocument/2006/relationships/image" Target="../media/image175.png"/><Relationship Id="rId35" Type="http://schemas.openxmlformats.org/officeDocument/2006/relationships/customXml" Target="../ink/ink171.xml"/><Relationship Id="rId56" Type="http://schemas.openxmlformats.org/officeDocument/2006/relationships/image" Target="../media/image188.png"/><Relationship Id="rId77" Type="http://schemas.openxmlformats.org/officeDocument/2006/relationships/customXml" Target="../ink/ink192.xml"/><Relationship Id="rId100" Type="http://schemas.openxmlformats.org/officeDocument/2006/relationships/image" Target="../media/image210.png"/><Relationship Id="rId105" Type="http://schemas.openxmlformats.org/officeDocument/2006/relationships/customXml" Target="../ink/ink206.xml"/><Relationship Id="rId8" Type="http://schemas.openxmlformats.org/officeDocument/2006/relationships/image" Target="../media/image164.png"/><Relationship Id="rId51" Type="http://schemas.openxmlformats.org/officeDocument/2006/relationships/customXml" Target="../ink/ink179.xml"/><Relationship Id="rId72" Type="http://schemas.openxmlformats.org/officeDocument/2006/relationships/image" Target="../media/image196.png"/><Relationship Id="rId93" Type="http://schemas.openxmlformats.org/officeDocument/2006/relationships/customXml" Target="../ink/ink200.xml"/><Relationship Id="rId98" Type="http://schemas.openxmlformats.org/officeDocument/2006/relationships/image" Target="../media/image209.png"/><Relationship Id="rId3" Type="http://schemas.openxmlformats.org/officeDocument/2006/relationships/customXml" Target="../ink/ink155.xml"/><Relationship Id="rId25" Type="http://schemas.openxmlformats.org/officeDocument/2006/relationships/customXml" Target="../ink/ink166.xml"/><Relationship Id="rId46" Type="http://schemas.openxmlformats.org/officeDocument/2006/relationships/image" Target="../media/image183.png"/><Relationship Id="rId67" Type="http://schemas.openxmlformats.org/officeDocument/2006/relationships/customXml" Target="../ink/ink187.xml"/><Relationship Id="rId20" Type="http://schemas.openxmlformats.org/officeDocument/2006/relationships/image" Target="../media/image170.png"/><Relationship Id="rId41" Type="http://schemas.openxmlformats.org/officeDocument/2006/relationships/customXml" Target="../ink/ink174.xml"/><Relationship Id="rId62" Type="http://schemas.openxmlformats.org/officeDocument/2006/relationships/image" Target="../media/image191.png"/><Relationship Id="rId83" Type="http://schemas.openxmlformats.org/officeDocument/2006/relationships/customXml" Target="../ink/ink195.xml"/><Relationship Id="rId88" Type="http://schemas.openxmlformats.org/officeDocument/2006/relationships/image" Target="../media/image204.png"/><Relationship Id="rId111" Type="http://schemas.openxmlformats.org/officeDocument/2006/relationships/customXml" Target="../ink/ink209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67.xml"/><Relationship Id="rId21" Type="http://schemas.openxmlformats.org/officeDocument/2006/relationships/customXml" Target="../ink/ink219.xml"/><Relationship Id="rId42" Type="http://schemas.openxmlformats.org/officeDocument/2006/relationships/image" Target="../media/image237.png"/><Relationship Id="rId63" Type="http://schemas.openxmlformats.org/officeDocument/2006/relationships/customXml" Target="../ink/ink240.xml"/><Relationship Id="rId84" Type="http://schemas.openxmlformats.org/officeDocument/2006/relationships/image" Target="../media/image258.png"/><Relationship Id="rId138" Type="http://schemas.openxmlformats.org/officeDocument/2006/relationships/image" Target="../media/image285.png"/><Relationship Id="rId159" Type="http://schemas.openxmlformats.org/officeDocument/2006/relationships/customXml" Target="../ink/ink288.xml"/><Relationship Id="rId107" Type="http://schemas.openxmlformats.org/officeDocument/2006/relationships/customXml" Target="../ink/ink262.xml"/><Relationship Id="rId11" Type="http://schemas.openxmlformats.org/officeDocument/2006/relationships/customXml" Target="../ink/ink214.xml"/><Relationship Id="rId32" Type="http://schemas.openxmlformats.org/officeDocument/2006/relationships/image" Target="../media/image232.png"/><Relationship Id="rId53" Type="http://schemas.openxmlformats.org/officeDocument/2006/relationships/customXml" Target="../ink/ink235.xml"/><Relationship Id="rId74" Type="http://schemas.openxmlformats.org/officeDocument/2006/relationships/image" Target="../media/image253.png"/><Relationship Id="rId128" Type="http://schemas.openxmlformats.org/officeDocument/2006/relationships/image" Target="../media/image280.png"/><Relationship Id="rId149" Type="http://schemas.openxmlformats.org/officeDocument/2006/relationships/customXml" Target="../ink/ink283.xml"/><Relationship Id="rId5" Type="http://schemas.openxmlformats.org/officeDocument/2006/relationships/customXml" Target="../ink/ink211.xml"/><Relationship Id="rId95" Type="http://schemas.openxmlformats.org/officeDocument/2006/relationships/customXml" Target="../ink/ink256.xml"/><Relationship Id="rId160" Type="http://schemas.openxmlformats.org/officeDocument/2006/relationships/image" Target="../media/image296.png"/><Relationship Id="rId22" Type="http://schemas.openxmlformats.org/officeDocument/2006/relationships/image" Target="../media/image227.png"/><Relationship Id="rId43" Type="http://schemas.openxmlformats.org/officeDocument/2006/relationships/customXml" Target="../ink/ink230.xml"/><Relationship Id="rId64" Type="http://schemas.openxmlformats.org/officeDocument/2006/relationships/image" Target="../media/image248.png"/><Relationship Id="rId118" Type="http://schemas.openxmlformats.org/officeDocument/2006/relationships/image" Target="../media/image275.png"/><Relationship Id="rId139" Type="http://schemas.openxmlformats.org/officeDocument/2006/relationships/customXml" Target="../ink/ink278.xml"/><Relationship Id="rId85" Type="http://schemas.openxmlformats.org/officeDocument/2006/relationships/customXml" Target="../ink/ink251.xml"/><Relationship Id="rId150" Type="http://schemas.openxmlformats.org/officeDocument/2006/relationships/image" Target="../media/image291.png"/><Relationship Id="rId12" Type="http://schemas.openxmlformats.org/officeDocument/2006/relationships/image" Target="../media/image222.png"/><Relationship Id="rId17" Type="http://schemas.openxmlformats.org/officeDocument/2006/relationships/customXml" Target="../ink/ink217.xml"/><Relationship Id="rId33" Type="http://schemas.openxmlformats.org/officeDocument/2006/relationships/customXml" Target="../ink/ink225.xml"/><Relationship Id="rId38" Type="http://schemas.openxmlformats.org/officeDocument/2006/relationships/image" Target="../media/image235.png"/><Relationship Id="rId59" Type="http://schemas.openxmlformats.org/officeDocument/2006/relationships/customXml" Target="../ink/ink238.xml"/><Relationship Id="rId103" Type="http://schemas.openxmlformats.org/officeDocument/2006/relationships/customXml" Target="../ink/ink260.xml"/><Relationship Id="rId108" Type="http://schemas.openxmlformats.org/officeDocument/2006/relationships/image" Target="../media/image270.png"/><Relationship Id="rId124" Type="http://schemas.openxmlformats.org/officeDocument/2006/relationships/image" Target="../media/image278.png"/><Relationship Id="rId129" Type="http://schemas.openxmlformats.org/officeDocument/2006/relationships/customXml" Target="../ink/ink273.xml"/><Relationship Id="rId54" Type="http://schemas.openxmlformats.org/officeDocument/2006/relationships/image" Target="../media/image243.png"/><Relationship Id="rId70" Type="http://schemas.openxmlformats.org/officeDocument/2006/relationships/image" Target="../media/image251.png"/><Relationship Id="rId75" Type="http://schemas.openxmlformats.org/officeDocument/2006/relationships/customXml" Target="../ink/ink246.xml"/><Relationship Id="rId91" Type="http://schemas.openxmlformats.org/officeDocument/2006/relationships/customXml" Target="../ink/ink254.xml"/><Relationship Id="rId96" Type="http://schemas.openxmlformats.org/officeDocument/2006/relationships/image" Target="../media/image264.png"/><Relationship Id="rId140" Type="http://schemas.openxmlformats.org/officeDocument/2006/relationships/image" Target="../media/image286.png"/><Relationship Id="rId145" Type="http://schemas.openxmlformats.org/officeDocument/2006/relationships/customXml" Target="../ink/ink281.xml"/><Relationship Id="rId161" Type="http://schemas.openxmlformats.org/officeDocument/2006/relationships/customXml" Target="../ink/ink289.xml"/><Relationship Id="rId166" Type="http://schemas.openxmlformats.org/officeDocument/2006/relationships/image" Target="../media/image2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9.png"/><Relationship Id="rId23" Type="http://schemas.openxmlformats.org/officeDocument/2006/relationships/customXml" Target="../ink/ink220.xml"/><Relationship Id="rId28" Type="http://schemas.openxmlformats.org/officeDocument/2006/relationships/image" Target="../media/image230.png"/><Relationship Id="rId49" Type="http://schemas.openxmlformats.org/officeDocument/2006/relationships/customXml" Target="../ink/ink233.xml"/><Relationship Id="rId114" Type="http://schemas.openxmlformats.org/officeDocument/2006/relationships/image" Target="../media/image273.png"/><Relationship Id="rId119" Type="http://schemas.openxmlformats.org/officeDocument/2006/relationships/customXml" Target="../ink/ink268.xml"/><Relationship Id="rId44" Type="http://schemas.openxmlformats.org/officeDocument/2006/relationships/image" Target="../media/image238.png"/><Relationship Id="rId60" Type="http://schemas.openxmlformats.org/officeDocument/2006/relationships/image" Target="../media/image246.png"/><Relationship Id="rId65" Type="http://schemas.openxmlformats.org/officeDocument/2006/relationships/customXml" Target="../ink/ink241.xml"/><Relationship Id="rId81" Type="http://schemas.openxmlformats.org/officeDocument/2006/relationships/customXml" Target="../ink/ink249.xml"/><Relationship Id="rId86" Type="http://schemas.openxmlformats.org/officeDocument/2006/relationships/image" Target="../media/image259.png"/><Relationship Id="rId130" Type="http://schemas.openxmlformats.org/officeDocument/2006/relationships/image" Target="../media/image281.png"/><Relationship Id="rId135" Type="http://schemas.openxmlformats.org/officeDocument/2006/relationships/customXml" Target="../ink/ink276.xml"/><Relationship Id="rId151" Type="http://schemas.openxmlformats.org/officeDocument/2006/relationships/customXml" Target="../ink/ink284.xml"/><Relationship Id="rId156" Type="http://schemas.openxmlformats.org/officeDocument/2006/relationships/image" Target="../media/image294.png"/><Relationship Id="rId13" Type="http://schemas.openxmlformats.org/officeDocument/2006/relationships/customXml" Target="../ink/ink215.xml"/><Relationship Id="rId18" Type="http://schemas.openxmlformats.org/officeDocument/2006/relationships/image" Target="../media/image225.png"/><Relationship Id="rId39" Type="http://schemas.openxmlformats.org/officeDocument/2006/relationships/customXml" Target="../ink/ink228.xml"/><Relationship Id="rId109" Type="http://schemas.openxmlformats.org/officeDocument/2006/relationships/customXml" Target="../ink/ink263.xml"/><Relationship Id="rId34" Type="http://schemas.openxmlformats.org/officeDocument/2006/relationships/image" Target="../media/image233.png"/><Relationship Id="rId50" Type="http://schemas.openxmlformats.org/officeDocument/2006/relationships/image" Target="../media/image241.png"/><Relationship Id="rId55" Type="http://schemas.openxmlformats.org/officeDocument/2006/relationships/customXml" Target="../ink/ink236.xml"/><Relationship Id="rId76" Type="http://schemas.openxmlformats.org/officeDocument/2006/relationships/image" Target="../media/image254.png"/><Relationship Id="rId97" Type="http://schemas.openxmlformats.org/officeDocument/2006/relationships/customXml" Target="../ink/ink257.xml"/><Relationship Id="rId104" Type="http://schemas.openxmlformats.org/officeDocument/2006/relationships/image" Target="../media/image268.png"/><Relationship Id="rId120" Type="http://schemas.openxmlformats.org/officeDocument/2006/relationships/image" Target="../media/image276.png"/><Relationship Id="rId125" Type="http://schemas.openxmlformats.org/officeDocument/2006/relationships/customXml" Target="../ink/ink271.xml"/><Relationship Id="rId141" Type="http://schemas.openxmlformats.org/officeDocument/2006/relationships/customXml" Target="../ink/ink279.xml"/><Relationship Id="rId146" Type="http://schemas.openxmlformats.org/officeDocument/2006/relationships/image" Target="../media/image289.png"/><Relationship Id="rId167" Type="http://schemas.openxmlformats.org/officeDocument/2006/relationships/customXml" Target="../ink/ink292.xml"/><Relationship Id="rId7" Type="http://schemas.openxmlformats.org/officeDocument/2006/relationships/customXml" Target="../ink/ink212.xml"/><Relationship Id="rId71" Type="http://schemas.openxmlformats.org/officeDocument/2006/relationships/customXml" Target="../ink/ink244.xml"/><Relationship Id="rId92" Type="http://schemas.openxmlformats.org/officeDocument/2006/relationships/image" Target="../media/image262.png"/><Relationship Id="rId162" Type="http://schemas.openxmlformats.org/officeDocument/2006/relationships/image" Target="../media/image297.png"/><Relationship Id="rId2" Type="http://schemas.openxmlformats.org/officeDocument/2006/relationships/image" Target="../media/image217.png"/><Relationship Id="rId29" Type="http://schemas.openxmlformats.org/officeDocument/2006/relationships/customXml" Target="../ink/ink223.xml"/><Relationship Id="rId24" Type="http://schemas.openxmlformats.org/officeDocument/2006/relationships/image" Target="../media/image228.png"/><Relationship Id="rId40" Type="http://schemas.openxmlformats.org/officeDocument/2006/relationships/image" Target="../media/image236.png"/><Relationship Id="rId45" Type="http://schemas.openxmlformats.org/officeDocument/2006/relationships/customXml" Target="../ink/ink231.xml"/><Relationship Id="rId66" Type="http://schemas.openxmlformats.org/officeDocument/2006/relationships/image" Target="../media/image249.png"/><Relationship Id="rId87" Type="http://schemas.openxmlformats.org/officeDocument/2006/relationships/customXml" Target="../ink/ink252.xml"/><Relationship Id="rId110" Type="http://schemas.openxmlformats.org/officeDocument/2006/relationships/image" Target="../media/image271.png"/><Relationship Id="rId115" Type="http://schemas.openxmlformats.org/officeDocument/2006/relationships/customXml" Target="../ink/ink266.xml"/><Relationship Id="rId131" Type="http://schemas.openxmlformats.org/officeDocument/2006/relationships/customXml" Target="../ink/ink274.xml"/><Relationship Id="rId136" Type="http://schemas.openxmlformats.org/officeDocument/2006/relationships/image" Target="../media/image284.png"/><Relationship Id="rId157" Type="http://schemas.openxmlformats.org/officeDocument/2006/relationships/customXml" Target="../ink/ink287.xml"/><Relationship Id="rId61" Type="http://schemas.openxmlformats.org/officeDocument/2006/relationships/customXml" Target="../ink/ink239.xml"/><Relationship Id="rId82" Type="http://schemas.openxmlformats.org/officeDocument/2006/relationships/image" Target="../media/image257.png"/><Relationship Id="rId152" Type="http://schemas.openxmlformats.org/officeDocument/2006/relationships/image" Target="../media/image292.png"/><Relationship Id="rId19" Type="http://schemas.openxmlformats.org/officeDocument/2006/relationships/customXml" Target="../ink/ink218.xml"/><Relationship Id="rId14" Type="http://schemas.openxmlformats.org/officeDocument/2006/relationships/image" Target="../media/image223.png"/><Relationship Id="rId30" Type="http://schemas.openxmlformats.org/officeDocument/2006/relationships/image" Target="../media/image231.png"/><Relationship Id="rId35" Type="http://schemas.openxmlformats.org/officeDocument/2006/relationships/customXml" Target="../ink/ink226.xml"/><Relationship Id="rId56" Type="http://schemas.openxmlformats.org/officeDocument/2006/relationships/image" Target="../media/image244.png"/><Relationship Id="rId77" Type="http://schemas.openxmlformats.org/officeDocument/2006/relationships/customXml" Target="../ink/ink247.xml"/><Relationship Id="rId100" Type="http://schemas.openxmlformats.org/officeDocument/2006/relationships/image" Target="../media/image266.png"/><Relationship Id="rId105" Type="http://schemas.openxmlformats.org/officeDocument/2006/relationships/customXml" Target="../ink/ink261.xml"/><Relationship Id="rId126" Type="http://schemas.openxmlformats.org/officeDocument/2006/relationships/image" Target="../media/image279.png"/><Relationship Id="rId147" Type="http://schemas.openxmlformats.org/officeDocument/2006/relationships/customXml" Target="../ink/ink282.xml"/><Relationship Id="rId168" Type="http://schemas.openxmlformats.org/officeDocument/2006/relationships/image" Target="../media/image300.png"/><Relationship Id="rId8" Type="http://schemas.openxmlformats.org/officeDocument/2006/relationships/image" Target="../media/image220.png"/><Relationship Id="rId51" Type="http://schemas.openxmlformats.org/officeDocument/2006/relationships/customXml" Target="../ink/ink234.xml"/><Relationship Id="rId72" Type="http://schemas.openxmlformats.org/officeDocument/2006/relationships/image" Target="../media/image252.png"/><Relationship Id="rId93" Type="http://schemas.openxmlformats.org/officeDocument/2006/relationships/customXml" Target="../ink/ink255.xml"/><Relationship Id="rId98" Type="http://schemas.openxmlformats.org/officeDocument/2006/relationships/image" Target="../media/image265.png"/><Relationship Id="rId121" Type="http://schemas.openxmlformats.org/officeDocument/2006/relationships/customXml" Target="../ink/ink269.xml"/><Relationship Id="rId142" Type="http://schemas.openxmlformats.org/officeDocument/2006/relationships/image" Target="../media/image287.png"/><Relationship Id="rId163" Type="http://schemas.openxmlformats.org/officeDocument/2006/relationships/customXml" Target="../ink/ink290.xml"/><Relationship Id="rId3" Type="http://schemas.openxmlformats.org/officeDocument/2006/relationships/customXml" Target="../ink/ink210.xml"/><Relationship Id="rId25" Type="http://schemas.openxmlformats.org/officeDocument/2006/relationships/customXml" Target="../ink/ink221.xml"/><Relationship Id="rId46" Type="http://schemas.openxmlformats.org/officeDocument/2006/relationships/image" Target="../media/image239.png"/><Relationship Id="rId67" Type="http://schemas.openxmlformats.org/officeDocument/2006/relationships/customXml" Target="../ink/ink242.xml"/><Relationship Id="rId116" Type="http://schemas.openxmlformats.org/officeDocument/2006/relationships/image" Target="../media/image274.png"/><Relationship Id="rId137" Type="http://schemas.openxmlformats.org/officeDocument/2006/relationships/customXml" Target="../ink/ink277.xml"/><Relationship Id="rId158" Type="http://schemas.openxmlformats.org/officeDocument/2006/relationships/image" Target="../media/image295.png"/><Relationship Id="rId20" Type="http://schemas.openxmlformats.org/officeDocument/2006/relationships/image" Target="../media/image226.png"/><Relationship Id="rId41" Type="http://schemas.openxmlformats.org/officeDocument/2006/relationships/customXml" Target="../ink/ink229.xml"/><Relationship Id="rId62" Type="http://schemas.openxmlformats.org/officeDocument/2006/relationships/image" Target="../media/image247.png"/><Relationship Id="rId83" Type="http://schemas.openxmlformats.org/officeDocument/2006/relationships/customXml" Target="../ink/ink250.xml"/><Relationship Id="rId88" Type="http://schemas.openxmlformats.org/officeDocument/2006/relationships/image" Target="../media/image260.png"/><Relationship Id="rId111" Type="http://schemas.openxmlformats.org/officeDocument/2006/relationships/customXml" Target="../ink/ink264.xml"/><Relationship Id="rId132" Type="http://schemas.openxmlformats.org/officeDocument/2006/relationships/image" Target="../media/image282.png"/><Relationship Id="rId153" Type="http://schemas.openxmlformats.org/officeDocument/2006/relationships/customXml" Target="../ink/ink285.xml"/><Relationship Id="rId15" Type="http://schemas.openxmlformats.org/officeDocument/2006/relationships/customXml" Target="../ink/ink216.xml"/><Relationship Id="rId36" Type="http://schemas.openxmlformats.org/officeDocument/2006/relationships/image" Target="../media/image234.png"/><Relationship Id="rId57" Type="http://schemas.openxmlformats.org/officeDocument/2006/relationships/customXml" Target="../ink/ink237.xml"/><Relationship Id="rId106" Type="http://schemas.openxmlformats.org/officeDocument/2006/relationships/image" Target="../media/image269.png"/><Relationship Id="rId127" Type="http://schemas.openxmlformats.org/officeDocument/2006/relationships/customXml" Target="../ink/ink272.xml"/><Relationship Id="rId10" Type="http://schemas.openxmlformats.org/officeDocument/2006/relationships/image" Target="../media/image221.png"/><Relationship Id="rId31" Type="http://schemas.openxmlformats.org/officeDocument/2006/relationships/customXml" Target="../ink/ink224.xml"/><Relationship Id="rId52" Type="http://schemas.openxmlformats.org/officeDocument/2006/relationships/image" Target="../media/image242.png"/><Relationship Id="rId73" Type="http://schemas.openxmlformats.org/officeDocument/2006/relationships/customXml" Target="../ink/ink245.xml"/><Relationship Id="rId78" Type="http://schemas.openxmlformats.org/officeDocument/2006/relationships/image" Target="../media/image255.png"/><Relationship Id="rId94" Type="http://schemas.openxmlformats.org/officeDocument/2006/relationships/image" Target="../media/image263.png"/><Relationship Id="rId99" Type="http://schemas.openxmlformats.org/officeDocument/2006/relationships/customXml" Target="../ink/ink258.xml"/><Relationship Id="rId101" Type="http://schemas.openxmlformats.org/officeDocument/2006/relationships/customXml" Target="../ink/ink259.xml"/><Relationship Id="rId122" Type="http://schemas.openxmlformats.org/officeDocument/2006/relationships/image" Target="../media/image277.png"/><Relationship Id="rId143" Type="http://schemas.openxmlformats.org/officeDocument/2006/relationships/customXml" Target="../ink/ink280.xml"/><Relationship Id="rId148" Type="http://schemas.openxmlformats.org/officeDocument/2006/relationships/image" Target="../media/image290.png"/><Relationship Id="rId164" Type="http://schemas.openxmlformats.org/officeDocument/2006/relationships/image" Target="../media/image298.png"/><Relationship Id="rId4" Type="http://schemas.openxmlformats.org/officeDocument/2006/relationships/image" Target="../media/image218.png"/><Relationship Id="rId9" Type="http://schemas.openxmlformats.org/officeDocument/2006/relationships/customXml" Target="../ink/ink213.xml"/><Relationship Id="rId26" Type="http://schemas.openxmlformats.org/officeDocument/2006/relationships/image" Target="../media/image229.png"/><Relationship Id="rId47" Type="http://schemas.openxmlformats.org/officeDocument/2006/relationships/customXml" Target="../ink/ink232.xml"/><Relationship Id="rId68" Type="http://schemas.openxmlformats.org/officeDocument/2006/relationships/image" Target="../media/image250.png"/><Relationship Id="rId89" Type="http://schemas.openxmlformats.org/officeDocument/2006/relationships/customXml" Target="../ink/ink253.xml"/><Relationship Id="rId112" Type="http://schemas.openxmlformats.org/officeDocument/2006/relationships/image" Target="../media/image272.png"/><Relationship Id="rId133" Type="http://schemas.openxmlformats.org/officeDocument/2006/relationships/customXml" Target="../ink/ink275.xml"/><Relationship Id="rId154" Type="http://schemas.openxmlformats.org/officeDocument/2006/relationships/image" Target="../media/image293.png"/><Relationship Id="rId16" Type="http://schemas.openxmlformats.org/officeDocument/2006/relationships/image" Target="../media/image224.png"/><Relationship Id="rId37" Type="http://schemas.openxmlformats.org/officeDocument/2006/relationships/customXml" Target="../ink/ink227.xml"/><Relationship Id="rId58" Type="http://schemas.openxmlformats.org/officeDocument/2006/relationships/image" Target="../media/image245.png"/><Relationship Id="rId79" Type="http://schemas.openxmlformats.org/officeDocument/2006/relationships/customXml" Target="../ink/ink248.xml"/><Relationship Id="rId102" Type="http://schemas.openxmlformats.org/officeDocument/2006/relationships/image" Target="../media/image267.png"/><Relationship Id="rId123" Type="http://schemas.openxmlformats.org/officeDocument/2006/relationships/customXml" Target="../ink/ink270.xml"/><Relationship Id="rId144" Type="http://schemas.openxmlformats.org/officeDocument/2006/relationships/image" Target="../media/image288.png"/><Relationship Id="rId90" Type="http://schemas.openxmlformats.org/officeDocument/2006/relationships/image" Target="../media/image261.png"/><Relationship Id="rId165" Type="http://schemas.openxmlformats.org/officeDocument/2006/relationships/customXml" Target="../ink/ink291.xml"/><Relationship Id="rId27" Type="http://schemas.openxmlformats.org/officeDocument/2006/relationships/customXml" Target="../ink/ink222.xml"/><Relationship Id="rId48" Type="http://schemas.openxmlformats.org/officeDocument/2006/relationships/image" Target="../media/image240.png"/><Relationship Id="rId69" Type="http://schemas.openxmlformats.org/officeDocument/2006/relationships/customXml" Target="../ink/ink243.xml"/><Relationship Id="rId113" Type="http://schemas.openxmlformats.org/officeDocument/2006/relationships/customXml" Target="../ink/ink265.xml"/><Relationship Id="rId134" Type="http://schemas.openxmlformats.org/officeDocument/2006/relationships/image" Target="../media/image283.png"/><Relationship Id="rId80" Type="http://schemas.openxmlformats.org/officeDocument/2006/relationships/image" Target="../media/image256.png"/><Relationship Id="rId155" Type="http://schemas.openxmlformats.org/officeDocument/2006/relationships/customXml" Target="../ink/ink28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Normal Distribution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69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normal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7" y="1462554"/>
            <a:ext cx="8543925" cy="2585010"/>
          </a:xfrm>
        </p:spPr>
        <p:txBody>
          <a:bodyPr/>
          <a:lstStyle/>
          <a:p>
            <a:r>
              <a:rPr lang="en-US" dirty="0"/>
              <a:t>Also known as Gaussian distribution</a:t>
            </a:r>
          </a:p>
          <a:p>
            <a:r>
              <a:rPr lang="en-US" dirty="0"/>
              <a:t>mean = median = mode</a:t>
            </a:r>
          </a:p>
          <a:p>
            <a:r>
              <a:rPr lang="en-US" dirty="0"/>
              <a:t>symmetry about the </a:t>
            </a:r>
            <a:r>
              <a:rPr lang="en-US" dirty="0" err="1"/>
              <a:t>centre</a:t>
            </a:r>
            <a:endParaRPr lang="en-US" dirty="0"/>
          </a:p>
          <a:p>
            <a:r>
              <a:rPr lang="en-US" dirty="0"/>
              <a:t>50% of values less than the mean and 50% greater than the mean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8308" y="3691195"/>
            <a:ext cx="5366479" cy="2907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477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68%, 95%, 99.7% RULE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3598" r="10696"/>
          <a:stretch/>
        </p:blipFill>
        <p:spPr>
          <a:xfrm>
            <a:off x="2310539" y="1355065"/>
            <a:ext cx="5190641" cy="53944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11298" y="4633994"/>
            <a:ext cx="802319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dirty="0"/>
              <a:t>Mean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6826" y="4633994"/>
            <a:ext cx="649637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1sd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63009" y="4633994"/>
            <a:ext cx="649637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1sd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6297" y="4633994"/>
            <a:ext cx="649637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2sd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50862" y="4633994"/>
            <a:ext cx="649637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2</a:t>
            </a:r>
            <a:r>
              <a:rPr lang="en-US" sz="2000" b="1"/>
              <a:t>sd</a:t>
            </a:r>
            <a:endParaRPr lang="en-US" sz="20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2052561" y="4633994"/>
            <a:ext cx="649637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3sd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2899" y="4633994"/>
            <a:ext cx="649637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3</a:t>
            </a:r>
            <a:r>
              <a:rPr lang="en-US" sz="2000" b="1"/>
              <a:t>sd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994867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05024" y="3409628"/>
                <a:ext cx="8543925" cy="1868434"/>
              </a:xfrm>
            </p:spPr>
            <p:txBody>
              <a:bodyPr/>
              <a:lstStyle/>
              <a:p>
                <a:r>
                  <a:rPr lang="en-US" dirty="0"/>
                  <a:t>X </a:t>
                </a:r>
                <a:r>
                  <a:rPr lang="en-AU" dirty="0"/>
                  <a:t>-</a:t>
                </a:r>
                <a:r>
                  <a:rPr lang="en-US" dirty="0"/>
                  <a:t> normally distributed set of data</a:t>
                </a:r>
              </a:p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𝜇</m:t>
                    </m:r>
                  </m:oMath>
                </a14:m>
                <a:r>
                  <a:rPr lang="en-US" dirty="0"/>
                  <a:t> - mean of the data</a:t>
                </a:r>
              </a:p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𝜎</m:t>
                    </m:r>
                  </m:oMath>
                </a14:m>
                <a:r>
                  <a:rPr lang="en-US" dirty="0"/>
                  <a:t> - standard deviation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05024" y="3409628"/>
                <a:ext cx="8543925" cy="1868434"/>
              </a:xfrm>
              <a:blipFill rotWithShape="0">
                <a:blip r:embed="rId2"/>
                <a:stretch>
                  <a:fillRect l="-1284" t="-5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603715" y="2287672"/>
                <a:ext cx="3504870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800" b="0" i="1" smtClean="0">
                          <a:latin typeface="Cambria Math" charset="0"/>
                        </a:rPr>
                        <m:t>𝑋</m:t>
                      </m:r>
                      <m:r>
                        <a:rPr lang="en-AU" sz="4800" b="0" i="1" smtClean="0">
                          <a:latin typeface="Cambria Math" charset="0"/>
                        </a:rPr>
                        <m:t> ~ </m:t>
                      </m:r>
                      <m:r>
                        <a:rPr lang="en-AU" sz="4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𝑁</m:t>
                      </m:r>
                      <m:r>
                        <a:rPr lang="en-AU" sz="4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(</m:t>
                      </m:r>
                      <m:r>
                        <a:rPr lang="en-AU" sz="4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𝜇</m:t>
                      </m:r>
                      <m:r>
                        <a:rPr lang="en-AU" sz="4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,</m:t>
                      </m:r>
                      <m:sSup>
                        <m:sSupPr>
                          <m:ctrlPr>
                            <a:rPr lang="en-AU" sz="4800" b="0" i="1" smtClean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sSupPr>
                        <m:e>
                          <m:r>
                            <a:rPr lang="en-AU" sz="4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𝜎</m:t>
                          </m:r>
                        </m:e>
                        <m:sup>
                          <m:r>
                            <a:rPr lang="en-AU" sz="4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AU" sz="4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)</m:t>
                      </m:r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3715" y="2287672"/>
                <a:ext cx="3504870" cy="73866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377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6B263BB-1ECA-6F46-9B33-2F82DA3E8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59" y="139504"/>
            <a:ext cx="9372600" cy="21336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31033792-54CD-B149-AD6B-6045612F23E0}"/>
                  </a:ext>
                </a:extLst>
              </p14:cNvPr>
              <p14:cNvContentPartPr/>
              <p14:nvPr/>
            </p14:nvContentPartPr>
            <p14:xfrm>
              <a:off x="4825862" y="2147156"/>
              <a:ext cx="208080" cy="4400280"/>
            </p14:xfrm>
          </p:contentPart>
        </mc:Choice>
        <mc:Fallback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31033792-54CD-B149-AD6B-6045612F23E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10382" y="2131676"/>
                <a:ext cx="238680" cy="443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35" name="Ink 235">
                <a:extLst>
                  <a:ext uri="{FF2B5EF4-FFF2-40B4-BE49-F238E27FC236}">
                    <a16:creationId xmlns:a16="http://schemas.microsoft.com/office/drawing/2014/main" id="{DEE4F699-04C0-B64A-9FFF-048EA3869000}"/>
                  </a:ext>
                </a:extLst>
              </p14:cNvPr>
              <p14:cNvContentPartPr/>
              <p14:nvPr/>
            </p14:nvContentPartPr>
            <p14:xfrm>
              <a:off x="171782" y="2268116"/>
              <a:ext cx="271440" cy="358200"/>
            </p14:xfrm>
          </p:contentPart>
        </mc:Choice>
        <mc:Fallback>
          <p:pic>
            <p:nvPicPr>
              <p:cNvPr id="235" name="Ink 235">
                <a:extLst>
                  <a:ext uri="{FF2B5EF4-FFF2-40B4-BE49-F238E27FC236}">
                    <a16:creationId xmlns:a16="http://schemas.microsoft.com/office/drawing/2014/main" id="{DEE4F699-04C0-B64A-9FFF-048EA386900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6642" y="2252996"/>
                <a:ext cx="302081" cy="38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37" name="Ink 236">
                <a:extLst>
                  <a:ext uri="{FF2B5EF4-FFF2-40B4-BE49-F238E27FC236}">
                    <a16:creationId xmlns:a16="http://schemas.microsoft.com/office/drawing/2014/main" id="{BA5C1A41-C0CE-3F4A-9117-4A67238863A0}"/>
                  </a:ext>
                </a:extLst>
              </p14:cNvPr>
              <p14:cNvContentPartPr/>
              <p14:nvPr/>
            </p14:nvContentPartPr>
            <p14:xfrm>
              <a:off x="345302" y="778436"/>
              <a:ext cx="4434840" cy="63720"/>
            </p14:xfrm>
          </p:contentPart>
        </mc:Choice>
        <mc:Fallback>
          <p:pic>
            <p:nvPicPr>
              <p:cNvPr id="237" name="Ink 236">
                <a:extLst>
                  <a:ext uri="{FF2B5EF4-FFF2-40B4-BE49-F238E27FC236}">
                    <a16:creationId xmlns:a16="http://schemas.microsoft.com/office/drawing/2014/main" id="{BA5C1A41-C0CE-3F4A-9117-4A67238863A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29822" y="763316"/>
                <a:ext cx="446544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40" name="Ink 240">
                <a:extLst>
                  <a:ext uri="{FF2B5EF4-FFF2-40B4-BE49-F238E27FC236}">
                    <a16:creationId xmlns:a16="http://schemas.microsoft.com/office/drawing/2014/main" id="{3B193A68-7CE5-684E-8C81-294B0F152DB7}"/>
                  </a:ext>
                </a:extLst>
              </p14:cNvPr>
              <p14:cNvContentPartPr/>
              <p14:nvPr/>
            </p14:nvContentPartPr>
            <p14:xfrm>
              <a:off x="2608622" y="149156"/>
              <a:ext cx="358200" cy="294840"/>
            </p14:xfrm>
          </p:contentPart>
        </mc:Choice>
        <mc:Fallback>
          <p:pic>
            <p:nvPicPr>
              <p:cNvPr id="240" name="Ink 240">
                <a:extLst>
                  <a:ext uri="{FF2B5EF4-FFF2-40B4-BE49-F238E27FC236}">
                    <a16:creationId xmlns:a16="http://schemas.microsoft.com/office/drawing/2014/main" id="{3B193A68-7CE5-684E-8C81-294B0F152DB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593502" y="134036"/>
                <a:ext cx="388800" cy="32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45" name="Ink 245">
                <a:extLst>
                  <a:ext uri="{FF2B5EF4-FFF2-40B4-BE49-F238E27FC236}">
                    <a16:creationId xmlns:a16="http://schemas.microsoft.com/office/drawing/2014/main" id="{01B4DF88-2D13-4D48-AD95-8035F2D06B32}"/>
                  </a:ext>
                </a:extLst>
              </p14:cNvPr>
              <p14:cNvContentPartPr/>
              <p14:nvPr/>
            </p14:nvContentPartPr>
            <p14:xfrm>
              <a:off x="2983742" y="241676"/>
              <a:ext cx="410400" cy="231120"/>
            </p14:xfrm>
          </p:contentPart>
        </mc:Choice>
        <mc:Fallback>
          <p:pic>
            <p:nvPicPr>
              <p:cNvPr id="245" name="Ink 245">
                <a:extLst>
                  <a:ext uri="{FF2B5EF4-FFF2-40B4-BE49-F238E27FC236}">
                    <a16:creationId xmlns:a16="http://schemas.microsoft.com/office/drawing/2014/main" id="{01B4DF88-2D13-4D48-AD95-8035F2D06B3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968622" y="226220"/>
                <a:ext cx="440640" cy="2613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52" name="Ink 252">
                <a:extLst>
                  <a:ext uri="{FF2B5EF4-FFF2-40B4-BE49-F238E27FC236}">
                    <a16:creationId xmlns:a16="http://schemas.microsoft.com/office/drawing/2014/main" id="{E29D7110-5FD8-A544-A119-A02D8B094C29}"/>
                  </a:ext>
                </a:extLst>
              </p14:cNvPr>
              <p14:cNvContentPartPr/>
              <p14:nvPr/>
            </p14:nvContentPartPr>
            <p14:xfrm>
              <a:off x="7579862" y="784196"/>
              <a:ext cx="866160" cy="266040"/>
            </p14:xfrm>
          </p:contentPart>
        </mc:Choice>
        <mc:Fallback>
          <p:pic>
            <p:nvPicPr>
              <p:cNvPr id="252" name="Ink 252">
                <a:extLst>
                  <a:ext uri="{FF2B5EF4-FFF2-40B4-BE49-F238E27FC236}">
                    <a16:creationId xmlns:a16="http://schemas.microsoft.com/office/drawing/2014/main" id="{E29D7110-5FD8-A544-A119-A02D8B094C2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564736" y="769076"/>
                <a:ext cx="896773" cy="29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59" name="Ink 259">
                <a:extLst>
                  <a:ext uri="{FF2B5EF4-FFF2-40B4-BE49-F238E27FC236}">
                    <a16:creationId xmlns:a16="http://schemas.microsoft.com/office/drawing/2014/main" id="{67E5DA76-595E-B143-A772-7443E46C77D2}"/>
                  </a:ext>
                </a:extLst>
              </p14:cNvPr>
              <p14:cNvContentPartPr/>
              <p14:nvPr/>
            </p14:nvContentPartPr>
            <p14:xfrm>
              <a:off x="8717462" y="836396"/>
              <a:ext cx="699120" cy="185040"/>
            </p14:xfrm>
          </p:contentPart>
        </mc:Choice>
        <mc:Fallback>
          <p:pic>
            <p:nvPicPr>
              <p:cNvPr id="259" name="Ink 259">
                <a:extLst>
                  <a:ext uri="{FF2B5EF4-FFF2-40B4-BE49-F238E27FC236}">
                    <a16:creationId xmlns:a16="http://schemas.microsoft.com/office/drawing/2014/main" id="{67E5DA76-595E-B143-A772-7443E46C77D2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702342" y="820916"/>
                <a:ext cx="729360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66" name="Ink 266">
                <a:extLst>
                  <a:ext uri="{FF2B5EF4-FFF2-40B4-BE49-F238E27FC236}">
                    <a16:creationId xmlns:a16="http://schemas.microsoft.com/office/drawing/2014/main" id="{0FCF6F40-ED6B-D94E-ADB9-BEAF8595701A}"/>
                  </a:ext>
                </a:extLst>
              </p14:cNvPr>
              <p14:cNvContentPartPr/>
              <p14:nvPr/>
            </p14:nvContentPartPr>
            <p14:xfrm>
              <a:off x="506942" y="2187476"/>
              <a:ext cx="1513080" cy="1108800"/>
            </p14:xfrm>
          </p:contentPart>
        </mc:Choice>
        <mc:Fallback>
          <p:pic>
            <p:nvPicPr>
              <p:cNvPr id="266" name="Ink 266">
                <a:extLst>
                  <a:ext uri="{FF2B5EF4-FFF2-40B4-BE49-F238E27FC236}">
                    <a16:creationId xmlns:a16="http://schemas.microsoft.com/office/drawing/2014/main" id="{0FCF6F40-ED6B-D94E-ADB9-BEAF8595701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91462" y="2171996"/>
                <a:ext cx="1543680" cy="113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277" name="Ink 277">
                <a:extLst>
                  <a:ext uri="{FF2B5EF4-FFF2-40B4-BE49-F238E27FC236}">
                    <a16:creationId xmlns:a16="http://schemas.microsoft.com/office/drawing/2014/main" id="{43E0AEDD-1952-EB4D-9EC4-A4D5E917A59F}"/>
                  </a:ext>
                </a:extLst>
              </p14:cNvPr>
              <p14:cNvContentPartPr/>
              <p14:nvPr/>
            </p14:nvContentPartPr>
            <p14:xfrm>
              <a:off x="1471022" y="3042116"/>
              <a:ext cx="508320" cy="537120"/>
            </p14:xfrm>
          </p:contentPart>
        </mc:Choice>
        <mc:Fallback>
          <p:pic>
            <p:nvPicPr>
              <p:cNvPr id="277" name="Ink 277">
                <a:extLst>
                  <a:ext uri="{FF2B5EF4-FFF2-40B4-BE49-F238E27FC236}">
                    <a16:creationId xmlns:a16="http://schemas.microsoft.com/office/drawing/2014/main" id="{43E0AEDD-1952-EB4D-9EC4-A4D5E917A59F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455902" y="3026646"/>
                <a:ext cx="538920" cy="5673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279" name="Ink 278">
                <a:extLst>
                  <a:ext uri="{FF2B5EF4-FFF2-40B4-BE49-F238E27FC236}">
                    <a16:creationId xmlns:a16="http://schemas.microsoft.com/office/drawing/2014/main" id="{5976A120-DE4C-8C40-B5BB-F0AC58FB4EA9}"/>
                  </a:ext>
                </a:extLst>
              </p14:cNvPr>
              <p14:cNvContentPartPr/>
              <p14:nvPr/>
            </p14:nvContentPartPr>
            <p14:xfrm>
              <a:off x="448982" y="3128516"/>
              <a:ext cx="271800" cy="29160"/>
            </p14:xfrm>
          </p:contentPart>
        </mc:Choice>
        <mc:Fallback>
          <p:pic>
            <p:nvPicPr>
              <p:cNvPr id="279" name="Ink 278">
                <a:extLst>
                  <a:ext uri="{FF2B5EF4-FFF2-40B4-BE49-F238E27FC236}">
                    <a16:creationId xmlns:a16="http://schemas.microsoft.com/office/drawing/2014/main" id="{5976A120-DE4C-8C40-B5BB-F0AC58FB4EA9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33862" y="3113396"/>
                <a:ext cx="302400" cy="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286" name="Ink 286">
                <a:extLst>
                  <a:ext uri="{FF2B5EF4-FFF2-40B4-BE49-F238E27FC236}">
                    <a16:creationId xmlns:a16="http://schemas.microsoft.com/office/drawing/2014/main" id="{4380AF25-F271-0C4B-BFE8-F46CC57D7288}"/>
                  </a:ext>
                </a:extLst>
              </p14:cNvPr>
              <p14:cNvContentPartPr/>
              <p14:nvPr/>
            </p14:nvContentPartPr>
            <p14:xfrm>
              <a:off x="1615382" y="3088196"/>
              <a:ext cx="306360" cy="150480"/>
            </p14:xfrm>
          </p:contentPart>
        </mc:Choice>
        <mc:Fallback>
          <p:pic>
            <p:nvPicPr>
              <p:cNvPr id="286" name="Ink 286">
                <a:extLst>
                  <a:ext uri="{FF2B5EF4-FFF2-40B4-BE49-F238E27FC236}">
                    <a16:creationId xmlns:a16="http://schemas.microsoft.com/office/drawing/2014/main" id="{4380AF25-F271-0C4B-BFE8-F46CC57D7288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600262" y="3073076"/>
                <a:ext cx="336960" cy="1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291" name="Ink 291">
                <a:extLst>
                  <a:ext uri="{FF2B5EF4-FFF2-40B4-BE49-F238E27FC236}">
                    <a16:creationId xmlns:a16="http://schemas.microsoft.com/office/drawing/2014/main" id="{336A62DE-AB1C-9E4B-A6FE-03D6FE895C47}"/>
                  </a:ext>
                </a:extLst>
              </p14:cNvPr>
              <p14:cNvContentPartPr/>
              <p14:nvPr/>
            </p14:nvContentPartPr>
            <p14:xfrm>
              <a:off x="2585582" y="1944836"/>
              <a:ext cx="583200" cy="260280"/>
            </p14:xfrm>
          </p:contentPart>
        </mc:Choice>
        <mc:Fallback>
          <p:pic>
            <p:nvPicPr>
              <p:cNvPr id="291" name="Ink 291">
                <a:extLst>
                  <a:ext uri="{FF2B5EF4-FFF2-40B4-BE49-F238E27FC236}">
                    <a16:creationId xmlns:a16="http://schemas.microsoft.com/office/drawing/2014/main" id="{336A62DE-AB1C-9E4B-A6FE-03D6FE895C47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570112" y="1929716"/>
                <a:ext cx="613781" cy="29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293" name="Ink 292">
                <a:extLst>
                  <a:ext uri="{FF2B5EF4-FFF2-40B4-BE49-F238E27FC236}">
                    <a16:creationId xmlns:a16="http://schemas.microsoft.com/office/drawing/2014/main" id="{9B3A5E16-5C5B-0246-A57D-53D75D9D95B4}"/>
                  </a:ext>
                </a:extLst>
              </p14:cNvPr>
              <p14:cNvContentPartPr/>
              <p14:nvPr/>
            </p14:nvContentPartPr>
            <p14:xfrm>
              <a:off x="3220622" y="2204756"/>
              <a:ext cx="6120" cy="17640"/>
            </p14:xfrm>
          </p:contentPart>
        </mc:Choice>
        <mc:Fallback>
          <p:pic>
            <p:nvPicPr>
              <p:cNvPr id="293" name="Ink 292">
                <a:extLst>
                  <a:ext uri="{FF2B5EF4-FFF2-40B4-BE49-F238E27FC236}">
                    <a16:creationId xmlns:a16="http://schemas.microsoft.com/office/drawing/2014/main" id="{9B3A5E16-5C5B-0246-A57D-53D75D9D95B4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205502" y="2189636"/>
                <a:ext cx="3672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297" name="Ink 297">
                <a:extLst>
                  <a:ext uri="{FF2B5EF4-FFF2-40B4-BE49-F238E27FC236}">
                    <a16:creationId xmlns:a16="http://schemas.microsoft.com/office/drawing/2014/main" id="{6EAD2D9E-E3C6-334D-BF55-8ADC3A50A042}"/>
                  </a:ext>
                </a:extLst>
              </p14:cNvPr>
              <p14:cNvContentPartPr/>
              <p14:nvPr/>
            </p14:nvContentPartPr>
            <p14:xfrm>
              <a:off x="3249422" y="1881476"/>
              <a:ext cx="462240" cy="317880"/>
            </p14:xfrm>
          </p:contentPart>
        </mc:Choice>
        <mc:Fallback>
          <p:pic>
            <p:nvPicPr>
              <p:cNvPr id="297" name="Ink 297">
                <a:extLst>
                  <a:ext uri="{FF2B5EF4-FFF2-40B4-BE49-F238E27FC236}">
                    <a16:creationId xmlns:a16="http://schemas.microsoft.com/office/drawing/2014/main" id="{6EAD2D9E-E3C6-334D-BF55-8ADC3A50A042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3234302" y="1865996"/>
                <a:ext cx="492840" cy="34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302" name="Ink 302">
                <a:extLst>
                  <a:ext uri="{FF2B5EF4-FFF2-40B4-BE49-F238E27FC236}">
                    <a16:creationId xmlns:a16="http://schemas.microsoft.com/office/drawing/2014/main" id="{CCE5EE28-7CF5-734B-A443-78ECAC13F302}"/>
                  </a:ext>
                </a:extLst>
              </p14:cNvPr>
              <p14:cNvContentPartPr/>
              <p14:nvPr/>
            </p14:nvContentPartPr>
            <p14:xfrm>
              <a:off x="3757742" y="1985156"/>
              <a:ext cx="306360" cy="289440"/>
            </p14:xfrm>
          </p:contentPart>
        </mc:Choice>
        <mc:Fallback>
          <p:pic>
            <p:nvPicPr>
              <p:cNvPr id="302" name="Ink 302">
                <a:extLst>
                  <a:ext uri="{FF2B5EF4-FFF2-40B4-BE49-F238E27FC236}">
                    <a16:creationId xmlns:a16="http://schemas.microsoft.com/office/drawing/2014/main" id="{CCE5EE28-7CF5-734B-A443-78ECAC13F302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3742262" y="1970017"/>
                <a:ext cx="336960" cy="3200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308" name="Ink 308">
                <a:extLst>
                  <a:ext uri="{FF2B5EF4-FFF2-40B4-BE49-F238E27FC236}">
                    <a16:creationId xmlns:a16="http://schemas.microsoft.com/office/drawing/2014/main" id="{562037E6-05D2-A840-A85B-C212C021E937}"/>
                  </a:ext>
                </a:extLst>
              </p14:cNvPr>
              <p14:cNvContentPartPr/>
              <p14:nvPr/>
            </p14:nvContentPartPr>
            <p14:xfrm>
              <a:off x="4259942" y="1892996"/>
              <a:ext cx="392400" cy="329400"/>
            </p14:xfrm>
          </p:contentPart>
        </mc:Choice>
        <mc:Fallback>
          <p:pic>
            <p:nvPicPr>
              <p:cNvPr id="308" name="Ink 308">
                <a:extLst>
                  <a:ext uri="{FF2B5EF4-FFF2-40B4-BE49-F238E27FC236}">
                    <a16:creationId xmlns:a16="http://schemas.microsoft.com/office/drawing/2014/main" id="{562037E6-05D2-A840-A85B-C212C021E937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4244822" y="1877516"/>
                <a:ext cx="423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321" name="Ink 321">
                <a:extLst>
                  <a:ext uri="{FF2B5EF4-FFF2-40B4-BE49-F238E27FC236}">
                    <a16:creationId xmlns:a16="http://schemas.microsoft.com/office/drawing/2014/main" id="{AD28D4FB-4332-D646-9ABA-D7D2DB205375}"/>
                  </a:ext>
                </a:extLst>
              </p14:cNvPr>
              <p14:cNvContentPartPr/>
              <p14:nvPr/>
            </p14:nvContentPartPr>
            <p14:xfrm>
              <a:off x="2487302" y="2603276"/>
              <a:ext cx="1380600" cy="393120"/>
            </p14:xfrm>
          </p:contentPart>
        </mc:Choice>
        <mc:Fallback>
          <p:pic>
            <p:nvPicPr>
              <p:cNvPr id="321" name="Ink 321">
                <a:extLst>
                  <a:ext uri="{FF2B5EF4-FFF2-40B4-BE49-F238E27FC236}">
                    <a16:creationId xmlns:a16="http://schemas.microsoft.com/office/drawing/2014/main" id="{AD28D4FB-4332-D646-9ABA-D7D2DB205375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2472178" y="2587796"/>
                <a:ext cx="1411208" cy="42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325" name="Ink 325">
                <a:extLst>
                  <a:ext uri="{FF2B5EF4-FFF2-40B4-BE49-F238E27FC236}">
                    <a16:creationId xmlns:a16="http://schemas.microsoft.com/office/drawing/2014/main" id="{40C9807F-7050-A644-AC05-BCFBAA234EE4}"/>
                  </a:ext>
                </a:extLst>
              </p14:cNvPr>
              <p14:cNvContentPartPr/>
              <p14:nvPr/>
            </p14:nvContentPartPr>
            <p14:xfrm>
              <a:off x="2498822" y="3307436"/>
              <a:ext cx="104400" cy="104400"/>
            </p14:xfrm>
          </p:contentPart>
        </mc:Choice>
        <mc:Fallback>
          <p:pic>
            <p:nvPicPr>
              <p:cNvPr id="325" name="Ink 325">
                <a:extLst>
                  <a:ext uri="{FF2B5EF4-FFF2-40B4-BE49-F238E27FC236}">
                    <a16:creationId xmlns:a16="http://schemas.microsoft.com/office/drawing/2014/main" id="{40C9807F-7050-A644-AC05-BCFBAA234EE4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2483702" y="3292316"/>
                <a:ext cx="134640" cy="13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334" name="Ink 334">
                <a:extLst>
                  <a:ext uri="{FF2B5EF4-FFF2-40B4-BE49-F238E27FC236}">
                    <a16:creationId xmlns:a16="http://schemas.microsoft.com/office/drawing/2014/main" id="{BE9F38FC-F805-3749-8CF8-D425F9BEA43B}"/>
                  </a:ext>
                </a:extLst>
              </p14:cNvPr>
              <p14:cNvContentPartPr/>
              <p14:nvPr/>
            </p14:nvContentPartPr>
            <p14:xfrm>
              <a:off x="2874302" y="3203756"/>
              <a:ext cx="947160" cy="208080"/>
            </p14:xfrm>
          </p:contentPart>
        </mc:Choice>
        <mc:Fallback>
          <p:pic>
            <p:nvPicPr>
              <p:cNvPr id="334" name="Ink 334">
                <a:extLst>
                  <a:ext uri="{FF2B5EF4-FFF2-40B4-BE49-F238E27FC236}">
                    <a16:creationId xmlns:a16="http://schemas.microsoft.com/office/drawing/2014/main" id="{BE9F38FC-F805-3749-8CF8-D425F9BEA43B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2858822" y="3188276"/>
                <a:ext cx="977760" cy="23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371" name="Ink 371">
                <a:extLst>
                  <a:ext uri="{FF2B5EF4-FFF2-40B4-BE49-F238E27FC236}">
                    <a16:creationId xmlns:a16="http://schemas.microsoft.com/office/drawing/2014/main" id="{E2A70CEA-C6F7-5D4F-9CB2-36F70DB3E39D}"/>
                  </a:ext>
                </a:extLst>
              </p14:cNvPr>
              <p14:cNvContentPartPr/>
              <p14:nvPr/>
            </p14:nvContentPartPr>
            <p14:xfrm>
              <a:off x="264302" y="3861836"/>
              <a:ext cx="3274200" cy="681840"/>
            </p14:xfrm>
          </p:contentPart>
        </mc:Choice>
        <mc:Fallback>
          <p:pic>
            <p:nvPicPr>
              <p:cNvPr id="371" name="Ink 371">
                <a:extLst>
                  <a:ext uri="{FF2B5EF4-FFF2-40B4-BE49-F238E27FC236}">
                    <a16:creationId xmlns:a16="http://schemas.microsoft.com/office/drawing/2014/main" id="{E2A70CEA-C6F7-5D4F-9CB2-36F70DB3E39D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249182" y="3846716"/>
                <a:ext cx="3304800" cy="71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378" name="Ink 378">
                <a:extLst>
                  <a:ext uri="{FF2B5EF4-FFF2-40B4-BE49-F238E27FC236}">
                    <a16:creationId xmlns:a16="http://schemas.microsoft.com/office/drawing/2014/main" id="{1BF4D75D-6AE3-4B4B-AAE9-8BC7062CBD37}"/>
                  </a:ext>
                </a:extLst>
              </p14:cNvPr>
              <p14:cNvContentPartPr/>
              <p14:nvPr/>
            </p14:nvContentPartPr>
            <p14:xfrm>
              <a:off x="3243662" y="4317956"/>
              <a:ext cx="704880" cy="219600"/>
            </p14:xfrm>
          </p:contentPart>
        </mc:Choice>
        <mc:Fallback>
          <p:pic>
            <p:nvPicPr>
              <p:cNvPr id="378" name="Ink 378">
                <a:extLst>
                  <a:ext uri="{FF2B5EF4-FFF2-40B4-BE49-F238E27FC236}">
                    <a16:creationId xmlns:a16="http://schemas.microsoft.com/office/drawing/2014/main" id="{1BF4D75D-6AE3-4B4B-AAE9-8BC7062CBD37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3228542" y="4302836"/>
                <a:ext cx="73512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382" name="Ink 382">
                <a:extLst>
                  <a:ext uri="{FF2B5EF4-FFF2-40B4-BE49-F238E27FC236}">
                    <a16:creationId xmlns:a16="http://schemas.microsoft.com/office/drawing/2014/main" id="{7051DC44-DB06-274D-92A7-8EEA64FD5173}"/>
                  </a:ext>
                </a:extLst>
              </p14:cNvPr>
              <p14:cNvContentPartPr/>
              <p14:nvPr/>
            </p14:nvContentPartPr>
            <p14:xfrm>
              <a:off x="1603862" y="4820516"/>
              <a:ext cx="173520" cy="75240"/>
            </p14:xfrm>
          </p:contentPart>
        </mc:Choice>
        <mc:Fallback>
          <p:pic>
            <p:nvPicPr>
              <p:cNvPr id="382" name="Ink 382">
                <a:extLst>
                  <a:ext uri="{FF2B5EF4-FFF2-40B4-BE49-F238E27FC236}">
                    <a16:creationId xmlns:a16="http://schemas.microsoft.com/office/drawing/2014/main" id="{7051DC44-DB06-274D-92A7-8EEA64FD5173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588742" y="4805110"/>
                <a:ext cx="204120" cy="1053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392" name="Ink 392">
                <a:extLst>
                  <a:ext uri="{FF2B5EF4-FFF2-40B4-BE49-F238E27FC236}">
                    <a16:creationId xmlns:a16="http://schemas.microsoft.com/office/drawing/2014/main" id="{63FBC1AA-6594-4E4D-9536-6B98EFA23EC7}"/>
                  </a:ext>
                </a:extLst>
              </p14:cNvPr>
              <p14:cNvContentPartPr/>
              <p14:nvPr/>
            </p14:nvContentPartPr>
            <p14:xfrm>
              <a:off x="2002382" y="4699196"/>
              <a:ext cx="1316880" cy="219600"/>
            </p14:xfrm>
          </p:contentPart>
        </mc:Choice>
        <mc:Fallback>
          <p:pic>
            <p:nvPicPr>
              <p:cNvPr id="392" name="Ink 392">
                <a:extLst>
                  <a:ext uri="{FF2B5EF4-FFF2-40B4-BE49-F238E27FC236}">
                    <a16:creationId xmlns:a16="http://schemas.microsoft.com/office/drawing/2014/main" id="{63FBC1AA-6594-4E4D-9536-6B98EFA23EC7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986902" y="4683716"/>
                <a:ext cx="134748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399" name="Ink 399">
                <a:extLst>
                  <a:ext uri="{FF2B5EF4-FFF2-40B4-BE49-F238E27FC236}">
                    <a16:creationId xmlns:a16="http://schemas.microsoft.com/office/drawing/2014/main" id="{F949D474-B4A3-774D-B53B-D938457365EA}"/>
                  </a:ext>
                </a:extLst>
              </p14:cNvPr>
              <p14:cNvContentPartPr/>
              <p14:nvPr/>
            </p14:nvContentPartPr>
            <p14:xfrm>
              <a:off x="264302" y="5288156"/>
              <a:ext cx="549000" cy="332640"/>
            </p14:xfrm>
          </p:contentPart>
        </mc:Choice>
        <mc:Fallback>
          <p:pic>
            <p:nvPicPr>
              <p:cNvPr id="399" name="Ink 399">
                <a:extLst>
                  <a:ext uri="{FF2B5EF4-FFF2-40B4-BE49-F238E27FC236}">
                    <a16:creationId xmlns:a16="http://schemas.microsoft.com/office/drawing/2014/main" id="{F949D474-B4A3-774D-B53B-D938457365EA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249182" y="5272676"/>
                <a:ext cx="579240" cy="36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405" name="Ink 405">
                <a:extLst>
                  <a:ext uri="{FF2B5EF4-FFF2-40B4-BE49-F238E27FC236}">
                    <a16:creationId xmlns:a16="http://schemas.microsoft.com/office/drawing/2014/main" id="{CB3FF77D-7BC5-B54E-9153-1D34F4C8A964}"/>
                  </a:ext>
                </a:extLst>
              </p14:cNvPr>
              <p14:cNvContentPartPr/>
              <p14:nvPr/>
            </p14:nvContentPartPr>
            <p14:xfrm>
              <a:off x="691622" y="5386076"/>
              <a:ext cx="433440" cy="179280"/>
            </p14:xfrm>
          </p:contentPart>
        </mc:Choice>
        <mc:Fallback>
          <p:pic>
            <p:nvPicPr>
              <p:cNvPr id="405" name="Ink 405">
                <a:extLst>
                  <a:ext uri="{FF2B5EF4-FFF2-40B4-BE49-F238E27FC236}">
                    <a16:creationId xmlns:a16="http://schemas.microsoft.com/office/drawing/2014/main" id="{CB3FF77D-7BC5-B54E-9153-1D34F4C8A964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676502" y="5370956"/>
                <a:ext cx="464040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407" name="Ink 406">
                <a:extLst>
                  <a:ext uri="{FF2B5EF4-FFF2-40B4-BE49-F238E27FC236}">
                    <a16:creationId xmlns:a16="http://schemas.microsoft.com/office/drawing/2014/main" id="{C336BD68-E05B-5645-9235-B0BEB043E616}"/>
                  </a:ext>
                </a:extLst>
              </p14:cNvPr>
              <p14:cNvContentPartPr/>
              <p14:nvPr/>
            </p14:nvContentPartPr>
            <p14:xfrm>
              <a:off x="1170782" y="5343236"/>
              <a:ext cx="346680" cy="175680"/>
            </p14:xfrm>
          </p:contentPart>
        </mc:Choice>
        <mc:Fallback>
          <p:pic>
            <p:nvPicPr>
              <p:cNvPr id="407" name="Ink 406">
                <a:extLst>
                  <a:ext uri="{FF2B5EF4-FFF2-40B4-BE49-F238E27FC236}">
                    <a16:creationId xmlns:a16="http://schemas.microsoft.com/office/drawing/2014/main" id="{C336BD68-E05B-5645-9235-B0BEB043E616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1155662" y="5328116"/>
                <a:ext cx="377280" cy="20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408" name="Ink 407">
                <a:extLst>
                  <a:ext uri="{FF2B5EF4-FFF2-40B4-BE49-F238E27FC236}">
                    <a16:creationId xmlns:a16="http://schemas.microsoft.com/office/drawing/2014/main" id="{CEBD2E0F-5AED-E741-81EC-1BF42C0E93DB}"/>
                  </a:ext>
                </a:extLst>
              </p14:cNvPr>
              <p14:cNvContentPartPr/>
              <p14:nvPr/>
            </p14:nvContentPartPr>
            <p14:xfrm>
              <a:off x="1488302" y="5282396"/>
              <a:ext cx="110160" cy="46440"/>
            </p14:xfrm>
          </p:contentPart>
        </mc:Choice>
        <mc:Fallback>
          <p:pic>
            <p:nvPicPr>
              <p:cNvPr id="408" name="Ink 407">
                <a:extLst>
                  <a:ext uri="{FF2B5EF4-FFF2-40B4-BE49-F238E27FC236}">
                    <a16:creationId xmlns:a16="http://schemas.microsoft.com/office/drawing/2014/main" id="{CEBD2E0F-5AED-E741-81EC-1BF42C0E93DB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1473182" y="5266916"/>
                <a:ext cx="14040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409" name="Ink 408">
                <a:extLst>
                  <a:ext uri="{FF2B5EF4-FFF2-40B4-BE49-F238E27FC236}">
                    <a16:creationId xmlns:a16="http://schemas.microsoft.com/office/drawing/2014/main" id="{2E4B76F6-BF46-044E-832C-99A39090750D}"/>
                  </a:ext>
                </a:extLst>
              </p14:cNvPr>
              <p14:cNvContentPartPr/>
              <p14:nvPr/>
            </p14:nvContentPartPr>
            <p14:xfrm>
              <a:off x="1569302" y="5195636"/>
              <a:ext cx="323640" cy="473760"/>
            </p14:xfrm>
          </p:contentPart>
        </mc:Choice>
        <mc:Fallback>
          <p:pic>
            <p:nvPicPr>
              <p:cNvPr id="409" name="Ink 408">
                <a:extLst>
                  <a:ext uri="{FF2B5EF4-FFF2-40B4-BE49-F238E27FC236}">
                    <a16:creationId xmlns:a16="http://schemas.microsoft.com/office/drawing/2014/main" id="{2E4B76F6-BF46-044E-832C-99A39090750D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1554182" y="5180516"/>
                <a:ext cx="354240" cy="50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410" name="Ink 409">
                <a:extLst>
                  <a:ext uri="{FF2B5EF4-FFF2-40B4-BE49-F238E27FC236}">
                    <a16:creationId xmlns:a16="http://schemas.microsoft.com/office/drawing/2014/main" id="{C4F9ACBA-4AAE-1E4E-A9B1-98231A831614}"/>
                  </a:ext>
                </a:extLst>
              </p14:cNvPr>
              <p14:cNvContentPartPr/>
              <p14:nvPr/>
            </p14:nvContentPartPr>
            <p14:xfrm>
              <a:off x="2135222" y="5311196"/>
              <a:ext cx="121680" cy="213840"/>
            </p14:xfrm>
          </p:contentPart>
        </mc:Choice>
        <mc:Fallback>
          <p:pic>
            <p:nvPicPr>
              <p:cNvPr id="410" name="Ink 409">
                <a:extLst>
                  <a:ext uri="{FF2B5EF4-FFF2-40B4-BE49-F238E27FC236}">
                    <a16:creationId xmlns:a16="http://schemas.microsoft.com/office/drawing/2014/main" id="{C4F9ACBA-4AAE-1E4E-A9B1-98231A831614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2119742" y="5295716"/>
                <a:ext cx="152280" cy="2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411" name="Ink 410">
                <a:extLst>
                  <a:ext uri="{FF2B5EF4-FFF2-40B4-BE49-F238E27FC236}">
                    <a16:creationId xmlns:a16="http://schemas.microsoft.com/office/drawing/2014/main" id="{834BBAFF-F0F1-B747-ABC1-02C8AC001EE9}"/>
                  </a:ext>
                </a:extLst>
              </p14:cNvPr>
              <p14:cNvContentPartPr/>
              <p14:nvPr/>
            </p14:nvContentPartPr>
            <p14:xfrm>
              <a:off x="2325662" y="5311196"/>
              <a:ext cx="87120" cy="237240"/>
            </p14:xfrm>
          </p:contentPart>
        </mc:Choice>
        <mc:Fallback>
          <p:pic>
            <p:nvPicPr>
              <p:cNvPr id="411" name="Ink 410">
                <a:extLst>
                  <a:ext uri="{FF2B5EF4-FFF2-40B4-BE49-F238E27FC236}">
                    <a16:creationId xmlns:a16="http://schemas.microsoft.com/office/drawing/2014/main" id="{834BBAFF-F0F1-B747-ABC1-02C8AC001EE9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2310542" y="5295716"/>
                <a:ext cx="117360" cy="26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412" name="Ink 411">
                <a:extLst>
                  <a:ext uri="{FF2B5EF4-FFF2-40B4-BE49-F238E27FC236}">
                    <a16:creationId xmlns:a16="http://schemas.microsoft.com/office/drawing/2014/main" id="{2501E5E0-9A64-4E4D-991F-058AE72B7B5E}"/>
                  </a:ext>
                </a:extLst>
              </p14:cNvPr>
              <p14:cNvContentPartPr/>
              <p14:nvPr/>
            </p14:nvContentPartPr>
            <p14:xfrm>
              <a:off x="2464262" y="5348996"/>
              <a:ext cx="162000" cy="141480"/>
            </p14:xfrm>
          </p:contentPart>
        </mc:Choice>
        <mc:Fallback>
          <p:pic>
            <p:nvPicPr>
              <p:cNvPr id="412" name="Ink 411">
                <a:extLst>
                  <a:ext uri="{FF2B5EF4-FFF2-40B4-BE49-F238E27FC236}">
                    <a16:creationId xmlns:a16="http://schemas.microsoft.com/office/drawing/2014/main" id="{2501E5E0-9A64-4E4D-991F-058AE72B7B5E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2449142" y="5333876"/>
                <a:ext cx="192600" cy="17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413" name="Ink 412">
                <a:extLst>
                  <a:ext uri="{FF2B5EF4-FFF2-40B4-BE49-F238E27FC236}">
                    <a16:creationId xmlns:a16="http://schemas.microsoft.com/office/drawing/2014/main" id="{2313B483-A344-3147-8651-BDCDBDBDEE49}"/>
                  </a:ext>
                </a:extLst>
              </p14:cNvPr>
              <p14:cNvContentPartPr/>
              <p14:nvPr/>
            </p14:nvContentPartPr>
            <p14:xfrm>
              <a:off x="2874662" y="5345756"/>
              <a:ext cx="97920" cy="190800"/>
            </p14:xfrm>
          </p:contentPart>
        </mc:Choice>
        <mc:Fallback>
          <p:pic>
            <p:nvPicPr>
              <p:cNvPr id="413" name="Ink 412">
                <a:extLst>
                  <a:ext uri="{FF2B5EF4-FFF2-40B4-BE49-F238E27FC236}">
                    <a16:creationId xmlns:a16="http://schemas.microsoft.com/office/drawing/2014/main" id="{2313B483-A344-3147-8651-BDCDBDBDEE49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2859542" y="5330636"/>
                <a:ext cx="12852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414" name="Ink 413">
                <a:extLst>
                  <a:ext uri="{FF2B5EF4-FFF2-40B4-BE49-F238E27FC236}">
                    <a16:creationId xmlns:a16="http://schemas.microsoft.com/office/drawing/2014/main" id="{43BC07A1-18D1-C44B-B075-5A6D73488F5F}"/>
                  </a:ext>
                </a:extLst>
              </p14:cNvPr>
              <p14:cNvContentPartPr/>
              <p14:nvPr/>
            </p14:nvContentPartPr>
            <p14:xfrm>
              <a:off x="2977982" y="5299676"/>
              <a:ext cx="133200" cy="92880"/>
            </p14:xfrm>
          </p:contentPart>
        </mc:Choice>
        <mc:Fallback>
          <p:pic>
            <p:nvPicPr>
              <p:cNvPr id="414" name="Ink 413">
                <a:extLst>
                  <a:ext uri="{FF2B5EF4-FFF2-40B4-BE49-F238E27FC236}">
                    <a16:creationId xmlns:a16="http://schemas.microsoft.com/office/drawing/2014/main" id="{43BC07A1-18D1-C44B-B075-5A6D73488F5F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2962862" y="5284196"/>
                <a:ext cx="163800" cy="12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415" name="Ink 414">
                <a:extLst>
                  <a:ext uri="{FF2B5EF4-FFF2-40B4-BE49-F238E27FC236}">
                    <a16:creationId xmlns:a16="http://schemas.microsoft.com/office/drawing/2014/main" id="{B2861C5E-C081-B34F-8265-51D3D953A7AF}"/>
                  </a:ext>
                </a:extLst>
              </p14:cNvPr>
              <p14:cNvContentPartPr/>
              <p14:nvPr/>
            </p14:nvContentPartPr>
            <p14:xfrm>
              <a:off x="3070502" y="5259716"/>
              <a:ext cx="243000" cy="253800"/>
            </p14:xfrm>
          </p:contentPart>
        </mc:Choice>
        <mc:Fallback>
          <p:pic>
            <p:nvPicPr>
              <p:cNvPr id="415" name="Ink 414">
                <a:extLst>
                  <a:ext uri="{FF2B5EF4-FFF2-40B4-BE49-F238E27FC236}">
                    <a16:creationId xmlns:a16="http://schemas.microsoft.com/office/drawing/2014/main" id="{B2861C5E-C081-B34F-8265-51D3D953A7AF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3055382" y="5244596"/>
                <a:ext cx="273240" cy="28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416" name="Ink 415">
                <a:extLst>
                  <a:ext uri="{FF2B5EF4-FFF2-40B4-BE49-F238E27FC236}">
                    <a16:creationId xmlns:a16="http://schemas.microsoft.com/office/drawing/2014/main" id="{EA9CAB9B-5B8B-9649-8058-52DDCB56E797}"/>
                  </a:ext>
                </a:extLst>
              </p14:cNvPr>
              <p14:cNvContentPartPr/>
              <p14:nvPr/>
            </p14:nvContentPartPr>
            <p14:xfrm>
              <a:off x="3313142" y="5253956"/>
              <a:ext cx="387360" cy="265320"/>
            </p14:xfrm>
          </p:contentPart>
        </mc:Choice>
        <mc:Fallback>
          <p:pic>
            <p:nvPicPr>
              <p:cNvPr id="416" name="Ink 415">
                <a:extLst>
                  <a:ext uri="{FF2B5EF4-FFF2-40B4-BE49-F238E27FC236}">
                    <a16:creationId xmlns:a16="http://schemas.microsoft.com/office/drawing/2014/main" id="{EA9CAB9B-5B8B-9649-8058-52DDCB56E797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3297662" y="5238836"/>
                <a:ext cx="417600" cy="2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417" name="Ink 416">
                <a:extLst>
                  <a:ext uri="{FF2B5EF4-FFF2-40B4-BE49-F238E27FC236}">
                    <a16:creationId xmlns:a16="http://schemas.microsoft.com/office/drawing/2014/main" id="{B67A02DF-331D-4047-9F5B-8AAEB360ECD0}"/>
                  </a:ext>
                </a:extLst>
              </p14:cNvPr>
              <p14:cNvContentPartPr/>
              <p14:nvPr/>
            </p14:nvContentPartPr>
            <p14:xfrm>
              <a:off x="3682502" y="5241716"/>
              <a:ext cx="92880" cy="92880"/>
            </p14:xfrm>
          </p:contentPart>
        </mc:Choice>
        <mc:Fallback>
          <p:pic>
            <p:nvPicPr>
              <p:cNvPr id="417" name="Ink 416">
                <a:extLst>
                  <a:ext uri="{FF2B5EF4-FFF2-40B4-BE49-F238E27FC236}">
                    <a16:creationId xmlns:a16="http://schemas.microsoft.com/office/drawing/2014/main" id="{B67A02DF-331D-4047-9F5B-8AAEB360ECD0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3667382" y="5226596"/>
                <a:ext cx="123120" cy="12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418" name="Ink 417">
                <a:extLst>
                  <a:ext uri="{FF2B5EF4-FFF2-40B4-BE49-F238E27FC236}">
                    <a16:creationId xmlns:a16="http://schemas.microsoft.com/office/drawing/2014/main" id="{D808C02D-3308-214A-9830-93D3F086C18C}"/>
                  </a:ext>
                </a:extLst>
              </p14:cNvPr>
              <p14:cNvContentPartPr/>
              <p14:nvPr/>
            </p14:nvContentPartPr>
            <p14:xfrm>
              <a:off x="3740462" y="5166836"/>
              <a:ext cx="104400" cy="334440"/>
            </p14:xfrm>
          </p:contentPart>
        </mc:Choice>
        <mc:Fallback>
          <p:pic>
            <p:nvPicPr>
              <p:cNvPr id="418" name="Ink 417">
                <a:extLst>
                  <a:ext uri="{FF2B5EF4-FFF2-40B4-BE49-F238E27FC236}">
                    <a16:creationId xmlns:a16="http://schemas.microsoft.com/office/drawing/2014/main" id="{D808C02D-3308-214A-9830-93D3F086C18C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3724982" y="5151716"/>
                <a:ext cx="134640" cy="36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419" name="Ink 418">
                <a:extLst>
                  <a:ext uri="{FF2B5EF4-FFF2-40B4-BE49-F238E27FC236}">
                    <a16:creationId xmlns:a16="http://schemas.microsoft.com/office/drawing/2014/main" id="{7DB11E09-46A0-9848-B52D-9674EA4E606D}"/>
                  </a:ext>
                </a:extLst>
              </p14:cNvPr>
              <p14:cNvContentPartPr/>
              <p14:nvPr/>
            </p14:nvContentPartPr>
            <p14:xfrm>
              <a:off x="397142" y="5732756"/>
              <a:ext cx="144720" cy="219600"/>
            </p14:xfrm>
          </p:contentPart>
        </mc:Choice>
        <mc:Fallback>
          <p:pic>
            <p:nvPicPr>
              <p:cNvPr id="419" name="Ink 418">
                <a:extLst>
                  <a:ext uri="{FF2B5EF4-FFF2-40B4-BE49-F238E27FC236}">
                    <a16:creationId xmlns:a16="http://schemas.microsoft.com/office/drawing/2014/main" id="{7DB11E09-46A0-9848-B52D-9674EA4E606D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382022" y="5717276"/>
                <a:ext cx="17532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420" name="Ink 419">
                <a:extLst>
                  <a:ext uri="{FF2B5EF4-FFF2-40B4-BE49-F238E27FC236}">
                    <a16:creationId xmlns:a16="http://schemas.microsoft.com/office/drawing/2014/main" id="{EF2F2165-39E7-1148-88F1-D86751C73FAF}"/>
                  </a:ext>
                </a:extLst>
              </p14:cNvPr>
              <p14:cNvContentPartPr/>
              <p14:nvPr/>
            </p14:nvContentPartPr>
            <p14:xfrm>
              <a:off x="622502" y="5738516"/>
              <a:ext cx="352440" cy="219600"/>
            </p14:xfrm>
          </p:contentPart>
        </mc:Choice>
        <mc:Fallback>
          <p:pic>
            <p:nvPicPr>
              <p:cNvPr id="420" name="Ink 419">
                <a:extLst>
                  <a:ext uri="{FF2B5EF4-FFF2-40B4-BE49-F238E27FC236}">
                    <a16:creationId xmlns:a16="http://schemas.microsoft.com/office/drawing/2014/main" id="{EF2F2165-39E7-1148-88F1-D86751C73FAF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607022" y="5723036"/>
                <a:ext cx="38304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421" name="Ink 420">
                <a:extLst>
                  <a:ext uri="{FF2B5EF4-FFF2-40B4-BE49-F238E27FC236}">
                    <a16:creationId xmlns:a16="http://schemas.microsoft.com/office/drawing/2014/main" id="{33CA5114-FE57-204D-BF63-7BC4FE48E3A0}"/>
                  </a:ext>
                </a:extLst>
              </p14:cNvPr>
              <p14:cNvContentPartPr/>
              <p14:nvPr/>
            </p14:nvContentPartPr>
            <p14:xfrm>
              <a:off x="1003382" y="5562116"/>
              <a:ext cx="260280" cy="372960"/>
            </p14:xfrm>
          </p:contentPart>
        </mc:Choice>
        <mc:Fallback>
          <p:pic>
            <p:nvPicPr>
              <p:cNvPr id="421" name="Ink 420">
                <a:extLst>
                  <a:ext uri="{FF2B5EF4-FFF2-40B4-BE49-F238E27FC236}">
                    <a16:creationId xmlns:a16="http://schemas.microsoft.com/office/drawing/2014/main" id="{33CA5114-FE57-204D-BF63-7BC4FE48E3A0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988262" y="5546636"/>
                <a:ext cx="290520" cy="40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422" name="Ink 421">
                <a:extLst>
                  <a:ext uri="{FF2B5EF4-FFF2-40B4-BE49-F238E27FC236}">
                    <a16:creationId xmlns:a16="http://schemas.microsoft.com/office/drawing/2014/main" id="{F41F0E57-9B6F-B340-A120-AA2EFC5C96D1}"/>
                  </a:ext>
                </a:extLst>
              </p14:cNvPr>
              <p14:cNvContentPartPr/>
              <p14:nvPr/>
            </p14:nvContentPartPr>
            <p14:xfrm>
              <a:off x="1626902" y="5750036"/>
              <a:ext cx="260280" cy="213840"/>
            </p14:xfrm>
          </p:contentPart>
        </mc:Choice>
        <mc:Fallback>
          <p:pic>
            <p:nvPicPr>
              <p:cNvPr id="422" name="Ink 421">
                <a:extLst>
                  <a:ext uri="{FF2B5EF4-FFF2-40B4-BE49-F238E27FC236}">
                    <a16:creationId xmlns:a16="http://schemas.microsoft.com/office/drawing/2014/main" id="{F41F0E57-9B6F-B340-A120-AA2EFC5C96D1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1611782" y="5734556"/>
                <a:ext cx="290520" cy="2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423" name="Ink 422">
                <a:extLst>
                  <a:ext uri="{FF2B5EF4-FFF2-40B4-BE49-F238E27FC236}">
                    <a16:creationId xmlns:a16="http://schemas.microsoft.com/office/drawing/2014/main" id="{AC4162C3-C3C4-724B-86CD-771AC5EA6FBF}"/>
                  </a:ext>
                </a:extLst>
              </p14:cNvPr>
              <p14:cNvContentPartPr/>
              <p14:nvPr/>
            </p14:nvContentPartPr>
            <p14:xfrm>
              <a:off x="1904102" y="5703596"/>
              <a:ext cx="260280" cy="219600"/>
            </p14:xfrm>
          </p:contentPart>
        </mc:Choice>
        <mc:Fallback>
          <p:pic>
            <p:nvPicPr>
              <p:cNvPr id="423" name="Ink 422">
                <a:extLst>
                  <a:ext uri="{FF2B5EF4-FFF2-40B4-BE49-F238E27FC236}">
                    <a16:creationId xmlns:a16="http://schemas.microsoft.com/office/drawing/2014/main" id="{AC4162C3-C3C4-724B-86CD-771AC5EA6FBF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1888982" y="5688476"/>
                <a:ext cx="29052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424" name="Ink 423">
                <a:extLst>
                  <a:ext uri="{FF2B5EF4-FFF2-40B4-BE49-F238E27FC236}">
                    <a16:creationId xmlns:a16="http://schemas.microsoft.com/office/drawing/2014/main" id="{27EB8B29-5C15-9840-BF34-B31337E3DF1F}"/>
                  </a:ext>
                </a:extLst>
              </p14:cNvPr>
              <p14:cNvContentPartPr/>
              <p14:nvPr/>
            </p14:nvContentPartPr>
            <p14:xfrm>
              <a:off x="2487302" y="5807636"/>
              <a:ext cx="29160" cy="127440"/>
            </p14:xfrm>
          </p:contentPart>
        </mc:Choice>
        <mc:Fallback>
          <p:pic>
            <p:nvPicPr>
              <p:cNvPr id="424" name="Ink 423">
                <a:extLst>
                  <a:ext uri="{FF2B5EF4-FFF2-40B4-BE49-F238E27FC236}">
                    <a16:creationId xmlns:a16="http://schemas.microsoft.com/office/drawing/2014/main" id="{27EB8B29-5C15-9840-BF34-B31337E3DF1F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2472182" y="5792516"/>
                <a:ext cx="5976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425" name="Ink 424">
                <a:extLst>
                  <a:ext uri="{FF2B5EF4-FFF2-40B4-BE49-F238E27FC236}">
                    <a16:creationId xmlns:a16="http://schemas.microsoft.com/office/drawing/2014/main" id="{584CE678-A003-3F4A-85AB-F69FE41B95AF}"/>
                  </a:ext>
                </a:extLst>
              </p14:cNvPr>
              <p14:cNvContentPartPr/>
              <p14:nvPr/>
            </p14:nvContentPartPr>
            <p14:xfrm>
              <a:off x="2579822" y="5761556"/>
              <a:ext cx="156240" cy="208080"/>
            </p14:xfrm>
          </p:contentPart>
        </mc:Choice>
        <mc:Fallback>
          <p:pic>
            <p:nvPicPr>
              <p:cNvPr id="425" name="Ink 424">
                <a:extLst>
                  <a:ext uri="{FF2B5EF4-FFF2-40B4-BE49-F238E27FC236}">
                    <a16:creationId xmlns:a16="http://schemas.microsoft.com/office/drawing/2014/main" id="{584CE678-A003-3F4A-85AB-F69FE41B95AF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2564342" y="5746436"/>
                <a:ext cx="186840" cy="23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1">
            <p14:nvContentPartPr>
              <p14:cNvPr id="426" name="Ink 425">
                <a:extLst>
                  <a:ext uri="{FF2B5EF4-FFF2-40B4-BE49-F238E27FC236}">
                    <a16:creationId xmlns:a16="http://schemas.microsoft.com/office/drawing/2014/main" id="{7986A97F-3A04-A342-98F7-3DFDCD03828C}"/>
                  </a:ext>
                </a:extLst>
              </p14:cNvPr>
              <p14:cNvContentPartPr/>
              <p14:nvPr/>
            </p14:nvContentPartPr>
            <p14:xfrm>
              <a:off x="2781782" y="5715476"/>
              <a:ext cx="87120" cy="156240"/>
            </p14:xfrm>
          </p:contentPart>
        </mc:Choice>
        <mc:Fallback>
          <p:pic>
            <p:nvPicPr>
              <p:cNvPr id="426" name="Ink 425">
                <a:extLst>
                  <a:ext uri="{FF2B5EF4-FFF2-40B4-BE49-F238E27FC236}">
                    <a16:creationId xmlns:a16="http://schemas.microsoft.com/office/drawing/2014/main" id="{7986A97F-3A04-A342-98F7-3DFDCD03828C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2766662" y="5699996"/>
                <a:ext cx="117360" cy="1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3">
            <p14:nvContentPartPr>
              <p14:cNvPr id="427" name="Ink 426">
                <a:extLst>
                  <a:ext uri="{FF2B5EF4-FFF2-40B4-BE49-F238E27FC236}">
                    <a16:creationId xmlns:a16="http://schemas.microsoft.com/office/drawing/2014/main" id="{3804C200-6310-F344-9663-988EF905F6FA}"/>
                  </a:ext>
                </a:extLst>
              </p14:cNvPr>
              <p14:cNvContentPartPr/>
              <p14:nvPr/>
            </p14:nvContentPartPr>
            <p14:xfrm>
              <a:off x="2793302" y="5808356"/>
              <a:ext cx="150480" cy="224280"/>
            </p14:xfrm>
          </p:contentPart>
        </mc:Choice>
        <mc:Fallback>
          <p:pic>
            <p:nvPicPr>
              <p:cNvPr id="427" name="Ink 426">
                <a:extLst>
                  <a:ext uri="{FF2B5EF4-FFF2-40B4-BE49-F238E27FC236}">
                    <a16:creationId xmlns:a16="http://schemas.microsoft.com/office/drawing/2014/main" id="{3804C200-6310-F344-9663-988EF905F6FA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2778182" y="5793236"/>
                <a:ext cx="181080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5">
            <p14:nvContentPartPr>
              <p14:cNvPr id="438" name="Ink 438">
                <a:extLst>
                  <a:ext uri="{FF2B5EF4-FFF2-40B4-BE49-F238E27FC236}">
                    <a16:creationId xmlns:a16="http://schemas.microsoft.com/office/drawing/2014/main" id="{A69521CD-9161-E640-8913-4DB670746712}"/>
                  </a:ext>
                </a:extLst>
              </p14:cNvPr>
              <p14:cNvContentPartPr/>
              <p14:nvPr/>
            </p14:nvContentPartPr>
            <p14:xfrm>
              <a:off x="5154902" y="2171996"/>
              <a:ext cx="375120" cy="390960"/>
            </p14:xfrm>
          </p:contentPart>
        </mc:Choice>
        <mc:Fallback>
          <p:pic>
            <p:nvPicPr>
              <p:cNvPr id="438" name="Ink 438">
                <a:extLst>
                  <a:ext uri="{FF2B5EF4-FFF2-40B4-BE49-F238E27FC236}">
                    <a16:creationId xmlns:a16="http://schemas.microsoft.com/office/drawing/2014/main" id="{A69521CD-9161-E640-8913-4DB670746712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5139782" y="2156876"/>
                <a:ext cx="405360" cy="42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7">
            <p14:nvContentPartPr>
              <p14:cNvPr id="442" name="Ink 442">
                <a:extLst>
                  <a:ext uri="{FF2B5EF4-FFF2-40B4-BE49-F238E27FC236}">
                    <a16:creationId xmlns:a16="http://schemas.microsoft.com/office/drawing/2014/main" id="{B9DB2BA8-2356-2E44-B466-7B637A3D20A8}"/>
                  </a:ext>
                </a:extLst>
              </p14:cNvPr>
              <p14:cNvContentPartPr/>
              <p14:nvPr/>
            </p14:nvContentPartPr>
            <p14:xfrm>
              <a:off x="5495462" y="2239316"/>
              <a:ext cx="1911600" cy="855000"/>
            </p14:xfrm>
          </p:contentPart>
        </mc:Choice>
        <mc:Fallback>
          <p:pic>
            <p:nvPicPr>
              <p:cNvPr id="442" name="Ink 442">
                <a:extLst>
                  <a:ext uri="{FF2B5EF4-FFF2-40B4-BE49-F238E27FC236}">
                    <a16:creationId xmlns:a16="http://schemas.microsoft.com/office/drawing/2014/main" id="{B9DB2BA8-2356-2E44-B466-7B637A3D20A8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5480342" y="2224196"/>
                <a:ext cx="1942200" cy="88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9">
            <p14:nvContentPartPr>
              <p14:cNvPr id="448" name="Ink 448">
                <a:extLst>
                  <a:ext uri="{FF2B5EF4-FFF2-40B4-BE49-F238E27FC236}">
                    <a16:creationId xmlns:a16="http://schemas.microsoft.com/office/drawing/2014/main" id="{A6893B7A-C5AA-3A40-8793-30DB9EFB5F33}"/>
                  </a:ext>
                </a:extLst>
              </p14:cNvPr>
              <p14:cNvContentPartPr/>
              <p14:nvPr/>
            </p14:nvContentPartPr>
            <p14:xfrm>
              <a:off x="6067142" y="2562596"/>
              <a:ext cx="52200" cy="479520"/>
            </p14:xfrm>
          </p:contentPart>
        </mc:Choice>
        <mc:Fallback>
          <p:pic>
            <p:nvPicPr>
              <p:cNvPr id="448" name="Ink 448">
                <a:extLst>
                  <a:ext uri="{FF2B5EF4-FFF2-40B4-BE49-F238E27FC236}">
                    <a16:creationId xmlns:a16="http://schemas.microsoft.com/office/drawing/2014/main" id="{A6893B7A-C5AA-3A40-8793-30DB9EFB5F33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6052022" y="2547476"/>
                <a:ext cx="82800" cy="51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1">
            <p14:nvContentPartPr>
              <p14:cNvPr id="455" name="Ink 455">
                <a:extLst>
                  <a:ext uri="{FF2B5EF4-FFF2-40B4-BE49-F238E27FC236}">
                    <a16:creationId xmlns:a16="http://schemas.microsoft.com/office/drawing/2014/main" id="{9C9C5407-B435-F84D-9272-BB88AFC39D4D}"/>
                  </a:ext>
                </a:extLst>
              </p14:cNvPr>
              <p14:cNvContentPartPr/>
              <p14:nvPr/>
            </p14:nvContentPartPr>
            <p14:xfrm>
              <a:off x="6072902" y="2020076"/>
              <a:ext cx="658440" cy="982080"/>
            </p14:xfrm>
          </p:contentPart>
        </mc:Choice>
        <mc:Fallback>
          <p:pic>
            <p:nvPicPr>
              <p:cNvPr id="455" name="Ink 455">
                <a:extLst>
                  <a:ext uri="{FF2B5EF4-FFF2-40B4-BE49-F238E27FC236}">
                    <a16:creationId xmlns:a16="http://schemas.microsoft.com/office/drawing/2014/main" id="{9C9C5407-B435-F84D-9272-BB88AFC39D4D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6057782" y="2004596"/>
                <a:ext cx="689040" cy="10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3">
            <p14:nvContentPartPr>
              <p14:cNvPr id="469" name="Ink 470">
                <a:extLst>
                  <a:ext uri="{FF2B5EF4-FFF2-40B4-BE49-F238E27FC236}">
                    <a16:creationId xmlns:a16="http://schemas.microsoft.com/office/drawing/2014/main" id="{7581B86F-DB5D-B74C-86E6-C1569192782E}"/>
                  </a:ext>
                </a:extLst>
              </p14:cNvPr>
              <p14:cNvContentPartPr/>
              <p14:nvPr/>
            </p14:nvContentPartPr>
            <p14:xfrm>
              <a:off x="5651342" y="1910276"/>
              <a:ext cx="514440" cy="653040"/>
            </p14:xfrm>
          </p:contentPart>
        </mc:Choice>
        <mc:Fallback>
          <p:pic>
            <p:nvPicPr>
              <p:cNvPr id="469" name="Ink 470">
                <a:extLst>
                  <a:ext uri="{FF2B5EF4-FFF2-40B4-BE49-F238E27FC236}">
                    <a16:creationId xmlns:a16="http://schemas.microsoft.com/office/drawing/2014/main" id="{7581B86F-DB5D-B74C-86E6-C1569192782E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5636211" y="1895148"/>
                <a:ext cx="545061" cy="6836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5">
            <p14:nvContentPartPr>
              <p14:cNvPr id="470" name="Ink 471">
                <a:extLst>
                  <a:ext uri="{FF2B5EF4-FFF2-40B4-BE49-F238E27FC236}">
                    <a16:creationId xmlns:a16="http://schemas.microsoft.com/office/drawing/2014/main" id="{A5F1B611-E701-F748-8213-030C405BE773}"/>
                  </a:ext>
                </a:extLst>
              </p14:cNvPr>
              <p14:cNvContentPartPr/>
              <p14:nvPr/>
            </p14:nvContentPartPr>
            <p14:xfrm>
              <a:off x="6505982" y="1921796"/>
              <a:ext cx="600840" cy="658800"/>
            </p14:xfrm>
          </p:contentPart>
        </mc:Choice>
        <mc:Fallback>
          <p:pic>
            <p:nvPicPr>
              <p:cNvPr id="470" name="Ink 471">
                <a:extLst>
                  <a:ext uri="{FF2B5EF4-FFF2-40B4-BE49-F238E27FC236}">
                    <a16:creationId xmlns:a16="http://schemas.microsoft.com/office/drawing/2014/main" id="{A5F1B611-E701-F748-8213-030C405BE773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6490862" y="1906668"/>
                <a:ext cx="631440" cy="6894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7">
            <p14:nvContentPartPr>
              <p14:cNvPr id="487" name="Ink 489">
                <a:extLst>
                  <a:ext uri="{FF2B5EF4-FFF2-40B4-BE49-F238E27FC236}">
                    <a16:creationId xmlns:a16="http://schemas.microsoft.com/office/drawing/2014/main" id="{8C5E88D0-CC7E-4E48-9ACF-7ECAD234F67D}"/>
                  </a:ext>
                </a:extLst>
              </p14:cNvPr>
              <p14:cNvContentPartPr/>
              <p14:nvPr/>
            </p14:nvContentPartPr>
            <p14:xfrm>
              <a:off x="7834022" y="3434516"/>
              <a:ext cx="370080" cy="179280"/>
            </p14:xfrm>
          </p:contentPart>
        </mc:Choice>
        <mc:Fallback>
          <p:pic>
            <p:nvPicPr>
              <p:cNvPr id="487" name="Ink 489">
                <a:extLst>
                  <a:ext uri="{FF2B5EF4-FFF2-40B4-BE49-F238E27FC236}">
                    <a16:creationId xmlns:a16="http://schemas.microsoft.com/office/drawing/2014/main" id="{8C5E88D0-CC7E-4E48-9ACF-7ECAD234F67D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7818887" y="3419396"/>
                <a:ext cx="400710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9">
            <p14:nvContentPartPr>
              <p14:cNvPr id="488" name="Ink 490">
                <a:extLst>
                  <a:ext uri="{FF2B5EF4-FFF2-40B4-BE49-F238E27FC236}">
                    <a16:creationId xmlns:a16="http://schemas.microsoft.com/office/drawing/2014/main" id="{1CD4A347-CF4A-804B-929F-E8A571E9B018}"/>
                  </a:ext>
                </a:extLst>
              </p14:cNvPr>
              <p14:cNvContentPartPr/>
              <p14:nvPr/>
            </p14:nvContentPartPr>
            <p14:xfrm>
              <a:off x="7493462" y="3538556"/>
              <a:ext cx="144720" cy="92520"/>
            </p14:xfrm>
          </p:contentPart>
        </mc:Choice>
        <mc:Fallback>
          <p:pic>
            <p:nvPicPr>
              <p:cNvPr id="488" name="Ink 490">
                <a:extLst>
                  <a:ext uri="{FF2B5EF4-FFF2-40B4-BE49-F238E27FC236}">
                    <a16:creationId xmlns:a16="http://schemas.microsoft.com/office/drawing/2014/main" id="{1CD4A347-CF4A-804B-929F-E8A571E9B018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7477982" y="3523495"/>
                <a:ext cx="175320" cy="1226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1">
            <p14:nvContentPartPr>
              <p14:cNvPr id="489" name="Ink 491">
                <a:extLst>
                  <a:ext uri="{FF2B5EF4-FFF2-40B4-BE49-F238E27FC236}">
                    <a16:creationId xmlns:a16="http://schemas.microsoft.com/office/drawing/2014/main" id="{BE5D4920-61B9-AB48-B9A3-0D0B1C4910DE}"/>
                  </a:ext>
                </a:extLst>
              </p14:cNvPr>
              <p14:cNvContentPartPr/>
              <p14:nvPr/>
            </p14:nvContentPartPr>
            <p14:xfrm>
              <a:off x="5506982" y="3053636"/>
              <a:ext cx="1807200" cy="774000"/>
            </p14:xfrm>
          </p:contentPart>
        </mc:Choice>
        <mc:Fallback>
          <p:pic>
            <p:nvPicPr>
              <p:cNvPr id="489" name="Ink 491">
                <a:extLst>
                  <a:ext uri="{FF2B5EF4-FFF2-40B4-BE49-F238E27FC236}">
                    <a16:creationId xmlns:a16="http://schemas.microsoft.com/office/drawing/2014/main" id="{BE5D4920-61B9-AB48-B9A3-0D0B1C4910DE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5491859" y="3038156"/>
                <a:ext cx="1837806" cy="80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3">
            <p14:nvContentPartPr>
              <p14:cNvPr id="495" name="Ink 495">
                <a:extLst>
                  <a:ext uri="{FF2B5EF4-FFF2-40B4-BE49-F238E27FC236}">
                    <a16:creationId xmlns:a16="http://schemas.microsoft.com/office/drawing/2014/main" id="{A86AD7B3-891D-D543-85C7-4BD8BF093303}"/>
                  </a:ext>
                </a:extLst>
              </p14:cNvPr>
              <p14:cNvContentPartPr/>
              <p14:nvPr/>
            </p14:nvContentPartPr>
            <p14:xfrm>
              <a:off x="6203619" y="1908820"/>
              <a:ext cx="197640" cy="102240"/>
            </p14:xfrm>
          </p:contentPart>
        </mc:Choice>
        <mc:Fallback>
          <p:pic>
            <p:nvPicPr>
              <p:cNvPr id="495" name="Ink 495">
                <a:extLst>
                  <a:ext uri="{FF2B5EF4-FFF2-40B4-BE49-F238E27FC236}">
                    <a16:creationId xmlns:a16="http://schemas.microsoft.com/office/drawing/2014/main" id="{A86AD7B3-891D-D543-85C7-4BD8BF093303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6188167" y="1893700"/>
                <a:ext cx="227825" cy="13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5">
            <p14:nvContentPartPr>
              <p14:cNvPr id="497" name="Ink 496">
                <a:extLst>
                  <a:ext uri="{FF2B5EF4-FFF2-40B4-BE49-F238E27FC236}">
                    <a16:creationId xmlns:a16="http://schemas.microsoft.com/office/drawing/2014/main" id="{701E7F6A-8D83-F049-A73C-5EED044C5C9D}"/>
                  </a:ext>
                </a:extLst>
              </p14:cNvPr>
              <p14:cNvContentPartPr/>
              <p14:nvPr/>
            </p14:nvContentPartPr>
            <p14:xfrm>
              <a:off x="5570019" y="4194820"/>
              <a:ext cx="155160" cy="233640"/>
            </p14:xfrm>
          </p:contentPart>
        </mc:Choice>
        <mc:Fallback>
          <p:pic>
            <p:nvPicPr>
              <p:cNvPr id="497" name="Ink 496">
                <a:extLst>
                  <a:ext uri="{FF2B5EF4-FFF2-40B4-BE49-F238E27FC236}">
                    <a16:creationId xmlns:a16="http://schemas.microsoft.com/office/drawing/2014/main" id="{701E7F6A-8D83-F049-A73C-5EED044C5C9D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5554539" y="4179700"/>
                <a:ext cx="185760" cy="26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7">
            <p14:nvContentPartPr>
              <p14:cNvPr id="500" name="Ink 500">
                <a:extLst>
                  <a:ext uri="{FF2B5EF4-FFF2-40B4-BE49-F238E27FC236}">
                    <a16:creationId xmlns:a16="http://schemas.microsoft.com/office/drawing/2014/main" id="{E2DCF40E-CBF3-2C46-8590-CF73C34F2B16}"/>
                  </a:ext>
                </a:extLst>
              </p14:cNvPr>
              <p14:cNvContentPartPr/>
              <p14:nvPr/>
            </p14:nvContentPartPr>
            <p14:xfrm>
              <a:off x="5994099" y="4254580"/>
              <a:ext cx="137880" cy="119880"/>
            </p14:xfrm>
          </p:contentPart>
        </mc:Choice>
        <mc:Fallback>
          <p:pic>
            <p:nvPicPr>
              <p:cNvPr id="500" name="Ink 500">
                <a:extLst>
                  <a:ext uri="{FF2B5EF4-FFF2-40B4-BE49-F238E27FC236}">
                    <a16:creationId xmlns:a16="http://schemas.microsoft.com/office/drawing/2014/main" id="{E2DCF40E-CBF3-2C46-8590-CF73C34F2B16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5978979" y="4239460"/>
                <a:ext cx="168480" cy="1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9">
            <p14:nvContentPartPr>
              <p14:cNvPr id="510" name="Ink 510">
                <a:extLst>
                  <a:ext uri="{FF2B5EF4-FFF2-40B4-BE49-F238E27FC236}">
                    <a16:creationId xmlns:a16="http://schemas.microsoft.com/office/drawing/2014/main" id="{F4C2D53D-C9E0-7341-A19F-A80544B2D42A}"/>
                  </a:ext>
                </a:extLst>
              </p14:cNvPr>
              <p14:cNvContentPartPr/>
              <p14:nvPr/>
            </p14:nvContentPartPr>
            <p14:xfrm>
              <a:off x="6287859" y="4087180"/>
              <a:ext cx="1082880" cy="323640"/>
            </p14:xfrm>
          </p:contentPart>
        </mc:Choice>
        <mc:Fallback>
          <p:pic>
            <p:nvPicPr>
              <p:cNvPr id="510" name="Ink 510">
                <a:extLst>
                  <a:ext uri="{FF2B5EF4-FFF2-40B4-BE49-F238E27FC236}">
                    <a16:creationId xmlns:a16="http://schemas.microsoft.com/office/drawing/2014/main" id="{F4C2D53D-C9E0-7341-A19F-A80544B2D42A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6272739" y="4071700"/>
                <a:ext cx="1113480" cy="35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1">
            <p14:nvContentPartPr>
              <p14:cNvPr id="512" name="Ink 511">
                <a:extLst>
                  <a:ext uri="{FF2B5EF4-FFF2-40B4-BE49-F238E27FC236}">
                    <a16:creationId xmlns:a16="http://schemas.microsoft.com/office/drawing/2014/main" id="{6C1C70A6-2FEE-1741-ADB2-874B51A2C063}"/>
                  </a:ext>
                </a:extLst>
              </p14:cNvPr>
              <p14:cNvContentPartPr/>
              <p14:nvPr/>
            </p14:nvContentPartPr>
            <p14:xfrm>
              <a:off x="5557059" y="4518100"/>
              <a:ext cx="119880" cy="267120"/>
            </p14:xfrm>
          </p:contentPart>
        </mc:Choice>
        <mc:Fallback>
          <p:pic>
            <p:nvPicPr>
              <p:cNvPr id="512" name="Ink 511">
                <a:extLst>
                  <a:ext uri="{FF2B5EF4-FFF2-40B4-BE49-F238E27FC236}">
                    <a16:creationId xmlns:a16="http://schemas.microsoft.com/office/drawing/2014/main" id="{6C1C70A6-2FEE-1741-ADB2-874B51A2C063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5541939" y="4502620"/>
                <a:ext cx="150480" cy="29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3">
            <p14:nvContentPartPr>
              <p14:cNvPr id="515" name="Ink 515">
                <a:extLst>
                  <a:ext uri="{FF2B5EF4-FFF2-40B4-BE49-F238E27FC236}">
                    <a16:creationId xmlns:a16="http://schemas.microsoft.com/office/drawing/2014/main" id="{8EBB3CFE-26A3-084A-8375-A6A65860EECC}"/>
                  </a:ext>
                </a:extLst>
              </p14:cNvPr>
              <p14:cNvContentPartPr/>
              <p14:nvPr/>
            </p14:nvContentPartPr>
            <p14:xfrm>
              <a:off x="5976099" y="4667500"/>
              <a:ext cx="114120" cy="78120"/>
            </p14:xfrm>
          </p:contentPart>
        </mc:Choice>
        <mc:Fallback>
          <p:pic>
            <p:nvPicPr>
              <p:cNvPr id="515" name="Ink 515">
                <a:extLst>
                  <a:ext uri="{FF2B5EF4-FFF2-40B4-BE49-F238E27FC236}">
                    <a16:creationId xmlns:a16="http://schemas.microsoft.com/office/drawing/2014/main" id="{8EBB3CFE-26A3-084A-8375-A6A65860EECC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5960979" y="4652380"/>
                <a:ext cx="144720" cy="10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5">
            <p14:nvContentPartPr>
              <p14:cNvPr id="523" name="Ink 523">
                <a:extLst>
                  <a:ext uri="{FF2B5EF4-FFF2-40B4-BE49-F238E27FC236}">
                    <a16:creationId xmlns:a16="http://schemas.microsoft.com/office/drawing/2014/main" id="{B5D2C9DC-BE16-6B47-BFA8-5F925E4CFCA2}"/>
                  </a:ext>
                </a:extLst>
              </p14:cNvPr>
              <p14:cNvContentPartPr/>
              <p14:nvPr/>
            </p14:nvContentPartPr>
            <p14:xfrm>
              <a:off x="6395139" y="4572460"/>
              <a:ext cx="712440" cy="257040"/>
            </p14:xfrm>
          </p:contentPart>
        </mc:Choice>
        <mc:Fallback>
          <p:pic>
            <p:nvPicPr>
              <p:cNvPr id="523" name="Ink 523">
                <a:extLst>
                  <a:ext uri="{FF2B5EF4-FFF2-40B4-BE49-F238E27FC236}">
                    <a16:creationId xmlns:a16="http://schemas.microsoft.com/office/drawing/2014/main" id="{B5D2C9DC-BE16-6B47-BFA8-5F925E4CFCA2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6379659" y="4557340"/>
                <a:ext cx="743040" cy="28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7">
            <p14:nvContentPartPr>
              <p14:cNvPr id="527" name="Ink 527">
                <a:extLst>
                  <a:ext uri="{FF2B5EF4-FFF2-40B4-BE49-F238E27FC236}">
                    <a16:creationId xmlns:a16="http://schemas.microsoft.com/office/drawing/2014/main" id="{8F9A4CDD-3392-A642-AC83-45FA9A4DB675}"/>
                  </a:ext>
                </a:extLst>
              </p14:cNvPr>
              <p14:cNvContentPartPr/>
              <p14:nvPr/>
            </p14:nvContentPartPr>
            <p14:xfrm>
              <a:off x="7155099" y="4547980"/>
              <a:ext cx="262800" cy="227520"/>
            </p14:xfrm>
          </p:contentPart>
        </mc:Choice>
        <mc:Fallback>
          <p:pic>
            <p:nvPicPr>
              <p:cNvPr id="527" name="Ink 527">
                <a:extLst>
                  <a:ext uri="{FF2B5EF4-FFF2-40B4-BE49-F238E27FC236}">
                    <a16:creationId xmlns:a16="http://schemas.microsoft.com/office/drawing/2014/main" id="{8F9A4CDD-3392-A642-AC83-45FA9A4DB675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7139640" y="4532524"/>
                <a:ext cx="292999" cy="2577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9">
            <p14:nvContentPartPr>
              <p14:cNvPr id="543" name="Ink 546">
                <a:extLst>
                  <a:ext uri="{FF2B5EF4-FFF2-40B4-BE49-F238E27FC236}">
                    <a16:creationId xmlns:a16="http://schemas.microsoft.com/office/drawing/2014/main" id="{18D07568-3022-B049-9771-6B8D992F964A}"/>
                  </a:ext>
                </a:extLst>
              </p14:cNvPr>
              <p14:cNvContentPartPr/>
              <p14:nvPr/>
            </p14:nvContentPartPr>
            <p14:xfrm>
              <a:off x="8010819" y="4978540"/>
              <a:ext cx="215640" cy="281520"/>
            </p14:xfrm>
          </p:contentPart>
        </mc:Choice>
        <mc:Fallback>
          <p:pic>
            <p:nvPicPr>
              <p:cNvPr id="543" name="Ink 546">
                <a:extLst>
                  <a:ext uri="{FF2B5EF4-FFF2-40B4-BE49-F238E27FC236}">
                    <a16:creationId xmlns:a16="http://schemas.microsoft.com/office/drawing/2014/main" id="{18D07568-3022-B049-9771-6B8D992F964A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7995339" y="4963420"/>
                <a:ext cx="246240" cy="31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1">
            <p14:nvContentPartPr>
              <p14:cNvPr id="544" name="Ink 547">
                <a:extLst>
                  <a:ext uri="{FF2B5EF4-FFF2-40B4-BE49-F238E27FC236}">
                    <a16:creationId xmlns:a16="http://schemas.microsoft.com/office/drawing/2014/main" id="{0E80FCD2-42EA-5A43-8649-4F03D470CC0B}"/>
                  </a:ext>
                </a:extLst>
              </p14:cNvPr>
              <p14:cNvContentPartPr/>
              <p14:nvPr/>
            </p14:nvContentPartPr>
            <p14:xfrm>
              <a:off x="7424379" y="5003380"/>
              <a:ext cx="377280" cy="268200"/>
            </p14:xfrm>
          </p:contentPart>
        </mc:Choice>
        <mc:Fallback>
          <p:pic>
            <p:nvPicPr>
              <p:cNvPr id="544" name="Ink 547">
                <a:extLst>
                  <a:ext uri="{FF2B5EF4-FFF2-40B4-BE49-F238E27FC236}">
                    <a16:creationId xmlns:a16="http://schemas.microsoft.com/office/drawing/2014/main" id="{0E80FCD2-42EA-5A43-8649-4F03D470CC0B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7408899" y="4987900"/>
                <a:ext cx="407880" cy="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3">
            <p14:nvContentPartPr>
              <p14:cNvPr id="545" name="Ink 548">
                <a:extLst>
                  <a:ext uri="{FF2B5EF4-FFF2-40B4-BE49-F238E27FC236}">
                    <a16:creationId xmlns:a16="http://schemas.microsoft.com/office/drawing/2014/main" id="{C473C63C-D46A-2449-B6AE-3197C1D9FEB0}"/>
                  </a:ext>
                </a:extLst>
              </p14:cNvPr>
              <p14:cNvContentPartPr/>
              <p14:nvPr/>
            </p14:nvContentPartPr>
            <p14:xfrm>
              <a:off x="5820579" y="4991500"/>
              <a:ext cx="1388880" cy="328680"/>
            </p14:xfrm>
          </p:contentPart>
        </mc:Choice>
        <mc:Fallback>
          <p:pic>
            <p:nvPicPr>
              <p:cNvPr id="545" name="Ink 548">
                <a:extLst>
                  <a:ext uri="{FF2B5EF4-FFF2-40B4-BE49-F238E27FC236}">
                    <a16:creationId xmlns:a16="http://schemas.microsoft.com/office/drawing/2014/main" id="{C473C63C-D46A-2449-B6AE-3197C1D9FEB0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5805095" y="4976020"/>
                <a:ext cx="1419488" cy="35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5">
            <p14:nvContentPartPr>
              <p14:cNvPr id="546" name="Ink 549">
                <a:extLst>
                  <a:ext uri="{FF2B5EF4-FFF2-40B4-BE49-F238E27FC236}">
                    <a16:creationId xmlns:a16="http://schemas.microsoft.com/office/drawing/2014/main" id="{12A02CC1-DE0D-F142-80BD-7996E6533054}"/>
                  </a:ext>
                </a:extLst>
              </p14:cNvPr>
              <p14:cNvContentPartPr/>
              <p14:nvPr/>
            </p14:nvContentPartPr>
            <p14:xfrm>
              <a:off x="5084379" y="5014540"/>
              <a:ext cx="407160" cy="281520"/>
            </p14:xfrm>
          </p:contentPart>
        </mc:Choice>
        <mc:Fallback>
          <p:pic>
            <p:nvPicPr>
              <p:cNvPr id="546" name="Ink 549">
                <a:extLst>
                  <a:ext uri="{FF2B5EF4-FFF2-40B4-BE49-F238E27FC236}">
                    <a16:creationId xmlns:a16="http://schemas.microsoft.com/office/drawing/2014/main" id="{12A02CC1-DE0D-F142-80BD-7996E6533054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5069259" y="4999420"/>
                <a:ext cx="437760" cy="31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7">
            <p14:nvContentPartPr>
              <p14:cNvPr id="555" name="Ink 555">
                <a:extLst>
                  <a:ext uri="{FF2B5EF4-FFF2-40B4-BE49-F238E27FC236}">
                    <a16:creationId xmlns:a16="http://schemas.microsoft.com/office/drawing/2014/main" id="{6E27DC6A-BD9B-964C-868D-02952BA65D9C}"/>
                  </a:ext>
                </a:extLst>
              </p14:cNvPr>
              <p14:cNvContentPartPr/>
              <p14:nvPr/>
            </p14:nvContentPartPr>
            <p14:xfrm>
              <a:off x="8255979" y="4972780"/>
              <a:ext cx="586800" cy="430560"/>
            </p14:xfrm>
          </p:contentPart>
        </mc:Choice>
        <mc:Fallback>
          <p:pic>
            <p:nvPicPr>
              <p:cNvPr id="555" name="Ink 555">
                <a:extLst>
                  <a:ext uri="{FF2B5EF4-FFF2-40B4-BE49-F238E27FC236}">
                    <a16:creationId xmlns:a16="http://schemas.microsoft.com/office/drawing/2014/main" id="{6E27DC6A-BD9B-964C-868D-02952BA65D9C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8240859" y="4957300"/>
                <a:ext cx="617400" cy="46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9">
            <p14:nvContentPartPr>
              <p14:cNvPr id="567" name="Ink 568">
                <a:extLst>
                  <a:ext uri="{FF2B5EF4-FFF2-40B4-BE49-F238E27FC236}">
                    <a16:creationId xmlns:a16="http://schemas.microsoft.com/office/drawing/2014/main" id="{E9FADBEA-BAC2-AE4D-98FD-4A2C04D85813}"/>
                  </a:ext>
                </a:extLst>
              </p14:cNvPr>
              <p14:cNvContentPartPr/>
              <p14:nvPr/>
            </p14:nvContentPartPr>
            <p14:xfrm>
              <a:off x="6137739" y="5422060"/>
              <a:ext cx="1410480" cy="394920"/>
            </p14:xfrm>
          </p:contentPart>
        </mc:Choice>
        <mc:Fallback>
          <p:pic>
            <p:nvPicPr>
              <p:cNvPr id="567" name="Ink 568">
                <a:extLst>
                  <a:ext uri="{FF2B5EF4-FFF2-40B4-BE49-F238E27FC236}">
                    <a16:creationId xmlns:a16="http://schemas.microsoft.com/office/drawing/2014/main" id="{E9FADBEA-BAC2-AE4D-98FD-4A2C04D85813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6122259" y="5406926"/>
                <a:ext cx="1441080" cy="4255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1">
            <p14:nvContentPartPr>
              <p14:cNvPr id="568" name="Ink 569">
                <a:extLst>
                  <a:ext uri="{FF2B5EF4-FFF2-40B4-BE49-F238E27FC236}">
                    <a16:creationId xmlns:a16="http://schemas.microsoft.com/office/drawing/2014/main" id="{9FB4E928-DCBF-3F4B-BABE-A4F87FCBE6FE}"/>
                  </a:ext>
                </a:extLst>
              </p14:cNvPr>
              <p14:cNvContentPartPr/>
              <p14:nvPr/>
            </p14:nvContentPartPr>
            <p14:xfrm>
              <a:off x="5140899" y="5469940"/>
              <a:ext cx="745560" cy="280800"/>
            </p14:xfrm>
          </p:contentPart>
        </mc:Choice>
        <mc:Fallback>
          <p:pic>
            <p:nvPicPr>
              <p:cNvPr id="568" name="Ink 569">
                <a:extLst>
                  <a:ext uri="{FF2B5EF4-FFF2-40B4-BE49-F238E27FC236}">
                    <a16:creationId xmlns:a16="http://schemas.microsoft.com/office/drawing/2014/main" id="{9FB4E928-DCBF-3F4B-BABE-A4F87FCBE6FE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5125779" y="5454820"/>
                <a:ext cx="776160" cy="31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3">
            <p14:nvContentPartPr>
              <p14:cNvPr id="583" name="Ink 584">
                <a:extLst>
                  <a:ext uri="{FF2B5EF4-FFF2-40B4-BE49-F238E27FC236}">
                    <a16:creationId xmlns:a16="http://schemas.microsoft.com/office/drawing/2014/main" id="{67D9D7B8-3011-834D-ADF0-B2FE7C06B0EE}"/>
                  </a:ext>
                </a:extLst>
              </p14:cNvPr>
              <p14:cNvContentPartPr/>
              <p14:nvPr/>
            </p14:nvContentPartPr>
            <p14:xfrm>
              <a:off x="5180139" y="5882140"/>
              <a:ext cx="502920" cy="305640"/>
            </p14:xfrm>
          </p:contentPart>
        </mc:Choice>
        <mc:Fallback>
          <p:pic>
            <p:nvPicPr>
              <p:cNvPr id="583" name="Ink 584">
                <a:extLst>
                  <a:ext uri="{FF2B5EF4-FFF2-40B4-BE49-F238E27FC236}">
                    <a16:creationId xmlns:a16="http://schemas.microsoft.com/office/drawing/2014/main" id="{67D9D7B8-3011-834D-ADF0-B2FE7C06B0EE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5165019" y="5867020"/>
                <a:ext cx="533520" cy="33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5">
            <p14:nvContentPartPr>
              <p14:cNvPr id="584" name="Ink 585">
                <a:extLst>
                  <a:ext uri="{FF2B5EF4-FFF2-40B4-BE49-F238E27FC236}">
                    <a16:creationId xmlns:a16="http://schemas.microsoft.com/office/drawing/2014/main" id="{3B2B79F6-A0E4-E248-80BF-D04997566D3F}"/>
                  </a:ext>
                </a:extLst>
              </p14:cNvPr>
              <p14:cNvContentPartPr/>
              <p14:nvPr/>
            </p14:nvContentPartPr>
            <p14:xfrm>
              <a:off x="7723539" y="5364460"/>
              <a:ext cx="1406520" cy="367920"/>
            </p14:xfrm>
          </p:contentPart>
        </mc:Choice>
        <mc:Fallback>
          <p:pic>
            <p:nvPicPr>
              <p:cNvPr id="584" name="Ink 585">
                <a:extLst>
                  <a:ext uri="{FF2B5EF4-FFF2-40B4-BE49-F238E27FC236}">
                    <a16:creationId xmlns:a16="http://schemas.microsoft.com/office/drawing/2014/main" id="{3B2B79F6-A0E4-E248-80BF-D04997566D3F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7708059" y="5348980"/>
                <a:ext cx="1437120" cy="39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7">
            <p14:nvContentPartPr>
              <p14:cNvPr id="599" name="Ink 600">
                <a:extLst>
                  <a:ext uri="{FF2B5EF4-FFF2-40B4-BE49-F238E27FC236}">
                    <a16:creationId xmlns:a16="http://schemas.microsoft.com/office/drawing/2014/main" id="{159E03CD-14C6-6C40-AB89-5835061C1BF6}"/>
                  </a:ext>
                </a:extLst>
              </p14:cNvPr>
              <p14:cNvContentPartPr/>
              <p14:nvPr/>
            </p14:nvContentPartPr>
            <p14:xfrm>
              <a:off x="6616899" y="5918140"/>
              <a:ext cx="586080" cy="257760"/>
            </p14:xfrm>
          </p:contentPart>
        </mc:Choice>
        <mc:Fallback>
          <p:pic>
            <p:nvPicPr>
              <p:cNvPr id="599" name="Ink 600">
                <a:extLst>
                  <a:ext uri="{FF2B5EF4-FFF2-40B4-BE49-F238E27FC236}">
                    <a16:creationId xmlns:a16="http://schemas.microsoft.com/office/drawing/2014/main" id="{159E03CD-14C6-6C40-AB89-5835061C1BF6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6601779" y="5903020"/>
                <a:ext cx="61668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9">
            <p14:nvContentPartPr>
              <p14:cNvPr id="600" name="Ink 601">
                <a:extLst>
                  <a:ext uri="{FF2B5EF4-FFF2-40B4-BE49-F238E27FC236}">
                    <a16:creationId xmlns:a16="http://schemas.microsoft.com/office/drawing/2014/main" id="{F9C45F6D-C2E4-574F-BA8D-5C9D0C77D629}"/>
                  </a:ext>
                </a:extLst>
              </p14:cNvPr>
              <p14:cNvContentPartPr/>
              <p14:nvPr/>
            </p14:nvContentPartPr>
            <p14:xfrm>
              <a:off x="5958099" y="6007780"/>
              <a:ext cx="407880" cy="179280"/>
            </p14:xfrm>
          </p:contentPart>
        </mc:Choice>
        <mc:Fallback>
          <p:pic>
            <p:nvPicPr>
              <p:cNvPr id="600" name="Ink 601">
                <a:extLst>
                  <a:ext uri="{FF2B5EF4-FFF2-40B4-BE49-F238E27FC236}">
                    <a16:creationId xmlns:a16="http://schemas.microsoft.com/office/drawing/2014/main" id="{F9C45F6D-C2E4-574F-BA8D-5C9D0C77D629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5942979" y="5992660"/>
                <a:ext cx="438480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1">
            <p14:nvContentPartPr>
              <p14:cNvPr id="603" name="Ink 602">
                <a:extLst>
                  <a:ext uri="{FF2B5EF4-FFF2-40B4-BE49-F238E27FC236}">
                    <a16:creationId xmlns:a16="http://schemas.microsoft.com/office/drawing/2014/main" id="{38D55DF0-AB2C-6A4D-A354-D23DD6ECE6AE}"/>
                  </a:ext>
                </a:extLst>
              </p14:cNvPr>
              <p14:cNvContentPartPr/>
              <p14:nvPr/>
            </p14:nvContentPartPr>
            <p14:xfrm>
              <a:off x="7304499" y="5938660"/>
              <a:ext cx="527040" cy="230400"/>
            </p14:xfrm>
          </p:contentPart>
        </mc:Choice>
        <mc:Fallback>
          <p:pic>
            <p:nvPicPr>
              <p:cNvPr id="603" name="Ink 602">
                <a:extLst>
                  <a:ext uri="{FF2B5EF4-FFF2-40B4-BE49-F238E27FC236}">
                    <a16:creationId xmlns:a16="http://schemas.microsoft.com/office/drawing/2014/main" id="{38D55DF0-AB2C-6A4D-A354-D23DD6ECE6AE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7289379" y="5923540"/>
                <a:ext cx="557280" cy="26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3">
            <p14:nvContentPartPr>
              <p14:cNvPr id="607" name="Ink 607">
                <a:extLst>
                  <a:ext uri="{FF2B5EF4-FFF2-40B4-BE49-F238E27FC236}">
                    <a16:creationId xmlns:a16="http://schemas.microsoft.com/office/drawing/2014/main" id="{B931DB56-CFD0-0849-A500-4D647428D7DF}"/>
                  </a:ext>
                </a:extLst>
              </p14:cNvPr>
              <p14:cNvContentPartPr/>
              <p14:nvPr/>
            </p14:nvContentPartPr>
            <p14:xfrm>
              <a:off x="8040699" y="5918140"/>
              <a:ext cx="299520" cy="245520"/>
            </p14:xfrm>
          </p:contentPart>
        </mc:Choice>
        <mc:Fallback>
          <p:pic>
            <p:nvPicPr>
              <p:cNvPr id="607" name="Ink 607">
                <a:extLst>
                  <a:ext uri="{FF2B5EF4-FFF2-40B4-BE49-F238E27FC236}">
                    <a16:creationId xmlns:a16="http://schemas.microsoft.com/office/drawing/2014/main" id="{B931DB56-CFD0-0849-A500-4D647428D7DF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8025219" y="5903042"/>
                <a:ext cx="330120" cy="2757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5">
            <p14:nvContentPartPr>
              <p14:cNvPr id="623" name="Ink 624">
                <a:extLst>
                  <a:ext uri="{FF2B5EF4-FFF2-40B4-BE49-F238E27FC236}">
                    <a16:creationId xmlns:a16="http://schemas.microsoft.com/office/drawing/2014/main" id="{7E0F3E96-EE34-E04E-97BC-42F69BCEBA3D}"/>
                  </a:ext>
                </a:extLst>
              </p14:cNvPr>
              <p14:cNvContentPartPr/>
              <p14:nvPr/>
            </p14:nvContentPartPr>
            <p14:xfrm>
              <a:off x="5090499" y="6283180"/>
              <a:ext cx="1538280" cy="407160"/>
            </p14:xfrm>
          </p:contentPart>
        </mc:Choice>
        <mc:Fallback>
          <p:pic>
            <p:nvPicPr>
              <p:cNvPr id="623" name="Ink 624">
                <a:extLst>
                  <a:ext uri="{FF2B5EF4-FFF2-40B4-BE49-F238E27FC236}">
                    <a16:creationId xmlns:a16="http://schemas.microsoft.com/office/drawing/2014/main" id="{7E0F3E96-EE34-E04E-97BC-42F69BCEBA3D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5075379" y="6268060"/>
                <a:ext cx="1568880" cy="43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7">
            <p14:nvContentPartPr>
              <p14:cNvPr id="624" name="Ink 625">
                <a:extLst>
                  <a:ext uri="{FF2B5EF4-FFF2-40B4-BE49-F238E27FC236}">
                    <a16:creationId xmlns:a16="http://schemas.microsoft.com/office/drawing/2014/main" id="{1C21B553-9969-2D43-B2ED-122277A11354}"/>
                  </a:ext>
                </a:extLst>
              </p14:cNvPr>
              <p14:cNvContentPartPr/>
              <p14:nvPr/>
            </p14:nvContentPartPr>
            <p14:xfrm>
              <a:off x="8453619" y="5990140"/>
              <a:ext cx="293760" cy="179640"/>
            </p14:xfrm>
          </p:contentPart>
        </mc:Choice>
        <mc:Fallback>
          <p:pic>
            <p:nvPicPr>
              <p:cNvPr id="624" name="Ink 625">
                <a:extLst>
                  <a:ext uri="{FF2B5EF4-FFF2-40B4-BE49-F238E27FC236}">
                    <a16:creationId xmlns:a16="http://schemas.microsoft.com/office/drawing/2014/main" id="{1C21B553-9969-2D43-B2ED-122277A11354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8438139" y="5974691"/>
                <a:ext cx="324000" cy="2098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9320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C389960-4A07-8F48-93B6-C3A2F70AF1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54" y="158206"/>
            <a:ext cx="9207500" cy="1524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E28549F-BFA5-CC48-8EF0-D65F60D0BB64}"/>
                  </a:ext>
                </a:extLst>
              </p14:cNvPr>
              <p14:cNvContentPartPr/>
              <p14:nvPr/>
            </p14:nvContentPartPr>
            <p14:xfrm>
              <a:off x="5161358" y="1591854"/>
              <a:ext cx="333720" cy="47109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E28549F-BFA5-CC48-8EF0-D65F60D0BB6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45878" y="1576374"/>
                <a:ext cx="364320" cy="474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7">
                <a:extLst>
                  <a:ext uri="{FF2B5EF4-FFF2-40B4-BE49-F238E27FC236}">
                    <a16:creationId xmlns:a16="http://schemas.microsoft.com/office/drawing/2014/main" id="{4C0951B0-1E33-944D-8FC8-CEB77BB64CB8}"/>
                  </a:ext>
                </a:extLst>
              </p14:cNvPr>
              <p14:cNvContentPartPr/>
              <p14:nvPr/>
            </p14:nvContentPartPr>
            <p14:xfrm>
              <a:off x="598718" y="1745214"/>
              <a:ext cx="1925280" cy="614520"/>
            </p14:xfrm>
          </p:contentPart>
        </mc:Choice>
        <mc:Fallback>
          <p:pic>
            <p:nvPicPr>
              <p:cNvPr id="6" name="Ink 7">
                <a:extLst>
                  <a:ext uri="{FF2B5EF4-FFF2-40B4-BE49-F238E27FC236}">
                    <a16:creationId xmlns:a16="http://schemas.microsoft.com/office/drawing/2014/main" id="{4C0951B0-1E33-944D-8FC8-CEB77BB64CB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83598" y="1730094"/>
                <a:ext cx="1955520" cy="64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2" name="Ink 12">
                <a:extLst>
                  <a:ext uri="{FF2B5EF4-FFF2-40B4-BE49-F238E27FC236}">
                    <a16:creationId xmlns:a16="http://schemas.microsoft.com/office/drawing/2014/main" id="{5ABD182C-C2D9-1C44-A473-17A752C6460E}"/>
                  </a:ext>
                </a:extLst>
              </p14:cNvPr>
              <p14:cNvContentPartPr/>
              <p14:nvPr/>
            </p14:nvContentPartPr>
            <p14:xfrm>
              <a:off x="1360838" y="2430654"/>
              <a:ext cx="219960" cy="170640"/>
            </p14:xfrm>
          </p:contentPart>
        </mc:Choice>
        <mc:Fallback>
          <p:pic>
            <p:nvPicPr>
              <p:cNvPr id="12" name="Ink 12">
                <a:extLst>
                  <a:ext uri="{FF2B5EF4-FFF2-40B4-BE49-F238E27FC236}">
                    <a16:creationId xmlns:a16="http://schemas.microsoft.com/office/drawing/2014/main" id="{5ABD182C-C2D9-1C44-A473-17A752C6460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345693" y="2415502"/>
                <a:ext cx="250610" cy="2013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2" name="Ink 23">
                <a:extLst>
                  <a:ext uri="{FF2B5EF4-FFF2-40B4-BE49-F238E27FC236}">
                    <a16:creationId xmlns:a16="http://schemas.microsoft.com/office/drawing/2014/main" id="{97599A4E-30E8-574B-B940-E52E83102B29}"/>
                  </a:ext>
                </a:extLst>
              </p14:cNvPr>
              <p14:cNvContentPartPr/>
              <p14:nvPr/>
            </p14:nvContentPartPr>
            <p14:xfrm>
              <a:off x="1832438" y="2112774"/>
              <a:ext cx="22320" cy="263520"/>
            </p14:xfrm>
          </p:contentPart>
        </mc:Choice>
        <mc:Fallback>
          <p:pic>
            <p:nvPicPr>
              <p:cNvPr id="22" name="Ink 23">
                <a:extLst>
                  <a:ext uri="{FF2B5EF4-FFF2-40B4-BE49-F238E27FC236}">
                    <a16:creationId xmlns:a16="http://schemas.microsoft.com/office/drawing/2014/main" id="{97599A4E-30E8-574B-B940-E52E83102B2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817318" y="2097654"/>
                <a:ext cx="52920" cy="29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3" name="Ink 24">
                <a:extLst>
                  <a:ext uri="{FF2B5EF4-FFF2-40B4-BE49-F238E27FC236}">
                    <a16:creationId xmlns:a16="http://schemas.microsoft.com/office/drawing/2014/main" id="{257F1BCA-AF78-614C-B639-D9267D712C02}"/>
                  </a:ext>
                </a:extLst>
              </p14:cNvPr>
              <p14:cNvContentPartPr/>
              <p14:nvPr/>
            </p14:nvContentPartPr>
            <p14:xfrm>
              <a:off x="1103438" y="2063454"/>
              <a:ext cx="27360" cy="268920"/>
            </p14:xfrm>
          </p:contentPart>
        </mc:Choice>
        <mc:Fallback>
          <p:pic>
            <p:nvPicPr>
              <p:cNvPr id="23" name="Ink 24">
                <a:extLst>
                  <a:ext uri="{FF2B5EF4-FFF2-40B4-BE49-F238E27FC236}">
                    <a16:creationId xmlns:a16="http://schemas.microsoft.com/office/drawing/2014/main" id="{257F1BCA-AF78-614C-B639-D9267D712C0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88159" y="2047974"/>
                <a:ext cx="57563" cy="29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8" name="Ink 28">
                <a:extLst>
                  <a:ext uri="{FF2B5EF4-FFF2-40B4-BE49-F238E27FC236}">
                    <a16:creationId xmlns:a16="http://schemas.microsoft.com/office/drawing/2014/main" id="{7F53B12C-F8BA-F345-9279-D7499A0F8C28}"/>
                  </a:ext>
                </a:extLst>
              </p14:cNvPr>
              <p14:cNvContentPartPr/>
              <p14:nvPr/>
            </p14:nvContentPartPr>
            <p14:xfrm>
              <a:off x="1766918" y="2474574"/>
              <a:ext cx="192240" cy="131760"/>
            </p14:xfrm>
          </p:contentPart>
        </mc:Choice>
        <mc:Fallback>
          <p:pic>
            <p:nvPicPr>
              <p:cNvPr id="28" name="Ink 28">
                <a:extLst>
                  <a:ext uri="{FF2B5EF4-FFF2-40B4-BE49-F238E27FC236}">
                    <a16:creationId xmlns:a16="http://schemas.microsoft.com/office/drawing/2014/main" id="{7F53B12C-F8BA-F345-9279-D7499A0F8C2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751438" y="2459495"/>
                <a:ext cx="222840" cy="1619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32" name="Ink 32">
                <a:extLst>
                  <a:ext uri="{FF2B5EF4-FFF2-40B4-BE49-F238E27FC236}">
                    <a16:creationId xmlns:a16="http://schemas.microsoft.com/office/drawing/2014/main" id="{36DB7FC9-E692-0649-A355-0F4012F10A29}"/>
                  </a:ext>
                </a:extLst>
              </p14:cNvPr>
              <p14:cNvContentPartPr/>
              <p14:nvPr/>
            </p14:nvContentPartPr>
            <p14:xfrm>
              <a:off x="1026398" y="2447214"/>
              <a:ext cx="192240" cy="126360"/>
            </p14:xfrm>
          </p:contentPart>
        </mc:Choice>
        <mc:Fallback>
          <p:pic>
            <p:nvPicPr>
              <p:cNvPr id="32" name="Ink 32">
                <a:extLst>
                  <a:ext uri="{FF2B5EF4-FFF2-40B4-BE49-F238E27FC236}">
                    <a16:creationId xmlns:a16="http://schemas.microsoft.com/office/drawing/2014/main" id="{36DB7FC9-E692-0649-A355-0F4012F10A29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011278" y="2432094"/>
                <a:ext cx="222840" cy="15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E3E674F8-11FC-374C-8D34-BC7564234C06}"/>
                  </a:ext>
                </a:extLst>
              </p14:cNvPr>
              <p14:cNvContentPartPr/>
              <p14:nvPr/>
            </p14:nvContentPartPr>
            <p14:xfrm>
              <a:off x="406838" y="2156694"/>
              <a:ext cx="439200" cy="2772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E3E674F8-11FC-374C-8D34-BC7564234C0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91718" y="2141214"/>
                <a:ext cx="46944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5B04D58E-6FE7-9144-B90D-61DD68418C86}"/>
                  </a:ext>
                </a:extLst>
              </p14:cNvPr>
              <p14:cNvContentPartPr/>
              <p14:nvPr/>
            </p14:nvContentPartPr>
            <p14:xfrm>
              <a:off x="2178038" y="2145534"/>
              <a:ext cx="422640" cy="3888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5B04D58E-6FE7-9144-B90D-61DD68418C86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162918" y="2130414"/>
                <a:ext cx="453240" cy="6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35056316-1E1A-994D-A4A4-729D2B5A72B6}"/>
                  </a:ext>
                </a:extLst>
              </p14:cNvPr>
              <p14:cNvContentPartPr/>
              <p14:nvPr/>
            </p14:nvContentPartPr>
            <p14:xfrm>
              <a:off x="324758" y="2332014"/>
              <a:ext cx="307440" cy="2232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35056316-1E1A-994D-A4A4-729D2B5A72B6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09278" y="2316894"/>
                <a:ext cx="33804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D8DC8412-CF3E-0F45-8443-E410ACA128B0}"/>
                  </a:ext>
                </a:extLst>
              </p14:cNvPr>
              <p14:cNvContentPartPr/>
              <p14:nvPr/>
            </p14:nvContentPartPr>
            <p14:xfrm>
              <a:off x="735878" y="2194854"/>
              <a:ext cx="5760" cy="2232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D8DC8412-CF3E-0F45-8443-E410ACA128B0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20758" y="2179734"/>
                <a:ext cx="3636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CB46216E-C701-C44B-BCB6-1F5512795DB1}"/>
                  </a:ext>
                </a:extLst>
              </p14:cNvPr>
              <p14:cNvContentPartPr/>
              <p14:nvPr/>
            </p14:nvContentPartPr>
            <p14:xfrm>
              <a:off x="735878" y="2227974"/>
              <a:ext cx="5760" cy="5508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CB46216E-C701-C44B-BCB6-1F5512795DB1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20758" y="2212494"/>
                <a:ext cx="3636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45A1BCDA-7E05-584B-AB36-78646BD424A0}"/>
                  </a:ext>
                </a:extLst>
              </p14:cNvPr>
              <p14:cNvContentPartPr/>
              <p14:nvPr/>
            </p14:nvContentPartPr>
            <p14:xfrm>
              <a:off x="730478" y="2288094"/>
              <a:ext cx="11160" cy="3888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45A1BCDA-7E05-584B-AB36-78646BD424A0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714998" y="2272974"/>
                <a:ext cx="41760" cy="6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1847DEB4-95DA-AD4E-92DF-A5E15F16314C}"/>
                  </a:ext>
                </a:extLst>
              </p14:cNvPr>
              <p14:cNvContentPartPr/>
              <p14:nvPr/>
            </p14:nvContentPartPr>
            <p14:xfrm>
              <a:off x="2260478" y="2189454"/>
              <a:ext cx="360" cy="4428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1847DEB4-95DA-AD4E-92DF-A5E15F16314C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2244998" y="2174334"/>
                <a:ext cx="30960" cy="7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BBCBDF2E-EFC4-874A-91F9-1A171B9FD418}"/>
                  </a:ext>
                </a:extLst>
              </p14:cNvPr>
              <p14:cNvContentPartPr/>
              <p14:nvPr/>
            </p14:nvContentPartPr>
            <p14:xfrm>
              <a:off x="2260478" y="2260734"/>
              <a:ext cx="5760" cy="2232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BBCBDF2E-EFC4-874A-91F9-1A171B9FD418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2244998" y="2245614"/>
                <a:ext cx="3636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E99C23C6-1ED2-B64C-995A-EB1B526C7C43}"/>
                  </a:ext>
                </a:extLst>
              </p14:cNvPr>
              <p14:cNvContentPartPr/>
              <p14:nvPr/>
            </p14:nvContentPartPr>
            <p14:xfrm>
              <a:off x="2276678" y="2299254"/>
              <a:ext cx="5760" cy="1692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E99C23C6-1ED2-B64C-995A-EB1B526C7C43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2261558" y="2283774"/>
                <a:ext cx="3636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EE62BF28-F13D-6248-A4DE-8E8F26B12872}"/>
                  </a:ext>
                </a:extLst>
              </p14:cNvPr>
              <p14:cNvContentPartPr/>
              <p14:nvPr/>
            </p14:nvContentPartPr>
            <p14:xfrm>
              <a:off x="2145278" y="2408694"/>
              <a:ext cx="49680" cy="17028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EE62BF28-F13D-6248-A4DE-8E8F26B12872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2129798" y="2393574"/>
                <a:ext cx="8028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42D060B2-F8F2-8D48-B52C-A72D46BB5BE9}"/>
                  </a:ext>
                </a:extLst>
              </p14:cNvPr>
              <p14:cNvContentPartPr/>
              <p14:nvPr/>
            </p14:nvContentPartPr>
            <p14:xfrm>
              <a:off x="2276678" y="2474574"/>
              <a:ext cx="77040" cy="9288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42D060B2-F8F2-8D48-B52C-A72D46BB5BE9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2261558" y="2459454"/>
                <a:ext cx="10764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4181EACA-0B33-F74E-893A-D52A69B08CCE}"/>
                  </a:ext>
                </a:extLst>
              </p14:cNvPr>
              <p14:cNvContentPartPr/>
              <p14:nvPr/>
            </p14:nvContentPartPr>
            <p14:xfrm>
              <a:off x="713918" y="2469174"/>
              <a:ext cx="186840" cy="10440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4181EACA-0B33-F74E-893A-D52A69B08CCE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698798" y="2454054"/>
                <a:ext cx="217440" cy="1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57" name="Ink 57">
                <a:extLst>
                  <a:ext uri="{FF2B5EF4-FFF2-40B4-BE49-F238E27FC236}">
                    <a16:creationId xmlns:a16="http://schemas.microsoft.com/office/drawing/2014/main" id="{38E75B1C-BC67-0C47-9493-6D0DBE70EFFD}"/>
                  </a:ext>
                </a:extLst>
              </p14:cNvPr>
              <p14:cNvContentPartPr/>
              <p14:nvPr/>
            </p14:nvContentPartPr>
            <p14:xfrm>
              <a:off x="269678" y="2189454"/>
              <a:ext cx="148680" cy="132120"/>
            </p14:xfrm>
          </p:contentPart>
        </mc:Choice>
        <mc:Fallback>
          <p:pic>
            <p:nvPicPr>
              <p:cNvPr id="57" name="Ink 57">
                <a:extLst>
                  <a:ext uri="{FF2B5EF4-FFF2-40B4-BE49-F238E27FC236}">
                    <a16:creationId xmlns:a16="http://schemas.microsoft.com/office/drawing/2014/main" id="{38E75B1C-BC67-0C47-9493-6D0DBE70EFFD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254521" y="2174334"/>
                <a:ext cx="179354" cy="16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68" name="Ink 70">
                <a:extLst>
                  <a:ext uri="{FF2B5EF4-FFF2-40B4-BE49-F238E27FC236}">
                    <a16:creationId xmlns:a16="http://schemas.microsoft.com/office/drawing/2014/main" id="{0C66D438-25E7-EB41-BFE3-D1082CB7DD87}"/>
                  </a:ext>
                </a:extLst>
              </p14:cNvPr>
              <p14:cNvContentPartPr/>
              <p14:nvPr/>
            </p14:nvContentPartPr>
            <p14:xfrm>
              <a:off x="275078" y="3061374"/>
              <a:ext cx="247320" cy="334800"/>
            </p14:xfrm>
          </p:contentPart>
        </mc:Choice>
        <mc:Fallback>
          <p:pic>
            <p:nvPicPr>
              <p:cNvPr id="68" name="Ink 70">
                <a:extLst>
                  <a:ext uri="{FF2B5EF4-FFF2-40B4-BE49-F238E27FC236}">
                    <a16:creationId xmlns:a16="http://schemas.microsoft.com/office/drawing/2014/main" id="{0C66D438-25E7-EB41-BFE3-D1082CB7DD87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259936" y="3046254"/>
                <a:ext cx="277965" cy="36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69" name="Ink 71">
                <a:extLst>
                  <a:ext uri="{FF2B5EF4-FFF2-40B4-BE49-F238E27FC236}">
                    <a16:creationId xmlns:a16="http://schemas.microsoft.com/office/drawing/2014/main" id="{5EC41CC0-5D47-D044-B884-B5FAA864D987}"/>
                  </a:ext>
                </a:extLst>
              </p14:cNvPr>
              <p14:cNvContentPartPr/>
              <p14:nvPr/>
            </p14:nvContentPartPr>
            <p14:xfrm>
              <a:off x="384878" y="2447214"/>
              <a:ext cx="136800" cy="170280"/>
            </p14:xfrm>
          </p:contentPart>
        </mc:Choice>
        <mc:Fallback>
          <p:pic>
            <p:nvPicPr>
              <p:cNvPr id="69" name="Ink 71">
                <a:extLst>
                  <a:ext uri="{FF2B5EF4-FFF2-40B4-BE49-F238E27FC236}">
                    <a16:creationId xmlns:a16="http://schemas.microsoft.com/office/drawing/2014/main" id="{5EC41CC0-5D47-D044-B884-B5FAA864D987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369758" y="2432094"/>
                <a:ext cx="16740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70" name="Ink 72">
                <a:extLst>
                  <a:ext uri="{FF2B5EF4-FFF2-40B4-BE49-F238E27FC236}">
                    <a16:creationId xmlns:a16="http://schemas.microsoft.com/office/drawing/2014/main" id="{E5003031-81BA-0648-A255-1FE260CD4C3B}"/>
                  </a:ext>
                </a:extLst>
              </p14:cNvPr>
              <p14:cNvContentPartPr/>
              <p14:nvPr/>
            </p14:nvContentPartPr>
            <p14:xfrm>
              <a:off x="2474318" y="2194854"/>
              <a:ext cx="301680" cy="417240"/>
            </p14:xfrm>
          </p:contentPart>
        </mc:Choice>
        <mc:Fallback>
          <p:pic>
            <p:nvPicPr>
              <p:cNvPr id="70" name="Ink 72">
                <a:extLst>
                  <a:ext uri="{FF2B5EF4-FFF2-40B4-BE49-F238E27FC236}">
                    <a16:creationId xmlns:a16="http://schemas.microsoft.com/office/drawing/2014/main" id="{E5003031-81BA-0648-A255-1FE260CD4C3B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2458856" y="2179734"/>
                <a:ext cx="332244" cy="44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86" name="Ink 89">
                <a:extLst>
                  <a:ext uri="{FF2B5EF4-FFF2-40B4-BE49-F238E27FC236}">
                    <a16:creationId xmlns:a16="http://schemas.microsoft.com/office/drawing/2014/main" id="{AAAFBCB1-1169-7043-9FD9-3C62955C6F0C}"/>
                  </a:ext>
                </a:extLst>
              </p14:cNvPr>
              <p14:cNvContentPartPr/>
              <p14:nvPr/>
            </p14:nvContentPartPr>
            <p14:xfrm>
              <a:off x="2189198" y="1646574"/>
              <a:ext cx="570600" cy="154080"/>
            </p14:xfrm>
          </p:contentPart>
        </mc:Choice>
        <mc:Fallback>
          <p:pic>
            <p:nvPicPr>
              <p:cNvPr id="86" name="Ink 89">
                <a:extLst>
                  <a:ext uri="{FF2B5EF4-FFF2-40B4-BE49-F238E27FC236}">
                    <a16:creationId xmlns:a16="http://schemas.microsoft.com/office/drawing/2014/main" id="{AAAFBCB1-1169-7043-9FD9-3C62955C6F0C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2173718" y="1631454"/>
                <a:ext cx="601200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87" name="Ink 90">
                <a:extLst>
                  <a:ext uri="{FF2B5EF4-FFF2-40B4-BE49-F238E27FC236}">
                    <a16:creationId xmlns:a16="http://schemas.microsoft.com/office/drawing/2014/main" id="{5BC448CA-4A12-1A45-955C-4611F9BDA921}"/>
                  </a:ext>
                </a:extLst>
              </p14:cNvPr>
              <p14:cNvContentPartPr/>
              <p14:nvPr/>
            </p14:nvContentPartPr>
            <p14:xfrm>
              <a:off x="1827038" y="1630014"/>
              <a:ext cx="176040" cy="198000"/>
            </p14:xfrm>
          </p:contentPart>
        </mc:Choice>
        <mc:Fallback>
          <p:pic>
            <p:nvPicPr>
              <p:cNvPr id="87" name="Ink 90">
                <a:extLst>
                  <a:ext uri="{FF2B5EF4-FFF2-40B4-BE49-F238E27FC236}">
                    <a16:creationId xmlns:a16="http://schemas.microsoft.com/office/drawing/2014/main" id="{5BC448CA-4A12-1A45-955C-4611F9BDA921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1811887" y="1614866"/>
                <a:ext cx="206703" cy="2286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88" name="Ink 91">
                <a:extLst>
                  <a:ext uri="{FF2B5EF4-FFF2-40B4-BE49-F238E27FC236}">
                    <a16:creationId xmlns:a16="http://schemas.microsoft.com/office/drawing/2014/main" id="{37C3F0E7-E526-864F-AF14-8E2B6D0D1479}"/>
                  </a:ext>
                </a:extLst>
              </p14:cNvPr>
              <p14:cNvContentPartPr/>
              <p14:nvPr/>
            </p14:nvContentPartPr>
            <p14:xfrm>
              <a:off x="302798" y="1564494"/>
              <a:ext cx="498960" cy="137160"/>
            </p14:xfrm>
          </p:contentPart>
        </mc:Choice>
        <mc:Fallback>
          <p:pic>
            <p:nvPicPr>
              <p:cNvPr id="88" name="Ink 91">
                <a:extLst>
                  <a:ext uri="{FF2B5EF4-FFF2-40B4-BE49-F238E27FC236}">
                    <a16:creationId xmlns:a16="http://schemas.microsoft.com/office/drawing/2014/main" id="{37C3F0E7-E526-864F-AF14-8E2B6D0D1479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287329" y="1549055"/>
                <a:ext cx="529538" cy="16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89" name="Ink 92">
                <a:extLst>
                  <a:ext uri="{FF2B5EF4-FFF2-40B4-BE49-F238E27FC236}">
                    <a16:creationId xmlns:a16="http://schemas.microsoft.com/office/drawing/2014/main" id="{9C9FE2A4-A557-6548-8817-93FE6DF32F95}"/>
                  </a:ext>
                </a:extLst>
              </p14:cNvPr>
              <p14:cNvContentPartPr/>
              <p14:nvPr/>
            </p14:nvContentPartPr>
            <p14:xfrm>
              <a:off x="1004438" y="1536774"/>
              <a:ext cx="170640" cy="154080"/>
            </p14:xfrm>
          </p:contentPart>
        </mc:Choice>
        <mc:Fallback>
          <p:pic>
            <p:nvPicPr>
              <p:cNvPr id="89" name="Ink 92">
                <a:extLst>
                  <a:ext uri="{FF2B5EF4-FFF2-40B4-BE49-F238E27FC236}">
                    <a16:creationId xmlns:a16="http://schemas.microsoft.com/office/drawing/2014/main" id="{9C9FE2A4-A557-6548-8817-93FE6DF32F95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989286" y="1521654"/>
                <a:ext cx="201305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107" name="Ink 107">
                <a:extLst>
                  <a:ext uri="{FF2B5EF4-FFF2-40B4-BE49-F238E27FC236}">
                    <a16:creationId xmlns:a16="http://schemas.microsoft.com/office/drawing/2014/main" id="{CB563650-A92F-2448-B6C0-D4D59592FD11}"/>
                  </a:ext>
                </a:extLst>
              </p14:cNvPr>
              <p14:cNvContentPartPr/>
              <p14:nvPr/>
            </p14:nvContentPartPr>
            <p14:xfrm>
              <a:off x="823718" y="2864454"/>
              <a:ext cx="2034720" cy="394560"/>
            </p14:xfrm>
          </p:contentPart>
        </mc:Choice>
        <mc:Fallback>
          <p:pic>
            <p:nvPicPr>
              <p:cNvPr id="107" name="Ink 107">
                <a:extLst>
                  <a:ext uri="{FF2B5EF4-FFF2-40B4-BE49-F238E27FC236}">
                    <a16:creationId xmlns:a16="http://schemas.microsoft.com/office/drawing/2014/main" id="{CB563650-A92F-2448-B6C0-D4D59592FD11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808238" y="2849334"/>
                <a:ext cx="2065320" cy="42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117" name="Ink 119">
                <a:extLst>
                  <a:ext uri="{FF2B5EF4-FFF2-40B4-BE49-F238E27FC236}">
                    <a16:creationId xmlns:a16="http://schemas.microsoft.com/office/drawing/2014/main" id="{228CF2C9-A232-5545-BA91-3307476C8FE8}"/>
                  </a:ext>
                </a:extLst>
              </p14:cNvPr>
              <p14:cNvContentPartPr/>
              <p14:nvPr/>
            </p14:nvContentPartPr>
            <p14:xfrm>
              <a:off x="1608518" y="3554934"/>
              <a:ext cx="200160" cy="148320"/>
            </p14:xfrm>
          </p:contentPart>
        </mc:Choice>
        <mc:Fallback>
          <p:pic>
            <p:nvPicPr>
              <p:cNvPr id="117" name="Ink 119">
                <a:extLst>
                  <a:ext uri="{FF2B5EF4-FFF2-40B4-BE49-F238E27FC236}">
                    <a16:creationId xmlns:a16="http://schemas.microsoft.com/office/drawing/2014/main" id="{228CF2C9-A232-5545-BA91-3307476C8FE8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1593038" y="3539814"/>
                <a:ext cx="23076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118" name="Ink 120">
                <a:extLst>
                  <a:ext uri="{FF2B5EF4-FFF2-40B4-BE49-F238E27FC236}">
                    <a16:creationId xmlns:a16="http://schemas.microsoft.com/office/drawing/2014/main" id="{5575DAE7-E24C-E946-9082-D10F0275AF57}"/>
                  </a:ext>
                </a:extLst>
              </p14:cNvPr>
              <p14:cNvContentPartPr/>
              <p14:nvPr/>
            </p14:nvContentPartPr>
            <p14:xfrm>
              <a:off x="889238" y="3428934"/>
              <a:ext cx="384120" cy="340200"/>
            </p14:xfrm>
          </p:contentPart>
        </mc:Choice>
        <mc:Fallback>
          <p:pic>
            <p:nvPicPr>
              <p:cNvPr id="118" name="Ink 120">
                <a:extLst>
                  <a:ext uri="{FF2B5EF4-FFF2-40B4-BE49-F238E27FC236}">
                    <a16:creationId xmlns:a16="http://schemas.microsoft.com/office/drawing/2014/main" id="{5575DAE7-E24C-E946-9082-D10F0275AF57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874118" y="3413454"/>
                <a:ext cx="414720" cy="37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119" name="Ink 121">
                <a:extLst>
                  <a:ext uri="{FF2B5EF4-FFF2-40B4-BE49-F238E27FC236}">
                    <a16:creationId xmlns:a16="http://schemas.microsoft.com/office/drawing/2014/main" id="{8DD8E7B9-9DE1-7F44-990C-3AF678D2341C}"/>
                  </a:ext>
                </a:extLst>
              </p14:cNvPr>
              <p14:cNvContentPartPr/>
              <p14:nvPr/>
            </p14:nvContentPartPr>
            <p14:xfrm>
              <a:off x="3027998" y="2847534"/>
              <a:ext cx="548640" cy="334800"/>
            </p14:xfrm>
          </p:contentPart>
        </mc:Choice>
        <mc:Fallback>
          <p:pic>
            <p:nvPicPr>
              <p:cNvPr id="119" name="Ink 121">
                <a:extLst>
                  <a:ext uri="{FF2B5EF4-FFF2-40B4-BE49-F238E27FC236}">
                    <a16:creationId xmlns:a16="http://schemas.microsoft.com/office/drawing/2014/main" id="{8DD8E7B9-9DE1-7F44-990C-3AF678D2341C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3012878" y="2832414"/>
                <a:ext cx="579240" cy="36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0416CD95-36E7-604C-9862-EE46C781616D}"/>
                  </a:ext>
                </a:extLst>
              </p14:cNvPr>
              <p14:cNvContentPartPr/>
              <p14:nvPr/>
            </p14:nvContentPartPr>
            <p14:xfrm>
              <a:off x="1092278" y="3906654"/>
              <a:ext cx="214200" cy="164160"/>
            </p14:xfrm>
          </p:contentPart>
        </mc:Choice>
        <mc:Fallback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0416CD95-36E7-604C-9862-EE46C781616D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1077158" y="3891174"/>
                <a:ext cx="244800" cy="19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139" name="Ink 142">
                <a:extLst>
                  <a:ext uri="{FF2B5EF4-FFF2-40B4-BE49-F238E27FC236}">
                    <a16:creationId xmlns:a16="http://schemas.microsoft.com/office/drawing/2014/main" id="{A7EC0642-5D79-B745-B10C-10518CA69AF1}"/>
                  </a:ext>
                </a:extLst>
              </p14:cNvPr>
              <p14:cNvContentPartPr/>
              <p14:nvPr/>
            </p14:nvContentPartPr>
            <p14:xfrm>
              <a:off x="2145278" y="3829254"/>
              <a:ext cx="1299960" cy="214200"/>
            </p14:xfrm>
          </p:contentPart>
        </mc:Choice>
        <mc:Fallback>
          <p:pic>
            <p:nvPicPr>
              <p:cNvPr id="139" name="Ink 142">
                <a:extLst>
                  <a:ext uri="{FF2B5EF4-FFF2-40B4-BE49-F238E27FC236}">
                    <a16:creationId xmlns:a16="http://schemas.microsoft.com/office/drawing/2014/main" id="{A7EC0642-5D79-B745-B10C-10518CA69AF1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2129798" y="3813774"/>
                <a:ext cx="1330560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140" name="Ink 143">
                <a:extLst>
                  <a:ext uri="{FF2B5EF4-FFF2-40B4-BE49-F238E27FC236}">
                    <a16:creationId xmlns:a16="http://schemas.microsoft.com/office/drawing/2014/main" id="{7AE3A58A-1EFD-DC4F-A528-911CE56F727B}"/>
                  </a:ext>
                </a:extLst>
              </p14:cNvPr>
              <p14:cNvContentPartPr/>
              <p14:nvPr/>
            </p14:nvContentPartPr>
            <p14:xfrm>
              <a:off x="1646318" y="3883974"/>
              <a:ext cx="175680" cy="170280"/>
            </p14:xfrm>
          </p:contentPart>
        </mc:Choice>
        <mc:Fallback>
          <p:pic>
            <p:nvPicPr>
              <p:cNvPr id="140" name="Ink 143">
                <a:extLst>
                  <a:ext uri="{FF2B5EF4-FFF2-40B4-BE49-F238E27FC236}">
                    <a16:creationId xmlns:a16="http://schemas.microsoft.com/office/drawing/2014/main" id="{7AE3A58A-1EFD-DC4F-A528-911CE56F727B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1630838" y="3868854"/>
                <a:ext cx="20628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141" name="Ink 144">
                <a:extLst>
                  <a:ext uri="{FF2B5EF4-FFF2-40B4-BE49-F238E27FC236}">
                    <a16:creationId xmlns:a16="http://schemas.microsoft.com/office/drawing/2014/main" id="{9E203A13-98B5-0B43-9DFA-C848C4C658D4}"/>
                  </a:ext>
                </a:extLst>
              </p14:cNvPr>
              <p14:cNvContentPartPr/>
              <p14:nvPr/>
            </p14:nvContentPartPr>
            <p14:xfrm>
              <a:off x="3170558" y="3366654"/>
              <a:ext cx="943560" cy="281880"/>
            </p14:xfrm>
          </p:contentPart>
        </mc:Choice>
        <mc:Fallback>
          <p:pic>
            <p:nvPicPr>
              <p:cNvPr id="141" name="Ink 144">
                <a:extLst>
                  <a:ext uri="{FF2B5EF4-FFF2-40B4-BE49-F238E27FC236}">
                    <a16:creationId xmlns:a16="http://schemas.microsoft.com/office/drawing/2014/main" id="{9E203A13-98B5-0B43-9DFA-C848C4C658D4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3155438" y="3351534"/>
                <a:ext cx="974160" cy="31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142" name="Ink 145">
                <a:extLst>
                  <a:ext uri="{FF2B5EF4-FFF2-40B4-BE49-F238E27FC236}">
                    <a16:creationId xmlns:a16="http://schemas.microsoft.com/office/drawing/2014/main" id="{8AA76E5E-C455-2E49-A169-E5D4E96C4793}"/>
                  </a:ext>
                </a:extLst>
              </p14:cNvPr>
              <p14:cNvContentPartPr/>
              <p14:nvPr/>
            </p14:nvContentPartPr>
            <p14:xfrm>
              <a:off x="2128718" y="3516414"/>
              <a:ext cx="822600" cy="159480"/>
            </p14:xfrm>
          </p:contentPart>
        </mc:Choice>
        <mc:Fallback>
          <p:pic>
            <p:nvPicPr>
              <p:cNvPr id="142" name="Ink 145">
                <a:extLst>
                  <a:ext uri="{FF2B5EF4-FFF2-40B4-BE49-F238E27FC236}">
                    <a16:creationId xmlns:a16="http://schemas.microsoft.com/office/drawing/2014/main" id="{8AA76E5E-C455-2E49-A169-E5D4E96C4793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2113605" y="3501294"/>
                <a:ext cx="853187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7C7246AD-3BA3-3247-ACC5-BA6E12AE357A}"/>
                  </a:ext>
                </a:extLst>
              </p14:cNvPr>
              <p14:cNvContentPartPr/>
              <p14:nvPr/>
            </p14:nvContentPartPr>
            <p14:xfrm>
              <a:off x="3971198" y="3686694"/>
              <a:ext cx="180720" cy="367920"/>
            </p14:xfrm>
          </p:contentPart>
        </mc:Choice>
        <mc:Fallback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7C7246AD-3BA3-3247-ACC5-BA6E12AE357A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3956078" y="3671214"/>
                <a:ext cx="211320" cy="39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150" name="Ink 150">
                <a:extLst>
                  <a:ext uri="{FF2B5EF4-FFF2-40B4-BE49-F238E27FC236}">
                    <a16:creationId xmlns:a16="http://schemas.microsoft.com/office/drawing/2014/main" id="{43DA72AD-F05E-6040-B6AE-0CA5FE7565B6}"/>
                  </a:ext>
                </a:extLst>
              </p14:cNvPr>
              <p14:cNvContentPartPr/>
              <p14:nvPr/>
            </p14:nvContentPartPr>
            <p14:xfrm>
              <a:off x="187598" y="4564374"/>
              <a:ext cx="274680" cy="268560"/>
            </p14:xfrm>
          </p:contentPart>
        </mc:Choice>
        <mc:Fallback>
          <p:pic>
            <p:nvPicPr>
              <p:cNvPr id="150" name="Ink 150">
                <a:extLst>
                  <a:ext uri="{FF2B5EF4-FFF2-40B4-BE49-F238E27FC236}">
                    <a16:creationId xmlns:a16="http://schemas.microsoft.com/office/drawing/2014/main" id="{43DA72AD-F05E-6040-B6AE-0CA5FE7565B6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172118" y="4549254"/>
                <a:ext cx="304920" cy="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164" name="Ink 164">
                <a:extLst>
                  <a:ext uri="{FF2B5EF4-FFF2-40B4-BE49-F238E27FC236}">
                    <a16:creationId xmlns:a16="http://schemas.microsoft.com/office/drawing/2014/main" id="{18EE7311-A20D-5F43-874B-2AB2F32F7D1B}"/>
                  </a:ext>
                </a:extLst>
              </p14:cNvPr>
              <p14:cNvContentPartPr/>
              <p14:nvPr/>
            </p14:nvContentPartPr>
            <p14:xfrm>
              <a:off x="779798" y="4367094"/>
              <a:ext cx="2133720" cy="421920"/>
            </p14:xfrm>
          </p:contentPart>
        </mc:Choice>
        <mc:Fallback>
          <p:pic>
            <p:nvPicPr>
              <p:cNvPr id="164" name="Ink 164">
                <a:extLst>
                  <a:ext uri="{FF2B5EF4-FFF2-40B4-BE49-F238E27FC236}">
                    <a16:creationId xmlns:a16="http://schemas.microsoft.com/office/drawing/2014/main" id="{18EE7311-A20D-5F43-874B-2AB2F32F7D1B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764315" y="4351974"/>
                <a:ext cx="2164325" cy="45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7CF716A2-F893-9142-9CD5-F5035D7036FF}"/>
                  </a:ext>
                </a:extLst>
              </p14:cNvPr>
              <p14:cNvContentPartPr/>
              <p14:nvPr/>
            </p14:nvContentPartPr>
            <p14:xfrm>
              <a:off x="542598" y="5001440"/>
              <a:ext cx="93960" cy="412920"/>
            </p14:xfrm>
          </p:contentPart>
        </mc:Choice>
        <mc:Fallback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7CF716A2-F893-9142-9CD5-F5035D7036FF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527478" y="4986320"/>
                <a:ext cx="124200" cy="44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172" name="Ink 172">
                <a:extLst>
                  <a:ext uri="{FF2B5EF4-FFF2-40B4-BE49-F238E27FC236}">
                    <a16:creationId xmlns:a16="http://schemas.microsoft.com/office/drawing/2014/main" id="{D454D47B-792D-994F-892C-084557600E0E}"/>
                  </a:ext>
                </a:extLst>
              </p14:cNvPr>
              <p14:cNvContentPartPr/>
              <p14:nvPr/>
            </p14:nvContentPartPr>
            <p14:xfrm>
              <a:off x="3149358" y="4325000"/>
              <a:ext cx="588600" cy="357120"/>
            </p14:xfrm>
          </p:contentPart>
        </mc:Choice>
        <mc:Fallback>
          <p:pic>
            <p:nvPicPr>
              <p:cNvPr id="172" name="Ink 172">
                <a:extLst>
                  <a:ext uri="{FF2B5EF4-FFF2-40B4-BE49-F238E27FC236}">
                    <a16:creationId xmlns:a16="http://schemas.microsoft.com/office/drawing/2014/main" id="{D454D47B-792D-994F-892C-084557600E0E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3133878" y="4309880"/>
                <a:ext cx="619200" cy="38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8FB2A58B-8F53-2D42-8A63-3F3419F3F07E}"/>
                  </a:ext>
                </a:extLst>
              </p14:cNvPr>
              <p14:cNvContentPartPr/>
              <p14:nvPr/>
            </p14:nvContentPartPr>
            <p14:xfrm>
              <a:off x="916638" y="5090000"/>
              <a:ext cx="187200" cy="148320"/>
            </p14:xfrm>
          </p:contentPart>
        </mc:Choice>
        <mc:Fallback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8FB2A58B-8F53-2D42-8A63-3F3419F3F07E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901518" y="5074880"/>
                <a:ext cx="217800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183" name="Ink 185">
                <a:extLst>
                  <a:ext uri="{FF2B5EF4-FFF2-40B4-BE49-F238E27FC236}">
                    <a16:creationId xmlns:a16="http://schemas.microsoft.com/office/drawing/2014/main" id="{BF9AD090-829A-C846-9F75-69452CB252D2}"/>
                  </a:ext>
                </a:extLst>
              </p14:cNvPr>
              <p14:cNvContentPartPr/>
              <p14:nvPr/>
            </p14:nvContentPartPr>
            <p14:xfrm>
              <a:off x="1411638" y="5166320"/>
              <a:ext cx="93960" cy="50040"/>
            </p14:xfrm>
          </p:contentPart>
        </mc:Choice>
        <mc:Fallback>
          <p:pic>
            <p:nvPicPr>
              <p:cNvPr id="183" name="Ink 185">
                <a:extLst>
                  <a:ext uri="{FF2B5EF4-FFF2-40B4-BE49-F238E27FC236}">
                    <a16:creationId xmlns:a16="http://schemas.microsoft.com/office/drawing/2014/main" id="{BF9AD090-829A-C846-9F75-69452CB252D2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1396158" y="5151090"/>
                <a:ext cx="124200" cy="808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191" name="Ink 192">
                <a:extLst>
                  <a:ext uri="{FF2B5EF4-FFF2-40B4-BE49-F238E27FC236}">
                    <a16:creationId xmlns:a16="http://schemas.microsoft.com/office/drawing/2014/main" id="{9C6348C3-1364-F843-8530-43727DB6DA83}"/>
                  </a:ext>
                </a:extLst>
              </p14:cNvPr>
              <p14:cNvContentPartPr/>
              <p14:nvPr/>
            </p14:nvContentPartPr>
            <p14:xfrm>
              <a:off x="1417038" y="5446760"/>
              <a:ext cx="88200" cy="83160"/>
            </p14:xfrm>
          </p:contentPart>
        </mc:Choice>
        <mc:Fallback>
          <p:pic>
            <p:nvPicPr>
              <p:cNvPr id="191" name="Ink 192">
                <a:extLst>
                  <a:ext uri="{FF2B5EF4-FFF2-40B4-BE49-F238E27FC236}">
                    <a16:creationId xmlns:a16="http://schemas.microsoft.com/office/drawing/2014/main" id="{9C6348C3-1364-F843-8530-43727DB6DA83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1401918" y="5431574"/>
                <a:ext cx="118800" cy="1138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1">
            <p14:nvContentPartPr>
              <p14:cNvPr id="192" name="Ink 193">
                <a:extLst>
                  <a:ext uri="{FF2B5EF4-FFF2-40B4-BE49-F238E27FC236}">
                    <a16:creationId xmlns:a16="http://schemas.microsoft.com/office/drawing/2014/main" id="{D35FF0A4-BBD5-D841-BA2B-37877BF49513}"/>
                  </a:ext>
                </a:extLst>
              </p14:cNvPr>
              <p14:cNvContentPartPr/>
              <p14:nvPr/>
            </p14:nvContentPartPr>
            <p14:xfrm>
              <a:off x="965958" y="5358920"/>
              <a:ext cx="208800" cy="181800"/>
            </p14:xfrm>
          </p:contentPart>
        </mc:Choice>
        <mc:Fallback>
          <p:pic>
            <p:nvPicPr>
              <p:cNvPr id="192" name="Ink 193">
                <a:extLst>
                  <a:ext uri="{FF2B5EF4-FFF2-40B4-BE49-F238E27FC236}">
                    <a16:creationId xmlns:a16="http://schemas.microsoft.com/office/drawing/2014/main" id="{D35FF0A4-BBD5-D841-BA2B-37877BF49513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950838" y="5343800"/>
                <a:ext cx="239040" cy="2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3">
            <p14:nvContentPartPr>
              <p14:cNvPr id="198" name="Ink 198">
                <a:extLst>
                  <a:ext uri="{FF2B5EF4-FFF2-40B4-BE49-F238E27FC236}">
                    <a16:creationId xmlns:a16="http://schemas.microsoft.com/office/drawing/2014/main" id="{487D040A-A761-9D41-9DD7-8FB4D3314460}"/>
                  </a:ext>
                </a:extLst>
              </p14:cNvPr>
              <p14:cNvContentPartPr/>
              <p14:nvPr/>
            </p14:nvContentPartPr>
            <p14:xfrm>
              <a:off x="1802598" y="5111960"/>
              <a:ext cx="626400" cy="192240"/>
            </p14:xfrm>
          </p:contentPart>
        </mc:Choice>
        <mc:Fallback>
          <p:pic>
            <p:nvPicPr>
              <p:cNvPr id="198" name="Ink 198">
                <a:extLst>
                  <a:ext uri="{FF2B5EF4-FFF2-40B4-BE49-F238E27FC236}">
                    <a16:creationId xmlns:a16="http://schemas.microsoft.com/office/drawing/2014/main" id="{487D040A-A761-9D41-9DD7-8FB4D3314460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1787487" y="5096840"/>
                <a:ext cx="656623" cy="22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5">
            <p14:nvContentPartPr>
              <p14:cNvPr id="208" name="Ink 208">
                <a:extLst>
                  <a:ext uri="{FF2B5EF4-FFF2-40B4-BE49-F238E27FC236}">
                    <a16:creationId xmlns:a16="http://schemas.microsoft.com/office/drawing/2014/main" id="{0C126254-72B4-104A-8F04-ECA905D00317}"/>
                  </a:ext>
                </a:extLst>
              </p14:cNvPr>
              <p14:cNvContentPartPr/>
              <p14:nvPr/>
            </p14:nvContentPartPr>
            <p14:xfrm>
              <a:off x="1757958" y="4998560"/>
              <a:ext cx="1237320" cy="723600"/>
            </p14:xfrm>
          </p:contentPart>
        </mc:Choice>
        <mc:Fallback>
          <p:pic>
            <p:nvPicPr>
              <p:cNvPr id="208" name="Ink 208">
                <a:extLst>
                  <a:ext uri="{FF2B5EF4-FFF2-40B4-BE49-F238E27FC236}">
                    <a16:creationId xmlns:a16="http://schemas.microsoft.com/office/drawing/2014/main" id="{0C126254-72B4-104A-8F04-ECA905D00317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1742842" y="4983080"/>
                <a:ext cx="1267911" cy="75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7">
            <p14:nvContentPartPr>
              <p14:cNvPr id="212" name="Ink 212">
                <a:extLst>
                  <a:ext uri="{FF2B5EF4-FFF2-40B4-BE49-F238E27FC236}">
                    <a16:creationId xmlns:a16="http://schemas.microsoft.com/office/drawing/2014/main" id="{73D4258C-D37B-E14F-9E6B-555F5DC4CE80}"/>
                  </a:ext>
                </a:extLst>
              </p14:cNvPr>
              <p14:cNvContentPartPr/>
              <p14:nvPr/>
            </p14:nvContentPartPr>
            <p14:xfrm>
              <a:off x="5425638" y="1647320"/>
              <a:ext cx="192600" cy="368640"/>
            </p14:xfrm>
          </p:contentPart>
        </mc:Choice>
        <mc:Fallback>
          <p:pic>
            <p:nvPicPr>
              <p:cNvPr id="212" name="Ink 212">
                <a:extLst>
                  <a:ext uri="{FF2B5EF4-FFF2-40B4-BE49-F238E27FC236}">
                    <a16:creationId xmlns:a16="http://schemas.microsoft.com/office/drawing/2014/main" id="{73D4258C-D37B-E14F-9E6B-555F5DC4CE80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5410546" y="1631840"/>
                <a:ext cx="222784" cy="39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9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BCF9740A-215B-FE4A-BB0E-7116AE625037}"/>
                  </a:ext>
                </a:extLst>
              </p14:cNvPr>
              <p14:cNvContentPartPr/>
              <p14:nvPr/>
            </p14:nvContentPartPr>
            <p14:xfrm>
              <a:off x="5871318" y="1702760"/>
              <a:ext cx="77400" cy="214200"/>
            </p14:xfrm>
          </p:contentPart>
        </mc:Choice>
        <mc:Fallback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BCF9740A-215B-FE4A-BB0E-7116AE625037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5855838" y="1687640"/>
                <a:ext cx="108000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1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F07D77E9-BDD2-394F-B7DB-175463FA887E}"/>
                  </a:ext>
                </a:extLst>
              </p14:cNvPr>
              <p14:cNvContentPartPr/>
              <p14:nvPr/>
            </p14:nvContentPartPr>
            <p14:xfrm>
              <a:off x="6030438" y="1630760"/>
              <a:ext cx="82800" cy="308160"/>
            </p14:xfrm>
          </p:contentPart>
        </mc:Choice>
        <mc:Fallback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F07D77E9-BDD2-394F-B7DB-175463FA887E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6015318" y="1615280"/>
                <a:ext cx="113400" cy="33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3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5ABD5C46-56C0-A64B-87B5-93857256A2FE}"/>
                  </a:ext>
                </a:extLst>
              </p14:cNvPr>
              <p14:cNvContentPartPr/>
              <p14:nvPr/>
            </p14:nvContentPartPr>
            <p14:xfrm>
              <a:off x="6167958" y="1697360"/>
              <a:ext cx="121320" cy="98640"/>
            </p14:xfrm>
          </p:contentPart>
        </mc:Choice>
        <mc:Fallback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5ABD5C46-56C0-A64B-87B5-93857256A2FE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6152838" y="1681880"/>
                <a:ext cx="151920" cy="12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5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35CCD39E-F5DC-D043-AA62-B9E5BB4D2F3E}"/>
                  </a:ext>
                </a:extLst>
              </p14:cNvPr>
              <p14:cNvContentPartPr/>
              <p14:nvPr/>
            </p14:nvContentPartPr>
            <p14:xfrm>
              <a:off x="6228438" y="1729760"/>
              <a:ext cx="27720" cy="143280"/>
            </p14:xfrm>
          </p:contentPart>
        </mc:Choice>
        <mc:Fallback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35CCD39E-F5DC-D043-AA62-B9E5BB4D2F3E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6213318" y="1714280"/>
                <a:ext cx="5832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7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8480FB04-5FFC-C34C-A8EB-6FFAAC94722D}"/>
                  </a:ext>
                </a:extLst>
              </p14:cNvPr>
              <p14:cNvContentPartPr/>
              <p14:nvPr/>
            </p14:nvContentPartPr>
            <p14:xfrm>
              <a:off x="6316638" y="1740560"/>
              <a:ext cx="60840" cy="104760"/>
            </p14:xfrm>
          </p:contentPart>
        </mc:Choice>
        <mc:Fallback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8480FB04-5FFC-C34C-A8EB-6FFAAC94722D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6301158" y="1725440"/>
                <a:ext cx="9144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9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AB8170CD-7970-4842-9902-6CB502F513B0}"/>
                  </a:ext>
                </a:extLst>
              </p14:cNvPr>
              <p14:cNvContentPartPr/>
              <p14:nvPr/>
            </p14:nvContentPartPr>
            <p14:xfrm>
              <a:off x="6459558" y="1691240"/>
              <a:ext cx="137880" cy="143280"/>
            </p14:xfrm>
          </p:contentPart>
        </mc:Choice>
        <mc:Fallback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AB8170CD-7970-4842-9902-6CB502F513B0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6444438" y="1675760"/>
                <a:ext cx="16848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1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08E1DB71-DFA1-0E45-AF1F-2F71F0575883}"/>
                  </a:ext>
                </a:extLst>
              </p14:cNvPr>
              <p14:cNvContentPartPr/>
              <p14:nvPr/>
            </p14:nvContentPartPr>
            <p14:xfrm>
              <a:off x="6701478" y="1724000"/>
              <a:ext cx="137880" cy="115920"/>
            </p14:xfrm>
          </p:contentPart>
        </mc:Choice>
        <mc:Fallback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08E1DB71-DFA1-0E45-AF1F-2F71F0575883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6686358" y="1708880"/>
                <a:ext cx="16848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3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701C60BB-F0A4-BC48-92FC-59359E611C91}"/>
                  </a:ext>
                </a:extLst>
              </p14:cNvPr>
              <p14:cNvContentPartPr/>
              <p14:nvPr/>
            </p14:nvContentPartPr>
            <p14:xfrm>
              <a:off x="6718038" y="1696640"/>
              <a:ext cx="115920" cy="171000"/>
            </p14:xfrm>
          </p:contentPart>
        </mc:Choice>
        <mc:Fallback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701C60BB-F0A4-BC48-92FC-59359E611C91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6702558" y="1681520"/>
                <a:ext cx="14616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5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BCBD5160-C6CE-4046-BD1E-7A6712FDFF1C}"/>
                  </a:ext>
                </a:extLst>
              </p14:cNvPr>
              <p14:cNvContentPartPr/>
              <p14:nvPr/>
            </p14:nvContentPartPr>
            <p14:xfrm>
              <a:off x="6899478" y="1691240"/>
              <a:ext cx="121320" cy="137880"/>
            </p14:xfrm>
          </p:contentPart>
        </mc:Choice>
        <mc:Fallback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BCBD5160-C6CE-4046-BD1E-7A6712FDFF1C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6884358" y="1675760"/>
                <a:ext cx="151920" cy="16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7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5569156F-80C9-4746-BAAE-C783CFEBAE57}"/>
                  </a:ext>
                </a:extLst>
              </p14:cNvPr>
              <p14:cNvContentPartPr/>
              <p14:nvPr/>
            </p14:nvContentPartPr>
            <p14:xfrm>
              <a:off x="7157958" y="1691240"/>
              <a:ext cx="72000" cy="186840"/>
            </p14:xfrm>
          </p:contentPart>
        </mc:Choice>
        <mc:Fallback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5569156F-80C9-4746-BAAE-C783CFEBAE57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7142478" y="1675760"/>
                <a:ext cx="102240" cy="21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9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74422041-0FDF-584D-96FD-3AB9BF1070F5}"/>
                  </a:ext>
                </a:extLst>
              </p14:cNvPr>
              <p14:cNvContentPartPr/>
              <p14:nvPr/>
            </p14:nvContentPartPr>
            <p14:xfrm>
              <a:off x="7259478" y="1740560"/>
              <a:ext cx="123840" cy="126720"/>
            </p14:xfrm>
          </p:contentPart>
        </mc:Choice>
        <mc:Fallback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74422041-0FDF-584D-96FD-3AB9BF1070F5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7243998" y="1725440"/>
                <a:ext cx="154440" cy="15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1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4732D08F-4F23-D942-A19B-07B8439762B4}"/>
                  </a:ext>
                </a:extLst>
              </p14:cNvPr>
              <p14:cNvContentPartPr/>
              <p14:nvPr/>
            </p14:nvContentPartPr>
            <p14:xfrm>
              <a:off x="7449198" y="1636160"/>
              <a:ext cx="110160" cy="324720"/>
            </p14:xfrm>
          </p:contentPart>
        </mc:Choice>
        <mc:Fallback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4732D08F-4F23-D942-A19B-07B8439762B4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7434078" y="1621040"/>
                <a:ext cx="140760" cy="35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3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52949269-A421-6D43-B2FF-A5B918CACA4E}"/>
                  </a:ext>
                </a:extLst>
              </p14:cNvPr>
              <p14:cNvContentPartPr/>
              <p14:nvPr/>
            </p14:nvContentPartPr>
            <p14:xfrm>
              <a:off x="7652958" y="1762520"/>
              <a:ext cx="55440" cy="27720"/>
            </p14:xfrm>
          </p:contentPart>
        </mc:Choice>
        <mc:Fallback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52949269-A421-6D43-B2FF-A5B918CACA4E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7637478" y="1747400"/>
                <a:ext cx="8568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5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7AC1AD4A-537E-C442-9535-187B6574822C}"/>
                  </a:ext>
                </a:extLst>
              </p14:cNvPr>
              <p14:cNvContentPartPr/>
              <p14:nvPr/>
            </p14:nvContentPartPr>
            <p14:xfrm>
              <a:off x="7652958" y="1823000"/>
              <a:ext cx="104760" cy="11520"/>
            </p14:xfrm>
          </p:contentPart>
        </mc:Choice>
        <mc:Fallback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7AC1AD4A-537E-C442-9535-187B6574822C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7637478" y="1807880"/>
                <a:ext cx="13536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7">
            <p14:nvContentPartPr>
              <p14:cNvPr id="235" name="Ink 235">
                <a:extLst>
                  <a:ext uri="{FF2B5EF4-FFF2-40B4-BE49-F238E27FC236}">
                    <a16:creationId xmlns:a16="http://schemas.microsoft.com/office/drawing/2014/main" id="{405D3782-0A17-0D4B-8A04-E20F63A257FD}"/>
                  </a:ext>
                </a:extLst>
              </p14:cNvPr>
              <p14:cNvContentPartPr/>
              <p14:nvPr/>
            </p14:nvContentPartPr>
            <p14:xfrm>
              <a:off x="8076318" y="1592240"/>
              <a:ext cx="319320" cy="198000"/>
            </p14:xfrm>
          </p:contentPart>
        </mc:Choice>
        <mc:Fallback>
          <p:pic>
            <p:nvPicPr>
              <p:cNvPr id="235" name="Ink 235">
                <a:extLst>
                  <a:ext uri="{FF2B5EF4-FFF2-40B4-BE49-F238E27FC236}">
                    <a16:creationId xmlns:a16="http://schemas.microsoft.com/office/drawing/2014/main" id="{405D3782-0A17-0D4B-8A04-E20F63A257FD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8060838" y="1576788"/>
                <a:ext cx="349920" cy="2285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9">
            <p14:nvContentPartPr>
              <p14:cNvPr id="244" name="Ink 245">
                <a:extLst>
                  <a:ext uri="{FF2B5EF4-FFF2-40B4-BE49-F238E27FC236}">
                    <a16:creationId xmlns:a16="http://schemas.microsoft.com/office/drawing/2014/main" id="{4A728B5D-2F70-8B45-870F-317089E6598A}"/>
                  </a:ext>
                </a:extLst>
              </p14:cNvPr>
              <p14:cNvContentPartPr/>
              <p14:nvPr/>
            </p14:nvContentPartPr>
            <p14:xfrm>
              <a:off x="7669158" y="2400440"/>
              <a:ext cx="148680" cy="93960"/>
            </p14:xfrm>
          </p:contentPart>
        </mc:Choice>
        <mc:Fallback>
          <p:pic>
            <p:nvPicPr>
              <p:cNvPr id="244" name="Ink 245">
                <a:extLst>
                  <a:ext uri="{FF2B5EF4-FFF2-40B4-BE49-F238E27FC236}">
                    <a16:creationId xmlns:a16="http://schemas.microsoft.com/office/drawing/2014/main" id="{4A728B5D-2F70-8B45-870F-317089E6598A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7654038" y="2385320"/>
                <a:ext cx="17928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1">
            <p14:nvContentPartPr>
              <p14:cNvPr id="245" name="Ink 246">
                <a:extLst>
                  <a:ext uri="{FF2B5EF4-FFF2-40B4-BE49-F238E27FC236}">
                    <a16:creationId xmlns:a16="http://schemas.microsoft.com/office/drawing/2014/main" id="{B22C9151-9A8A-DB46-8385-7C9FBE6094F9}"/>
                  </a:ext>
                </a:extLst>
              </p14:cNvPr>
              <p14:cNvContentPartPr/>
              <p14:nvPr/>
            </p14:nvContentPartPr>
            <p14:xfrm>
              <a:off x="7982718" y="1559120"/>
              <a:ext cx="632880" cy="500760"/>
            </p14:xfrm>
          </p:contentPart>
        </mc:Choice>
        <mc:Fallback>
          <p:pic>
            <p:nvPicPr>
              <p:cNvPr id="245" name="Ink 246">
                <a:extLst>
                  <a:ext uri="{FF2B5EF4-FFF2-40B4-BE49-F238E27FC236}">
                    <a16:creationId xmlns:a16="http://schemas.microsoft.com/office/drawing/2014/main" id="{B22C9151-9A8A-DB46-8385-7C9FBE6094F9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7967598" y="1544000"/>
                <a:ext cx="663120" cy="53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3">
            <p14:nvContentPartPr>
              <p14:cNvPr id="256" name="Ink 256">
                <a:extLst>
                  <a:ext uri="{FF2B5EF4-FFF2-40B4-BE49-F238E27FC236}">
                    <a16:creationId xmlns:a16="http://schemas.microsoft.com/office/drawing/2014/main" id="{912E64A2-1190-B845-8E5C-B6D0CEC8B84F}"/>
                  </a:ext>
                </a:extLst>
              </p14:cNvPr>
              <p14:cNvContentPartPr/>
              <p14:nvPr/>
            </p14:nvContentPartPr>
            <p14:xfrm>
              <a:off x="8021238" y="2180480"/>
              <a:ext cx="836280" cy="313920"/>
            </p14:xfrm>
          </p:contentPart>
        </mc:Choice>
        <mc:Fallback>
          <p:pic>
            <p:nvPicPr>
              <p:cNvPr id="256" name="Ink 256">
                <a:extLst>
                  <a:ext uri="{FF2B5EF4-FFF2-40B4-BE49-F238E27FC236}">
                    <a16:creationId xmlns:a16="http://schemas.microsoft.com/office/drawing/2014/main" id="{912E64A2-1190-B845-8E5C-B6D0CEC8B84F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8006118" y="2165360"/>
                <a:ext cx="866520" cy="34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5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A09C183D-9661-094D-911D-A2EB1F909295}"/>
                  </a:ext>
                </a:extLst>
              </p14:cNvPr>
              <p14:cNvContentPartPr/>
              <p14:nvPr/>
            </p14:nvContentPartPr>
            <p14:xfrm>
              <a:off x="6206478" y="3253640"/>
              <a:ext cx="126360" cy="285840"/>
            </p14:xfrm>
          </p:contentPart>
        </mc:Choice>
        <mc:Fallback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A09C183D-9661-094D-911D-A2EB1F909295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6191358" y="3238160"/>
                <a:ext cx="156600" cy="31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7">
            <p14:nvContentPartPr>
              <p14:cNvPr id="261" name="Ink 261">
                <a:extLst>
                  <a:ext uri="{FF2B5EF4-FFF2-40B4-BE49-F238E27FC236}">
                    <a16:creationId xmlns:a16="http://schemas.microsoft.com/office/drawing/2014/main" id="{F4E45F2B-59BB-1449-AE9A-C5571D449A04}"/>
                  </a:ext>
                </a:extLst>
              </p14:cNvPr>
              <p14:cNvContentPartPr/>
              <p14:nvPr/>
            </p14:nvContentPartPr>
            <p14:xfrm>
              <a:off x="5464158" y="3274880"/>
              <a:ext cx="379800" cy="308160"/>
            </p14:xfrm>
          </p:contentPart>
        </mc:Choice>
        <mc:Fallback>
          <p:pic>
            <p:nvPicPr>
              <p:cNvPr id="261" name="Ink 261">
                <a:extLst>
                  <a:ext uri="{FF2B5EF4-FFF2-40B4-BE49-F238E27FC236}">
                    <a16:creationId xmlns:a16="http://schemas.microsoft.com/office/drawing/2014/main" id="{F4E45F2B-59BB-1449-AE9A-C5571D449A04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5449038" y="3259760"/>
                <a:ext cx="410400" cy="33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9">
            <p14:nvContentPartPr>
              <p14:cNvPr id="271" name="Ink 271">
                <a:extLst>
                  <a:ext uri="{FF2B5EF4-FFF2-40B4-BE49-F238E27FC236}">
                    <a16:creationId xmlns:a16="http://schemas.microsoft.com/office/drawing/2014/main" id="{DCBA66CB-2B6F-CA44-A521-7A90CF31A49F}"/>
                  </a:ext>
                </a:extLst>
              </p14:cNvPr>
              <p14:cNvContentPartPr/>
              <p14:nvPr/>
            </p14:nvContentPartPr>
            <p14:xfrm>
              <a:off x="6575118" y="3170840"/>
              <a:ext cx="968040" cy="395640"/>
            </p14:xfrm>
          </p:contentPart>
        </mc:Choice>
        <mc:Fallback>
          <p:pic>
            <p:nvPicPr>
              <p:cNvPr id="271" name="Ink 271">
                <a:extLst>
                  <a:ext uri="{FF2B5EF4-FFF2-40B4-BE49-F238E27FC236}">
                    <a16:creationId xmlns:a16="http://schemas.microsoft.com/office/drawing/2014/main" id="{DCBA66CB-2B6F-CA44-A521-7A90CF31A49F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6559638" y="3155720"/>
                <a:ext cx="998640" cy="42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1">
            <p14:nvContentPartPr>
              <p14:cNvPr id="275" name="Ink 275">
                <a:extLst>
                  <a:ext uri="{FF2B5EF4-FFF2-40B4-BE49-F238E27FC236}">
                    <a16:creationId xmlns:a16="http://schemas.microsoft.com/office/drawing/2014/main" id="{C62B9C1C-3D9B-0F44-B0F1-244916AD2A5C}"/>
                  </a:ext>
                </a:extLst>
              </p14:cNvPr>
              <p14:cNvContentPartPr/>
              <p14:nvPr/>
            </p14:nvContentPartPr>
            <p14:xfrm>
              <a:off x="7647198" y="3390440"/>
              <a:ext cx="104760" cy="66240"/>
            </p14:xfrm>
          </p:contentPart>
        </mc:Choice>
        <mc:Fallback>
          <p:pic>
            <p:nvPicPr>
              <p:cNvPr id="275" name="Ink 275">
                <a:extLst>
                  <a:ext uri="{FF2B5EF4-FFF2-40B4-BE49-F238E27FC236}">
                    <a16:creationId xmlns:a16="http://schemas.microsoft.com/office/drawing/2014/main" id="{C62B9C1C-3D9B-0F44-B0F1-244916AD2A5C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7632078" y="3374960"/>
                <a:ext cx="13536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3">
            <p14:nvContentPartPr>
              <p14:cNvPr id="280" name="Ink 280">
                <a:extLst>
                  <a:ext uri="{FF2B5EF4-FFF2-40B4-BE49-F238E27FC236}">
                    <a16:creationId xmlns:a16="http://schemas.microsoft.com/office/drawing/2014/main" id="{7A66B744-7A5C-6543-91C1-C4EAB858B736}"/>
                  </a:ext>
                </a:extLst>
              </p14:cNvPr>
              <p14:cNvContentPartPr/>
              <p14:nvPr/>
            </p14:nvContentPartPr>
            <p14:xfrm>
              <a:off x="7944198" y="3170480"/>
              <a:ext cx="451440" cy="313920"/>
            </p14:xfrm>
          </p:contentPart>
        </mc:Choice>
        <mc:Fallback>
          <p:pic>
            <p:nvPicPr>
              <p:cNvPr id="280" name="Ink 280">
                <a:extLst>
                  <a:ext uri="{FF2B5EF4-FFF2-40B4-BE49-F238E27FC236}">
                    <a16:creationId xmlns:a16="http://schemas.microsoft.com/office/drawing/2014/main" id="{7A66B744-7A5C-6543-91C1-C4EAB858B736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7929078" y="3155000"/>
                <a:ext cx="481680" cy="34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5">
            <p14:nvContentPartPr>
              <p14:cNvPr id="284" name="Ink 284">
                <a:extLst>
                  <a:ext uri="{FF2B5EF4-FFF2-40B4-BE49-F238E27FC236}">
                    <a16:creationId xmlns:a16="http://schemas.microsoft.com/office/drawing/2014/main" id="{7CC915E7-13D3-9845-B06B-C6AB579E7B6F}"/>
                  </a:ext>
                </a:extLst>
              </p14:cNvPr>
              <p14:cNvContentPartPr/>
              <p14:nvPr/>
            </p14:nvContentPartPr>
            <p14:xfrm>
              <a:off x="8532438" y="3263720"/>
              <a:ext cx="76680" cy="192960"/>
            </p14:xfrm>
          </p:contentPart>
        </mc:Choice>
        <mc:Fallback>
          <p:pic>
            <p:nvPicPr>
              <p:cNvPr id="284" name="Ink 284">
                <a:extLst>
                  <a:ext uri="{FF2B5EF4-FFF2-40B4-BE49-F238E27FC236}">
                    <a16:creationId xmlns:a16="http://schemas.microsoft.com/office/drawing/2014/main" id="{7CC915E7-13D3-9845-B06B-C6AB579E7B6F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8517318" y="3248600"/>
                <a:ext cx="10728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7">
            <p14:nvContentPartPr>
              <p14:cNvPr id="290" name="Ink 290">
                <a:extLst>
                  <a:ext uri="{FF2B5EF4-FFF2-40B4-BE49-F238E27FC236}">
                    <a16:creationId xmlns:a16="http://schemas.microsoft.com/office/drawing/2014/main" id="{055A00CB-52AC-1E48-AA1F-4B776273F603}"/>
                  </a:ext>
                </a:extLst>
              </p14:cNvPr>
              <p14:cNvContentPartPr/>
              <p14:nvPr/>
            </p14:nvContentPartPr>
            <p14:xfrm>
              <a:off x="8845998" y="3071480"/>
              <a:ext cx="440280" cy="253440"/>
            </p14:xfrm>
          </p:contentPart>
        </mc:Choice>
        <mc:Fallback>
          <p:pic>
            <p:nvPicPr>
              <p:cNvPr id="290" name="Ink 290">
                <a:extLst>
                  <a:ext uri="{FF2B5EF4-FFF2-40B4-BE49-F238E27FC236}">
                    <a16:creationId xmlns:a16="http://schemas.microsoft.com/office/drawing/2014/main" id="{055A00CB-52AC-1E48-AA1F-4B776273F603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8830878" y="3056000"/>
                <a:ext cx="470880" cy="28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9">
            <p14:nvContentPartPr>
              <p14:cNvPr id="296" name="Ink 297">
                <a:extLst>
                  <a:ext uri="{FF2B5EF4-FFF2-40B4-BE49-F238E27FC236}">
                    <a16:creationId xmlns:a16="http://schemas.microsoft.com/office/drawing/2014/main" id="{9E288459-07A1-6D4F-8FDC-76786828A82F}"/>
                  </a:ext>
                </a:extLst>
              </p14:cNvPr>
              <p14:cNvContentPartPr/>
              <p14:nvPr/>
            </p14:nvContentPartPr>
            <p14:xfrm>
              <a:off x="7762758" y="3857720"/>
              <a:ext cx="132480" cy="72000"/>
            </p14:xfrm>
          </p:contentPart>
        </mc:Choice>
        <mc:Fallback>
          <p:pic>
            <p:nvPicPr>
              <p:cNvPr id="296" name="Ink 297">
                <a:extLst>
                  <a:ext uri="{FF2B5EF4-FFF2-40B4-BE49-F238E27FC236}">
                    <a16:creationId xmlns:a16="http://schemas.microsoft.com/office/drawing/2014/main" id="{9E288459-07A1-6D4F-8FDC-76786828A82F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7747638" y="3842600"/>
                <a:ext cx="162720" cy="10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1">
            <p14:nvContentPartPr>
              <p14:cNvPr id="297" name="Ink 298">
                <a:extLst>
                  <a:ext uri="{FF2B5EF4-FFF2-40B4-BE49-F238E27FC236}">
                    <a16:creationId xmlns:a16="http://schemas.microsoft.com/office/drawing/2014/main" id="{2AE3329C-6EA8-794A-9D75-25B27D7036FF}"/>
                  </a:ext>
                </a:extLst>
              </p14:cNvPr>
              <p14:cNvContentPartPr/>
              <p14:nvPr/>
            </p14:nvContentPartPr>
            <p14:xfrm>
              <a:off x="8802078" y="3373880"/>
              <a:ext cx="423720" cy="203760"/>
            </p14:xfrm>
          </p:contentPart>
        </mc:Choice>
        <mc:Fallback>
          <p:pic>
            <p:nvPicPr>
              <p:cNvPr id="297" name="Ink 298">
                <a:extLst>
                  <a:ext uri="{FF2B5EF4-FFF2-40B4-BE49-F238E27FC236}">
                    <a16:creationId xmlns:a16="http://schemas.microsoft.com/office/drawing/2014/main" id="{2AE3329C-6EA8-794A-9D75-25B27D7036FF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8786958" y="3358760"/>
                <a:ext cx="45432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3">
            <p14:nvContentPartPr>
              <p14:cNvPr id="305" name="Ink 305">
                <a:extLst>
                  <a:ext uri="{FF2B5EF4-FFF2-40B4-BE49-F238E27FC236}">
                    <a16:creationId xmlns:a16="http://schemas.microsoft.com/office/drawing/2014/main" id="{184F4063-A6B2-C345-BA83-97E93B47D146}"/>
                  </a:ext>
                </a:extLst>
              </p14:cNvPr>
              <p14:cNvContentPartPr/>
              <p14:nvPr/>
            </p14:nvContentPartPr>
            <p14:xfrm>
              <a:off x="8087838" y="3764120"/>
              <a:ext cx="634680" cy="352440"/>
            </p14:xfrm>
          </p:contentPart>
        </mc:Choice>
        <mc:Fallback>
          <p:pic>
            <p:nvPicPr>
              <p:cNvPr id="305" name="Ink 305">
                <a:extLst>
                  <a:ext uri="{FF2B5EF4-FFF2-40B4-BE49-F238E27FC236}">
                    <a16:creationId xmlns:a16="http://schemas.microsoft.com/office/drawing/2014/main" id="{184F4063-A6B2-C345-BA83-97E93B47D146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8072718" y="3749000"/>
                <a:ext cx="664920" cy="382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17992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87934D7-3E83-834F-BBB0-F34909489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600"/>
            <a:ext cx="9271000" cy="26416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1CFD8CF-7B0F-F743-9803-1B82F71B4468}"/>
                  </a:ext>
                </a:extLst>
              </p14:cNvPr>
              <p14:cNvContentPartPr/>
              <p14:nvPr/>
            </p14:nvContentPartPr>
            <p14:xfrm>
              <a:off x="2937410" y="883304"/>
              <a:ext cx="1938600" cy="554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1CFD8CF-7B0F-F743-9803-1B82F71B446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22290" y="868184"/>
                <a:ext cx="1968840" cy="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0" name="Ink 10">
                <a:extLst>
                  <a:ext uri="{FF2B5EF4-FFF2-40B4-BE49-F238E27FC236}">
                    <a16:creationId xmlns:a16="http://schemas.microsoft.com/office/drawing/2014/main" id="{B9831553-4F96-2346-9C3D-A47EDBF30E7D}"/>
                  </a:ext>
                </a:extLst>
              </p14:cNvPr>
              <p14:cNvContentPartPr/>
              <p14:nvPr/>
            </p14:nvContentPartPr>
            <p14:xfrm>
              <a:off x="3340610" y="182024"/>
              <a:ext cx="955440" cy="262800"/>
            </p14:xfrm>
          </p:contentPart>
        </mc:Choice>
        <mc:Fallback>
          <p:pic>
            <p:nvPicPr>
              <p:cNvPr id="10" name="Ink 10">
                <a:extLst>
                  <a:ext uri="{FF2B5EF4-FFF2-40B4-BE49-F238E27FC236}">
                    <a16:creationId xmlns:a16="http://schemas.microsoft.com/office/drawing/2014/main" id="{B9831553-4F96-2346-9C3D-A47EDBF30E7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25136" y="166904"/>
                <a:ext cx="985669" cy="29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85D5DFA-488E-3D41-A956-A69519B23396}"/>
                  </a:ext>
                </a:extLst>
              </p14:cNvPr>
              <p14:cNvContentPartPr/>
              <p14:nvPr/>
            </p14:nvContentPartPr>
            <p14:xfrm>
              <a:off x="5847290" y="872144"/>
              <a:ext cx="2054520" cy="666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85D5DFA-488E-3D41-A956-A69519B2339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832170" y="857024"/>
                <a:ext cx="2085120" cy="9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8" name="Ink 18">
                <a:extLst>
                  <a:ext uri="{FF2B5EF4-FFF2-40B4-BE49-F238E27FC236}">
                    <a16:creationId xmlns:a16="http://schemas.microsoft.com/office/drawing/2014/main" id="{63192156-12B8-8543-B0F3-B029B1FBAFA2}"/>
                  </a:ext>
                </a:extLst>
              </p14:cNvPr>
              <p14:cNvContentPartPr/>
              <p14:nvPr/>
            </p14:nvContentPartPr>
            <p14:xfrm>
              <a:off x="6267050" y="182024"/>
              <a:ext cx="789840" cy="193680"/>
            </p14:xfrm>
          </p:contentPart>
        </mc:Choice>
        <mc:Fallback>
          <p:pic>
            <p:nvPicPr>
              <p:cNvPr id="18" name="Ink 18">
                <a:extLst>
                  <a:ext uri="{FF2B5EF4-FFF2-40B4-BE49-F238E27FC236}">
                    <a16:creationId xmlns:a16="http://schemas.microsoft.com/office/drawing/2014/main" id="{63192156-12B8-8543-B0F3-B029B1FBAFA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251570" y="166904"/>
                <a:ext cx="82044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2" name="Ink 22">
                <a:extLst>
                  <a:ext uri="{FF2B5EF4-FFF2-40B4-BE49-F238E27FC236}">
                    <a16:creationId xmlns:a16="http://schemas.microsoft.com/office/drawing/2014/main" id="{57F44AC9-6666-3D48-A16A-8B3FFD37FB4A}"/>
                  </a:ext>
                </a:extLst>
              </p14:cNvPr>
              <p14:cNvContentPartPr/>
              <p14:nvPr/>
            </p14:nvContentPartPr>
            <p14:xfrm>
              <a:off x="181970" y="2821544"/>
              <a:ext cx="253800" cy="293040"/>
            </p14:xfrm>
          </p:contentPart>
        </mc:Choice>
        <mc:Fallback>
          <p:pic>
            <p:nvPicPr>
              <p:cNvPr id="22" name="Ink 22">
                <a:extLst>
                  <a:ext uri="{FF2B5EF4-FFF2-40B4-BE49-F238E27FC236}">
                    <a16:creationId xmlns:a16="http://schemas.microsoft.com/office/drawing/2014/main" id="{57F44AC9-6666-3D48-A16A-8B3FFD37FB4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66850" y="2806064"/>
                <a:ext cx="284400" cy="32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9" name="Ink 29">
                <a:extLst>
                  <a:ext uri="{FF2B5EF4-FFF2-40B4-BE49-F238E27FC236}">
                    <a16:creationId xmlns:a16="http://schemas.microsoft.com/office/drawing/2014/main" id="{DB0ED909-0351-D64D-AF82-36B94DD86425}"/>
                  </a:ext>
                </a:extLst>
              </p14:cNvPr>
              <p14:cNvContentPartPr/>
              <p14:nvPr/>
            </p14:nvContentPartPr>
            <p14:xfrm>
              <a:off x="866690" y="2760704"/>
              <a:ext cx="1137600" cy="204120"/>
            </p14:xfrm>
          </p:contentPart>
        </mc:Choice>
        <mc:Fallback>
          <p:pic>
            <p:nvPicPr>
              <p:cNvPr id="29" name="Ink 29">
                <a:extLst>
                  <a:ext uri="{FF2B5EF4-FFF2-40B4-BE49-F238E27FC236}">
                    <a16:creationId xmlns:a16="http://schemas.microsoft.com/office/drawing/2014/main" id="{DB0ED909-0351-D64D-AF82-36B94DD8642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51575" y="2745584"/>
                <a:ext cx="116783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5D7EE617-BF08-BA4B-B175-3E7B3521C401}"/>
                  </a:ext>
                </a:extLst>
              </p14:cNvPr>
              <p14:cNvContentPartPr/>
              <p14:nvPr/>
            </p14:nvContentPartPr>
            <p14:xfrm>
              <a:off x="4842530" y="2451464"/>
              <a:ext cx="364680" cy="381600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5D7EE617-BF08-BA4B-B175-3E7B3521C40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827050" y="2436344"/>
                <a:ext cx="395280" cy="38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52" name="Ink 52">
                <a:extLst>
                  <a:ext uri="{FF2B5EF4-FFF2-40B4-BE49-F238E27FC236}">
                    <a16:creationId xmlns:a16="http://schemas.microsoft.com/office/drawing/2014/main" id="{E72D381B-CC86-F84E-8049-A5595D698082}"/>
                  </a:ext>
                </a:extLst>
              </p14:cNvPr>
              <p14:cNvContentPartPr/>
              <p14:nvPr/>
            </p14:nvContentPartPr>
            <p14:xfrm>
              <a:off x="546650" y="2627504"/>
              <a:ext cx="3644640" cy="790560"/>
            </p14:xfrm>
          </p:contentPart>
        </mc:Choice>
        <mc:Fallback>
          <p:pic>
            <p:nvPicPr>
              <p:cNvPr id="52" name="Ink 52">
                <a:extLst>
                  <a:ext uri="{FF2B5EF4-FFF2-40B4-BE49-F238E27FC236}">
                    <a16:creationId xmlns:a16="http://schemas.microsoft.com/office/drawing/2014/main" id="{E72D381B-CC86-F84E-8049-A5595D698082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31170" y="2612384"/>
                <a:ext cx="3675240" cy="82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68" name="Ink 68">
                <a:extLst>
                  <a:ext uri="{FF2B5EF4-FFF2-40B4-BE49-F238E27FC236}">
                    <a16:creationId xmlns:a16="http://schemas.microsoft.com/office/drawing/2014/main" id="{A3CED566-D965-DA41-8820-BFC0A51B335F}"/>
                  </a:ext>
                </a:extLst>
              </p14:cNvPr>
              <p14:cNvContentPartPr/>
              <p14:nvPr/>
            </p14:nvContentPartPr>
            <p14:xfrm>
              <a:off x="640250" y="3483944"/>
              <a:ext cx="3378960" cy="447120"/>
            </p14:xfrm>
          </p:contentPart>
        </mc:Choice>
        <mc:Fallback>
          <p:pic>
            <p:nvPicPr>
              <p:cNvPr id="68" name="Ink 68">
                <a:extLst>
                  <a:ext uri="{FF2B5EF4-FFF2-40B4-BE49-F238E27FC236}">
                    <a16:creationId xmlns:a16="http://schemas.microsoft.com/office/drawing/2014/main" id="{A3CED566-D965-DA41-8820-BFC0A51B335F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25130" y="3468824"/>
                <a:ext cx="3409560" cy="47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74" name="Ink 74">
                <a:extLst>
                  <a:ext uri="{FF2B5EF4-FFF2-40B4-BE49-F238E27FC236}">
                    <a16:creationId xmlns:a16="http://schemas.microsoft.com/office/drawing/2014/main" id="{541EFC37-32C8-B54C-A25A-9FFD78A7CC71}"/>
                  </a:ext>
                </a:extLst>
              </p14:cNvPr>
              <p14:cNvContentPartPr/>
              <p14:nvPr/>
            </p14:nvContentPartPr>
            <p14:xfrm>
              <a:off x="646370" y="3981104"/>
              <a:ext cx="1026720" cy="342720"/>
            </p14:xfrm>
          </p:contentPart>
        </mc:Choice>
        <mc:Fallback>
          <p:pic>
            <p:nvPicPr>
              <p:cNvPr id="74" name="Ink 74">
                <a:extLst>
                  <a:ext uri="{FF2B5EF4-FFF2-40B4-BE49-F238E27FC236}">
                    <a16:creationId xmlns:a16="http://schemas.microsoft.com/office/drawing/2014/main" id="{541EFC37-32C8-B54C-A25A-9FFD78A7CC71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31250" y="3965624"/>
                <a:ext cx="1057320" cy="37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82" name="Ink 82">
                <a:extLst>
                  <a:ext uri="{FF2B5EF4-FFF2-40B4-BE49-F238E27FC236}">
                    <a16:creationId xmlns:a16="http://schemas.microsoft.com/office/drawing/2014/main" id="{2EBD4EEA-D48A-BC4F-9ECB-3C296CFF00A5}"/>
                  </a:ext>
                </a:extLst>
              </p14:cNvPr>
              <p14:cNvContentPartPr/>
              <p14:nvPr/>
            </p14:nvContentPartPr>
            <p14:xfrm>
              <a:off x="1915730" y="3931784"/>
              <a:ext cx="1167840" cy="430560"/>
            </p14:xfrm>
          </p:contentPart>
        </mc:Choice>
        <mc:Fallback>
          <p:pic>
            <p:nvPicPr>
              <p:cNvPr id="82" name="Ink 82">
                <a:extLst>
                  <a:ext uri="{FF2B5EF4-FFF2-40B4-BE49-F238E27FC236}">
                    <a16:creationId xmlns:a16="http://schemas.microsoft.com/office/drawing/2014/main" id="{2EBD4EEA-D48A-BC4F-9ECB-3C296CFF00A5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900610" y="3916664"/>
                <a:ext cx="1198440" cy="46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87" name="Ink 87">
                <a:extLst>
                  <a:ext uri="{FF2B5EF4-FFF2-40B4-BE49-F238E27FC236}">
                    <a16:creationId xmlns:a16="http://schemas.microsoft.com/office/drawing/2014/main" id="{02F19F18-AC32-F54F-BE2E-C691123C43DC}"/>
                  </a:ext>
                </a:extLst>
              </p14:cNvPr>
              <p14:cNvContentPartPr/>
              <p14:nvPr/>
            </p14:nvContentPartPr>
            <p14:xfrm>
              <a:off x="3511610" y="3840344"/>
              <a:ext cx="983520" cy="519480"/>
            </p14:xfrm>
          </p:contentPart>
        </mc:Choice>
        <mc:Fallback>
          <p:pic>
            <p:nvPicPr>
              <p:cNvPr id="87" name="Ink 87">
                <a:extLst>
                  <a:ext uri="{FF2B5EF4-FFF2-40B4-BE49-F238E27FC236}">
                    <a16:creationId xmlns:a16="http://schemas.microsoft.com/office/drawing/2014/main" id="{02F19F18-AC32-F54F-BE2E-C691123C43DC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496484" y="3825224"/>
                <a:ext cx="1014131" cy="55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106" name="Ink 106">
                <a:extLst>
                  <a:ext uri="{FF2B5EF4-FFF2-40B4-BE49-F238E27FC236}">
                    <a16:creationId xmlns:a16="http://schemas.microsoft.com/office/drawing/2014/main" id="{D751467A-C19C-1A4C-852C-E250041086ED}"/>
                  </a:ext>
                </a:extLst>
              </p14:cNvPr>
              <p14:cNvContentPartPr/>
              <p14:nvPr/>
            </p14:nvContentPartPr>
            <p14:xfrm>
              <a:off x="181970" y="4875344"/>
              <a:ext cx="1568520" cy="751320"/>
            </p14:xfrm>
          </p:contentPart>
        </mc:Choice>
        <mc:Fallback>
          <p:pic>
            <p:nvPicPr>
              <p:cNvPr id="106" name="Ink 106">
                <a:extLst>
                  <a:ext uri="{FF2B5EF4-FFF2-40B4-BE49-F238E27FC236}">
                    <a16:creationId xmlns:a16="http://schemas.microsoft.com/office/drawing/2014/main" id="{D751467A-C19C-1A4C-852C-E250041086ED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66850" y="4860224"/>
                <a:ext cx="1599120" cy="78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112" name="Ink 112">
                <a:extLst>
                  <a:ext uri="{FF2B5EF4-FFF2-40B4-BE49-F238E27FC236}">
                    <a16:creationId xmlns:a16="http://schemas.microsoft.com/office/drawing/2014/main" id="{7D97AE2B-B159-6743-BB79-86DB2C0E45A7}"/>
                  </a:ext>
                </a:extLst>
              </p14:cNvPr>
              <p14:cNvContentPartPr/>
              <p14:nvPr/>
            </p14:nvContentPartPr>
            <p14:xfrm>
              <a:off x="767330" y="4908824"/>
              <a:ext cx="215640" cy="922320"/>
            </p14:xfrm>
          </p:contentPart>
        </mc:Choice>
        <mc:Fallback>
          <p:pic>
            <p:nvPicPr>
              <p:cNvPr id="112" name="Ink 112">
                <a:extLst>
                  <a:ext uri="{FF2B5EF4-FFF2-40B4-BE49-F238E27FC236}">
                    <a16:creationId xmlns:a16="http://schemas.microsoft.com/office/drawing/2014/main" id="{7D97AE2B-B159-6743-BB79-86DB2C0E45A7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52210" y="4893344"/>
                <a:ext cx="246240" cy="9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121" name="Ink 121">
                <a:extLst>
                  <a:ext uri="{FF2B5EF4-FFF2-40B4-BE49-F238E27FC236}">
                    <a16:creationId xmlns:a16="http://schemas.microsoft.com/office/drawing/2014/main" id="{DA732758-906B-2446-8AD8-0DEC26EC9907}"/>
                  </a:ext>
                </a:extLst>
              </p14:cNvPr>
              <p14:cNvContentPartPr/>
              <p14:nvPr/>
            </p14:nvContentPartPr>
            <p14:xfrm>
              <a:off x="1413530" y="5311664"/>
              <a:ext cx="320400" cy="513720"/>
            </p14:xfrm>
          </p:contentPart>
        </mc:Choice>
        <mc:Fallback>
          <p:pic>
            <p:nvPicPr>
              <p:cNvPr id="121" name="Ink 121">
                <a:extLst>
                  <a:ext uri="{FF2B5EF4-FFF2-40B4-BE49-F238E27FC236}">
                    <a16:creationId xmlns:a16="http://schemas.microsoft.com/office/drawing/2014/main" id="{DA732758-906B-2446-8AD8-0DEC26EC9907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398067" y="5296544"/>
                <a:ext cx="350606" cy="54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131" name="Ink 131">
                <a:extLst>
                  <a:ext uri="{FF2B5EF4-FFF2-40B4-BE49-F238E27FC236}">
                    <a16:creationId xmlns:a16="http://schemas.microsoft.com/office/drawing/2014/main" id="{B7A3FC0D-DDF5-264B-B9CC-CAF233122927}"/>
                  </a:ext>
                </a:extLst>
              </p14:cNvPr>
              <p14:cNvContentPartPr/>
              <p14:nvPr/>
            </p14:nvContentPartPr>
            <p14:xfrm>
              <a:off x="2274650" y="4328864"/>
              <a:ext cx="1364400" cy="425520"/>
            </p14:xfrm>
          </p:contentPart>
        </mc:Choice>
        <mc:Fallback>
          <p:pic>
            <p:nvPicPr>
              <p:cNvPr id="131" name="Ink 131">
                <a:extLst>
                  <a:ext uri="{FF2B5EF4-FFF2-40B4-BE49-F238E27FC236}">
                    <a16:creationId xmlns:a16="http://schemas.microsoft.com/office/drawing/2014/main" id="{B7A3FC0D-DDF5-264B-B9CC-CAF233122927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2259530" y="4313744"/>
                <a:ext cx="1394640" cy="45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135" name="Ink 135">
                <a:extLst>
                  <a:ext uri="{FF2B5EF4-FFF2-40B4-BE49-F238E27FC236}">
                    <a16:creationId xmlns:a16="http://schemas.microsoft.com/office/drawing/2014/main" id="{6205F584-1E99-C744-B31C-742DEF73568B}"/>
                  </a:ext>
                </a:extLst>
              </p14:cNvPr>
              <p14:cNvContentPartPr/>
              <p14:nvPr/>
            </p14:nvContentPartPr>
            <p14:xfrm>
              <a:off x="2550770" y="5024744"/>
              <a:ext cx="110880" cy="105120"/>
            </p14:xfrm>
          </p:contentPart>
        </mc:Choice>
        <mc:Fallback>
          <p:pic>
            <p:nvPicPr>
              <p:cNvPr id="135" name="Ink 135">
                <a:extLst>
                  <a:ext uri="{FF2B5EF4-FFF2-40B4-BE49-F238E27FC236}">
                    <a16:creationId xmlns:a16="http://schemas.microsoft.com/office/drawing/2014/main" id="{6205F584-1E99-C744-B31C-742DEF73568B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2535650" y="5009264"/>
                <a:ext cx="14112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139" name="Ink 139">
                <a:extLst>
                  <a:ext uri="{FF2B5EF4-FFF2-40B4-BE49-F238E27FC236}">
                    <a16:creationId xmlns:a16="http://schemas.microsoft.com/office/drawing/2014/main" id="{B4352F21-9518-2541-88A0-A8DC5CD555FD}"/>
                  </a:ext>
                </a:extLst>
              </p14:cNvPr>
              <p14:cNvContentPartPr/>
              <p14:nvPr/>
            </p14:nvContentPartPr>
            <p14:xfrm>
              <a:off x="2882330" y="4930784"/>
              <a:ext cx="154800" cy="237960"/>
            </p14:xfrm>
          </p:contentPart>
        </mc:Choice>
        <mc:Fallback>
          <p:pic>
            <p:nvPicPr>
              <p:cNvPr id="139" name="Ink 139">
                <a:extLst>
                  <a:ext uri="{FF2B5EF4-FFF2-40B4-BE49-F238E27FC236}">
                    <a16:creationId xmlns:a16="http://schemas.microsoft.com/office/drawing/2014/main" id="{B4352F21-9518-2541-88A0-A8DC5CD555FD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2866850" y="4915304"/>
                <a:ext cx="185400" cy="26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143" name="Ink 143">
                <a:extLst>
                  <a:ext uri="{FF2B5EF4-FFF2-40B4-BE49-F238E27FC236}">
                    <a16:creationId xmlns:a16="http://schemas.microsoft.com/office/drawing/2014/main" id="{334DEC25-75EA-2742-992F-7CA93C12CB8F}"/>
                  </a:ext>
                </a:extLst>
              </p14:cNvPr>
              <p14:cNvContentPartPr/>
              <p14:nvPr/>
            </p14:nvContentPartPr>
            <p14:xfrm>
              <a:off x="3141530" y="4958504"/>
              <a:ext cx="265320" cy="237960"/>
            </p14:xfrm>
          </p:contentPart>
        </mc:Choice>
        <mc:Fallback>
          <p:pic>
            <p:nvPicPr>
              <p:cNvPr id="143" name="Ink 143">
                <a:extLst>
                  <a:ext uri="{FF2B5EF4-FFF2-40B4-BE49-F238E27FC236}">
                    <a16:creationId xmlns:a16="http://schemas.microsoft.com/office/drawing/2014/main" id="{334DEC25-75EA-2742-992F-7CA93C12CB8F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3126410" y="4943024"/>
                <a:ext cx="295920" cy="26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147" name="Ink 147">
                <a:extLst>
                  <a:ext uri="{FF2B5EF4-FFF2-40B4-BE49-F238E27FC236}">
                    <a16:creationId xmlns:a16="http://schemas.microsoft.com/office/drawing/2014/main" id="{08C8144D-4056-A04D-BE78-8C194863BE28}"/>
                  </a:ext>
                </a:extLst>
              </p14:cNvPr>
              <p14:cNvContentPartPr/>
              <p14:nvPr/>
            </p14:nvContentPartPr>
            <p14:xfrm>
              <a:off x="3506210" y="4925384"/>
              <a:ext cx="248760" cy="204480"/>
            </p14:xfrm>
          </p:contentPart>
        </mc:Choice>
        <mc:Fallback>
          <p:pic>
            <p:nvPicPr>
              <p:cNvPr id="147" name="Ink 147">
                <a:extLst>
                  <a:ext uri="{FF2B5EF4-FFF2-40B4-BE49-F238E27FC236}">
                    <a16:creationId xmlns:a16="http://schemas.microsoft.com/office/drawing/2014/main" id="{08C8144D-4056-A04D-BE78-8C194863BE28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490730" y="4909931"/>
                <a:ext cx="279360" cy="2346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159" name="Ink 159">
                <a:extLst>
                  <a:ext uri="{FF2B5EF4-FFF2-40B4-BE49-F238E27FC236}">
                    <a16:creationId xmlns:a16="http://schemas.microsoft.com/office/drawing/2014/main" id="{E6C1EC3C-DD7E-C546-ABB1-5A4B20DB134B}"/>
                  </a:ext>
                </a:extLst>
              </p14:cNvPr>
              <p14:cNvContentPartPr/>
              <p14:nvPr/>
            </p14:nvContentPartPr>
            <p14:xfrm>
              <a:off x="2633570" y="4908824"/>
              <a:ext cx="1364400" cy="662760"/>
            </p14:xfrm>
          </p:contentPart>
        </mc:Choice>
        <mc:Fallback>
          <p:pic>
            <p:nvPicPr>
              <p:cNvPr id="159" name="Ink 159">
                <a:extLst>
                  <a:ext uri="{FF2B5EF4-FFF2-40B4-BE49-F238E27FC236}">
                    <a16:creationId xmlns:a16="http://schemas.microsoft.com/office/drawing/2014/main" id="{E6C1EC3C-DD7E-C546-ABB1-5A4B20DB134B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2618450" y="4893352"/>
                <a:ext cx="1394640" cy="6929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182" name="Ink 186">
                <a:extLst>
                  <a:ext uri="{FF2B5EF4-FFF2-40B4-BE49-F238E27FC236}">
                    <a16:creationId xmlns:a16="http://schemas.microsoft.com/office/drawing/2014/main" id="{4A7D0562-315E-EB42-9070-FD0F29FBF794}"/>
                  </a:ext>
                </a:extLst>
              </p14:cNvPr>
              <p14:cNvContentPartPr/>
              <p14:nvPr/>
            </p14:nvContentPartPr>
            <p14:xfrm>
              <a:off x="4196330" y="5709464"/>
              <a:ext cx="337320" cy="292680"/>
            </p14:xfrm>
          </p:contentPart>
        </mc:Choice>
        <mc:Fallback>
          <p:pic>
            <p:nvPicPr>
              <p:cNvPr id="182" name="Ink 186">
                <a:extLst>
                  <a:ext uri="{FF2B5EF4-FFF2-40B4-BE49-F238E27FC236}">
                    <a16:creationId xmlns:a16="http://schemas.microsoft.com/office/drawing/2014/main" id="{4A7D0562-315E-EB42-9070-FD0F29FBF794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4181210" y="5694003"/>
                <a:ext cx="367560" cy="3232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183" name="Ink 187">
                <a:extLst>
                  <a:ext uri="{FF2B5EF4-FFF2-40B4-BE49-F238E27FC236}">
                    <a16:creationId xmlns:a16="http://schemas.microsoft.com/office/drawing/2014/main" id="{C736FCF0-5635-1E45-946E-D5A3C7316F31}"/>
                  </a:ext>
                </a:extLst>
              </p14:cNvPr>
              <p14:cNvContentPartPr/>
              <p14:nvPr/>
            </p14:nvContentPartPr>
            <p14:xfrm>
              <a:off x="3450770" y="5776784"/>
              <a:ext cx="524880" cy="402120"/>
            </p14:xfrm>
          </p:contentPart>
        </mc:Choice>
        <mc:Fallback>
          <p:pic>
            <p:nvPicPr>
              <p:cNvPr id="183" name="Ink 187">
                <a:extLst>
                  <a:ext uri="{FF2B5EF4-FFF2-40B4-BE49-F238E27FC236}">
                    <a16:creationId xmlns:a16="http://schemas.microsoft.com/office/drawing/2014/main" id="{C736FCF0-5635-1E45-946E-D5A3C7316F31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3435650" y="5761664"/>
                <a:ext cx="555480" cy="43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184" name="Ink 188">
                <a:extLst>
                  <a:ext uri="{FF2B5EF4-FFF2-40B4-BE49-F238E27FC236}">
                    <a16:creationId xmlns:a16="http://schemas.microsoft.com/office/drawing/2014/main" id="{96A5750F-E0DE-7A47-80B2-52A1879CDFDA}"/>
                  </a:ext>
                </a:extLst>
              </p14:cNvPr>
              <p14:cNvContentPartPr/>
              <p14:nvPr/>
            </p14:nvContentPartPr>
            <p14:xfrm>
              <a:off x="2586410" y="5908184"/>
              <a:ext cx="649440" cy="182520"/>
            </p14:xfrm>
          </p:contentPart>
        </mc:Choice>
        <mc:Fallback>
          <p:pic>
            <p:nvPicPr>
              <p:cNvPr id="184" name="Ink 188">
                <a:extLst>
                  <a:ext uri="{FF2B5EF4-FFF2-40B4-BE49-F238E27FC236}">
                    <a16:creationId xmlns:a16="http://schemas.microsoft.com/office/drawing/2014/main" id="{96A5750F-E0DE-7A47-80B2-52A1879CDFDA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2571290" y="5892704"/>
                <a:ext cx="68004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185" name="Ink 189">
                <a:extLst>
                  <a:ext uri="{FF2B5EF4-FFF2-40B4-BE49-F238E27FC236}">
                    <a16:creationId xmlns:a16="http://schemas.microsoft.com/office/drawing/2014/main" id="{042B03E8-9111-8140-B1B5-ECFAC8559168}"/>
                  </a:ext>
                </a:extLst>
              </p14:cNvPr>
              <p14:cNvContentPartPr/>
              <p14:nvPr/>
            </p14:nvContentPartPr>
            <p14:xfrm>
              <a:off x="1004930" y="5875064"/>
              <a:ext cx="1374840" cy="436680"/>
            </p14:xfrm>
          </p:contentPart>
        </mc:Choice>
        <mc:Fallback>
          <p:pic>
            <p:nvPicPr>
              <p:cNvPr id="185" name="Ink 189">
                <a:extLst>
                  <a:ext uri="{FF2B5EF4-FFF2-40B4-BE49-F238E27FC236}">
                    <a16:creationId xmlns:a16="http://schemas.microsoft.com/office/drawing/2014/main" id="{042B03E8-9111-8140-B1B5-ECFAC8559168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989454" y="5859584"/>
                <a:ext cx="1405432" cy="46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186" name="Ink 190">
                <a:extLst>
                  <a:ext uri="{FF2B5EF4-FFF2-40B4-BE49-F238E27FC236}">
                    <a16:creationId xmlns:a16="http://schemas.microsoft.com/office/drawing/2014/main" id="{701DFFE7-8661-8149-92FE-3E1DA72C9616}"/>
                  </a:ext>
                </a:extLst>
              </p14:cNvPr>
              <p14:cNvContentPartPr/>
              <p14:nvPr/>
            </p14:nvContentPartPr>
            <p14:xfrm>
              <a:off x="281330" y="5996384"/>
              <a:ext cx="430920" cy="281880"/>
            </p14:xfrm>
          </p:contentPart>
        </mc:Choice>
        <mc:Fallback>
          <p:pic>
            <p:nvPicPr>
              <p:cNvPr id="186" name="Ink 190">
                <a:extLst>
                  <a:ext uri="{FF2B5EF4-FFF2-40B4-BE49-F238E27FC236}">
                    <a16:creationId xmlns:a16="http://schemas.microsoft.com/office/drawing/2014/main" id="{701DFFE7-8661-8149-92FE-3E1DA72C9616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266210" y="5981264"/>
                <a:ext cx="461520" cy="31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194" name="Ink 194">
                <a:extLst>
                  <a:ext uri="{FF2B5EF4-FFF2-40B4-BE49-F238E27FC236}">
                    <a16:creationId xmlns:a16="http://schemas.microsoft.com/office/drawing/2014/main" id="{B0E546EE-BEF8-194F-B8E0-32E89AF33557}"/>
                  </a:ext>
                </a:extLst>
              </p14:cNvPr>
              <p14:cNvContentPartPr/>
              <p14:nvPr/>
            </p14:nvContentPartPr>
            <p14:xfrm>
              <a:off x="469250" y="6399584"/>
              <a:ext cx="243360" cy="199080"/>
            </p14:xfrm>
          </p:contentPart>
        </mc:Choice>
        <mc:Fallback>
          <p:pic>
            <p:nvPicPr>
              <p:cNvPr id="194" name="Ink 194">
                <a:extLst>
                  <a:ext uri="{FF2B5EF4-FFF2-40B4-BE49-F238E27FC236}">
                    <a16:creationId xmlns:a16="http://schemas.microsoft.com/office/drawing/2014/main" id="{B0E546EE-BEF8-194F-B8E0-32E89AF33557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453770" y="6384104"/>
                <a:ext cx="273960" cy="22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77188435-4B4F-0B47-B67B-D76143E877B0}"/>
                  </a:ext>
                </a:extLst>
              </p14:cNvPr>
              <p14:cNvContentPartPr/>
              <p14:nvPr/>
            </p14:nvContentPartPr>
            <p14:xfrm>
              <a:off x="1038050" y="6433424"/>
              <a:ext cx="105120" cy="143280"/>
            </p14:xfrm>
          </p:contentPart>
        </mc:Choice>
        <mc:Fallback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77188435-4B4F-0B47-B67B-D76143E877B0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1022570" y="6417944"/>
                <a:ext cx="13572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202" name="Ink 202">
                <a:extLst>
                  <a:ext uri="{FF2B5EF4-FFF2-40B4-BE49-F238E27FC236}">
                    <a16:creationId xmlns:a16="http://schemas.microsoft.com/office/drawing/2014/main" id="{79936F26-A800-304B-864D-3ECBF2D0CA58}"/>
                  </a:ext>
                </a:extLst>
              </p14:cNvPr>
              <p14:cNvContentPartPr/>
              <p14:nvPr/>
            </p14:nvContentPartPr>
            <p14:xfrm>
              <a:off x="1275290" y="6361424"/>
              <a:ext cx="629640" cy="220680"/>
            </p14:xfrm>
          </p:contentPart>
        </mc:Choice>
        <mc:Fallback>
          <p:pic>
            <p:nvPicPr>
              <p:cNvPr id="202" name="Ink 202">
                <a:extLst>
                  <a:ext uri="{FF2B5EF4-FFF2-40B4-BE49-F238E27FC236}">
                    <a16:creationId xmlns:a16="http://schemas.microsoft.com/office/drawing/2014/main" id="{79936F26-A800-304B-864D-3ECBF2D0CA58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1260179" y="6346304"/>
                <a:ext cx="659863" cy="25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206" name="Ink 206">
                <a:extLst>
                  <a:ext uri="{FF2B5EF4-FFF2-40B4-BE49-F238E27FC236}">
                    <a16:creationId xmlns:a16="http://schemas.microsoft.com/office/drawing/2014/main" id="{E065B639-727A-B446-B63A-8236C369CFA5}"/>
                  </a:ext>
                </a:extLst>
              </p14:cNvPr>
              <p14:cNvContentPartPr/>
              <p14:nvPr/>
            </p14:nvContentPartPr>
            <p14:xfrm>
              <a:off x="5112890" y="2419424"/>
              <a:ext cx="271080" cy="352440"/>
            </p14:xfrm>
          </p:contentPart>
        </mc:Choice>
        <mc:Fallback>
          <p:pic>
            <p:nvPicPr>
              <p:cNvPr id="206" name="Ink 206">
                <a:extLst>
                  <a:ext uri="{FF2B5EF4-FFF2-40B4-BE49-F238E27FC236}">
                    <a16:creationId xmlns:a16="http://schemas.microsoft.com/office/drawing/2014/main" id="{E065B639-727A-B446-B63A-8236C369CFA5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5097770" y="2404304"/>
                <a:ext cx="301320" cy="38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216" name="Ink 216">
                <a:extLst>
                  <a:ext uri="{FF2B5EF4-FFF2-40B4-BE49-F238E27FC236}">
                    <a16:creationId xmlns:a16="http://schemas.microsoft.com/office/drawing/2014/main" id="{8D56D4EC-20A2-6D4E-81EC-AD770DF37BFA}"/>
                  </a:ext>
                </a:extLst>
              </p14:cNvPr>
              <p14:cNvContentPartPr/>
              <p14:nvPr/>
            </p14:nvContentPartPr>
            <p14:xfrm>
              <a:off x="2120210" y="6261344"/>
              <a:ext cx="1071360" cy="447480"/>
            </p14:xfrm>
          </p:contentPart>
        </mc:Choice>
        <mc:Fallback>
          <p:pic>
            <p:nvPicPr>
              <p:cNvPr id="216" name="Ink 216">
                <a:extLst>
                  <a:ext uri="{FF2B5EF4-FFF2-40B4-BE49-F238E27FC236}">
                    <a16:creationId xmlns:a16="http://schemas.microsoft.com/office/drawing/2014/main" id="{8D56D4EC-20A2-6D4E-81EC-AD770DF37BFA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2105095" y="6246224"/>
                <a:ext cx="1101590" cy="47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220" name="Ink 220">
                <a:extLst>
                  <a:ext uri="{FF2B5EF4-FFF2-40B4-BE49-F238E27FC236}">
                    <a16:creationId xmlns:a16="http://schemas.microsoft.com/office/drawing/2014/main" id="{56310FF2-5C71-B843-90DB-1F243CC030A7}"/>
                  </a:ext>
                </a:extLst>
              </p14:cNvPr>
              <p14:cNvContentPartPr/>
              <p14:nvPr/>
            </p14:nvContentPartPr>
            <p14:xfrm>
              <a:off x="5205550" y="2580247"/>
              <a:ext cx="1697400" cy="730800"/>
            </p14:xfrm>
          </p:contentPart>
        </mc:Choice>
        <mc:Fallback>
          <p:pic>
            <p:nvPicPr>
              <p:cNvPr id="220" name="Ink 220">
                <a:extLst>
                  <a:ext uri="{FF2B5EF4-FFF2-40B4-BE49-F238E27FC236}">
                    <a16:creationId xmlns:a16="http://schemas.microsoft.com/office/drawing/2014/main" id="{56310FF2-5C71-B843-90DB-1F243CC030A7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5190430" y="2565127"/>
                <a:ext cx="1728000" cy="76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232" name="Ink 232">
                <a:extLst>
                  <a:ext uri="{FF2B5EF4-FFF2-40B4-BE49-F238E27FC236}">
                    <a16:creationId xmlns:a16="http://schemas.microsoft.com/office/drawing/2014/main" id="{E32321D3-E81A-D64D-A9DF-79AA6F114A99}"/>
                  </a:ext>
                </a:extLst>
              </p14:cNvPr>
              <p14:cNvContentPartPr/>
              <p14:nvPr/>
            </p14:nvContentPartPr>
            <p14:xfrm>
              <a:off x="5582110" y="2456767"/>
              <a:ext cx="893880" cy="809640"/>
            </p14:xfrm>
          </p:contentPart>
        </mc:Choice>
        <mc:Fallback>
          <p:pic>
            <p:nvPicPr>
              <p:cNvPr id="232" name="Ink 232">
                <a:extLst>
                  <a:ext uri="{FF2B5EF4-FFF2-40B4-BE49-F238E27FC236}">
                    <a16:creationId xmlns:a16="http://schemas.microsoft.com/office/drawing/2014/main" id="{E32321D3-E81A-D64D-A9DF-79AA6F114A99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5566990" y="2441287"/>
                <a:ext cx="924480" cy="83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238" name="Ink 238">
                <a:extLst>
                  <a:ext uri="{FF2B5EF4-FFF2-40B4-BE49-F238E27FC236}">
                    <a16:creationId xmlns:a16="http://schemas.microsoft.com/office/drawing/2014/main" id="{16C314E9-C53F-004D-A002-23AE5A5D8717}"/>
                  </a:ext>
                </a:extLst>
              </p14:cNvPr>
              <p14:cNvContentPartPr/>
              <p14:nvPr/>
            </p14:nvContentPartPr>
            <p14:xfrm>
              <a:off x="5868670" y="3344527"/>
              <a:ext cx="354600" cy="191520"/>
            </p14:xfrm>
          </p:contentPart>
        </mc:Choice>
        <mc:Fallback>
          <p:pic>
            <p:nvPicPr>
              <p:cNvPr id="238" name="Ink 238">
                <a:extLst>
                  <a:ext uri="{FF2B5EF4-FFF2-40B4-BE49-F238E27FC236}">
                    <a16:creationId xmlns:a16="http://schemas.microsoft.com/office/drawing/2014/main" id="{16C314E9-C53F-004D-A002-23AE5A5D8717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5853535" y="3329407"/>
                <a:ext cx="385231" cy="2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242" name="Ink 242">
                <a:extLst>
                  <a:ext uri="{FF2B5EF4-FFF2-40B4-BE49-F238E27FC236}">
                    <a16:creationId xmlns:a16="http://schemas.microsoft.com/office/drawing/2014/main" id="{12DC272F-CF3F-954E-BE47-873522D867BC}"/>
                  </a:ext>
                </a:extLst>
              </p14:cNvPr>
              <p14:cNvContentPartPr/>
              <p14:nvPr/>
            </p14:nvContentPartPr>
            <p14:xfrm>
              <a:off x="5486710" y="3350287"/>
              <a:ext cx="191520" cy="73440"/>
            </p14:xfrm>
          </p:contentPart>
        </mc:Choice>
        <mc:Fallback>
          <p:pic>
            <p:nvPicPr>
              <p:cNvPr id="242" name="Ink 242">
                <a:extLst>
                  <a:ext uri="{FF2B5EF4-FFF2-40B4-BE49-F238E27FC236}">
                    <a16:creationId xmlns:a16="http://schemas.microsoft.com/office/drawing/2014/main" id="{12DC272F-CF3F-954E-BE47-873522D867BC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5471590" y="3334807"/>
                <a:ext cx="221760" cy="10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2A7F1C59-3602-E347-8F3F-7AB791DA4CC2}"/>
                  </a:ext>
                </a:extLst>
              </p14:cNvPr>
              <p14:cNvContentPartPr/>
              <p14:nvPr/>
            </p14:nvContentPartPr>
            <p14:xfrm>
              <a:off x="5582110" y="3344527"/>
              <a:ext cx="140760" cy="173880"/>
            </p14:xfrm>
          </p:contentPart>
        </mc:Choice>
        <mc:Fallback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2A7F1C59-3602-E347-8F3F-7AB791DA4CC2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5566990" y="3329407"/>
                <a:ext cx="171360" cy="20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249" name="Ink 249">
                <a:extLst>
                  <a:ext uri="{FF2B5EF4-FFF2-40B4-BE49-F238E27FC236}">
                    <a16:creationId xmlns:a16="http://schemas.microsoft.com/office/drawing/2014/main" id="{2F95A48E-2890-D74E-B2FE-0BE6A4A385B4}"/>
                  </a:ext>
                </a:extLst>
              </p14:cNvPr>
              <p14:cNvContentPartPr/>
              <p14:nvPr/>
            </p14:nvContentPartPr>
            <p14:xfrm>
              <a:off x="7172590" y="2563327"/>
              <a:ext cx="337680" cy="308880"/>
            </p14:xfrm>
          </p:contentPart>
        </mc:Choice>
        <mc:Fallback>
          <p:pic>
            <p:nvPicPr>
              <p:cNvPr id="249" name="Ink 249">
                <a:extLst>
                  <a:ext uri="{FF2B5EF4-FFF2-40B4-BE49-F238E27FC236}">
                    <a16:creationId xmlns:a16="http://schemas.microsoft.com/office/drawing/2014/main" id="{2F95A48E-2890-D74E-B2FE-0BE6A4A385B4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7157110" y="2548207"/>
                <a:ext cx="367920" cy="33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255" name="Ink 255">
                <a:extLst>
                  <a:ext uri="{FF2B5EF4-FFF2-40B4-BE49-F238E27FC236}">
                    <a16:creationId xmlns:a16="http://schemas.microsoft.com/office/drawing/2014/main" id="{BE6F7D5C-AA72-0447-840A-4D413687B364}"/>
                  </a:ext>
                </a:extLst>
              </p14:cNvPr>
              <p14:cNvContentPartPr/>
              <p14:nvPr/>
            </p14:nvContentPartPr>
            <p14:xfrm>
              <a:off x="6122110" y="2304847"/>
              <a:ext cx="713520" cy="674640"/>
            </p14:xfrm>
          </p:contentPart>
        </mc:Choice>
        <mc:Fallback>
          <p:pic>
            <p:nvPicPr>
              <p:cNvPr id="255" name="Ink 255">
                <a:extLst>
                  <a:ext uri="{FF2B5EF4-FFF2-40B4-BE49-F238E27FC236}">
                    <a16:creationId xmlns:a16="http://schemas.microsoft.com/office/drawing/2014/main" id="{BE6F7D5C-AA72-0447-840A-4D413687B364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6106990" y="2289727"/>
                <a:ext cx="743760" cy="70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259" name="Ink 259">
                <a:extLst>
                  <a:ext uri="{FF2B5EF4-FFF2-40B4-BE49-F238E27FC236}">
                    <a16:creationId xmlns:a16="http://schemas.microsoft.com/office/drawing/2014/main" id="{452FF6C7-64F7-2347-AC6E-386B7CBBED07}"/>
                  </a:ext>
                </a:extLst>
              </p14:cNvPr>
              <p14:cNvContentPartPr/>
              <p14:nvPr/>
            </p14:nvContentPartPr>
            <p14:xfrm>
              <a:off x="7487230" y="2619487"/>
              <a:ext cx="168840" cy="169200"/>
            </p14:xfrm>
          </p:contentPart>
        </mc:Choice>
        <mc:Fallback>
          <p:pic>
            <p:nvPicPr>
              <p:cNvPr id="259" name="Ink 259">
                <a:extLst>
                  <a:ext uri="{FF2B5EF4-FFF2-40B4-BE49-F238E27FC236}">
                    <a16:creationId xmlns:a16="http://schemas.microsoft.com/office/drawing/2014/main" id="{452FF6C7-64F7-2347-AC6E-386B7CBBED07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7471750" y="2604335"/>
                <a:ext cx="199440" cy="1998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272" name="Ink 272">
                <a:extLst>
                  <a:ext uri="{FF2B5EF4-FFF2-40B4-BE49-F238E27FC236}">
                    <a16:creationId xmlns:a16="http://schemas.microsoft.com/office/drawing/2014/main" id="{5A989154-91BC-114C-B4FF-06C862A8CB7F}"/>
                  </a:ext>
                </a:extLst>
              </p14:cNvPr>
              <p14:cNvContentPartPr/>
              <p14:nvPr/>
            </p14:nvContentPartPr>
            <p14:xfrm>
              <a:off x="7745710" y="2467927"/>
              <a:ext cx="1360080" cy="365760"/>
            </p14:xfrm>
          </p:contentPart>
        </mc:Choice>
        <mc:Fallback>
          <p:pic>
            <p:nvPicPr>
              <p:cNvPr id="272" name="Ink 272">
                <a:extLst>
                  <a:ext uri="{FF2B5EF4-FFF2-40B4-BE49-F238E27FC236}">
                    <a16:creationId xmlns:a16="http://schemas.microsoft.com/office/drawing/2014/main" id="{5A989154-91BC-114C-B4FF-06C862A8CB7F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7730590" y="2452807"/>
                <a:ext cx="1390680" cy="39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279" name="Ink 279">
                <a:extLst>
                  <a:ext uri="{FF2B5EF4-FFF2-40B4-BE49-F238E27FC236}">
                    <a16:creationId xmlns:a16="http://schemas.microsoft.com/office/drawing/2014/main" id="{83D273DA-ECD1-A54E-BB5C-04A97A916B38}"/>
                  </a:ext>
                </a:extLst>
              </p14:cNvPr>
              <p14:cNvContentPartPr/>
              <p14:nvPr/>
            </p14:nvContentPartPr>
            <p14:xfrm>
              <a:off x="7723030" y="147007"/>
              <a:ext cx="821160" cy="247680"/>
            </p14:xfrm>
          </p:contentPart>
        </mc:Choice>
        <mc:Fallback>
          <p:pic>
            <p:nvPicPr>
              <p:cNvPr id="279" name="Ink 279">
                <a:extLst>
                  <a:ext uri="{FF2B5EF4-FFF2-40B4-BE49-F238E27FC236}">
                    <a16:creationId xmlns:a16="http://schemas.microsoft.com/office/drawing/2014/main" id="{83D273DA-ECD1-A54E-BB5C-04A97A916B38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7707903" y="131887"/>
                <a:ext cx="851773" cy="27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284" name="Ink 284">
                <a:extLst>
                  <a:ext uri="{FF2B5EF4-FFF2-40B4-BE49-F238E27FC236}">
                    <a16:creationId xmlns:a16="http://schemas.microsoft.com/office/drawing/2014/main" id="{9C90C639-0676-1040-81E0-B3709BA0CA21}"/>
                  </a:ext>
                </a:extLst>
              </p14:cNvPr>
              <p14:cNvContentPartPr/>
              <p14:nvPr/>
            </p14:nvContentPartPr>
            <p14:xfrm>
              <a:off x="8521150" y="220087"/>
              <a:ext cx="258840" cy="146520"/>
            </p14:xfrm>
          </p:contentPart>
        </mc:Choice>
        <mc:Fallback>
          <p:pic>
            <p:nvPicPr>
              <p:cNvPr id="284" name="Ink 284">
                <a:extLst>
                  <a:ext uri="{FF2B5EF4-FFF2-40B4-BE49-F238E27FC236}">
                    <a16:creationId xmlns:a16="http://schemas.microsoft.com/office/drawing/2014/main" id="{9C90C639-0676-1040-81E0-B3709BA0CA21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8506030" y="204967"/>
                <a:ext cx="289440" cy="17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291" name="Ink 291">
                <a:extLst>
                  <a:ext uri="{FF2B5EF4-FFF2-40B4-BE49-F238E27FC236}">
                    <a16:creationId xmlns:a16="http://schemas.microsoft.com/office/drawing/2014/main" id="{17A50952-EE80-8947-9E5B-F6A789852703}"/>
                  </a:ext>
                </a:extLst>
              </p14:cNvPr>
              <p14:cNvContentPartPr/>
              <p14:nvPr/>
            </p14:nvContentPartPr>
            <p14:xfrm>
              <a:off x="8729230" y="158167"/>
              <a:ext cx="472320" cy="292680"/>
            </p14:xfrm>
          </p:contentPart>
        </mc:Choice>
        <mc:Fallback>
          <p:pic>
            <p:nvPicPr>
              <p:cNvPr id="291" name="Ink 291">
                <a:extLst>
                  <a:ext uri="{FF2B5EF4-FFF2-40B4-BE49-F238E27FC236}">
                    <a16:creationId xmlns:a16="http://schemas.microsoft.com/office/drawing/2014/main" id="{17A50952-EE80-8947-9E5B-F6A789852703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8713750" y="143047"/>
                <a:ext cx="502920" cy="32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295" name="Ink 295">
                <a:extLst>
                  <a:ext uri="{FF2B5EF4-FFF2-40B4-BE49-F238E27FC236}">
                    <a16:creationId xmlns:a16="http://schemas.microsoft.com/office/drawing/2014/main" id="{7FFAE258-0758-7B4A-A67D-42A11C4F9387}"/>
                  </a:ext>
                </a:extLst>
              </p14:cNvPr>
              <p14:cNvContentPartPr/>
              <p14:nvPr/>
            </p14:nvContentPartPr>
            <p14:xfrm>
              <a:off x="7375270" y="3086047"/>
              <a:ext cx="252720" cy="270000"/>
            </p14:xfrm>
          </p:contentPart>
        </mc:Choice>
        <mc:Fallback>
          <p:pic>
            <p:nvPicPr>
              <p:cNvPr id="295" name="Ink 295">
                <a:extLst>
                  <a:ext uri="{FF2B5EF4-FFF2-40B4-BE49-F238E27FC236}">
                    <a16:creationId xmlns:a16="http://schemas.microsoft.com/office/drawing/2014/main" id="{7FFAE258-0758-7B4A-A67D-42A11C4F9387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7360150" y="3070927"/>
                <a:ext cx="282960" cy="30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1">
            <p14:nvContentPartPr>
              <p14:cNvPr id="303" name="Ink 303">
                <a:extLst>
                  <a:ext uri="{FF2B5EF4-FFF2-40B4-BE49-F238E27FC236}">
                    <a16:creationId xmlns:a16="http://schemas.microsoft.com/office/drawing/2014/main" id="{9A7CA29C-D380-D54D-9DF2-0E9129349364}"/>
                  </a:ext>
                </a:extLst>
              </p14:cNvPr>
              <p14:cNvContentPartPr/>
              <p14:nvPr/>
            </p14:nvContentPartPr>
            <p14:xfrm>
              <a:off x="7835710" y="3148327"/>
              <a:ext cx="747720" cy="241560"/>
            </p14:xfrm>
          </p:contentPart>
        </mc:Choice>
        <mc:Fallback>
          <p:pic>
            <p:nvPicPr>
              <p:cNvPr id="303" name="Ink 303">
                <a:extLst>
                  <a:ext uri="{FF2B5EF4-FFF2-40B4-BE49-F238E27FC236}">
                    <a16:creationId xmlns:a16="http://schemas.microsoft.com/office/drawing/2014/main" id="{9A7CA29C-D380-D54D-9DF2-0E9129349364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7820230" y="3133184"/>
                <a:ext cx="778320" cy="2722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3">
            <p14:nvContentPartPr>
              <p14:cNvPr id="305" name="Ink 304">
                <a:extLst>
                  <a:ext uri="{FF2B5EF4-FFF2-40B4-BE49-F238E27FC236}">
                    <a16:creationId xmlns:a16="http://schemas.microsoft.com/office/drawing/2014/main" id="{AC7E9A6B-EE68-DE44-A471-8266291F65A9}"/>
                  </a:ext>
                </a:extLst>
              </p14:cNvPr>
              <p14:cNvContentPartPr/>
              <p14:nvPr/>
            </p14:nvContentPartPr>
            <p14:xfrm>
              <a:off x="8633470" y="3154087"/>
              <a:ext cx="163440" cy="263880"/>
            </p14:xfrm>
          </p:contentPart>
        </mc:Choice>
        <mc:Fallback>
          <p:pic>
            <p:nvPicPr>
              <p:cNvPr id="305" name="Ink 304">
                <a:extLst>
                  <a:ext uri="{FF2B5EF4-FFF2-40B4-BE49-F238E27FC236}">
                    <a16:creationId xmlns:a16="http://schemas.microsoft.com/office/drawing/2014/main" id="{AC7E9A6B-EE68-DE44-A471-8266291F65A9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8618350" y="3138967"/>
                <a:ext cx="193680" cy="29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5">
            <p14:nvContentPartPr>
              <p14:cNvPr id="312" name="Ink 312">
                <a:extLst>
                  <a:ext uri="{FF2B5EF4-FFF2-40B4-BE49-F238E27FC236}">
                    <a16:creationId xmlns:a16="http://schemas.microsoft.com/office/drawing/2014/main" id="{294317B8-27FD-1F44-A4CD-B9EE3D62E4F0}"/>
                  </a:ext>
                </a:extLst>
              </p14:cNvPr>
              <p14:cNvContentPartPr/>
              <p14:nvPr/>
            </p14:nvContentPartPr>
            <p14:xfrm>
              <a:off x="7739950" y="3535687"/>
              <a:ext cx="1360440" cy="292680"/>
            </p14:xfrm>
          </p:contentPart>
        </mc:Choice>
        <mc:Fallback>
          <p:pic>
            <p:nvPicPr>
              <p:cNvPr id="312" name="Ink 312">
                <a:extLst>
                  <a:ext uri="{FF2B5EF4-FFF2-40B4-BE49-F238E27FC236}">
                    <a16:creationId xmlns:a16="http://schemas.microsoft.com/office/drawing/2014/main" id="{294317B8-27FD-1F44-A4CD-B9EE3D62E4F0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7724826" y="3520207"/>
                <a:ext cx="1391048" cy="32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7">
            <p14:nvContentPartPr>
              <p14:cNvPr id="324" name="Ink 324">
                <a:extLst>
                  <a:ext uri="{FF2B5EF4-FFF2-40B4-BE49-F238E27FC236}">
                    <a16:creationId xmlns:a16="http://schemas.microsoft.com/office/drawing/2014/main" id="{0C99EFBC-3B75-9644-B742-93FE5E4D1999}"/>
                  </a:ext>
                </a:extLst>
              </p14:cNvPr>
              <p14:cNvContentPartPr/>
              <p14:nvPr/>
            </p14:nvContentPartPr>
            <p14:xfrm>
              <a:off x="5290150" y="4030687"/>
              <a:ext cx="2523240" cy="320040"/>
            </p14:xfrm>
          </p:contentPart>
        </mc:Choice>
        <mc:Fallback>
          <p:pic>
            <p:nvPicPr>
              <p:cNvPr id="324" name="Ink 324">
                <a:extLst>
                  <a:ext uri="{FF2B5EF4-FFF2-40B4-BE49-F238E27FC236}">
                    <a16:creationId xmlns:a16="http://schemas.microsoft.com/office/drawing/2014/main" id="{0C99EFBC-3B75-9644-B742-93FE5E4D1999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5274672" y="4015567"/>
                <a:ext cx="2553476" cy="35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9">
            <p14:nvContentPartPr>
              <p14:cNvPr id="329" name="Ink 329">
                <a:extLst>
                  <a:ext uri="{FF2B5EF4-FFF2-40B4-BE49-F238E27FC236}">
                    <a16:creationId xmlns:a16="http://schemas.microsoft.com/office/drawing/2014/main" id="{C6F76EA6-974B-FF42-BE52-7BB2D2C2147D}"/>
                  </a:ext>
                </a:extLst>
              </p14:cNvPr>
              <p14:cNvContentPartPr/>
              <p14:nvPr/>
            </p14:nvContentPartPr>
            <p14:xfrm>
              <a:off x="8088430" y="4046887"/>
              <a:ext cx="388080" cy="241920"/>
            </p14:xfrm>
          </p:contentPart>
        </mc:Choice>
        <mc:Fallback>
          <p:pic>
            <p:nvPicPr>
              <p:cNvPr id="329" name="Ink 329">
                <a:extLst>
                  <a:ext uri="{FF2B5EF4-FFF2-40B4-BE49-F238E27FC236}">
                    <a16:creationId xmlns:a16="http://schemas.microsoft.com/office/drawing/2014/main" id="{C6F76EA6-974B-FF42-BE52-7BB2D2C2147D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8073310" y="4031767"/>
                <a:ext cx="418680" cy="27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1">
            <p14:nvContentPartPr>
              <p14:cNvPr id="342" name="Ink 343">
                <a:extLst>
                  <a:ext uri="{FF2B5EF4-FFF2-40B4-BE49-F238E27FC236}">
                    <a16:creationId xmlns:a16="http://schemas.microsoft.com/office/drawing/2014/main" id="{3A99C56A-3098-5D4B-A520-2C8A6F7D0B21}"/>
                  </a:ext>
                </a:extLst>
              </p14:cNvPr>
              <p14:cNvContentPartPr/>
              <p14:nvPr/>
            </p14:nvContentPartPr>
            <p14:xfrm>
              <a:off x="5369350" y="4502647"/>
              <a:ext cx="1657440" cy="395640"/>
            </p14:xfrm>
          </p:contentPart>
        </mc:Choice>
        <mc:Fallback>
          <p:pic>
            <p:nvPicPr>
              <p:cNvPr id="342" name="Ink 343">
                <a:extLst>
                  <a:ext uri="{FF2B5EF4-FFF2-40B4-BE49-F238E27FC236}">
                    <a16:creationId xmlns:a16="http://schemas.microsoft.com/office/drawing/2014/main" id="{3A99C56A-3098-5D4B-A520-2C8A6F7D0B21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5353870" y="4487527"/>
                <a:ext cx="1688040" cy="42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3">
            <p14:nvContentPartPr>
              <p14:cNvPr id="343" name="Ink 344">
                <a:extLst>
                  <a:ext uri="{FF2B5EF4-FFF2-40B4-BE49-F238E27FC236}">
                    <a16:creationId xmlns:a16="http://schemas.microsoft.com/office/drawing/2014/main" id="{985F6D42-D582-5E45-B7BA-07F83D9AE9CE}"/>
                  </a:ext>
                </a:extLst>
              </p14:cNvPr>
              <p14:cNvContentPartPr/>
              <p14:nvPr/>
            </p14:nvContentPartPr>
            <p14:xfrm>
              <a:off x="8611510" y="4063807"/>
              <a:ext cx="494280" cy="371520"/>
            </p14:xfrm>
          </p:contentPart>
        </mc:Choice>
        <mc:Fallback>
          <p:pic>
            <p:nvPicPr>
              <p:cNvPr id="343" name="Ink 344">
                <a:extLst>
                  <a:ext uri="{FF2B5EF4-FFF2-40B4-BE49-F238E27FC236}">
                    <a16:creationId xmlns:a16="http://schemas.microsoft.com/office/drawing/2014/main" id="{985F6D42-D582-5E45-B7BA-07F83D9AE9CE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8596390" y="4048672"/>
                <a:ext cx="524880" cy="4021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5">
            <p14:nvContentPartPr>
              <p14:cNvPr id="346" name="Ink 345">
                <a:extLst>
                  <a:ext uri="{FF2B5EF4-FFF2-40B4-BE49-F238E27FC236}">
                    <a16:creationId xmlns:a16="http://schemas.microsoft.com/office/drawing/2014/main" id="{2F55DB4C-1548-044E-8CFB-D02AE323DD8E}"/>
                  </a:ext>
                </a:extLst>
              </p14:cNvPr>
              <p14:cNvContentPartPr/>
              <p14:nvPr/>
            </p14:nvContentPartPr>
            <p14:xfrm>
              <a:off x="7296070" y="4547647"/>
              <a:ext cx="455400" cy="274320"/>
            </p14:xfrm>
          </p:contentPart>
        </mc:Choice>
        <mc:Fallback>
          <p:pic>
            <p:nvPicPr>
              <p:cNvPr id="346" name="Ink 345">
                <a:extLst>
                  <a:ext uri="{FF2B5EF4-FFF2-40B4-BE49-F238E27FC236}">
                    <a16:creationId xmlns:a16="http://schemas.microsoft.com/office/drawing/2014/main" id="{2F55DB4C-1548-044E-8CFB-D02AE323DD8E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7280950" y="4532527"/>
                <a:ext cx="486000" cy="30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7">
            <p14:nvContentPartPr>
              <p14:cNvPr id="357" name="Ink 358">
                <a:extLst>
                  <a:ext uri="{FF2B5EF4-FFF2-40B4-BE49-F238E27FC236}">
                    <a16:creationId xmlns:a16="http://schemas.microsoft.com/office/drawing/2014/main" id="{0BD68FEA-11BF-0345-8699-8CCC0B4976AB}"/>
                  </a:ext>
                </a:extLst>
              </p14:cNvPr>
              <p14:cNvContentPartPr/>
              <p14:nvPr/>
            </p14:nvContentPartPr>
            <p14:xfrm>
              <a:off x="5419390" y="4937887"/>
              <a:ext cx="2057040" cy="503280"/>
            </p14:xfrm>
          </p:contentPart>
        </mc:Choice>
        <mc:Fallback>
          <p:pic>
            <p:nvPicPr>
              <p:cNvPr id="357" name="Ink 358">
                <a:extLst>
                  <a:ext uri="{FF2B5EF4-FFF2-40B4-BE49-F238E27FC236}">
                    <a16:creationId xmlns:a16="http://schemas.microsoft.com/office/drawing/2014/main" id="{0BD68FEA-11BF-0345-8699-8CCC0B4976AB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5403910" y="4922756"/>
                <a:ext cx="2087640" cy="5339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9">
            <p14:nvContentPartPr>
              <p14:cNvPr id="358" name="Ink 359">
                <a:extLst>
                  <a:ext uri="{FF2B5EF4-FFF2-40B4-BE49-F238E27FC236}">
                    <a16:creationId xmlns:a16="http://schemas.microsoft.com/office/drawing/2014/main" id="{7F60E914-2220-364A-9664-F64700C20B39}"/>
                  </a:ext>
                </a:extLst>
              </p14:cNvPr>
              <p14:cNvContentPartPr/>
              <p14:nvPr/>
            </p14:nvContentPartPr>
            <p14:xfrm>
              <a:off x="8060350" y="4659607"/>
              <a:ext cx="382320" cy="163440"/>
            </p14:xfrm>
          </p:contentPart>
        </mc:Choice>
        <mc:Fallback>
          <p:pic>
            <p:nvPicPr>
              <p:cNvPr id="358" name="Ink 359">
                <a:extLst>
                  <a:ext uri="{FF2B5EF4-FFF2-40B4-BE49-F238E27FC236}">
                    <a16:creationId xmlns:a16="http://schemas.microsoft.com/office/drawing/2014/main" id="{7F60E914-2220-364A-9664-F64700C20B39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8045230" y="4644127"/>
                <a:ext cx="41292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1">
            <p14:nvContentPartPr>
              <p14:cNvPr id="365" name="Ink 365">
                <a:extLst>
                  <a:ext uri="{FF2B5EF4-FFF2-40B4-BE49-F238E27FC236}">
                    <a16:creationId xmlns:a16="http://schemas.microsoft.com/office/drawing/2014/main" id="{9F675609-BCFE-FD45-A88E-D3FFB78132B8}"/>
                  </a:ext>
                </a:extLst>
              </p14:cNvPr>
              <p14:cNvContentPartPr/>
              <p14:nvPr/>
            </p14:nvContentPartPr>
            <p14:xfrm>
              <a:off x="7796110" y="4941127"/>
              <a:ext cx="995040" cy="297720"/>
            </p14:xfrm>
          </p:contentPart>
        </mc:Choice>
        <mc:Fallback>
          <p:pic>
            <p:nvPicPr>
              <p:cNvPr id="365" name="Ink 365">
                <a:extLst>
                  <a:ext uri="{FF2B5EF4-FFF2-40B4-BE49-F238E27FC236}">
                    <a16:creationId xmlns:a16="http://schemas.microsoft.com/office/drawing/2014/main" id="{9F675609-BCFE-FD45-A88E-D3FFB78132B8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7780990" y="4925647"/>
                <a:ext cx="1025640" cy="327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31314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EDE888D-2CBC-9D45-A620-B6DB9FE9C6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589" t="20327" r="19370" b="10837"/>
          <a:stretch/>
        </p:blipFill>
        <p:spPr>
          <a:xfrm>
            <a:off x="215078" y="319487"/>
            <a:ext cx="9204344" cy="527484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6468AFC-24C2-0E43-B077-1DA3D2E03240}"/>
              </a:ext>
            </a:extLst>
          </p:cNvPr>
          <p:cNvSpPr/>
          <p:nvPr/>
        </p:nvSpPr>
        <p:spPr>
          <a:xfrm>
            <a:off x="297455" y="1531345"/>
            <a:ext cx="3977090" cy="12779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AF8293-F065-5947-B1D7-B2FBEA235F5E}"/>
              </a:ext>
            </a:extLst>
          </p:cNvPr>
          <p:cNvSpPr/>
          <p:nvPr/>
        </p:nvSpPr>
        <p:spPr>
          <a:xfrm>
            <a:off x="297455" y="2809301"/>
            <a:ext cx="3977090" cy="6196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B9AEA3-1F38-4746-BA9B-F26B448D77A5}"/>
              </a:ext>
            </a:extLst>
          </p:cNvPr>
          <p:cNvSpPr/>
          <p:nvPr/>
        </p:nvSpPr>
        <p:spPr>
          <a:xfrm>
            <a:off x="5109990" y="1540526"/>
            <a:ext cx="3977090" cy="12779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628084A-33A9-8641-86BD-77BEF9801D94}"/>
              </a:ext>
            </a:extLst>
          </p:cNvPr>
          <p:cNvSpPr/>
          <p:nvPr/>
        </p:nvSpPr>
        <p:spPr>
          <a:xfrm>
            <a:off x="5109990" y="2818482"/>
            <a:ext cx="3977090" cy="6196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D3C56A-47F9-254D-AE3B-ABF71ECF331A}"/>
              </a:ext>
            </a:extLst>
          </p:cNvPr>
          <p:cNvSpPr/>
          <p:nvPr/>
        </p:nvSpPr>
        <p:spPr>
          <a:xfrm>
            <a:off x="297455" y="3562840"/>
            <a:ext cx="3977090" cy="12779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9F8E73-663F-F043-B555-997FC641FDE2}"/>
              </a:ext>
            </a:extLst>
          </p:cNvPr>
          <p:cNvSpPr/>
          <p:nvPr/>
        </p:nvSpPr>
        <p:spPr>
          <a:xfrm>
            <a:off x="297455" y="4840796"/>
            <a:ext cx="3977090" cy="6196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38E457-8746-224C-9E87-85ACA171A43B}"/>
              </a:ext>
            </a:extLst>
          </p:cNvPr>
          <p:cNvSpPr/>
          <p:nvPr/>
        </p:nvSpPr>
        <p:spPr>
          <a:xfrm>
            <a:off x="5109990" y="3562840"/>
            <a:ext cx="3977090" cy="12779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CF39D0-2DDE-8A42-9359-73FFFA2F3889}"/>
              </a:ext>
            </a:extLst>
          </p:cNvPr>
          <p:cNvSpPr/>
          <p:nvPr/>
        </p:nvSpPr>
        <p:spPr>
          <a:xfrm>
            <a:off x="5109990" y="4840796"/>
            <a:ext cx="3977090" cy="6196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4" name="Ink 14">
                <a:extLst>
                  <a:ext uri="{FF2B5EF4-FFF2-40B4-BE49-F238E27FC236}">
                    <a16:creationId xmlns:a16="http://schemas.microsoft.com/office/drawing/2014/main" id="{636B1090-B3FD-0A46-B39A-0BB9571DF83E}"/>
                  </a:ext>
                </a:extLst>
              </p14:cNvPr>
              <p14:cNvContentPartPr/>
              <p14:nvPr/>
            </p14:nvContentPartPr>
            <p14:xfrm>
              <a:off x="199672" y="1575751"/>
              <a:ext cx="240840" cy="312120"/>
            </p14:xfrm>
          </p:contentPart>
        </mc:Choice>
        <mc:Fallback>
          <p:pic>
            <p:nvPicPr>
              <p:cNvPr id="14" name="Ink 14">
                <a:extLst>
                  <a:ext uri="{FF2B5EF4-FFF2-40B4-BE49-F238E27FC236}">
                    <a16:creationId xmlns:a16="http://schemas.microsoft.com/office/drawing/2014/main" id="{636B1090-B3FD-0A46-B39A-0BB9571DF83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4552" y="1560631"/>
                <a:ext cx="271440" cy="34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0" name="Ink 20">
                <a:extLst>
                  <a:ext uri="{FF2B5EF4-FFF2-40B4-BE49-F238E27FC236}">
                    <a16:creationId xmlns:a16="http://schemas.microsoft.com/office/drawing/2014/main" id="{9E8A8070-8658-E348-82FA-CE7C83B0EB92}"/>
                  </a:ext>
                </a:extLst>
              </p14:cNvPr>
              <p14:cNvContentPartPr/>
              <p14:nvPr/>
            </p14:nvContentPartPr>
            <p14:xfrm>
              <a:off x="776392" y="1652431"/>
              <a:ext cx="400320" cy="217800"/>
            </p14:xfrm>
          </p:contentPart>
        </mc:Choice>
        <mc:Fallback>
          <p:pic>
            <p:nvPicPr>
              <p:cNvPr id="20" name="Ink 20">
                <a:extLst>
                  <a:ext uri="{FF2B5EF4-FFF2-40B4-BE49-F238E27FC236}">
                    <a16:creationId xmlns:a16="http://schemas.microsoft.com/office/drawing/2014/main" id="{9E8A8070-8658-E348-82FA-CE7C83B0EB9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60912" y="1636977"/>
                <a:ext cx="430920" cy="2479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3" name="Ink 35">
                <a:extLst>
                  <a:ext uri="{FF2B5EF4-FFF2-40B4-BE49-F238E27FC236}">
                    <a16:creationId xmlns:a16="http://schemas.microsoft.com/office/drawing/2014/main" id="{E8B5EC7E-6EF3-CB40-98B2-D851FC2B3950}"/>
                  </a:ext>
                </a:extLst>
              </p14:cNvPr>
              <p14:cNvContentPartPr/>
              <p14:nvPr/>
            </p14:nvContentPartPr>
            <p14:xfrm>
              <a:off x="3211432" y="1617151"/>
              <a:ext cx="576720" cy="264960"/>
            </p14:xfrm>
          </p:contentPart>
        </mc:Choice>
        <mc:Fallback>
          <p:pic>
            <p:nvPicPr>
              <p:cNvPr id="33" name="Ink 35">
                <a:extLst>
                  <a:ext uri="{FF2B5EF4-FFF2-40B4-BE49-F238E27FC236}">
                    <a16:creationId xmlns:a16="http://schemas.microsoft.com/office/drawing/2014/main" id="{E8B5EC7E-6EF3-CB40-98B2-D851FC2B395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196312" y="1601671"/>
                <a:ext cx="607320" cy="29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34" name="Ink 36">
                <a:extLst>
                  <a:ext uri="{FF2B5EF4-FFF2-40B4-BE49-F238E27FC236}">
                    <a16:creationId xmlns:a16="http://schemas.microsoft.com/office/drawing/2014/main" id="{87E0D3C9-CFB0-AB46-9D52-46FD4D601489}"/>
                  </a:ext>
                </a:extLst>
              </p14:cNvPr>
              <p14:cNvContentPartPr/>
              <p14:nvPr/>
            </p14:nvContentPartPr>
            <p14:xfrm>
              <a:off x="2658832" y="1658191"/>
              <a:ext cx="276840" cy="264960"/>
            </p14:xfrm>
          </p:contentPart>
        </mc:Choice>
        <mc:Fallback>
          <p:pic>
            <p:nvPicPr>
              <p:cNvPr id="34" name="Ink 36">
                <a:extLst>
                  <a:ext uri="{FF2B5EF4-FFF2-40B4-BE49-F238E27FC236}">
                    <a16:creationId xmlns:a16="http://schemas.microsoft.com/office/drawing/2014/main" id="{87E0D3C9-CFB0-AB46-9D52-46FD4D60148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643352" y="1643071"/>
                <a:ext cx="307440" cy="29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35" name="Ink 37">
                <a:extLst>
                  <a:ext uri="{FF2B5EF4-FFF2-40B4-BE49-F238E27FC236}">
                    <a16:creationId xmlns:a16="http://schemas.microsoft.com/office/drawing/2014/main" id="{BE312DA1-C532-274C-82B0-1A7791516F40}"/>
                  </a:ext>
                </a:extLst>
              </p14:cNvPr>
              <p14:cNvContentPartPr/>
              <p14:nvPr/>
            </p14:nvContentPartPr>
            <p14:xfrm>
              <a:off x="1393792" y="1558831"/>
              <a:ext cx="977040" cy="411480"/>
            </p14:xfrm>
          </p:contentPart>
        </mc:Choice>
        <mc:Fallback>
          <p:pic>
            <p:nvPicPr>
              <p:cNvPr id="35" name="Ink 37">
                <a:extLst>
                  <a:ext uri="{FF2B5EF4-FFF2-40B4-BE49-F238E27FC236}">
                    <a16:creationId xmlns:a16="http://schemas.microsoft.com/office/drawing/2014/main" id="{BE312DA1-C532-274C-82B0-1A7791516F4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378666" y="1543711"/>
                <a:ext cx="1007651" cy="44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41" name="Ink 41">
                <a:extLst>
                  <a:ext uri="{FF2B5EF4-FFF2-40B4-BE49-F238E27FC236}">
                    <a16:creationId xmlns:a16="http://schemas.microsoft.com/office/drawing/2014/main" id="{3ADF7004-0FB7-AE48-A56B-4112A320340B}"/>
                  </a:ext>
                </a:extLst>
              </p14:cNvPr>
              <p14:cNvContentPartPr/>
              <p14:nvPr/>
            </p14:nvContentPartPr>
            <p14:xfrm>
              <a:off x="352672" y="2364151"/>
              <a:ext cx="1647360" cy="935640"/>
            </p14:xfrm>
          </p:contentPart>
        </mc:Choice>
        <mc:Fallback>
          <p:pic>
            <p:nvPicPr>
              <p:cNvPr id="41" name="Ink 41">
                <a:extLst>
                  <a:ext uri="{FF2B5EF4-FFF2-40B4-BE49-F238E27FC236}">
                    <a16:creationId xmlns:a16="http://schemas.microsoft.com/office/drawing/2014/main" id="{3ADF7004-0FB7-AE48-A56B-4112A320340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37552" y="2348671"/>
                <a:ext cx="1677960" cy="9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45" name="Ink 45">
                <a:extLst>
                  <a:ext uri="{FF2B5EF4-FFF2-40B4-BE49-F238E27FC236}">
                    <a16:creationId xmlns:a16="http://schemas.microsoft.com/office/drawing/2014/main" id="{7C09AA07-30F6-2643-8094-97E922E55CB3}"/>
                  </a:ext>
                </a:extLst>
              </p14:cNvPr>
              <p14:cNvContentPartPr/>
              <p14:nvPr/>
            </p14:nvContentPartPr>
            <p14:xfrm>
              <a:off x="917512" y="2010991"/>
              <a:ext cx="235440" cy="1276920"/>
            </p14:xfrm>
          </p:contentPart>
        </mc:Choice>
        <mc:Fallback>
          <p:pic>
            <p:nvPicPr>
              <p:cNvPr id="45" name="Ink 45">
                <a:extLst>
                  <a:ext uri="{FF2B5EF4-FFF2-40B4-BE49-F238E27FC236}">
                    <a16:creationId xmlns:a16="http://schemas.microsoft.com/office/drawing/2014/main" id="{7C09AA07-30F6-2643-8094-97E922E55CB3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02056" y="1995871"/>
                <a:ext cx="265634" cy="130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53" name="Ink 53">
                <a:extLst>
                  <a:ext uri="{FF2B5EF4-FFF2-40B4-BE49-F238E27FC236}">
                    <a16:creationId xmlns:a16="http://schemas.microsoft.com/office/drawing/2014/main" id="{2538FE53-8198-AE47-B03F-98BADCC4ECB4}"/>
                  </a:ext>
                </a:extLst>
              </p14:cNvPr>
              <p14:cNvContentPartPr/>
              <p14:nvPr/>
            </p14:nvContentPartPr>
            <p14:xfrm>
              <a:off x="529072" y="2758351"/>
              <a:ext cx="453240" cy="494280"/>
            </p14:xfrm>
          </p:contentPart>
        </mc:Choice>
        <mc:Fallback>
          <p:pic>
            <p:nvPicPr>
              <p:cNvPr id="53" name="Ink 53">
                <a:extLst>
                  <a:ext uri="{FF2B5EF4-FFF2-40B4-BE49-F238E27FC236}">
                    <a16:creationId xmlns:a16="http://schemas.microsoft.com/office/drawing/2014/main" id="{2538FE53-8198-AE47-B03F-98BADCC4ECB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13952" y="2742882"/>
                <a:ext cx="483840" cy="5244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60" name="Ink 60">
                <a:extLst>
                  <a:ext uri="{FF2B5EF4-FFF2-40B4-BE49-F238E27FC236}">
                    <a16:creationId xmlns:a16="http://schemas.microsoft.com/office/drawing/2014/main" id="{0A7D10CF-95E0-4C4F-AB06-3AB5845B1112}"/>
                  </a:ext>
                </a:extLst>
              </p14:cNvPr>
              <p14:cNvContentPartPr/>
              <p14:nvPr/>
            </p14:nvContentPartPr>
            <p14:xfrm>
              <a:off x="734992" y="2599231"/>
              <a:ext cx="294840" cy="647640"/>
            </p14:xfrm>
          </p:contentPart>
        </mc:Choice>
        <mc:Fallback>
          <p:pic>
            <p:nvPicPr>
              <p:cNvPr id="60" name="Ink 60">
                <a:extLst>
                  <a:ext uri="{FF2B5EF4-FFF2-40B4-BE49-F238E27FC236}">
                    <a16:creationId xmlns:a16="http://schemas.microsoft.com/office/drawing/2014/main" id="{0A7D10CF-95E0-4C4F-AB06-3AB5845B1112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19854" y="2584103"/>
                <a:ext cx="325477" cy="6782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79" name="Ink 79">
                <a:extLst>
                  <a:ext uri="{FF2B5EF4-FFF2-40B4-BE49-F238E27FC236}">
                    <a16:creationId xmlns:a16="http://schemas.microsoft.com/office/drawing/2014/main" id="{0F33A311-B98E-6147-B1C0-9AAB6853973F}"/>
                  </a:ext>
                </a:extLst>
              </p14:cNvPr>
              <p14:cNvContentPartPr/>
              <p14:nvPr/>
            </p14:nvContentPartPr>
            <p14:xfrm>
              <a:off x="2261752" y="2228791"/>
              <a:ext cx="738360" cy="288720"/>
            </p14:xfrm>
          </p:contentPart>
        </mc:Choice>
        <mc:Fallback>
          <p:pic>
            <p:nvPicPr>
              <p:cNvPr id="79" name="Ink 79">
                <a:extLst>
                  <a:ext uri="{FF2B5EF4-FFF2-40B4-BE49-F238E27FC236}">
                    <a16:creationId xmlns:a16="http://schemas.microsoft.com/office/drawing/2014/main" id="{0F33A311-B98E-6147-B1C0-9AAB6853973F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246632" y="2213671"/>
                <a:ext cx="768960" cy="31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89" name="Ink 89">
                <a:extLst>
                  <a:ext uri="{FF2B5EF4-FFF2-40B4-BE49-F238E27FC236}">
                    <a16:creationId xmlns:a16="http://schemas.microsoft.com/office/drawing/2014/main" id="{CD744FD0-A4E0-784B-967E-F42632945634}"/>
                  </a:ext>
                </a:extLst>
              </p14:cNvPr>
              <p14:cNvContentPartPr/>
              <p14:nvPr/>
            </p14:nvContentPartPr>
            <p14:xfrm>
              <a:off x="2058712" y="76351"/>
              <a:ext cx="1605960" cy="417240"/>
            </p14:xfrm>
          </p:contentPart>
        </mc:Choice>
        <mc:Fallback>
          <p:pic>
            <p:nvPicPr>
              <p:cNvPr id="89" name="Ink 89">
                <a:extLst>
                  <a:ext uri="{FF2B5EF4-FFF2-40B4-BE49-F238E27FC236}">
                    <a16:creationId xmlns:a16="http://schemas.microsoft.com/office/drawing/2014/main" id="{CD744FD0-A4E0-784B-967E-F42632945634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043235" y="61231"/>
                <a:ext cx="1636553" cy="44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94" name="Ink 94">
                <a:extLst>
                  <a:ext uri="{FF2B5EF4-FFF2-40B4-BE49-F238E27FC236}">
                    <a16:creationId xmlns:a16="http://schemas.microsoft.com/office/drawing/2014/main" id="{1DF8AC53-9A07-9C46-BF68-00D4523FB152}"/>
                  </a:ext>
                </a:extLst>
              </p14:cNvPr>
              <p14:cNvContentPartPr/>
              <p14:nvPr/>
            </p14:nvContentPartPr>
            <p14:xfrm>
              <a:off x="3964552" y="87511"/>
              <a:ext cx="782640" cy="244080"/>
            </p14:xfrm>
          </p:contentPart>
        </mc:Choice>
        <mc:Fallback>
          <p:pic>
            <p:nvPicPr>
              <p:cNvPr id="94" name="Ink 94">
                <a:extLst>
                  <a:ext uri="{FF2B5EF4-FFF2-40B4-BE49-F238E27FC236}">
                    <a16:creationId xmlns:a16="http://schemas.microsoft.com/office/drawing/2014/main" id="{1DF8AC53-9A07-9C46-BF68-00D4523FB152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949432" y="72391"/>
                <a:ext cx="813240" cy="27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98" name="Ink 98">
                <a:extLst>
                  <a:ext uri="{FF2B5EF4-FFF2-40B4-BE49-F238E27FC236}">
                    <a16:creationId xmlns:a16="http://schemas.microsoft.com/office/drawing/2014/main" id="{1A5EFF7C-2668-CF46-87BF-44C8853BD261}"/>
                  </a:ext>
                </a:extLst>
              </p14:cNvPr>
              <p14:cNvContentPartPr/>
              <p14:nvPr/>
            </p14:nvContentPartPr>
            <p14:xfrm>
              <a:off x="5017552" y="111271"/>
              <a:ext cx="865080" cy="229680"/>
            </p14:xfrm>
          </p:contentPart>
        </mc:Choice>
        <mc:Fallback>
          <p:pic>
            <p:nvPicPr>
              <p:cNvPr id="98" name="Ink 98">
                <a:extLst>
                  <a:ext uri="{FF2B5EF4-FFF2-40B4-BE49-F238E27FC236}">
                    <a16:creationId xmlns:a16="http://schemas.microsoft.com/office/drawing/2014/main" id="{1A5EFF7C-2668-CF46-87BF-44C8853BD261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002432" y="95791"/>
                <a:ext cx="895680" cy="26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104" name="Ink 104">
                <a:extLst>
                  <a:ext uri="{FF2B5EF4-FFF2-40B4-BE49-F238E27FC236}">
                    <a16:creationId xmlns:a16="http://schemas.microsoft.com/office/drawing/2014/main" id="{BF647487-10F3-D142-B2F1-4616B2410BB7}"/>
                  </a:ext>
                </a:extLst>
              </p14:cNvPr>
              <p14:cNvContentPartPr/>
              <p14:nvPr/>
            </p14:nvContentPartPr>
            <p14:xfrm>
              <a:off x="6311752" y="88231"/>
              <a:ext cx="1741320" cy="417240"/>
            </p14:xfrm>
          </p:contentPart>
        </mc:Choice>
        <mc:Fallback>
          <p:pic>
            <p:nvPicPr>
              <p:cNvPr id="104" name="Ink 104">
                <a:extLst>
                  <a:ext uri="{FF2B5EF4-FFF2-40B4-BE49-F238E27FC236}">
                    <a16:creationId xmlns:a16="http://schemas.microsoft.com/office/drawing/2014/main" id="{BF647487-10F3-D142-B2F1-4616B2410BB7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6296275" y="73111"/>
                <a:ext cx="1771554" cy="44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109" name="Ink 109">
                <a:extLst>
                  <a:ext uri="{FF2B5EF4-FFF2-40B4-BE49-F238E27FC236}">
                    <a16:creationId xmlns:a16="http://schemas.microsoft.com/office/drawing/2014/main" id="{AF174E6B-AC82-9E48-BBB2-21B7821AAC9B}"/>
                  </a:ext>
                </a:extLst>
              </p14:cNvPr>
              <p14:cNvContentPartPr/>
              <p14:nvPr/>
            </p14:nvContentPartPr>
            <p14:xfrm>
              <a:off x="8288152" y="113791"/>
              <a:ext cx="800280" cy="400320"/>
            </p14:xfrm>
          </p:contentPart>
        </mc:Choice>
        <mc:Fallback>
          <p:pic>
            <p:nvPicPr>
              <p:cNvPr id="109" name="Ink 109">
                <a:extLst>
                  <a:ext uri="{FF2B5EF4-FFF2-40B4-BE49-F238E27FC236}">
                    <a16:creationId xmlns:a16="http://schemas.microsoft.com/office/drawing/2014/main" id="{AF174E6B-AC82-9E48-BBB2-21B7821AAC9B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8273032" y="98311"/>
                <a:ext cx="830880" cy="43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121" name="Ink 121">
                <a:extLst>
                  <a:ext uri="{FF2B5EF4-FFF2-40B4-BE49-F238E27FC236}">
                    <a16:creationId xmlns:a16="http://schemas.microsoft.com/office/drawing/2014/main" id="{710AA94A-CFDB-1841-B0EB-68F76BAB465D}"/>
                  </a:ext>
                </a:extLst>
              </p14:cNvPr>
              <p14:cNvContentPartPr/>
              <p14:nvPr/>
            </p14:nvContentPartPr>
            <p14:xfrm>
              <a:off x="4105672" y="428791"/>
              <a:ext cx="1453320" cy="306000"/>
            </p14:xfrm>
          </p:contentPart>
        </mc:Choice>
        <mc:Fallback>
          <p:pic>
            <p:nvPicPr>
              <p:cNvPr id="121" name="Ink 121">
                <a:extLst>
                  <a:ext uri="{FF2B5EF4-FFF2-40B4-BE49-F238E27FC236}">
                    <a16:creationId xmlns:a16="http://schemas.microsoft.com/office/drawing/2014/main" id="{710AA94A-CFDB-1841-B0EB-68F76BAB465D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4090552" y="413689"/>
                <a:ext cx="1483920" cy="3362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BC08D96B-8BB9-2D48-8A82-824102E382FE}"/>
                  </a:ext>
                </a:extLst>
              </p14:cNvPr>
              <p14:cNvContentPartPr/>
              <p14:nvPr/>
            </p14:nvContentPartPr>
            <p14:xfrm>
              <a:off x="6835192" y="487471"/>
              <a:ext cx="652680" cy="259200"/>
            </p14:xfrm>
          </p:contentPart>
        </mc:Choice>
        <mc:Fallback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BC08D96B-8BB9-2D48-8A82-824102E382FE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6820072" y="472351"/>
                <a:ext cx="683280" cy="28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128" name="Ink 128">
                <a:extLst>
                  <a:ext uri="{FF2B5EF4-FFF2-40B4-BE49-F238E27FC236}">
                    <a16:creationId xmlns:a16="http://schemas.microsoft.com/office/drawing/2014/main" id="{801AB6AA-C53A-DF45-9DD5-89AF698871CF}"/>
                  </a:ext>
                </a:extLst>
              </p14:cNvPr>
              <p14:cNvContentPartPr/>
              <p14:nvPr/>
            </p14:nvContentPartPr>
            <p14:xfrm>
              <a:off x="5888032" y="458311"/>
              <a:ext cx="577080" cy="415080"/>
            </p14:xfrm>
          </p:contentPart>
        </mc:Choice>
        <mc:Fallback>
          <p:pic>
            <p:nvPicPr>
              <p:cNvPr id="128" name="Ink 128">
                <a:extLst>
                  <a:ext uri="{FF2B5EF4-FFF2-40B4-BE49-F238E27FC236}">
                    <a16:creationId xmlns:a16="http://schemas.microsoft.com/office/drawing/2014/main" id="{801AB6AA-C53A-DF45-9DD5-89AF698871CF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5872903" y="442844"/>
                <a:ext cx="607699" cy="4456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67894333-D6CE-3B49-B67A-B37E0A6116C4}"/>
                  </a:ext>
                </a:extLst>
              </p14:cNvPr>
              <p14:cNvContentPartPr/>
              <p14:nvPr/>
            </p14:nvContentPartPr>
            <p14:xfrm>
              <a:off x="5164432" y="1464151"/>
              <a:ext cx="235800" cy="4941720"/>
            </p14:xfrm>
          </p:contentPart>
        </mc:Choice>
        <mc:Fallback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67894333-D6CE-3B49-B67A-B37E0A6116C4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5149312" y="1448671"/>
                <a:ext cx="266040" cy="497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141" name="Ink 142">
                <a:extLst>
                  <a:ext uri="{FF2B5EF4-FFF2-40B4-BE49-F238E27FC236}">
                    <a16:creationId xmlns:a16="http://schemas.microsoft.com/office/drawing/2014/main" id="{194E51C7-3ECD-5E48-9335-6B753267188D}"/>
                  </a:ext>
                </a:extLst>
              </p14:cNvPr>
              <p14:cNvContentPartPr/>
              <p14:nvPr/>
            </p14:nvContentPartPr>
            <p14:xfrm>
              <a:off x="3282352" y="2058151"/>
              <a:ext cx="1423800" cy="823320"/>
            </p14:xfrm>
          </p:contentPart>
        </mc:Choice>
        <mc:Fallback>
          <p:pic>
            <p:nvPicPr>
              <p:cNvPr id="141" name="Ink 142">
                <a:extLst>
                  <a:ext uri="{FF2B5EF4-FFF2-40B4-BE49-F238E27FC236}">
                    <a16:creationId xmlns:a16="http://schemas.microsoft.com/office/drawing/2014/main" id="{194E51C7-3ECD-5E48-9335-6B753267188D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266872" y="2043031"/>
                <a:ext cx="1454400" cy="85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142" name="Ink 143">
                <a:extLst>
                  <a:ext uri="{FF2B5EF4-FFF2-40B4-BE49-F238E27FC236}">
                    <a16:creationId xmlns:a16="http://schemas.microsoft.com/office/drawing/2014/main" id="{A687A624-16BA-8342-9EE3-6DA551EAA9FB}"/>
                  </a:ext>
                </a:extLst>
              </p14:cNvPr>
              <p14:cNvContentPartPr/>
              <p14:nvPr/>
            </p14:nvContentPartPr>
            <p14:xfrm>
              <a:off x="2735152" y="2699311"/>
              <a:ext cx="246600" cy="212400"/>
            </p14:xfrm>
          </p:contentPart>
        </mc:Choice>
        <mc:Fallback>
          <p:pic>
            <p:nvPicPr>
              <p:cNvPr id="142" name="Ink 143">
                <a:extLst>
                  <a:ext uri="{FF2B5EF4-FFF2-40B4-BE49-F238E27FC236}">
                    <a16:creationId xmlns:a16="http://schemas.microsoft.com/office/drawing/2014/main" id="{A687A624-16BA-8342-9EE3-6DA551EAA9FB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2720032" y="2684165"/>
                <a:ext cx="277200" cy="2430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147" name="Ink 147">
                <a:extLst>
                  <a:ext uri="{FF2B5EF4-FFF2-40B4-BE49-F238E27FC236}">
                    <a16:creationId xmlns:a16="http://schemas.microsoft.com/office/drawing/2014/main" id="{15155FF0-0250-F945-A41C-2132058550A3}"/>
                  </a:ext>
                </a:extLst>
              </p14:cNvPr>
              <p14:cNvContentPartPr/>
              <p14:nvPr/>
            </p14:nvContentPartPr>
            <p14:xfrm>
              <a:off x="142792" y="3831511"/>
              <a:ext cx="404640" cy="350640"/>
            </p14:xfrm>
          </p:contentPart>
        </mc:Choice>
        <mc:Fallback>
          <p:pic>
            <p:nvPicPr>
              <p:cNvPr id="147" name="Ink 147">
                <a:extLst>
                  <a:ext uri="{FF2B5EF4-FFF2-40B4-BE49-F238E27FC236}">
                    <a16:creationId xmlns:a16="http://schemas.microsoft.com/office/drawing/2014/main" id="{15155FF0-0250-F945-A41C-2132058550A3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27659" y="3816031"/>
                <a:ext cx="435267" cy="38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161" name="Ink 162">
                <a:extLst>
                  <a:ext uri="{FF2B5EF4-FFF2-40B4-BE49-F238E27FC236}">
                    <a16:creationId xmlns:a16="http://schemas.microsoft.com/office/drawing/2014/main" id="{FDCDDF04-0269-6C4E-AF14-278DE64052BB}"/>
                  </a:ext>
                </a:extLst>
              </p14:cNvPr>
              <p14:cNvContentPartPr/>
              <p14:nvPr/>
            </p14:nvContentPartPr>
            <p14:xfrm>
              <a:off x="2799952" y="3522991"/>
              <a:ext cx="793800" cy="306360"/>
            </p14:xfrm>
          </p:contentPart>
        </mc:Choice>
        <mc:Fallback>
          <p:pic>
            <p:nvPicPr>
              <p:cNvPr id="161" name="Ink 162">
                <a:extLst>
                  <a:ext uri="{FF2B5EF4-FFF2-40B4-BE49-F238E27FC236}">
                    <a16:creationId xmlns:a16="http://schemas.microsoft.com/office/drawing/2014/main" id="{FDCDDF04-0269-6C4E-AF14-278DE64052BB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2784472" y="3507511"/>
                <a:ext cx="824400" cy="33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162" name="Ink 163">
                <a:extLst>
                  <a:ext uri="{FF2B5EF4-FFF2-40B4-BE49-F238E27FC236}">
                    <a16:creationId xmlns:a16="http://schemas.microsoft.com/office/drawing/2014/main" id="{BAF3FFED-2949-FC4E-BD03-C18AC2EEE609}"/>
                  </a:ext>
                </a:extLst>
              </p14:cNvPr>
              <p14:cNvContentPartPr/>
              <p14:nvPr/>
            </p14:nvContentPartPr>
            <p14:xfrm>
              <a:off x="882232" y="3546391"/>
              <a:ext cx="1594440" cy="471240"/>
            </p14:xfrm>
          </p:contentPart>
        </mc:Choice>
        <mc:Fallback>
          <p:pic>
            <p:nvPicPr>
              <p:cNvPr id="162" name="Ink 163">
                <a:extLst>
                  <a:ext uri="{FF2B5EF4-FFF2-40B4-BE49-F238E27FC236}">
                    <a16:creationId xmlns:a16="http://schemas.microsoft.com/office/drawing/2014/main" id="{BAF3FFED-2949-FC4E-BD03-C18AC2EEE609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866752" y="3531259"/>
                <a:ext cx="1625040" cy="5018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168" name="Ink 168">
                <a:extLst>
                  <a:ext uri="{FF2B5EF4-FFF2-40B4-BE49-F238E27FC236}">
                    <a16:creationId xmlns:a16="http://schemas.microsoft.com/office/drawing/2014/main" id="{2B62EA6F-A6D0-E94C-AFB2-53DA4F7D9AC3}"/>
                  </a:ext>
                </a:extLst>
              </p14:cNvPr>
              <p14:cNvContentPartPr/>
              <p14:nvPr/>
            </p14:nvContentPartPr>
            <p14:xfrm>
              <a:off x="3523552" y="3475831"/>
              <a:ext cx="494280" cy="393840"/>
            </p14:xfrm>
          </p:contentPart>
        </mc:Choice>
        <mc:Fallback>
          <p:pic>
            <p:nvPicPr>
              <p:cNvPr id="168" name="Ink 168">
                <a:extLst>
                  <a:ext uri="{FF2B5EF4-FFF2-40B4-BE49-F238E27FC236}">
                    <a16:creationId xmlns:a16="http://schemas.microsoft.com/office/drawing/2014/main" id="{2B62EA6F-A6D0-E94C-AFB2-53DA4F7D9AC3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3508083" y="3460711"/>
                <a:ext cx="524498" cy="42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FDE0729D-832B-FF43-B6AF-E7C9FD32EAE3}"/>
                  </a:ext>
                </a:extLst>
              </p14:cNvPr>
              <p14:cNvContentPartPr/>
              <p14:nvPr/>
            </p14:nvContentPartPr>
            <p14:xfrm>
              <a:off x="4076152" y="1537231"/>
              <a:ext cx="470880" cy="380160"/>
            </p14:xfrm>
          </p:contentPart>
        </mc:Choice>
        <mc:Fallback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FDE0729D-832B-FF43-B6AF-E7C9FD32EAE3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4061032" y="1522111"/>
                <a:ext cx="501480" cy="41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173" name="Ink 173">
                <a:extLst>
                  <a:ext uri="{FF2B5EF4-FFF2-40B4-BE49-F238E27FC236}">
                    <a16:creationId xmlns:a16="http://schemas.microsoft.com/office/drawing/2014/main" id="{83F47CA7-FA1C-1C49-8A24-53DBF6FB62E2}"/>
                  </a:ext>
                </a:extLst>
              </p14:cNvPr>
              <p14:cNvContentPartPr/>
              <p14:nvPr/>
            </p14:nvContentPartPr>
            <p14:xfrm>
              <a:off x="4258672" y="3414271"/>
              <a:ext cx="447480" cy="460800"/>
            </p14:xfrm>
          </p:contentPart>
        </mc:Choice>
        <mc:Fallback>
          <p:pic>
            <p:nvPicPr>
              <p:cNvPr id="173" name="Ink 173">
                <a:extLst>
                  <a:ext uri="{FF2B5EF4-FFF2-40B4-BE49-F238E27FC236}">
                    <a16:creationId xmlns:a16="http://schemas.microsoft.com/office/drawing/2014/main" id="{83F47CA7-FA1C-1C49-8A24-53DBF6FB62E2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4243552" y="3399139"/>
                <a:ext cx="478080" cy="4914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177" name="Ink 177">
                <a:extLst>
                  <a:ext uri="{FF2B5EF4-FFF2-40B4-BE49-F238E27FC236}">
                    <a16:creationId xmlns:a16="http://schemas.microsoft.com/office/drawing/2014/main" id="{FB86F3A9-FEF1-6A4E-B60F-349EC6225C4C}"/>
                  </a:ext>
                </a:extLst>
              </p14:cNvPr>
              <p14:cNvContentPartPr/>
              <p14:nvPr/>
            </p14:nvContentPartPr>
            <p14:xfrm>
              <a:off x="323152" y="4322911"/>
              <a:ext cx="1788480" cy="1041480"/>
            </p14:xfrm>
          </p:contentPart>
        </mc:Choice>
        <mc:Fallback>
          <p:pic>
            <p:nvPicPr>
              <p:cNvPr id="177" name="Ink 177">
                <a:extLst>
                  <a:ext uri="{FF2B5EF4-FFF2-40B4-BE49-F238E27FC236}">
                    <a16:creationId xmlns:a16="http://schemas.microsoft.com/office/drawing/2014/main" id="{FB86F3A9-FEF1-6A4E-B60F-349EC6225C4C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308032" y="4307791"/>
                <a:ext cx="1819080" cy="107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186" name="Ink 186">
                <a:extLst>
                  <a:ext uri="{FF2B5EF4-FFF2-40B4-BE49-F238E27FC236}">
                    <a16:creationId xmlns:a16="http://schemas.microsoft.com/office/drawing/2014/main" id="{573C7DA2-1451-D248-A9BA-7D2337AC12BE}"/>
                  </a:ext>
                </a:extLst>
              </p14:cNvPr>
              <p14:cNvContentPartPr/>
              <p14:nvPr/>
            </p14:nvContentPartPr>
            <p14:xfrm>
              <a:off x="405592" y="4058311"/>
              <a:ext cx="1247400" cy="1312200"/>
            </p14:xfrm>
          </p:contentPart>
        </mc:Choice>
        <mc:Fallback>
          <p:pic>
            <p:nvPicPr>
              <p:cNvPr id="186" name="Ink 186">
                <a:extLst>
                  <a:ext uri="{FF2B5EF4-FFF2-40B4-BE49-F238E27FC236}">
                    <a16:creationId xmlns:a16="http://schemas.microsoft.com/office/drawing/2014/main" id="{573C7DA2-1451-D248-A9BA-7D2337AC12BE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390472" y="4042831"/>
                <a:ext cx="1278000" cy="134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194" name="Ink 194">
                <a:extLst>
                  <a:ext uri="{FF2B5EF4-FFF2-40B4-BE49-F238E27FC236}">
                    <a16:creationId xmlns:a16="http://schemas.microsoft.com/office/drawing/2014/main" id="{7ADC4C8C-6088-5D46-B8B6-D2F88BB1BC01}"/>
                  </a:ext>
                </a:extLst>
              </p14:cNvPr>
              <p14:cNvContentPartPr/>
              <p14:nvPr/>
            </p14:nvContentPartPr>
            <p14:xfrm>
              <a:off x="435112" y="5093671"/>
              <a:ext cx="546480" cy="1023840"/>
            </p14:xfrm>
          </p:contentPart>
        </mc:Choice>
        <mc:Fallback>
          <p:pic>
            <p:nvPicPr>
              <p:cNvPr id="194" name="Ink 194">
                <a:extLst>
                  <a:ext uri="{FF2B5EF4-FFF2-40B4-BE49-F238E27FC236}">
                    <a16:creationId xmlns:a16="http://schemas.microsoft.com/office/drawing/2014/main" id="{7ADC4C8C-6088-5D46-B8B6-D2F88BB1BC01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420002" y="5078191"/>
                <a:ext cx="577060" cy="105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206" name="Ink 206">
                <a:extLst>
                  <a:ext uri="{FF2B5EF4-FFF2-40B4-BE49-F238E27FC236}">
                    <a16:creationId xmlns:a16="http://schemas.microsoft.com/office/drawing/2014/main" id="{E9203F5F-CE7D-A04F-8665-93783CBF4E0C}"/>
                  </a:ext>
                </a:extLst>
              </p14:cNvPr>
              <p14:cNvContentPartPr/>
              <p14:nvPr/>
            </p14:nvContentPartPr>
            <p14:xfrm>
              <a:off x="2499712" y="3979111"/>
              <a:ext cx="247320" cy="426600"/>
            </p14:xfrm>
          </p:contentPart>
        </mc:Choice>
        <mc:Fallback>
          <p:pic>
            <p:nvPicPr>
              <p:cNvPr id="206" name="Ink 206">
                <a:extLst>
                  <a:ext uri="{FF2B5EF4-FFF2-40B4-BE49-F238E27FC236}">
                    <a16:creationId xmlns:a16="http://schemas.microsoft.com/office/drawing/2014/main" id="{E9203F5F-CE7D-A04F-8665-93783CBF4E0C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2484592" y="3963991"/>
                <a:ext cx="277920" cy="45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211" name="Ink 211">
                <a:extLst>
                  <a:ext uri="{FF2B5EF4-FFF2-40B4-BE49-F238E27FC236}">
                    <a16:creationId xmlns:a16="http://schemas.microsoft.com/office/drawing/2014/main" id="{B98154EA-8D19-094C-8A84-6BCBC867C19D}"/>
                  </a:ext>
                </a:extLst>
              </p14:cNvPr>
              <p14:cNvContentPartPr/>
              <p14:nvPr/>
            </p14:nvContentPartPr>
            <p14:xfrm>
              <a:off x="2817592" y="4087831"/>
              <a:ext cx="441360" cy="282600"/>
            </p14:xfrm>
          </p:contentPart>
        </mc:Choice>
        <mc:Fallback>
          <p:pic>
            <p:nvPicPr>
              <p:cNvPr id="211" name="Ink 211">
                <a:extLst>
                  <a:ext uri="{FF2B5EF4-FFF2-40B4-BE49-F238E27FC236}">
                    <a16:creationId xmlns:a16="http://schemas.microsoft.com/office/drawing/2014/main" id="{B98154EA-8D19-094C-8A84-6BCBC867C19D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2802125" y="4072351"/>
                <a:ext cx="471575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218" name="Ink 218">
                <a:extLst>
                  <a:ext uri="{FF2B5EF4-FFF2-40B4-BE49-F238E27FC236}">
                    <a16:creationId xmlns:a16="http://schemas.microsoft.com/office/drawing/2014/main" id="{282EB104-865C-6A48-BA0A-D2923F9DFB9A}"/>
                  </a:ext>
                </a:extLst>
              </p14:cNvPr>
              <p14:cNvContentPartPr/>
              <p14:nvPr/>
            </p14:nvContentPartPr>
            <p14:xfrm>
              <a:off x="3605632" y="3999271"/>
              <a:ext cx="341640" cy="365040"/>
            </p14:xfrm>
          </p:contentPart>
        </mc:Choice>
        <mc:Fallback>
          <p:pic>
            <p:nvPicPr>
              <p:cNvPr id="218" name="Ink 218">
                <a:extLst>
                  <a:ext uri="{FF2B5EF4-FFF2-40B4-BE49-F238E27FC236}">
                    <a16:creationId xmlns:a16="http://schemas.microsoft.com/office/drawing/2014/main" id="{282EB104-865C-6A48-BA0A-D2923F9DFB9A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3590512" y="3984151"/>
                <a:ext cx="371880" cy="39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224" name="Ink 224">
                <a:extLst>
                  <a:ext uri="{FF2B5EF4-FFF2-40B4-BE49-F238E27FC236}">
                    <a16:creationId xmlns:a16="http://schemas.microsoft.com/office/drawing/2014/main" id="{8CAD1E12-DA1A-5548-BBE6-9F4510C7843B}"/>
                  </a:ext>
                </a:extLst>
              </p14:cNvPr>
              <p14:cNvContentPartPr/>
              <p14:nvPr/>
            </p14:nvContentPartPr>
            <p14:xfrm>
              <a:off x="4193872" y="3963991"/>
              <a:ext cx="535680" cy="317880"/>
            </p14:xfrm>
          </p:contentPart>
        </mc:Choice>
        <mc:Fallback>
          <p:pic>
            <p:nvPicPr>
              <p:cNvPr id="224" name="Ink 224">
                <a:extLst>
                  <a:ext uri="{FF2B5EF4-FFF2-40B4-BE49-F238E27FC236}">
                    <a16:creationId xmlns:a16="http://schemas.microsoft.com/office/drawing/2014/main" id="{8CAD1E12-DA1A-5548-BBE6-9F4510C7843B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4178752" y="3948871"/>
                <a:ext cx="566280" cy="34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230" name="Ink 230">
                <a:extLst>
                  <a:ext uri="{FF2B5EF4-FFF2-40B4-BE49-F238E27FC236}">
                    <a16:creationId xmlns:a16="http://schemas.microsoft.com/office/drawing/2014/main" id="{702180C5-05AF-F44F-B5B6-52E027C7C042}"/>
                  </a:ext>
                </a:extLst>
              </p14:cNvPr>
              <p14:cNvContentPartPr/>
              <p14:nvPr/>
            </p14:nvContentPartPr>
            <p14:xfrm>
              <a:off x="2905792" y="4652311"/>
              <a:ext cx="382680" cy="335160"/>
            </p14:xfrm>
          </p:contentPart>
        </mc:Choice>
        <mc:Fallback>
          <p:pic>
            <p:nvPicPr>
              <p:cNvPr id="230" name="Ink 230">
                <a:extLst>
                  <a:ext uri="{FF2B5EF4-FFF2-40B4-BE49-F238E27FC236}">
                    <a16:creationId xmlns:a16="http://schemas.microsoft.com/office/drawing/2014/main" id="{702180C5-05AF-F44F-B5B6-52E027C7C042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2890312" y="4637191"/>
                <a:ext cx="413280" cy="36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05BF7BE7-2003-CA47-92A7-6E1476F4129F}"/>
                  </a:ext>
                </a:extLst>
              </p14:cNvPr>
              <p14:cNvContentPartPr/>
              <p14:nvPr/>
            </p14:nvContentPartPr>
            <p14:xfrm>
              <a:off x="1575937" y="5447781"/>
              <a:ext cx="228600" cy="144720"/>
            </p14:xfrm>
          </p:contentPart>
        </mc:Choice>
        <mc:Fallback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05BF7BE7-2003-CA47-92A7-6E1476F4129F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1560817" y="5432301"/>
                <a:ext cx="259200" cy="17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440FC28B-3FA4-5A4F-9FF7-79F00B13EF23}"/>
                  </a:ext>
                </a:extLst>
              </p14:cNvPr>
              <p14:cNvContentPartPr/>
              <p14:nvPr/>
            </p14:nvContentPartPr>
            <p14:xfrm>
              <a:off x="3384577" y="4090581"/>
              <a:ext cx="150480" cy="173880"/>
            </p14:xfrm>
          </p:contentPart>
        </mc:Choice>
        <mc:Fallback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440FC28B-3FA4-5A4F-9FF7-79F00B13EF23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3369457" y="4075101"/>
                <a:ext cx="181080" cy="20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238" name="Ink 238">
                <a:extLst>
                  <a:ext uri="{FF2B5EF4-FFF2-40B4-BE49-F238E27FC236}">
                    <a16:creationId xmlns:a16="http://schemas.microsoft.com/office/drawing/2014/main" id="{B7420D82-4D4E-474B-85EE-3CC395B1311B}"/>
                  </a:ext>
                </a:extLst>
              </p14:cNvPr>
              <p14:cNvContentPartPr/>
              <p14:nvPr/>
            </p14:nvContentPartPr>
            <p14:xfrm>
              <a:off x="3397177" y="4660461"/>
              <a:ext cx="522720" cy="231480"/>
            </p14:xfrm>
          </p:contentPart>
        </mc:Choice>
        <mc:Fallback>
          <p:pic>
            <p:nvPicPr>
              <p:cNvPr id="238" name="Ink 238">
                <a:extLst>
                  <a:ext uri="{FF2B5EF4-FFF2-40B4-BE49-F238E27FC236}">
                    <a16:creationId xmlns:a16="http://schemas.microsoft.com/office/drawing/2014/main" id="{B7420D82-4D4E-474B-85EE-3CC395B1311B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3382047" y="4645341"/>
                <a:ext cx="553341" cy="26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243" name="Ink 243">
                <a:extLst>
                  <a:ext uri="{FF2B5EF4-FFF2-40B4-BE49-F238E27FC236}">
                    <a16:creationId xmlns:a16="http://schemas.microsoft.com/office/drawing/2014/main" id="{878205D9-EF2B-B847-B8D6-2D1629D83F96}"/>
                  </a:ext>
                </a:extLst>
              </p14:cNvPr>
              <p14:cNvContentPartPr/>
              <p14:nvPr/>
            </p14:nvContentPartPr>
            <p14:xfrm>
              <a:off x="4015297" y="4631301"/>
              <a:ext cx="168480" cy="209880"/>
            </p14:xfrm>
          </p:contentPart>
        </mc:Choice>
        <mc:Fallback>
          <p:pic>
            <p:nvPicPr>
              <p:cNvPr id="243" name="Ink 243">
                <a:extLst>
                  <a:ext uri="{FF2B5EF4-FFF2-40B4-BE49-F238E27FC236}">
                    <a16:creationId xmlns:a16="http://schemas.microsoft.com/office/drawing/2014/main" id="{878205D9-EF2B-B847-B8D6-2D1629D83F96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4000177" y="4615821"/>
                <a:ext cx="199080" cy="24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261" name="Ink 264">
                <a:extLst>
                  <a:ext uri="{FF2B5EF4-FFF2-40B4-BE49-F238E27FC236}">
                    <a16:creationId xmlns:a16="http://schemas.microsoft.com/office/drawing/2014/main" id="{DD9DD97E-B6FE-454C-82A1-8EA76650EFCA}"/>
                  </a:ext>
                </a:extLst>
              </p14:cNvPr>
              <p14:cNvContentPartPr/>
              <p14:nvPr/>
            </p14:nvContentPartPr>
            <p14:xfrm>
              <a:off x="3324457" y="5646141"/>
              <a:ext cx="781560" cy="318960"/>
            </p14:xfrm>
          </p:contentPart>
        </mc:Choice>
        <mc:Fallback>
          <p:pic>
            <p:nvPicPr>
              <p:cNvPr id="261" name="Ink 264">
                <a:extLst>
                  <a:ext uri="{FF2B5EF4-FFF2-40B4-BE49-F238E27FC236}">
                    <a16:creationId xmlns:a16="http://schemas.microsoft.com/office/drawing/2014/main" id="{DD9DD97E-B6FE-454C-82A1-8EA76650EFCA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3309337" y="5630661"/>
                <a:ext cx="812160" cy="34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262" name="Ink 265">
                <a:extLst>
                  <a:ext uri="{FF2B5EF4-FFF2-40B4-BE49-F238E27FC236}">
                    <a16:creationId xmlns:a16="http://schemas.microsoft.com/office/drawing/2014/main" id="{10061A3D-30EC-8E45-A5EC-5CA09EEB9015}"/>
                  </a:ext>
                </a:extLst>
              </p14:cNvPr>
              <p14:cNvContentPartPr/>
              <p14:nvPr/>
            </p14:nvContentPartPr>
            <p14:xfrm>
              <a:off x="2771857" y="5658021"/>
              <a:ext cx="255240" cy="234720"/>
            </p14:xfrm>
          </p:contentPart>
        </mc:Choice>
        <mc:Fallback>
          <p:pic>
            <p:nvPicPr>
              <p:cNvPr id="262" name="Ink 265">
                <a:extLst>
                  <a:ext uri="{FF2B5EF4-FFF2-40B4-BE49-F238E27FC236}">
                    <a16:creationId xmlns:a16="http://schemas.microsoft.com/office/drawing/2014/main" id="{10061A3D-30EC-8E45-A5EC-5CA09EEB9015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2756377" y="5642901"/>
                <a:ext cx="285840" cy="26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263" name="Ink 266">
                <a:extLst>
                  <a:ext uri="{FF2B5EF4-FFF2-40B4-BE49-F238E27FC236}">
                    <a16:creationId xmlns:a16="http://schemas.microsoft.com/office/drawing/2014/main" id="{ACAEE574-2FDD-3244-A491-5FCB66DBA6FA}"/>
                  </a:ext>
                </a:extLst>
              </p14:cNvPr>
              <p14:cNvContentPartPr/>
              <p14:nvPr/>
            </p14:nvContentPartPr>
            <p14:xfrm>
              <a:off x="3330577" y="5021901"/>
              <a:ext cx="1550520" cy="492480"/>
            </p14:xfrm>
          </p:contentPart>
        </mc:Choice>
        <mc:Fallback>
          <p:pic>
            <p:nvPicPr>
              <p:cNvPr id="263" name="Ink 266">
                <a:extLst>
                  <a:ext uri="{FF2B5EF4-FFF2-40B4-BE49-F238E27FC236}">
                    <a16:creationId xmlns:a16="http://schemas.microsoft.com/office/drawing/2014/main" id="{ACAEE574-2FDD-3244-A491-5FCB66DBA6FA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3315097" y="5006421"/>
                <a:ext cx="1581120" cy="52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264" name="Ink 267">
                <a:extLst>
                  <a:ext uri="{FF2B5EF4-FFF2-40B4-BE49-F238E27FC236}">
                    <a16:creationId xmlns:a16="http://schemas.microsoft.com/office/drawing/2014/main" id="{087B87D8-E4EF-7341-951D-54A2EFB552D0}"/>
                  </a:ext>
                </a:extLst>
              </p14:cNvPr>
              <p14:cNvContentPartPr/>
              <p14:nvPr/>
            </p14:nvContentPartPr>
            <p14:xfrm>
              <a:off x="2537497" y="5197941"/>
              <a:ext cx="480960" cy="286200"/>
            </p14:xfrm>
          </p:contentPart>
        </mc:Choice>
        <mc:Fallback>
          <p:pic>
            <p:nvPicPr>
              <p:cNvPr id="264" name="Ink 267">
                <a:extLst>
                  <a:ext uri="{FF2B5EF4-FFF2-40B4-BE49-F238E27FC236}">
                    <a16:creationId xmlns:a16="http://schemas.microsoft.com/office/drawing/2014/main" id="{087B87D8-E4EF-7341-951D-54A2EFB552D0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2522017" y="5182821"/>
                <a:ext cx="511560" cy="31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271" name="Ink 271">
                <a:extLst>
                  <a:ext uri="{FF2B5EF4-FFF2-40B4-BE49-F238E27FC236}">
                    <a16:creationId xmlns:a16="http://schemas.microsoft.com/office/drawing/2014/main" id="{6883CADE-A5FF-5E48-9412-E5580A9D345A}"/>
                  </a:ext>
                </a:extLst>
              </p14:cNvPr>
              <p14:cNvContentPartPr/>
              <p14:nvPr/>
            </p14:nvContentPartPr>
            <p14:xfrm>
              <a:off x="5445577" y="1548261"/>
              <a:ext cx="246600" cy="354960"/>
            </p14:xfrm>
          </p:contentPart>
        </mc:Choice>
        <mc:Fallback>
          <p:pic>
            <p:nvPicPr>
              <p:cNvPr id="271" name="Ink 271">
                <a:extLst>
                  <a:ext uri="{FF2B5EF4-FFF2-40B4-BE49-F238E27FC236}">
                    <a16:creationId xmlns:a16="http://schemas.microsoft.com/office/drawing/2014/main" id="{6883CADE-A5FF-5E48-9412-E5580A9D345A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5430457" y="1532781"/>
                <a:ext cx="277200" cy="38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1">
            <p14:nvContentPartPr>
              <p14:cNvPr id="275" name="Ink 275">
                <a:extLst>
                  <a:ext uri="{FF2B5EF4-FFF2-40B4-BE49-F238E27FC236}">
                    <a16:creationId xmlns:a16="http://schemas.microsoft.com/office/drawing/2014/main" id="{E68A479C-5B6E-824C-B4A9-3D0563993BDC}"/>
                  </a:ext>
                </a:extLst>
              </p14:cNvPr>
              <p14:cNvContentPartPr/>
              <p14:nvPr/>
            </p14:nvContentPartPr>
            <p14:xfrm>
              <a:off x="5589577" y="1584261"/>
              <a:ext cx="2235600" cy="817560"/>
            </p14:xfrm>
          </p:contentPart>
        </mc:Choice>
        <mc:Fallback>
          <p:pic>
            <p:nvPicPr>
              <p:cNvPr id="275" name="Ink 275">
                <a:extLst>
                  <a:ext uri="{FF2B5EF4-FFF2-40B4-BE49-F238E27FC236}">
                    <a16:creationId xmlns:a16="http://schemas.microsoft.com/office/drawing/2014/main" id="{E68A479C-5B6E-824C-B4A9-3D0563993BDC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5574457" y="1568781"/>
                <a:ext cx="2266200" cy="84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3">
            <p14:nvContentPartPr>
              <p14:cNvPr id="279" name="Ink 279">
                <a:extLst>
                  <a:ext uri="{FF2B5EF4-FFF2-40B4-BE49-F238E27FC236}">
                    <a16:creationId xmlns:a16="http://schemas.microsoft.com/office/drawing/2014/main" id="{25193E68-78B5-E54C-9394-574EFF6A2C1B}"/>
                  </a:ext>
                </a:extLst>
              </p14:cNvPr>
              <p14:cNvContentPartPr/>
              <p14:nvPr/>
            </p14:nvContentPartPr>
            <p14:xfrm>
              <a:off x="6551137" y="1392021"/>
              <a:ext cx="306720" cy="1267920"/>
            </p14:xfrm>
          </p:contentPart>
        </mc:Choice>
        <mc:Fallback>
          <p:pic>
            <p:nvPicPr>
              <p:cNvPr id="279" name="Ink 279">
                <a:extLst>
                  <a:ext uri="{FF2B5EF4-FFF2-40B4-BE49-F238E27FC236}">
                    <a16:creationId xmlns:a16="http://schemas.microsoft.com/office/drawing/2014/main" id="{25193E68-78B5-E54C-9394-574EFF6A2C1B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6536017" y="1376545"/>
                <a:ext cx="337320" cy="12981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5">
            <p14:nvContentPartPr>
              <p14:cNvPr id="285" name="Ink 285">
                <a:extLst>
                  <a:ext uri="{FF2B5EF4-FFF2-40B4-BE49-F238E27FC236}">
                    <a16:creationId xmlns:a16="http://schemas.microsoft.com/office/drawing/2014/main" id="{57C927B2-7F1E-4C44-879D-A0C02D4200BD}"/>
                  </a:ext>
                </a:extLst>
              </p14:cNvPr>
              <p14:cNvContentPartPr/>
              <p14:nvPr/>
            </p14:nvContentPartPr>
            <p14:xfrm>
              <a:off x="5631697" y="1926621"/>
              <a:ext cx="649440" cy="511200"/>
            </p14:xfrm>
          </p:contentPart>
        </mc:Choice>
        <mc:Fallback>
          <p:pic>
            <p:nvPicPr>
              <p:cNvPr id="285" name="Ink 285">
                <a:extLst>
                  <a:ext uri="{FF2B5EF4-FFF2-40B4-BE49-F238E27FC236}">
                    <a16:creationId xmlns:a16="http://schemas.microsoft.com/office/drawing/2014/main" id="{57C927B2-7F1E-4C44-879D-A0C02D4200BD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5616577" y="1911501"/>
                <a:ext cx="679680" cy="54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7">
            <p14:nvContentPartPr>
              <p14:cNvPr id="295" name="Ink 295">
                <a:extLst>
                  <a:ext uri="{FF2B5EF4-FFF2-40B4-BE49-F238E27FC236}">
                    <a16:creationId xmlns:a16="http://schemas.microsoft.com/office/drawing/2014/main" id="{29B196D5-3C8C-D34A-9482-1A198CD00C89}"/>
                  </a:ext>
                </a:extLst>
              </p14:cNvPr>
              <p14:cNvContentPartPr/>
              <p14:nvPr/>
            </p14:nvContentPartPr>
            <p14:xfrm>
              <a:off x="5685697" y="2268981"/>
              <a:ext cx="571680" cy="799560"/>
            </p14:xfrm>
          </p:contentPart>
        </mc:Choice>
        <mc:Fallback>
          <p:pic>
            <p:nvPicPr>
              <p:cNvPr id="295" name="Ink 295">
                <a:extLst>
                  <a:ext uri="{FF2B5EF4-FFF2-40B4-BE49-F238E27FC236}">
                    <a16:creationId xmlns:a16="http://schemas.microsoft.com/office/drawing/2014/main" id="{29B196D5-3C8C-D34A-9482-1A198CD00C89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5670567" y="2253861"/>
                <a:ext cx="601939" cy="83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9">
            <p14:nvContentPartPr>
              <p14:cNvPr id="297" name="Ink 296">
                <a:extLst>
                  <a:ext uri="{FF2B5EF4-FFF2-40B4-BE49-F238E27FC236}">
                    <a16:creationId xmlns:a16="http://schemas.microsoft.com/office/drawing/2014/main" id="{3CC421FC-749F-5D4C-8F8B-DA01F62E4E11}"/>
                  </a:ext>
                </a:extLst>
              </p14:cNvPr>
              <p14:cNvContentPartPr/>
              <p14:nvPr/>
            </p14:nvContentPartPr>
            <p14:xfrm>
              <a:off x="6232537" y="2503341"/>
              <a:ext cx="120600" cy="120600"/>
            </p14:xfrm>
          </p:contentPart>
        </mc:Choice>
        <mc:Fallback>
          <p:pic>
            <p:nvPicPr>
              <p:cNvPr id="297" name="Ink 296">
                <a:extLst>
                  <a:ext uri="{FF2B5EF4-FFF2-40B4-BE49-F238E27FC236}">
                    <a16:creationId xmlns:a16="http://schemas.microsoft.com/office/drawing/2014/main" id="{3CC421FC-749F-5D4C-8F8B-DA01F62E4E11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6217417" y="2488221"/>
                <a:ext cx="151200" cy="15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1">
            <p14:nvContentPartPr>
              <p14:cNvPr id="303" name="Ink 303">
                <a:extLst>
                  <a:ext uri="{FF2B5EF4-FFF2-40B4-BE49-F238E27FC236}">
                    <a16:creationId xmlns:a16="http://schemas.microsoft.com/office/drawing/2014/main" id="{03B1B750-1D81-9746-A3B1-0D974C770FB0}"/>
                  </a:ext>
                </a:extLst>
              </p14:cNvPr>
              <p14:cNvContentPartPr/>
              <p14:nvPr/>
            </p14:nvContentPartPr>
            <p14:xfrm>
              <a:off x="8029297" y="1536021"/>
              <a:ext cx="679320" cy="372960"/>
            </p14:xfrm>
          </p:contentPart>
        </mc:Choice>
        <mc:Fallback>
          <p:pic>
            <p:nvPicPr>
              <p:cNvPr id="303" name="Ink 303">
                <a:extLst>
                  <a:ext uri="{FF2B5EF4-FFF2-40B4-BE49-F238E27FC236}">
                    <a16:creationId xmlns:a16="http://schemas.microsoft.com/office/drawing/2014/main" id="{03B1B750-1D81-9746-A3B1-0D974C770FB0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8014177" y="1520901"/>
                <a:ext cx="709920" cy="40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3">
            <p14:nvContentPartPr>
              <p14:cNvPr id="314" name="Ink 314">
                <a:extLst>
                  <a:ext uri="{FF2B5EF4-FFF2-40B4-BE49-F238E27FC236}">
                    <a16:creationId xmlns:a16="http://schemas.microsoft.com/office/drawing/2014/main" id="{FCE4E00C-AE55-9548-B841-DAA0E0963649}"/>
                  </a:ext>
                </a:extLst>
              </p14:cNvPr>
              <p14:cNvContentPartPr/>
              <p14:nvPr/>
            </p14:nvContentPartPr>
            <p14:xfrm>
              <a:off x="8846497" y="1527381"/>
              <a:ext cx="907560" cy="411840"/>
            </p14:xfrm>
          </p:contentPart>
        </mc:Choice>
        <mc:Fallback>
          <p:pic>
            <p:nvPicPr>
              <p:cNvPr id="314" name="Ink 314">
                <a:extLst>
                  <a:ext uri="{FF2B5EF4-FFF2-40B4-BE49-F238E27FC236}">
                    <a16:creationId xmlns:a16="http://schemas.microsoft.com/office/drawing/2014/main" id="{FCE4E00C-AE55-9548-B841-DAA0E0963649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8831017" y="1512248"/>
                <a:ext cx="938160" cy="4424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5">
            <p14:nvContentPartPr>
              <p14:cNvPr id="319" name="Ink 319">
                <a:extLst>
                  <a:ext uri="{FF2B5EF4-FFF2-40B4-BE49-F238E27FC236}">
                    <a16:creationId xmlns:a16="http://schemas.microsoft.com/office/drawing/2014/main" id="{678D28CF-BBF3-2846-A7B0-E9E525AA7540}"/>
                  </a:ext>
                </a:extLst>
              </p14:cNvPr>
              <p14:cNvContentPartPr/>
              <p14:nvPr/>
            </p14:nvContentPartPr>
            <p14:xfrm>
              <a:off x="8077177" y="2215701"/>
              <a:ext cx="559080" cy="266760"/>
            </p14:xfrm>
          </p:contentPart>
        </mc:Choice>
        <mc:Fallback>
          <p:pic>
            <p:nvPicPr>
              <p:cNvPr id="319" name="Ink 319">
                <a:extLst>
                  <a:ext uri="{FF2B5EF4-FFF2-40B4-BE49-F238E27FC236}">
                    <a16:creationId xmlns:a16="http://schemas.microsoft.com/office/drawing/2014/main" id="{678D28CF-BBF3-2846-A7B0-E9E525AA7540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8062057" y="2200581"/>
                <a:ext cx="589680" cy="29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7">
            <p14:nvContentPartPr>
              <p14:cNvPr id="324" name="Ink 324">
                <a:extLst>
                  <a:ext uri="{FF2B5EF4-FFF2-40B4-BE49-F238E27FC236}">
                    <a16:creationId xmlns:a16="http://schemas.microsoft.com/office/drawing/2014/main" id="{7C1B880F-8DF3-D843-A840-642EBD356BEF}"/>
                  </a:ext>
                </a:extLst>
              </p14:cNvPr>
              <p14:cNvContentPartPr/>
              <p14:nvPr/>
            </p14:nvContentPartPr>
            <p14:xfrm>
              <a:off x="8810497" y="2281221"/>
              <a:ext cx="270360" cy="276840"/>
            </p14:xfrm>
          </p:contentPart>
        </mc:Choice>
        <mc:Fallback>
          <p:pic>
            <p:nvPicPr>
              <p:cNvPr id="324" name="Ink 324">
                <a:extLst>
                  <a:ext uri="{FF2B5EF4-FFF2-40B4-BE49-F238E27FC236}">
                    <a16:creationId xmlns:a16="http://schemas.microsoft.com/office/drawing/2014/main" id="{7C1B880F-8DF3-D843-A840-642EBD356BEF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8795038" y="2265741"/>
                <a:ext cx="300919" cy="30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9">
            <p14:nvContentPartPr>
              <p14:cNvPr id="326" name="Ink 325">
                <a:extLst>
                  <a:ext uri="{FF2B5EF4-FFF2-40B4-BE49-F238E27FC236}">
                    <a16:creationId xmlns:a16="http://schemas.microsoft.com/office/drawing/2014/main" id="{92EF30FE-B22F-334B-B0A4-CAD235546C61}"/>
                  </a:ext>
                </a:extLst>
              </p14:cNvPr>
              <p14:cNvContentPartPr/>
              <p14:nvPr/>
            </p14:nvContentPartPr>
            <p14:xfrm>
              <a:off x="9153577" y="2317221"/>
              <a:ext cx="149760" cy="264600"/>
            </p14:xfrm>
          </p:contentPart>
        </mc:Choice>
        <mc:Fallback>
          <p:pic>
            <p:nvPicPr>
              <p:cNvPr id="326" name="Ink 325">
                <a:extLst>
                  <a:ext uri="{FF2B5EF4-FFF2-40B4-BE49-F238E27FC236}">
                    <a16:creationId xmlns:a16="http://schemas.microsoft.com/office/drawing/2014/main" id="{92EF30FE-B22F-334B-B0A4-CAD235546C61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9138457" y="2302101"/>
                <a:ext cx="180360" cy="29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1">
            <p14:nvContentPartPr>
              <p14:cNvPr id="329" name="Ink 329">
                <a:extLst>
                  <a:ext uri="{FF2B5EF4-FFF2-40B4-BE49-F238E27FC236}">
                    <a16:creationId xmlns:a16="http://schemas.microsoft.com/office/drawing/2014/main" id="{758144D6-DF63-6741-8360-1D8552CE06FF}"/>
                  </a:ext>
                </a:extLst>
              </p14:cNvPr>
              <p14:cNvContentPartPr/>
              <p14:nvPr/>
            </p14:nvContentPartPr>
            <p14:xfrm>
              <a:off x="6647257" y="2857941"/>
              <a:ext cx="456840" cy="246600"/>
            </p14:xfrm>
          </p:contentPart>
        </mc:Choice>
        <mc:Fallback>
          <p:pic>
            <p:nvPicPr>
              <p:cNvPr id="329" name="Ink 329">
                <a:extLst>
                  <a:ext uri="{FF2B5EF4-FFF2-40B4-BE49-F238E27FC236}">
                    <a16:creationId xmlns:a16="http://schemas.microsoft.com/office/drawing/2014/main" id="{758144D6-DF63-6741-8360-1D8552CE06FF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6632137" y="2842821"/>
                <a:ext cx="487440" cy="27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3">
            <p14:nvContentPartPr>
              <p14:cNvPr id="337" name="Ink 336">
                <a:extLst>
                  <a:ext uri="{FF2B5EF4-FFF2-40B4-BE49-F238E27FC236}">
                    <a16:creationId xmlns:a16="http://schemas.microsoft.com/office/drawing/2014/main" id="{7B2A2555-49AE-1046-9F7F-643138FF3F49}"/>
                  </a:ext>
                </a:extLst>
              </p14:cNvPr>
              <p14:cNvContentPartPr/>
              <p14:nvPr/>
            </p14:nvContentPartPr>
            <p14:xfrm>
              <a:off x="8275537" y="2882061"/>
              <a:ext cx="102600" cy="348120"/>
            </p14:xfrm>
          </p:contentPart>
        </mc:Choice>
        <mc:Fallback>
          <p:pic>
            <p:nvPicPr>
              <p:cNvPr id="337" name="Ink 336">
                <a:extLst>
                  <a:ext uri="{FF2B5EF4-FFF2-40B4-BE49-F238E27FC236}">
                    <a16:creationId xmlns:a16="http://schemas.microsoft.com/office/drawing/2014/main" id="{7B2A2555-49AE-1046-9F7F-643138FF3F49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8260417" y="2866941"/>
                <a:ext cx="132840" cy="37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5">
            <p14:nvContentPartPr>
              <p14:cNvPr id="338" name="Ink 337">
                <a:extLst>
                  <a:ext uri="{FF2B5EF4-FFF2-40B4-BE49-F238E27FC236}">
                    <a16:creationId xmlns:a16="http://schemas.microsoft.com/office/drawing/2014/main" id="{55DAC138-3EA8-6547-94FD-D6A0E795278D}"/>
                  </a:ext>
                </a:extLst>
              </p14:cNvPr>
              <p14:cNvContentPartPr/>
              <p14:nvPr/>
            </p14:nvContentPartPr>
            <p14:xfrm>
              <a:off x="8389657" y="2918061"/>
              <a:ext cx="246600" cy="138600"/>
            </p14:xfrm>
          </p:contentPart>
        </mc:Choice>
        <mc:Fallback>
          <p:pic>
            <p:nvPicPr>
              <p:cNvPr id="338" name="Ink 337">
                <a:extLst>
                  <a:ext uri="{FF2B5EF4-FFF2-40B4-BE49-F238E27FC236}">
                    <a16:creationId xmlns:a16="http://schemas.microsoft.com/office/drawing/2014/main" id="{55DAC138-3EA8-6547-94FD-D6A0E795278D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8374537" y="2902941"/>
                <a:ext cx="277200" cy="1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7">
            <p14:nvContentPartPr>
              <p14:cNvPr id="339" name="Ink 338">
                <a:extLst>
                  <a:ext uri="{FF2B5EF4-FFF2-40B4-BE49-F238E27FC236}">
                    <a16:creationId xmlns:a16="http://schemas.microsoft.com/office/drawing/2014/main" id="{496977D1-F5C6-C640-86CC-3E51945D45A5}"/>
                  </a:ext>
                </a:extLst>
              </p14:cNvPr>
              <p14:cNvContentPartPr/>
              <p14:nvPr/>
            </p14:nvContentPartPr>
            <p14:xfrm>
              <a:off x="8672257" y="2906181"/>
              <a:ext cx="252720" cy="168480"/>
            </p14:xfrm>
          </p:contentPart>
        </mc:Choice>
        <mc:Fallback>
          <p:pic>
            <p:nvPicPr>
              <p:cNvPr id="339" name="Ink 338">
                <a:extLst>
                  <a:ext uri="{FF2B5EF4-FFF2-40B4-BE49-F238E27FC236}">
                    <a16:creationId xmlns:a16="http://schemas.microsoft.com/office/drawing/2014/main" id="{496977D1-F5C6-C640-86CC-3E51945D45A5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8656777" y="2890701"/>
                <a:ext cx="28332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9">
            <p14:nvContentPartPr>
              <p14:cNvPr id="340" name="Ink 339">
                <a:extLst>
                  <a:ext uri="{FF2B5EF4-FFF2-40B4-BE49-F238E27FC236}">
                    <a16:creationId xmlns:a16="http://schemas.microsoft.com/office/drawing/2014/main" id="{CBD7E9EB-C662-F141-BE5B-3CFDC690203D}"/>
                  </a:ext>
                </a:extLst>
              </p14:cNvPr>
              <p14:cNvContentPartPr/>
              <p14:nvPr/>
            </p14:nvContentPartPr>
            <p14:xfrm>
              <a:off x="8930377" y="2906181"/>
              <a:ext cx="66600" cy="12240"/>
            </p14:xfrm>
          </p:contentPart>
        </mc:Choice>
        <mc:Fallback>
          <p:pic>
            <p:nvPicPr>
              <p:cNvPr id="340" name="Ink 339">
                <a:extLst>
                  <a:ext uri="{FF2B5EF4-FFF2-40B4-BE49-F238E27FC236}">
                    <a16:creationId xmlns:a16="http://schemas.microsoft.com/office/drawing/2014/main" id="{CBD7E9EB-C662-F141-BE5B-3CFDC690203D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8915257" y="2890701"/>
                <a:ext cx="9684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1">
            <p14:nvContentPartPr>
              <p14:cNvPr id="341" name="Ink 340">
                <a:extLst>
                  <a:ext uri="{FF2B5EF4-FFF2-40B4-BE49-F238E27FC236}">
                    <a16:creationId xmlns:a16="http://schemas.microsoft.com/office/drawing/2014/main" id="{F2733AFF-186C-B14E-9322-6549F35946B0}"/>
                  </a:ext>
                </a:extLst>
              </p14:cNvPr>
              <p14:cNvContentPartPr/>
              <p14:nvPr/>
            </p14:nvContentPartPr>
            <p14:xfrm>
              <a:off x="8973217" y="2821941"/>
              <a:ext cx="90000" cy="228600"/>
            </p14:xfrm>
          </p:contentPart>
        </mc:Choice>
        <mc:Fallback>
          <p:pic>
            <p:nvPicPr>
              <p:cNvPr id="341" name="Ink 340">
                <a:extLst>
                  <a:ext uri="{FF2B5EF4-FFF2-40B4-BE49-F238E27FC236}">
                    <a16:creationId xmlns:a16="http://schemas.microsoft.com/office/drawing/2014/main" id="{F2733AFF-186C-B14E-9322-6549F35946B0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8958097" y="2806821"/>
                <a:ext cx="120240" cy="25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3">
            <p14:nvContentPartPr>
              <p14:cNvPr id="342" name="Ink 341">
                <a:extLst>
                  <a:ext uri="{FF2B5EF4-FFF2-40B4-BE49-F238E27FC236}">
                    <a16:creationId xmlns:a16="http://schemas.microsoft.com/office/drawing/2014/main" id="{3E046A1D-825D-764C-A26E-92E69E3B74EF}"/>
                  </a:ext>
                </a:extLst>
              </p14:cNvPr>
              <p14:cNvContentPartPr/>
              <p14:nvPr/>
            </p14:nvContentPartPr>
            <p14:xfrm>
              <a:off x="9044857" y="2828061"/>
              <a:ext cx="216720" cy="240840"/>
            </p14:xfrm>
          </p:contentPart>
        </mc:Choice>
        <mc:Fallback>
          <p:pic>
            <p:nvPicPr>
              <p:cNvPr id="342" name="Ink 341">
                <a:extLst>
                  <a:ext uri="{FF2B5EF4-FFF2-40B4-BE49-F238E27FC236}">
                    <a16:creationId xmlns:a16="http://schemas.microsoft.com/office/drawing/2014/main" id="{3E046A1D-825D-764C-A26E-92E69E3B74EF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9029377" y="2812581"/>
                <a:ext cx="247320" cy="27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5">
            <p14:nvContentPartPr>
              <p14:cNvPr id="345" name="Ink 344">
                <a:extLst>
                  <a:ext uri="{FF2B5EF4-FFF2-40B4-BE49-F238E27FC236}">
                    <a16:creationId xmlns:a16="http://schemas.microsoft.com/office/drawing/2014/main" id="{FE5AF9A0-E621-7B4D-A1D2-9A39840A43E7}"/>
                  </a:ext>
                </a:extLst>
              </p14:cNvPr>
              <p14:cNvContentPartPr/>
              <p14:nvPr/>
            </p14:nvContentPartPr>
            <p14:xfrm>
              <a:off x="8413777" y="3296781"/>
              <a:ext cx="42480" cy="102600"/>
            </p14:xfrm>
          </p:contentPart>
        </mc:Choice>
        <mc:Fallback>
          <p:pic>
            <p:nvPicPr>
              <p:cNvPr id="345" name="Ink 344">
                <a:extLst>
                  <a:ext uri="{FF2B5EF4-FFF2-40B4-BE49-F238E27FC236}">
                    <a16:creationId xmlns:a16="http://schemas.microsoft.com/office/drawing/2014/main" id="{FE5AF9A0-E621-7B4D-A1D2-9A39840A43E7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8398657" y="3281301"/>
                <a:ext cx="73080" cy="13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7">
            <p14:nvContentPartPr>
              <p14:cNvPr id="346" name="Ink 345">
                <a:extLst>
                  <a:ext uri="{FF2B5EF4-FFF2-40B4-BE49-F238E27FC236}">
                    <a16:creationId xmlns:a16="http://schemas.microsoft.com/office/drawing/2014/main" id="{E2D3B75A-82BF-4F40-BC82-82A628E2E7BF}"/>
                  </a:ext>
                </a:extLst>
              </p14:cNvPr>
              <p14:cNvContentPartPr/>
              <p14:nvPr/>
            </p14:nvContentPartPr>
            <p14:xfrm>
              <a:off x="8491897" y="3242421"/>
              <a:ext cx="96480" cy="168480"/>
            </p14:xfrm>
          </p:contentPart>
        </mc:Choice>
        <mc:Fallback>
          <p:pic>
            <p:nvPicPr>
              <p:cNvPr id="346" name="Ink 345">
                <a:extLst>
                  <a:ext uri="{FF2B5EF4-FFF2-40B4-BE49-F238E27FC236}">
                    <a16:creationId xmlns:a16="http://schemas.microsoft.com/office/drawing/2014/main" id="{E2D3B75A-82BF-4F40-BC82-82A628E2E7BF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8476777" y="3227301"/>
                <a:ext cx="12708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9">
            <p14:nvContentPartPr>
              <p14:cNvPr id="347" name="Ink 346">
                <a:extLst>
                  <a:ext uri="{FF2B5EF4-FFF2-40B4-BE49-F238E27FC236}">
                    <a16:creationId xmlns:a16="http://schemas.microsoft.com/office/drawing/2014/main" id="{0C86980C-F179-9848-8B8F-41236B3EE672}"/>
                  </a:ext>
                </a:extLst>
              </p14:cNvPr>
              <p14:cNvContentPartPr/>
              <p14:nvPr/>
            </p14:nvContentPartPr>
            <p14:xfrm>
              <a:off x="8696377" y="3380661"/>
              <a:ext cx="12240" cy="6480"/>
            </p14:xfrm>
          </p:contentPart>
        </mc:Choice>
        <mc:Fallback>
          <p:pic>
            <p:nvPicPr>
              <p:cNvPr id="347" name="Ink 346">
                <a:extLst>
                  <a:ext uri="{FF2B5EF4-FFF2-40B4-BE49-F238E27FC236}">
                    <a16:creationId xmlns:a16="http://schemas.microsoft.com/office/drawing/2014/main" id="{0C86980C-F179-9848-8B8F-41236B3EE672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8680897" y="3365541"/>
                <a:ext cx="4284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1">
            <p14:nvContentPartPr>
              <p14:cNvPr id="348" name="Ink 347">
                <a:extLst>
                  <a:ext uri="{FF2B5EF4-FFF2-40B4-BE49-F238E27FC236}">
                    <a16:creationId xmlns:a16="http://schemas.microsoft.com/office/drawing/2014/main" id="{CEA2283A-5907-2143-92F7-790BD05C532A}"/>
                  </a:ext>
                </a:extLst>
              </p14:cNvPr>
              <p14:cNvContentPartPr/>
              <p14:nvPr/>
            </p14:nvContentPartPr>
            <p14:xfrm>
              <a:off x="8774497" y="3266541"/>
              <a:ext cx="84600" cy="270720"/>
            </p14:xfrm>
          </p:contentPart>
        </mc:Choice>
        <mc:Fallback>
          <p:pic>
            <p:nvPicPr>
              <p:cNvPr id="348" name="Ink 347">
                <a:extLst>
                  <a:ext uri="{FF2B5EF4-FFF2-40B4-BE49-F238E27FC236}">
                    <a16:creationId xmlns:a16="http://schemas.microsoft.com/office/drawing/2014/main" id="{CEA2283A-5907-2143-92F7-790BD05C532A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8759017" y="3251421"/>
                <a:ext cx="114840" cy="30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3">
            <p14:nvContentPartPr>
              <p14:cNvPr id="364" name="Ink 364">
                <a:extLst>
                  <a:ext uri="{FF2B5EF4-FFF2-40B4-BE49-F238E27FC236}">
                    <a16:creationId xmlns:a16="http://schemas.microsoft.com/office/drawing/2014/main" id="{820D92DC-0990-D74E-BF55-5761E4727981}"/>
                  </a:ext>
                </a:extLst>
              </p14:cNvPr>
              <p14:cNvContentPartPr/>
              <p14:nvPr/>
            </p14:nvContentPartPr>
            <p14:xfrm>
              <a:off x="5439457" y="2839941"/>
              <a:ext cx="2512080" cy="1971360"/>
            </p14:xfrm>
          </p:contentPart>
        </mc:Choice>
        <mc:Fallback>
          <p:pic>
            <p:nvPicPr>
              <p:cNvPr id="364" name="Ink 364">
                <a:extLst>
                  <a:ext uri="{FF2B5EF4-FFF2-40B4-BE49-F238E27FC236}">
                    <a16:creationId xmlns:a16="http://schemas.microsoft.com/office/drawing/2014/main" id="{820D92DC-0990-D74E-BF55-5761E4727981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5424337" y="2824821"/>
                <a:ext cx="2542320" cy="200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5">
            <p14:nvContentPartPr>
              <p14:cNvPr id="368" name="Ink 368">
                <a:extLst>
                  <a:ext uri="{FF2B5EF4-FFF2-40B4-BE49-F238E27FC236}">
                    <a16:creationId xmlns:a16="http://schemas.microsoft.com/office/drawing/2014/main" id="{0802FC73-2DA3-3747-BEFD-FCF47E6D8DAB}"/>
                  </a:ext>
                </a:extLst>
              </p14:cNvPr>
              <p14:cNvContentPartPr/>
              <p14:nvPr/>
            </p14:nvContentPartPr>
            <p14:xfrm>
              <a:off x="6142537" y="4191741"/>
              <a:ext cx="210600" cy="847800"/>
            </p14:xfrm>
          </p:contentPart>
        </mc:Choice>
        <mc:Fallback>
          <p:pic>
            <p:nvPicPr>
              <p:cNvPr id="368" name="Ink 368">
                <a:extLst>
                  <a:ext uri="{FF2B5EF4-FFF2-40B4-BE49-F238E27FC236}">
                    <a16:creationId xmlns:a16="http://schemas.microsoft.com/office/drawing/2014/main" id="{0802FC73-2DA3-3747-BEFD-FCF47E6D8DAB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6127417" y="4171572"/>
                <a:ext cx="241200" cy="8834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7">
            <p14:nvContentPartPr>
              <p14:cNvPr id="374" name="Ink 375">
                <a:extLst>
                  <a:ext uri="{FF2B5EF4-FFF2-40B4-BE49-F238E27FC236}">
                    <a16:creationId xmlns:a16="http://schemas.microsoft.com/office/drawing/2014/main" id="{193FDFB3-0170-5B40-868A-9580F632F29D}"/>
                  </a:ext>
                </a:extLst>
              </p14:cNvPr>
              <p14:cNvContentPartPr/>
              <p14:nvPr/>
            </p14:nvContentPartPr>
            <p14:xfrm>
              <a:off x="5848057" y="4967181"/>
              <a:ext cx="318960" cy="306000"/>
            </p14:xfrm>
          </p:contentPart>
        </mc:Choice>
        <mc:Fallback>
          <p:pic>
            <p:nvPicPr>
              <p:cNvPr id="374" name="Ink 375">
                <a:extLst>
                  <a:ext uri="{FF2B5EF4-FFF2-40B4-BE49-F238E27FC236}">
                    <a16:creationId xmlns:a16="http://schemas.microsoft.com/office/drawing/2014/main" id="{193FDFB3-0170-5B40-868A-9580F632F29D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5832937" y="4951701"/>
                <a:ext cx="349200" cy="33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9">
            <p14:nvContentPartPr>
              <p14:cNvPr id="375" name="Ink 376">
                <a:extLst>
                  <a:ext uri="{FF2B5EF4-FFF2-40B4-BE49-F238E27FC236}">
                    <a16:creationId xmlns:a16="http://schemas.microsoft.com/office/drawing/2014/main" id="{A643CA5A-7B81-894B-8021-844FB93C07B1}"/>
                  </a:ext>
                </a:extLst>
              </p14:cNvPr>
              <p14:cNvContentPartPr/>
              <p14:nvPr/>
            </p14:nvContentPartPr>
            <p14:xfrm>
              <a:off x="6137137" y="4216581"/>
              <a:ext cx="227880" cy="143280"/>
            </p14:xfrm>
          </p:contentPart>
        </mc:Choice>
        <mc:Fallback>
          <p:pic>
            <p:nvPicPr>
              <p:cNvPr id="375" name="Ink 376">
                <a:extLst>
                  <a:ext uri="{FF2B5EF4-FFF2-40B4-BE49-F238E27FC236}">
                    <a16:creationId xmlns:a16="http://schemas.microsoft.com/office/drawing/2014/main" id="{A643CA5A-7B81-894B-8021-844FB93C07B1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6122017" y="4201461"/>
                <a:ext cx="25848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1">
            <p14:nvContentPartPr>
              <p14:cNvPr id="380" name="Ink 380">
                <a:extLst>
                  <a:ext uri="{FF2B5EF4-FFF2-40B4-BE49-F238E27FC236}">
                    <a16:creationId xmlns:a16="http://schemas.microsoft.com/office/drawing/2014/main" id="{030DD416-2177-3244-98BB-13F5EC8242C8}"/>
                  </a:ext>
                </a:extLst>
              </p14:cNvPr>
              <p14:cNvContentPartPr/>
              <p14:nvPr/>
            </p14:nvContentPartPr>
            <p14:xfrm>
              <a:off x="6238657" y="5039181"/>
              <a:ext cx="276840" cy="348840"/>
            </p14:xfrm>
          </p:contentPart>
        </mc:Choice>
        <mc:Fallback>
          <p:pic>
            <p:nvPicPr>
              <p:cNvPr id="380" name="Ink 380">
                <a:extLst>
                  <a:ext uri="{FF2B5EF4-FFF2-40B4-BE49-F238E27FC236}">
                    <a16:creationId xmlns:a16="http://schemas.microsoft.com/office/drawing/2014/main" id="{030DD416-2177-3244-98BB-13F5EC8242C8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6223537" y="5024061"/>
                <a:ext cx="307080" cy="37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3">
            <p14:nvContentPartPr>
              <p14:cNvPr id="386" name="Ink 386">
                <a:extLst>
                  <a:ext uri="{FF2B5EF4-FFF2-40B4-BE49-F238E27FC236}">
                    <a16:creationId xmlns:a16="http://schemas.microsoft.com/office/drawing/2014/main" id="{E654B935-74D0-AB4E-BD59-FEA7FA63BD29}"/>
                  </a:ext>
                </a:extLst>
              </p14:cNvPr>
              <p14:cNvContentPartPr/>
              <p14:nvPr/>
            </p14:nvContentPartPr>
            <p14:xfrm>
              <a:off x="6064417" y="3789261"/>
              <a:ext cx="931680" cy="739440"/>
            </p14:xfrm>
          </p:contentPart>
        </mc:Choice>
        <mc:Fallback>
          <p:pic>
            <p:nvPicPr>
              <p:cNvPr id="386" name="Ink 386">
                <a:extLst>
                  <a:ext uri="{FF2B5EF4-FFF2-40B4-BE49-F238E27FC236}">
                    <a16:creationId xmlns:a16="http://schemas.microsoft.com/office/drawing/2014/main" id="{E654B935-74D0-AB4E-BD59-FEA7FA63BD29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6049297" y="3774141"/>
                <a:ext cx="967320" cy="77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5">
            <p14:nvContentPartPr>
              <p14:cNvPr id="389" name="Ink 388">
                <a:extLst>
                  <a:ext uri="{FF2B5EF4-FFF2-40B4-BE49-F238E27FC236}">
                    <a16:creationId xmlns:a16="http://schemas.microsoft.com/office/drawing/2014/main" id="{9D948544-1183-2A4B-93DA-B7AE07ACEE0B}"/>
                  </a:ext>
                </a:extLst>
              </p14:cNvPr>
              <p14:cNvContentPartPr/>
              <p14:nvPr/>
            </p14:nvContentPartPr>
            <p14:xfrm>
              <a:off x="6959737" y="4612581"/>
              <a:ext cx="174600" cy="132480"/>
            </p14:xfrm>
          </p:contentPart>
        </mc:Choice>
        <mc:Fallback>
          <p:pic>
            <p:nvPicPr>
              <p:cNvPr id="389" name="Ink 388">
                <a:extLst>
                  <a:ext uri="{FF2B5EF4-FFF2-40B4-BE49-F238E27FC236}">
                    <a16:creationId xmlns:a16="http://schemas.microsoft.com/office/drawing/2014/main" id="{9D948544-1183-2A4B-93DA-B7AE07ACEE0B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6944617" y="4597101"/>
                <a:ext cx="20520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7">
            <p14:nvContentPartPr>
              <p14:cNvPr id="399" name="Ink 399">
                <a:extLst>
                  <a:ext uri="{FF2B5EF4-FFF2-40B4-BE49-F238E27FC236}">
                    <a16:creationId xmlns:a16="http://schemas.microsoft.com/office/drawing/2014/main" id="{A22E929C-1F39-5543-980F-63E9496B35EB}"/>
                  </a:ext>
                </a:extLst>
              </p14:cNvPr>
              <p14:cNvContentPartPr/>
              <p14:nvPr/>
            </p14:nvContentPartPr>
            <p14:xfrm>
              <a:off x="7945057" y="3831381"/>
              <a:ext cx="1118160" cy="402840"/>
            </p14:xfrm>
          </p:contentPart>
        </mc:Choice>
        <mc:Fallback>
          <p:pic>
            <p:nvPicPr>
              <p:cNvPr id="399" name="Ink 399">
                <a:extLst>
                  <a:ext uri="{FF2B5EF4-FFF2-40B4-BE49-F238E27FC236}">
                    <a16:creationId xmlns:a16="http://schemas.microsoft.com/office/drawing/2014/main" id="{A22E929C-1F39-5543-980F-63E9496B35EB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7929932" y="3816261"/>
                <a:ext cx="1148770" cy="43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9">
            <p14:nvContentPartPr>
              <p14:cNvPr id="405" name="Ink 405">
                <a:extLst>
                  <a:ext uri="{FF2B5EF4-FFF2-40B4-BE49-F238E27FC236}">
                    <a16:creationId xmlns:a16="http://schemas.microsoft.com/office/drawing/2014/main" id="{57FF5AAE-870C-DE47-AE80-4E50DF988ADF}"/>
                  </a:ext>
                </a:extLst>
              </p14:cNvPr>
              <p14:cNvContentPartPr/>
              <p14:nvPr/>
            </p14:nvContentPartPr>
            <p14:xfrm>
              <a:off x="9134857" y="3849381"/>
              <a:ext cx="402840" cy="312840"/>
            </p14:xfrm>
          </p:contentPart>
        </mc:Choice>
        <mc:Fallback>
          <p:pic>
            <p:nvPicPr>
              <p:cNvPr id="405" name="Ink 405">
                <a:extLst>
                  <a:ext uri="{FF2B5EF4-FFF2-40B4-BE49-F238E27FC236}">
                    <a16:creationId xmlns:a16="http://schemas.microsoft.com/office/drawing/2014/main" id="{57FF5AAE-870C-DE47-AE80-4E50DF988ADF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9119737" y="3834261"/>
                <a:ext cx="433440" cy="34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1">
            <p14:nvContentPartPr>
              <p14:cNvPr id="410" name="Ink 410">
                <a:extLst>
                  <a:ext uri="{FF2B5EF4-FFF2-40B4-BE49-F238E27FC236}">
                    <a16:creationId xmlns:a16="http://schemas.microsoft.com/office/drawing/2014/main" id="{D25EE991-F2C9-E144-987D-9DD0D890DA97}"/>
                  </a:ext>
                </a:extLst>
              </p14:cNvPr>
              <p14:cNvContentPartPr/>
              <p14:nvPr/>
            </p14:nvContentPartPr>
            <p14:xfrm>
              <a:off x="8149537" y="4422861"/>
              <a:ext cx="444960" cy="172080"/>
            </p14:xfrm>
          </p:contentPart>
        </mc:Choice>
        <mc:Fallback>
          <p:pic>
            <p:nvPicPr>
              <p:cNvPr id="410" name="Ink 410">
                <a:extLst>
                  <a:ext uri="{FF2B5EF4-FFF2-40B4-BE49-F238E27FC236}">
                    <a16:creationId xmlns:a16="http://schemas.microsoft.com/office/drawing/2014/main" id="{D25EE991-F2C9-E144-987D-9DD0D890DA97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8134057" y="4407741"/>
                <a:ext cx="475560" cy="20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3">
            <p14:nvContentPartPr>
              <p14:cNvPr id="414" name="Ink 414">
                <a:extLst>
                  <a:ext uri="{FF2B5EF4-FFF2-40B4-BE49-F238E27FC236}">
                    <a16:creationId xmlns:a16="http://schemas.microsoft.com/office/drawing/2014/main" id="{4900B8EC-68CB-F249-BE3A-8ADBECF5C7DC}"/>
                  </a:ext>
                </a:extLst>
              </p14:cNvPr>
              <p14:cNvContentPartPr/>
              <p14:nvPr/>
            </p14:nvContentPartPr>
            <p14:xfrm>
              <a:off x="8780257" y="4402341"/>
              <a:ext cx="360720" cy="192600"/>
            </p14:xfrm>
          </p:contentPart>
        </mc:Choice>
        <mc:Fallback>
          <p:pic>
            <p:nvPicPr>
              <p:cNvPr id="414" name="Ink 414">
                <a:extLst>
                  <a:ext uri="{FF2B5EF4-FFF2-40B4-BE49-F238E27FC236}">
                    <a16:creationId xmlns:a16="http://schemas.microsoft.com/office/drawing/2014/main" id="{4900B8EC-68CB-F249-BE3A-8ADBECF5C7DC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8765137" y="4386861"/>
                <a:ext cx="39132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5">
            <p14:nvContentPartPr>
              <p14:cNvPr id="416" name="Ink 415">
                <a:extLst>
                  <a:ext uri="{FF2B5EF4-FFF2-40B4-BE49-F238E27FC236}">
                    <a16:creationId xmlns:a16="http://schemas.microsoft.com/office/drawing/2014/main" id="{F808953C-4E20-CF4F-A901-012D38B09F21}"/>
                  </a:ext>
                </a:extLst>
              </p14:cNvPr>
              <p14:cNvContentPartPr/>
              <p14:nvPr/>
            </p14:nvContentPartPr>
            <p14:xfrm>
              <a:off x="9194977" y="4396221"/>
              <a:ext cx="102600" cy="246600"/>
            </p14:xfrm>
          </p:contentPart>
        </mc:Choice>
        <mc:Fallback>
          <p:pic>
            <p:nvPicPr>
              <p:cNvPr id="416" name="Ink 415">
                <a:extLst>
                  <a:ext uri="{FF2B5EF4-FFF2-40B4-BE49-F238E27FC236}">
                    <a16:creationId xmlns:a16="http://schemas.microsoft.com/office/drawing/2014/main" id="{F808953C-4E20-CF4F-A901-012D38B09F21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9179857" y="4381101"/>
                <a:ext cx="132840" cy="27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7">
            <p14:nvContentPartPr>
              <p14:cNvPr id="420" name="Ink 420">
                <a:extLst>
                  <a:ext uri="{FF2B5EF4-FFF2-40B4-BE49-F238E27FC236}">
                    <a16:creationId xmlns:a16="http://schemas.microsoft.com/office/drawing/2014/main" id="{075CC707-1211-EC46-A36A-D7CB117707E2}"/>
                  </a:ext>
                </a:extLst>
              </p14:cNvPr>
              <p14:cNvContentPartPr/>
              <p14:nvPr/>
            </p14:nvContentPartPr>
            <p14:xfrm>
              <a:off x="7079977" y="5063301"/>
              <a:ext cx="541080" cy="252720"/>
            </p14:xfrm>
          </p:contentPart>
        </mc:Choice>
        <mc:Fallback>
          <p:pic>
            <p:nvPicPr>
              <p:cNvPr id="420" name="Ink 420">
                <a:extLst>
                  <a:ext uri="{FF2B5EF4-FFF2-40B4-BE49-F238E27FC236}">
                    <a16:creationId xmlns:a16="http://schemas.microsoft.com/office/drawing/2014/main" id="{075CC707-1211-EC46-A36A-D7CB117707E2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7064497" y="5047821"/>
                <a:ext cx="571680" cy="28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9">
            <p14:nvContentPartPr>
              <p14:cNvPr id="424" name="Ink 424">
                <a:extLst>
                  <a:ext uri="{FF2B5EF4-FFF2-40B4-BE49-F238E27FC236}">
                    <a16:creationId xmlns:a16="http://schemas.microsoft.com/office/drawing/2014/main" id="{EC5F81AC-AB9D-DD4B-8B09-15CECBBCCAAD}"/>
                  </a:ext>
                </a:extLst>
              </p14:cNvPr>
              <p14:cNvContentPartPr/>
              <p14:nvPr/>
            </p14:nvContentPartPr>
            <p14:xfrm>
              <a:off x="7897177" y="5008941"/>
              <a:ext cx="258840" cy="289080"/>
            </p14:xfrm>
          </p:contentPart>
        </mc:Choice>
        <mc:Fallback>
          <p:pic>
            <p:nvPicPr>
              <p:cNvPr id="424" name="Ink 424">
                <a:extLst>
                  <a:ext uri="{FF2B5EF4-FFF2-40B4-BE49-F238E27FC236}">
                    <a16:creationId xmlns:a16="http://schemas.microsoft.com/office/drawing/2014/main" id="{EC5F81AC-AB9D-DD4B-8B09-15CECBBCCAAD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7881697" y="4993802"/>
                <a:ext cx="289080" cy="3197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1">
            <p14:nvContentPartPr>
              <p14:cNvPr id="430" name="Ink 430">
                <a:extLst>
                  <a:ext uri="{FF2B5EF4-FFF2-40B4-BE49-F238E27FC236}">
                    <a16:creationId xmlns:a16="http://schemas.microsoft.com/office/drawing/2014/main" id="{AADD4349-AAFA-4F49-891B-5DAE149ECBFC}"/>
                  </a:ext>
                </a:extLst>
              </p14:cNvPr>
              <p14:cNvContentPartPr/>
              <p14:nvPr/>
            </p14:nvContentPartPr>
            <p14:xfrm>
              <a:off x="8239537" y="4954941"/>
              <a:ext cx="289080" cy="307080"/>
            </p14:xfrm>
          </p:contentPart>
        </mc:Choice>
        <mc:Fallback>
          <p:pic>
            <p:nvPicPr>
              <p:cNvPr id="430" name="Ink 430">
                <a:extLst>
                  <a:ext uri="{FF2B5EF4-FFF2-40B4-BE49-F238E27FC236}">
                    <a16:creationId xmlns:a16="http://schemas.microsoft.com/office/drawing/2014/main" id="{AADD4349-AAFA-4F49-891B-5DAE149ECBFC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8224398" y="4939803"/>
                <a:ext cx="319718" cy="3377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3">
            <p14:nvContentPartPr>
              <p14:cNvPr id="437" name="Ink 437">
                <a:extLst>
                  <a:ext uri="{FF2B5EF4-FFF2-40B4-BE49-F238E27FC236}">
                    <a16:creationId xmlns:a16="http://schemas.microsoft.com/office/drawing/2014/main" id="{3C69D865-5385-2345-9EC0-E3F1F1913919}"/>
                  </a:ext>
                </a:extLst>
              </p14:cNvPr>
              <p14:cNvContentPartPr/>
              <p14:nvPr/>
            </p14:nvContentPartPr>
            <p14:xfrm>
              <a:off x="7127857" y="5400261"/>
              <a:ext cx="1244520" cy="420480"/>
            </p14:xfrm>
          </p:contentPart>
        </mc:Choice>
        <mc:Fallback>
          <p:pic>
            <p:nvPicPr>
              <p:cNvPr id="437" name="Ink 437">
                <a:extLst>
                  <a:ext uri="{FF2B5EF4-FFF2-40B4-BE49-F238E27FC236}">
                    <a16:creationId xmlns:a16="http://schemas.microsoft.com/office/drawing/2014/main" id="{3C69D865-5385-2345-9EC0-E3F1F1913919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7112733" y="5385128"/>
                <a:ext cx="1275129" cy="4511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5">
            <p14:nvContentPartPr>
              <p14:cNvPr id="445" name="Ink 446">
                <a:extLst>
                  <a:ext uri="{FF2B5EF4-FFF2-40B4-BE49-F238E27FC236}">
                    <a16:creationId xmlns:a16="http://schemas.microsoft.com/office/drawing/2014/main" id="{D9872152-A569-AD4B-AF4C-2BF10EEEA332}"/>
                  </a:ext>
                </a:extLst>
              </p14:cNvPr>
              <p14:cNvContentPartPr/>
              <p14:nvPr/>
            </p14:nvContentPartPr>
            <p14:xfrm>
              <a:off x="7668577" y="5868261"/>
              <a:ext cx="667440" cy="343080"/>
            </p14:xfrm>
          </p:contentPart>
        </mc:Choice>
        <mc:Fallback>
          <p:pic>
            <p:nvPicPr>
              <p:cNvPr id="445" name="Ink 446">
                <a:extLst>
                  <a:ext uri="{FF2B5EF4-FFF2-40B4-BE49-F238E27FC236}">
                    <a16:creationId xmlns:a16="http://schemas.microsoft.com/office/drawing/2014/main" id="{D9872152-A569-AD4B-AF4C-2BF10EEEA332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7653457" y="5853125"/>
                <a:ext cx="697680" cy="3737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7">
            <p14:nvContentPartPr>
              <p14:cNvPr id="446" name="Ink 447">
                <a:extLst>
                  <a:ext uri="{FF2B5EF4-FFF2-40B4-BE49-F238E27FC236}">
                    <a16:creationId xmlns:a16="http://schemas.microsoft.com/office/drawing/2014/main" id="{5C3151C8-82FC-9447-8C23-472406E4AA6A}"/>
                  </a:ext>
                </a:extLst>
              </p14:cNvPr>
              <p14:cNvContentPartPr/>
              <p14:nvPr/>
            </p14:nvContentPartPr>
            <p14:xfrm>
              <a:off x="8545897" y="5429781"/>
              <a:ext cx="240120" cy="192600"/>
            </p14:xfrm>
          </p:contentPart>
        </mc:Choice>
        <mc:Fallback>
          <p:pic>
            <p:nvPicPr>
              <p:cNvPr id="446" name="Ink 447">
                <a:extLst>
                  <a:ext uri="{FF2B5EF4-FFF2-40B4-BE49-F238E27FC236}">
                    <a16:creationId xmlns:a16="http://schemas.microsoft.com/office/drawing/2014/main" id="{5C3151C8-82FC-9447-8C23-472406E4AA6A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8530777" y="5414301"/>
                <a:ext cx="270360" cy="223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15791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theme/theme1.xml><?xml version="1.0" encoding="utf-8"?>
<a:theme xmlns:a="http://schemas.openxmlformats.org/drawingml/2006/main" name="A4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" id="{5D1E2C3C-E28F-A04D-A3BF-B9774A855780}" vid="{4F857BDB-CED6-704E-A61F-568D547E0E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A4</Template>
  <TotalTime>20</TotalTime>
  <Words>88</Words>
  <Application>Microsoft Office PowerPoint</Application>
  <PresentationFormat>A4 Paper (210x297 mm)</PresentationFormat>
  <Paragraphs>21</Paragraphs>
  <Slides>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A4</vt:lpstr>
      <vt:lpstr>Normal Distribution</vt:lpstr>
      <vt:lpstr>The normal distribution</vt:lpstr>
      <vt:lpstr>68%, 95%, 99.7% RULE</vt:lpstr>
      <vt:lpstr>Notation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Normal Distribution</dc:title>
  <dc:creator>LOH Michael [Shenton College]</dc:creator>
  <cp:lastModifiedBy>LOH Michael [Shenton College]</cp:lastModifiedBy>
  <cp:revision>4</cp:revision>
  <dcterms:created xsi:type="dcterms:W3CDTF">2018-09-02T03:41:29Z</dcterms:created>
  <dcterms:modified xsi:type="dcterms:W3CDTF">2019-09-19T00:54:51Z</dcterms:modified>
</cp:coreProperties>
</file>