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40"/>
  </p:normalViewPr>
  <p:slideViewPr>
    <p:cSldViewPr snapToGrid="0" snapToObjects="1">
      <p:cViewPr varScale="1">
        <p:scale>
          <a:sx n="97" d="100"/>
          <a:sy n="97" d="100"/>
        </p:scale>
        <p:origin x="13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7/2/19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7/2/19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7/2/19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7/2/19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AC27C1-166C-E343-9DDA-88C2EF7B59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415" t="40900" r="56876" b="7338"/>
          <a:stretch/>
        </p:blipFill>
        <p:spPr>
          <a:xfrm rot="5400000">
            <a:off x="2306322" y="-2306322"/>
            <a:ext cx="5274367" cy="988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08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AC27C1-166C-E343-9DDA-88C2EF7B59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092" t="46070" r="34867" b="8068"/>
          <a:stretch/>
        </p:blipFill>
        <p:spPr>
          <a:xfrm rot="5400000">
            <a:off x="1876836" y="-1535599"/>
            <a:ext cx="6271592" cy="978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71211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243</TotalTime>
  <Words>0</Words>
  <Application>Microsoft Macintosh PowerPoint</Application>
  <PresentationFormat>A4 Paper (210x297 mm)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A4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LOH Michael [Shenton College]</dc:creator>
  <cp:lastModifiedBy>LOH Michael [Shenton College]</cp:lastModifiedBy>
  <cp:revision>3</cp:revision>
  <dcterms:created xsi:type="dcterms:W3CDTF">2019-07-01T23:58:03Z</dcterms:created>
  <dcterms:modified xsi:type="dcterms:W3CDTF">2019-07-02T04:01:29Z</dcterms:modified>
</cp:coreProperties>
</file>