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74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3E1D-A668-F142-86A6-79B4B8928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Inflation and Depreciation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6F320-C777-C245-B062-56DC5EC955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1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price of an electric frying pan was $100 in 2013. The price of the flying pan increase 5% p.a.  What is the price of the frying pan in 2016? What about the price in 2020?</a:t>
            </a:r>
          </a:p>
        </p:txBody>
      </p:sp>
    </p:spTree>
    <p:extLst>
      <p:ext uri="{BB962C8B-B14F-4D97-AF65-F5344CB8AC3E}">
        <p14:creationId xmlns:p14="http://schemas.microsoft.com/office/powerpoint/2010/main" val="3868956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137509"/>
            <a:ext cx="8543925" cy="1325563"/>
          </a:xfrm>
        </p:spPr>
        <p:txBody>
          <a:bodyPr/>
          <a:lstStyle/>
          <a:p>
            <a:r>
              <a:rPr lang="en-US" dirty="0"/>
              <a:t>Repeated increase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95560"/>
            <a:ext cx="963827" cy="926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351903" y="1895560"/>
            <a:ext cx="1540475" cy="15075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6054" y="1895559"/>
            <a:ext cx="1997676" cy="194001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$110.25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7405" y="1895559"/>
            <a:ext cx="2387557" cy="233542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$115.76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344827" y="3627692"/>
            <a:ext cx="2014152" cy="1729946"/>
            <a:chOff x="1344827" y="3627692"/>
            <a:chExt cx="2014152" cy="1729946"/>
          </a:xfrm>
        </p:grpSpPr>
        <p:sp>
          <p:nvSpPr>
            <p:cNvPr id="8" name="Curved Up Arrow 7"/>
            <p:cNvSpPr/>
            <p:nvPr/>
          </p:nvSpPr>
          <p:spPr>
            <a:xfrm>
              <a:off x="1344827" y="3627692"/>
              <a:ext cx="2014152" cy="1729946"/>
            </a:xfrm>
            <a:prstGeom prst="curved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86272" y="4492665"/>
              <a:ext cx="6238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5%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579340" y="4208459"/>
            <a:ext cx="2014152" cy="1729946"/>
            <a:chOff x="3579340" y="4208459"/>
            <a:chExt cx="2014152" cy="1729946"/>
          </a:xfrm>
        </p:grpSpPr>
        <p:sp>
          <p:nvSpPr>
            <p:cNvPr id="9" name="Curved Up Arrow 8"/>
            <p:cNvSpPr/>
            <p:nvPr/>
          </p:nvSpPr>
          <p:spPr>
            <a:xfrm>
              <a:off x="3579340" y="4208459"/>
              <a:ext cx="2014152" cy="1729946"/>
            </a:xfrm>
            <a:prstGeom prst="curved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62358" y="5073432"/>
              <a:ext cx="6238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5%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143367" y="4480308"/>
            <a:ext cx="2014152" cy="1729946"/>
            <a:chOff x="6143367" y="4480308"/>
            <a:chExt cx="2014152" cy="1729946"/>
          </a:xfrm>
        </p:grpSpPr>
        <p:sp>
          <p:nvSpPr>
            <p:cNvPr id="10" name="Curved Up Arrow 9"/>
            <p:cNvSpPr/>
            <p:nvPr/>
          </p:nvSpPr>
          <p:spPr>
            <a:xfrm>
              <a:off x="6143367" y="4480308"/>
              <a:ext cx="2014152" cy="1729946"/>
            </a:xfrm>
            <a:prstGeom prst="curved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0412" y="5335042"/>
              <a:ext cx="6238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5%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96286" y="1314791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2013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2113" y="1314790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999" y="1277507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1156" y="1217650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29556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in a rural community was 3,521 in 2010.  Since then, the population has increased by an average of 6% p.a. for the next four years. </a:t>
            </a:r>
          </a:p>
          <a:p>
            <a:pPr lvl="1"/>
            <a:r>
              <a:rPr lang="en-US" dirty="0"/>
              <a:t>Calculate the population in the rural community after 3 years. </a:t>
            </a:r>
          </a:p>
          <a:p>
            <a:pPr lvl="1"/>
            <a:r>
              <a:rPr lang="en-US" dirty="0"/>
              <a:t>What is the percentage increase in population over the three years? (to the nearest 0.1%)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6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 (Increase)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705971" y="2714439"/>
            <a:ext cx="6191534" cy="1563806"/>
            <a:chOff x="1705971" y="2355377"/>
            <a:chExt cx="6191534" cy="1563806"/>
          </a:xfrm>
        </p:grpSpPr>
        <p:sp>
          <p:nvSpPr>
            <p:cNvPr id="4" name="Rectangle 3"/>
            <p:cNvSpPr/>
            <p:nvPr/>
          </p:nvSpPr>
          <p:spPr>
            <a:xfrm>
              <a:off x="1705971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505959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05947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105935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urved Down Arrow 8"/>
            <p:cNvSpPr/>
            <p:nvPr/>
          </p:nvSpPr>
          <p:spPr>
            <a:xfrm>
              <a:off x="2101756" y="2415654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urved Down Arrow 9"/>
            <p:cNvSpPr/>
            <p:nvPr/>
          </p:nvSpPr>
          <p:spPr>
            <a:xfrm>
              <a:off x="3968467" y="2355378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urved Down Arrow 10"/>
            <p:cNvSpPr/>
            <p:nvPr/>
          </p:nvSpPr>
          <p:spPr>
            <a:xfrm>
              <a:off x="5939051" y="2355377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340893" y="3552470"/>
            <a:ext cx="152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042" y="3570868"/>
            <a:ext cx="118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Final amount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695433" y="3047671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622" y="3014694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2206" y="3009016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8479" y="1991064"/>
            <a:ext cx="4806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Multiply by (1+X%) (1+X%) (1+X%)</a:t>
            </a:r>
          </a:p>
        </p:txBody>
      </p:sp>
      <p:sp>
        <p:nvSpPr>
          <p:cNvPr id="24" name="Curved Down Arrow 23"/>
          <p:cNvSpPr/>
          <p:nvPr/>
        </p:nvSpPr>
        <p:spPr>
          <a:xfrm>
            <a:off x="1760563" y="1508562"/>
            <a:ext cx="5864746" cy="98102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7E699-3A63-2E47-A54A-536C41F3CD8F}"/>
              </a:ext>
            </a:extLst>
          </p:cNvPr>
          <p:cNvSpPr txBox="1"/>
          <p:nvPr/>
        </p:nvSpPr>
        <p:spPr>
          <a:xfrm>
            <a:off x="733489" y="5169907"/>
            <a:ext cx="826994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Final amount = original amount (1 + X%)</a:t>
            </a:r>
            <a:r>
              <a:rPr lang="en-US" sz="3600" baseline="30000" dirty="0"/>
              <a:t>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0800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the Christmas sale, a set of cutlery was discounted by 30%.  At the end of the sale, the cutlery set was further discounted by another 30%.  If the original price of the set was $120, what is the final price?</a:t>
            </a:r>
          </a:p>
        </p:txBody>
      </p:sp>
    </p:spTree>
    <p:extLst>
      <p:ext uri="{BB962C8B-B14F-4D97-AF65-F5344CB8AC3E}">
        <p14:creationId xmlns:p14="http://schemas.microsoft.com/office/powerpoint/2010/main" val="403405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A41-B6F6-424D-9470-1B970793C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551329"/>
            <a:ext cx="8543925" cy="5625634"/>
          </a:xfrm>
        </p:spPr>
        <p:txBody>
          <a:bodyPr/>
          <a:lstStyle/>
          <a:p>
            <a:r>
              <a:rPr lang="en-US" dirty="0"/>
              <a:t>Marcus bought a car at $28 000 in 2016.  The value of the car depreciated at a rate of 3% p.a.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What is the value of the car in 2018.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He intends to sell his car after 10 years, what is the value of his car then?</a:t>
            </a:r>
          </a:p>
        </p:txBody>
      </p:sp>
    </p:spTree>
    <p:extLst>
      <p:ext uri="{BB962C8B-B14F-4D97-AF65-F5344CB8AC3E}">
        <p14:creationId xmlns:p14="http://schemas.microsoft.com/office/powerpoint/2010/main" val="206746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 (Decrease)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705971" y="2714439"/>
            <a:ext cx="6191534" cy="1563806"/>
            <a:chOff x="1705971" y="2355377"/>
            <a:chExt cx="6191534" cy="1563806"/>
          </a:xfrm>
        </p:grpSpPr>
        <p:sp>
          <p:nvSpPr>
            <p:cNvPr id="4" name="Rectangle 3"/>
            <p:cNvSpPr/>
            <p:nvPr/>
          </p:nvSpPr>
          <p:spPr>
            <a:xfrm>
              <a:off x="1705971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505959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05947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105935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urved Down Arrow 8"/>
            <p:cNvSpPr/>
            <p:nvPr/>
          </p:nvSpPr>
          <p:spPr>
            <a:xfrm>
              <a:off x="2101756" y="2415654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urved Down Arrow 9"/>
            <p:cNvSpPr/>
            <p:nvPr/>
          </p:nvSpPr>
          <p:spPr>
            <a:xfrm>
              <a:off x="3968467" y="2355378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urved Down Arrow 10"/>
            <p:cNvSpPr/>
            <p:nvPr/>
          </p:nvSpPr>
          <p:spPr>
            <a:xfrm>
              <a:off x="5939051" y="2355377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340893" y="3552470"/>
            <a:ext cx="152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042" y="3570868"/>
            <a:ext cx="118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Final amount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695433" y="3047671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622" y="3014694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2206" y="3009016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8479" y="1991064"/>
            <a:ext cx="4806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Multiply by (1-X%) (1-X%) (1-X%)</a:t>
            </a:r>
          </a:p>
        </p:txBody>
      </p:sp>
      <p:sp>
        <p:nvSpPr>
          <p:cNvPr id="24" name="Curved Down Arrow 23"/>
          <p:cNvSpPr/>
          <p:nvPr/>
        </p:nvSpPr>
        <p:spPr>
          <a:xfrm>
            <a:off x="1760563" y="1508562"/>
            <a:ext cx="5864746" cy="98102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7E699-3A63-2E47-A54A-536C41F3CD8F}"/>
              </a:ext>
            </a:extLst>
          </p:cNvPr>
          <p:cNvSpPr txBox="1"/>
          <p:nvPr/>
        </p:nvSpPr>
        <p:spPr>
          <a:xfrm>
            <a:off x="733489" y="5169907"/>
            <a:ext cx="826994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Final amount = original amount (1 - X%)</a:t>
            </a:r>
            <a:r>
              <a:rPr lang="en-US" sz="3600" baseline="30000" dirty="0"/>
              <a:t>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275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1451</TotalTime>
  <Words>315</Words>
  <Application>Microsoft Macintosh PowerPoint</Application>
  <PresentationFormat>A4 Paper (210x297 mm)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A4</vt:lpstr>
      <vt:lpstr>Inflation and Depreciation</vt:lpstr>
      <vt:lpstr>Inflation</vt:lpstr>
      <vt:lpstr>Repeated increase</vt:lpstr>
      <vt:lpstr>Example 2</vt:lpstr>
      <vt:lpstr>INFLATION (Increase)</vt:lpstr>
      <vt:lpstr>Depreciation</vt:lpstr>
      <vt:lpstr>PowerPoint Presentation</vt:lpstr>
      <vt:lpstr>Depreciation (Decrease)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Inflation and Depreciation</dc:title>
  <dc:creator>LOH Michael [Shenton College]</dc:creator>
  <cp:lastModifiedBy>LOH Michael [Shenton College]</cp:lastModifiedBy>
  <cp:revision>5</cp:revision>
  <dcterms:created xsi:type="dcterms:W3CDTF">2018-02-18T15:03:36Z</dcterms:created>
  <dcterms:modified xsi:type="dcterms:W3CDTF">2019-02-14T03:08:16Z</dcterms:modified>
</cp:coreProperties>
</file>