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69" r:id="rId2"/>
    <p:sldId id="270" r:id="rId3"/>
    <p:sldId id="271" r:id="rId4"/>
    <p:sldId id="268" r:id="rId5"/>
    <p:sldId id="265" r:id="rId6"/>
    <p:sldId id="272" r:id="rId7"/>
    <p:sldId id="266" r:id="rId8"/>
    <p:sldId id="267" r:id="rId9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86926"/>
  </p:normalViewPr>
  <p:slideViewPr>
    <p:cSldViewPr snapToGrid="0" snapToObjects="1">
      <p:cViewPr varScale="1">
        <p:scale>
          <a:sx n="83" d="100"/>
          <a:sy n="83" d="100"/>
        </p:scale>
        <p:origin x="17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77F23-7E3F-AA4F-85C7-880FF0DF38B2}" type="datetimeFigureOut">
              <a:rPr lang="en-US" smtClean="0"/>
              <a:t>2/10/19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C9E62-C7F0-724E-989F-CABCDB350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506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2/10/19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2/10/19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2/10/19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37F27-3561-F447-A297-B1BA2E47B84D}" type="datetimeFigureOut">
              <a:rPr lang="en-US" smtClean="0"/>
              <a:t>2/10/19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Simple Interest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Minimum Monthly and Minimum Daily</a:t>
            </a:r>
          </a:p>
        </p:txBody>
      </p:sp>
    </p:spTree>
    <p:extLst>
      <p:ext uri="{BB962C8B-B14F-4D97-AF65-F5344CB8AC3E}">
        <p14:creationId xmlns:p14="http://schemas.microsoft.com/office/powerpoint/2010/main" val="3888557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7" y="525548"/>
            <a:ext cx="8543925" cy="1944936"/>
          </a:xfrm>
        </p:spPr>
        <p:txBody>
          <a:bodyPr/>
          <a:lstStyle/>
          <a:p>
            <a:r>
              <a:rPr lang="en-US" dirty="0"/>
              <a:t>SIMPLE Interest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49291" y="3304673"/>
            <a:ext cx="2784058" cy="2310063"/>
          </a:xfrm>
          <a:ln w="38100">
            <a:solidFill>
              <a:srgbClr val="0070C0"/>
            </a:solidFill>
          </a:ln>
        </p:spPr>
        <p:txBody>
          <a:bodyPr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/>
              <a:t>I = interest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/>
              <a:t>P = principal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/>
              <a:t>R = rate (%)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/>
              <a:t>T = time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14400" y="3689684"/>
            <a:ext cx="2791326" cy="1187116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>
                <a:solidFill>
                  <a:srgbClr val="FF0000"/>
                </a:solidFill>
              </a:rPr>
              <a:t>I = PRT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980808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62DAD-2B19-484C-979E-F05BB48E5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7" y="1899459"/>
            <a:ext cx="8543925" cy="1325563"/>
          </a:xfrm>
        </p:spPr>
        <p:txBody>
          <a:bodyPr/>
          <a:lstStyle/>
          <a:p>
            <a:r>
              <a:rPr lang="en-US" dirty="0"/>
              <a:t>Minimum </a:t>
            </a:r>
            <a:r>
              <a:rPr lang="en-US" b="1" dirty="0"/>
              <a:t>monthly</a:t>
            </a:r>
            <a:r>
              <a:rPr lang="en-US" dirty="0"/>
              <a:t> balance</a:t>
            </a:r>
          </a:p>
        </p:txBody>
      </p:sp>
    </p:spTree>
    <p:extLst>
      <p:ext uri="{BB962C8B-B14F-4D97-AF65-F5344CB8AC3E}">
        <p14:creationId xmlns:p14="http://schemas.microsoft.com/office/powerpoint/2010/main" val="1767927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168" y="239961"/>
            <a:ext cx="8133348" cy="636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31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63" y="530191"/>
            <a:ext cx="9350193" cy="566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29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62DAD-2B19-484C-979E-F05BB48E5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7" y="2286917"/>
            <a:ext cx="8543925" cy="1325563"/>
          </a:xfrm>
        </p:spPr>
        <p:txBody>
          <a:bodyPr/>
          <a:lstStyle/>
          <a:p>
            <a:r>
              <a:rPr lang="en-US" dirty="0"/>
              <a:t>Minimum </a:t>
            </a:r>
            <a:r>
              <a:rPr lang="en-US" b="1" dirty="0"/>
              <a:t>DAILY</a:t>
            </a:r>
            <a:r>
              <a:rPr lang="en-US" dirty="0"/>
              <a:t> balance</a:t>
            </a:r>
          </a:p>
        </p:txBody>
      </p:sp>
    </p:spTree>
    <p:extLst>
      <p:ext uri="{BB962C8B-B14F-4D97-AF65-F5344CB8AC3E}">
        <p14:creationId xmlns:p14="http://schemas.microsoft.com/office/powerpoint/2010/main" val="1963266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8" y="564147"/>
            <a:ext cx="9772944" cy="7192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872" y="3476123"/>
            <a:ext cx="4126831" cy="27161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5221" y="1411704"/>
            <a:ext cx="9376611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$350 |                 $1,550                             |     $1,050    |  $2,250  |        $1,390       |        $1,270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5010" y="1909372"/>
            <a:ext cx="9488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days|                 10 days                            |     4 days     |  3 days   |        5 days        |        6 days</a:t>
            </a:r>
          </a:p>
        </p:txBody>
      </p:sp>
    </p:spTree>
    <p:extLst>
      <p:ext uri="{BB962C8B-B14F-4D97-AF65-F5344CB8AC3E}">
        <p14:creationId xmlns:p14="http://schemas.microsoft.com/office/powerpoint/2010/main" val="873999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52" y="439152"/>
            <a:ext cx="9570212" cy="73192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1516" y="2093515"/>
            <a:ext cx="5952367" cy="44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636743"/>
      </p:ext>
    </p:extLst>
  </p:cSld>
  <p:clrMapOvr>
    <a:masterClrMapping/>
  </p:clrMapOvr>
</p:sld>
</file>

<file path=ppt/theme/theme1.xml><?xml version="1.0" encoding="utf-8"?>
<a:theme xmlns:a="http://schemas.openxmlformats.org/drawingml/2006/main" name="A4 Presentatio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 Presentation" id="{6EB52EA6-304B-CC44-AB4C-483953AB2727}" vid="{71B54E89-6D82-044A-9BF6-882F340DFA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1243</TotalTime>
  <Words>65</Words>
  <Application>Microsoft Macintosh PowerPoint</Application>
  <PresentationFormat>A4 Paper (210x297 mm)</PresentationFormat>
  <Paragraphs>12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A4 Presentation</vt:lpstr>
      <vt:lpstr>Simple Interest</vt:lpstr>
      <vt:lpstr>SIMPLE Interest</vt:lpstr>
      <vt:lpstr>Minimum monthly balance</vt:lpstr>
      <vt:lpstr>PowerPoint Presentation</vt:lpstr>
      <vt:lpstr>PowerPoint Presentation</vt:lpstr>
      <vt:lpstr>Minimum DAILY balance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Interest</dc:title>
  <dc:creator>Michael Loh</dc:creator>
  <cp:lastModifiedBy>LOH Michael [Shenton College]</cp:lastModifiedBy>
  <cp:revision>31</cp:revision>
  <cp:lastPrinted>2017-02-13T14:27:17Z</cp:lastPrinted>
  <dcterms:created xsi:type="dcterms:W3CDTF">2017-02-01T02:45:54Z</dcterms:created>
  <dcterms:modified xsi:type="dcterms:W3CDTF">2019-02-10T08:41:49Z</dcterms:modified>
</cp:coreProperties>
</file>