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5" r:id="rId6"/>
    <p:sldId id="261" r:id="rId7"/>
    <p:sldId id="263" r:id="rId8"/>
    <p:sldId id="264" r:id="rId9"/>
    <p:sldId id="266" r:id="rId10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561"/>
  </p:normalViewPr>
  <p:slideViewPr>
    <p:cSldViewPr snapToGrid="0" snapToObjects="1">
      <p:cViewPr varScale="1">
        <p:scale>
          <a:sx n="87" d="100"/>
          <a:sy n="87" d="100"/>
        </p:scale>
        <p:origin x="15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164B58-F906-C745-A42B-BD82B9B00771}" type="datetimeFigureOut">
              <a:rPr lang="en-US" smtClean="0"/>
              <a:t>10/15/19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C5F6C8-B98D-BD4E-AB7B-2BE9AE1DD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045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10/15/19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10/15/19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10/15/19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10/15/19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10/15/19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10/15/19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10/15/19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10/15/19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10/15/19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10/15/19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10/15/19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10/15/19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Area of a Triangle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407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Area of a triangle</a:t>
            </a:r>
          </a:p>
        </p:txBody>
      </p:sp>
      <p:sp>
        <p:nvSpPr>
          <p:cNvPr id="4" name="Right Triangle 3"/>
          <p:cNvSpPr/>
          <p:nvPr/>
        </p:nvSpPr>
        <p:spPr>
          <a:xfrm>
            <a:off x="1112575" y="1447657"/>
            <a:ext cx="2128835" cy="2971797"/>
          </a:xfrm>
          <a:prstGeom prst="rtTriangle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107811" y="4241554"/>
            <a:ext cx="159165" cy="1666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>
            <a:cxnSpLocks/>
          </p:cNvCxnSpPr>
          <p:nvPr/>
        </p:nvCxnSpPr>
        <p:spPr>
          <a:xfrm flipH="1">
            <a:off x="934692" y="1447656"/>
            <a:ext cx="8678" cy="2971797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/>
          </p:cNvCxnSpPr>
          <p:nvPr/>
        </p:nvCxnSpPr>
        <p:spPr>
          <a:xfrm>
            <a:off x="1112575" y="4605189"/>
            <a:ext cx="2128835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5697" y="2347877"/>
            <a:ext cx="3979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97909" y="4544045"/>
            <a:ext cx="3979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b</a:t>
            </a:r>
          </a:p>
        </p:txBody>
      </p:sp>
      <p:sp>
        <p:nvSpPr>
          <p:cNvPr id="21" name="Triangle 20">
            <a:extLst>
              <a:ext uri="{FF2B5EF4-FFF2-40B4-BE49-F238E27FC236}">
                <a16:creationId xmlns:a16="http://schemas.microsoft.com/office/drawing/2014/main" id="{91D8F9BA-EC2C-B941-B9F8-4A757C10C2CB}"/>
              </a:ext>
            </a:extLst>
          </p:cNvPr>
          <p:cNvSpPr/>
          <p:nvPr/>
        </p:nvSpPr>
        <p:spPr>
          <a:xfrm>
            <a:off x="4872038" y="1628771"/>
            <a:ext cx="4782312" cy="2777365"/>
          </a:xfrm>
          <a:prstGeom prst="triangle">
            <a:avLst>
              <a:gd name="adj" fmla="val 15343"/>
            </a:avLst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FE8B004-5505-6F45-83BA-2D916BAC16CE}"/>
              </a:ext>
            </a:extLst>
          </p:cNvPr>
          <p:cNvCxnSpPr>
            <a:cxnSpLocks/>
          </p:cNvCxnSpPr>
          <p:nvPr/>
        </p:nvCxnSpPr>
        <p:spPr>
          <a:xfrm flipV="1">
            <a:off x="4872039" y="4549012"/>
            <a:ext cx="4782312" cy="454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1BB3CDD-EE1F-8546-B6DE-5C01A295A185}"/>
              </a:ext>
            </a:extLst>
          </p:cNvPr>
          <p:cNvSpPr txBox="1"/>
          <p:nvPr/>
        </p:nvSpPr>
        <p:spPr>
          <a:xfrm>
            <a:off x="6847770" y="4541472"/>
            <a:ext cx="3919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b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A38F386-319C-6C44-BBE2-1AAD3AF63E64}"/>
              </a:ext>
            </a:extLst>
          </p:cNvPr>
          <p:cNvGrpSpPr/>
          <p:nvPr/>
        </p:nvGrpSpPr>
        <p:grpSpPr>
          <a:xfrm>
            <a:off x="4303055" y="1628771"/>
            <a:ext cx="1488336" cy="2788431"/>
            <a:chOff x="485775" y="1285876"/>
            <a:chExt cx="2169898" cy="3600450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91D5B490-32B7-4347-8A6C-5BA1AEEF5FA8}"/>
                </a:ext>
              </a:extLst>
            </p:cNvPr>
            <p:cNvCxnSpPr/>
            <p:nvPr/>
          </p:nvCxnSpPr>
          <p:spPr>
            <a:xfrm flipH="1">
              <a:off x="1185862" y="1319216"/>
              <a:ext cx="28575" cy="356711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9447971-B0F5-424F-B627-0CF7BB19F8D5}"/>
                </a:ext>
              </a:extLst>
            </p:cNvPr>
            <p:cNvSpPr txBox="1"/>
            <p:nvPr/>
          </p:nvSpPr>
          <p:spPr>
            <a:xfrm>
              <a:off x="485775" y="2914650"/>
              <a:ext cx="5715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dirty="0">
                  <a:solidFill>
                    <a:srgbClr val="FF0000"/>
                  </a:solidFill>
                </a:rPr>
                <a:t>h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EF56201-69CA-1548-906D-A6DFF179EC7A}"/>
                </a:ext>
              </a:extLst>
            </p:cNvPr>
            <p:cNvSpPr/>
            <p:nvPr/>
          </p:nvSpPr>
          <p:spPr>
            <a:xfrm>
              <a:off x="2427073" y="4667852"/>
              <a:ext cx="228600" cy="20002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9A16E20-7724-204D-A440-5508047F14D5}"/>
                </a:ext>
              </a:extLst>
            </p:cNvPr>
            <p:cNvCxnSpPr/>
            <p:nvPr/>
          </p:nvCxnSpPr>
          <p:spPr>
            <a:xfrm>
              <a:off x="2427073" y="1285876"/>
              <a:ext cx="0" cy="3586162"/>
            </a:xfrm>
            <a:prstGeom prst="line">
              <a:avLst/>
            </a:prstGeom>
            <a:ln w="28575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AE86AA0A-B6CA-3E47-901A-F1474B29ED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116" t="67675" r="28605" b="19766"/>
          <a:stretch/>
        </p:blipFill>
        <p:spPr>
          <a:xfrm>
            <a:off x="2079679" y="5435131"/>
            <a:ext cx="4838744" cy="1256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590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iangle 3"/>
          <p:cNvSpPr/>
          <p:nvPr/>
        </p:nvSpPr>
        <p:spPr>
          <a:xfrm>
            <a:off x="1643061" y="828685"/>
            <a:ext cx="7086601" cy="3400424"/>
          </a:xfrm>
          <a:prstGeom prst="triangle">
            <a:avLst>
              <a:gd name="adj" fmla="val 15343"/>
            </a:avLst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731993" y="3813610"/>
            <a:ext cx="57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57712" y="1226411"/>
            <a:ext cx="57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/>
              <a:t>b</a:t>
            </a:r>
          </a:p>
        </p:txBody>
      </p:sp>
      <p:sp>
        <p:nvSpPr>
          <p:cNvPr id="7" name="Arc 6"/>
          <p:cNvSpPr/>
          <p:nvPr/>
        </p:nvSpPr>
        <p:spPr>
          <a:xfrm rot="5868505">
            <a:off x="2386011" y="514354"/>
            <a:ext cx="828675" cy="512027"/>
          </a:xfrm>
          <a:prstGeom prst="arc">
            <a:avLst>
              <a:gd name="adj1" fmla="val 18910778"/>
              <a:gd name="adj2" fmla="val 927883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637689" y="1215646"/>
                <a:ext cx="503728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𝜃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7689" y="1215646"/>
                <a:ext cx="503728" cy="73866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1481137" y="2113398"/>
            <a:ext cx="57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7273" y="3813610"/>
            <a:ext cx="57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1939" y="36490"/>
            <a:ext cx="57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45E2EE-1CA8-0E4B-AC9B-B108C74E9CD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529" t="63337" r="22259" b="21183"/>
          <a:stretch/>
        </p:blipFill>
        <p:spPr>
          <a:xfrm>
            <a:off x="1481137" y="4743466"/>
            <a:ext cx="6615114" cy="166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325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913" y="1690689"/>
            <a:ext cx="2976562" cy="19203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0187" y="1703390"/>
            <a:ext cx="4328309" cy="190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439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E162810-7A5D-4C4B-AC0F-C7250EC30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11" y="290683"/>
            <a:ext cx="9683577" cy="87085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Find the angle C for the ΔABC given that a = 4 cm, b = 3 cm and the area of the ΔABC = 3 cm</a:t>
            </a:r>
            <a:r>
              <a:rPr lang="en-US" baseline="30000" dirty="0"/>
              <a:t>2</a:t>
            </a:r>
            <a:r>
              <a:rPr lang="en-US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43A3E2-2E66-2F4F-9EB3-02FCE0078B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210" t="40779" r="34133" b="45552"/>
          <a:stretch/>
        </p:blipFill>
        <p:spPr>
          <a:xfrm>
            <a:off x="358347" y="4926506"/>
            <a:ext cx="8842004" cy="148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489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7" y="649029"/>
            <a:ext cx="8543925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ΔABC is such that a = 16 cm, b = 12 cm.  The area of the ΔABC = 78 cm</a:t>
            </a:r>
            <a:r>
              <a:rPr lang="en-US" baseline="30000" dirty="0"/>
              <a:t>2</a:t>
            </a:r>
            <a:r>
              <a:rPr lang="en-US" dirty="0"/>
              <a:t>.  Find the angle ABC.</a:t>
            </a:r>
          </a:p>
        </p:txBody>
      </p:sp>
    </p:spTree>
    <p:extLst>
      <p:ext uri="{BB962C8B-B14F-4D97-AF65-F5344CB8AC3E}">
        <p14:creationId xmlns:p14="http://schemas.microsoft.com/office/powerpoint/2010/main" val="672692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iangle 3"/>
          <p:cNvSpPr/>
          <p:nvPr/>
        </p:nvSpPr>
        <p:spPr>
          <a:xfrm>
            <a:off x="1766887" y="664921"/>
            <a:ext cx="5929312" cy="2639770"/>
          </a:xfrm>
          <a:prstGeom prst="triangle">
            <a:avLst>
              <a:gd name="adj" fmla="val 15343"/>
            </a:avLst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696199" y="3024783"/>
            <a:ext cx="57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5793" y="983519"/>
            <a:ext cx="57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8773" y="1399017"/>
            <a:ext cx="57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2006" y="2910018"/>
            <a:ext cx="57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1939" y="-92102"/>
            <a:ext cx="57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38611" y="3164737"/>
            <a:ext cx="57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C9BBBC-C416-DB40-85B1-4FAB4554E1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655" t="55201" r="23845" b="19754"/>
          <a:stretch/>
        </p:blipFill>
        <p:spPr>
          <a:xfrm>
            <a:off x="1514476" y="3949504"/>
            <a:ext cx="6886574" cy="278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01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riangle 4">
            <a:extLst>
              <a:ext uri="{FF2B5EF4-FFF2-40B4-BE49-F238E27FC236}">
                <a16:creationId xmlns:a16="http://schemas.microsoft.com/office/drawing/2014/main" id="{C7E9F535-81A2-704F-9ED2-5D60C9A79168}"/>
              </a:ext>
            </a:extLst>
          </p:cNvPr>
          <p:cNvSpPr/>
          <p:nvPr/>
        </p:nvSpPr>
        <p:spPr>
          <a:xfrm>
            <a:off x="494271" y="541350"/>
            <a:ext cx="2953264" cy="2421925"/>
          </a:xfrm>
          <a:prstGeom prst="triangle">
            <a:avLst>
              <a:gd name="adj" fmla="val 86771"/>
            </a:avLst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AC03DC-9C32-074C-985E-511C0C28CDDD}"/>
              </a:ext>
            </a:extLst>
          </p:cNvPr>
          <p:cNvSpPr txBox="1"/>
          <p:nvPr/>
        </p:nvSpPr>
        <p:spPr>
          <a:xfrm>
            <a:off x="3286898" y="1352202"/>
            <a:ext cx="8279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4 cm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3DD1F4-EEC0-FF40-8468-4CBDFDECEA92}"/>
              </a:ext>
            </a:extLst>
          </p:cNvPr>
          <p:cNvSpPr txBox="1"/>
          <p:nvPr/>
        </p:nvSpPr>
        <p:spPr>
          <a:xfrm>
            <a:off x="1696996" y="3028890"/>
            <a:ext cx="8279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5 cm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05D4C9-C9FA-3C4E-AA34-F08200006FF1}"/>
              </a:ext>
            </a:extLst>
          </p:cNvPr>
          <p:cNvSpPr txBox="1"/>
          <p:nvPr/>
        </p:nvSpPr>
        <p:spPr>
          <a:xfrm>
            <a:off x="1062683" y="1352202"/>
            <a:ext cx="8279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6 cm</a:t>
            </a:r>
          </a:p>
        </p:txBody>
      </p:sp>
    </p:spTree>
    <p:extLst>
      <p:ext uri="{BB962C8B-B14F-4D97-AF65-F5344CB8AC3E}">
        <p14:creationId xmlns:p14="http://schemas.microsoft.com/office/powerpoint/2010/main" val="2194306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DB5AAB-0D72-3448-8C8E-8BBE6CCD89AE}"/>
              </a:ext>
            </a:extLst>
          </p:cNvPr>
          <p:cNvSpPr/>
          <p:nvPr/>
        </p:nvSpPr>
        <p:spPr>
          <a:xfrm>
            <a:off x="276997" y="310632"/>
            <a:ext cx="947248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Find the area of a ΔABC, two sides of which are 8 cm and 11 cm and the perimeter is 32 cm. </a:t>
            </a:r>
          </a:p>
        </p:txBody>
      </p:sp>
    </p:spTree>
    <p:extLst>
      <p:ext uri="{BB962C8B-B14F-4D97-AF65-F5344CB8AC3E}">
        <p14:creationId xmlns:p14="http://schemas.microsoft.com/office/powerpoint/2010/main" val="2110361811"/>
      </p:ext>
    </p:extLst>
  </p:cSld>
  <p:clrMapOvr>
    <a:masterClrMapping/>
  </p:clrMapOvr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95</TotalTime>
  <Words>111</Words>
  <Application>Microsoft Macintosh PowerPoint</Application>
  <PresentationFormat>A4 Paper (210x297 mm)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A4</vt:lpstr>
      <vt:lpstr>Area of a Triangle</vt:lpstr>
      <vt:lpstr>Area of a triangle</vt:lpstr>
      <vt:lpstr>PowerPoint Presentation</vt:lpstr>
      <vt:lpstr>Examples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Triangles with no right angled!!!</dc:title>
  <dc:creator>LOH Michael [Shenton College]</dc:creator>
  <cp:lastModifiedBy>LOH Michael [Shenton College]</cp:lastModifiedBy>
  <cp:revision>11</cp:revision>
  <dcterms:created xsi:type="dcterms:W3CDTF">2017-09-17T03:39:35Z</dcterms:created>
  <dcterms:modified xsi:type="dcterms:W3CDTF">2019-10-15T04:10:54Z</dcterms:modified>
</cp:coreProperties>
</file>