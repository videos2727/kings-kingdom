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58" r:id="rId3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4640"/>
  </p:normalViewPr>
  <p:slideViewPr>
    <p:cSldViewPr snapToGrid="0" snapToObjects="1">
      <p:cViewPr varScale="1">
        <p:scale>
          <a:sx n="97" d="100"/>
          <a:sy n="97" d="100"/>
        </p:scale>
        <p:origin x="131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4/2/19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4/2/19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4/2/19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4/2/19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8D555-D2EB-A045-AEDE-72C9D0B9666E}" type="datetimeFigureOut">
              <a:rPr lang="en-US" smtClean="0"/>
              <a:t>4/2/19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0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 minutes quiz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1038" y="1825625"/>
                <a:ext cx="8543925" cy="490378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If A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mr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mr-IN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b="0" i="1" smtClean="0">
                                  <a:latin typeface="Cambria Math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AU" b="0" i="1" smtClean="0">
                                  <a:latin typeface="Cambria Math" charset="0"/>
                                </a:rPr>
                                <m:t>−2</m:t>
                              </m:r>
                            </m:e>
                          </m:mr>
                          <m:mr>
                            <m:e>
                              <m:r>
                                <a:rPr lang="en-AU" b="0" i="1" smtClean="0">
                                  <a:latin typeface="Cambria Math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AU" b="0" i="1" smtClean="0">
                                  <a:latin typeface="Cambria Math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and B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mr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mr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b="0" i="1" smtClean="0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AU" b="0" i="1" smtClean="0">
                                  <a:latin typeface="Cambria Math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i="1">
                                  <a:latin typeface="Cambria Math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AU" b="0" i="1" smtClean="0">
                                  <a:latin typeface="Cambria Math" charset="0"/>
                                </a:rPr>
                                <m:t>−3</m:t>
                              </m:r>
                            </m:e>
                            <m:e>
                              <m:r>
                                <a:rPr lang="en-AU" b="0" i="1" smtClean="0">
                                  <a:latin typeface="Cambria Math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, determine: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A + B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2A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A </a:t>
                </a:r>
                <a:r>
                  <a:rPr lang="mr-IN" dirty="0"/>
                  <a:t>–</a:t>
                </a:r>
                <a:r>
                  <a:rPr lang="en-US" dirty="0"/>
                  <a:t> B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AB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(A </a:t>
                </a:r>
                <a:r>
                  <a:rPr lang="mr-IN" dirty="0"/>
                  <a:t>–</a:t>
                </a:r>
                <a:r>
                  <a:rPr lang="en-US" dirty="0"/>
                  <a:t> B)</a:t>
                </a:r>
                <a:r>
                  <a:rPr lang="en-US" baseline="30000" dirty="0"/>
                  <a:t>2</a:t>
                </a: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A</a:t>
                </a:r>
                <a:r>
                  <a:rPr lang="en-US" baseline="30000" dirty="0"/>
                  <a:t>2</a:t>
                </a:r>
                <a:r>
                  <a:rPr lang="en-US" dirty="0"/>
                  <a:t> </a:t>
                </a:r>
                <a:r>
                  <a:rPr lang="mr-IN" dirty="0"/>
                  <a:t>–</a:t>
                </a:r>
                <a:r>
                  <a:rPr lang="en-US" dirty="0"/>
                  <a:t> B</a:t>
                </a:r>
                <a:r>
                  <a:rPr lang="en-US" baseline="30000" dirty="0"/>
                  <a:t>2</a:t>
                </a: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1038" y="1825625"/>
                <a:ext cx="8543925" cy="4903788"/>
              </a:xfrm>
              <a:blipFill rotWithShape="0">
                <a:blip r:embed="rId2"/>
                <a:stretch>
                  <a:fillRect l="-14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1014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1038" y="1825625"/>
                <a:ext cx="2790825" cy="4351338"/>
              </a:xfrm>
            </p:spPr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mr-IN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b="0" i="1" smtClean="0">
                                  <a:latin typeface="Cambria Math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AU" b="0" i="1" smtClean="0">
                                  <a:latin typeface="Cambria Math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AU" b="0" i="1" smtClean="0">
                                  <a:latin typeface="Cambria Math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b="0" i="1" smtClean="0">
                                  <a:latin typeface="Cambria Math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mr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b="0" i="1" smtClean="0">
                                  <a:latin typeface="Cambria Math" charset="0"/>
                                </a:rPr>
                                <m:t>1</m:t>
                              </m:r>
                              <m:r>
                                <a:rPr lang="en-AU" b="0" i="1" smtClean="0">
                                  <a:latin typeface="Cambria Math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b="0" i="1" smtClean="0">
                                  <a:latin typeface="Cambria Math" charset="0"/>
                                </a:rPr>
                                <m:t>−4</m:t>
                              </m:r>
                            </m:e>
                          </m:mr>
                          <m:mr>
                            <m:e>
                              <m:r>
                                <a:rPr lang="en-AU" b="0" i="1" smtClean="0">
                                  <a:latin typeface="Cambria Math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AU" b="0" i="1" smtClean="0">
                                  <a:latin typeface="Cambria Math" charset="0"/>
                                </a:rPr>
                                <m:t>−2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mr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b="0" i="1" smtClean="0">
                                  <a:latin typeface="Cambria Math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AU" i="1">
                                  <a:latin typeface="Cambria Math" charset="0"/>
                                </a:rPr>
                                <m:t>−4</m:t>
                              </m:r>
                            </m:e>
                          </m:mr>
                          <m:mr>
                            <m:e>
                              <m:r>
                                <a:rPr lang="en-AU" i="1">
                                  <a:latin typeface="Cambria Math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AU" b="0" i="1" smtClean="0">
                                  <a:latin typeface="Cambria Math" charset="0"/>
                                </a:rPr>
                                <m:t>−6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1038" y="1825625"/>
                <a:ext cx="2790825" cy="4351338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 txBox="1">
                <a:spLocks/>
              </p:cNvSpPr>
              <p:nvPr/>
            </p:nvSpPr>
            <p:spPr>
              <a:xfrm>
                <a:off x="4953000" y="1825625"/>
                <a:ext cx="2790825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514350" indent="-514350">
                  <a:buFont typeface="+mj-lt"/>
                  <a:buAutoNum type="arabicPeriod" startAt="4"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mr-IN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b="0" i="1" smtClean="0">
                                  <a:latin typeface="Cambria Math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AU" i="1" smtClean="0">
                                  <a:latin typeface="Cambria Math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AU" i="1" smtClean="0">
                                  <a:latin typeface="Cambria Math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b="0" i="1" smtClean="0">
                                  <a:latin typeface="Cambria Math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 startAt="4"/>
                </a:pPr>
                <a:endParaRPr lang="en-US" dirty="0"/>
              </a:p>
              <a:p>
                <a:pPr marL="514350" indent="-514350">
                  <a:buFont typeface="+mj-lt"/>
                  <a:buAutoNum type="arabicPeriod" startAt="4"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mr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b="0" i="1" smtClean="0">
                                  <a:latin typeface="Cambria Math" charset="0"/>
                                </a:rPr>
                                <m:t>1</m:t>
                              </m:r>
                              <m:r>
                                <a:rPr lang="en-AU" b="0" i="1" smtClean="0">
                                  <a:latin typeface="Cambria Math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AU" b="0" i="1" smtClean="0">
                                  <a:latin typeface="Cambria Math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AU" b="0" i="1" smtClean="0">
                                  <a:latin typeface="Cambria Math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AU" b="0" i="1" smtClean="0">
                                  <a:latin typeface="Cambria Math" charset="0"/>
                                </a:rPr>
                                <m:t>1</m:t>
                              </m:r>
                              <m:r>
                                <a:rPr lang="en-AU" i="1" smtClean="0">
                                  <a:latin typeface="Cambria Math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 startAt="4"/>
                </a:pPr>
                <a:endParaRPr lang="en-US" dirty="0"/>
              </a:p>
              <a:p>
                <a:pPr marL="514350" indent="-514350">
                  <a:buFont typeface="+mj-lt"/>
                  <a:buAutoNum type="arabicPeriod" startAt="4"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mr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mr-I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AU" b="0" i="1" smtClean="0">
                                  <a:latin typeface="Cambria Math" charset="0"/>
                                </a:rPr>
                                <m:t>2</m:t>
                              </m:r>
                              <m:r>
                                <a:rPr lang="en-AU" b="0" i="1" smtClean="0">
                                  <a:latin typeface="Cambria Math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AU" i="1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AU" b="0" i="1" smtClean="0">
                                  <a:latin typeface="Cambria Math" charset="0"/>
                                </a:rPr>
                                <m:t>16</m:t>
                              </m:r>
                            </m:e>
                          </m:mr>
                          <m:mr>
                            <m:e>
                              <m:r>
                                <a:rPr lang="en-AU" b="0" i="1" smtClean="0">
                                  <a:latin typeface="Cambria Math" charset="0"/>
                                </a:rPr>
                                <m:t>24</m:t>
                              </m:r>
                            </m:e>
                            <m:e>
                              <m:r>
                                <a:rPr lang="en-AU" i="1" smtClean="0">
                                  <a:latin typeface="Cambria Math" charset="0"/>
                                </a:rPr>
                                <m:t>−</m:t>
                              </m:r>
                              <m:r>
                                <a:rPr lang="en-AU" b="0" i="1" smtClean="0">
                                  <a:latin typeface="Cambria Math" charset="0"/>
                                </a:rPr>
                                <m:t>24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1825625"/>
                <a:ext cx="2790825" cy="435133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4048821"/>
      </p:ext>
    </p:extLst>
  </p:cSld>
  <p:clrMapOvr>
    <a:masterClrMapping/>
  </p:clrMapOvr>
</p:sld>
</file>

<file path=ppt/theme/theme1.xml><?xml version="1.0" encoding="utf-8"?>
<a:theme xmlns:a="http://schemas.openxmlformats.org/drawingml/2006/main" name="A4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" id="{5D1E2C3C-E28F-A04D-A3BF-B9774A855780}" vid="{4F857BDB-CED6-704E-A61F-568D547E0E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A4</Template>
  <TotalTime>0</TotalTime>
  <Words>38</Words>
  <Application>Microsoft Macintosh PowerPoint</Application>
  <PresentationFormat>A4 Paper (210x297 mm)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A4</vt:lpstr>
      <vt:lpstr>5 minutes quiz</vt:lpstr>
      <vt:lpstr>Answers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 minutes quiz</dc:title>
  <dc:creator>LOH Michael [Shenton College]</dc:creator>
  <cp:lastModifiedBy>LOH Michael [Shenton College]</cp:lastModifiedBy>
  <cp:revision>1</cp:revision>
  <dcterms:created xsi:type="dcterms:W3CDTF">2019-04-02T04:15:07Z</dcterms:created>
  <dcterms:modified xsi:type="dcterms:W3CDTF">2019-04-02T04:15:51Z</dcterms:modified>
</cp:coreProperties>
</file>