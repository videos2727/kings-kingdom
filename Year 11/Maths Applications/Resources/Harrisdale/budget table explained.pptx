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40"/>
  </p:normalViewPr>
  <p:slideViewPr>
    <p:cSldViewPr snapToGrid="0" snapToObjects="1">
      <p:cViewPr varScale="1">
        <p:scale>
          <a:sx n="97" d="100"/>
          <a:sy n="97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4/8/19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3CC1A9-CA83-D245-8415-E2A3CC3FF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06" y="157719"/>
            <a:ext cx="5748666" cy="2999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D48ED1-D89C-A74F-A8BF-E0E8D082E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06" y="3429000"/>
            <a:ext cx="5748666" cy="3042728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25FE14A9-F4AC-4241-ACA5-D5AD69A436BD}"/>
              </a:ext>
            </a:extLst>
          </p:cNvPr>
          <p:cNvSpPr/>
          <p:nvPr/>
        </p:nvSpPr>
        <p:spPr>
          <a:xfrm>
            <a:off x="3193576" y="2320119"/>
            <a:ext cx="2995189" cy="100617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30A5BF-8479-7D48-9034-777ED30EE81E}"/>
              </a:ext>
            </a:extLst>
          </p:cNvPr>
          <p:cNvSpPr txBox="1"/>
          <p:nvPr/>
        </p:nvSpPr>
        <p:spPr>
          <a:xfrm>
            <a:off x="6440557" y="1086678"/>
            <a:ext cx="2027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table, the Total Expenditure includes the weekly savings.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71BBF-371A-D943-9F5C-8A7B39711A7A}"/>
              </a:ext>
            </a:extLst>
          </p:cNvPr>
          <p:cNvSpPr txBox="1"/>
          <p:nvPr/>
        </p:nvSpPr>
        <p:spPr>
          <a:xfrm>
            <a:off x="6313571" y="3970829"/>
            <a:ext cx="3188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table, the Total Expenditure DOES NOT include the weekly savings.</a:t>
            </a:r>
          </a:p>
          <a:p>
            <a:r>
              <a:rPr lang="en-US" dirty="0"/>
              <a:t>The total is total expenditure + weekly savings.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DDD7856-46D5-C049-9A05-2DDDBD909237}"/>
              </a:ext>
            </a:extLst>
          </p:cNvPr>
          <p:cNvSpPr/>
          <p:nvPr/>
        </p:nvSpPr>
        <p:spPr>
          <a:xfrm>
            <a:off x="3027924" y="5568255"/>
            <a:ext cx="2995189" cy="100617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3135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</Template>
  <TotalTime>3</TotalTime>
  <Words>35</Words>
  <Application>Microsoft Macintosh PowerPoint</Application>
  <PresentationFormat>A4 Paper (210x297 mm)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A4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LOH Michael [Shenton College]</dc:creator>
  <cp:lastModifiedBy>LOH Michael [Shenton College]</cp:lastModifiedBy>
  <cp:revision>1</cp:revision>
  <cp:lastPrinted>2019-04-08T05:56:12Z</cp:lastPrinted>
  <dcterms:created xsi:type="dcterms:W3CDTF">2019-04-08T05:53:00Z</dcterms:created>
  <dcterms:modified xsi:type="dcterms:W3CDTF">2019-04-08T05:56:21Z</dcterms:modified>
</cp:coreProperties>
</file>