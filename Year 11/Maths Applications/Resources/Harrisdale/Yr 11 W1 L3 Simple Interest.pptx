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2" r:id="rId6"/>
    <p:sldId id="261" r:id="rId7"/>
    <p:sldId id="269" r:id="rId8"/>
    <p:sldId id="270" r:id="rId9"/>
    <p:sldId id="264" r:id="rId10"/>
    <p:sldId id="263" r:id="rId11"/>
    <p:sldId id="271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86926"/>
  </p:normalViewPr>
  <p:slideViewPr>
    <p:cSldViewPr snapToGrid="0" snapToObjects="1">
      <p:cViewPr varScale="1">
        <p:scale>
          <a:sx n="83" d="100"/>
          <a:sy n="83" d="100"/>
        </p:scale>
        <p:origin x="17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01.4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69 8912,'-10'-9'2482,"3"-7"-1938,7 14-375,0-5 1,7 5 13,5-4 0,11 4 0,6-4 1,-2 2-1163,1-1 513,-6 3 220,10-6 0,-11 8-183,8 0 0,-8 0-35,2 0 0,-3 0-411,-3 0 0,-6 0 175,1 0 700,-8 8 0,3 1 0,-7 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01.6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1 104 7569,'0'17'912,"7"-7"0,-1-2-150,11-8 1,-3 0-332,9 0 0,2-2-202,-2-4 1,8 2-160,-2-8 0,9 1-194,2-6 1,1 1-348,-7 5 0,1-5 471,-1 5 0,9-4 0,1-3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02.4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883 139 7569,'-2'10'794,"-4"-5"68,4-3-387,-5-2-261,7 0 0,9-2 14,9-3 1,1 3-111,10-4 1,-1 2-164,7-2 0,0 2 82,-1-7 0,6 5-76,1-5 0,-1 5 32,-5-6 0,-1 7-134,1-7 1,-6 6 96,0-5 1,-8 5-422,2-6-111,-4 9 1,-4-7-230,-3 4-277,-4 4 626,-8-5 456,-8 14 0,-2 3 0,-7 7 0</inkml:trace>
  <inkml:trace contextRef="#ctx0" brushRef="#br0" timeOffset="192">1211 104 6103,'-7'10'263,"5"-2"1,-12-1 788,9 5 1,-3-1-606,2 7 1,4-5-217,-3 10 0,3 4-150,2 2 0,0-2-130,0 2 1,0-1-1030,0 7 600,0 0 377,0-1 1,2-1 115,3-4 0,-1 1-104,8-6 89,-9-1 0,13-6 0,-7 0 0</inkml:trace>
  <inkml:trace contextRef="#ctx0" brushRef="#br0" timeOffset="467">969 692 7569,'-9'0'1030,"-7"0"-783,14-7 1,-7 5 229,3-4 1,4 4-87,-6 2 1,16 0 208,4 0 1,3-2-273,2-4 0,8 4-116,4-3 1,-2 1-109,2-2 0,0 4-120,5-4 1,1 4 181,-1 2 1,-5-5-269,0-1 1,-8 0-426,2 6 0,-9 0 139,-3 0 1,-5 0-979,6 0 341,-9 0-433,5 0 944,-8 0 514,0 8 0,-8 1 0,-1 9 0</inkml:trace>
  <inkml:trace contextRef="#ctx0" brushRef="#br0" timeOffset="944">36 1125 7569,'-12'0'497,"0"0"-219,9 0 1,-5-2 135,8-4-277,0 4 1,8-6 183,3 8-89,12 0-48,4-7-10,15 5 0,3-8 130,6 4 1,9 3-165,3-9 0,12 6-122,6-5 0,4 5-108,1-6 0,1 7 25,-1-7 1,2 1-324,5-7 1,-3 7 177,8-1 0,-8 1 40,2-7 12,-3 1 94,-10 0 0,-4 0 6,-12-1 1,-3 3 91,-9 3 0,-1-3 162,-3 3 0,-7 3-11,-11-3-107,3 8 0,-12-5 33,3 3-792,-12 4 662,-3-5-300,-8 7 168,-8 0 1,-9 7 150,-12 5 0,-11 11 0,-5 4 0</inkml:trace>
  <inkml:trace contextRef="#ctx0" brushRef="#br0" timeOffset="1600">606 1401 7569,'-7'-9'1224,"3"-5"-454,-8 9-663,8-1 77,-11 6-11,13 0 1,-6 2 130,8 3 0,0 11-78,0 7 0,0 8-43,0-3 1,0 5 11,0 2 0,2 1-153,4 5 0,-4-5-203,4 4 1,-2-3 80,1-2 1,-3-3-112,4-3 1,-4-4 434,-2-8-180,0-7-24,0 5 119,-8-13 0,1-2-171,-5-11 1,-1-7 28,7-5 0,0-4-80,6-7 0,0-3-184,0-3 1,0-4-28,0-8 0,8 0-251,3 0 1,5-4 139,1 5 1,2-3 106,4 13 1,-4 9 38,4 9 0,-3 0 103,-3 5 1,0 3 112,1 9 0,-1 4-164,0-4 366,0 5-120,1 8 0,-3 3 117,-3 7 0,-5 2 20,-7 4 0,0-3-75,0 3 1,0 2 56,0-2-167,0 7 78,0-10 0,-7 10 5,-5-7 0,2 1 8,-1-7 1,1-6-5,-1 1 0,-5-3 90,5 3-95,-4 3 1,-3-13 161,1 4 29,0-4 75,-1-2-49,9 0-227,1 0 1,8 2 166,0 4 84,0-4 1,2 7 253,4-3 1,3-2-214,9 7 1,5-1-50,0 1 1,8 3-104,-3-8 1,-1 7-29,2-1 0,-2-3-52,2 3-114,3-8-16,-12 11 1,5-13-182,-8 4-314,0 3-776,1-7 113,-1 6-900,0-8 32,0 0 1049,-7 0 390,5 0 574,-13 0 0,14-8 0,-7-1 0</inkml:trace>
  <inkml:trace contextRef="#ctx0" brushRef="#br0" timeOffset="1852">1229 1471 7569,'-12'-10'1354,"1"4"0,7 2-866,-2-1 1,6 3 11,6-4 0,3 4 79,9 2-396,7 0-87,2 0 0,7-6 57,1 0 1,-1-1-31,1 1 0,0-2-120,-1-3 1,1-3 30,-1 9 0,-5-9-141,0 3 0,-8 1-982,2-2 565,-4 9 340,-1-13 1,-1 14-721,0-3 455,-7 3-627,5 2-728,-13 0 1804,6 0 0,-16 7 0,-1 3 0</inkml:trace>
  <inkml:trace contextRef="#ctx0" brushRef="#br0" timeOffset="2042">1454 1505 13115,'0'27'907,"0"-4"1,1-2-1347,5 2 335,-4 4 1,6 10-352,-8 3 1,0-3-487,0 3 1,0-4-2081,0-1 3021,0 0 0,-8-9 0,-1-1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00.7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260 139 7569,'0'-18'0,"0"1"626,0 0 0,0 5 252,0 1-191,0 7-190,0-4-275,-7 8 0,5 2 22,-4 4 0,4 9 51,2 8 1,-6 8-113,1-2 1,-1 6 22,6 5 0,0-2 286,0 8-92,0 1-263,0-3 1,0 6 338,0-4-137,0-4-234,-8 8 0,6-12-18,-4 9 0,4-9 40,2 2 1,0-5-145,0-6 0,0 3 127,0-3 1,0-4 9,0-2 1,0-4-854,0-1-631,0-9 454,0 7-836,0-14 866,0 5-107,0-7 394,0 0 1,-5-7 592,-1-5 0,0-3 0,6-3 0</inkml:trace>
  <inkml:trace contextRef="#ctx0" brushRef="#br0" timeOffset="415">53 225 7569,'-2'-17'133,"-2"0"0,-4-3 0,1-1 463,-1-2-364,2 0 1,1 6 131,-1 0 1,0-1-168,6 1 0,6 5-14,0 1 1,7 7-241,-2-2 69,13 4 1,2 2 180,9 0-278,0 0 0,1 8 48,4 4 0,-1 9-12,7 2 1,-8 8 29,3-3 0,-5 3-153,-1-2 1,-8 2 99,-4-8 0,-6 6 3,-5-6 1,-5 0 211,-7-6 394,0 0-360,-7 1 0,-9-1 56,-7 0 1,-7-2-148,1-3 1,-4 1-105,-2-7 0,7 2-86,-1-2 1,8-4-776,-2 3 641,3-3 241,11-2 1,3 2-1506,12 4 1502,3-4 0,16 6 0,2-8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06.3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17 191 9108,'0'27'477,"0"7"-164,0 1 1,-1 7-141,-5 10 0,4 0-1,-4 0 1,4 6 10,2-1 1,0 1 11,0-6 0,6 0-864,0-1 361,-1-6 45,-5-3 0,6-9-89,0-5 0,0-8 181,-6-9 0,0-5-279,0 5 287,0-7 0,0-6-14,0-15 0,0-2-110,0-10 1,0-4-40,0-13 1,0 4 35,0-16 0,0 6 175,0-11 0,0-2 80,0-10 1,0 9 158,0-3 1,0 6 112,0-1 1,0 11-1,0 7 0,0 9 210,0 2 1,0 9 62,0 8-280,7 1-42,3 7 0,2 3 288,-1 7-334,1 0 6,5 7 0,0 5-37,1 11 0,-1 4-15,0 7 0,0 1-193,1 0 0,-7 1 77,1 4 0,-8-5-83,1 0 1,-3-1 20,-2-5 0,0-2 113,0 2 0,-7-8 232,-5 2-228,-3-4 4,-3-2 0,1-5 24,0 0 1,0-9-59,-1 3 0,1-4 3,0-2 1,1-2 193,5-4-6,-5 4 1,14-7 111,-3 3-201,3 4 1,2-4 183,0 12-43,0 4-81,0 7 0,7 2 200,5 4 0,3 4-109,3 8 0,1-1 30,4 1 1,-2 0-120,8-1 0,-8 1-92,2-1 0,2-1 62,-2-4 1,8 2-75,-2-8 1,-2 0-490,1-6 222,-6-7-210,3 5 1,-8-11-449,0 7 1,0-7 122,1 2 0,-1-4-436,0-2 0,1-2 1173,-1-4 0,8 4 0,2-5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06.5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35 8050,'-10'-17'2000,"2"7"1,10 2-1569,4 8-249,4 0-22,7 0 0,6 0-63,0 0-90,8 0-22,-4 0 1,7 0-128,1 0 0,-6 0-180,-1 0 1,-6 2-1151,1 4 929,4-4 0,-8 8-1282,4-5 723,-12-3 1101,-3 6 0,-8 0 0,0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06.7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 35 7569,'-10'0'1206,"-5"0"-904,13 8 1336,-13-6-777,13 6 170,-6-8 321,8 0-983,8 0 1,7 0-99,8 0 1,6 0-281,-6 0 1,8 0-293,-3 0 1,5-2-299,2-4 1,-1 2 476,1-7 1,-1 7-2899,1-2 3020,0 4 0,-8-6 0,-2-1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13.6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35 7569,'10'0'980,"-2"-8"1,-8 4-608,0-7-236,0 7 1,7-4 0,5 8 0,11 0-84,6 0 0,-2 0-185,1 0 1,1 0-166,6 0 0,-6 0-445,-1 0 0,-1 6 741,2 0 0,-4 7 0,-8-3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13.8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17 156 8873,'-9'10'1840,"1"-2"-1533,8-8 0,8 0-75,3 0 1,12-6-11,6 0 0,6-7 23,5 1 1,-2 2-334,9-1 1,-1-1-359,6-5 0,-4 2-1004,3 3 1,-8-3 1449,9 3 0,-4-3 0,4-2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14.4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830 70 7760,'-6'-11'539,"1"-1"575,-1 8-743,6-4 0,2 8-209,3 0 1,7 0-131,11 0 29,-4 0 100,14 0 0,-12 0 22,8 0 1,-2 0-241,2 0 0,1 0-320,-7 0 0,6-1-332,-6-5-554,0 4 734,-5-6 5,-1 8-661,-7 0 1185,-3 0 0,-14-7 0,-3-3 0</inkml:trace>
  <inkml:trace contextRef="#ctx0" brushRef="#br0" timeOffset="132">1141 1 7569,'-9'0'-1463,"-7"0"2181,14 0-382,-5 0 1,1 8-35,0 3 1,0 4-52,6 3 0,-5 1-64,-1 4 1,0 2-61,6 4 1,-6 4-89,1-5 0,-1-1-72,6 2 0,0-2-296,0 2 1,0 2-419,0-8 0,0 0 747,0-6 0,8 0 0,1 1 0</inkml:trace>
  <inkml:trace contextRef="#ctx0" brushRef="#br0" timeOffset="357">847 485 7569,'-9'8'1245,"-7"-6"-112,14 5-791,-5-7 1,14 0-120,5 0 0,5 0-120,6 0 0,4-2 46,8-3 1,-1 1-206,1-8 0,0 8 27,-1-1 0,-5-3-12,0 2 1,-6 1-121,6 5 1,-8 0-348,2 0 0,-10-6 88,-1 0 1,-6 0-980,5 6-37,-7 0 1436,4 0 0,-1 8 0,3 2 0</inkml:trace>
  <inkml:trace contextRef="#ctx0" brushRef="#br0" timeOffset="741">35 866 7569,'-18'0'1058,"9"0"-360,1 0 1,12 0-273,7 0 1,5 0 0,18 0 1,5-6-60,13 0 0,9-2-53,8 3 1,8 1-148,10-8 1,7 3-274,4-3 1,0-3 130,-46 9 0,0 0 0,-3-1 1,1-1-83,5-1 0,0 0 0,-5 1 0,0-1-271,48-8 1,-2 0 219,2-1 1,-6 1-185,-11 0 0,-4 1 140,-8 5 0,-8-3 0,-3 9 0,-10-7 41,-2 6 0,-9 1-7,-3 5 1,-7 0-84,-10 0 1,1 0-504,-1 0 57,-7 0 1,-3 7 549,-7 5 0,-9 3 96,-9 2 0,-7 8 0,-9 2 0</inkml:trace>
  <inkml:trace contextRef="#ctx0" brushRef="#br0" timeOffset="1222">795 1073 7569,'0'-17'2314,"-7"7"-1563,5 2-529,-6 8 0,8 8-16,0 4 1,0 11 58,0 6 0,0 3 123,0 3 0,6-1-227,0 1 0,1 5 22,-1 1 1,-4-1-346,4-5 1,-4-1 144,-2 1 0,6-8-20,-1-4 0,1-4 136,-6-2-2,0-7 0,-2-2-86,-4-8 0,4-8-104,-3-4 1,-3-11-167,2-6 1,0-5 92,6-6 0,0-5-386,0-7 1,2-5 150,4-1 1,-2-7 21,8 1 0,5 7 103,6 5 1,0 8-53,-6 9 1,6 8 256,0 4 0,6 6 172,-6 5 1,0 5 104,-5 7 0,-1 2-184,0 3 1,-1 5 351,-5 7 0,3 2-118,-9 5 1,1-3 37,-6 7 1,0-4-65,0 4 0,-6-5 44,1 6 1,-15-2-175,3 2 0,-6-2-43,0-4 1,4-10-346,-4 5 1,3-7 179,3 1 1,0 1-1447,0-7 765,7 0 570,-5-6 0,15 0-46,0 0 265,7 0 0,11-8 0,-1-2 0</inkml:trace>
  <inkml:trace contextRef="#ctx0" brushRef="#br0" timeOffset="1836">1297 1038 7569,'17'0'0,"-7"0"592,5 0 12,-13 0 303,6 0-471,-8 0-204,0 0 1,6 2-7,-1 4 1,1 4 44,-6 7 1,0 2 102,0 4 1,0 4-116,0 8 1,0-1-39,0 1 1,0 0-93,0-1 0,0-5-98,0 0 1,0-6 32,0 6 0,0-14 215,0 2-138,0-3 1,0-3 191,0 1-168,0-8 1,0 1-165,0-10 0,0 1-149,0-8 0,0 1-1,0-6 0,0-8-141,0-4 1,6 2-586,0-2 425,7-8 267,-11 1 1,13-8-48,-3 3 0,-2 5-35,1-4 0,1 11-148,5 6 0,0 0 172,1 5 0,-1-3-148,0 10 225,0 3 247,1 0 219,-1 8-166,-7 0-130,-3 8 1,-1-4-9,0 7 1,0 1 101,-6 5 0,0 0 200,0 1 0,-6-1-71,0 0 1,-7 3 51,1 3 0,2-4-120,-1 4 1,-1-6-6,-5-5 0,2 3-77,3-3 37,-3-5 48,5 9 98,1-14 89,1 5 180,8 1-121,0-6-70,0 13 1,8-11-81,3 8 1,5-7 104,1 7 0,2-8 237,4 2-302,-4 3-105,6-7 1,0 12-1,4-9 0,-2 7 39,2-6 0,-6 7 67,6-1 0,-6-3-72,6 3 1,-6-8-1,5 1 0,-6 3-81,1-2 1,-4 0 11,-2-6 0,-5 0-457,-1 0 183,1 0 123,-3 0 1,7-8 64,-5-4 0,3 3-600,-3-3 0,5 1-2051,-5-7 1870,-3 1-153,7-8 0,-5 4-543,7-8 0,2-5 1403,4-7 0,4-15 0,8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13.2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51 312 7569,'-12'-15'0,"1"3"207,-1-3 1,3 11 362,3-7 0,6 7-189,6-2 0,5-4-7,12-1 1,6-5 226,11-1-418,5 0-46,22 0 1,-8-3 78,16-3 1,-7 4-11,7-4 1,-4 6-24,-2 5 1,-2-1-226,-4 7 1,-3-2-272,-8 3 0,-8 3-5,-4-4 1,-11 4-298,-6 2 0,-3 0-1083,-3 0 1220,-8 8 1,-1 3-510,-8 12 502,-8-4 485,-1 14 0,-16-6 0,-2 8 0</inkml:trace>
  <inkml:trace contextRef="#ctx0" brushRef="#br0" timeOffset="207">725 312 7569,'8'-17'1016,"-6"7"-378,6 3-432,-8 7 1,0 15-24,0 8 1,0 8 150,0 3 0,0 9-38,0 3 1,0 4-114,0 2 1,0 1-279,0 5 0,1-2-352,5 7 0,4-7 26,7 2 0,0-5-411,1-1 1,5-8 114,0-3 1,2-12 716,-2-6 0,4-4 0,7-2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09.0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571 0 8267,'-17'0'1564,"0"0"-988,7 0-94,2 0-470,31 0 1,-9 0 136,15 0 1,0 0-297,-1 0 0,-1 2 157,2 4-686,0-4 461,-2 6 1,4-8-48,-8 0 0,0 0-90,-6 0 0,-5 0 79,-1 0 1,-5 0-294,5 0-2,-7 0 0,4 1 568,-8 5 0,-8-4 0,-1 6 0</inkml:trace>
  <inkml:trace contextRef="#ctx0" brushRef="#br0" timeOffset="210">762 52 7676,'-18'0'1045,"9"0"-769,1 0-80,0 0 1,6 8 95,-3 3 0,3 5-150,2 1 0,0 0 23,0 1 0,0 1-247,0 4 87,0-4 0,0 14-431,0-6 0,5 5 223,1-3 129,0 4-1006,-6-14 730,0 6 1,6-2-382,-1 0 731,1 0 0,2-6 0,2 1 0</inkml:trace>
  <inkml:trace contextRef="#ctx0" brushRef="#br0" timeOffset="460">571 450 7569,'-9'0'587,"-7"0"154,14 0 1,-5 2 8,7 4-345,0-5-180,7 7 0,1-6-21,4 4-21,3-4 1,-5 5-326,15-7 140,-6 0 1,8 0 183,-4 0-954,-4 0 595,14 0 0,-14 0-26,4 0 1,-4 0-117,-2 0 0,-5 0-1049,-1 0 583,-7 0 134,12 0 651,-14 0 0,13-7 0,-5-3 0</inkml:trace>
  <inkml:trace contextRef="#ctx0" brushRef="#br0" timeOffset="891">35 675 7569,'-11'9'0,"-1"-3"757,8-4-55,-3-2-289,7 0 1,9-6-144,9 0 0,8 1 7,15 5 0,3-2 22,8-4 1,7 4-71,5-4 1,5 4-173,6 2 1,-2-5-134,8-1 1,-3 0-10,3 6 0,4-2-149,-5-4 1,3 4 62,-2-3 1,1 1 107,-7-2 0,-6 4-63,-5-4 0,-3-1 2,3 1 1,-10 0 61,-8 6 0,-8-2 84,2-4 1,-3 5-64,-2-5 0,-9 4 200,-3 2-531,-3 0 30,-3 0-228,0 0 216,-7 0 0,-10 6 354,-12-1 0,-3 9 0,-2-5 0</inkml:trace>
  <inkml:trace contextRef="#ctx0" brushRef="#br0" timeOffset="1491">398 951 6657,'-2'-9'957,"-3"3"-45,3 4-364,-6 2 333,8 0-202,0 0 1,0 8-390,0 3 1,0 10-95,0 2 1,0 6-12,0-6 0,6 8-129,0-2-46,7-4 127,-11 8 1,11-12-243,-7 7 0,2-6 149,-2 1-342,-4-4 139,5-9 122,-7 5 292,0-13-118,0 5 1,0-8-146,0-5 1,0-4 17,0-7 1,0-6-379,0 0 193,0-8 93,0 4 1,0-15-665,0-4 343,0-4-36,8 6-77,-6 1 275,13 9 1,-5 1-26,7 4-35,0 4 11,1 8-76,-1 7 280,8 3 0,-6 9 2,4 3 1,-5 5-112,-7 7 0,3 2 965,-9 5-352,9-5-253,-12 13 375,5-5-360,-7 0 0,0 6 19,0-4 0,-2-2 67,-3 1 0,-5-6-109,-7 1 0,-1-6-49,1-6 1,0 3 228,0-8-192,-1-1-31,1 3 1,-2-6-275,-4 4 1,9-4-10,-3-2-464,4-8 241,3 6 10,-5-13 0,13 11-952,-4-8 453,4 9 93,10-13 788,1 14 0,16-13 0,2 5 0</inkml:trace>
  <inkml:trace contextRef="#ctx0" brushRef="#br0" timeOffset="1748">917 1003 12397,'25'0'491,"4"0"1,4 0-265,1 0-44,1 0-211,7 0 68,-5 0 1,7-6 110,-4 1 1,-9-3 43,3 2 0,-5 4-278,0-3 0,-4-3-412,-8 2 0,1-2-1157,-1 3 796,-7 3 153,5-6-1070,-13 8 873,6 0 359,-8 0 541,0 0 0,0 0 0</inkml:trace>
  <inkml:trace contextRef="#ctx0" brushRef="#br0" timeOffset="1933">1211 1038 12601,'0'17'325,"0"0"1,2 3 0,2 1-529,2 2 1,-1 8 255,-5-3 1,0-1 141,0 2 0,0 0 103,0 5-298,0 1 0,-7 0 0,-3-1 0</inkml:trace>
  <inkml:trace contextRef="#ctx0" brushRef="#br0" timeOffset="2576">329 1193 7569,'0'10'1448,"0"-2"-1021,0-1-198,0-5 0,0 14 113,0-5-113,0 5-92,8 1 1,-6 2 14,4 4 32,-5-4-106,7 14 0,-6-12-61,4 8 1,-4-6 75,-2 6 1,0-8-84,0 2 0,0 2-33,0-2-488,0 0-532,0-6 533,0 1-925,7-9 750,-5-1-200,14-8 885,-14 0 0,13 0 0,-5 0 0</inkml:trace>
  <inkml:trace contextRef="#ctx0" brushRef="#br0" timeOffset="3539">364 1107 7569,'9'0'-216,"-1"0"264,-8 0 216,0-8 40,0 6 30,0-5-111,0 7 92,0 0 0,0 7-163,0 5 1,0 11 19,0 6 1,0 3-23,0 3 1,0 5-14,0 1 0,0 7-24,0-2 1,0 4-65,0 2 1,0-8-49,0-4 1,0 3-203,0-3 0,0-2-417,0-9 1,2 2 322,4-8 0,-2 0-1107,7-6 1402,-7 1 0,11-9 0,-5-1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12.6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986 969 7569,'0'12'-831,"-2"-3"1005,-3-1 162,3-2-99,-14-6-82,14 0 0,-5-2-9,7-4 0,-2 4-39,-4-4 133,4 4-161,-6 2 116,1 0-154,5 0 99,-6 0-108,8 0 595,0 0-520,8 0-46,1 0 0,9 0 67,-1 0-103,0-7 0,0 5-88,1-4 1,-1 2 7,0-2 77,1 5 0,-1-7-44,0 8 1,1-2 42,-1-4 0,6 4-19,0-4 0,2 5 11,-2 1 1,-4-6-4,4 0 0,2 0-1,-2 6 0,2 0-1,-2 0 0,-3-2 2,3-3 0,2 3-19,-2-4 1,2 4 28,-2 2 1,-4 0-11,4 0 0,-2 0-2,2 0 1,-4 0 0,4 0 0,-3 0-10,-3 0 1,2 0 4,4 0 0,-4 0-16,4 0 0,-3 0 11,-3 0 1,6 0-2,0 0 0,0 0-11,-6 0 15,1 0 0,5 0-2,0 0 0,0 0-1,-6 0 1,6 0-1,0 0 1,2 0-1,-2 0 0,-2 0 1,8 0 0,-8 0 1,2 0 0,2 0-1,-1 0 0,6 0 0,-11 0 0,5 0 0,2 0 0,-4 0 0,6 0 0,-6 0 0,1 0 0,2 0 0,-2 0 1,5 0-1,-4 0 0,0 0-122,0 0 68,-5 0 1,6 0 51,-8 0 0,6 0 0,0 0 0,2 6-22,-2-1 14,-4 1 0,12-6-7,-8 0 1,6 0-1,-6 0 0,6 0 5,-6 0 1,2 0 8,-2 0 0,2 0-22,4 0 0,2 6-11,-8 0 1,5 0 75,-5-6-52,8 0 1,-10 0-6,8 0 0,-6 0 3,6 0 1,-2 0 17,2 0 0,3 0-13,-3 0 0,-2 0 5,2 0 0,-6 0 3,6 0 1,-6 0 32,6 0 1,-8 0-18,2 0 0,2 0 2,-2 0 0,0 0 36,-6 0 0,3 0 6,3 0 0,-4 0-17,4 0 1,-4 0-21,-2 0 0,1-2 4,-1-4 0,0 4-3,1-4 0,-1 4-24,0 2 0,0 0 15,1 0 0,-1 0-5,0 0 0,-5 0 26,-1 0-3,1 0-22,5-7 1,0 5 4,1-4 1,-7 4-1,1 2 1,-6 0 4,5 0 0,-5-2 226,5-4-105,1 4-101,5-5 1,-5 5-10,-1-4 0,-5 4 45,6-4-57,-9 4 22,13 2 1,-14-2-11,3-3 1,-1 3 23,2-4-301,-4 4 167,6 2-518,-8 0-152,0 0 0,-8 0 367,-4 0 1,3 8-512,-3 3 893,1 5 0,-14-7 0,-2-1 0</inkml:trace>
  <inkml:trace contextRef="#ctx0" brushRef="#br0" timeOffset="1133">52 122 7569,'-9'0'-617,"1"0"579,8 0 0,-2 2 103,-4 3 1,4-1 23,-3 8 0,3-1 29,2 7 0,0 5-14,0 0 1,0 2 21,0-2 0,0-2 109,0 8 1,0 0-74,0 5 0,0 1 6,0-1 0,0 1-55,0-1 0,0 1 23,0 0 0,0 1-71,0 5 1,0-5 90,0 4 0,0-9-23,0-2 1,2-2-73,3 2 1,-3-4-168,4-8 0,-4 0-39,-2 1 178,0-9 199,0 7-179,0-15 1,0 5-93,0-12 1,-2 3 94,-4-9 0,4-1-3,-3-10 0,3 1-129,2-6 1,-6-1-456,0-6 1,0 1 269,6-1 0,0-5 46,0-1 1,0 1 182,0 5 0,0 1-77,0-1 0,0 1-16,0-1 0,0 2-5,0 5 1,0-3 169,0 8 1,0-6 23,0 6 0,6-2 125,0 2 1,2 4-48,-3-4 0,-1 3-104,8 3 0,-1 0-33,7-1 1,-1 1 4,0 0 1,1 2-11,-1 3 0,6-3 13,0 3 1,0 4-1,-6 3 1,6 3-19,0 2 1,0 0-55,-5 0 0,-1 0 54,0 0 0,1 7 1,-1 5 1,-6 3 59,1 3 1,-8-1-58,2 0 0,1 0 0,-1 1 1,0-1 1,-6 0 66,-8 1 1,-1-1 0,-9 0 1,-5 1 157,0-1 1,-6-6-125,6 1 0,-6-3-30,6 3 1,2-2-84,10-5 0,-3-1 139,8 8-803,-7-8 0,13 9 69,0-7 606,8 7 0,17-3 0,2 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15.06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35 242 7316,'-7'-9'285,"5"1"-139,-6 0 0,6 6-1,-4-4 1,4 3 23,-3-3-301,3 4 78,2-6 16,0 8 195,0 0-80,7 0 1,-3 0-66,8 0 1,-6 0-110,5 0 0,-5 0 105,5 0 0,-5 6 17,6 0 1,-1 0-158,7-6 101,-9 7 1,12-5 56,-3 4 1,3-4 28,-4-2-42,8 0 1,-4 0 2,8 0 0,-2 0 3,2 0 1,3 0 4,-3 0 0,-2 0-1,2 0 0,-6-2 1,6-4 1,0 4 33,5-4-38,-7 5-4,6 1 0,-6 0 3,7 0 2,1-8-3,-1 6 1,-5-6 3,0 8 0,0-5-31,5-1 1,1 0-4,0 6 0,-1-6 25,1 0 0,-1 1-4,1 5 1,0-6-68,-1 0 51,-7 0 10,6 6 0,-6-2 55,7-3-55,1 3 1,-6-6 3,-1 8-3,1 0 0,0 0 7,0 0 0,-2 0 4,2 0 0,3-6-3,-3 1 0,2-1 2,-2 6 1,1 0 1,-7 0 1,6 0-6,-6 0 1,6 0-51,-6 0 48,8 0-2,-12 0 0,12-6 0,-8 0 0,6 1-22,-6 5 1,2 0-4,-2 0 0,-2 0 16,8 0 1,-8 0-3,2 0 1,2 0-3,-2 0 6,0 0-2,-6 0 1,3-6 12,3 0-12,-4 0 0,6 6 0,-8 0 1,0 0 0,1 0 50,-1 0 0,0-2 7,1-3 1,-1 3-45,0-4 0,2 4 4,5 2 1,-5-2-41,4-4 4,-4 4 1,4-5 17,0 7 1,6-6-12,-6 0 18,8 0 0,-10 6-5,8 0 1,-6 0-14,6 0 0,-8 0 0,2 0 0,2 0 10,-2 0 0,0-2 1,-6-3 0,0 3 140,1-4-66,-9 4-153,7 2-6,-7 0 105,1 0 2,-2 0-561,-8 0 148,0 0 322,-8 0 1,-2 6-106,-7 0 175,0 7 0,-1-3 0,1 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15.7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18 208 6995,'-9'-8'-268,"1"6"0,10-5 978,4 7 0,-3-2-120,9-4-445,-1 4 1,12-7 43,1 3 1,6 2-11,-1-8 0,4 3-114,1-3 1,7-3 108,-1 3 0,0 3-52,-5-3-10,0 8 1,-1-9-53,1 7-217,-1-7 1,-5 9 12,0-8-223,-8 8 199,4-3 23,-8-1 0,-5 6-219,-1-4-77,-7 5-2,4 1 1,-8 1 169,0 5 1,-8 0 41,-3 11 231,-5-3 0,-9 11 0,-1-8 0</inkml:trace>
  <inkml:trace contextRef="#ctx0" brushRef="#br0" timeOffset="174">329 225 7569,'12'6'-94,"-1"0"-3,-7 0 407,12-6-98,-14-8 1,7 6 71,-3-4-146,-4 4 0,8 4 87,-5 4 1,-3 4 23,4 7 0,2 6-66,-3 0 1,3 2-1,-2-2 1,-4 4-50,4 8-971,-5-1 625,7 8 0,-6-3-1312,4 7 1524,-4 0 0,5 14 0,3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17.4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122 122 7569,'-10'0'-619,"-5"0"700,13 0 50,-14 0 118,14 0-105,-13-8 0,11 6 21,-7-4 0,5 3 214,-6-3-236,8 4 1,-5-6 143,3 8-178,4 0-143,-6 0 54,8 0-113,0 0 122,8 0 0,2 0-34,7 0 1,-5 0-79,-1 0 0,1 0 67,5 0 1,0 0 40,1 0-22,-9 0 11,6 0 1,-5 0 0,7 0 1,1 0 17,-1 0 1,6 0 2,0 0 1,2 0-23,-2 0 1,-2 0 9,8 0 1,-2 0-47,2 0-34,3 0 67,-5 0 1,8 0-52,0 0 52,-1 0-7,1 0 1,-1 0 1,1 0 0,-1 0-20,1 0 1,-2 0 2,-4 0 1,3 0 8,-3 0 1,2 0-1,-2 0 0,3 0 1,-3 0 0,-4 0 0,8 0 0,-12 0-9,8 0 9,0 0-1,-3 0 1,5 0 0,-8 0 0,8 0-11,-12 0 1,14 0-2,-4 0 1,-4-5 8,-2-1 1,2 0-4,-2 6 1,6 0 12,-6 0 4,0 0-13,2 0 0,-6 0 10,4 0-11,4 0 3,-8 0 0,6-6 0,-8 0 0,1 1 1,-1 5 0,0 0 0,0 0 1,3 0-2,3 0 0,-4 0 0,4 0 0,-2-2 0,2-4 0,-4 4 0,6-6 0,-2 8 0,1 0 0,-1 0 0,2 0 0,-6 0 0,4 0 0,4 0 5,0 0 0,1 0 0,1 0 1,-2 0-5,2 0 0,4 0 0,-5 0 0,5 0 7,2 0-10,-1 0 1,1-5 3,-1-1-69,-7 0 67,6 6-8,-6 0 0,6 0-2,-5 0 1,5 0 2,-4 0 1,2 0-3,-3 0 1,3 0-1,-8 0 0,2 0-3,-2 0 1,-2 0 34,8 0 3,-8 0-31,12 0 1,-12 0 11,8 0 1,-6 0-9,6 0 1,-6 0 1,6 0 0,-6-6 0,6 1 1,-6-1-1,6 6-1,-1 0 0,-1 0 0,6 0 0,-6 0 4,0 0 1,3 0-1,-6 0 0,6 0-3,-1 0-3,4 0 3,-6 0 0,5 0-2,-5 0 2,0 0 0,6 0 0,-14 0-5,14 0 5,-14 0-1,14 0 1,-14 0 0,4 0-2,4 0-2,-8 0 140,6 0-120,0 0-10,-6 0 0,6 0-27,-8 0 32,1 0-9,-9 0 7,7 0 5,-7 0-230,1 0 1,5 0 211,-13 0-15,6 0-9,-8 0-364,0 0 0,-8 8 1,-1 1-1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18.3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0 415 7569,'0'10'-531,"0"-2"0,2-8 372,4 0 0,-2 0 49,7 0 0,1-6 606,5 0-7,0 0-291,0-1 1,8 5 0,4-4 1,2 2-121,-2-2 0,3 4 0,-3-3 1,6-3 0,5 2 0,-1-1 3,7 1 1,2 4 12,9-4 1,-1-2-3,8 3 0,-1-7-90,6 6-1182,0-7 1229,8 3 1,0-1-80,4-1 0,3 3 54,-3-3 40,4-3-1176,1 5 1158,-7 1-21,5-7-20,-13 7 1,14-3-131,-4 1 0,-4-1 149,-3-5 0,-2 5 27,-3 1 0,0 1 9,0-2-27,0-3-8,-7 6 0,-1-3 15,-3 0 0,-10 7 31,4-7-34,-12 8-13,2-11 1,-9 13-65,-4-4 1,2 4 101,-8 2 900,0 0-938,-6 0 916,-7 0-1533,5 0 580,-13 0-476,6 0 1,-8 8 124,0 4 0,0 3 362,0 2 0,0 1 0,0-1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19.74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121 70 7549,'0'-18'433,"0"9"-250,0 1 231,0 0-74,0 6 1,-2-11 84,-3 7-35,3 0 40,-6 6-608,8 0 180,0 0 0,0 8 30,0 4 1,0 5 42,0 6 0,0 4 15,0 7 1,-2 7-64,-4-1 1,5 6-150,-5-5 1,-2 7 115,2-2 1,-1-2 24,1 2 1,4-2-241,-4 2 1,-2-5 38,3-12 1,-7-4 130,6-8 1,1 0 54,5 0 0,0-7 54,0-2 92,-8-8 0,6-2-106,-4-4 1,4-6 0,2-11 0,6 2-62,0-8-170,0 1 204,1-7 1,-3-1-412,8-5 182,-1 5 91,7-14 1,-1 7 66,0-3-20,8-4 3,-6 14 1,6-4-39,-7 11 0,-1-2 15,0 8 1,0 0-6,1 6 0,-1 5 138,0 1-30,1 7-66,-1-4 0,0 8 81,1 0 21,-1 0-48,-8 0 0,7 0-8,-5 0 15,5 0 0,-1 2 11,-3 4 1,1-2-39,-7 7 0,0 1 7,-6 5 0,5-6 137,1 1 73,0-1-190,-6 7 0,-2-1 72,-4 0 0,-2-5-63,-3-1 0,-4 1 3,3 5 0,-3-5 7,-3-1 0,1-5 7,0 6 1,0-9-8,-1 3 0,1-2 10,0 2 56,-1-4 45,1 5-115,0-7 1,5 0 6,1 0 1,5 2 84,-6 4 46,9-4-120,-5 6 139,8-1 23,0 3 1,2 7-135,4 1 0,3-1 11,8 0 1,1 6 264,-1 0 57,8 0-200,2-5 0,8 5-23,-1 0 0,1 2-16,-1-2 1,1-4 22,-1 4 0,1-4-19,0-1 0,-7-1-133,1 0 0,-8-5 108,2-1 0,-3-7 136,-3 2-734,0-4-385,1-2 613,-9 0-386,7 0 0,-15-2 618,5-4 0,4-4 0,-1-7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21.2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17 104 6995,'-9'0'1060,"1"0"-758,8 0 478,0 0-636,8 0-228,-6 0 110,13 0 1,-5 0 31,7 0 51,0 0 0,1 0-134,-1 0 92,0 0 1,2-6 0,4 0 0,-3 1-29,3 5 0,4-2 50,1-4 0,-1 2 1,2-7 0,-6 5-159,6-6-125,0 8 136,-2-3 1,3 1-123,-6 0 221,6 0-116,-10-1 0,6 5-333,-3-4 223,-3 4 0,5 2-425,-8 0 262,-7 0 222,-3 0 1,-7 2-552,0 4 22,0-4 655,-7 13 0,-3-5 0,-7 7 0</inkml:trace>
  <inkml:trace contextRef="#ctx0" brushRef="#br0" timeOffset="329">363 104 6874,'10'0'278,"-2"0"-38,-8 0 895,0 0-1039,0 8 1,0 1 27,0 8 0,0 3 15,0 3 1,0-2-70,0 8 1,0 0 58,0 5 1,0-1 5,0-4 1,0 3-82,0-3 0,0 4-631,0 1 0,0 1 252,0-1 0,0-5 18,0 0 0,0-6-608,0 6 915,-8-8 0,-2 4 0,-7-8 0</inkml:trace>
  <inkml:trace contextRef="#ctx0" brushRef="#br0" timeOffset="542">121 761 7569,'-9'0'174,"-7"0"655,14 0-67,-5 0-413,7 0 150,0-8-286,7 6 0,3-5-66,7 7 0,2 0-113,4 0 1,-3 0 119,3 0 0,2 0 52,-2 0 1,6 2-500,-6 3-1060,7-3 897,-10 6 1,10-8-599,-7 0 600,8 8 454,-4-6 0,0 13 0,-2-5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22.5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70 8446,'2'-10'588,"4"5"-514,3 3 1,8-4 174,1 0-111,-1 1 0,0 3-120,1-4 1,7 4 71,3-4 0,-1 2-217,2-1 0,-2 3 47,2-4 1,-2 4 137,-4 2 0,-10 0-198,5 0 1,-5 0-885,4 0 0,-7 2 266,-4 4 758,-4-4 0,-2 13 0,0-5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22.6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69 9171,'18'0'353,"-1"0"-260,0 0 1,2 0-126,4 0 0,-1 0-114,6 0 0,-1-5 110,2-1 0,10-6-261,-5 7 184,5-1 1,-5 0-1222,1 0 1334,-1 0 0,9-1 0,1-3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23.3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69 329 7595,'0'-17'268,"0"0"-138,0 7 82,-7-5-17,5 13 0,-6-4 0,8 12 0,0 3 17,0 9 0,0 7 12,0 3 0,0 5-69,0 2 0,2 1-13,4 4 1,-4-1-93,3 7 1,3-2-146,-2 2 0,5-3 62,-5-9 1,6-1-136,-7-4 0,1-4 61,-6-8 51,8 0 158,-6-7 235,5-3-315,-7-7 0,-1-1 28,-5-5 0,4-4-17,-4-7 1,-2-8 34,3-4 0,-9-5-164,3-7-126,3-3 1,-2-8 42,5 0 1,3-9 21,-4-8 1,4-1-80,2-5 1,8 12 36,3 5 1,5 12 265,1 6 1,0 11-108,0 6 1,1 6-76,-1 5 0,0 5 13,1 7 0,-1 1 315,0 5 0,1 6 55,-1 11-147,0-4-1,0 14-59,1-6 0,-7 7 55,1 1 1,-6-1-63,5 1 0,-7-6-1,2 0 0,-12-8 30,-6 2 0,-3 2 92,-2-2 0,-8-2-151,-4-10 0,-4 5-81,-1-5 1,1-3-90,4-2 63,-3-4 0,7-2-252,-4 0 0,4 0-58,7 0-262,9 0 1,1-2 55,8-4 599,8 4 0,9-13 0,10 5 0</inkml:trace>
  <inkml:trace contextRef="#ctx0" brushRef="#br0" timeOffset="672">830 312 7741,'0'-10'860,"0"4"-677,0 12 1,0 4 25,0 7 0,0 8 0,0 4 1,0 4-61,0 1 0,0 1 11,0-1 1,2 7 21,4-1-114,-4 0-31,6 3 1,-8-13-139,0 5 1,0-12 165,0 0-185,0-4 377,0-9-12,-8-2 1,0-22-298,-3-3 0,3-12 81,8 0 1,0-11-70,0-6 106,0-4-134,0-2 0,0-6-157,0 1 0,2-9 48,4 3 1,3 1-122,9-1 0,1 15 134,4 2 1,-4 15 39,4 8 0,-4 6 19,-1 5 0,-1 5-14,0 7 1,0 0 77,1 0-42,-1 7 0,0 9 103,1 7 0,-1 7 0,-6-8-82,1 6 0,-8 1 24,2 6 0,-5-6 57,-1-1 0,0-6 134,0 1 1,-1 2-34,-5-2 1,2-2 118,-8-10 1,1 3 61,-6-8-270,-1 7 0,1-11 114,0 4 0,-1-2 14,1 1 297,0-3-162,0 6 161,-1-8-144,9 0-136,-7 0 1,14 2 24,-3 4 0,3-3-1,2 9 1,5-6-12,1 5 0,8 1-4,-3 5 0,5-5-159,1-1 0,6-1 82,0 1 0,2 5-168,-2-5 0,-2 3 50,8-3 1,0 4-527,5-3 1,-5 3 154,0 3 0,-6-7-40,6 1 0,-2-3-436,2 3 1,-2 1 336,-4-7 1,-4 6 224,4-7 1,2 3 295,-2-2 0,0-4 0,-6 5 0</inkml:trace>
  <inkml:trace contextRef="#ctx0" brushRef="#br0" timeOffset="969">1729 191 7569,'-17'-10'175,"0"-3"50,0 7 0,5 0 65,1 6 0,5 0 577,-6 0-405,8 0-72,-3 0 73,7 0-114,7 0-247,3 0 1,9 0 56,4 0 1,-2 0-24,8 0 1,0-6-100,6 1 1,-1-3 25,1 2 1,-3 2-157,-3-7 1,4 5 131,-4-5 0,2 7 30,-3-2 1,3-2-1064,-8 2 650,8 1 1,-12 3-1415,4-4 778,-4 4-219,-1-6 1199,-9 8 0,7 8 0,-7 2 0</inkml:trace>
  <inkml:trace contextRef="#ctx0" brushRef="#br0" timeOffset="1165">2023 156 7569,'0'-17'334,"0"5"469,0 1-477,0 7 386,0-4-186,0 8 1,0 2-108,0 4 0,-1 11 48,-5 12 1,4 4-279,-4 1 0,4 3-151,2 3 0,-6 4 114,1 8 1,-7-6 42,6 1 0,1 4-2446,5 7 1116,0 0 977,0 1 0,0-5 0,0 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25.38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35 7569,'-18'-6'2097,"1"0"-1531,8 1-273,1 5 1,10 0-57,4 0 0,3 0-74,8 0 0,1-6-64,-1 0 1,8 0 83,4 6 1,2 0 11,-3 0 0,3 0-873,-8 0 471,0 0 1,-4 0-784,4 0 1,-9 0 197,3 0 305,-3 0 0,-5 2 487,-3 4 0,4 4 0,-1 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25.5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52 7569,'0'10'2210,"0"-3"-2002,0-7 0,2 0 486,3 0-326,5 0-197,7 0 1,8-2-124,4-3 0,4 3 117,1-4 1,1-2 17,0 2 1,5-1-833,0 1 1,2 4 648,-1-4 0,3-3 0,8-1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26.1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294 139 7569,'0'-11'-1491,"0"-1"1491,0 8 0,0-5-169,0 3 85,0 4 0,0-8 85,0 5-1,0 3 0,8-14 0,2 7 0</inkml:trace>
  <inkml:trace contextRef="#ctx0" brushRef="#br0" timeOffset="409">329 36 7613,'0'-10'920,"0"0"-349,0 5-104,0 3-117,0-6-70,0 8-114,0 0-203,-8 8 194,-1 1-34,-1 16 1,-7 4-81,0 11-75,-1 5 63,-7 6 1,6-1-29,-4-3 1,2 1 35,-8-8 1,8 6-62,-2-6 0,4-5 119,1-6 1,7-10 80,-1-2 0,6-1 50,-5-11 26,7 1-79,-4-6-107,8 0 1,2 0-128,4 0 38,4-7 0,7-1 69,0-4 1,6-3-101,0 3 1,8 3 61,-2-3 0,4 8-27,1-1 1,7 3 32,-1 2 0,0 0-11,-5 0 0,-1 0-67,1 0 72,0 0 0,-7 0-202,1 0 0,-8 2 67,2 3 0,-3-3-258,-3 4 0,-5-4 136,-1-2 0,-7 2-770,2 4 385,-4-4 35,-2 5 176,0-7 0,-8 0 421,-4 0 0,-3 0 0,-2 0 0</inkml:trace>
  <inkml:trace contextRef="#ctx0" brushRef="#br0" timeOffset="601">381 260 7569,'0'-17'-7,"0"0"132,0-1 73,0 1 1,0 6 651,0-1-247,0 8-373,0-3 0,0 16 14,0 8 0,-6 3-38,0 9 0,1 1-143,5 11-91,0-5 6,0 14 0,0-11-147,0 7 1,0-8-153,0 2 1,0 3-385,0-3 0,2 0 320,3-5 385,5-8 0,15-2 0,2-8 0</inkml:trace>
  <inkml:trace contextRef="#ctx0" brushRef="#br0" timeOffset="950">830 226 7569,'-11'0'1297,"-1"0"-1094,1 0 1,-1 7-130,1 5 0,7 5 151,-2 6 0,2-2-23,-1 8 0,3 0 59,-4 6-77,4-8-24,10 5 1,1-13 22,9 5 1,-1-11-132,0-1 0,6-9-142,0 3 1,6-4 1,-6-2 0,6-2-75,-6-4 1,2 3 62,-2-9 0,-6-1-44,1-11 0,-3 3-57,-9-7 191,0 6 1,-6-8-24,0 7-139,0-8 0,-8 12 166,-2-14 1,-7 14-6,0-4 0,-6 5-34,0 7 1,-2-3 5,2 9 0,1 1 65,-6 10 1,6-3 244,-1 9-96,4-1-443,10 7 167,1-1 1,8 0-737,0 1 423,0-9 30,8 7 0,7-9-781,8 5 1165,8 3 0,-4-5 0,7 7 0</inkml:trace>
  <inkml:trace contextRef="#ctx0" brushRef="#br0" timeOffset="1301">1384 174 7569,'9'0'385,"-3"0"346,-12 0-489,-3 0 0,-3 2 318,1 4-234,-1 3-117,-5 8 0,2 7-3,3-1 1,-1 7 22,7-1 1,0 4-1,6 1 0,0-5-96,0 0 0,0-8-133,0 2 0,8-4 57,3-1-19,5-9 97,1-1 0,0-8-420,1 0 154,7 0 23,-6 0 1,6-8-85,-8-3 0,0-10 60,1-2 1,-1-6-62,0 6 0,-5-8 0,-1 2 1,-7-3-133,2-3 0,-4 0 76,-2 1 1,-6 5 65,0 0 0,-7 10 214,1 2 57,-11-1-135,4 16 0,-8-5 90,4 7 1,-2 7-109,-4 5 1,4 3 93,8 3 0,0-1-93,-1 0 1,9 0 48,3 1-635,4-1-82,10 0 273,1-7 459,9 5 0,-1-13 0,0 6 0</inkml:trace>
  <inkml:trace contextRef="#ctx0" brushRef="#br0" timeOffset="1580">1730 191 7569,'9'0'321,"-1"8"172,-8 3 0,-6 5-153,0 1 0,-1 0 92,1 1 0,4 7-176,-4 3 0,4-1-73,2 2 1,6-8 273,0 2-241,7-3 0,3-5 82,7-4-350,8 5 101,-5-14 1,9 5-147,0-7 1,-1-7 115,1-5 1,-3-3-209,-3-2 1,2-8 100,-8-4 0,0-2 99,-6 2-52,1-3 0,-9 5-356,-3-8 129,-4 0 0,-10 1 3,-3-1 0,-6 8 33,-7 4 0,3 6 154,-7 6 1,1 3-41,-2 8 1,2 0-417,4 0 0,4 8 170,-4 3 1,9 4 24,3 3 339,7-1 0,-12 0 0,7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29.1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312 35 7549,'9'-8'496,"-1"6"-359,-8-6 1,0 7 375,0-5 155,0 4-215,0-6-269,0 8 137,0 0-168,0 8-91,0 1 121,-8 9-193,6-1 58,-13 0 0,6 6 167,-9 0-528,1 8 285,0-12 0,-1 6-46,1-7 0,0 5-118,-1 0 1,7-2-912,-1-10 511,1 5 155,1-14-607,-5 13 457,13-13 587,-6 6 0,1-8 0,-3 0 0</inkml:trace>
  <inkml:trace contextRef="#ctx0" brushRef="#br0" timeOffset="183">35 139 7569,'-9'-8'327,"1"-2"0,2-1 148,0-1-291,1 8 310,5-3 38,0-1-262,0 6 0,1-6 22,5 8 0,4 2 184,7 4-46,8 4-293,-6 7 1,8 2-125,-4 4 26,4-4 1,2 12-982,0-8 692,0 8 0,-1-6 158,1 4-1858,0 3 970,-2-5 980,-2 8 0,0-8 0,2-2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32.16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329 35 7569,'9'-2'518,"-3"-4"400,-4-6-734,-2 5 137,0-1-240,-8 8 1,-1 10 193,-8 7-68,-1 0 22,1 16-92,0-6 1,-1 9-100,1 5 26,0-5 1,-1 6-836,1-7 558,0 0 1,0-1 78,-1 1-973,1-8 742,7 5 1,1-18-306,3 3-7,4-11 677,-6 2 0,8-8 0,0 0 0</inkml:trace>
  <inkml:trace contextRef="#ctx0" brushRef="#br0" timeOffset="167">18 52 6967,'-10'0'1779,"2"0"-1281,8 0-8,0 8-238,0 1 1,2 5 99,4 3-103,4-4-89,7 20 1,0-12-25,0 8 0,6-6-96,1 6 1,6-2-143,-1 2 0,4 1-431,1-7 0,1 2 533,0-1 0,-1-5 0,1 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30.8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191 312 7569,'0'-18'103,"0"1"172,0 0-143,0-1 51,0 1 1,0 8 57,-8 1 34,6 8 0,-13 0-163,5 0 37,1 0 0,-7 2 61,5 4 0,1 11-12,-1 12 1,-1 11 322,-5 6-269,-1 4 1,3 10 83,4 3 4,-5 4-938,14 2 781,-5 1-335,7-1 147,0-15 0,2 7-143,3-15-165,5 0 295,15-11 1,-6-8 25,4-4 1,4-12-56,2-5 0,-2 2-255,2-2 170,-8-8 488,4-8 1,-2-7-728,0 0 522,0-8-360,-14 5-110,7-12 175,-14 12 0,4-12-35,-12 3 76,-4 4 24,-7-8 0,-2 16 19,-4 0 0,-2 1-2,-4 11 0,-4-1 149,4 6-77,4 0-9,-7 0-203,12 0 162,-5 8 0,16-5-771,3 9 258,4-8 170,2 11-391,8-13 310,1 13 464,16-13 0,-5 6 0,5-8 0</inkml:trace>
  <inkml:trace contextRef="#ctx0" brushRef="#br0" timeOffset="768">675 277 8132,'-12'0'428,"1"0"0,5 0-388,-5 0-53,7 8 0,-10-4 79,9 7-111,-1 1-1,6-3 214,0 7-297,0-7 116,0 1 1,0-1 131,0-3-267,0-4 143,8 6 30,-7-8 1,13-2-84,-8-4 1,5 2-181,-5-7 112,0-1 50,-6-5 1,0 5-182,0 1 114,0-1 0,0-5-64,0 0 169,0-1 1,-8 1-46,-3 0 213,-5 0-179,7-1 0,-5 1 22,8 0 1,-1-1 89,1 1 1,4 6 64,-4-1 39,4 8-174,10-11 1,2 11 47,7-8-24,0 1-16,0 1-64,8 3 71,-5-1 0,10 6 13,-7-4-58,0 4 43,2 2 0,-5 0-4,3 0 0,-10 0-16,-1 0 0,-3 2 88,3 4 148,-4-4-106,-1 21 1,-5-11 327,4 11-192,-4 3-1,-10 1-1,-1 8 1,-3 7 128,0 4-280,1-3-167,-6 7 182,7-6 1,-5 13-20,3 1 1,-3 5 41,-3-5 1,7 6-247,-1-7 110,1 9 11,1-20 1,1 17-574,3-11 265,4-4 183,-6-6-650,8-7 256,0-8 279,8-2 0,2-10 78,7-3 1,-6-7-36,1-10 1,-1-7 94,7-11 0,1 2-604,4-8 404,-4-7 1,6-3 289,-7-7 0,-9 8 0,7-5 0,-7 9-229,8 7 268,-7 2 1,3 8-40,-7-1 433,0 9-330,-6 1 0,0 10-50,0 4 1,0 3-30,0 9 1,-6-1 988,0 0-425,1 8-342,5-6 0,0 6 87,0-7-117,0-1-49,0-8-234,0-1 92,7 0 1,3-6 102,7 4 0,6-6 18,0-6 1,0-4-228,-5-7 1,-1 0-146,0-1 1,-7 1-163,-4 0 211,-4-1-30,-2 1 29,0 0 157,-8 0 0,-4 7 62,-11 4 1,2 4-72,-8 2 1,1 0 106,-7 0 0,8 8-64,4 3 1,4 5-305,2 1 0,7 0 291,4 1 0,-3-1 0,-1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33.3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260 33 7669,'-8'-17'889,"5"7"-706,-9 5 1,6 5 223,-5 5-70,-1 13-123,-5 16 0,-2 12 456,-4 12-289,4 4-573,-14 7 587,14 0-258,-6 8 1,9-2 45,5 0 1,3-4 22,8-19 1,8 1-160,3-12 1,12-9-171,6-9 0,4-5 3,1-7 1,7-3 91,-1-8 0,0-14-302,-5-3 1,-2-10 728,-4 4-949,-4-8 358,-8 5 1,-8-9 14,-3 0 1,-8 9 77,-9 2 0,-8 1-6,-16 6 1,-2 4-18,-3 13 1,-2 2 194,-4 3-40,3 13-39,9 1 0,1 14-1026,4-5 480,4 13 186,8-5 366,7 6 0,3-7 0,7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34.2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70 8022,'-10'-8'0,"2"6"805,1-5 1169,5 7-1147,-6 0-567,8 0 1,8-2-37,3-4 1,5 4-176,1-4 1,0 3-280,0-3 206,8 4 0,-4-8 153,8 4 1,-6 5 76,6-5 1,-8 4-561,2 2 0,-3 0-1927,-3 0 921,0 0-118,0 0 1478,-7 0 0,-2 15 0,-8 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3:34.3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0 7569,'-7'10'969,"5"-2"-539,-14-1 192,14-5-18,-5 6-366,7 0 1,0-4-33,0 7 1,2-5 146,3 5 1,5-7 211,7 2 1,1-2-386,-1 2 4,0-5-47,8 7 1,2-8-870,8 0 1,-7 0 321,1 0-1953,-8 0 1183,12 0 1180,-14 0 0,14 0 0,-6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4:35.64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87 0 7569,'0'25'845,"0"10"0,-1 11 1,-3 4-1,-4 2 1,0 2 192,1 3 0,-5-9 0,4 4-774,-1-2 1,5-2-602,-2-2 240,4-4 1,2-10-14,0-4 1,-6 2-32,1-7-80,-1 0-23,6-5 0,0-7-1127,0 1 1092,0-8 0,2-4 65,4-12 1,1-5-1511,5-6-381,3 4 1053,-5-14 1052,7 6 0,0 0 0,1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4:36.2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120 105 7569,'9'-8'-1491,"-1"-2"2467,-8-7-88,0 7-180,0 3-341,0-1 260,0 6-489,-8 10 0,4 5 140,-7 16-95,7-8 7,-11 12 0,5-6 23,-7 7 0,5 1-22,1-1 1,1-7 22,-1-4 0,1-3 153,4-3-191,4 0 1,-3-7 282,10-4-187,5-4-135,7-2 1,8 0 21,4 0-91,-4 0 59,15 0 0,-11 0-44,11 0 1,-3 0-73,-2 0 1,-1 0-212,1 0 0,-3 1 182,-3 5 1,2-4 133,-8 4-911,0 4 1,-6-9-970,1 5 119,-9-4 663,-1-2 501,-8 0-242,0 0-194,-8 0 917,-1 0 0,-9-8 0,1-1 0</inkml:trace>
  <inkml:trace contextRef="#ctx0" brushRef="#br0" timeOffset="205">431 87 7569,'-12'-5'575,"1"-1"-291,7 0 0,-6 6-52,5 0 1,3 8 135,-4 3 1,-2 6 554,3 7-664,-1 2 0,6 9 123,0 0-221,-8 7 0,6-6 22,-4 5 1,4 1-1,2-2 1,0 6-338,0-5-1260,0-1 978,0 2 1,0-5 243,0 3 1,0-9-925,0-2 1116,8-8 0,2 4 0,7-8 0</inkml:trace>
  <inkml:trace contextRef="#ctx0" brushRef="#br0" timeOffset="661">863 87 7569,'0'-17'271,"0"0"0,0 5 96,0 1-110,8 7 0,-6-6 120,4 4-193,-4 4-9,-2-5 0,0 14 68,0 5 1,-2 5-61,-4 6 1,4 4-1,-4 8 1,-3 5 335,-3 1-327,4-1-55,-7 2 1,11-7 45,-7-1 1,7-1-29,-2-10 0,4 0-184,2-6 213,0-7-60,0 5 0,2-13 51,4 4 1,3-4-31,9-2 1,1-6-17,4 0 1,-2-7-1,8 2-370,0 3 189,5-8 0,-1 9 115,-4-5 1,2-1-108,-8 7 1,2-2-498,-2 3 342,-4 3-780,6-6 568,-8 0 267,-7 6 1,-1-5-206,-3 7-632,-4 0-165,6 0 707,-8 0 1,-2 0 104,-4 0 0,2 0-50,-7 0 0,5 0-388,-6 0 772,1 0 0,-14 7 0,-2 3 0</inkml:trace>
  <inkml:trace contextRef="#ctx0" brushRef="#br0" timeOffset="859">1123 139 7569,'0'-9'46,"0"-7"114,0 5 1,-6 1 206,0-1 23,0 7 71,6-4 1,-5 10 4,-1 4 1,0 5-216,6 12 1,0 4-66,0 8 0,-6-1-12,1 1 0,-1 1-171,6 5 0,0-3-241,0 8 1,0-7 276,0 1 1,0 2 121,0-1 0,6-3-1574,-1-9 1,9 2-793,-3-8 2205,5 0 0,1-6 0,0 0 0</inkml:trace>
  <inkml:trace contextRef="#ctx0" brushRef="#br0" timeOffset="1120">1503 295 7569,'10'0'1412,"-3"0"-1048,-14 7 0,3 5 118,-8 11 1,7-2-204,-7 8 1,8-6-85,-2 6 0,4-6 616,2 6-484,16-8-118,-5-4 1,22-3-15,-4-9 0,5-7-55,7-9 1,1-6-120,4-6 1,2-4-22,-7-8 1,-3 1-279,-9-1 1,0 0 220,-12 1 1,2 5 18,-13 0 0,-4 2-624,-14-2-130,-7 4 487,-15 8 0,-3 0 48,-3 0 1,1 7-91,-7 4 1,6 4-23,-6 2 1,7 0-167,-1 0 0,3 6 535,3 0 0,-1 7 0,1-3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4:47.0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416 190 7569,'0'12'1729,"0"-1"-1332,0-7-354,0 12 1,-6-7 182,0 8 0,1 1 107,5-1 0,0-5-373,0-1 66,0-7 0,0 4 140,0-8 155,0 0-46,0-16-719,0 5 377,7-22 0,1 12-31,4-8 0,1 0-57,-7-5 1,1 1-165,-1 4 142,-4-3 59,6 12 0,-8 1 52,0 8-10,0 7 382,0-4-220,0 16 1,0 17-68,0 15 448,0 16-453,0 5 0,0 16 183,0 4 0,0 9-93,0 2 1,0 3-1674,0-3 1496,0-12 92,0 5 1,0-25 301,0-9 26,-8-6-125,6-11 804,-21-7-610,12-2 1,-16-13 406,4-1-942,-4-7 832,-8 4 0,-5-10-643,0-4 1,-3-9 46,3-8 0,5-8-760,1 2 1,1-4 442,10-1 0,8 1-1693,9 4 837,4 4 491,2 8-1353,0 0 1918,0 7 0,8 2 0,1 8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4:48.66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1065 7569,'-7'9'1864,"-5"-3"-1980,5-4-263,-1-2 0,10 0 816,4 0-135,3 0-190,16 0 0,2-4 150,8-7-73,-1-9-648,1-14 704,7-8-203,2-10 0,8-4 29,0-7 83,0-1-111,-8-5 0,4 0-15,-7 0 0,-1 3 6,-6-3 1,-5 10 41,0-11 1,-10 13 2,-1-1 1,-3 12-422,-9 6 153,0 11 1,-6 11 386,0 3-98,0 13 1,-2 10-78,-4 15 446,-4 15-275,-7 22 0,-6 11 45,0 15 0,0 1-20,5-1 0,1 9-1812,0 3 1555,0-4 174,7-8 1,2-17 8,8-11 0,0-8-81,0-10 0,8-7 119,3-16 82,-3 1 141,8-9-296,-7-1 793,8-16 0,1-3-837,-1-12 1,0-4-100,1-8 0,-1-5-248,0-1 198,1 1 1,-7 5 126,1 1-230,-9 7 66,13 10-68,-14 1-14,5 14 181,-7-5 115,8 14 1,-6 5-154,4 11 54,-4 4 1,5 2 6,5 0 1,3-1-66,3 7 1,-1-8-103,0-4 0,8-6-75,4-5-3,4-5 205,1 1-194,1-6 83,-1-2 1,7-10 48,-1-7-261,0-8 180,-5 6 1,-2-12-34,-5 8 0,-3-8 53,-7 3 0,-7-5-107,1-2 0,-8-3 88,1 3 1,-3-1 154,-2 13 7,0 0 1,-7 7 301,-5 5-237,-3 3 1,-4 10-45,-5 4 528,5 11-384,-13 2 1,7 14-29,-4-4 1,4 3 43,8 3 0,-1 0 134,1-1-191,7 1 1,-5-1 0,13-7 145,-4-4-129,4-3-24,10-3 4,-6-8-13,6 7 0,-1-14 64,5 3-188,-4-3 37,7-9 0,-4-3 40,13-7 1,-5-2-106,4-4 0,-4 1-120,-2-6 89,1-1 47,-1-6 0,0 1-364,0-1 171,1 0 116,-1 8-75,0-5 63,-7 13 0,5-6 57,-3 7 0,-4 7-152,-3-1 150,-3 8 267,6 4 0,-6 16 482,4 7-452,-4 8 0,-2-4 83,0 7-252,0 1 0,0-3 90,0-3 0,0 2 268,0-8-184,0 8-115,7-20-211,-5 12 80,13-13 0,-11 5 142,8-3-73,-1-4-138,7-8-63,-1 0 181,-7 0 0,5-2-440,-4-4 194,-3-4 97,8 1 0,-13-7 82,9 5 0,-6-3-20,5 3-425,-7-5 268,11 7 1,-13-9 72,4 1 1,2 0 43,-2 0 1,-1-1 70,-5 1 62,8 0-125,-6 7 1,6-5 248,-8 3-75,0 4-1,0 1 250,0 7 205,0 0 108,0 7-223,0 3-197,0 7-62,-8-7 0,6 5-152,-4-3 116,4-4-14,2-1-108,0 1 0,0-4 173,0 7-93,0-7 0,0 6 126,0-4-151,0-5 1,2 13-35,4-8 1,-4 1-17,4-1 56,-4-4-2,5 13 1,-5-5 49,4 7-41,4-7 0,-8 5-148,5-5 136,1 7 1,-6-5 5,4-1 1,1 1-4,-1 5 1,6-5-40,-7-1-266,9-7 113,-5 11 149,9-13-1,-9 6 0,7-8-126,-5 0-19,-3-8 135,7 6-186,-13-13 81,14 5 0,-9-7 74,5 0 0,-3 0-7,-3-1 1,-4 1-68,4 0 0,-2-6-105,1 0 1,-3-8 75,4 2 49,-4 4 12,-2 0 1,0 6-20,0-4 0,0 9 146,0-3 0,0 9 409,0-3-361,0 7-53,0-4 1,2 8-52,4 0 113,3 0 0,9 0 164,-1 0 0,6 0-53,0 0 0,8 2-81,-2 4 0,-3-4-165,3 4-52,0-4 156,-2-2-169,6 0 66,-6 0 0,-1 0 79,-2 0 1,-3 0-11,2 0 1,-4-6-155,4 0 0,-10-6-238,-1 7 1,-6-9-372,5 3 348,-7-5 177,4-1 0,-8 0-521,0-1 334,0 1 120,-8 0-139,-1 0 232,-1 7 0,-5-3-219,3 7 194,-11 0 1,-2 19 327,-4 5 1,10 11 499,7-1 1,3 5 723,-3 2-691,5 7-421,7-6 1,0 7 162,0-9-150,0 1 0,7-1-1631,3-7 1009,7 6 1,-3-14 259,3 4 0,-2 2 140,14-2 1,-8-5-48,2-7 0,12 1 0,1 5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4:52.71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52 69 7569,'6'-17'0,"0"0"0,7 7 0,-9-3 502,7 7 166,-7 0 1,6 6-219,-4 0 1,-4 4 14,3 8 1,-3 7-102,-2 15 0,0 9-147,0 3 1,-5 4-206,-1 2 0,-8-1 92,3 1 0,1 2 79,-1 4 1,5-4-615,-6 3 1,7-5-855,-7-6 1,8 4 606,-2-4 678,5-3 0,-7-1 0,-2-8 0</inkml:trace>
  <inkml:trace contextRef="#ctx0" brushRef="#br0" timeOffset="319">571 173 8403,'-17'10'309,"5"7"-224,1 0 0,-1 1 602,-5 5 0,-1 2-245,1-2 1,6 6-208,-1-6 0,1 5 15,-7-5 1,3 2 65,3-2 0,-1-3-126,7 3 1,0-4 22,6-2 1,2-1-74,4-5 1,6 5-1,11-5 1,2-1-14,3 1 1,11-7 52,-5 2 1,11-4-181,-5-2 0,6 0 62,-6 0 0,3 0-135,-3 0 1,-5-6-252,-1 0 1,-1-1-321,-10 1 0,0 2-588,-6-8-979,1 9-70,-9-13 2281,-1 7 0,-16-9 0,-1 1 0</inkml:trace>
  <inkml:trace contextRef="#ctx0" brushRef="#br0" timeOffset="520">744 294 7569,'9'-17'387,"7"0"92,-7-1 272,1 9-133,5 1-163,-13 8 0,6 4 138,-8 7 0,0 3-77,0 15 0,-2 1-175,-4 11 1,2-5-473,-7 5 0,-1 3 180,-5 2 1,0 0-348,0 6 0,-1-6-266,1 6 1,5-2-634,1-10 0,7 6 1197,-2-5 0,-3-1 0,-1-5 0</inkml:trace>
  <inkml:trace contextRef="#ctx0" brushRef="#br0" timeOffset="849">1366 225 7569,'-11'2'0,"-1"4"0,1 3 1192,-6 9-787,-1-1 1,1 6 298,0 0 1,-1 6-294,1-6 1,0 2-81,-1-2 0,7-4-83,-1 4 1,9-4 203,-3-1-269,4-1 1,4 0 22,4 1 1,3-7-54,8 1 0,1-7-61,-1 7 0,6-8-54,0 2 0,8 1 26,-2-1 0,3 0-262,3-6 0,0 0 144,-1 0 0,-1 0-112,-4 0 0,3 0-154,-3 0 1,-2 0-217,2 0 1,-8-6 1,2 0 0,-4 0-1256,-1 6-260,-1-7 1183,-8 5 867,-1-14 0,-8 15 0,0-7 0</inkml:trace>
  <inkml:trace contextRef="#ctx0" brushRef="#br0" timeOffset="1058">1522 346 7569,'10'-8'543,"-3"-1"48,-7-1 250,0 2 391,0 8-535,0 0 0,-2 16-293,-3 7 1,1 4-106,-8 7 1,1-3-153,-7 9 0,1 3-112,0-3 0,0 8-238,-1-2 1,1 2-392,0-2 0,1 2 540,5-7 1,-3 1-24,9-2 77,-1-3 0,6 5 0,0-7 0</inkml:trace>
  <inkml:trace contextRef="#ctx0" brushRef="#br0" timeOffset="1378">1954 588 7569,'-17'0'0,"0"8"757,-1 3-521,1 5 1,0 9 831,0 4 1,-1 3-498,1 3 0,2-3 85,3-3 0,4 2-235,8-8 0,8 0-208,4-6 1,11-5-74,6-1 0,3-7-100,3 2 1,7-6-60,4-6 0,2-5-253,-2-12 0,-2 4-318,-3-5 1,-7-2 301,1-3 1,-2-4-244,-10-1 0,-8 5 180,-9 0 0,-6 2 116,-6-2 1,-11 4 203,-12 8 1,-9 7 217,-3 4 0,-5 5-76,6 1 0,-8 1 138,2 5 1,5 4-921,7 7 0,1 0 306,10 1 1,0-1 364,6 0 0,7 1 0,2-1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4:52.13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451 519 7569,'11'-25'0,"-1"-1"0,-3-1 342,-1 9 49,-6 3 1,-2 7-201,-4-3 0,-5 3-13,-12 8 1,-4 0-124,-8 0 0,1 2 0,-1 4 0,1 3-4,-1 9 1,2-1 240,5 0 1,3 1 327,7-1 0,3 2-352,3 4 1,5-4-199,7 4 1,2 2 28,3-2 1,11 6-159,7-6 0,8 6-70,-3-6 0,11 8 81,1-2 1,8-2-126,-2 1 1,2-4 44,-2 4 0,-3-5 92,-9 6 0,-1-8-71,-4 2 54,-4 4 0,-16-7 154,-3 3 0,-6-6 191,-6-6 1,-11 3 4,-12-8 1,-5-1-88,-7-5 1,-3 0-220,-8 0 1,-5-2 88,-1-3 0,2 1 61,10-8 0,-2 3-387,8-3 0,1-3-551,10 3 0,4-1-395,8 1-770,8-3 545,1 5 1417,16-7 0,1-8 0,8-2 0</inkml:trace>
  <inkml:trace contextRef="#ctx0" brushRef="#br0" timeOffset="240">381 156 7569,'18'-27'-158,"-9"-5"0,5 12 555,-9-3 129,9 4 0,-10 4 691,7 3-834,-7 5 0,10 22 180,-9 8 0,1 15-197,-6 9 0,0 10-137,0 7 1,-2 16-9,-4 7 1,-1 5-106,-5 0 0,-1-5 79,7-1 0,-6 6-12,7-5 1,-1-4-1318,6-9 1,2-4-391,4-7 1,1 2-663,5-7 2186,3-8 0,-13-8 0,8-7 0,-1 3 0,3 8 0,-1 8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4:51.1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35 364 7569,'10'-8'1211,"-4"-4"-468,-5 5-146,-1-9-52,0 14 0,-2-5-150,-3 7 0,1 7-30,-8 5 0,7 11-149,-7 6 0,8-2-23,-2 1 1,5-4-138,1 4 0,0-5-187,0 6 1,1-8-1093,5 2 1012,4-3 0,7-5-816,0-3 0,3-5 233,3-7 0,-4-7-44,4-5 1,-4-3 837,-2-3 0,1-14 0,-1-5 0</inkml:trace>
  <inkml:trace contextRef="#ctx0" brushRef="#br0" timeOffset="380">52 87 7953,'-7'-17'245,"-5"-1"0,5 7-61,1-1-174,4 8 0,4-5-95,4 3 1,-3 4 295,9-4 1,5 4-53,6 2 0,2 0-131,-2 0 1,2 0 11,4 0 0,4 2-2,-4 4 1,1-4-12,-1 4 0,4 1 5,-4-1 0,-4 2-32,-2-2-255,-4-4 165,-10 13 89,-1-5 0,-16 7-17,-3 0 1,-10-5 88,-2-1 1,-6 1 335,6 5 0,-8 0-186,2 1 1,6-7 21,6 1 1,2-1-196,9 6 0,0 1 13,6-1 0,8 6-167,3 0 0,12 2 67,6-2 0,10-2-145,1 8 0,8-8 28,-2 2 0,-4-2 31,-1 3 1,-7-5 150,-5 4 1,-6-4-24,-11-2 1,1-5 110,-7-1 0,-8-1 254,-10 2 0,-9 1-140,-2-7 0,-7 5-58,1-5 1,-4 0-465,-2-6 1,1 6 102,-1-1-1346,8 1 1041,2-6 1,8 0 51,0 0 444,0 0 0,-1 8 0,1 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4:50.0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87 399 7569,'0'-45'1164,"0"5"-445,0 11-137,0 12-357,0 9 1,-6 18-44,1 7 1,-7 16-1,6 13 0,-7 11 7,1 7 1,3 3 12,-3 2 0,8-1-153,-1-5 0,3 4-196,2-3 0,0-5-543,0-1 0,2-10 402,3-2 1,-1-15-848,8-2 590,-8-8 417,11-12 0,-13-16-88,4-16 1,-4-10-93,-2-7 0,0-7 142,0-10 0,0-5 68,0-7 1,0-8-9,0-3 0,0-11 142,0-1 1,3-6-110,9 6 0,-1 13 329,12 10 0,-1 19 459,1 4 1,-4 15-462,4 8 1,2 11-23,-2 7 1,6 3 5,-6 2 1,6 9 21,-6 9 0,2 5-27,-2 6 1,-4 9 129,4-3 0,-6 5-186,-5 0 0,-4-1 76,-8 7-316,-8-8 78,-2 5 0,-15-3 55,-4 0 0,-3-5-44,-3-6 1,1-8-19,-1 2 1,6-4-187,0-2 1,14-7-594,-2-4 0,11-2 390,0 1 1,8-3-618,10 4 1,7-6 997,15-6 0,16-3 0,4-9 0</inkml:trace>
  <inkml:trace contextRef="#ctx0" brushRef="#br0" timeOffset="767">1038 329 7569,'8'-25'400,"-6"6"0,4-6-319,-12 8-29,-4 0 1,-3 5 243,-5 1 0,3 7 140,-14-2 0,6 4 15,-6 2 1,6 8-133,-5 3 0,1 7-180,-2 5 0,-2 3 19,8 9 0,-6 0-74,6-1 0,0 1 69,6-1 1,7-5-50,4 0 1,4-8 14,2 2 0,0-9-158,0-3 0,8-7 97,4 2 1,3-4-11,2-2 1,3-8-574,3-3 1,-2-5 178,8-1 1,-2-6-6,1 0 1,5-8 140,-4 2 1,-2-2-15,2 3 1,-8-5 86,2 4 0,-4 4-16,-2 2 0,-5 6 341,-1 5-170,-7-3 262,4 13 0,-10 4-43,-4 15 0,-3 2 78,-9 10 0,3 0-116,3 6 0,-1-1-55,7 1 1,0-3-67,6-3 0,0 2-78,0-8 0,8-2 137,4-9 1,3-5-9,2-7 1,2 0-424,5 0 0,-5-1 67,4-5 1,2-4-39,-2-7 1,0-2 120,-6-4 1,0 3 63,1-3 0,-7-2 4,1 2 0,-8 0-8,1 6 1,3 0 119,-2-1 1,0 7-111,-6-1 244,0 8-89,0-3 1,0 9 92,0 3 1,0 5-99,0 7 0,0 3 55,0 3 0,0 2-36,0 3 1,0-1 128,0-4 1,0-3-213,0 3 96,7-4-42,3-2 1,7-7-94,1-4 113,-1-5-76,0-1 1,0 0-95,1 0 0,5-13 78,0-4 0,0-6-118,-6 0 0,0 1 24,1-6 1,-3-1-129,-3-6 0,3 8 39,-3 4 1,-5 4 83,-1 2 0,-2 7 189,2 4 78,-4 4 0,5 18 231,-7 7 0,0 10-150,0 7 0,0 10 47,0 8 1,-6 13 5,1-2 0,-1 17-146,6 1 0,-2 1-93,-4-7 1,-1-6 49,-5-12 1,-3-3 474,3-8 0,-3-10 12,-3-8 516,1-14-697,0-5 0,-8-13-113,-4 4 1,-4-8-252,-1-10 1,-1-1 257,1-16 0,-1 6-428,0-6 1,7 0-508,-1-5 0,8-7 453,-2 1 0,11-8-1396,6 2 0,4-4 177,2-2-1279,8 0 1772,2 8 0,15-2 901,4 11 0,19-11 0,5 10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4:49.3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311 191 7569,'22'-50'507,"-5"4"-347,-11 11 1,7 10 450,-7 8-260,7 7 0,-11 3 191,6 7-247,0 0 0,-7 17-67,5 12 1,-4 21-46,-2 19 1,-8 10 161,-3 13 1,-4-4-144,-3 5 0,3-5-187,3-1 1,5-16 68,7-8 1,0-9-218,0-8 178,7-11 0,3-3 8,0-13 87,5-1 1,-5-11-29,7-7 1,2-2-65,4-3 1,-2-13 44,8-10 0,-2-5-621,2-2 1,2-5-341,-8 0 456,-8-8 315,0 11 0,-11-3-283,8 11 144,-8 4 0,3 8 397,-7-1-186,0 9 1,-2 1-122,-3 8 1,-5 14-35,-7 3 0,5 10 39,1-4 0,1 6 87,-2-6 0,5 5 1253,7-4-150,0-1-670,0-6 0,7-6 40,5 1-140,11-8-168,-4 3-318,14-7 183,-6 0 1,7-7 92,1-5 1,-2-1 21,-5 1 0,3-5-195,-8 0 1,-5-1-303,-7-5 1,-7 4 198,2 2 0,-12-6 100,-6 0 1,-5 0-191,-6 5 167,-12 1-1,-9 2 469,-8 3-241,8 4 0,-6 8-15,4 0 1,4 0 45,2 0 0,11 0-272,6 0-166,3 0-906,11 8 578,1-6 411,8 6 1,8-2-1355,3-1 741,5 1 840,1-6 0,0 0 0,1 0 0</inkml:trace>
  <inkml:trace contextRef="#ctx0" brushRef="#br0" timeOffset="166">52 537 7569,'-17'-10'0,"1"-5"0,5 3 572,3-3 0,8-2 795,0-1 0,8 1-1037,3 0 0,20 0-135,9-1 0,10 1-547,8 0 0,11-6-214,12 0 0,3-1-824,3 7 0,1 6 1390,5-1 0,-5-7 0,6-8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4:43.9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53 657 7569,'0'-26'554,"0"2"-188,0 13 1223,0 3-1297,0 31 0,0-2-50,0 20 1,0 1-6,0-2 1,2 7 119,3-7 1,-1 0-60,8-5-1145,-1 7 652,-1-13 0,5 4 68,-3-16 0,3 0-123,2 0 1,1-7-562,-1-4 0,0-4 354,1-2 0,-1-8-918,0-3 1375,-7-12 0,5-4 0,-5-8 0</inkml:trace>
  <inkml:trace contextRef="#ctx0" brushRef="#br0" timeOffset="404">1 450 6422,'0'-10'258,"0"3"494,0-1-400,0 6 0,7-6-143,5 8 1,3 0-120,3 0 0,7 0 73,3 0 1,3 2-71,-2 4 0,4 4 169,-4 7-414,3 0 158,3 1 1,-8 5 156,-4 0-451,-4 7 233,-2 5 0,-1 3 15,-5 9 0,-3-3 5,-8 2 1,6 4-84,-1-4 1,1-6 29,-6-5 0,0-3 186,0-8-9,8-9-98,-6 0 265,5-13-158,1 6 1,-4-8-26,7 0-172,1-8 59,5-1 1,1-16 18,-1-4 1,0-4-99,0-1 1,7-7-160,-1 1 0,0-6 84,-6 5 0,2-5-264,4 6 179,-4 0-1,-1 13 391,-3-6-92,-5 21-230,7-11 707,-7 21-379,5 2 0,-13 12-7,4 11 1,-2-2 30,1 8 0,-3 0 176,4 5-130,-4 1-48,6 0 1,-5-1-228,9 1-37,-8-1 201,11-7-711,-13 6 452,13-14 0,-5 6-28,7-8-674,1 1 885,-1-9 0,0 7 0,1-7 0</inkml:trace>
  <inkml:trace contextRef="#ctx0" brushRef="#br0" timeOffset="670">1108 519 7569,'0'-17'0,"0"0"926,0 7-371,0 2-186,0 1 260,0 5-313,7-6 0,3 2 94,7 0-456,0 1 97,8-3 1,0 6 29,4-4 1,10-1-99,-5 1 1,5-2-629,-5 2 1,-1 4 452,-4-3 0,1 3 192,-6 2 0,-1 0 0,-6 0 0</inkml:trace>
  <inkml:trace contextRef="#ctx0" brushRef="#br0" timeOffset="1403">1419 69 7320,'-16'8'580,"5"4"0,-3 11-10,9 6 0,-7 5-207,6 7 0,-7 5 131,1 11 1,3 5 100,-3 7-2012,1 0 1566,1 8 0,2-6-134,8 4 0,0-4-100,0-2 1,8-9 90,4-8 0,3-10 21,2-13 1,1 2 9,-1-8 1,0-8-232,1-9 0,-1-4-190,0-2 1,0 0 579,1 0 1,5-8-626,0-4 0,0 3 215,-6-3 1,-5 3-56,-1-3 64,1-3 76,-3 5 1,1-1 48,-4-1 0,-4 6 145,3-5 0,-3-1 405,-2-5-274,0 0-72,0-1 414,-7 1-348,5 0 0,-8-2 148,4-4-124,-3-4-148,-1 0 1,-3 0-10,7 4 0,-6 4 32,7-4 0,-3 9 51,2 3 0,2 7-27,-7-2 0,5 6-75,-5 6-72,7 3 126,-12 9 190,14 7-116,-13 2 1,13 7-28,-4 1 47,4-1-111,2 9 1,0-7-4,0 4 1,8-5 8,4-6 1,9 2-130,2-8 1,8-2 54,-3-10 0,5-1-435,2-4 203,-1-4 91,1-2 0,-1-10-105,1-7 1,-2-3 54,-5-3 1,3-2-123,-8-3 1,0-5 92,-5 4 0,-1-5 51,0-7 1,-5 3 171,-1-8-163,-7 7 35,4-3 0,-8 9 313,0 4-97,0 4-1,0 8 509,0 0-269,0 7 308,0 3-482,-8 30 0,0-8 58,-3 20 0,-3-5 48,9 5 1,-7 7-41,6 4 0,1-3-43,5-3 0,0 2-254,0-1 0,0-7-11,0-5 90,0-8 1,2 2 152,3-11 321,-3-5-265,6-14 1,0-3-74,3-7 1,-1-8-62,1-4 0,1-6 74,5-5-209,0 4 70,1-14 0,-7 11-429,1-7 210,-1 8 144,7-5-814,-1 16 598,0-5 1,0 13 40,1-5-980,-9 13 317,7 3-62,-14 8 423,13 0 1,-13 2 530,4 4 0,3 4 0,1 7 0</inkml:trace>
  <inkml:trace contextRef="#ctx0" brushRef="#br0" timeOffset="1807">2283 951 7569,'-7'10'1328,"5"5"-984,-6-5 497,8 0-132,0 5-164,0-13 17,0 6-283,0-1 1,14-5 7,3 4 1,4-12-48,-4-5 0,8-7-140,4-5 1,-2 2-114,2-8 0,-2 1-378,2-7 271,3 0 152,-13 1-617,6-1 450,-7 8 0,-7-5-25,1 3-315,-8 4 309,3-8 1,-9 20 11,-3-5 1,-5 7 57,-7-1 1,-1 7 279,1 10 1,0 7-93,0 11 1,-6 4 367,-1 7-195,1 1-138,6 7 63,8-5-70,-7 13 1,14-8-20,-4 4-349,5-4 0,1-9 16,0-4 144,7 4 1,3-14-180,7 4 0,2-6-1236,4-5 683,-3 3 475,12-13 1,-5-2-1016,8-12 701,-1-3 255,1-2 404,0-8 0,-1-2 0,1-8 0</inkml:trace>
  <inkml:trace contextRef="#ctx0" brushRef="#br0" timeOffset="2077">3010 606 7569,'7'-25'241,"-5"5"-58,6-5 47,-8 16 1,-8 1 196,-3 8 0,-4 0-36,-3 0 224,1 8-316,0 1 1,-1 9-6,1-1 0,0 0 36,-1 1 1,3 5-148,4 0 1,3 2 11,8-2 0,0 2-107,0 4 1,2 1 115,4-7-208,3 8 59,8-12 0,1 6 84,-1-7 0,0 1-143,1 4 1,-3-4 58,-3 4 0,-5-2-139,-7 2 1,0-3 231,0 3 0,-7-4-78,-5-2 1,-9-2-148,-2-3 1,-6 3-148,6-3 0,-6-4-279,6-3 1,-6-3 49,6-2 1,6 0-360,5 0 0,9-2 313,-3-3 1,6-11-93,6-7 1,9-13 590,8 1 0,15-11 0,-1 2 0</inkml:trace>
  <inkml:trace contextRef="#ctx0" brushRef="#br0" timeOffset="2294">3511 0 7569,'10'0'754,"-2"0"-438,-8 0 0,-8 10 737,-4 7-684,-3 16 1,0 5 136,3 8 1,-7 2 80,7 10 0,-11 6-188,12 10 0,-8-6-71,7 7 1,4-8-238,3 8 0,3-12 75,2-5 0,2-10-692,3-2 308,5-15-6,7 1 1,1-14-187,-1-1 0,0-5-84,0-1 0,1-7-548,-1 2 0,0-10 424,1-2 0,-3-13 618,-4 2 0,13-12 0,-5 2 0</inkml:trace>
  <inkml:trace contextRef="#ctx0" brushRef="#br0" timeOffset="2458">3217 467 7569,'-17'0'-803,"7"0"0,-3-2 3065,7-3-924,0 3-578,6-6 142,8 0-517,-6 6 1,13-13-68,-3 3 0,11-3-135,6-2 1,3-1-335,3 1 0,2 0-471,3 0 1,4-1-1791,8 1 2412,-8 0 0,6-1 0,-6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4:42.9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104 398 7282,'10'-10'-1545,"-2"1"1545,-8 3 0,0 4 0,5-7 0,1 3 0,0 4 0,-6-6 0,0 8 44,0 0 221,0-8-16,-8 7 138,6-7 56,-13 0 299,5 6-527,-7-5 1,2 5-47,3-4 1,-3 4 850,3-4 108,4 4 468,-7 2-884,13 0-59,-5-7-257,7 5 1,0-8-116,0 4 0,9 4-2,8-3 1,8-5-97,10-2 1,7 3 22,4-3 1,-1 7-200,1-7-159,0 1 164,6 1 1,0-4-579,-1 9 413,-6-9 0,3 10-1241,-8-7 942,0 7 0,-5-9-196,0 7 1,-9 0-339,-3 6 1,-3 0 170,-3 0 563,-7 0 1,-3 8-914,-7 3 240,-7 5 462,-3 1 463,-15 0 0,-2 1 0,-7-1 0</inkml:trace>
  <inkml:trace contextRef="#ctx0" brushRef="#br0" timeOffset="178">450 294 9690,'-9'19'786,"3"5"1,2 2-554,-2 9 0,2 2-27,-7 3 1,7 2-77,-2 4-301,4 4 0,-4-6 245,1 8-1576,-1 0 1061,6-8 1,6 4-1480,-1-7 1283,9-9 0,-4-9 637,7-11 0,8-4 0,2-8 0</inkml:trace>
  <inkml:trace contextRef="#ctx0" brushRef="#br0" timeOffset="662">934 0 7569,'0'18'823,"-7"7"0,3 1-458,-8 9 1,8 7-221,-1 4 1,-3 10-12,2 2 0,0 1 61,6-1 0,0-6-1,0 0 1,0-4-443,0-14-23,8-3 228,2-21 210,7 5-12,0-13-230,1-2 0,-1-15 27,0-8 0,1-8 41,-1 2 1,-2-7-69,-3 1 0,3-3 127,-3 9 1,-5 4 99,-1 2-215,4 3-71,-8 11 142,5 1 0,-7 16 345,0 3-171,8 20-28,-6-2 1,7 23 53,-3 0 1,-2-2-92,8 2 1,1-6-2,10-6 0,-2-9 2,8 3 0,2-18-125,9-5 0,-3-7 132,3-4-160,4 0 109,-7-15 0,5-5-337,-7-14 134,-1-1-63,-7-7 1,2 6-176,-12-5 0,2-1 78,-13 2 0,0-7-54,-6 7 0,-8 2 113,-3 9 1,-5 12 13,-1 11 1,-6 4 500,0 2 314,-8 15-470,12 4 1,-6 22 725,8-1-447,7 1-233,-5 1 1,13-6-81,-4 5 1,6-7-221,6-5 0,5-2-451,12-4 1,-1-10 461,6 5 1,1-11 68,6 5 0,5-8 45,0 2 0,1-5 0,-7-1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02.4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1 104 9340,'0'-10'1503,"0"3"-1205,0 7 92,0-8-23,0 6-23,0-6 0,0 8-492,0 0 136,8 0 0,-5 0 13,9 0-18,0 0 74,5 0 1,6 0-57,0 0 1,0 0 35,-6 0 0,1 0-6,-1 0 0,6-6 37,0 1 0,6-1 6,-6 6 0,2-2-8,-2-4 1,2 4-79,4-3 1,1 3-235,-7 2 79,8 0 150,-12 0 0,12 0 6,-8 0 1,2 0 4,-2 0 0,-2 0-2,8 0 0,-8 0 10,2 0 1,2 0-1,-2 0 1,6 0-27,-6 0 26,0 0-3,2 0 1,-3 0-38,6 0 37,-7 0 0,10 0-37,-8 0 35,8 0 1,-6 0 1,4 0 0,7-6 0,-7 0 0,8 0-5,-9 6 0,5 0-2,2 0 1,5 0-96,0 0 95,1-7 1,-7 5-47,1-4 1,0 4 39,-1 2 0,1 0 0,-1 0 1,1 0-8,-1 0 0,1 0 18,0 0 0,-1 0-17,1 0 1,-1 0-15,1 0 21,0 0 0,1 0 32,4 0-30,-3 0 1,5 0-15,-7 0 1,5 0 6,0 0 6,1 0 0,-1 0-6,1 0 1,1 0 16,-2 0 1,-3 0 2,3 0 0,-3 0-16,-3 0 0,1 0 1,-1 0 1,1 0 48,-1 0-42,1 0 0,-6 2-9,0 4-82,0-4 88,5 5-5,8-7 0,-5 0-8,3 0 0,3 0-3,-3 0 191,8 0-179,-12 0 2,14 0-4,-13 0 0,13 0 1,-6 0-297,0 0 519,6 0 0,-6 0-179,1 0 124,5 0-119,-6 0-7,8 0 1,-6 0 147,0 0-127,0 0 5,6 0 3,0 0 128,-8 0-129,6 0-3,-6 0 0,0 0 13,6 0-11,-13 0-1,5 0-173,-7 0 0,-9-7 170,7 5 10,-14-6-450,-1 8 205,-3 0 265,-13 0-1298,6 0 641,-1 0-1215,-5 0 1226,-9 0 0,-13 0 566,-14 0 0,-16 8 0,-4 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03.2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1 105 7569,'0'-8'435,"0"8"-102,0 8-130,0 9 0,0 2 381,0 4-340,0-4 0,0 14 15,0-4 0,0 4-24,0 1 0,0-1-81,0-4 0,0 9-93,0-3 0,0 1 102,0-7 1,5 4-63,1-4 1,0-4-182,-6-2 76,0-4 0,2-2 62,4 0 131,-4-7 47,5-2 1,-7-10-84,0-4 0,0 0-54,0-11 1,0 2 20,0-14 0,0 0-298,0-6 0,0 5 19,0-5 0,0 2-63,0-13 1,0 6-252,0-6 327,0 7 0,8-5-72,3 4 99,5 3 0,1 1 18,0 7 0,6 8-14,0-2 0,2 4-8,-1 1 1,-3 9 169,7 3 0,-4 4-12,4 2 1,-1 0-76,2 0 1,2 8 27,-8 3-24,8 5 0,-12 1-29,4 0 133,-4 0 1,-2 6-111,1 1 0,-9-1 4,-3-6 1,2-6-1,-2 1 0,-8-1 358,-10 7 1,-5-7-128,-6 1 1,-4-3-13,-8 3 1,-5-4-267,0-8 130,-1 0 1,3 5 53,3 1-420,-3 0 1,19-6 183,-5 0 1,11 0 103,1 0 14,9 8 0,-5 3 19,8 12 0,15-4 0,5 6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06.8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2836 8914,'17'0'80,"-6"0"-63,1 0 0,-6-5 19,5-1 82,-7 0-92,11 6 0,-11 0 23,8 0-72,-8 0 53,11 0 0,-11-2 5,7-4 1,-5 5-1,6-5 0,-7 4-29,7 2-11,0 0 0,5 0-28,0 0 51,0 0 0,1-6-38,-1 0 32,-7 1 1,11 5 8,-4 0 82,4 0-90,-4 0 0,1 0 1,-1 0 1,0-6-2,1 0 0,5 0 37,0 6 1,0 0 77,-6 0 0,2 0-139,4 0 41,-3 0 0,10 0-77,-7 0 72,0 0 0,2 0 26,4 0-58,-4 0 1,6 0 33,-8 0 0,8-6-9,-2 1 1,-3-1-9,3 6 1,-2 0-34,2 0 0,2 0 35,-8 0 0,6 0 2,-6 0 1,6 0 12,-6 0-17,7 0 0,-10 0 10,3 0 0,4 0 1,-8 0-8,4 0 1,2 0 0,-2 0 1,2 0 1,-2 0 1,-4 0-38,4 0 0,-2 0 38,2 0-59,-3 0 48,5 0 1,-8 0-17,0 0 0,0 0 14,1 0 1,5 0 2,0 0 0,0 0-5,-6 0 1,6 0-2,0 0 1,0 0 1,-5 0 0,-1 0-6,0 0 0,2-6 1,4 0 0,-3 1 0,3 5 0,-4 0 3,-2 0 1,2 0-1,5 0 0,-5 0-26,4 0 1,2 0 22,-2 0 1,2 0-1,-2 0 1,-4 0-1,4 0 0,2 0 3,-2 0 0,6 0-1,-6 0 0,6 0 0,-6 0 0,6 0 2,-6 0 1,8 0-5,-3 0 1,-1 5 3,2 1 1,-6 0-4,6-6 1,-2 0 1,2 0 0,3 0-1,-3 0 0,2 0 135,-2 0 0,3 0-70,-3 0 1,6 0-36,5 0 0,-3 0-22,3 0 0,2 0 19,-1 0 1,5 0 22,-6 0 0,6 0-19,-5 0 1,5 0-4,-6 0 1,0-2-8,-5-4 1,1 4 0,5-3 0,-5 3-26,5 2 0,-11 0 3,-1 0 0,-2 0 161,2 0-79,4 0 0,-12 0-38,8 0 57,-8-8 1,9 6-62,-6-4 1,1 4 0,-2 2 0,-2 0 10,8 0 0,-8 0 10,2 0 0,2-2-34,-2-3 1,0 3-6,-6-4 1,-5 4 59,-1 2-22,1 0-29,5 0 1,-5 0-34,-1 0 1,-5 0 79,5 0-7,-7 0-32,12 0 0,-13 0 59,9 0 0,-6 0-42,5 0 7,-7 0-107,11 0 1,-11 0 109,8 0-237,-8 0 0,5 0-40,-3 0 207,-4 0-47,6 0-1489,-8 0 985,0 0 1,0 0 0</inkml:trace>
  <inkml:trace contextRef="#ctx0" brushRef="#br0" timeOffset="1190">2612 260 7569,'0'-18'70,"0"1"250,0 0-203,0 0 1,0 5 45,0 1 1,0 5-6,0-6 0,6 6 113,-1-5-50,1 7-45,-6-4 44,0 8-244,8 0 81,-6 0 85,5 0 1,-7 4 12,0 8 1,0 1 50,0 16 0,0 2-9,0 9 0,-1 4-24,-5 8 0,4-6-14,-4 0 0,4 1-266,2 4 112,0 1-34,0-7-1,0-3 40,0-8 0,0-7 148,0-4-163,0-3 131,0-11 58,0-1-101,0-8 1,2-2 17,4-4 0,-4-3 14,4-9 0,-5-7-348,-1-4 164,0-3 1,2-5-544,4-3 443,-4-4 1,8-10-39,-5-4-194,5 4 225,0-5 1,5 5 47,-3-4 1,3 12-8,2 0 1,0 14 20,1 3 0,-1 8 53,0-2 41,1 11 10,-1 4 0,0 8-84,1 0 0,-7 2 27,1 4-27,-1 4 365,6 7-178,-7 8 1,3 0-49,-7 4 1,2 1-36,-2-6 1,-4 4 41,3-5 0,-5 0 131,-5-5 1,-5-1 169,-7 0-182,-1-7-9,1 5-300,-8-5 180,6 0 0,-12 3 50,8-7-584,0 7 350,-2-11 1,8 8-245,0-5-169,-1-3 123,9 14 0,1-9-877,8 5 1309,8 3 0,9-5 0,0 7 0</inkml:trace>
  <inkml:trace contextRef="#ctx0" brushRef="#br0" timeOffset="1568">3044 415 7569,'-17'-7'737,"7"5"-144,3-14 308,7 14-562,0-5 1,0 5-112,0-4 0,2 4-45,3-4 1,5 3-4,7-3 1,8 4 25,4-4 1,9-2-24,3 3 1,5-7-126,-6 6 1,6-1-148,-5 1 0,-1 4-387,-5-4 360,-1 4 0,-1-3-3,-4-1-375,-4 0 1,-8 6-43,0 0-260,1 0 220,-9 0-98,7 0 0,-16 2 23,0 4 651,-8-4 0,-17 13 0,-2-5 0</inkml:trace>
  <inkml:trace contextRef="#ctx0" brushRef="#br0" timeOffset="1792">3390 156 7569,'8'-17'-109,"-6"-6"137,3 0 1,-3 5 611,-2 7-127,0-1-146,0-5-114,0 7 1,0 5 128,0 10 0,0 13-180,0 10-136,0 5 0,-2 2 209,-3-1-528,3 9 0,-12-3 222,9 12 0,-1-6-275,6 6 1,-6 0 175,0-6 1,0 2 36,6-2 1,8-6-4,4-11 96,3-12 0,10-1 0,2-7 0</inkml:trace>
  <inkml:trace contextRef="#ctx0" brushRef="#br0" timeOffset="2048">3978 52 7569,'6'-17'911,"0"0"-521,-1 7-195,-5 2 0,2 8 37,4 0 0,-4 10 108,4 7 0,-4 2-57,-2 10 1,0 6 121,0 5 0,0 4-545,0 3 118,0-9 80,0 20-2166,0-7 1711,0 11 1,0 3 120,0 4 276,7 4 0,-5 6 0,6-2 0</inkml:trace>
  <inkml:trace contextRef="#ctx0" brushRef="#br0" timeOffset="2756">346 1868 7569,'0'-17'159,"0"-1"1,0 1 548,0 0-687,-7 7 16,5 3 74,-6 14 0,8 3 45,0 7 1,-6 2 0,1 4 0,-3 4 16,2 8 0,4 7 2,-4 4 0,-1 4 274,1 2-363,0 0 0,6 0 180,0 0-546,0 0 245,0-8-34,0 6-413,8-14 365,-6 7 0,7-15 3,-3 1 112,-4-8 0,12 4-127,-9-7 1,3-9-488,-2-3-505,-4-4 1121,5-2 0,1-8 0,2-1 0</inkml:trace>
  <inkml:trace contextRef="#ctx0" brushRef="#br0" timeOffset="3389">450 1833 7569,'18'-17'-727,"-1"0"454,-8 7 531,7 3 1,-7 1-95,9 0 1,-1 0-146,0 6 1,6-6 6,0 1 30,8-1 1,-6 6 100,4 0 0,4 0 64,-5 0-277,5 8 98,2-6 1,1 5-88,5-7-17,3 8 109,8-6-851,7 6 765,3-8 0,7 1 26,0 5 1,6-4-211,0 4 1,7-4 214,-1-2 1,-2-2-9,2-4 0,-3 4 8,3-4 1,8 3 18,-9-3 1,9 4 10,-9-4-669,-3 4 641,0 2-56,-8 0 58,-7 0 1,3 0 32,-7 0 0,-3 0 4,-8 0 1,1 0-31,-8 0 1,0 0 315,-5 0 1,-6 0-87,-1 0 480,-6 0-570,3 0 0,-6 0 781,4 0-843,-4 0-23,6 0-64,-8 0 58,1 0 0,1 0 6,4 0 0,-4 0-5,4 0 1,-4 0 6,-1 0 0,-1 0-12,0 0 0,1 0-126,-1 0-107,-8 0 226,7 0 167,-7 0-156,1 0 144,5 0-138,-13 0 66,14 0 19,-14 0-19,5 0 36,-7 0 79,0 8 0,0 2 7,0 7 1,0-6 72,0 1-12,-7 7-195,5 0 141,-6 6-153,0-7 0,5 7 26,-9 3 1,8 3 9,-2-2 0,-1 9 22,1-3 1,0 3 7,6-3 0,-6 0-403,1-1-747,-1 1 688,6-1 0,-2-5-1228,-4 0 729,4-8 365,-5 12-1181,-1-14 713,6 6 898,-6-8 0,-7 8 0,-4 2 0</inkml:trace>
  <inkml:trace contextRef="#ctx0" brushRef="#br0" timeOffset="4114">1332 1885 6078,'-11'0'263,"-1"0"1,6-5 517,-5-1 1,5 0-366,-5 6-256,-1-8 1,0 4-130,1-7-24,-1-1 1,1 1 152,-1-1 1,3-1-1,-3-10 0,-3 2-72,3-8 0,-3 6-146,-2-6 0,5 0-65,1-5-67,7-9 0,-10 5-33,9-8 17,-9 0 127,12 1 0,-6-3-65,8 8 134,0-8 0,0 12-6,0-5 1,0 5-10,0 1 0,0 2-14,0 5 0,8-3-5,4 8 1,3-6 132,2 6 1,1-6-74,-1 6 1,2-6 138,4 6-72,-4-8 1,8 12 127,-4-4-196,4 4 0,2 2 24,0-1 1,-6 1 9,6 0 0,-6 5-5,6 1 0,-8 1 16,2-1 1,2-3-17,-2 8 1,0-5-13,-6 5 0,1-2 87,-1 3-80,-8 3 0,7-6-5,-5 8 31,5 0-1,1 0 1,0 0-4,1 0 0,1 0-10,4 0 0,-4 0 7,4 0 0,2-6-110,-2 0-84,8 1 0,-10 5-29,8 0 37,-8 0-18,4 0 138,-8 0-11,8 0 0,-6 0-290,5 0-365,-13 0 301,4 0 137,-13 0-513,6 0 293,-16 0 1,5 0 455,-9 0 0,0-8 0,-5-2 0</inkml:trace>
  <inkml:trace contextRef="#ctx0" brushRef="#br0" timeOffset="4359">1851 329 7312,'0'-17'604,"0"-1"-409,8 1 0,1 7-1,9 5 1,-1 3-102,0 2 1,0 0 64,1 0 1,5 2-76,0 3 0,8 7 38,-3 11-3,-3-4 0,6 14 13,-8-4 0,0 3-38,-5 3 1,-3 1 28,-4 5 0,-3-3 9,-8 8 0,-10 0-219,-7 6-191,-8 0 1,-9-6-25,-1 0 1,2-7-196,5 1 1,-5-3-967,4-3 1464,4 1 0,-8 0 0,7-1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12.8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35 8528,'10'0'477,"-3"-8"-330,-7 6-1,8-5-19,-6 7 0,7-2-142,-3-4 142,4 4-3,7-6-36,0 8 0,1 0 120,-1 0-340,0 0 1,6 0-65,0 0 82,8 0 68,-4 0 1,8 0 83,-1 0 1,8 0 10,5 0-58,3 0 53,-6 0-145,6 0-525,-6 0 631,15 0 11,-5 0-8,6 0 11,-8 8-10,7-6 5,3 6-1117,7-8 956,8 0 135,-6 7 14,6-5-14,-8 6 4,8-8-11,2 0 9,-1 0-10,7 0 5,-14 0 15,6 0 1,-2 0-22,0 0 9,0 0 0,-6 0-4,-8 0 13,7 0 56,-7 0 75,8 8 0,-7-6-114,5 5 169,-6-7-828,1 0 660,5 0 16,-13 0-12,13 0 31,-13 0-128,-2 0 180,-2 0 0,-14 0-36,5 0-28,-5 0 22,-1 0 424,-8 0-422,-2 0 899,-8 0-788,0 0 767,1 0-876,-1 0 22,-8 0-146,-1 0 113,-8 0 6,8 0-16,-6 0 0,5-2-235,-7-3 1,-2 3-368,-3-4 1,-7 4 260,-11 2 151,4 0 0,-14-6 147,4 0 0,-11-7 0,-4 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13.3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69 7698,'0'-9'963,"0"-7"-896,0 14-148,0-5 133,0-1-1,8 6 38,1-6 75,9 8 0,-1-7 0,8 5 82,2-6-82,0 8 41,5 0 185,-5 0-219,16 0-1,-7 0-94,6 0 76,1 0 136,-7 0-115,14 0-152,-13 0-187,5 0 160,0 0-45,-5 0 1,3 0-107,-11 0 95,4 0 177,-14 0-435,13 0 199,-12 8-474,5-6-635,-8 5 971,0 1 0,-7-4-30,-4 7 0,-5-5 289,-1 6 0,-15-1 0,-4 7 0</inkml:trace>
  <inkml:trace contextRef="#ctx0" brushRef="#br0" timeOffset="233">536 156 7569,'0'-10'0,"8"-5"332,-6 13 575,5-6-110,-7 8-413,8 0-217,-6 0 0,6 8 284,-8 3-222,-8 5-157,-2 1 112,1 8-1,-6 2 1,13 7-1,-14 9 47,7-7-589,-1 14 1,0-4 0,7 10 358,-3 2 0,-8-1 0,5-5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18.5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70 7104,'-10'0'666,"3"0"-416,7 0-32,0 0-12,-8 0-111,6 0 1,-8 0 50,5 0 49,3 8-109,-6-6 1,6 5-39,-4-7 137,4 0-24,-5 0 10,7 0-8,0 0-64,-8 0-180,6 0 190,-6 0-95,8 0 2429,0 0-2371,8 0 1,4 0 4,11 0 0,4-5-12,7-1 1,3-2-14,3 2 1,-2 5-135,9-5 0,-7-2 89,6 2 0,-8-1 45,3 1 1,-5 4-100,-1-4 0,-2-2-990,-5 3 714,5-1 1,-14 6-334,4 0-622,-11 0 849,-4 0 1,-10 6-149,-4-1 1,-4 11 212,-7 1 1,-6 0 363,0 6 0,-8-3 0,4-3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18.7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70 7569,'0'-12'0,"0"1"2,0 7 1,0-6 167,0 4 94,0 4 517,0-13-155,0 13-286,0-6 1,0 10-94,0 4 1,0 4-53,0 7 0,0 2-12,0 4 1,0 2-4,0 4 1,0 4-209,0-4 0,0 5-304,0 6 0,0-1-590,0 7 0,5-8 483,1 3 0,6-7-966,-6-5 713,7 4 692,-11-14 0,6 14 0,-8-6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18.9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87 7569,'-9'0'486,"-7"0"814,14 0-415,-5-8-588,14 6 1,5-7 98,11 3 1,-2 2-100,8-8 0,0 9-224,5-3 0,1 2 85,0-2 0,5 4 37,0-4 0,3-1-231,-3 1 1,2 0-266,4 6 1,-2 0 249,-3 0 51,-5 0 0,14 8 0,-6 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19.3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18 7569,'-17'-8'0,"5"6"614,1-3-370,7 3-107,-4 2 1,10 0 200,4 0-152,4 0-102,7 0-16,0 0-1,8 0-16,-6 0 0,12 0 187,-8 0-139,8 0-20,-4 0-805,0 0 376,5 0 190,-12 0-990,12 0 510,-12 0 640,5 0 0,-8 7 0,0 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19.4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 69 7916,'-16'2'347,"5"4"-347,3-4 881,8 6-348,8-8-237,1 0 1,10 0-341,5 0-3,2 0-95,9-8 0,0 4-277,-1-7 353,8 7 0,3-12-707,7 15 0,1-13 773,5 8 0,3-7 0,9 3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20.1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35 329 7606,'-8'-17'37,"4"0"-37,-7-1 193,7 9 66,-4 1 1,8 10 26,0 4 1,0 5 16,0 12 1,0 4 6,0 8 1,0 1-95,0 5 0,2-3-181,4 8 1,-2 0 97,7 6 1,-1-2 66,1-4 0,3 2-182,-9-7 1,7-9-813,-6-9 622,-1-4 112,-5-9 1,0-4 256,0-12 0,0-4-55,0-7 0,-1-6-252,-5 0 1,2-8 109,-8 3 1,7-11 73,-7-1 1,6-8-132,-5 2 1,7-6-408,-2-6 0,4-3 156,2-9 1,8 3-86,4 4 0,9 9 261,2 8 1,6 9-32,-6 3 0,5 9 181,-5 13 1,2 5-62,-2 7 0,-3 1-84,3 5 0,-4 6 120,-2 11 1,-1-2 332,-5 8 0,3 0-206,-9 5 1,1 1 161,-6-1 1,0 1-69,0 0 0,-8-3-144,-3-3 1,-10 2-72,-2-8 1,-2-2 80,2-10 1,3 3-7,-3-8 1,4-1-113,2-5 1,0 0-402,-1 0 1,9-1 32,3-5 0,4 2-219,2-8 0,2 7 625,4-7 0,11 1 0,10-7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20.7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18 268 7569,'-2'-16'166,"-4"5"0,4 3 4,-5 8-74,7 0 0,0 8 246,0 3 0,0 9-80,0 8 1,0-3 21,0 16 1,0-9 92,0 9-252,0 3 1,0-7 41,0 3 1,2 2-216,3-1-68,-3-9 0,6-7 15,-8-8 65,8-7 224,-6-2 0,5-16-113,-7-3 1,0-11-140,0-1 1,-5-13 88,-1 1 0,-2-5 41,2 0 0,4-5-83,-3-7 1,3-5-354,2-1 1,0 4 128,0 2 1,2 12-78,3-6 0,5 10 63,7 7 0,-5 6 4,-1 11 214,1-3 1,5 15-76,1 0 0,-7 7-18,1 11 1,-3-1 74,3 0 1,-5 6 254,-7 0-148,0 8 1,0-10 97,0 8-97,0-8 0,0 10 100,0-8 1,-2 0-50,-3-6 0,1-5 60,-8-1 0,3-5 93,-3 6-198,-3-8 0,5 9 151,-7-7 107,7 0-179,3-6 0,7 7 5,0 5 1,0-3 106,0 3 1,3 1-97,9 10 0,0-3 22,11 3 1,-2-4-33,2-2 1,-2 1 1,8-1 0,0 0 79,5 0-74,1 1 0,-1-3 4,1-3 0,0 1-1040,-1-7 485,-7 7-66,6-11 0,-14 6-400,4-8 0,2 0 196,-2 0 1,8 0 669,-2 0 0,3-8 0,3-1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21.0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35 122 7569,'-8'-12'1310,"-3"1"-1090,3 7-73,0-11 0,16 13 550,4-4-307,3 4 1,10 0-45,4-4 0,3 4-139,3-3 1,2-3-181,3 2 1,-2-5 48,8 5 0,-7 0-382,1 6 1,1-6 253,-7 1 0,5-1 31,-11 6 1,-3 0-557,-2 0-1772,-3 0 1652,-3 0 1,-7 2 696,-5 4 0,-3 3 0,-2 8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21.1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52 7569,'8'-17'444,"-6"-1"-444,13 9 1329,-5 1-600,-1 8 0,-1 14-142,-8 3 1,6 12-8,0-1 1,-1 7-554,-5 5 0,0 1 22,0 11 1,0-4-2235,0 9 1112,-7 5 975,5-1 0,-6 1 0,8-3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35.5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85 18 7569,'-27'0'745,"4"0"-279,12 0 314,-5 0-433,15 0 1,-5 0 2,12 0 1,3 0-218,8 0 1,8-6-140,4 0 1,2 1-115,-2 5 1,2 0-338,-8 0 1,5 0-426,-5 0 483,8 0 200,-12 0 199,-1 7 0,-3 3 0,-5 7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35.7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36 122 7569,'-18'0'642,"9"0"261,1 7-546,8-5 0,2 6-44,4-8 0,11-6-117,12 0 0,5-1-129,7 1 1,5 2-215,11-7 1,-3 5-232,4-6 1,-4 7 242,-2-7 0,-1 2 135,1-1 0,8-12 0,1 4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36.1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363 347 7569,'0'-18'843,"-1"1"-639,-5 0 0,-4 5 112,-7 1 0,-2 5-133,-4-6 1,3 9-54,-3-3 0,-2 4 248,2 2 1,-5 2-47,4 4 0,-1 3-301,2 9 0,4-1 16,-4 0 0,6 0-68,5 1 7,-3-1 1,13 0-148,-4 1 1,12-7 71,6 1 0,5-7-67,6 7 1,4-8 23,7 2 1,7 1 63,-1-1 0,0 7-64,-5-1 1,0-2 92,-1 1 0,-5-5 226,0 5-79,-8 1 0,2 5 157,-11 1 0,-5-7-158,-7 1 1,-9-1-64,-9 6 0,-1-1 497,-10-5 1,-1 5-137,-11-5 1,5 3-441,-5-3 0,3 3-209,-2-9 0,9 1-259,-4-6 1,12 0-546,0 0 15,4 0 1,4-8 274,3-3 758,4-4 0,8-10 0,0-2 0</inkml:trace>
  <inkml:trace contextRef="#ctx0" brushRef="#br0" timeOffset="193">70 18 7569,'0'-9'1490,"0"1"-976,0 8-385,0 0 0,5 9 585,1 9-389,7 7 0,-3 17-67,7 4 1,-1 4-56,-5 2 1,3 0-158,-8 0 1,7-4-223,-2 4 0,-3-10-138,-2 10 0,2-10 233,-3 4 1,7-7-906,-6 1 0,5-4 192,-5-1 1,7-8 793,-1-4 0,3-4 0,3-2 0</inkml:trace>
  <inkml:trace contextRef="#ctx0" brushRef="#br0" timeOffset="543">900 87 7569,'7'-17'1025,"-5"7"-224,6 3-209,-8 7-326,0 7 0,-8 11-19,-3 11 1,1 5 94,-1 6 1,-1 7-70,-5 10 1,5-1 13,1 7 1,5-7-202,-6 2 0,9-10 120,-3-2 1,6-13-356,6 1 0,3-11 84,8 0 0,8-11-51,4-6 0,-2-6-11,2-6 1,-2-4-108,2-7 1,1-8 48,-7-4 1,-1 2 0,-11-2 0,-3 2 94,-8-1 0,-2 3-1,-4 7 1,-5 3 140,-12 3 0,1 5-17,-6 7 0,-1 0 73,-6 0 1,1 7-202,-1 5 1,8 3-86,4 3 0,6-1-174,5 0 1,5-5-409,7-1 0,1 1 74,5 5 0,6-7 688,11-5 0,4-3 0,7-2 0</inkml:trace>
  <inkml:trace contextRef="#ctx0" brushRef="#br0" timeOffset="860">1418 364 7983,'-17'0'1002,"0"0"1,3 8-513,-3 3 0,4 10 9,-10 2 0,9 8-261,3-2 1,7-2-239,-2 2 1,4-6-10,2 6 0,8-8 122,3 2 0,7-12-263,5-5 0,-2-4 56,8-2 0,-6-2-99,5-4 1,-1-9 52,2-8 1,2-8-13,-8 2 1,0 2 125,-6-1 1,-5 1 23,-1-2 1,-7-2 6,2 8 0,-4-6-30,-2 6 1,-8 0 11,-3 6 1,-10 5 116,-3 1 1,-6 7 173,1-2 1,2 6-223,-2 6 0,8 4-124,-2 7 1,4 0-114,1 0 0,9-5-336,3-1 1,4 1 16,2 5 0,0-5 185,0-1 1,8-5-547,3 6 1,11-9 860,1 3 0,15-4 0,-1-2 0</inkml:trace>
  <inkml:trace contextRef="#ctx0" brushRef="#br0" timeOffset="1106">1885 312 7569,'18'0'-42,"-9"0"1,-1 8 1047,-8 3-589,0 5 1,0 1 87,0 0 1,0 3 54,0 3 0,2-4-265,4 4 1,3-4-150,8-2 1,7-1 36,-1-5 1,13-3 22,-1-8 1,11-4-249,0-7 1,4-3 152,2-15 0,-10 0 251,-7-5 1,-3 1 20,-9 4 1,-7-1 197,-11 7 1,-5-6-243,-5 6 0,-9 2-156,-15 9 1,-7 4 478,-16 8 0,0 0-216,0 0 0,2 2-625,4 4 0,10 2-553,7 3 1,8 5-817,-2-5 1,11 5 806,6 1 741,4 0 0,2 8 0,0 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34.2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83 139 7569,'0'-18'2890,"0"1"-2951,0 7 0,0 1-392,0 3 1,2 4 329,3-4 0,5 4 169,7 2 0,3 2-31,3 4 0,-2-2 3,8 7 1,-8 1-96,2 5 1,-4-5 61,-2-1 1,-7 1-7,-4 5 86,-4 0 1,-2 1-54,0-1 0,-14-2 4,-3-3 0,-12 3 81,0-3 1,2 1-47,-2-1 0,6 1 8,-5-7 1,6 6-12,-1-7 0,6 3 35,6-2-178,3-4 53,8 13 0,2-7-89,4 3 1,3 3 92,9-8 0,1 7-9,4-2 1,-4 5 50,4 1 1,-4-5 59,-1-1 1,-3 1 163,-4 5 1,-1-5-85,-4-1 1,-4-5 48,4 5 1,-5-5 48,-1 6 1,-7-7 23,-5 7 1,-5-6-188,-6 5 1,2-7-215,-8 2 0,6 2 2,-6-3 1,8 1-288,-2-6 1,9 0 204,3 0 137,7 0 1,0-4 77,16-7 0,7-9 0,16-14 0</inkml:trace>
  <inkml:trace contextRef="#ctx0" brushRef="#br0" timeOffset="286">619 208 7569,'9'0'1947,"-1"7"-1406,-8 5-392,0 3 0,-8 3 150,-3-1 0,-2 6 144,1 0 1,4 6-264,8-6 0,0 2-153,0-2 1,2-4 122,4 4 0,6-9 44,11-3 1,-2-7-445,8 2 0,-1-4 50,7-2 1,-6-2-10,0-4 0,-8 2 103,2-7 1,-6-1-36,-5-5 1,-5-6 55,-7 0 0,0-2 22,0 2 1,-13 2 119,-4-8 1,-10 8-83,4-2 1,-8 5 64,2 7 0,-2 3-52,2 8 1,-1 0-3,7 0 0,0 2-209,5 4 1,7-2-805,-1 7 567,8 1 0,-1 5-301,10 0 0,5-5 761,7-1 0,16 1 0,3 5 0</inkml:trace>
  <inkml:trace contextRef="#ctx0" brushRef="#br0" timeOffset="581">1051 242 7569,'10'-7'648,"-3"5"1,-14-6 452,-5 8-714,5 8 0,-9 1-25,5 9 0,1-1-154,-1 0 0,7 6-96,-2 0 1,4 0-124,2-5 0,2-1 153,4 0 0,3-5 53,9-1 0,1-7-491,4 2 0,-4-4 96,4-2 0,2 0-19,-2 0 0,0-8 91,-5-3 1,-1-1 56,0-5 0,-7 3 59,-4-9 0,-5 4 13,-1 2 1,-1-6-28,-5 0 1,-4-2 8,-7 2 1,-6 3 65,0-3 1,-8 6-76,2 6 0,-2 3-7,3 8 1,-3 0-463,8 0-659,0 0 639,13 8 0,2 1-936,8 8 1451,0-7 0,8 5 0,2-5 0</inkml:trace>
  <inkml:trace contextRef="#ctx0" brushRef="#br0" timeOffset="826">1432 190 7569,'9'8'0,"1"-4"215,-4 8 1,-4-1 350,3 6 0,-3 6 412,-2 0-636,8 1 1,-4-7-40,7 0 0,3 0-128,9 1 1,4-3-25,7-3 0,3-3 0,3-3 1,2-4 31,5 4 1,1-12 11,-8-6 0,0-3-128,-5-2 0,-6-1 40,-1 1 1,-12-6 11,1 0 0,-11-8-34,0 2 0,-6-3-124,-6-3 0,-11 1 9,-12-1 1,-10 2-209,-1 5 1,-14 4 191,2 13 0,-17 3 89,0 8 1,-10 2-44,4 4 0,-7 19 0,3 11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33.5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312 294 7569,'25'-8'-975,"-8"-3"2246,-9-4 79,-6-3-929,-2 9 0,-2 1-215,-4 8 1,-9 0-80,-8 0 1,-8 2 67,2 4 0,-2-2 94,2 7 1,-7 1-107,7 5 1,0 0 11,12 0 0,0 1-133,-1-1 0,9 0-247,3 1 1,4-1 80,2 0 0,8 1-133,3-1 1,10 0-31,2 0 0,14 1 106,-2-1 1,3 0 64,-3 1 1,1-1 35,4 0 0,-9 0 8,4 1 1,-12-7-45,0 1 192,-4-1 43,-9 7 1,-5-3 247,-10-3 0,-13-3-218,-10-3 0,-5-2-103,-2 7 1,-1-7-168,-4 2 0,1-2-127,-7 1 0,9-3-319,3 4 0,1-4 68,10-2 1,0-8-382,6-3 0,7-1 860,4-5 0,5 4 0,1-12 0</inkml:trace>
  <inkml:trace contextRef="#ctx0" brushRef="#br0" timeOffset="176">208 35 7569,'0'-18'2001,"0"9"-1611,0 1 13,-8 31 0,6-2-63,-3 20 0,-3 5-50,2 6 1,0 0-156,6 5 0,0 3-103,0-3 1,0 1-150,0-6 0,2 4-323,4-4 1,4 3-703,7-9 0,-4-3 593,5-3 1,-5 0 548,10-5 0,4 3 0,0-11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32.0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1 122 7569,'0'-17'-50,"0"7"-322,0-5 836,0 13-191,0-6-176,8 8 1,1 0-75,8 0 0,1 2 18,-1 4 0,0 3 116,1 9 0,-1-7-99,0 1-104,0-1 76,-7 7 1,5-1 0,-13 0 134,6-7-74,-8 5 90,-8-5-1,6 7-147,-13-7 0,5 3 28,-7-7-11,8 0-6,-7 1-18,7-5 70,-9 6-117,9 0-316,-7-6 187,14 13-26,2-5 1,10 7-133,7 0 284,1 0-18,7 1 0,-6-7-96,4 1 4,4-1 70,-8 7 198,6-1 1,-8 0-8,1 0-185,-9 1 393,7-1-176,-15 0 1,7-7 124,-8 5 232,0-5-316,-8 7 9,-1-7 0,-8 5-124,-1-5 1,1-1 81,0-3 0,-6 2-165,0-2 0,-1-1-200,7-5 1,0 0-79,0 0 0,5 0-918,1 0 674,7 0 1,-2-7 519,12-5 0,11-11 0,10-4 0</inkml:trace>
  <inkml:trace contextRef="#ctx0" brushRef="#br0" timeOffset="308">710 1 7569,'-14'19'0,"-3"4"250,4-4 1,-18 16 393,8 0 0,-6 1-118,6 10 0,0-5 414,6 5-590,-1 0-334,9 6-42,1-8 46,8-2 163,0-7-456,8-8 227,-6 5 1,21-20 194,-12 11 0,22-19 150,-4 7 218,3-7-811,3 4 0,-6-16 196,0-3 0,-8-5-200,2-1 156,-12 0 1,3-1-52,-8 1 114,-1 0 38,-12-8 20,-3 6 44,-7-6-45,-8 15 5,6-5 1,-14 13 85,4-4-89,4 4-6,-8 2 102,7 8-87,-1-6 0,2 13-184,7-3 1,7 1-248,-1-1 1,8 3-63,-1-4 0,5-1-946,5 2 994,5-9 456,15 5 0,2-8 0,8 0 0</inkml:trace>
  <inkml:trace contextRef="#ctx0" brushRef="#br0" timeOffset="839">987 347 6651,'9'0'-688,"-3"0"688,-12 0 0,2 2 511,-7 4 1,-1-3 1740,-5 9-1500,7-1-307,-5 7-258,13 7-3,-6-6-47,8 6 1,0-6-174,0 4 1,2-4-36,4 4 1,4-5-89,7-7 126,0-3 262,1 0-332,-1-6 129,8 5-183,-6-7 1,6-6-86,-8 1 1,6-9 41,0 3 0,-5-7-88,-7-5 1,1 4 106,5-4 1,-7-2-74,-5 2 1,-3-6-4,-2 6 150,0-8 5,0 5 1,-7-1 99,-5 4 72,-3 3-172,-3 3 1,-5 6-38,0-1 1,0 8 766,6-2 1256,0 5-1209,-1 1-159,9 0-712,1 0 129,8 0 95,0 0 0,8 1 27,3 5-86,12-4 31,-3 6 1,5-2-90,-8-1 1,0 9 11,0-3-77,1 5 125,-1 1 37,0 0-82,-7 1 285,5 7-221,-5-6 5,7 6-65,1 0 72,-1-6 9,0 14 1,6-20-14,0 4 10,8-3 4,-4-5 6,7-1-10,1-8 2,0 0-4,-8 0 60,5 0-58,-5-8 0,0-1-4,-2-16 170,-8 6-165,1-6 1,-9 0 219,-1 5-208,-8-12 12,-8 5-2,-1 0-52,-9 2 52,-7 8 17,-2-1 162,-7 1-164,-1 7 6,1 3 7,7 7-366,-6 0 203,14 0 1,-6 7 62,8 5-793,-1-4 0,7 7 98,-1-3 0,8 3 736,-1 2 0,10 8 0,5 2 0</inkml:trace>
  <inkml:trace contextRef="#ctx0" brushRef="#br0" timeOffset="1041">1903 416 9255,'10'0'1679,"-1"-6"-749,-3 0-489,-4 1-128,13-3 16,-5 6-145,7-6-35,1 8 0,5-5-113,0-1 1,5-2-246,-4 2 1,6 5-261,-1-5 0,-2 4-65,2 2 1,-6 0-678,6 0 0,-8 0 1211,2 0 0,-4 0 0,-2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31.3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381 364 7774,'-2'-33'651,"-3"4"-743,-5 5 1,-5 12-241,3 0 1,-3 7 254,3-7 1,-3 8 265,-3-1 0,-1 3-13,-4 2 1,4 0 205,-4 0 1,-2 7 269,2 5-346,0 3-176,6 3 0,1-1 71,5 0 1,-3 0-150,8 1 1,1-1 25,5 0 1,2 1 45,3-1 0,7 0-199,11 0 0,2-1 77,4-5 0,3 5-88,-3-5 1,4 5-154,1 1 251,1 0 7,0 0 1,-3 1-42,-3-1 0,-4-5 62,-8-1-10,1 1 1,-9 5 125,-3 0 0,-6-5 207,-6-1 1,-3-5-154,-9 6 0,-7-7-52,-3 7 0,-5-8-504,-2 1 188,1 5 131,-1-8 0,-5 6 120,-1-8 0,1 0-506,6 0 0,7 0-723,4 0 1,3-8 448,3-4 1,7-5 686,5-6 0,3-4 0,2-7 0</inkml:trace>
  <inkml:trace contextRef="#ctx0" brushRef="#br0" timeOffset="187">226 70 7569,'17'-17'294,"-7"-1"578,-5 1-342,-3 8-56,-2 1 50,8 8 0,-6 9-171,4 9 1,1 14-114,-1 14 1,0 6-17,-6 6 0,2-2 81,3 7 0,-3-5-281,4 5 1,-4-5-251,-2 5 0,6-7-137,0 2 1,7-7-462,-1-4 0,-3 1-400,3-8 0,-1-2 110,7-9 1114,-1-4 0,0-7 0,0-1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30.7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52 7569,'-7'-17'2197,"5"-1"-994,-6 9-818,8 1 1,2 8-335,4 0 1,3 0-283,9 0 0,5 0-107,0 0 0,2 6-434,-2 0 1,-2 7-230,8-1 1,-8 1 1000,2-1 0,-4 3 0,-2-6 0</inkml:trace>
  <inkml:trace contextRef="#ctx0" brushRef="#br0" timeOffset="150">69 190 7569,'-2'12'1679,"-3"-1"-860,3-7-265,-6 4-185,8-8 115,0 0 126,8-8-270,1 6 0,9-5-157,6-1-487,3 6 0,8-12 239,0 9-2266,-1-9 1156,8 12 1175,-5-13 0,13 5 0,-6-7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30.1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87 7569,'0'-17'321,"-8"5"0,-1 1 1451,-1-3-783,2 7-355,8-1-451,0 8 1,2 0 12,4 0 0,6 0-23,11 0 1,4 2-29,7 4 0,8-4-55,5 3 1,2 3-336,3-2 1,6 0 166,0-6 0,5 0-743,-5 0 0,-6 0 207,-6 0 0,-8 0-36,2 0 1,-5-6 112,-6 0 537,-4 0 0,-8 6 0,0 0 0</inkml:trace>
  <inkml:trace contextRef="#ctx0" brushRef="#br0" timeOffset="174">450 1 8225,'0'11'418,"0"1"1,0-1-269,0 7 1,0 5 0,0 0 0,0 7-53,0-1 1,0 4-184,0 1 0,0 1-134,0 0 1,0 1-419,0 5 0,6-5 637,0 4 0,-1 5 0,-5-1 0</inkml:trace>
  <inkml:trace contextRef="#ctx0" brushRef="#br0" timeOffset="366">208 692 8870,'-17'0'1068,"7"0"-979,2 0 1115,8 0-511,8 0-254,9-7-128,2 5-56,14-6 0,-6 6-161,8-4 0,1 5-217,4-5 0,-1-2 194,7 2-1650,0-7 1110,-2 11 0,10-12-897,-8 9 984,8-9 1,-10 10 381,8-7 0,0-1 0,0-5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28.0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312 311 6804,'0'10'-486,"0"-4"1048,0-12 1,0 2 98,0-7-344,8 7-113,-6-12 1,7 13 151,-3-9-127,-4 0-45,6 3-15,-1-6-32,-5 5 1,6-2 9,-8 1 1,0 5 0,0-5 0,0 5-66,0-6 1,-2 8-151,-4-1 0,-3 3-193,-9 2 162,-7 0 58,-2 0 0,-7 2-106,-1 3 83,1 5-13,-1 7 88,8 1-1,-5-9 1,12 7-3,-3-5 0,10 3-1,1-3-8,8 4 11,-3-5 1,14 5 34,5-3-27,3-4-5,10-1 0,2-5 10,8 4 1,-6 2 13,-1-3-294,1 9 158,6-4 0,-1 5 37,1-4 1,-6 11 20,0-5 0,-8 4 29,2-4 1,-6 1-7,-5-1 0,-5 6-25,-7 0 1,0 2-9,0-2 0,-2-4 724,-3 4-295,-5-3-182,-7-11 97,-1 7 0,-5-9 136,0 5-392,0-5 0,0-5 50,0 4 1,-2-4-102,2 4 1,4-4-191,-4-2 1,4 0-711,1 0 449,9-8 153,-7 6-870,7-13 495,-9 5 108,9 1 229,-6-7 0,13 7 350,-4-9 0,-4-7 0,1-2 0</inkml:trace>
  <inkml:trace contextRef="#ctx0" brushRef="#br0" timeOffset="215">156 69 7569,'0'-17'80,"0"0"210,0-1-161,0 9 605,0 1-251,0 8-173,0 8 138,0 1-212,0 16 1,0 4-9,0 12 0,0 3-33,0 8 0,0 7-90,0 5 1,0 1-106,0-2 1,2 3-887,4-9 481,-4 9 324,13-13 0,-11 7-1298,8-8 622,-1-8 473,7 6 0,-1-13 284,0 3 0,0-11 0,1-4 0</inkml:trace>
  <inkml:trace contextRef="#ctx0" brushRef="#br0" timeOffset="684">692 190 7569,'0'-17'706,"0"7"-745,0 3 91,0 7 0,2 0 122,4 0 0,4 0-119,7 0 0,0 7-18,1 5 1,5-2 76,0 1-74,0 1-11,2 5 0,-6 0-112,4 0 129,-11 1-13,3-9 1,-13 7 18,4-5 1,-4-1 6,-2 1 0,-2-5-21,-4 6 1,-4-7-15,-7 7 0,0-8 49,-1 2-166,1-4 126,0 5 15,7-5-271,-5 6 117,13 0 52,-6-7 1,10 9 58,4-4 1,4-2-67,7 7 1,0-5-30,0 5 1,6-5 94,1 6 1,-1-1 7,-6 7 0,6-1 134,0 0 27,0 0-180,-13 1 0,3-1 285,-7 0-114,7 1-66,-11-9 0,6 7-40,-8-5 0,-8 3 120,-3-3 0,-5 5 162,-1-5 1,-6 2-171,0-1 0,-6 3-65,6-3 0,-8-4-286,2-3 98,4 5 65,1-8 0,6 6-779,1-8 379,7 0 147,3 0 120,7-8 0,7-4-360,5-11 1,11 2 509,6-8 0,11 1 0,4-7 0</inkml:trace>
  <inkml:trace contextRef="#ctx0" brushRef="#br0" timeOffset="992">1505 35 7569,'10'0'439,"-4"7"147,-12 5 0,-4 5 295,-7 6-450,-8 12-201,-2 1 1,-2 14 512,0-4-311,8 12-193,-4-12 0,10 18-56,3-13 1,5 3-110,7-8 0,0-3-152,0-9 1,13-7 56,4-4 0,12-6-41,0-5 0,2-4-368,-2-8 200,3 0 165,-5-8 0,6-4-419,-4-11 218,-4 4 131,-8-6 1,-2 6 9,-3-4 0,-4 2 15,-8-8 1,-8 2 7,-4-2 0,-3 4 63,-2 8 0,-8 5 88,-4 1 0,-4 7 315,-1-2-171,-9 12-123,7 4 1,1 7 36,12 0-87,-4 1 14,16-1 63,-12 8-464,21 2 0,0 0-581,8-4 0,15-10 948,2-1 0,8-8 0,3 3 0</inkml:trace>
  <inkml:trace contextRef="#ctx0" brushRef="#br0" timeOffset="1322">1938 381 7569,'-18'0'1138,"1"0"0,0 7-902,-1 5 1,7 3 96,-1 2 1,8 6 172,-1 1 0,3 4-294,2-5 1,2 2-206,3-2 1,7-9-316,11 3 225,-4-3 121,14-5 0,-8-1-261,4-8 101,3 0 68,-12-8 1,8 4-103,-10-7 0,3-1 104,-10-5 1,-3 0 1,-2-1 0,-6-5 47,-6 0 0,-4 0 12,-7 6 1,-8-6-69,-4 0 52,4 0 1,-7 6 0,5 1 196,-8 5 6,1-5-193,7 14 1,-4-5 8,8 7 0,6 2-162,5 3 0,8-1-224,-1 8 1,3-7-8,2 7 1,2-6-232,3 5 1,5-1-694,7 1 653,8-3 233,2-8 419,8 0 0,-1 0 0,1 0 0</inkml:trace>
  <inkml:trace contextRef="#ctx0" brushRef="#br0" timeOffset="1557">2283 363 7569,'10'0'823,"-2"8"-610,-1 2 1,-5 7 580,4 0-374,-4 0-178,-2 1 1,2 5 77,4 0 0,-2 0-53,7-6 1,8-1 68,10-5 0,4-3-159,1-8 0,9 0-7,3 0 0,4-8-49,2-3-93,-1-12 110,-6 3 0,-3-12 74,-7 3-29,-9-4-64,-1-9 1,-15 5 24,-4-3 1,-14 3-49,-9 3 0,-16-1-140,-13 1 1,-6 7 136,-6 4 0,-1 5 53,-5 7 1,-1 3-1615,8 8 993,-9 8 1,20 3 71,0 13-2624,8 2 3027,3 9 0,0 0 0,1-1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27.0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52 7569,'-17'-10'0,"0"-5"1359,-1 13-588,1-13-83,8 13-843,1-6-8,8 8-200,0 0 429,8 0-394,1 0 176,16 0 82,2 0 1,8 0-412,-1 0 320,1 8 1,-1-4-258,1 7 1,-6-5 417,0 5 0,-8 1 0,4 5 0</inkml:trace>
  <inkml:trace contextRef="#ctx0" brushRef="#br0" timeOffset="159">53 259 7569,'-10'0'742,"2"0"44,1 0-256,5 0-196,-6 0 127,8 0-139,0 0 1,8 0-140,-6 0-138,21 0 1,-10 0 153,16 0-363,-8 0 0,14-2-363,-1-3 1,3 1 526,9-8 0,0 1 0,6-6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26.3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69 52 7569,'8'10'1743,"-6"-3"-1468,6-7-120,-1 0 0,3 0 22,7 0 1,0 0-288,1 0 1,1 0 146,4 0 0,-2 0-175,8 0 0,-8 0 150,2 0 0,-4 0-776,-1 0 1,-1 0-34,0 0 797,1 0 0,-1-7 0,0-3 0</inkml:trace>
  <inkml:trace contextRef="#ctx0" brushRef="#br0" timeOffset="189">294 0 7569,'-6'12'212,"1"-1"0,-3 1 187,2 5 0,-3 2-100,-9 4 0,7 6 88,-1 11 0,3-1-184,-3 7 1,-1-6-429,7 6 268,-8 0 1,12 4-1156,-3-3 832,3 3 0,2-12-681,0 8 1,0-9 960,0-3 0,-8-7 0,-2-10 0</inkml:trace>
  <inkml:trace contextRef="#ctx0" brushRef="#br0" timeOffset="363">35 674 7569,'-18'10'2660,"9"-2"-2062,1-1-129,8-5-268,0 6 28,0-8-46,8 0-644,1 0 397,16 0 0,-3-2-33,6-4 1,1 4-92,6-3 0,-1-3 208,1 2-20,0-7 0,7 3 0,2-7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25.6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0 191 8541,'0'-9'439,"0"24"1,0 6 318,0 19-501,0 5 1,0-1-43,0 8 0,2-6-27,4 0 1,-4-2-228,4 2 0,-5-3 65,-1-9 0,0-7 288,0-4 19,8-4 74,-6-9 1,6-4-152,-8-12 0,0-6-230,0-11 0,0-4 7,0-7 0,2-8-183,3-5 1,-3-3-346,4-1 1,2-3 288,-2-4 1,7 2 173,-1-7 1,3 13-42,2-2 1,6 14-468,0 3 1,0 10-271,-5 14 556,-1 3 0,0 8 135,1 0 0,-3 8 129,-4 3 1,3 10 153,-8 2 1,-1 8-132,-5-2 0,0 4-61,0 1 0,-1 7 3,-5-1 1,-4-2 158,-7-9 0,0 2-27,-1-8 1,-5 0-66,0-6 0,0-5-501,6-1 1,-1-7 206,1 2 1,6-4-1352,-1-2 856,8 0 747,-3 0 0,22-8 0,4-1 0</inkml:trace>
  <inkml:trace contextRef="#ctx0" brushRef="#br0" timeOffset="233">502 433 7569,'-10'0'0,"-5"0"765,3 0-290,4 0-100,1 0 469,7 0-490,0 0 1,7 0-160,5 0 0,5 0 0,6 0 0,4 0-137,8 0 1,-1 0-28,1 0 0,0 0-223,-1 0 253,1-7-1015,-1 5 685,1-6 0,-8 6 147,-4-4 1,-4 4-65,-2-3-309,1 3 1,-7 2 494,1 0 0,-16-8 0,2-2 0</inkml:trace>
  <inkml:trace contextRef="#ctx0" brushRef="#br0" timeOffset="417">778 87 7569,'10'8'514,"-2"-6"-220,-8 13 0,-6-5 215,0 7-109,-7 8 0,9 2-59,-8 8 0,3 1-146,-3 5 0,-1-3 0,7 8 0,-6-2-644,7 3 360,-1-5 1,6-2-1733,0 0 921,8 1 900,1-7 0,8 1 0,1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5:23.4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450 225 7569,'2'-17'-3,"2"0"1,2-1 0,-2 1 249,-2 0 0,-2 5 28,0 1-121,0-1 1,0 1 153,0-1-214,0 1 44,-8 1 0,4-3 137,-7 7-174,7-8 1,-6 11 265,4-9-278,-3 8 0,-8-4 81,-1 8 1,7 0-39,-1 0 0,1 0-16,-7 0 0,3 2-85,3 4 1,-3-2 80,4 8-17,-5-9 0,-1 13 38,0-5 1,5-1-21,1 1 0,-1 1 59,-5 5-165,-1 1 1,7-7 164,-1 1-116,9-1 0,-11 1 21,8-1 1,-5-5-106,5 5-25,0-7 129,6 12-194,-7-14 47,5 13 137,-6-13 16,8 13 0,-6-11-53,0 8 1,1-7 22,5 7 1,-6-6-10,0 5 0,-2 1 6,3 5 1,3-5 28,-4-1 0,2 3 74,-2 9 0,5-4-64,-5 4 0,4-2-25,2 2 0,0-4-106,0 4 1,0-3 105,0-3 1,2 0-67,4 0 0,-3 1 27,9-1 1,-6-2-7,5-3 1,-5 1 16,5-7 0,1 6-37,5-7 1,1 1 45,-1-6 0,0 0-19,0 0 0,7-7-162,-1-5 0,5 2 59,-5-1 0,6-1-111,-6-5 0,6 6 42,-6-1 1,0 2-542,-5-1 1,-1 1-708,0 4-396,0 5 218,1-7 1573,-9 8 0,7-8 0,-7-1 0</inkml:trace>
  <inkml:trace contextRef="#ctx0" brushRef="#br0" timeOffset="408">295 433 6103,'-10'-10'1591,"3"3"1,5 7-673,-4 0-649,4 0 0,-4 0-87,12 0 1,-2 0-137,7 0 0,1 0 98,5 0 1,2 0-95,4 0 0,-1 0-14,6 0 1,-1 0-158,2 0 1,2 0-203,-8 0 1,0-6 167,-6 0 1,0 0-4,1 6 1,-9 2 80,-3 4 1,-4-2 223,-2 7 0,0 1-85,0 5 1,0 2 57,0 4 0,-8-1-1,-3 6 1,1-1 84,-1 2 1,7 4-154,-2-4 1,-2-3-138,3 3 1,-1-6-484,6 6 0,0-8 300,0 2 0,0-3-623,0-3 0,6-6 394,-1 1 0,9-8 497,-3 2 0,12-12 0,4-4 0</inkml:trace>
  <inkml:trace contextRef="#ctx0" brushRef="#br0" timeOffset="643">883 398 7569,'0'-9'1179,"0"1"1,0 10-827,0 4 0,0 3-70,0 9 1,0-1-88,0 0 0,0 2-97,0 4 1,2-3-26,3 3 0,-1-4-154,8-2 1,-6 0-382,5 1 1,-5-7 156,5 1-1073,1-8 1006,5 3 0,-1-9-145,-5-3 0,-1 1-112,-5-8 628,-3 1 0,6-14 0,-8-2 0</inkml:trace>
  <inkml:trace contextRef="#ctx0" brushRef="#br0" timeOffset="968">900 243 7569,'0'-10'298,"0"-5"-115,0 5 47,0 0 396,0 3-48,8 7-315,1 0 1,9 0-69,-1 0 0,-6 5 3,1 1 0,0 8-3,5-3 0,0 10-43,0 2 0,1 6-13,-1-6 1,0 6-78,1-6 1,-1 6-37,0-6 0,0 0 65,1-6 0,-1 1 147,0-1 0,1-7-101,-1-5 1,-6-3 250,1-2-256,-8 0 0,9-2-6,-7-3 0,0-5-55,-6-7 0,0-1-112,0 1 0,0-6 147,0 0 0,0-8 26,0 2 1,0-3-1201,0-3 0,2 6 531,3 1 1,-3 1-569,4-2 729,4 4 1,-6 9-1223,7 5 513,-7 3 1085,4 16 0,-1 9 0,3 10 0</inkml:trace>
  <inkml:trace contextRef="#ctx0" brushRef="#br0" timeOffset="1528">1384 398 7569,'0'10'381,"8"-2"-106,-6-1 46,6-5 127,-1 6 0,-3-8-110,8 0 1,-7 0 4,7 0 0,-1-2-109,7-4 0,-1-3-159,0-9 0,6 1-12,0 0 1,0-1-107,-5 1 1,-7-6 41,1 0 0,-8 0-162,1 6 1,-3-3-100,-2-3 0,-2 4 127,-3-4 0,-5 10 0,-7 1 1,-1 8 56,1-2 0,0 5 130,0 1 1,-1 9-35,1 8 0,5 1 129,1 5 0,7 2-84,-2-2 91,4 8-58,2-5 0,2 3-95,4 0 0,4-8 42,7 2 0,0-3-95,1-3 0,1-8 62,4-3 1,-4-4-27,4-2 1,2 0 27,-2 0 1,0-8-59,-5-3 1,5-6 6,0-6 1,-6 3-1,-6-3 1,-1 4 233,2 2-206,3-1 239,-13 1-126,6 0-83,-8 7 0,0 5 6,0 10 0,0 7 129,0 11 1,-8-2-89,-4 8 0,5-6-38,1 6 0,4-8-129,2 2 0,0-4 80,0-2 103,0 1-61,0-9 0,2-1-31,4-8 1,3-8 18,9-3 1,-1-10-23,0-2 0,2-6-467,4 6 0,-1-8 3,6 2 1,-5-2 287,6 3 1,-8 5 66,2 11 1,-3-1 370,-3 7 0,-5 2-186,-1 10 1,-7 5 219,2 12 0,-3 4-166,3 8 0,-4-1 572,4 1 1,2-2-259,-3-5 0,7 3-102,-6-8 1,7 0-682,-1-5 0,1-7 269,-1 1 0,3-9-1243,-3 3 0,3-4 234,2-2 1092,0 0 0,8-8 0,2-1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22.8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0 398 7569,'0'-27'2707,"0"2"-2645,0 16 98,0 1 1,0 10 22,0 4 1,0 3 92,0 8-79,0 8 1,0 8 142,0 7 0,0 8 117,0-1-91,0 10-217,0-3 0,6 11-79,0-7-114,0 7-295,1-19-21,-5 12 329,6-21 0,-6-3 158,4-11-15,-4 4 0,5-13 224,-7 3-87,0-11 1,0-8-2,0-16-158,0-7 255,0-9 0,0-8-928,0-5 301,0-10-752,0-5-95,0-15 770,8-1 0,-2-9 166,11 1 0,-3-1-188,9 1 0,-2 7 88,2 4 0,-2 19-114,8 10 1,-8 16 221,2 7 135,-4 11 0,-2 4-26,1 8 903,-1 8-888,-7 2 347,5 15 1,-13 1-248,6 1 1,-3 12-28,1-5 0,0 5-49,-6-5 1,-6 1 106,0 0 1,-7-1 151,1 1 1,-9-6 384,-2-1-295,-8-6-77,12 2 0,-11-12 392,6 0-263,1-9-44,-2 5 1,6-8-84,-4 0 1,12 2 159,5 4-182,4-4 1,4 13-16,4-3 1,5 9-7,12 2 1,-2 8-1,8-3 0,0-1-137,6 2 0,5 0 29,0 5 1,1-5-466,-7 0 297,1-8 0,-3 4 84,-3-7 0,2-1 80,-8 0 0,0-5-593,-6-1 0,1-5-835,-1 5 1,6-7-1089,0 2 1315,0-4 1119,-6-2 0,8 0 0,2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23.0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87 104 7569,'-19'-26'2807,"-5"3"-2721,13 3-228,-12 3 1067,21 7-581,-6 3 0,10 7 137,4 0-534,4 0 61,15 0 0,0 0 108,3 0 1,9 0-8,-8 0 0,7 2-467,-7 3 1,2-1-641,-2 8 0,1-6-246,-7 5 1,0-5 1243,-5 5 0,-1 1 0,0 5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23.2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35 7569,'0'9'1395,"2"-1"-1000,4-8-382,3 0 1,9 0-116,-1 0 0,6-2 392,0-4 1,8 5 662,-2-5 0,3 2-1805,3-2 1,-1 4 851,1-4 0,7-3 0,2-1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23.8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485 87 8197,'10'-8'0,"5"6"515,-3-3 1,11-3-51,6 2 1,3-2-244,3 3-199,-1 3 33,9-6 0,-1 2-124,4 1 60,4-1-152,-6-2-253,0 6 328,-1-5 1,-9 7 85,1 0 0,-8 0 122,-4 0-934,-4 0-230,-2 0 1,-9 5 1040,-8 1 0,-8 7 0,-9-3 0</inkml:trace>
  <inkml:trace contextRef="#ctx0" brushRef="#br0" timeOffset="188">848 87 7007,'10'0'1399,"-2"2"-1216,-8 4 1,0 3 228,0 9 0,0 7-110,0 3 0,5 5-431,1 2 110,0-1 0,-6 8-1019,8-5 750,-7 5 1,9-1-88,-4-1 0,-4 0-854,4-5 1229,-5-8 0,7-2 0,2-8 0</inkml:trace>
  <inkml:trace contextRef="#ctx0" brushRef="#br0" timeOffset="383">641 658 8662,'17'0'764,"2"-6"-65,4 0-353,4-7-154,8 11 1,-1-6-25,1 8 1,0 0 26,-1 0 0,1 0-12,-1 0 1,-1 0-353,-4 0 1,2 0-478,-8 0 1,2 2-474,-2 4 1,-6-2 1118,0 7 0,1-7 0,-9 4 0</inkml:trace>
  <inkml:trace contextRef="#ctx0" brushRef="#br0" timeOffset="907">18 761 7645,'-9'0'1068,"1"0"-601,8 0-272,0-7 0,8 5-12,3-4 1,12 4 147,6 2 0,13 0 169,10 0 1,8 0 120,9 0-1467,8 0 1064,2 0 1,13 0-139,0 0-97,-39 0 0,2 0-615,-3 0 1,1 0 413,4 0 1,0 0 194,2 0 1,1 0 0,-4 0 0,-1 0 61,3 0 0,0 0 1,0-2-1,-1-2-78,-5 1 1,0 1 0,1-2 0,-1 2-118,40 2 0,-1 0-546,-11 0 0,-3 0 391,-7 0 209,-9-8 479,-1 6 1,-10-5-376,-4 7-82,-4 0 14,-8-8 1131,-7 6-1252,-2-6 1,-7 8 549,-1 0-457,-7 0-277,5 0-155,-13 0 1,-2 0-830,-12 0 1355,-3 0 0,-2 0 0,-1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26.6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121 137 7921,'-15'4'879,"3"8"-570,5-1 1,7 20 261,0-8 1,0 13-204,0-1 1,2 5-61,3 1 0,-3 3-209,4 8-92,4 0 153,-1-1 1,1-4-256,-4-1 1,1-8 97,-1 2 333,0-11-28,2-4-201,-6-15 0,3-12-73,-10-15 1,1-4-98,-8-14 0,8 2-35,-1-13-31,-5 0-35,8-6-777,-6-7 652,8-3 1,0-7 136,0 0 1,2 2 78,4 3 0,4 12-103,7 12 0,0 11-223,0 6 0,1 11 93,-1 7 0,0 5 141,1 5 0,-3 13 286,-3 11-93,3 3 61,-13 3 0,7 1 246,-3 5-151,-4-5-146,6 6 0,-8-7 9,0 0 1,-2-7 224,-4 1 1,-2-8 405,-3 3 1,-10-5-258,4-2 1,-5-2 106,5-3 0,-6-4-332,0-8-13,-8 0-23,12 0 1,-12 0-489,8 0 210,0 0 142,6 0 1,5-6 268,1 0-1019,7 0-373,-4 6 0,16 0 411,3 0 0,7 0-210,5 0 0,-2 0-331,8 0 1229,0 0 0,5 0 0,1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26.8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87 7569,'-9'0'2230,"1"0"1,10 0-1775,4 0 1,3 0-282,8 0 1,8-6 145,4 1-586,4-1 234,9-2 1,-5 4 157,3-7 1,2 5 78,-1-6 1,-7 9-160,-5-3 0,-2 2-249,2-2 0,-4 4-950,-8-3 0,-5 3-1201,-1 2 1081,-7 0 723,4 0 137,-8 7-192,0-5 604,0 14 0,-16-7 0,-3 8 0</inkml:trace>
  <inkml:trace contextRef="#ctx0" brushRef="#br0" timeOffset="207">260 104 7569,'0'-9'973,"6"-1"-730,0 4 0,1 4 124,-1-3 1667,-4 3-1453,6 2 0,-2 7 8,-1 5 0,1 11-247,-6 6 0,0 5-123,0 7 0,-8-1-240,-3 12 1,1-10-257,-1 10 1,5-10 329,-6 5 1,9-3 129,-3 2 1,-2-6-184,2-11 0,1 4 0,5-6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28.0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53 8465,'0'-10'1643,"0"3"-1360,0 7 1,0-2 71,0-4 0,2 4-172,3-4 1,5 4 11,7 2 0,3-5-206,3-1 0,-2 0-90,8 6 0,-8 0-278,2 0 1,2 0 159,-2 0-980,0 0 812,-6 0 1,-5 0 56,-1 0 0,-5 6-67,6 0 1,-9 1 51,3-1 1,-4-2 103,-2 7 1,-2-5-206,-4 6 446,-3-1 0,-16 6 0,-2 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28.2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0 7569,'-10'8'2792,"3"-6"-2222,7 6-193,0-8 0,7 0 153,5 0 0,3 0-241,3 0 1,1 0-116,4 0 1,-2 0 8,8 0 1,0 0 11,5 0 0,1-6-1077,-1 0 1,1 0 881,0 6 0,7 0 0,2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29.3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1038 217 7569,'0'-28'23,"0"1"1,0 2 211,0 3 0,0 3 356,0 2 1,0 0 179,0-1-340,0 1-192,0 7 0,0 1 128,0 3-142,0 4 0,6 10 0,-1 15 0,1 15-42,-6 8 1,-2 18 11,-4 5 0,-3 10 377,-8-4-1571,7 0 1136,-5-6 1,13-4-227,-4-7 133,4 0-6,2-30 1,6 13 115,0-12 1,7-6-169,-1-6 0,9-2-256,2-9 0,2 0 140,-2-6 0,-4-10 603,4-7 0,2 0-819,-2-6 1,-6-4-49,-5-2 1,-8 2-8,1-2 65,-3 0 248,-9 2 0,-3 2-58,-7 8 1,-8 6 88,-4-1 1,4 8 164,2-2 0,-2 12-172,2 6 0,0 3-21,6 2 1,1 1 108,5-1 0,3 0-317,8 1 1,0-1-794,0 0 486,8 0 354,1 1 1,14-9-48,0-3 1,8-4-44,-2-2 336,4 0 0,1-15 0,1-5 0</inkml:trace>
  <inkml:trace contextRef="#ctx0" brushRef="#br0" timeOffset="317">1470 459 7569,'6'-23'0,"0"0"0,-1 6 0,-5 5 0,0 9 199,0-13 1,0 16 341,0 0 0,0 8-71,0 9 0,-5 2-77,-1 5 0,0-3-197,6 7-130,0-6 27,0 10 0,0-13-43,0 5 1,8-5 38,3-2 0,5-2-149,1-3 0,-5-4 81,-1-8 0,1 0 26,5 0 1,0-2-196,1-4 0,-7-4-49,1-7 0,-7 0-162,7-1 216,-8-7 17,3 6 0,-7-8 48,0 4 1,-5 2-1,-1-8 1,-8 8-96,3-2 0,-4 4 83,-3 2 1,1 1-34,0 5 1,5 3 276,1 8 1,5 0 216,-6 0-606,8 0 56,-3 0 92,7 8 1,0-4 74,0 7 0,7-5-259,5 5 0,-2-5-368,1 6 0,1-7 203,5 7 436,0-8 0,8 11 0,2-5 0</inkml:trace>
  <inkml:trace contextRef="#ctx0" brushRef="#br0" timeOffset="584">1989 304 7794,'-10'17'698,"-5"0"222,3 1-401,-3 7-259,6-6 1,1 14 73,8-5 1,0-1-173,0 2 1,0-8-66,0 2 0,13-9 86,5-3 1,10-7 11,1 2 0,4-4 0,1-2 0,1-10-12,0-7 1,-1-2-840,1-10 331,-8 8 215,-2-12 1,-10 8-5,-3-4 0,-5-3 39,-7 3 1,-7 4-98,-5 2 1,-11 0 108,-6 5 1,-3-1 10,-3 13 1,0 1-371,1 5 0,-1 2-91,1 3 1,7 7-844,4 11 612,3-4 303,3 6 441,0 0 0,0 2 0,-1 8 0</inkml:trace>
  <inkml:trace contextRef="#ctx0" brushRef="#br0" timeOffset="1126">0 1134 8032,'0'-10'450,"0"3"1,8 7-151,4 0 0,5-2-50,6-4 1,4 4 0,7-4 0,9 4-68,3 2 1,6 0 11,5 0 0,-1-2 255,7-3-440,8 3-125,1-6 0,6 8 1,-3 0-577,4 0 718,0 0 0,13 0-18,0 0-64,8 0 17,-48 0 1,0 0-1,0 0 1,0 0-63,-1 0 0,1 0 1,6 2-1,0 2 58,-1-1 1,1 0-1,6 0 1,1-1-6,-5-1 1,1-2 0,4 1 0,1-2-5,-3-1 1,0 1 0,4 1 0,-1 0-204,-2-2 0,-1 0 0,0-1 0,1 0 402,-3 1 0,-1 0-71,-7 1 0,-1-1 0,4-1 1,-2 0-1,34 0 42,4-7 1,-11 7-38,-6-2 0,-12-2 121,-5 3 1,-12-1 41,-5 6 1,-7-6-165,-5 0 0,-10 1 622,-7 5-654,-8 0 540,3 0 0,-9 0-966,-3 0-1,-7 0-630,-11 0 0,-4 1 426,-8 5 582,-7 4 0,-2-1 0,-8-1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35.7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0 6422,'9'0'-459,"-1"0"1217,-8 0 2666,0 0-3116,0 8 1,-6 2 125,0 7-251,1-7 1,-3 5-7,6-5-28,-13 7 0,11 0 150,-8 0-261,8-7 93,-3 5 259,-1-5-195,6 0 0,-6-1-61,8-3-426,0-4 258,0 6 1,8-8-190,4 0 131,11 0 0,-4 0-136,6 0 154,0 0 0,-4 0 52,8 0-157,-8 7 83,4-5 0,-8 8 75,0-4 0,1-3-17,-1 9 1,-5-6-84,-1 5 210,-7-7-57,4 12 1,-8-13 201,0 9-104,0-1 0,0-1 391,-8 5-334,-2-5 1,-7 2 90,0-1-5,-1-7-103,1 11 0,0-11-31,0 8 1,-1-7 212,1 7-452,0-8-341,-1 3 260,1-7-955,0 8 543,0-6 296,7 6-948,-5-8 307,13 0 361,-6 0-461,8 0 633,0-8 1,0 4 49,0-7 0,0 5 57,0-6 298,0 1 0,0-14 0,0-2 0</inkml:trace>
  <inkml:trace contextRef="#ctx0" brushRef="#br0" timeOffset="392">70 0 7569,'-8'10'344,"6"-2"46,-6-8 5,8 0 3100,0 0-3134,8 0 0,2 0 0,7 0 228,0 0-406,8 0-379,-6 0 191,14 0 0,-8 0 152,4 0 1,2 0 47,-8 0 0,5 0-504,-5 0-1702,8 0 734,-12 0 1277,6 0 0,-7-8 0,-1-2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32.3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156 1 7569,'-8'9'118,"6"-1"1,-13-8 246,3 0 1,3 0 52,-3 0-118,1 0 67,-7 0 45,1 0-349,7 0-184,3 0 161,7 0-2,0 0 1,7 0-154,5 0 1,3 0 103,3 0 1,-1 0-73,0 0 0,0 0 102,1 0 1,-1 2-18,0 4 0,1-3-108,-1 9-8,0-1 51,-7 7 1,3-1 13,-7 0 46,0 1 32,-6-1 0,-2 6 38,-4 0-74,4 0 64,-21-6 0,12 1 108,-12-1 1,-2-6-113,2 1 0,-2-2-14,1 1 0,5 3 131,-4-9-153,4 1-135,2-6 163,-1 0 34,9 0-236,1 0-24,8 0 131,0 0 1,8 0-11,3 0 1,-1 0 25,1 0 1,1 0-18,5 0 1,1 0 116,-1 0 58,0 8-140,0-6 1,1 13 85,-1-3-85,-7 3 76,5 2 1,-7-5 96,3-1 1,-3 1-31,-8 5 1,0 0 269,0 1-303,0-1 0,-8-2-4,-3-3 0,1 1 419,-1-7-225,-1 0-188,-5 2 1,-1-6-37,1 3-88,0-3-24,7-2 1,-5 0-440,3 0 169,5 0 1,-3 0-281,4 0 0,4-2 93,-3-3 257,10-5 0,7-9-1035,11-4 304,-4 3 982,6-5 0,8 0 0,3-1 0</inkml:trace>
  <inkml:trace contextRef="#ctx0" brushRef="#br0" timeOffset="945">415 225 7569,'10'-7'0,"-1"5"0,-3-4 347,-4 4 123,6 2 1,-10 6 138,-4 0-201,4 7-223,-6-3 0,7 7 468,-5 0-498,4 8 0,-6-6-23,8 4 0,6-3 51,0-3 1,1-2 22,-1-3 1,4-3-249,7-3 1,-5-4-61,-1 4 1,1-4 71,5-2 0,0-6-28,0 0 0,-5-7-84,0 1 0,-7-3 13,7-2 0,-8-1-141,1 1 0,-3 0 187,-2 0 0,-2-7 28,-3 1 0,-5 0-133,-7 6 0,-6 6-134,0-1 0,0 6 233,5-5-17,-7 7 134,14-4 0,-12 8 371,11 0-299,5 0-108,-9 0 0,14-2 20,-4-4 0,12 5 93,6-5-284,3-4 0,8 8-22,0-3 1,0-3 58,-5 2 1,-1 0 75,0 6 1,0 0-4,1 0 0,-1 0 6,0 0 0,1 0 108,-1 0 1,-6 0-98,1 0 1,-6 0-46,5 0 249,-7 0 189,12 8-73,-15-6 44,7 13-299,-8-13 82,0 14 1,0-13 97,0 9 1,0-6 106,0 5-112,0 1 1,0 5-82,0 0 1,0 1 28,0-1 0,0 6 247,0 0-410,0 0 117,0-6 1,0 1-82,0-1 106,8 0-70,-6-7 1,7 5-64,-3-3 1,2-3 61,3 3 1,5-8-115,-5 2 1,-1-5 120,1-1 0,-5 0-17,6 0 0,-1-1 173,6-5-289,-7-4 1,5-7 120,-3 0 0,1-1-161,-1 1-21,3 0 1,-13-1-129,4 1 131,-4-8 56,-2 6 0,0-6-104,0 8 0,-2-6 89,-4 0 0,2 5-31,-7 7 0,-6 5 151,-6-6 146,-1 9-102,7-5 0,-6 8-14,0 0-106,0 0 54,6 0 1,5 6-16,1-1-108,7 1 0,-4-4-506,8 4 528,0-4 1,2 5 24,4-7 0,-2 0-426,7 0-106,1 0 342,5 0 1,-5 0-237,-1 0 178,1 0 200,5 0 0,0-5 42,0-1 1,3-2-20,3 2 1,-4 5 193,4-5 1,-4-2-273,-1 2 37,-1 1 0,0 5 813,0 0 370,-7 0-685,5 0 0,-11 0 301,8 0-373,-8 7 14,3 3 0,-7 9 156,0 4 0,0-2-90,0 8 0,0-6-64,0 6 1,0-8 67,0 2-161,0 4 1,6-8-87,0 4-5,7-11 22,-3-4 1,7-8 68,0 0 1,1-2-52,-1-4 0,0-4-219,1-7 1,-3-2-3,-3-4 0,1 4-43,-7-5 1,-1-1 138,-5 2 1,-7 0 36,-5 6 1,-5 0-238,-6-1 0,2 9 9,-8 3 1,8 4 23,-2 2 0,4 0-86,1 0 0,3 2-257,3 4 0,5-2-202,7 7 1,2-1-1259,3 1 1940,5 5 0,23-7 0,3 9 0</inkml:trace>
  <inkml:trace contextRef="#ctx0" brushRef="#br0" timeOffset="2250">1850 139 7958,'-9'0'233,"-1"0"-233,4 0 280,5 0 0,-15 2 415,5 4 1,1 3 13,-1 8-392,-1 1-101,2-1 0,-5 0-225,3 1 39,-3-1-141,6 0 0,-7 1-110,5-1 1,1 0-45,-2 0 0,9-5-891,-3-1 730,-4-7 62,8 4-842,-5-8 343,7 0 863,0 0 0,0-8 0,0-1 0</inkml:trace>
  <inkml:trace contextRef="#ctx0" brushRef="#br0" timeOffset="2424">1591 139 10933,'10'8'749,"3"-5"-416,-7 9 0,7-1-138,-1 7 0,3-1 0,3 0 0,-5 1-329,4-1 1,-9 0-18,9 1 0,-3-1-810,3 0 0,0 0 33,1 1 0,-1-1 928,0 0 0,0 1 0,1-1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36.8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52 9721,'19'-2'1831,"4"-4"-1732,-4 4 50,14-5 1,-12 1-53,8 0 1,-2-5-159,2 5 1,3 0 206,-3 6 1,-4 0 48,-2 0 0,-4 0-858,-1 0 0,-7 0-1634,1 0 579,-8 0 1718,3 8 0,-14 1 0,-3 9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37.0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35 11144,'8'-9'903,"4"1"-453,11 8 0,4-6-166,7 0 0,-1 1-89,-4 5 0,7 0-421,-7 0 1,6 0-293,-12 0 0,6 1-2142,-6 5 2660,0-4 0,-6 14 0,0-7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48.28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139 137 7569,'-12'-6'221,"1"0"1,-3 2 0,-1 3-1,-1 2 684,5 5 0,-4 11-702,3 12 0,4 4 42,3 2 1,-3 1 108,2 4 0,0-3-223,6 3 1,8-5 22,4-6 1,5-1-95,6-10 0,4 1 64,7-13 0,1 0-21,0-6 0,5-10 42,0-7 0,-1-8-46,-10-10 0,1 0-112,-7 1-119,0-8 105,-13 5 1,-2-5-19,-8 7 1,-14-5 25,-3 0 1,-12 1-83,0 10 1,-5 4 109,-7 8 0,7 2-6,-1 3 1,1 6 5,5 12 1,4 4-4,2 7 1,9 6-670,3 0-223,7 16 555,-4-18 1,10 19-1291,4-11 747,11 4 368,2 1 506,14-7 0,2 6 0,9-6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49.0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 35 7569,'0'-10'722,"0"2"1,-2 8 373,-4 0-720,4 8 1,-11 4-39,7 11 1,-5-2-144,5 8 0,0 0 112,6 5 0,0-1 166,0-4 0,2-3-85,4-2 1,5-5-152,12 4 1,-2-10-139,8-1 1,2-6-18,9 5 0,-3-7-101,3 2 0,2-4-77,-1-2 1,-7 0-321,-5 0 1,-2 0 210,2 0 1,-4 0-561,-8 0-1031,0 0 882,1 0 162,-9 0-884,-1 0 1636,-8 0 0,-8-8 0,-1-2 0</inkml:trace>
  <inkml:trace contextRef="#ctx0" brushRef="#br0" timeOffset="151">364 0 7569,'0'17'945,"0"1"1,-2 1-43,-4 4-569,-3 12 1,-8 3 126,-1 8 1,3 0-279,3 6 1,-3 2-12,3 4 0,-1 1-1316,1 5 1,-1 5 1143,7 0 0,-15 0 0,2 8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48.4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121 346 7569,'-17'-17'0,"0"-1"0,0 3 2045,-1 3-884,9 5-328,-7-1-187,14 6-934,-13-6-846,13 8 1106,-6 0 0,16-5 218,4-1-190,3 0 0,10 6 0,2 0 0</inkml:trace>
  <inkml:trace contextRef="#ctx0" brushRef="#br0" timeOffset="285">364 0 7569,'-2'12'0,"-4"-1"0,-4 1 1147,-7 5-686,0 8 1,5-4 785,1 8-844,-1-8 1,3 12-99,3-4 1,4-3-161,2 3 1,2-6 37,4 6 1,5-10 11,12-1 0,2-7-125,4-5-180,4-4 138,-7-2 0,7-6-120,-4-11 0,-4 3 28,-8-9 0,-1-2-108,-5 2 0,-3-6 71,-8 6-11,0-7 44,-8 10 1,-3-12 37,-12 3 0,-2 4-15,-4 2 1,-4 9-50,4 3 82,4 7-6,0-4 0,8 8-594,0 0 263,-1 8-40,9-6 0,1 13-321,8-3 1,0-3 237,0 3-765,8 0 550,1 5 687,9 0 0,14 0 0,5 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00.4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260 139 7569,'-7'-10'906,"5"3"-425,-6 7-114,8 0 0,0 1-75,0 5 1,0 11 134,0 12 1,0 12-57,0 5 1,-2 4-135,-4 2 1,3 1 103,-9 5 1,2-4-149,-1 4 1,-4-7-163,3-5 1,-1 3 101,1-9 0,-3-6-90,3-5 0,3-13 117,-3 1 0,6-6-29,-5 1 1,5-4-128,-6-8 0,7-8 3,-7-4 0,6-5-497,-5-6 0,7-11 64,-2-13 0,-1-3-98,1-1 1,0-9 151,6-3 1,0-12-279,0-6 1,8 4 366,3 2 1,5 14 110,1 9 1,6 10 66,0 13 0,2 6-60,-2 11 1,-2 4 140,8 8 1,-6 2 14,6 4 1,-6 4 144,6 7 0,-8 2 72,2 4 0,-10-3 244,-1 3 0,-8 3-319,2 3 0,-6-2-25,-6 2 1,-6-6 351,-11 6 1,2-8-119,-8 2 0,0-4-239,-5-1 1,1-1-121,4 0 1,-1-7-610,7-4-175,-1 3-963,7-7 1227,8 6 537,9-8 0,17 7 0,10 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01.2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7569,'17'10'0,"-5"-2"3823,-1-8-1302,1 0-11,-3 0-916,7 0 1,-14-2-505,3-4-490,-3 4-1204,6-6 0,-4 8 439,7 0 0,-5 0-3698,6 0 2467,-9 0 1396,13 0 0,-14 0 0,5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00.7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35 292 7569,'0'-17'1930,"-7"7"0,5 1-1372,-4 3 0,2 4 74,-2-4-265,5 4-2316,-7 2 1287,8 0-1337,8 8 1999,-7 1 0,15 1 0,-7-2 0</inkml:trace>
  <inkml:trace contextRef="#ctx0" brushRef="#br0" timeOffset="371">433 154 7569,'10'-18'0,"-1"1"0,-3 0 0,-4 0 357,4-1 655,-4 1-314,-10 0-350,-2-1 1,-7 9-110,0 3 0,-2 12-56,-4 5 1,3 7 251,-3 5-207,-4 4 1,8 1-34,-4 1 0,10-2-12,1 2 1,8-4-11,-1-8 1,3 0 21,2 1 0,7-7-368,5 1 0,11-8 39,6 1 0,-2-10-77,1-7 0,7-3-10,5-3 1,1-1-121,-7-4 1,1 2 199,0-8 0,-3 8-102,-3-2 312,-4 4-219,-8 2 660,-7 7 0,-2 4-58,-8 12 1,-2 4 149,-4 7 0,-2 2-329,-3 4 0,-3 2-64,8 4 1,-1 2-15,1-8 0,4 6-12,-4-6 1,4 5-1352,2-5 1,2 1 633,4-7 1,-2-6 533,7 1 0,1-8 0,5 3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58.5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564 278 7569,'-10'-35'76,"-5"2"1,-4 5 0,1 4 1341,5 5-1170,9 10 0,-4-1 363,8 4-104,-7 4-149,5-5 0,-13 14-35,3 5 1,2 11 64,-1 6 1,-6 11-165,-6 6 1,-2 10-19,1 2 1,-2-1 79,-9-5 0,0 0-112,1 0 1,-1-2-12,1-4 1,5-6 23,0-11 0,8-4 187,-2-8-43,11 1-46,-3-9 37,13-1-158,2-8 0,17 0-391,12 0 0,-2-6 152,2 0 0,2 1 130,9 5 1,-2-2-186,8-4 1,-5 4-207,5-4 1,-6 4 195,6 2 1,-7 0 88,1 0 1,-9-2-17,-2-3 1,-8 3 12,2-4 1,-10 4-3014,-1 2 1450,-8 0 1237,3 0 0,-8 0-185,-5 0 0,2 0-398,-8 0 0,1 0 963,-6 0 0,-8-8 0,-2-1 0</inkml:trace>
  <inkml:trace contextRef="#ctx0" brushRef="#br0" timeOffset="182">460 589 7569,'0'-17'0,"6"-3"390,0-3 91,-1 4-131,-5-6 0,0 8 662,0 0-430,0 7 4,8 2 56,-6 8 0,6 8-192,-8 3 1,-2 12 21,-4 6 1,2 4-325,-7 2 1,5 5-245,-6 0 0,7 6-160,-7-5 1,8 1-392,-1-2 0,3-3 546,2 3 0,0-5 2,0-6 1,0 1 98,0-7 0,15 0 0,4-5 0</inkml:trace>
  <inkml:trace contextRef="#ctx0" brushRef="#br0" timeOffset="705">996 295 7569,'-17'0'2119,"7"0"-1409,-5 0-483,5 8 0,-5 1-104,4 8 0,1 1 28,4-1 1,4 6-87,-4 0 0,5 6 11,1-6 1,5 0-221,1-6 427,8 1-100,-5-1 1,8-7-458,1-5 1,-7-3 165,1-2 0,-3-2-140,3-3 1,1-5 16,-7-7 1,2-6-73,-2 0 0,-5-8 139,5 2 0,-4-4-58,-2-1 1,-6-1 170,1 1 0,-3 1 2,2 4 1,4-2 100,-3 8 1,-3 0-89,2 6 257,0 0 1,8 1-94,4 5 1,-2-3 4,7 9 0,1-7-114,5 6 0,2-5-69,4 5 1,-3-2 114,3 2 0,2 5-22,-2-5 1,6 4 81,-6 2 0,0 0-116,-6 0 1,0 0 295,1 0 1,-7 8 70,1 3 0,-9 4 64,3 3 1,-2 1-79,2 4 0,-4 4 31,4 8 0,-6 1-161,-6 4 1,-4 5-53,-7 6 0,5 3-55,1 4 0,-1 3 70,-5 9 0,-6-7-249,0 0 0,0 1-133,6 5 0,-1-2-207,1-3 1,5-3-96,1-3 1,5-6-506,-5 0 1,7-8 241,-2-10 1,4-1-1303,2-4 1454,0-4 0,8-16 52,3-3 548,5-12 0,9-11 0,2-10 0</inkml:trace>
  <inkml:trace contextRef="#ctx0" brushRef="#br0" timeOffset="933">1429 935 7569,'9'-10'767,"-1"10"0,-14 10-306,0 7 0,-5 2-14,5 4 1,-5-4-38,5 5 0,0 1-276,6-2 1,2-6-170,4-6 0,3-1 87,9 2 0,7-5-111,3-7 1,7-9 17,5-9 1,-3-1 79,3-10 1,-9 6-164,-2-6 0,-8 1 23,2-7 0,-10 2-24,-1 5 1,-8 1 177,2 4 1,-6 5 241,-6 1 0,-4 2-193,-7 9 0,-8 0-87,-4 6 1,-4 2-283,-1 4 1,-1 3 131,1 9 1,1 7 134,4 3 0,4-3 0,8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57.2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18 381 11942,'0'27'528,"0"6"0,-6-7 1,0 9 92,2 0 1,2-1-382,2 1 1,0-1-99,0 1 1,0-2-209,0-5 0,6 3-365,0-8 1,7-2-923,-1-9 762,-5 3 411,9-13 0,-7 6-857,9-8 520,-1-8-184,0-1 0,1-16-1218,-1-4 1919,0-4 0,8-17 0,2-4 0</inkml:trace>
  <inkml:trace contextRef="#ctx0" brushRef="#br0" timeOffset="165">87 1 7569,'-18'0'1633,"1"0"-1152,0 0-161,7 0 1,3 2-39,7 3 1,1-3 98,5 4-465,4 4 0,13-3 72,0 5 1,2-3 132,-2-3 1,-2-2-690,8 8 1,-2-3-2079,2 3 2646,3 3 0,-12-5 0,5 7 0</inkml:trace>
  <inkml:trace contextRef="#ctx0" brushRef="#br0" timeOffset="485">692 174 7977,'-17'0'1078,"-3"0"-385,-3 0-406,4 7 0,-12-3 23,8 8 0,-5-7 83,5 7 0,-1-3-218,7 3 1,6 1-176,-1-7 1,8 8-130,-2-3 0,5 5 170,1 1 0,5 0-27,1 0 39,15 1-108,-9-1 1,15 6-104,-4 0 1,4 2 38,7-2 0,1-2 82,-1 8 1,-5-8 94,0 2 1,-8-3 177,2-3 0,-9 0 652,-3 0-361,-7 1-231,4-1 1,-16-2-102,-3-3 1,-5-4-186,-1-8 0,-2 0-174,-4 0 1,-4 0-445,-8 0 1,6-2 29,0-4 0,8 4-602,-2-4 0,-2-1 1180,2 1 0,0-15 0,6 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55.98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0 813 7569,'17'-8'0,"-7"6"339,5-5 0,-5 7 528,7 0 0,-1 9-419,-5 9 1,5 9 0,-5 13 0,-3-2-102,-2 8 1,1-7-111,-1 1 0,0-3 42,-6-3 0,0-7-41,0-4 1,0-4 434,0-1-46,0-9-307,0-1 1,0-21-279,0-5 0,0-11-176,0 1 0,7-13 234,5-5 1,-2-4 82,1-2 1,-1-5-1704,1-1 696,5-7 556,1 11 0,4 0 62,8 8 0,-6 10-242,6 1 1,-8 10-251,2 13 1,-4 5 217,-2 7 0,1 2-2,-1 3 1,0 5 32,1 7 1,-3 8-57,-3 4 1,1-2-250,-7 2 754,7 0 0,-3 13 0,7 2 0</inkml:trace>
  <inkml:trace contextRef="#ctx0" brushRef="#br0" timeOffset="327">675 899 6422,'9'-7'340,"-1"5"0,-10-14 82,-4 5 1,2 3-197,-7 3 1,-1 1 132,-5-2 0,0 4 242,-1-4 1,-5 12-165,0 6 1,0 5 20,6 6 1,0-4-203,-1 4 1,9-2-142,3 2-218,4-3 1,4 5 137,4-8 0,3-8 148,9-3 1,7-4-235,3-2 0,-1-8-380,2-3 1,-2-6 146,2-6 0,2 1-122,-8-6 0,2 6 160,-2-1 0,-10 6-96,4 6 634,-3-5-254,-4 14 1,-3-3-139,-7 10 1,0 13 300,0 10 1,0 5 462,0 2 0,0-1-405,0 1 0,0-3-126,0-3 0,2 4-217,4-4 0,4-4-435,7-2 0,-2-4-933,-3-2 1085,3-7 1,-3-2 0,9-8-30,2 0 0,0-10-111,-6-7 1,0-2 506,1-10 0,-1 0 0,0-6 0</inkml:trace>
  <inkml:trace contextRef="#ctx0" brushRef="#br0" timeOffset="507">1038 571 7569,'-18'-8'338,"1"-1"1,0-3 7,0 1 0,5 7 1153,0-2-548,9-4-445,-5 1 0,16-3-453,3 1 1,5 7 97,1-2 1,8-2 31,4 3 1,3-7-457,3 6 1,-2-1-591,-5 1 0,5 4 328,-4-4 0,-4 2-453,-2-1 0,-4 3 175,-2-4 813,-7 4 0,5-6 0,-5-1 0</inkml:trace>
  <inkml:trace contextRef="#ctx0" brushRef="#br0" timeOffset="848">1297 0 8096,'-11'19'426,"-1"5"1,6 4 59,-5 13 1,1 3 405,-1 8 1,-5 9-360,5 8 1,-5 3 94,-1 8 0,6 3-547,-1 9 0,2-4 102,-1 5 1,3-7 123,8-5 0,2-8-60,4-16 1,5-1-143,12-15 1,4-9-125,8-9 1,1-5-122,5-7 1,-5-5-27,5-12 1,1-9-261,-2-8 0,1-14 54,-7 3 1,1-7-31,-1 1 1,-1-4-163,-4-8 0,-4 0 177,-8 0 1,-7 8 287,-4 4 0,-5 5 117,-1 6 115,0 4 1,-9 17 24,-8 8 1,-3 12 221,-8 17 0,1 2-151,-2 15 0,4-6 189,8 6 0,1-7-622,5 1 1,3-6 141,8-5 1,0 2-811,0-8 437,8 0 213,1-6 222,9 1 0,6-1 0,3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53.4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1194 7569,'-18'8'0,"1"3"1422,0 5-619,-1 1-480,9 8 0,1 0 0,8 6 500,0-3-619,0-14-126,0 17 1,8-22 75,3 8 1,11-7-82,1-10 1,7-10 29,-1-7 1,6-8-109,5-9 0,-3-1-521,3 0 318,-4-7 0,-1 6 27,0-5 0,-8 5 76,-4 1 1,-6 1 69,-6-1 1,3 6-52,-8 0 346,-1 8-155,-5-4 0,0 18 123,0 7 0,-5 9-81,-1 14 1,-2 6 63,2 11 0,5 5 18,-5 6 0,4-1-110,2-3 0,0 1-98,0-8 1,8-2 103,3-9 1,4 0-167,3-12 0,-1 2-23,0-13 0,1 0 79,-1-6 0,0-8-30,0-3 1,7-6-124,-1-7 0,0-4-89,-6-13 0,2 3 87,4-8 1,-9 5 7,3-5 1,-4 2 42,5-2 1,-7 4-102,1 7 1,-3 6 48,3 0 0,-3 14 104,-3-2 80,-4 11 0,6 6 92,-8 12 1,0 11 89,0 5 1,-2 7-107,-4 5 0,4-3 38,-4 3 1,5 3-63,1-3 0,0-6 26,0-5 0,0-2-139,0 2 74,0-4 0,0-13-65,0-1 1,1-7-42,5 2 1,-2-6-117,8-6 0,-7-9 86,7-9 0,-6-12-78,5 1 0,-1-5-46,1 0 1,5 3-183,-5-3 0,5 9 186,1 2 1,-2 14 53,-3-2 0,3 11 288,-3 0 0,1 14-102,-1 9 0,1 8-175,-7 10 1,2-1 297,-3 1 0,-1-1 442,8 1 0,-8-6-418,1 0 0,-1-8-6,2 2-1445,-4-4 681,6-2-1108,-8-7 507,0-2 1184,-8-24 0,-9-3 0,-10-16 0</inkml:trace>
  <inkml:trace contextRef="#ctx0" brushRef="#br0" timeOffset="151">363 623 7569,'-34'0'0,"-1"0"0,8 0 1218,4 0 233,4 0 0,9-7-895,5-5 0,10 2-164,7-1 0,13 1-569,9-1 0,9-5 171,9 5 1,7-5-1127,5-1 1,9 2 607,2 3 1,5 5 247,-5 7 1,0-8 0,-6-2-1</inkml:trace>
  <inkml:trace contextRef="#ctx0" brushRef="#br0" timeOffset="443">1366 675 7569,'-34'-8'986,"7"-1"0,2-1-193,8 4-200,7-3-440,2 7 0,10-6-165,4 8 0,6-6-258,11 1 1,3-7 165,9 6 1,5-7 4,1 1 1,5 3-355,-6-3 1,6 3 202,-5-3 0,-1-1 138,-5 7 1,-3-6 111,-3 7 0,-4-9 0,-8 5 0</inkml:trace>
  <inkml:trace contextRef="#ctx0" brushRef="#br0" timeOffset="1103">1626 329 7569,'0'-11'129,"0"-1"239,0 8 112,-8-3 1,-2 20 111,-7 4 1,6 20-209,-1 3 0,6 10 48,-5 8 1,1 5-130,-1 12 0,-3-2-108,8 8 0,1-12-156,5 6 0,0-15-207,0 3 0,2-9 83,3-8 0,5-6-113,7-11 0,6-4-42,0-8 1,0-7 122,-5-4 0,5-4-151,0-2 1,6-10 55,-6-7 1,7-4 106,-1-14 1,-2 4-84,2-9 0,-8 2-136,2-3 1,-9 5 195,-3-5 0,-7 1 26,2 5 1,-4-3 225,-2 9 0,-2 6-96,-4 6 1,2 7-134,-7 10 0,-7 0 194,-5 0 0,-6 14 269,6 3 1,-5 12 18,5 0 1,0 9 284,5 2 0,9 3-369,3-3 0,4-4-98,2 5 1,8-1-228,3-5 44,5 3 43,1-19 1,2 6-123,4-7 0,2-7 40,4 1 1,2-8 88,-8 1 0,5-10-44,-4-7 1,4-5-71,-5-6 0,0-4 102,-5-8 0,-1 1 10,0-1 0,-5-5-102,-1-1 0,-5-5 84,6 6 0,-8 0 42,1 5-44,-3 0-2,6 8 49,-6 2-30,6 16-91,-8-7-94,0 15 0,0 1 143,0 11 0,0 12-9,0 6 1,0 4 128,0 1 0,0 1-125,0 7 1,0-5 25,0 3-20,0-4 31,0-9 0,0-2 70,0-7 220,0-1 398,0-7-446,0-3 1,5-16 53,1-9 0,8-7-314,-3-9-17,4-9 51,3-1 0,-1-2-578,0 0 0,1-6 125,-1-5 1,2-1-71,4 6 0,-4 10-52,4 7 0,-3 4-436,-3 14 0,0-2 277,1 13 0,-9 2-176,-3 10 1,-4 11 250,-2 12 0,0 4 596,0 1 0,-16 1 0,-3 0 0</inkml:trace>
  <inkml:trace contextRef="#ctx0" brushRef="#br0" timeOffset="1641">2387 1107 7569,'0'18'778,"0"-1"0,2-7 195,3-5-195,-3-3 1,14-4-309,-5-3 0,5-7-111,1-11 1,2 2-174,4-8 0,-2 0-128,8-5 0,-6-1 36,6 1 1,-2-7-151,2 1 0,-4-2-205,-8 1 0,-7 5 244,-5-5 1,-3 7-364,-2 5 270,0 4 1,-7 15 111,-5 5 0,-5 7 77,-6 9 1,2 8 181,-8 16 0,8 7-100,-3 4 1,5-2 71,2 3 0,5-7-399,1 6 1,7-8 114,-2 3 1,6-5-745,6-1 0,2-8 225,3-4 1,10-4-16,-3-2 1,11-7 90,-1-4 1,5-6-156,2-6 0,-1-6 214,1-11 1,-1-4 116,1-7 1,0-1 249,-1 1 1,-5-3 20,0-3 0,-8 3 323,2-3 1,-4-2-271,-2 1 1,-5 7-142,0 5 0,-9 8 505,3-2 0,-6 9 794,-6 3 0,3 7-522,-9-2 1,0 6 45,-5 6 0,0 4 34,0 7-369,-1 0-120,9 0 1,1 1-313,8-1 74,0 8 0,0-6 0,2 12 54,4-8 1,1 6 76,5-6 1,9 6-119,-4-6 1,10 2 15,-4-2 1,0-4-41,-5 4 0,-1-4 454,0-1-184,1-1-101,-9 0 0,-1 0 423,-8 1-229,0-9-148,0 7 1,-8-7-24,-3 9 1,-11-7-194,-1 1 1,-7-3-315,1 3 0,2-4-123,-2-8 1,8 5-477,-2 1 0,4-2 168,1-10 0,9 0-487,3-11 0,4-4-600,2-14 1849,8 1 0,9-16 0,10-4 0</inkml:trace>
  <inkml:trace contextRef="#ctx0" brushRef="#br0" timeOffset="1851">3597 70 7569,'17'-27'663,"1"10"1,-7 3-231,1 8-284,-8 1 0,3 12 46,-7 5 0,-5 11-12,-1 6 1,-8 11 393,3 6 0,-5 12 476,-1 5 1,-6 10-509,0 2 0,-2 6-190,2-6 0,10-2-438,-5-10 0,12-3 11,1-8 1,3-8 46,2-4 0,2-9-85,3-2 0,5-10-351,7-2 1,3-1-70,3-10 1,-4-1-491,4-5 1,2-2-345,-2-3 0,0-5 1364,-6-7 0,8-8 0,2-2 0</inkml:trace>
  <inkml:trace contextRef="#ctx0" brushRef="#br0" timeOffset="2060">3148 571 7569,'-10'-7'965,"-5"-3"1,13-1 1175,-4-1-1560,4 8 1,4-11 76,4 3 0,3 3-357,9-3 1,7 6-158,3-5 1,7-1-314,5-5 0,-1 5-466,7 1 0,-8 5-189,3-5 1,1 7 823,-2-2 0,1 4 0,-7 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51.4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240 571 7569,'0'-17'157,"0"0"0,2-1 0,2 1 1124,2 0-965,0 0 116,-6-1-134,0 1-23,0 0 198,0-1-109,0 1 1,-8 2-236,-4 3-92,-3 4 100,-2 16 1,-3-2-194,-3 11 51,4-3 0,-13 11-233,5 0 189,0-6 0,4 8 106,11-4 0,-1-4-13,7 4 0,2-4-81,10-1 0,3-1-126,9 0 1,7 2 34,4 4 119,11-3 9,-4 5 1,7-8-148,-9 0 144,9 8 2,-7-6 117,-1 6-58,-10-7 1,-4-1-59,-4 0 0,-2 1 0,-9-1 0,-6-6 255,0 1 1,-7-2 366,-11 1 0,-1 2-116,-4-7 1,-2 0-164,-4-6 1,-2 0-272,8 0-51,-7 0 0,10-8-685,-3-3 516,4-5 0,10 5 141,3-1 0,4 1 85,2-6 1,9-1-469,9 1 1,1-6-673,10 0 0,0 0 83,5 6 549,1-1 200,-1 1 0,-1 0 103,-4-1 72,3 9 0,-12 1 472,5 0-367,-8 6 0,0-5-132,1 7 0,-3 2-26,-4 3 0,3 5 418,-8 7 0,1 1 556,-1-1 1,-4 2 74,4 4-476,3-4-234,1 6 1,2-7-101,-1-1-166,1-7 219,5 5-612,0-13 0,0 7 205,1-3 215,-1-4 0,0 6 68,1-8 0,-7-2-589,1-4 0,-7-3-844,7-9 1,-6 1-312,5 0 953,-7-1 273,4-7 458,-8-1 0,-8-9 0,-1 0 0</inkml:trace>
  <inkml:trace contextRef="#ctx0" brushRef="#br0" timeOffset="510">655 519 7569,'-27'-9'-650,"4"3"0,10-2 1881,1 3-474,1-1-124,1 6 171,3-8-511,7 6 1,1-5-96,5 7 0,4 0 8,7 0 0,0 0-23,1 0 1,-1 1-54,0 5 1,6 4-85,0 7 0,6 2-9,-6 4 0,0-1 20,-5 6 0,-1-5-49,0 6 0,1-6 24,-1 6 0,-2-8-39,-3 2 0,1-3 179,-7-3-53,7-8 93,-11-1-1,14-8 0,-14-13-344,3-5 0,3-5 75,-2 0 1,2 2-129,-3-8 0,-3 2-53,4-1-130,4-5 218,-9 14 1,9-6-41,-4 7 1,-4 1 120,13 8 1,-13 3-9,4 12 0,-4 11 500,-2 12-199,0-4-149,0 7 1,0-5 505,0 8-291,0-1-137,0 1 74,7-8-169,-5 5 0,12-12 8,-8 3 0,5-10 8,-5-1 0,7-8-18,-1 1 1,-3-3-104,3-2 1,0-9-468,5-9 264,0 1 146,0-16 0,1 12-548,-1-8 323,-7 1 137,5-7-184,-5 0 185,7 9 0,-6 1 39,1 7 1,-6 9 16,5 3 131,-7 4 0,6 4 213,-5 4 0,-3 11 660,4 12-431,-4 3-293,-2-5 0,0 4 252,0-8-168,8 8 0,-6-12-832,13 6 456,-13-8 0,13-1 142,-3-5 1,9-1 107,2-4 0,2-4-598,-2 3 1,-2-5-1846,8-5 2341,-8-5 0,20-7 0,-5-1 0</inkml:trace>
  <inkml:trace contextRef="#ctx0" brushRef="#br0" timeOffset="919">1779 519 7569,'-17'0'1813,"2"8"-830,3 4-656,-3 3 1,13 10 43,-4 4 1,4 7-34,2 10 1,0 1-6,0 10 0,0 5 209,0 1 1,0 10-444,0 2 1,0 4 43,0-10 0,0 2-479,0-13 1,0-8 202,0-10 1,6-5 10,0-7 334,-1-10 2,-5-11 1,0-20-312,0-4 1,0-20-134,0-3 0,0-4-367,0-8 316,8-4-22,-6-21 1,13-2-623,-3-7-511,3-1 1163,10 1-1184,-5 0 1279,12 7 1,-11 10 22,8 11 0,-8 18 10,2 5 1,-3 20-40,-3 3 362,0 8 1,-1 14 589,-5 7 445,-3 0-1122,-8 16 0,0 0 2145,0 7-1762,0 0-217,-8-5 299,-2 7-320,-15-5 1,4 7 5,-7-4 0,-1-9-80,-6 4 1,2-12-117,5 0 1,-3-4-185,8-2 1,6-7-1239,5-4 672,8-4 480,-4-10 0,8-2-1836,0-7 945,0 0 470,16-8-424,-5-10 1069,22-1 0,2-14 0,9 6 0</inkml:trace>
  <inkml:trace contextRef="#ctx0" brushRef="#br0" timeOffset="1232">2333 35 7920,'11'-15'396,"1"3"50,-8 5 0,1 9-12,-10 3 1,-3 13 138,-4 10 0,-3 13 268,4 5 1,-5 13-381,-1 11 1,0 6-80,-1 11 0,3-4-34,3 3 1,-1-11-130,7 6 0,0-18-83,6-11 0,8-8-129,4-9 0,9-10-2,2-8 1,13-7-157,-1-10 0,5-10-415,1-7 1,-3-8 289,8-10 0,-7-5-488,1-1 0,-9-7 408,-3 2 1,-8-2-131,-3 2 1,-7 4 243,-10 7 1,0 8 208,0 4 0,-2 6 19,-4 6 1,-9 12 226,-9 17 0,-6 9 394,1 13 1,2-2-348,-2 9 0,8-3-299,-2 2 1,6-2-388,5-4 1,-1-5-559,7 0 1,0-3 526,6-9 457,8 0 0,1-5 0,9-1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6:50.0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104 208 7569,'-17'0'1759,"-6"0"-891,0 0-490,0 7 253,13-5-21,2 6-19,8 0-216,0 1 1,16 1 58,7-4-91,8 3-206,11-7 1,10 4-85,11-12 1,6-3-87,6-9 1,-4-5-315,4 0 1,-4 0 56,-2 6 0,-5 0-423,-1-1 0,-13 3 317,2 3 1,-13 3-233,-5 3 0,-7 4-370,-10-4 1,-1 6 478,-5 6 0,-5-2-206,-12 7 725,-3 1 79,-16 5 0,-2 1 0,-8-1 0</inkml:trace>
  <inkml:trace contextRef="#ctx0" brushRef="#br0" timeOffset="133">813 173 6660,'-23'6'-451,"0"0"1688,0-1-493,6-5-466,7 0 1,-3 8 28,7 4 1,0 3 0,6 4 550,0 4-414,0 12-209,0 1 1,0 12-82,0-7 1,0 7-183,0-2 0,0 4 10,0 2 1,0 0-134,0 0 0,2-1-975,4 1 1,-2-2 1125,7-4 0,1 4 0,5-6 0</inkml:trace>
  <inkml:trace contextRef="#ctx0" brushRef="#br0" timeOffset="589">1263 0 7569,'-8'10'714,"4"5"1,-5-1-325,1 7 1,-4 13-242,7 12 0,-7 6 233,6 6 1,-1 5-80,1 12 0,4-4-279,-4 4 1,4-11-20,2-7 0,0-7-5,0-9 1,6-3 290,0-15 24,7-7-131,-3-1 0,7-23 57,0-3 1,-5-12-267,0-12 1,-1-1 44,6-5 1,1 3-285,-1-8 141,-7 15-60,5-9 27,-5 20 260,7-5 0,-6 20-34,1 10 1,-6 13-27,5 16 0,-5 3 72,5 3 0,1-1 115,5 7 1,1-10-40,-1-1 0,6-3-76,0-8 1,8-3-30,-2-10 0,9-3 4,2-8 1,1-8-50,-7-3 1,1-12-154,-1-6 0,-5-6 62,0-5 0,-8 3-96,2-3 0,-11-2-332,-6 1 0,-5-5-33,-1 6 243,0 7 0,-7 10 236,-5 12 0,-3 7 236,-2 15 0,-1 10-186,1 20 1,-2-1 112,-4 12 0,9-4-136,-3 10 0,9-10 16,-3-2 0,7-8-1783,-2 3 804,4-5 434,10-9 533,2-2 0,15 0 0,1 2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07T13:07:09.7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18 173,'-9'-38,"1"7,8 31,23-15,-2 11,29-11,-13 15,20-8,-18 6,26-6,-3 1,24 5,10-6,-44 4,0 0,29 2,-7-5,1 7,-17 0,17 0,0 0,13 0,-37-1,0 0,47-5,-19 4,4-6,-3 8,-28 0,0 0,44 0,-17 0,-20 0,7 0,5 0,17 0,6 0,-7 0,-1 8,1-6,-1 6,-22-8,16 0,-24 0,29 0,-14 0,6 7,-1-5,3 6,0-8,6 0,-7 0,16 0,-28 0,30 8,-31-6,29 5,0-7,-21 0,25 0,-17 0,15 0,-45 0,0 0,37 0,-37 0,0 0,38 0,-38 0,0 0,37 0,6 0,-7 0,-1 8,0-6,-7 6,6-8,-14 0,13 7,-12-5,12 6,-5-8,0 0,13 8,-11-7,-31 3,1 0,38-4,-38 0,0 0,37 0,-37 0,0 0,37 0,-1 8,-10-6,-31 5,2 1,-29-6,6 6,-8-8,8 0,-6 0,-1 7,-3-5,-5 6,7-8,0 0,1 0,-1 0,-61 0,30 0,-65 0,43 0,-8 0,1 0,9 0,-1 0,1 0,7 0,-6 0,-9 0,3 0,-11 0,0 0,12 0,-12 0,16 0,-9 0,-1 0,-8 0,-30 8,14-6,-16 5,16 1,7-6,-8 6,0-8,-1 2,1 3,-2-3,-4 4,2-2,-7 2,5-5,-6 5,6-4,-6-2,6 2,-5 4,-1-4,-4 5,5-7,-13 8,11-6,-16 4,8 2,-3-3,3 3,-2-2,3-4,-3 3,4 3,1-2,7 5,-1-5,0 2,-5-2,-1 1,1 5,5-3,0-3,1 4,1-1,-6 5,5-8,1 5,-2-5,1 5,-7-5,6 6,1-6,-1 7,-6-2,1-1,0 2,7-9,-6 13,14-12,-4 7,4-7,2 4,0-8,-16 0,5 0,-15 0,17 0,-7 0,22 0,3 0,18 0,117 15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07T13:07:11.0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131 105,'-52'-35,"16"16,11 3,9 9,14-3,41 0,-12 3,61 7,-17 0,18 7,5 3,-15 7,-18 8,-19-5,-17-3,-15 6,-10-12,-10 14,-22 0,-13 2,-24 8,-2-8,2-2,17-8,25-7,12-3,76-14,-22-3,15 1,5 1,30-2,1-5,2 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21.5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35 7569,'10'-7'3366,"-2"3"-2004,-8-8 133,0 8-877,0-3-206,0 7-6347,0 0 5935,7 0 0,3 7 0,7 3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19.9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415 174 7658,'0'-18'0,"0"1"765,0 0-582,0 0 1,0-1 91,0 1 198,0 0 355,0-1-520,0 1 1,-8 8 90,-3 3 1,-4 4-110,-3 2 0,-7 15 57,-4 8 0,-3 16-157,-3 7 39,1 4-92,7 2 1,-4-2 45,8-4 1,2 0-106,9-12 1,5 3-213,7-14 266,0 0 46,0-6-362,0-7-106,0-2 217,7-8 1,-3 0-131,8 0 31,-8 0 188,3-8 7,1 6-104,-6-13-237,5 13 266,-7-6-35,0 8-199,0 0 237,8 0 86,-6 0 5,6 8-78,-8-6 1,0 5 79,0-7 417,0 0-400,0 8-73,0-6-154,0 6 184,0-8-1592,0 0-1097,7 0 2671,-5 0 0,14 0 0,-7 0 0</inkml:trace>
  <inkml:trace contextRef="#ctx0" brushRef="#br0" timeOffset="914">104 468 7569,'0'-18'332,"0"7"32,0-1-159,0 9 0,0-3 309,0 12-212,0 3-105,0 8 0,0 8 328,0 4-138,0 4-213,0 9 0,-6 2 119,0 8 1,-5 2-116,5 4 1,-7-8-24,1 7 1,4-14-46,3 3 1,1-8-64,-2-3 324,4-8 74,-6-2-358,8-16 0,-1-3-14,-5-12 0,4-9-84,-4-8 1,4-10-5,2-1 1,2-5-191,4-13 0,-2 2-3,7-13 1,1-2-194,5-10 1,2 2 72,4-8 0,-3 10 138,3 2 0,2 1 55,-2 11 0,5 7 45,-5 9 0,6 13 70,-6 5 0,6 11-26,-6 6 0,0 4 169,-5 2 0,-7 10-33,1 7 1,-3 1 87,3 5 1,-5 3 125,-7 3 1,0-2-138,0 2 0,-1-6-57,-5 6 1,-4-6-50,-7 6 0,-2-8 8,-4 2 0,-2-4-25,-4-2 1,-4-1-21,4-5 1,2 3-76,-1-8 0,5-1-167,-6-5 0,13 6-762,-1 0 441,4 0 363,3-6 1,4 0-307,12 0 0,6 2-496,11 3 0,-2-3 304,8 4 674,-1-4 0,15 6 0,1 1 0</inkml:trace>
  <inkml:trace contextRef="#ctx0" brushRef="#br0" timeOffset="1131">744 468 8044,'-18'-18'1535,"7"9"-638,-1 3-244,9-3-799,-5 7 86,8-6 153,0 8-2111,0 0 1578,8 0 1,-5 2 439,9 4 0,-1-4 0,7 5 0</inkml:trace>
  <inkml:trace contextRef="#ctx0" brushRef="#br0" timeOffset="1505">1176 208 7620,'-8'-9'367,"5"-5"436,-9 9-548,8-1 1,-11 0 92,3 0 0,-3 2-146,-2 10 0,-1 0-23,1 11 1,0-3-1,-1 9 0,1 4 23,0 1 0,5 5-50,1 2 1,1-8-63,-1-4 0,3-4-86,8-2 0,0 0 33,0 1 0,8-9 96,3-3 1,5-4-99,1-2 0,0-2-117,0-4 0,1-3-6,-1-9 1,6-1-112,0-4 0,0 2 53,-6-8 0,1 8-12,-1-2 1,0 4 121,1 2 1,-7 1 41,1 5 157,-8 3-57,3 8 1,-7 8 252,0 3 0,0 10-136,0 2 0,0 6 9,0-6 0,0 6-67,0-6 0,0 6-153,0-6 0,0 2-1316,0-2 0,8-6 535,3 1 0,5-3-493,1-9 1262,0 0 0,8 1 0,2 3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18.4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277 450 7800,'-26'-23'0,"4"0"0,7 4 0,5 3 2394,3 5-1929,-7 7 1,12-6 138,-3 5-283,3 3 123,2-6-261,0 8 1,0 8 133,0 3 1,0 6-98,0 7 1,7-3-38,5 8 1,-2-1 37,1 7 0,1 1-200,5 5 9,0-5 1,2 7-145,4-9 140,-3 1 0,5-1-134,-8 1 105,0-8 0,0 4 43,1-8 0,-1 2-83,0-2 0,-7-10 77,-4 4-25,-4-3 0,-4 1-189,-4-3 73,-4-5 0,-9-1 42,-4 0-725,-4 0 512,-15-6 0,5 0-1175,-3 0 964,-4-8 1,7-2-35,-3-7 1,4-2-89,1-4 0,8-6 611,4-11 0,11-5 0,5-6 0</inkml:trace>
  <inkml:trace contextRef="#ctx0" brushRef="#br0" timeOffset="150">191 381 7875,'15'-8'0,"-1"-3"306,-3-5 1,1 1-277,5 3 1,0-3 235,1 3 1,5 3 455,0-3 1,6 8-567,-6-1 0,7-3-326,-1 2 0,4 1-524,2 5 1,-1 0 385,1 0 0,-1 0-180,1 0 1,-6 0 80,0 0 407,-8 7 0,11 3 0,-5 7 0</inkml:trace>
  <inkml:trace contextRef="#ctx0" brushRef="#br0" timeOffset="531">848 312 7569,'10'0'-1606,"-3"0"2207,-7 0 0,-7 2 45,-5 3-322,5-3 0,-9 8 77,5-4 0,1-2 48,-2 7-254,1 1 0,1 5 260,5 0-344,3-7 0,2 5 164,0-3-361,0-5 181,7 1-46,3-8-295,7 0 239,1 0 0,-1-2-25,0-4 1,0-3-78,1-9 0,-3-1 33,-3-4 0,1 4 39,-7-4 1,0-2-439,-6 2 254,0-8 0,0 10 60,0-8 1,-6 6 111,0-6 0,-5 8 302,5-2-108,0-4-155,6 8 86,0-6 1,8 15-61,3 5 0,5-3 25,1 2 1,2 0 233,4 6-81,-4 8-158,6-6 1,-5 13 260,3-3-1,-4 3-233,-2 3 326,-2 7-206,-5 1 0,0 11-39,-5 3 0,-3-1-20,-2 7 1,-2 0 44,-3 6 1,-5 6 125,-7-1 1,1 7 56,5-7-500,-4 1 153,5-6 1,0 0-1093,5-1 773,3 1 1,2-6-574,0 1 0,0-17 435,0-1 0,2-8-116,3-3 1,5-9 5,7-3 227,1-4 335,6-10 0,3-9 0,8-10 0</inkml:trace>
  <inkml:trace contextRef="#ctx0" brushRef="#br0" timeOffset="741">1367 744 7658,'-10'17'0,"5"1"0,3-1 1455,9 0-920,3 0 0,7-5 195,0 0-352,8-9-46,10 5-299,2-16 29,13-1 0,-14-9 91,4 1 0,1 0-85,-7 0 0,1-6 115,-18-1 1,2 1 11,-13 6 0,-2 0-446,-10 0-19,-11-1 1,-18 3 82,-11 3-114,-4 5-119,-2 7 263,-7 7-396,5 3 0,-4 13 56,12 0 106,4 8 1,9-6 390,5 4 0,10-2 0,9-4 0,-5 5 0,-5 5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17.9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70 7569,'0'-17'712,"0"5"1,0 1-1,2-1-164,4 2 1,3 3 0,10 7-37,5 0-310,2 0 0,11 0-386,3 0 172,-3 0 1,11 0 137,-8 0 1,6 0 56,-5 0 1,-3 0-1659,-9 0 0,2 2 1475,-8 3 0,0 5 0,-6 7 0</inkml:trace>
  <inkml:trace contextRef="#ctx0" brushRef="#br0" timeOffset="145">139 329 7569,'-27'10'0,"2"-2"0,8-8 0,8 0 1535,1 0-387,8 0-710,15-8 1,-1 4-351,14-7-43,9-1 0,7-5-620,8-1 0,8-1 411,3-4 0,6 4-1558,6-4 1722,-4 4 0,21 1 0,-3 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17.0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52 139 8905,'-17'-6'0,"1"-2"2190,5-1-1845,3 5 1,8-6-133,0 4 1,8 5-31,3-5 0,12 4 113,6 2 1,6-6-139,5 0 1,6-1-136,12 1 80,-4 4-1018,5-6 873,-7 8 0,0-5 77,0-1-621,0 0 1,-6 0 325,0 0 0,-10 1 155,-1 5 1,-2 0-160,-10 0-351,0 0-1232,-6-8 943,-7 6 576,-3-6-199,-7 16 527,0-6 0,-15 13 0,-4-5 0</inkml:trace>
  <inkml:trace contextRef="#ctx0" brushRef="#br0" timeOffset="175">467 139 7569,'0'9'1562,"0"-1"-1195,0-8-29,0 8 1,0 3-11,0 12 1,0-2-9,0 8 1,0 0 27,0 6-839,0-1 384,0 9 122,0-7-1497,8 14 1044,-6-13 0,11 5 266,-7-8 0,1-1 172,-1-4 0,-4 4 0,6-7 0</inkml:trace>
  <inkml:trace contextRef="#ctx0" brushRef="#br0" timeOffset="340">138 917 7569,'-7'11'0,"-5"1"0,-3-8 2841,5 11-1873,10-5 0,12-1 19,11-3-567,4-4-47,7-10-656,9-1 275,1-8 0,13-7 116,1 1 0,7-5 87,-1 5 0,3-6-950,2 6 755,0 0 0,1-2 0,-1-2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23.6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233 623 7569,'11'-1'-707,"-1"-5"0,0-6 1157,-1-3 1,-3-2 279,6-1-342,-9-7-6,13 6-80,-7-6 0,1 6 54,-4-4 0,1 4-129,-1-4 1,0 3-45,-6 3 1,-6 6 58,0-1 1,-9 8 95,-2-2 0,-2 4-183,-10 2-18,8 8 1,-12 4 19,4 11 0,-4-2-23,-1 8 0,5 0-96,0 5 1,10-5 56,2 0 1,7-8-162,10 2 1,0-4 52,0-2 0,10 1-35,7-1 1,8-5 14,10-1 1,-1-1-211,1 1 267,7 5 1,-6-7-102,5 8 23,3 1 0,-9-7 25,-1 1 0,-7-1 21,-10 7 0,-1-7 450,-5 1-300,5-1 1,-16 5 291,0-5 1,-14 5-162,-9-5 0,-10 3-114,-1-3 0,-3 4 23,-9-3 0,6 3-170,-6 3 0,5-7-509,-5 1 1,14-3 315,-3 3 1,14-3-1902,4-3 1521,-1-4 1,18 6-562,0-8 0,16-8 551,13-3 1,11-7 570,6-5 0,4-4 0,2-7 0</inkml:trace>
  <inkml:trace contextRef="#ctx0" brushRef="#br0" timeOffset="169">631 606 7569,'11'-6'1625,"1"1"-824,-8-1-502,3 6 0,-7 8 197,0 3-358,0-3 0,0 9 88,0 0 1,2 1-21,4 5 1,-2-4-318,7-2 1,-5 0 146,6 1 1,-1-3-551,6-3 1,-5 1-536,-1-7 168,1 0 1,5-6 418,1 0 0,-7-2-448,1-4 910,-9-4 0,13-15 0,-7-2 0</inkml:trace>
  <inkml:trace contextRef="#ctx0" brushRef="#br0" timeOffset="1108">700 485 7569,'-16'-17'0,"5"0"153,3-1 0,8 1 309,0 0 1,2 5-259,4 1 1,5 5-66,12-6 0,-1 8 47,6-1 0,-1 3 0,2 2 1,-2 2-4,-4 3 1,-4 5 36,4 7 0,-3 6 114,-3 0-204,0 8 1,-7-4-34,-4 8 0,-3-1 102,3 1 1,-4-1-256,4 1 1,-4-6 78,-2 0 0,0-14 168,0 2-5,0-3-45,0-5-88,7-1 1,-3-10-117,8-4 39,-1-3 0,7-14-216,-1 0 0,-4-8 131,5 2 1,-5 2-133,10-2 0,-6 2 87,-5-1 1,3 1-20,-3 4 1,-2 9 44,1-3 1,-5 9-133,5-3 288,-7 7 1,4-2-72,-8 12 1,0 0 239,0 11 1,0-4-84,0 10 1,0 2 25,0-1 0,0 0-30,0 0 1,0-5 106,0 4-105,8-4 44,1-2-163,8-7 0,1-2-169,-1-8 1,0-2-154,1-4 1,-1 2 151,0-7 1,-5-1-154,-1-5 0,1-1 87,5 1 1,-5 0-27,-1 0 122,-7-1 1,6 3-203,-5 3 310,-3 5 1,6 9 249,-8 3 0,0 5 215,0 7 0,0 2-245,0 5 1,0-3 82,0 8 0,2-8-53,4 2 0,-3-4-143,9-2 0,0 0 43,5 1 1,0-3 17,0-3 0,3-5-25,3-7 0,-4 0-267,4 0 1,2-7-126,-2-5 1,2-5 149,-2-6 1,-10 4-56,5-4 0,-5-2 65,5 2 0,-9-8-49,-3 2 0,2 2 102,-3-2 0,1 8-110,-6-2 310,0 4 267,0 2-110,0 7 0,0 12-117,0 15 0,0 8 309,0 10 1,-6 1-192,1 5 0,-1 5 256,6 11 0,0-1-170,0 7 0,-6 1-140,0 5 0,-1 0-272,1 0 0,4-5-336,-4-1 1,4-15-264,2-2 330,0-7 412,0-12 417,0-2-508,0-16 0,0-11-2,0-15 0,0-8-10,0-10 1,0-7 66,0-4 1,2-6-994,4-5 640,4-5 0,1-11-745,1-8 1,1 1 591,10-13 1,-2 11 36,8 1 1,-2 16 112,2 1 1,2 16 84,-8 8 1,0 13 22,-6 10 1,0 1 224,1 11 1,-3 3-57,-4 13 1,3 3 7,-8 15 1,-1-6 1014,-5 5 1,0 7-222,0 5 1,0-5-330,0-6 1,-7 0-142,-5 5 1,-3-5-181,-2 0 0,5-8 0,0 2 1,-5-4-93,-6-2 0,6-7-156,5-4-811,1-4 24,-7-2 0,9-2 433,3-4 1,4-4-470,2-7 0,0-8 88,0-4 846,16 4 0,-5-15 0,14 4 0</inkml:trace>
  <inkml:trace contextRef="#ctx0" brushRef="#br0" timeOffset="1441">2360 70 7569,'15'-17'258,"-3"-1"490,-5 1-223,1 8-164,-6 1-212,6 8 0,-10 10 786,-4 7-599,4 8 1,-13 17 729,3 4-695,-3 4 1,0 10-44,3 3 1,-3 4-146,3 3 1,3-3 75,-3-4 1,8-9 95,-2-8 0,12-7-113,6 1-58,3-11-35,10-4 0,-4-10-158,8-3 39,0-5-118,13-7 1,-5-7-94,3-5 0,0-9-122,-5-2 0,3-8-398,-9 2 1,2-3 217,-2-3 1,-4-1-236,-8-5 0,-7 5 2,-5-5 369,-3 5-114,-2 9 266,0 2 0,-9 15 424,-9 5 1,-1 18 505,-10 10 0,2 10-436,-1 7 1,3-3 252,7 3 1,7-4-300,-1-1 0,8-6 53,-1 0-174,3-1-607,9-1 311,3-2 107,7-7 269,8-1-2751,-5 0 2539,12-7 0,3 5 0,9-5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28.0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3476 537 7569,'0'-17'144,"0"-6"1,0 0 0,2 0 0,2-1 503,1 1-465,1 0 192,-6 6 0,0-6 194,0 0-385,0 8 355,0-1-268,-7 14 0,3-5-30,-8 7 1,1 2-68,-7 3 0,-5 9 293,0 15-283,-8-1-24,5 22 1,-9 0 312,0 8-289,9 0-521,-7-7 132,21-6 220,-11 5 0,21-14 163,-3 4-477,3-11 266,2-4 0,5-7 20,1-1 0,10-2-59,1-3 0,0-5-598,6-7 853,4 0-362,0 0 1,2-1-787,0-5 442,-1 4 209,-1-14-594,6 7 521,-14-1 0,6-5-159,-7 3-31,-1 5 292,0-9 1,-2 12-296,-3-7 9,3-1 571,-13-5 0,6 0 0,-16 0-120,-3-1 120,-5 9 0,-1-7 649,8 14-515,-7-13 0,12 11-35,-7-7 800,7 7-303,-4-4-280,8 0 1,0 5-44,0-9 0,2 8 138,4-2-197,11 4-54,2 2 1,12-1-207,-8-5 69,8 4 0,-12-6-79,14 8 97,-14 0 0,12 0 51,-8 0 1,0 0-24,-6 0 0,-5 8-8,-1 3 1,-7 5 184,2 1 0,-4 2 459,-2 4-330,0-3-149,-8 12 0,4-5 273,-7 8-97,-1-8-218,-5 5-360,7-13 227,3 6 134,-1 0-1207,6-5 488,-6 5 27,8-8 23,0 0 1,2-7-599,4-4 1,-2-5 447,7-1 0,-5 0-528,6 0 1162,-1-7 0,14-3 0,2-7 0</inkml:trace>
  <inkml:trace contextRef="#ctx0" brushRef="#br0" timeOffset="236">4047 675 7569,'0'-17'578,"0"6"-202,0-1-42,0 8-144,0-4 0,2 8 662,3 0-380,-3 0-204,6 0 1,-6 8 337,4 4-292,-4 3-1,13 2-365,-13 1 124,13 7 1,-11-6 144,8 4-779,-1-4 466,-1-2 1,5 1-18,-3-1 0,-3-5-148,3-1 0,-7-7-1128,7 2 621,-8-4 392,4-2 1,-8-2-840,0-4 599,7-4 216,-5-7 400,6 0 0,-16-1 0,-1-7 0,-9-1 0</inkml:trace>
  <inkml:trace contextRef="#ctx0" brushRef="#br0" timeOffset="518">4150 623 7569,'-11'-28'-746,"-1"-1"1,8 6 1254,-1-6 1,3 8-89,2-2 0,0 4 185,0 1-300,0 9 0,0 1 196,0 0-222,0 6 0,2-5-3,3 7 0,-1 0 197,8 0-224,-1 0 1,7 5-24,-1 1 0,-6 10 250,1 1-91,-8 0-240,11 8 0,-11-6 101,8 4-64,-9 4-45,13 0 0,-9 0 68,5-4 1,3-4 68,-3 4-487,3-11 194,3 3 1,-7-7 174,1 4 10,-1-5-168,6-7-110,1 0 178,-1-7 0,-5 3-165,-1-8 1,-5 1-6,5-7-434,-7-7 375,4 6 0,-6-14 59,4 5 0,-4-5 68,3-2 1,3 1-576,-2-1 1,5 8-1758,-5 4 688,8 4 909,-13 9 426,15 3 0,-14 9 344,3 3 0,-3 5 0,-2 7 0</inkml:trace>
  <inkml:trace contextRef="#ctx0" brushRef="#br0" timeOffset="1100">4531 658 7569,'0'10'166,"0"5"-166,0-13 0,2 11 942,4-7-379,-5 0-190,15-6 130,-14 0-223,13 0 1,-5-2-110,7-4 0,6 2-146,0-7 0,2-1 141,-2-5 1,-4-2-104,4-4 0,-3 4-175,-3-4 90,0-4 71,-7 7 0,-2-10-288,-8 7 128,0 0 0,0 5 225,0 1-89,-8 0 0,4 7 70,-8 4 0,-5 6 146,-6 6 1,0 0-137,6 11 0,1-3-26,5 9 0,-3 2 154,9-2-283,-1 7 153,6-10 0,0 10-290,0-7 111,8 8-1,1-12-202,8 6 186,1-15 0,7 3-28,4-7 1,-3 0-81,3-6 0,-2 0 45,2 0 0,2-8 33,-8-3 1,2-7-20,-2-5 45,-4 4 9,6-6 0,-8 6 110,1-4 1,-7 4-77,1-4 280,-8 3-109,11 3 83,-13 0 280,5 7-397,-7 3 0,-7 8-23,-5 5 0,-3 6 212,-2 11 383,-1-4-362,1 14 0,0-6-153,-1 7-5,9-7 0,-7 6-148,15-14 108,-15 14 165,14-14-18,-5 6-188,7-8 0,1-7-86,5-5 1,-2-5-292,8-5 148,-1-5 122,6-7 0,6-6-484,1 0 288,-1-8 122,2 4-386,-6 0 314,13-6 1,-10 9 1,6-5 0,-6 6 38,1 11 1,-4-1 110,-2 7 1,-5 0 225,-1 6 1,-7 2 658,2 4-448,-4 3-277,-2 9 1,2-1 460,3 0-251,-3 1-132,6 7-367,0-6 171,-6 6 0,13-14 120,-3 1 1,-3-1 53,3 7 1,-1-9-761,6-3 0,-5-2-2365,0 2 2957,-1-4 0,6 5 0,1-7 0</inkml:trace>
  <inkml:trace contextRef="#ctx0" brushRef="#br0" timeOffset="-2308">484 208 8022,'10'-17'0,"-4"0"1931,-4 0-1684,-2-1 1,-8 9-21,-4 3 1,-9 4-45,-2 2 1,-8 2 14,3 4 0,-5 3-1,-2 9 1,3-1-188,3 0-55,-4 0 1,14-5 146,-4-1-447,4 1 222,1-2-32,9-3-77,1-7 143,8 0 72,0 0 133,8 0 12,1 0 31,9 0-104,-9 0 1,5 8 69,-8 4 1,-1 5 16,-5 6 1,-2 6 156,-3 11 0,-5 6-118,-7 12 0,-1 9 27,1 8 1,-2 6-228,-4-6 1,4 3-15,-4-8 1,9 1 217,3-14-500,7 1 417,-4-14 0,8-3 653,0-13-479,0 5 0,8-16 540,3 1-513,-3-1 1,9-15 56,1 4 0,-1-5-205,6-1 0,-4 0 125,-2 0 0,6 0-391,1 0 1,4 0-176,-5 0 1,6-5 221,-6-1 0,8-2-2239,-2 3 1130,3 3 84,3-6 1,5 2-1803,1 0 2891,-1 1 0,-5-3 0,-1-2 0</inkml:trace>
  <inkml:trace contextRef="#ctx0" brushRef="#br0" timeOffset="-1757">830 589 7569,'0'-17'920,"0"-1"-622,0 9 92,0 1 162,0 8-38,-8 15-241,7-3 0,-13 22 397,8 1-341,-7 0-90,3 15 0,-7-8-15,0 4 1,-1 2-86,1-8 0,6-1-125,-1-10 1,8-4 180,-2-8 0,4-6 195,2 1 117,0-8-158,0-4-118,0-10 1,6-13-480,0 0 203,7-8 0,-3 4-347,7-7 316,8-1 1,-5-5-92,3 0 1,-8-3-147,2 3 1,-9 11 201,9 0 1,-11 8-187,0 4 27,3 7 322,-7 3-90,6 14 1,-8 5 614,0 11-282,-8 4-81,6 7 0,-5-5 119,7 0 1,0-6-88,0 6 1,0-8-9,0 2 0,2-11 114,3-7-144,5 5 0,7-10 164,1 0-157,7-8-71,-6-9 1,6-6-289,-8 0 91,0-8-74,1 4 1,-3-7-48,-3-1 0,1-5-14,-7-1 0,5-7-242,-5 2 1,6-4 265,-7-2 0,1 8 7,-6 4 0,0 11-445,0 6-23,0 4 48,0 9-136,0 2 265,0 8 80,0 0 0,0 8-196,0 4 0,-6 9 16,1 2 0,-1 8-153,6-3 1,0 5 195,0 2 505,0-1 0,0 1 0,0-1 0</inkml:trace>
  <inkml:trace contextRef="#ctx0" brushRef="#br0" timeOffset="-1450">1280 520 7569,'11'0'605,"1"0"-215,-8-8-1,3 6 254,-7-6 69,0 8-398,0 0 1,0 10 761,0 7-537,-7 8-255,5 10 1,-12-1 55,8 1 0,1 0-116,5-1 0,0 1-41,0-1 1,2-7 63,3-4 1,5-3-1,7-3 0,3-8-64,3-3 1,3-4-7,9-2 0,-2-6-379,-4 1 153,3-17 67,-13 11 0,12-20 75,-8 8 1,-5-8 23,-7 3-1469,-7 3 905,4-8 0,-10 6 152,-4-8 1,-4 3 86,-7 3 0,-6-2-156,0 8 68,-8 8 41,12-1 1,-12 15 63,8-5 1,-6 4-122,6 2-61,0 0 120,6 8 1,7-5 78,5 9 0,3-6-159,2 5-138,0 1 0,7 3-949,5-3 1420,3-5 0,10 1 0,2 2 0</inkml:trace>
  <inkml:trace contextRef="#ctx0" brushRef="#br0" timeOffset="-1232">1729 485 7569,'-11'-2'939,"-1"-4"-565,8 5 87,-3-7 69,7 0-185,0 6-33,0-5-117,7-1 0,9 6-78,7-4 1,2 4-28,-2 2 1,-4-6-129,4 1 0,2-1-67,-2 6 0,0-6-297,-5 0 1,-1 1-282,0 5 0,-5 0 21,-1 0 39,-7 0 0,6 0-221,-5 0 844,-3 0 0,-2 7 0,-9 3 0</inkml:trace>
  <inkml:trace contextRef="#ctx0" brushRef="#br0" timeOffset="-751">1902 502 7569,'0'-11'91,"2"1"231,4 3-143,-4 1 0,7 0 225,-3 0 548,-4 1-430,6 5-235,-8 0 1,6 1 656,-1 5-468,1 4-146,-6 15 56,0 2 1,0 5 196,0-3-399,-8 12-252,7-20 111,-7 19 1,6-19 40,-4 8 1,4-6-130,-4 6 1,5-8-1115,1 2 586,0-11 383,0 3 1,1-7-2216,5 3 2405,-4 5 0,14-15 0,-7 7 0</inkml:trace>
  <inkml:trace contextRef="#ctx0" brushRef="#br0" timeOffset="2274">5655 53 7567,'-10'-2'476,"4"-4"-72,5 4 366,1-5-234,0 7-260,0 0-97,7 0-89,11 0 1,3 0-89,8 0 205,-1 0-183,15 0 1,-5-2-191,8-4 116,0 4-416,-2-6 449,6 8 9,-13-7 1,5 5-92,-7-4-78,-8 4 155,-2 2 1,-8 0-46,0 0 60,-7 0 400,-2 0-183,-8 0 53,0 0 342,-8 0-105,6 0-195,-13 0-280,13 0 160,-14 0-41,14 0 1,-5 8-124,7 3 0,0 5-310,0 1 247,0 8-18,0 2 74,7 7 29,-5 9-416,6 1 588,0 8 1,-6 7 71,3 5-232,-3 3-86,6 2 1,-6 0 72,4 0 1,1-7 1,-1-5 1,6-3 98,-7-2 1,1-10 119,-6-7 1,0-8 458,0-10 365,0 0-706,-8-7 280,-9 5-477,-2-13 0,-14 6-1,-1-16-1441,-3 6 714,-13-13-121,6 5-1794,-8-7 1221,0 0 543,0 0-315,-7-1 1010,5 1 0,-7 2 0,3 3 0,-6 6 0,-3 4 0,-2 2 0</inkml:trace>
  <inkml:trace contextRef="#ctx0" brushRef="#br0" timeOffset="2883">726 2093 7670,'10'-27'0,"-4"4"782,-4 4-316,-2 2-96,0 7 131,0 3-275,0 7 0,0 9 18,0 9 0,-2 6 98,-4 11 0,-2 5 64,-3 1-203,-5 7 0,9-12-137,-5 5 1,4-3 70,8 2 0,0-9-98,0 4 1,0-12 118,0 0 1,0-10-171,0-1 29,0-8 1,2 1 123,4-10 0,2-11-167,3-7 0,5-7-159,-5 1 1,5-12-178,1-5 0,0-4 200,1-2 0,5-5-105,0-1 0,0-7 78,-6 1 1,-5-3-44,-1-2 1,-1 9 59,1 9 1,3 8 230,-9 14 0,7 10-33,-6 8 154,-1 7 1,-3 6 321,4 15 0,-4 10-235,4 13 0,-4 6 32,-2 12 1,0-2-56,0 7 1,0-5-99,0 5 1,6-1 45,-1 1 0,1-3 47,-6-8 1,6-2-295,0-4 1,5-4-1330,-5-7 1,5-9-1274,-5-3 1596,0-3 473,-6-11 493,0-1 0,-8-31 0,-1-6 0</inkml:trace>
  <inkml:trace contextRef="#ctx0" brushRef="#br0" timeOffset="3952">674 2301 7569,'-17'-8'397,"8"4"142,3-7 1,4 5-347,2-5 1,4-1-273,7-5 0,5 3 12,18-3 154,5 4-21,13-12 1,5 5-121,1-3-976,15 4 1028,-10-14 151,14 14-56,-8-13 1,6 10-151,0-6 1,-6 6 75,-5-1 0,-16 4 29,-2 2 1,-8 1 50,-3 5 1,-14-2-129,-4 7 149,-11 0 988,2 6-672,-8 0 108,-8 0-295,-2 0 104,-7 0-267,0 0 0,-6 8 33,0 3 1,-6 5 29,6 1 0,0 0-45,6 0 1,-1-1-122,1-5 1,7 5-47,5-5 0,3-1 48,2 1 0,0-5-202,0 6 102,7-8 26,3 11 1,13-7-9,0 3 0,8 3 87,-2-9 1,-2 7-19,1-6 0,-5 5 123,6-5 0,-2 5 168,2-5 0,2 8 259,-8-3-241,0-3 45,-14 7 156,7-13-298,-7 14 1,-1-9-7,-8 5 1,-10 3-40,-13-3 1,-3 3-68,-9 2 0,0-1-111,1-5 1,-7 5-313,1-5 0,-4-3-317,9-2 0,-1-5 22,13-1-1013,-8 0 1156,12 0 1,1-7 175,13-5 1,18-5-154,10-6 0,10 2-383,7-8 0,4 0 863,8-5 0,0-1 0,0 0 0,0 1 0,0-1-282,0 1 282,-8 7 0,2-6-163,-11 4 0,3-2 80,-9 3 1,-4-3 82,-2 8 0,-10 0 649,-1 6 1019,-8-1-632,3 1 386,-7 7-916,-7 3 0,-3 7-151,-7 0 1,-1 7-12,1 5 0,0 1-53,0-1 0,1 3-96,5-3 0,-3 3-104,9 2 1,-1 1-128,6-1 1,0 0 70,0 1 0,7-1-123,5 0 0,3 0-132,3 1 0,-1-7 146,0 1 1,6-1-101,0 7-26,0-1 188,2 0 0,-5 0-32,3 1 0,2-1 106,-2 0 0,-2 1 180,-10-1 0,3-6 204,-8 1-38,-1 0 1,-7 5 25,-3 0 1,-5-5-131,-7-1 0,-6-5-535,0 5 1,-8-5 190,2 6 0,2-8 180,-2 1 1,8-3 113,-2-2-2182,4 0 1294,2-7 0,7 3-131,4-8 0,6-5-347,6-6 1,6-8-398,11 2 766,11-3 445,3-3 0,5 0 298,-7 1 0,7 7 0,-6-6 0,5 12 0,-12-8 0,1 8 23,-7-2 0,0 6 27,-5 5 0,-7-1 636,1 7 1121,-8-7-232,3 11-750,-7-6-501,0 16 0,0 3 516,0 12-411,0-3-188,0 12 0,0-5-16,0 8 1,0-3-83,0-3 0,0 4-71,0-4 0,2-4 26,4-2 1,-2-4-158,7-2 1,1-7-108,5-4 161,0-4-17,1-2 0,5-4-139,0-8 79,8 1 34,-5-22 0,7 6 43,-4-8 0,2 1-135,-8-1 1,2-1-177,-2-5 0,-4 7 162,4-1 1,-9 3 78,-3 9 0,-5 7-105,5 10 56,-7 5 0,4 2 908,-8 5-341,0 4-303,0 15 1,0-4-16,0 8 1,0-6-310,0 6 1,0-2-303,0 1 0,0 3-154,0-8 1,8 6-567,3-6 0,4 0 1206,3-6 0,7 1 0,2-1 0</inkml:trace>
  <inkml:trace contextRef="#ctx0" brushRef="#br0" timeOffset="4495">3268 1799 7569,'-5'-17'2664,"-1"0"-2326,-8 7 0,13 4-155,-5 12 1,-2 4 67,2 7 0,1 8 101,5 4 1,0 4-170,0 1 47,0 1-93,0-1 1,0-1-129,0-4 41,0-4-50,0 0 0,1-8-32,5 0 1,-2-1-1,8-11 0,-7 1-160,7-6 1,-6-2 25,5-3 1,1-13-64,5-11 1,2 3-188,4-3 187,-4-8 89,6 1 0,-3-12-235,-5 7 154,12 1 101,-25 13 0,19-4 24,-12 8 1,-1 0-24,1 6 210,-7 7-68,4 3 0,-8 14 218,0 5 0,-2 3 462,-4 3-348,-3 6-224,-1 3 0,-4 8 342,9 0-200,-9 7-103,12-6 0,-11 7-25,7-9 1,0-1-93,6-4 0,0-4-164,0-8 0,0 0 27,0 1 1,2-9-227,4-3 1,4-8-286,7-10 293,0 1 153,1-14 0,5 0-261,0-4 91,7-4 201,-3-9 0,0 6-59,-4-5 0,4-3 11,2-2 1,-2 4-7,2 1 0,-14 15 464,2 8 874,-3 1-56,-5 15-562,-1 2-341,-8 10 0,0 15 420,0 3-264,0-3-163,-8 8 1,6-6-44,-3 8 0,-3-1-128,2 1 1,1-6-181,5-1 0,0-1-258,0 2 1,0-4-599,0-8 1,1 1-1237,5-1 1085,4-7 730,7-3 0,0-7 428,1 0 0,7-7 0,2-3 0</inkml:trace>
  <inkml:trace contextRef="#ctx0" brushRef="#br0" timeOffset="4735">4150 1851 7569,'18'-25'1662,"-9"6"-1075,-1 2 414,-8 9-508,0 8-146,0 0 1,-2 8 118,-4 3 0,-1 12-72,-5 6 1,-3-2 83,3 2 0,4 0-159,3 5 1,3-1-1,2-4 0,0 3-113,0-3 1,2-2-24,3 2 1,5-8-837,7 2 373,1-11 214,7 3 0,0-11-41,3 7 0,5-7 45,-4 2 1,-2-6-5,2-6 0,-6 2-516,6-7 0,-8-1-558,2-5 0,-4 6 113,-2-1 1,-1 1 527,-5-7 1,3 1-856,-9 0 666,1 7 367,-6-13 1,-2 13 320,-4-7 0,-11-8 0,-10 6 0</inkml:trace>
  <inkml:trace contextRef="#ctx0" brushRef="#br0" timeOffset="4877">4462 1990 7569,'-35'-6'-39,"0"0"0,1 0 136,-1 6 1,3 0 0,3 0 1196,6 0-1003,4 0 0,7 0 713,0 0-508,9 0-217,-5 0 0,10 0 24,4 0 1,9 0-178,8 0 1,6 0-93,-6 0 0,8 0-98,-2 0 0,-3 0-310,3 0 1,-8 0-1032,2 0 657,-3 0 489,-3 0 1,0 0-811,1 0 1,-7-2 1068,1-3 0,-9 3 0,5-6 0</inkml:trace>
  <inkml:trace contextRef="#ctx0" brushRef="#br0" timeOffset="5033">4150 1765 7569,'-17'0'2091,"0"0"-1281,7 0-377,2-8 1,18 6-799,7-4 143,1 5 195,14 1 0,-5-2-1084,8-4 0,-1 4 139,1-4 972,0 4 0,-1 2 0,1 0 0</inkml:trace>
  <inkml:trace contextRef="#ctx0" brushRef="#br0" timeOffset="5291">5032 1661 7569,'-2'-10'4163,"-3"5"-4004,3 3 0,-6 9 146,8 5 0,-6 5 175,0 6 0,1 6-232,5 11 1,-6-1-91,0 7 0,-1-8-647,1 3 267,4-5 208,-14 7 0,15-13-1594,-5 5 832,4-12-124,2 2-400,0-8 758,0-7 1,2-4-194,4-12 0,-3-6 224,9-11 511,-1-4 0,-1-15 0,-2-2 0</inkml:trace>
  <inkml:trace contextRef="#ctx0" brushRef="#br0" timeOffset="5466">5188 1488 7569,'27'-6'-102,"-4"1"0,-4-1 404,-2 6 1,6 4 458,1 7 0,-1 3-395,-6 14 1,0 1-151,0 6 0,-1 7-33,-5 4 1,3 2 529,-8-2 1,-3 2 610,-8-7 1,-11 7-856,-7-2 0,-13-4-167,1-1 1,-11-13-235,0-5 0,-4-3-144,-2-3 0,8-2-2799,4-3 1381,3-4 796,2-8 698,1 0 0,-1 7 0,1 3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35.1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35 9673,'-9'0'777,"1"0"-700,8 0-41,0 0-27,8 0 1,-4 2 67,7 4-68,1-4 1,5 5 24,0-7 0,1 0 74,-1 0-95,8 0 0,-4 0 18,8 0 0,0 0-18,5 0 1,7 0 6,-1 0 0,2 0 10,-1 0 1,3 0-15,8 0 1,7 0 134,5 0-1115,3 0 991,10 0 1,-4 0-59,7 0 60,1 0 1,6 0-9,-1 0 4,1 0 0,5 0 58,0 0 0,8-2-236,-2-3 1,-2 3 233,2-4 1,-8 4 73,2 2 0,-7 0 159,-10 0-249,-8 0-3,-15 0 1,-2 0 27,-4 0 1,-9 0-26,-9 0 0,-12 0-150,1 0 829,-11 0-1470,2 0 496,-8 0 1,-8 0-660,-4 0 0,-5 0-1039,-6 0 1928,-4-8 0,-15-1 0,-2-9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35.6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0 104 7454,'0'-12'-313,"0"1"1074,0-3-131,0 7-400,0-1 1,8 2-35,3 0 1,5 1-2,1 5 1,2-2 4,4-4 1,4 4-36,8-4 0,-1 4-22,1 2 1,5-5-113,1-1 110,7 0 1,-10 6-232,8 0 0,-7 0 57,1 0 0,-5 0-506,-6 0 1,1 0 292,-7 0 0,0 0-557,-5 0 1,-7 6 66,1 0 736,-8 7 0,11-3 0,-5 7 0</inkml:trace>
  <inkml:trace contextRef="#ctx0" brushRef="#br0" timeOffset="205">450 104 8383,'-10'7'344,"1"3"-161,3 7 1,4 3-210,-4 3 42,-3 4 0,7 1-137,-4 1 134,-4-8 52,8 12 1,-5-8-759,7 4 489,0 3 0,0-12-116,0 3 0,5-4-638,1-2 958,0 1 0,2-1 0,1 0 0</inkml:trace>
  <inkml:trace contextRef="#ctx0" brushRef="#br0" timeOffset="391">104 692 8242,'10'-10'1162,"3"-5"-590,-7 3 0,13-3-124,-2-2 1,12 1 21,0 5 1,6-5-141,5 5 0,-4-5-18,5-1 0,3 6-357,2-1 1,2 8-274,-2-2 0,2 5-1793,-7 1 1488,7 0 0,-12 1-1097,5 5 1720,-5 4 0,-1 7 0,-1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38.4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9877,'17'0'464,"0"0"-269,1 0 0,9 0-54,7 0 1,1 0-73,5 0 1,4 0-32,3 0 0,-3 0 86,2 0 0,-6 0-375,6 0 1,-2 0-13,3 0 1,-5 0-156,-8 0 1,-1 2 69,-4 4 0,-2-4-215,-4 4 1,-4 3 262,4 3 1,2 5 299,-2 6 0,8-3 0,-4 4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39.3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35 157 8088,'-17'-8'849,"7"6"-719,3-6 1,9 8 138,3 0 1,5 0-123,7 0 1,3 0-16,3 0 0,5 0 635,13 0-465,3 0 0,8-2-26,0-3 0,13 3-81,4-4 0,12-2-222,0 2 0,11-7-105,6 2 0,-48 6 1,0 0 27,48-7 0,-45 9 0,-1 1 74,46-10 1,-45 9 0,0 0 67,45-8 0,-2 7-72,2-2 0,-8 4-141,3 2 1,-13-6-48,-5 1 1,-5-1-12,-7 6 0,0 0-94,-11 0 0,2 0 106,-14 0 0,-1 0-411,-10 0 0,-4 0-145,-8 0 777,-8 0 0,5 0 0,-8 0 0,-1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40.0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35 7569,'-9'-8'3192,"1"6"-2665,8-13 0,8 13-117,3-4 1,6 4-159,7 2-1,4 0-68,13 0 1,-3 0-18,8 0 1,6 0 22,6 0 1,1 2-322,-1 4 0,-2-4 157,7 4 1,-13-3-643,2 3 0,-12-4-26,1 4 1,-13-4-305,-5-2 0,-3 6 150,-3-1 73,0 1 274,-7 2 1,-12-6 449,-15 3 0,-8-3 0,-10-2 0</inkml:trace>
  <inkml:trace contextRef="#ctx0" brushRef="#br0" timeOffset="169">468 52 7569,'9'0'1369,"-1"0"-616,0 8-269,-6 1 0,5 9 159,-7-1 0,0 8-284,0 4 1,0 5-177,0 7 1,0-3-248,0 8 1,0 2-285,0 10 0,0 0-1294,0 11 1,0-12 1641,0 7 0,0-16 0,0-6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42.4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 52 7569,'-17'-8'815,"-1"6"1150,9-5-1314,1-1-174,8 6-560,0-6 66,8 8 0,1-5 180,9-1-762,7 0 0,-6 6 377,4 0 0,-2 0-244,2 0 1,-4 2 240,4 4 0,-5-2 225,-7 7 0,4 1 0,-5 5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42.6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35 7569,'0'9'2545,"0"-1"-1547,8-8-620,-6 0 0,13 0 185,-3 0-582,3 0 0,4 0 235,4 0-219,-3-8 0,12 5-130,-3-9 1,4 8 197,1-2-65,-7 4 0,14-5 0,-5-3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41.9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35 224 7569,'0'-27'1413,"0"4"-1276,-7 4 1,3 1 229,-8 1 210,8 7-148,-3 3 0,7 16 186,0 9-308,0 7 0,0 17 96,0 2-179,0 8 0,0 7-41,0 5 1,2 1 11,3-1 0,3 3-147,4-4 0,3-3-195,-3-3 0,-3-5-346,3-6-1274,-1-3 1186,-1-9 1,5-7-968,-3-4 517,-5-11-155,9-4 705,-7-8 481,1-8 0,5-9 0,-5-10 0</inkml:trace>
  <inkml:trace contextRef="#ctx0" brushRef="#br0" timeOffset="253">87 120 7569,'0'-25'727,"0"6"-554,0-4 0,0 9-148,0 3 0,0 5-139,0-6 0,8 9 170,3-3 0,5 6 145,1 6 1,8 5 81,4 12 1,4-2-125,1 8 0,1-6-87,-1 6 0,-1 0-58,-4 5 1,-4-5 68,-8 0 0,-7-2 83,-5 2-81,-3 3 0,-9-12 85,-5 3 0,-11-4 90,-6-2 0,-3 1-226,-3-1-53,0 0 1,3-1-558,3-5 400,-4-3 0,20-6-9,-4 3-1377,11-3 1152,-2 6 1,12-8 80,7 0 329,9 0 0,22 0 0,2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45.8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87 8511,'-17'0'566,"7"0"-566,2 0 1495,8 0-948,0 0 1,8 0 105,4 0-397,3 0 1,10-6-113,4 0 1,-2-1 38,1 1 1,7 4-78,5-4 0,-1-2 89,-10 3 0,7-1-275,-7 6 1,6-6 94,-12 0 0,5 1 28,-5 5 0,1-6-520,-7 0 0,-6 0-727,1 6 1,-6 0-1226,5 0 1227,-7 0 1202,4 8 0,-8 9 0,0 10 0</inkml:trace>
  <inkml:trace contextRef="#ctx0" brushRef="#br0" timeOffset="186">346 121 7569,'0'10'795,"0"-2"-305,0-8 645,0 0-809,0 7 1,0 3-272,0 7 1,-6 1 92,0-1 0,1 6-500,5 0 0,0 8 279,0-2 0,5-3-1508,1 3 1581,0-8 0,2 12 0,1-6 0</inkml:trace>
  <inkml:trace contextRef="#ctx0" brushRef="#br0" timeOffset="567">52 554 7569,'-10'-2'205,"5"-4"437,-5 4-314,8-6-71,-13 8 1146,13 0-236,-6 0-246,8 0-599,0 0 1,8 0-24,3 0 1,5 0-117,1 0 1,8-5 11,4-1 0,0 0 0,5 6 0,-3-6 55,9 1 1,-1-7-56,1 6 0,-2-5-350,9 5 0,-9-2-61,2 3 0,-5 3-721,-6-4 771,3 4 1,-12 2-112,3 0-1323,-12 0 1093,5 0 0,-15 2-137,5 4 72,-4-4-307,-10 13 0,-1-11 879,-8 7 0,-1 1 0,1 5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49.5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1 122 7569,'10'-2'0,"-5"-4"1242,-3-3 1713,-2-9-1870,0 1-395,0 0-477,0 0 1,8 7-19,3 4 0,-1-2-409,2 3 0,1-1-94,10 6 1,-4 0-327,4 0 463,4 0-400,-8 0 0,6 0-503,-7 0 0,5 0-388,0 0 109,0 8 1353,-6 1 0,1 9 0,-1-1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49.7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 18 7569,'-17'8'601,"5"-6"884,0 3-814,9 5-220,-5-8 448,8 6 0,8-8-158,3 0 1,6-2-264,7-4-249,-5 4-308,13-13 1,-5 13-225,8-4 1,5-2-344,1 2 1,1 1-1806,-2 5 2451,-3 0 0,13 0 0,-6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47.0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70 138 7569,'-12'0'715,"1"0"-8,-3 0-323,7 0 264,-9 0-465,14 0 93,-5 0 91,7 0-32,0 0 1,7 0 56,5 0 1,11 0 152,6 0-175,4 0-210,9 0 1,-2-5 22,12-1 1,2-6-38,9 7 0,10-3-51,-4 2 0,6 4 88,0-4 1,4-1-255,8 1 0,-1 0-46,0 6 0,7-6-125,-1 1 0,6-1-477,-6 6-1118,8 0 1731,-12 0 1,3 0-21,-5 0 1,-17 0-58,6 0 0,-7 0 5,1 0 1,-14 0 68,-3 0 0,-6 0-23,1 0 1,-5 0 643,-8 0 1,-5 0-146,0 0 0,-8 0 1444,2 0-1562,-3 0-133,-3 0 0,-2-2 16,-3-4-366,-5 4-418,1-5 399,-6 7 136,6 0-1259,-8-8-1245,0 6 2621,0-6 0,7 1 0,3-3 0</inkml:trace>
  <inkml:trace contextRef="#ctx0" brushRef="#br0" timeOffset="1393">762 415 6078,'-8'-17'4223,"6"7"-3510,-6 2 1,8 10-315,0 4 0,0 4-161,0 7 0,0 8-43,0 4 0,0 5 87,0 7 1,2-5 160,4 5 1,-2-5-219,7-1-476,-7-1 1,6-1 162,-4-4 0,-4-4-59,3-8 150,-3-7 0,0 3 113,4-7-68,-4 0 0,6-14 76,-8-4 1,-2-5-117,-4-6 0,4-4 11,-4-7 0,4-1-456,2 0 0,0-7-133,0-4 1,0-4-40,0-2 0,2 2 247,4 4 1,2 6 50,3 11 1,5 0 111,-5 12 1,4-2 15,3 13 1,-1 0-2,0 6 1,-5 2-12,-1 4 1,-1 3 90,2 9 279,-5-1 1,-1 6-32,0 0 0,-1 0 130,-5-6 0,0 1-105,0-1-171,0 0 236,-7 1 0,-3-1 290,-7 0 0,5-7-23,1-4-278,-1 3 1,1-7 540,-1 4-406,8 4 0,-3-7-15,7 9 0,0-1-118,0 7 0,0-1-12,0 0 1,7 1-55,5-1 1,3 0-1,3 0 0,-1 1 24,0-1 1,2 0 11,4 1 0,-3-1-389,3 0 0,-4-5-136,-2-1 0,1-1-488,-1 1 0,0-1 242,0-4 0,1-4-43,-1 3 1,0-3-78,1-2 0,1 0-357,4 0 0,-2-5 1053,8-1 0,-8-15 0,4 2 0</inkml:trace>
  <inkml:trace contextRef="#ctx0" brushRef="#br0" timeOffset="1643">1471 519 7569,'-12'-2'0,"1"-4"1035,7 4 195,-4-5 0,8 5-788,0-4 1,2 4-162,4-4 1,9 4 496,8 2-465,8-7 1,-10 3 173,8-8-712,0 8 232,5-3 1,-5 1-270,0 0 237,0-7 0,3 9-174,-3-8 0,-4 8-454,-7-1 0,-1 3 421,0 2 0,-1-2-187,-5-4-1568,4 4 110,-13-6 1877,6 16 0,-16-6 0,-1 6 0</inkml:trace>
  <inkml:trace contextRef="#ctx0" brushRef="#br0" timeOffset="1810">1695 519 7569,'10'0'1481,"-2"0"1,-8 2-847,0 4 0,2-3 117,3 9 1,-1-1-415,8 7 1,-6-1-114,5 0 1,-5 6-291,5 0 1,-5 8-698,6-2 686,-8 4 130,3 1 45,-7 1-99,8 7 0,-6-5 0,6 5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51.3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865 347 7569,'0'-18'0,"0"1"0,6 5 40,0 1 0,0-1 0,-6-5 0,0 0 1398,0 0-333,0 7-638,-8-5 1,-2 11 169,-7-8-443,0 8 1,-1-3-12,1 7 1,-6 7-65,0 5 0,0-3 76,6 3 0,5 0-190,1 5 53,-1 0-513,2 0 271,3 1 75,7-1 1,0-5-41,0-1 0,7-1 119,5 1 0,5 5 42,6-5 0,-2-1-13,8 1 1,-2-5-3,2 6 0,4-7 0,-4 7 1,3-3-3,3 3 1,-1 3 77,1-3-64,-8-4 37,-2 7 0,-8-11 194,0 7-138,1 1 1,-9 5 357,-3 0-361,-4 1 0,-10-1-8,-3 0 1,-5-1 58,-1-5 0,-8 5 82,-4-5 0,2 3-839,-1-3 423,6 4 1,-8-7 91,7 4 1,0-3 103,5-3 0,1-4-1779,0 4 1204,-1-4 0,7-4-441,-1-4 1,9-4 1003,-3-7 0,4-8 0,2-2 0</inkml:trace>
  <inkml:trace contextRef="#ctx0" brushRef="#br0" timeOffset="190">796 104 7569,'10'-26'0,"-3"1"0,-7 7 0,0 7 977,0-1-205,0 8 175,0-3-645,8 7 0,-6 7 302,4 5 1,1 11-217,-1 6 1,6 5 254,-6 7-406,7 3 1,-11 8-21,4 0 0,1 5-11,-1 1 1,6-6-24,-7-6 1,3 0-1,-2 6 1,-4-2-3312,4-4 1521,3 4 649,-7-13 0,12-1-1038,-9-7 1996,9-16 0,-5 10 0,9-13 0</inkml:trace>
  <inkml:trace contextRef="#ctx0" brushRef="#br0" timeOffset="856">1401 347 7569,'0'-23'0,"0"-1"0,0 1 1065,0 6-464,0 8-291,0-7 0,0 12 44,0-7 0,8 7-164,4-2 0,3 4-57,2 2 1,1 8 49,-1 3 1,2 11 22,4 1 1,-4 7-76,4-1 0,-5 6-105,-7 5 1,3-3-360,-9 3 161,1-3 119,-6-3 1,0-1-33,0-4 1,-2-4 240,-4-8 0,-3-2 166,-8-3 1,-1 1-204,1-7 1,0 0-35,-1-6 1,1 0 9,0 0 1,1-8 142,5-3-415,-4-5 96,13-1-97,-6 7-64,8-5 141,0 13-5,8-6 0,1 8 75,9 0 1,-1 2-9,0 4 0,0-2-45,1 7 1,5-5-102,0 6 0,2-9-926,-2 3 524,-4-4 327,14-2 0,-12 0-24,8 0 0,-6-2-207,6-4 0,-6 3-209,5-9 1,-4 1 446,4-7 1,-8 1 252,-3 0 0,-2-6 0,-9 0 0,7 0 0,-11-2 0,6 5 148,-8-3-133,0 4 477,0 9 721,0 3-772,-8-1 0,1 14 226,-5 0 0,-1 7-292,7 4 1,-6 3-123,7 3 1,-1-4 201,6 4-271,0 4-47,0-8 1,2 6-165,4-8 34,3-7 0,8 3-134,1-7 145,-1 0 0,2-6-12,4 0 0,-2-2-126,8-4 1,-8-2 97,2-3 1,-3-10 7,-3 4 0,-5-5-146,-1 5 20,-7 0 58,4-8 0,-8 6-78,0-4 150,-8 3 1,-2 3 30,-7 0 0,0 1-48,-1 5 31,1 3 1,-6 8 71,0 0 1,-6 0-84,6 0 1,0 0 9,6 0 1,-1 6-264,1 0-294,8 7 168,1-11-959,8 13 668,0-5 219,8 0 458,9-3 0,10 1 0,7 2 0</inkml:trace>
  <inkml:trace contextRef="#ctx0" brushRef="#br0" timeOffset="1149">2318 329 7569,'8'10'882,"-6"-2"12,5-8-660,-14 7 0,-1 3-31,-4 7 0,3 0-23,3 1 1,4 1 137,-4 4 1,6-4 506,6 4-413,-4-3-364,13-11 1,-5 5-89,7-9 1,6 1 200,0-6 1,8 0 21,-2 0 1,-2-2-136,2-4 0,-8-3-279,2-8 1,-4-1-292,-2 1 191,1 0 175,-9-1 0,-1 1-187,-8 0 320,0-1 0,-8 1-266,-3 0 168,-12 7 0,1-5 20,-6 3 0,5 5 30,-6 1 1,2 4-10,-2 2 0,-2 2-15,8 4 0,6-2-228,5 7-183,9-7 261,-5 11 0,8-11-1024,0 8 647,0-9 622,8 5 0,1 0 0,8 1 0</inkml:trace>
  <inkml:trace contextRef="#ctx0" brushRef="#br0" timeOffset="1409">2733 277 7569,'8'10'870,"-6"5"-535,3-3 1,-3 3 97,-2 3 1,0-1-201,0 0 1,0 0-28,0 1 1,8-1 276,3 0-189,5 1-157,1-9 1,8 5-21,4-9-139,4 1 68,1-6 0,1-7-92,-1-5 0,1-3 133,0-3 1,-9-5-126,-3 0 1,-5-2 41,-7 2 0,-3-2 20,-8-4 1,-2 2 23,-4 4-141,-11 4 121,-10-6 1,-13 8-182,-1 0-33,-7 7 84,4 2 1,0 8-157,4 0 0,-3 8-205,3 4 0,7 3-411,10 2 1,4 6 873,2 0 0,-1 8 0,1-4 0</inkml:trace>
  <inkml:trace contextRef="#ctx0" brushRef="#br0" timeOffset="2126">35 1056 7569,'-17'0'620,"7"0"-240,3 0-1,7 0 865,0 0-885,0-8 0,2 6 66,3-4 1,5 4-194,7 2 0,6 0-26,0 0 1,8 0 266,-2 0-192,-4 0-144,8 0 1,-7 0-109,9 0 8,0 0 0,-1 0-219,1 0 182,-1 0 1,9 0 21,3 0 0,4 0-108,2 0 1,5 0 66,1 0 0,13 0-6,-2 0 1,14-7-1569,3-5 1806,8 4-160,-38 1 0,0-1 0,-2 4 0,-1 0-127,5-1 0,0-1-3,-5-2 1,1 0 87,6 7 0,-1 1-762,-2-8 1,0 0 759,3 7 1,1 0-1,-3-3 1,-1 1-4,1 2 1,-1 2 0,-2-4 0,0 0-135,3 0 1,-1 0 0,-3 0 0,0 0 142,0 3 0,1 0 0,1 0 0,0 0-1,-1 0 0,-1 0 1,-1 0-1,-2-2-84,47-3 1,-6 3-173,6-4 1,-7 4 237,1 2-9,-11-8 0,-7 6 138,-10-3 1,1 1-404,-7-2 318,-8 4 0,-2-6 678,-8 8 0,-5 0-696,-6 0 0,-8-5 1737,2-1-1513,-4 0 1087,-2 6-1085,1 0 1,-7 0 751,1 0-701,-8 0-247,11 0 0,-11 0-101,7 0 0,-5 0 20,6 0-385,-9 0 378,5 0 74,-8 0-6477,0 0 6439,0 8 0,-8 1 0,-1 9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55.4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52 277 6643,'0'-9'2577,"0"1"-2187,0 8 215,0 0-343,-8 8 1,6 1 141,-3 9-84,-5-9-47,8 6-89,-6-5-142,1 7 36,5 1 0,-6-7 220,8 1-341,0-1 92,0-1 146,8 5 0,1-5-10,9 7 1,-1-5-161,0-1-330,0-7 253,8 11 1,-3-7-110,6 4 95,-6 3-1,10-5 115,-13-1 20,6 7 1,-7-7-23,-1 8 164,-7 1 32,-3-1 0,-7-5-126,0-1 1,-7-5-7,-5 5 1,-3-5-183,-3 6 36,1-8 0,0 3-934,0 1 669,-8-6 1,5 6 53,-3-8-1157,-4 0 897,8 0 0,-6 0-263,8 0 259,0 0 511,-1 0 0,9-16 0,1-3 0</inkml:trace>
  <inkml:trace contextRef="#ctx0" brushRef="#br0" timeOffset="193">35 277 7569,'0'-17'628,"0"0"-223,0-1 1,0 9 324,7-7-411,-5 14 1,8-7 183,-4 3-130,-4 4-236,13-6 1,-6 7 57,9-5 0,5 4 0,0-4 0,2 2-79,-2-2-571,-4 5 404,6-7 1,-2 8-1236,0 0 580,0 0 390,-5 0-1249,-1 0 446,0 0 1119,0 0 0,1-8 0,-1-1 0</inkml:trace>
  <inkml:trace contextRef="#ctx0" brushRef="#br0" timeOffset="744">536 139 7967,'0'-10'958,"0"3"-683,0 7 115,-8 0-195,6 0 0,-11 2 60,7 3 32,1 5 11,5-1-258,0 7 15,0-7-1,0 1-155,7-2 1,-3-2 134,8-1 148,-9 1-490,13-6 224,-7 0 1,9-6 99,-1 1 1,-5-9 6,-1 3 1,-5 1-219,5-2-241,-7 1 282,4-6 1,-2 5-204,-1 1 178,1-1 0,-6 2 172,0-5-54,-8 5 0,5 1-67,-9 3 351,8-4-106,-11 9-178,13-7-40,-13 8 238,13 0 163,-6 0-147,8 0-314,0 0 192,8 0-17,1-8-118,1 6 115,5-5 1,-5 7 13,7 0 84,-7 0-100,5 0-23,-5 0-25,7 7 159,0 3 405,-7 7-337,-2 0 1,-3 1 401,1-1-279,0 0-115,-6 8 1,-2 0-38,-4 4 1,2 4 93,-7-4 123,7 3-250,-11 3 1,11 5 67,-8 1 1,1 5 7,-7-6 1,7 6-101,-1-6-408,1 8 270,1-11 0,-3 5-712,7-7 373,0 7 217,-1-5-1099,5 5 397,-6-15 414,8 5-758,0-12 748,0 5 0,2-16 101,4-3 1,3-4 354,9-2 0,-1-15 0,0-5 0</inkml:trace>
  <inkml:trace contextRef="#ctx0" brushRef="#br0" timeOffset="1000">865 554 7569,'-8'10'568,"6"5"1,-8-7 428,5 3-525,3 4-144,-6-5-140,8 7-39,0 1 0,0-1 46,0 0 0,8-7-12,3-4 1,5-4-81,1-2 0,0 0-139,1 0 1,5-8 70,0-4 1,2-3-103,-2-2 1,-10-3-105,4-3 76,-3 4 0,-5-6 155,-1 8-23,-8 0 1,-4 1-1,-7 5 1,-1-3-13,-11 9 0,-4-1 7,-1 6 1,1 7 17,-2 5 0,8-2-76,-2 1-868,3 1 603,11 5 0,1 0-1791,8 0 2082,0 1 0,8-1 0,1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59.1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35 7979,'0'-17'1179,"-8"7"1,5 2 145,-9 8 60,8 0-313,-3 0-432,7 0-97,0 0 0,7 0-539,5 0 0,3 0-225,2 0 1,1 0-88,-1 0 1,6 6-438,0 0 1,0 0-1819,-6-6 1860,8 0 1,-5 5-1039,3 1 893,-12 0 848,5 2 0,-14-7 0,5 7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59.3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 0 7569,'-10'10'1907,"-5"-3"-1710,13-7 360,-6 0 1,10 0 776,4 0 0,9 0-840,8 0 0,8 0-215,-2 0 1,9 0-210,2 0-2148,1 8 1496,-7-6 1,1 8 581,-1-5 0,1-3 0,0 6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58.3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18 7569,'0'-10'777,"0"2"1,0 10-326,0 4 1,0 4-37,0 7 1,0 8-207,0 4 1,-6 2-43,1-3 1,-1 5 37,6-4 1,0 2-24,0-3 1,0 5-1,0-4 1,0-4 22,0-2 1,2-4-1812,3-2-612,5-7 1078,0-2-195,5-8 643,-5 0 691,7-8 0,8-9 0,2-10 0</inkml:trace>
  <inkml:trace contextRef="#ctx0" brushRef="#br0" timeOffset="267">277 70 7991,'-5'17'885,"-1"0"1,-2 6-703,2 0 1,5 8 312,-5-2-39,4 4-194,2-7 1,8 5-147,3-8-160,4 0 226,10-5-512,-5-9 329,12-1 0,1-8 13,7 0 0,3-2-32,-3-4 0,-4-5 11,5-12 0,-12 2 24,-6-8 1,-4 6-290,-2-6 571,-7 0-187,-3-6 1,-14 8 574,-5 4-331,-11-3-145,-4 6 362,-15 3-312,-2 2 0,-2 13 0,0-4 0,5 4-71,-5 2 1,15 0 16,3 0 1,6 8 160,5 3-1536,8 5 1169,1 1 0,23 8 0,4 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7:57.5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260 18 7569,'0'-10'1724,"0"3"-1082,-8 14 1,-1 3 231,-9 7-488,1 8 1,0 2-396,-1 8 73,1-9 1,0 5 52,0-8 1,-1 6-101,1-6 1,0 0 155,-1-6 1,7 1 9,-1-1 1,8-5-1317,-1-1-1018,-5-7 1400,8 4 1,-5-10-742,7-4 841,0 4 234,7-13 417,-5-3 0,6-1 0,-8-13 0,7 5 0,3-8 0</inkml:trace>
  <inkml:trace contextRef="#ctx0" brushRef="#br0" timeOffset="144">35 156 7569,'0'-25'0,"-2"6"0,-4-4 0,4 4-899,-3 1 1830,-5 1-537,8 7 0,-5 1 745,7 3-570,0 4-193,0-5 366,0 7-407,0 7 1,0-3-2,0 8 1,0-1-13,0 6 1,7 1-117,5-1 1,-3 0-24,3 1 1,1-1-319,10 0 0,-3 0-146,3 1 1,-4-1-1540,-2 0 875,0 1 497,1-1-1741,7-7 2189,-6 5 0,14-13 0,-7 5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13.2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448 104 7569,'0'-23'0,"-2"0"0,-4 2 1180,-5 2-679,3 9 176,0 3 1,6 8-213,-3 5 0,-5 12-372,-7 10-66,-1 5 32,1 9 0,-8 4 135,-4 12 1,-3-6-173,-3 0 0,2-2-256,5-10 0,-5 0 231,4-5 1,4-10 78,2-8 0,10-1 262,1-11 0,6 1-102,-5-6 1,7-2-79,-2-3 1,6-5-21,6-7 0,5-1 47,13 1 0,2 2-80,9 3 0,2-1-155,3 7 1,-2 0 56,8 6 0,1 0-133,4 0 0,-1 6-308,-4 0 217,4 7 123,-13-11 0,5 11-642,-7-7 370,-1 8 192,-7-5 0,-2 3 15,-7-1 0,-9-5-277,-3 6 0,-4-7-1244,-2 7 1178,0-8 1,-8 9-56,-3-7 0,-11 0 557,-1-6 0,-7 0 0,3 0 0</inkml:trace>
  <inkml:trace contextRef="#ctx0" brushRef="#br0" timeOffset="172">517 381 7569,'8'-27'1016,"-6"2"-252,13 8-179,-13 0 156,6 7-336,-8 2-157,0 16 1,0 7-54,0 8 0,0 14-46,0-3 0,-2 13-12,-4-1 1,4 6-283,-4 5 1,4-3-435,2 4 0,2-10-526,4-2 1,4-10 539,7-1 1,8-10-651,4-14 1215,3-3 0,11-16 0,1-1 0</inkml:trace>
  <inkml:trace contextRef="#ctx0" brushRef="#br0" timeOffset="439">1070 346 9325,'-17'8'145,"-8"9"1,6 6 165,-4 12 1,4-4 133,1 9 1,3-3-184,3-3 0,5-1-87,7-4 0,9-4-54,9-8-93,7-7 121,9 5 0,1-13-127,-1 4 0,7-14-2,-1-9 1,4-1-21,-9-5 1,3-4-4,-9-1 1,-6-3-240,-6 2 0,-7-2 74,-10 8 1,0-6-35,0 6 1,-13-6-81,-5 6 1,-10 6 69,-1 6 0,-4 7-117,-2-2 38,1 12 167,-1 3 1,6 14-149,1 0 0,8 8-63,3-2 0,8 2-248,9-2 1,1 1 39,5-7 543,4 0 0,15-5 0,2-1 0</inkml:trace>
  <inkml:trace contextRef="#ctx0" brushRef="#br0" timeOffset="727">1624 416 8556,'-8'9'620,"-2"8"-132,-7 1 0,0 1-2,0 10-266,-1 0 0,9-1-25,3 1 0,4-2-12,2 2 1,0-4-48,0-8 1,13-1-88,5-5 0,11-3-71,-1-8 0,5-2 102,2-4 0,-1-3 71,1-9 0,-4-5-176,-8 0 0,-2-6-213,-15 6 1,-1-6 120,-5 6 1,-2-5-26,-3 4 0,-13 1 64,-10 6 0,-5 2-161,-2 3 0,1 5-44,-1 7 96,0 0 139,9 0 0,-5 1-446,8 5 0,2 6 87,9 11 1,4-4-55,8 4 0,0-4 4,0-1 1,4-1 456,8 0 0,7 0 0,16 1 0</inkml:trace>
  <inkml:trace contextRef="#ctx0" brushRef="#br0" timeOffset="1005">2212 416 8381,'-8'17'1023,"-2"2"-783,-7 4 1,2-2 62,3 8 1,-1-6 150,7 6 0,0-2-205,6 2 0,8-4-54,4-8 0,5-2 77,6-3 1,6-4-78,11-8 0,-3-8-89,3-4 0,-6-3 42,-5-2 1,-4-6 10,-7 0 1,-9-6-40,-3 6 1,-8-2-139,-10 2 1,-7 3-11,-15-3 0,-7 6-184,1 6 1,-6-3-298,6 8 1,-1 2 270,7 10 1,1 4-1056,4 7 1,-2 2 111,8 4 1181,0 4 0,6 8 0,0-1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20.3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260 35 7569,'-2'-15'806,"-4"3"-587,4 5 0,-11 9 452,7 3 1,-7 13-278,1 10 0,-3 19 312,-3 4-344,1 5-135,0-4 0,-1 0-44,1 0 1,0-2-7,0-4 0,1-4 11,5-7 1,-3-8 260,8-4 94,1-12-282,-3-3-66,6-8 0,-6-8-540,8-3 1,8-10 128,4-2 1,3-1-13,2 7 1,8 0 118,4 0 1,6 5 78,5 1 0,-2 7 35,9-2 0,-9 4 13,2 2 0,3 6-29,-3 0 0,0 5-20,-5-5 0,-6 5-230,0-5 1,-8 8-574,2-3-508,4-3 286,-8 7-486,6-13 523,-16 6 61,-1-8 958,-16 0 0,-9-16 0,-10-3 0</inkml:trace>
  <inkml:trace contextRef="#ctx0" brushRef="#br0" timeOffset="155">433 225 7569,'0'-26'223,"0"1"474,0 7-241,0 1-162,0 7 0,0 12 521,0 16 1,0 7-297,0 9 0,-6 7-47,0-1 0,0 8-474,6-2 1,0 4-345,0 2 0,2 0 390,4 0 1,4 0 108,7-1 1,0-1-3282,1-4 3128,7-3 0,1-16 0,9-2 0</inkml:trace>
  <inkml:trace contextRef="#ctx0" brushRef="#br0" timeOffset="449">1055 260 7569,'-27'10'1865,"-3"7"-1388,7 0 1,-2 2 249,2 10 1,3 2-385,-3 9 0,10-3-130,1 3 0,8-3 227,-1-3 1,10-7-99,7-4 0,11-3-240,6-3 0,4-8-21,1-3 1,6-4-170,1-2 0,7-9 45,-2-9 0,-10-1-186,-1-10 0,-12 0 178,0-5 1,-6-7-3,-5 1 0,-4 0-844,-8 5 397,-16 1 264,5-1 1,-22 8 16,4 4 0,-9 6 128,-2 5 0,-7 4 138,7 8 1,0 8-259,5 4 0,8 3-201,4 2 1,6 3 189,5 3 0,7-2 109,10 8 1,7-6 112,11 5 0,4-6 0,7 3 0</inkml:trace>
  <inkml:trace contextRef="#ctx0" brushRef="#br0" timeOffset="772">1678 364 7569,'-25'-8'676,"6"6"151,-4-4 1,3 5-293,3 1 1,0 7 135,-1 5 1,1 3-318,0 2 0,7 6-171,5 1 1,3 4 149,2-5 1,2 6-157,3-6 0,11 0-155,7-5 0,7-9 46,-1-3 0,4-4-111,2-2 1,-1-2 42,1-4 0,-3-5-182,-3-12 0,2 2 118,-8-8 1,-6 6 41,-5-6 1,-8 2-285,1-2 0,-10-2 101,-7 8 0,-11-6-70,-6 6 1,-3-3 139,-3 8 1,-5-1 217,-1 13 1,-1 0-90,2 6 0,9 2 90,-4 4 1,12 4-139,0 7 0,10 0 27,1 1 0,8 5-1395,-1 0 638,3 0 487,9-6 0,11 6-1411,11 0 1708,3 0 0,10-5 0,3-1 0</inkml:trace>
  <inkml:trace contextRef="#ctx0" brushRef="#br0" timeOffset="1043">2127 277 7956,'10'0'1237,"-18"0"0,-1 14-888,-9 3 0,3 10-135,9-4 1,1 8 695,5-2 0,1 1-379,5-1 1,10 2-155,7-8-194,15 0-82,-1-13 0,9-3-50,0-7 0,4-3 39,2-9 0,-2-1-129,-10-16 0,-11 2 187,0-2 1,-8-2-72,-4 8 1,-7-8-46,-5 3 99,-10 3-96,-5 0 1,-15 7 117,-4 1-67,-11 7-74,-4-5 1,-8 13-85,0-4 0,6 4-347,0 2 1,7 8-716,-1 4 0,11 3 370,6 2 1,6 1 763,5-1 0,-3 0 0,5 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19.7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794 498 7569,'-17'-25'0,"-6"-2"604,0-7-260,0 7-28,6 2 1,-1 8 220,1-1 1,0 1-266,-1 0 1,1 5-103,0 1 0,-8 7 62,-4-2 1,-4 6-12,-1 6 1,-3 4 209,-3 7-202,3 0-92,-13 8 1,16-4-29,-1 8-92,8-8 64,10 4 0,2-8-72,3 1 0,4-1 64,8 0 1,2 1-17,4-1 1,11 2-28,12 4 0,10-4-155,1 5 0,10-5-105,2-2 183,0 8-6,7-6 0,-9 6-121,-4-8 0,2 3 3,-7 3 0,-9-4 98,-9 4 0,-11-10 137,-6-1 0,-4 0 184,-2 5 1,-16-6-76,-7 1 1,-17-6 124,-12 5 1,-2-7 26,-9 2-255,-1-4-76,-5-2 0,0 0-207,0 0 1,9-6-193,8 0 0,10-7-320,13 1 1,4-3 21,8-2 1,7-1-550,5 1 1,12-8 1251,11-4 0,14-11 0,13-4 0</inkml:trace>
  <inkml:trace contextRef="#ctx0" brushRef="#br0" timeOffset="171">466 118 7569,'0'-33'351,"0"4"0,0 4 1390,0 8-997,0 8 0,-2 5-190,-4 15 1,-2 10 403,-3 20-604,-5 11-31,7 1 1,-1 20 94,4-3 0,-1 10-638,1 1 1,0 4-45,6 1 1,0 6-317,0 0 1,10 1-725,7-7 1,2-3-662,10-8 1965,0 0 0,11-14 0,5 8 0,5 4 0,-21-33 0,1 1 0,3 3 0,-1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19.0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18 7569,'0'-10'3361,"0"3"-2708,0 7-21,0 0-289,8 7 1,2-5-215,7 4 0,0 2 11,1-2 1,7-1-117,3-5 1,5 0-225,2 0 1,-1 0-446,1 0 457,-1 0-2,-7 0 1,4 6-1803,-8 0 985,0 7 293,-5-11 714,-9 14 0,-1-7 0,-8 9 0</inkml:trace>
  <inkml:trace contextRef="#ctx0" brushRef="#br0" timeOffset="143">52 364 7569,'-17'10'1084,"0"-5"202,7-3 0,3-4-830,7-3 1,2 1-172,3-8 1,7 6 61,11-5 1,4 5 178,7-5 0,7-1-602,-1-5 0,8 1 116,-2 5 1,10-5-1226,2 5 1,7 3 1184,-2 3 0,5-5 0,1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16.4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87 702 9231,'-8'-6'0,"-2"12"0,1 17 1956,3 13-1715,4 16 0,0 6-90,-4 11 1,3-2-133,-9 14 0,8 0-2818,-2 5 2614,4-7 47,2-10 0,2-4 188,4-7 1,4-2-362,7-10 0,-2-11-149,-3-12 0,5-12 110,1-5 0,-1-20 77,6-9 0,-6-15 273,-5-8 0,3-4 0,-5-2 0</inkml:trace>
  <inkml:trace contextRef="#ctx0" brushRef="#br0" timeOffset="224">17 650 7569,'-7'-44'91,"5"1"0,-6 17 550,8 2-369,0 5 1,2 10 76,4 3 0,5 6-240,12 6 1,10 9 96,7 8 1,8 10-98,-1 1 0,3 1 36,1 5 1,-4 4 22,-1 3 0,-16-5 2,-1-2 0,-10-1-27,-7 1 0,-6-4 77,-12 5 0,-11-5-29,-12-1 0,-6-6-299,-5 0 0,3-8 116,-3 2 1,4-6-317,1-5 174,0-5-202,8-7 0,3 0-412,6 0 1,9-4 145,3-7 0,12-1-1070,5-11 1672,20-4 0,5 1 0,16-9 0</inkml:trace>
  <inkml:trace contextRef="#ctx0" brushRef="#br0" timeOffset="559">796 754 8812,'-10'17'873,"2"8"0,3-4-646,-1 8 0,0 0-85,6 5 1,0 1-59,0-1 0,0-7 4,0-4 1,0-3-143,0-3 0,2-7 166,4-5 1,-2-3-119,7-2 1,1-15-81,5-8 1,-6-4 57,1-8 1,0 5-78,5-11 160,0-3-108,8 8 0,-6-7-76,4 9 1,-1-1 57,1 0 0,-4 14 18,4 4 0,-4 6 51,-2-1 1,1 6-8,-1 12 1,-2 4 366,-3 7-177,3 8-89,-13 2 0,12 4-81,-9 3 0,3-3 16,-2 9 1,-2-9 16,7-2 0,-5-8-102,5 2 1,-5-4-196,6-2 1,-6-7-76,5-4 0,-5 2-285,5-3 1,-5-1-937,6-10 763,-9-3 248,5-9 538,-8 1 0,8-15 0,1-5 0</inkml:trace>
  <inkml:trace contextRef="#ctx0" brushRef="#br0" timeOffset="916">1124 442 7745,'0'-9'-110,"0"-7"0,2 9 171,4-5 1,-2 5 369,7 7 1,1 0-195,5 0 1,2 7-22,4 5 0,2 3-75,4 2 0,4 3-10,-4 3 1,-4-2-19,-2 8 0,-4-2 27,-2 1 0,-1 5-16,-5-4 0,3 3 39,-9 3 0,1-6-3,-6 0 1,0-2 149,0 1 33,0-3-81,0-7-31,0-1-334,0-7 1,0-10 99,0-12 1,8-9-233,3-2 133,5-8-141,1 4 1,0-9-155,1-5 1,-1 3 133,0-8 0,6 7-115,0-1 1,0 11 29,-5 6 370,-1 12 687,0 3-371,-7 16-259,5 9 1,-13 10 428,4 7-305,-4 9 0,-2-7 0,2 6 135,3-7 0,-1 0-352,8-1 0,-1-1-361,7-4 0,-1 1-133,0-6 1,2-1-1452,5-6 1959,-5-8 0,13 7 0,-5-7 0</inkml:trace>
  <inkml:trace contextRef="#ctx0" brushRef="#br0" timeOffset="1282">2369 512 7569,'-25'-8'637,"4"6"-592,-8-4 1,8 6-46,-2 6 0,10 11 406,1 12 0,6 4 588,-5 1 0,7 3-104,-2 3-488,4 4-133,2 8 0,8-8-109,4-3 1,11-7 0,5-5 1,7-6 22,5-11 0,-1-3-123,7-3 1,-2-6-154,2 0 1,-3-2 7,-9-9 1,1-7-239,-1-5 0,-1-7-573,-4 1 477,-4-4 246,0-1 1,-12 5-370,4 0 264,-11 0 88,10 2 1,-14 2-31,3 8 1,-3 5 122,-2 1 0,-2 7 217,-3-2 0,1 12-43,-8 6 0,6 9 260,-5 2 0,5 7-20,-5-1-198,7-4-23,-4 8 0,10-12-16,4 8 0,-2-14-198,7 3 1,1-7-425,5 1 0,0-5 134,1-7 1,1 0-282,4 0 1,-10-2 132,5-3 555,-5-5 0,4-15 0,1-2 0</inkml:trace>
  <inkml:trace contextRef="#ctx0" brushRef="#br0" timeOffset="1422">2681 477 7569,'-35'-17'382,"8"5"74,4 1 0,4 7 563,2-2-477,7-4 48,2 8-362,8-5 1,2 7-370,4 0 0,11 0-444,12 0 0,6 0 93,5 0 1,-4 0-1147,5 0 1638,3 7 0,-7 3 0,5 7 0</inkml:trace>
  <inkml:trace contextRef="#ctx0" brushRef="#br0" timeOffset="1816">3061 581 7569,'0'17'427,"0"2"134,0 4 0,0-2-252,0 8 0,0 0-103,0 6 1,0 7 870,0 4 1,0 6-479,0 6 0,6 5-249,0 12 1,1 4-579,-1 7 1,-4-1-74,4-5 1,-4-7 280,-2-15 0,2-10 39,3-19 1,-3-4 238,4-8-133,-4-7 1,-2-6 83,0-16 1,0-3-305,0-20 1,-6-3-99,0-14 1,-7-8 20,1-3 0,3-6-243,-3-6 0,7-8-33,-7-15 0,8 6-63,1 40 0,0 0 1,9-44 140,6 4 1,5 17 78,6 23 1,-4 10 133,4 13-26,-3 4 114,-3 15 1,0 5 35,0 10 1,1 7 33,-1 11 1,0 6 168,1 11 1,-3-1 199,-4 7 1,3-6-60,-8 6 1,-1-6-170,-5 7 1,0-9 18,0 2 0,-1-5 81,-5-6-188,4-4-23,-14-8 0,9 0-180,-5 1-258,-3-9-179,5-1 0,1-10 51,3-4 1,8-5-998,9-12 1532,1 3 0,21-12 0,-7 5 0</inkml:trace>
  <inkml:trace contextRef="#ctx0" brushRef="#br0" timeOffset="2311">3701 736 7569,'11'-5'218,"1"-1"464,-8 0-252,3 6-148,-7 0 1,-7 2 343,-5 4 0,-9 9-194,-2 8 0,-8 8 18,2-2 1,-1 3-218,1 3 0,-2 0-40,8-1 1,2-1-37,9-4 0,-1-4-123,7-8 0,0-6 333,6 1-209,0-8 0,8 2-395,4-12 1,3-4 157,2-7 0,6-6 67,0 0 1,6-8-372,-6 2 1,0-3-539,-5-3 0,-3 0 557,-3 1 0,3 7 92,-3 4 1,-5 9-42,-1 3 1,-2 7 95,2-2 0,-5 8 795,5 10 1,-4 1-381,-2 16 1,0 0-154,0 5 1,0-5 373,0 0 0,2-6 479,4 6 0,3-8-499,9 2 1,1-9-80,4-3 1,6-7-99,11 2 1,-3-4-17,3-2 0,-3-8-433,-3-4 196,1-3 1,-1-8-188,1 0 0,0-8 146,-1 2 1,-1-5-215,-4-7 1,1 3 138,-7-8 1,6-2-454,-6-10 1,2 1 273,-2-13 1,-9 3-326,3-14 1,-5 3 204,-1-3 1,-1 14-14,-5 15 0,-3 10 1195,4 13-653,-4 11 1,-12 20 676,-7 16 1,0 16-454,-6 18 0,4 13 663,1 10 0,1 6-381,0-6 0,7 2-180,4-2 1,4-6-524,2 0 0,2 0-494,4-5 1,4-5-1331,7-1 0,0-12 1938,1-6 0,3-3 0,0-2 0,0-1 0,2 1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15.3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70 477 7569,'-17'0'0,"-1"0"0,3-1 790,4-5 1119,3 4-1064,8-6-461,0 0-135,8-1 0,3-3-54,12 1 0,6-1 25,11-5 0,4-8 83,8-4 1,12-2-179,-1 3 1,14-5-277,-8 4 1,2 2 74,-7-2 1,1 8-294,-7-2 0,-1 4-1014,-5 2 744,-8 7 370,-1-5 0,-11 13 30,-3-4 1,2 4-405,-8 2 1,-2 2 642,-9 4 0,3 11 0,-5 10 0</inkml:trace>
  <inkml:trace contextRef="#ctx0" brushRef="#br0" timeOffset="205">779 253 8311,'-10'0'613,"-5"0"0,13 9-463,-4 9 1,-1 7 92,1 9 1,0 8 178,6 5 1,-6 4-392,1 7 1,-1 4-337,6 7 1,0 0-65,0 0 1,6-7-364,-1-5 0,9-13-468,-3-9 638,5-8 161,1-10 401,0-7 0,8-10 0,2-10 0</inkml:trace>
  <inkml:trace contextRef="#ctx0" brushRef="#br0" timeOffset="680">1315 11 7569,'0'-10'326,"0"18"1,0 17 473,0 15 1,0 10-403,0 2 1,0 2-116,0 9 1,0 0-89,0 7 0,2-9-145,4-3 0,-2-8-156,7-10 0,-1-7 227,1-16 0,5-2 89,-5-3 0,-1-4-80,1-8 1,1-14 29,5-3 0,-5-12-233,-1 0 0,-1-3 91,1-3 1,5 0 111,-5 1 0,-1-1-184,1 1 1,-5 9-283,6 7 1,-7 9 187,7 9 1,-6 2 37,5 3 0,-5 15 124,6 14 0,-7 3 161,7 9 1,-3 4 73,3 2 1,3-4-81,-3-14 1,9-1-93,2-4 0,8-4 110,-2-8 1,3-7 169,3-5 1,5-10-182,1-7 0,5-9-193,-6-2 1,0-14-38,-5 3 0,0-7-332,-1 1 0,-7 4 284,-4-5 1,-6-3 57,-5-2 1,-4 2-760,-8-2 1,-2 15 239,-4 2 1,-6 10 97,-11 7 0,2 7 435,-8 10 1,3 13 389,-3 10 0,-2 13-204,8 5 1,2-2 278,9 2 1,5-7-43,7 1-253,0-3-65,0-11 1,13-1-291,4-7 127,12-1-237,6 0 0,9-7-1464,8-4 1789,-8-4 0,14 5 0,-5 3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36.2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18 191 7569,'0'10'-135,"-2"-3"310,-4-7 143,4 0 49,-6 0-55,8 0 244,0 0-284,0-7-137,0 5-21,8-6 1,-4 8-17,7 0 0,-5 0-78,6 0 1,-7-2-2,7-4-45,0 5 28,-3-7 1,7 8-66,-5 0 125,-3 0 29,7 0-120,-5 0 73,7-8 0,-5 6 41,-1-3-249,1 3 204,5 2 1,0 0 3,0 0 0,1 0-2,-1 0 0,0 0-89,1 0 34,-1 0 0,0 0 38,1 0-87,-1 0 77,8 0 10,-6 0-92,6 0 75,0-8 1,-6 6 6,4-4 15,4 4 1,-8 2-14,4 0-10,4 0 1,-6 0 1,8 0 0,-8 0 140,2 0-98,4 0 0,-2-5-28,4-1 1,2 0 4,-8 6 0,6 0-27,-6 0 1,6 0 26,-6 0 0,6-2-31,-6-4 1,5 4 27,-5-3 0,8 3-8,-2 2 1,-2 0-18,2 0 1,-6 0-37,6 0 1,-2 0 45,1 0 42,-3 0-45,0 0 0,0 0 11,4 0 1,2-2-10,-8-4 1,6 4 50,-6-4 0,6 4-38,-6 2-10,7 0 0,-8 0 8,6 0 0,-5 0 52,6 0 80,-8 0 0,10 0-111,-8 0 0,8 0-42,-2 0 0,2 0 0,-3 0 0,11-2 39,-5-3 0,7 3-97,-1-4 86,-3 4 0,11 2 0,-8 0 0,6-2-9,-6-4 1,8 5-49,-1-5 41,3 4 0,-1-4-6,-2 0 201,3 1-189,-6-3 0,2 6 34,0-4 0,-6 2-23,6-1 0,-7 3 43,1-4 1,-3 4-34,-3 2 0,-1 0 31,-4 0-36,-4 0 1,-8 0-2,0 0 41,1 0 0,-7 0-65,1 0 1,-7 0 7,7 0-152,-8 0-12,4 0 187,-8 0-1828,0 0 1789,-8 0 0,-2 0 0,-7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39.0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277 512 7099,'-17'-10'293,"1"0"93,5 5 160,-5 3-250,7-6 1,-9 2 45,1 1 0,6-1 100,-1 6-236,1 0 1,-7 2-24,1 3 1,5-1-100,1 8 1,1-1 121,-1 7 1,-5 5 35,5 0 0,1 0-104,-1-6 0,7 6-70,-2 0 1,4-6-61,2-5 38,0 0 0,0-1 106,0 1 0,8-9-23,3 3 0,5-12-237,1-5 1,0-4 59,1-3 1,5-5-257,0 0 0,6-8 50,-6 3 1,7-11-37,-1-1 0,-2-2 52,2 1 0,-6 3 55,6-8 1,-8 0 78,2-6 1,-6 7-42,-5 5 1,1 4-182,-7 1-7,0 8 1678,2 2-978,-7 16 0,5 10-142,-12 17 1,-1 9-102,-5 13 1,-3-2 6,3 9 1,3-1 54,-3 6 0,6-1 24,-5 1 1,7-6-926,-2 1 1,6-15 377,6 3 1,-2-10-338,7 4 1,3-14 51,9 2 1,-4-11-115,4 0 0,4-4 736,2-2 0,4-8 0,1-2 0</inkml:trace>
  <inkml:trace contextRef="#ctx0" brushRef="#br0" timeOffset="765">778 373 7691,'-17'-17'534,"7"7"-331,-5 3 1,6 7-21,-9 0 1,-5 2 126,0 3 0,-2 5-127,2 7 1,2 8 131,-8 4 1,8-2 93,-2 2-312,4 0 0,3 5-36,5 1 0,3-8-81,8-4 69,0-4 1,0-8-110,0 1 100,0-8 5,0 4 1,8-8-6,3 0 0,3-2-6,-3-4 1,10-4-208,-3-7 0,3-6 85,-4 0 0,0-8-104,1 2 1,-1 2 18,0-1 0,-5 6-9,-1-1 1,-5-2 216,6 2-81,-8 8-53,3 0 206,-7 13-133,0-6 1,0 10 97,0 4 1,0 3-51,0 9 0,-6 1 191,1 4 0,-1-4-3,6 4 1,0-2-113,0 2 0,0-3-197,0 3 124,0-4 0,8-4-87,3-3 0,-1-5 63,1-7 0,1 0-200,5 0 1,0 0 51,1 0 0,-1-7-98,0-5 0,1-3 20,-1-2 0,0-7 115,0 1 1,-5-2-5,0 2 1,-7 4-15,7-4 1,-8 4 173,1 2 1,3 5-32,-2 1 485,0 7-188,-6-4-159,0 8 1,-2 8-44,-4 3 0,4 5 50,-4 1 1,4 0-145,2 0 54,0 1 0,0-1-48,0 0 38,0-7 1,2 0-124,4-5 0,-2-3 57,7 4-5,1-4 0,5-8-19,0 0 1,-5-7-86,0 1 0,-7-1 17,7 1 1,-3-3 83,3 4 1,-2-5-78,-5-1 1,-3 0 26,4-1 78,4 9-108,-8 1 140,5 8 0,-7 8 54,0 3 1,0 10 188,0 2 0,0 14-38,0-3 0,-2 13-78,-3-1 0,3 9-229,-4 3 1,4 0 117,2-6 0,0-8-133,0-4 0,0-9 271,0-2 1,0-14 247,0 2 0,6-9 319,-1 4-231,1-9 1,-8 5-439,-3-8 0,-5-6 48,-7 1 0,-1-9-86,1 3 1,-2 1 73,-4-2 1,2 7-480,-8-7 0,8 3 267,-2-3 0,0 2-500,5 5 1,-3 3-13,10-4 0,1 2-992,-1-2-482,7 4 1527,-4-5 0,21-1 537,5-3 0,18-5 0,1-1 0</inkml:trace>
  <inkml:trace contextRef="#ctx0" brushRef="#br0" timeOffset="1065">1747 373 7569,'0'-17'134,"0"0"1,0 5 196,0 1 1,-2 5-176,-4-6 1,-3 8-54,-9-1 611,1 3 1,-6 2-272,0 0 0,-2 2-193,2 3 0,9-1 117,-3 8-353,4-1 1,3 1 67,4-1 1,4-5-61,2 6 28,0-1 0,8 7-82,4-1 0,5-4 142,6 5 0,-4-11-32,4 11 0,-4 1 125,-1 4 1,-1 0-126,0-6 1,-7 1 230,-4-1 0,-4 0-35,-2 0 0,-10-5 171,-7-1 0,-8 1-239,-10 5 1,-5-5-246,-1-1 0,-7-5-1360,2 6 1,4-9 792,2 3 0,9 2 606,2-2 0,8-1 0,-4-5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37.9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 87 7569,'-10'-8'605,"-3"4"-86,7-7-336,-7 7 479,11-12-62,-6 14-150,8-5-83,0-1-184,0 6 1,8-5-12,3 7 1,4 0-222,3 0 0,1-6-7,4 0 1,2 0-55,4 6 0,2 0-71,-8 0 1,5 0 96,-4 0 0,-1 0-20,-6 0 47,0 0 38,0 0 0,-7 2 23,-4 4 0,2 4 181,-3 7 1,1 0 9,-6 0 1,0 6 73,0 1 0,-6 6-144,1-1 1,-7 2-16,6-2 1,-5 3-100,5-3 0,0-4 64,6-2 1,-6 2 37,1-2 1,-1 6-92,6-6 0,0-6-1526,0-5 896,0-1 1,0 1-181,0-1 0,2-7-684,4 2 1472,-5-4 0,23-10 0,-5-1 0</inkml:trace>
  <inkml:trace contextRef="#ctx0" brushRef="#br0" timeOffset="315">658 87 7569,'0'-18'-324,"0"1"-41,0 0 1,-2 5 2011,-4 1-695,4 7 1,-7-4-261,3 8 0,2 0 66,-7 0-619,7 0 1,-6 8 43,4 3 1,5-1 22,-5 2 0,4 1-23,2 10 1,8-4-106,3 4 1,-1-2 47,1 3 1,1-5-94,5 4 1,4 2 10,-4-2 0,5 0 70,-11-6 1,3 6-94,-3 0 0,3 0 92,-9-5 0,1-1 11,-6 0 0,0-5-14,0-1 0,-8-1 2,-3 1 0,-4 3-74,-3-8 0,1-1-728,0-5 1,-6 0-36,0 0 0,-1 0-415,7 0 0,6-7-32,-1-5 1,8-5 587,-2-6 1,5-4-5,1-8 588,0-7 0,7 6 0,3-7 0</inkml:trace>
  <inkml:trace contextRef="#ctx0" brushRef="#br0" timeOffset="421">623 173 7569,'16'-23'115,"-5"0"1,5 0 242,-5 6 1,-1 1 1032,1 5-904,1-5 1,5 14 226,1-3 1,1-3-299,4 2 0,-4 1-163,4 5 0,4-6-70,2 0 1,-2 0-190,1 6 1,1 0-78,6 0 0,-1 2 83,1 4 0,0 4 0,-1 7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36.9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1 105 7635,'0'-10'1402,"0"2"-883,0 8-141,0 0 1,8 0-143,3 0 1,12-2 85,6-3 1,2 3-242,-2-4 1,5 4 113,1 2 0,-1-6-156,7 0 0,-5-1 92,-1 1 1,-1 4-248,1-4 0,0-1 117,-1 1 1,-5 0 60,0 6 1,-8-6-108,2 1 0,-4-1-1552,-2 6 960,1 0 1,-7 0-911,1 0 347,-8 0 1200,3 0 0,-14 7 0,-3 3 0</inkml:trace>
  <inkml:trace contextRef="#ctx0" brushRef="#br0" timeOffset="225">399 105 10056,'0'17'727,"0"0"1,0 2-581,0 4 1,0-1 47,0 6 0,0 1-12,0 6 1,0-1-38,0 1 1,0 0-702,0-1 1,2-1-34,3-4 0,-1-4-339,8-8 0,-1-2 927,7-3 0,7-5 0,1-7 0</inkml:trace>
  <inkml:trace contextRef="#ctx0" brushRef="#br0" timeOffset="469">900 243 7569,'0'-17'286,"-6"5"-435,1 1 1157,-1 7-726,6-4 0,2 8-110,4 0-119,-4 0 67,13 0 1,-6 0 94,9 0 0,-1 0-314,0 0 1,6 0-267,0 0 1,1 0-278,-7 0 1,0 0 334,0 0 1,1 2-630,-1 4 936,-7-4 0,5 5 0,-5-7 0</inkml:trace>
  <inkml:trace contextRef="#ctx0" brushRef="#br0" timeOffset="618">866 381 7569,'0'10'0,"-8"-2"1274,6-8 53,2 0-832,2 0 0,13-2-27,-3-4-307,3 4 0,2-8-616,1 5 1,7 3 350,4-4 1,3 4-2232,3 2 2335,7 0 0,-5-8 0,5-1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41.8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35 156 7541,'-10'0'223,"3"0"0,5 0 16,-4 0 1,4-2 193,-4-4-138,4 4 47,2-5-251,0 7 517,0 0-554,8 0 53,2 0 1,7 0-121,0 0 0,1 1 62,-1 5 1,0-4-98,0 4 0,1-4 30,-1-2 0,2 0-27,4 0 0,-3 0 81,3 0 1,2 0-9,-2 0 0,2 0-107,-2 0 1,-4 0 92,4 0 0,2 0-75,-2 0 1,0 6 64,-6-1 0,6 1-54,0-6 1,6 0 86,-6 0 1,8 0 1,-2 0 0,4-2-52,1-4 1,1 4 5,-1-3 0,3-3-9,3 2 0,-5 1 21,-1 5 0,1 0 5,-6 0 1,3 0 6,3 0 0,-2 0 36,-4 0 1,1 0-40,-7 0 1,6 0-1,-6 0 1,8 0 42,-2 0 1,1 0-41,-1 0 1,4 0-14,-4 0 0,2 0 23,-3 0 0,3 0-53,-8 0 1,8 0 43,-2 0 1,-4 0-47,-2 0 0,4 0 35,1 0 0,-1 0 31,2 0 1,0-2 23,6-4 1,1 4 6,4-4 0,-1 4-44,7 2-11,0-7-423,6 5 429,0-6-87,0 8 89,7-8 12,-5 6-10,6-5-112,-8 7 0,-1-2 118,1-4-12,0 4-112,0-6 103,0 8-18,0 0-10,0 0 12,-8 0 6,6 0 47,-14 0 0,12 0-53,-7 0 1,-1 0 183,-5 0 1,-1 0-154,1-7-12,-1 5 7,1-6 0,0 8 6,-1 0 0,-1 0 435,-4 0-429,3 0 1,-12-8 0,10 6 24,-7-3-25,8 3 61,-12 2 0,12 0-63,-8 0 1,2-6-8,-2 0 1,-4 0-3,4 6 1,2 0 150,-2 0 1,1 0-64,-7 0 1,0-5-130,0-1 0,-5 0 61,-1 6-183,1 0-120,5 0 168,-7 0 1,0 0-1427,-5 0 791,-3 0 730,6 0 0,-16 8 0,-1 1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49.5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0 121 9913,'0'-9'446,"8"1"1,-4 8-313,7 0 4,1 0 0,-1 0-115,1 0 1,-1 0 68,7 0 1,5 0-181,0 0 0,7 0-24,-1 0 162,4 0 0,2 0-117,-1 0 1,10-6 205,8 0-104,0 1 0,10 3-59,-5-4 1,5 4-3,7-4 0,-6 4-46,1 2 1,-1 0 56,6 0 0,0 0-136,1 0 1,-1 0 163,0 0 0,6 0 10,0 0 0,7 0-13,-1 0-1163,4 0 1311,1-7-136,1 5-28,7-6-193,-6 8 9,6 0-1112,0 0 1102,-5 0-3,5 0 191,-8 0 2,9 0 37,-15 0-48,13 0-96,-15 0 1,1 0 300,-4 0-213,-4 0-567,-2 0 701,0 0-13,1 0-128,-9 0 515,-1 0-391,-1 0-77,-5 0-15,6 0-37,-8 0 49,-1 0 17,1 0-12,8 0-56,-6 0 53,5 0-5,-7 0 5,8 0 44,-14 0-49,19 0-25,-19 0 169,14 0 565,-8 0 1,0 0-655,-1 0 0,1 0 116,0 0 0,2 0-200,4 0 0,-3 0 63,9 0 1,-1 0-79,6 0 0,0 0 73,1 0 0,-7 0-26,0 0 1,1 0 41,5 0 0,-6 0 69,1 0 1,-8 0-97,1 0 160,-3 0 363,-2 0 1,-2-6-309,-4 0-190,-4 1 1,-1 5 41,-1 0-79,0 0 1,-11 0 420,0 0 0,-6 0-347,6 0 1,-8 0-54,2 0 0,-4 0-111,-1 0 1,-1 0 65,0 0 1,6-2-56,0-4 104,0 4-277,-5-6 153,-1 8 1,0 0 28,0 0-173,1 0 169,-1 0 1,0 0-9,1 0 19,-1 0 0,-2-2-91,-3-3-86,3 3 51,-5-6-254,7 8 183,-7 0-796,5 0 356,-13 0 100,6 0 1,-12 0 588,-8 0 0,-7 8 0,-15 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50.3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1 311 7922,'9'-7'0,"-3"-5"680,-4-3 1,-2 3-32,0 1-425,0 7 0,0-2-52,0 12 0,0-2-146,0 7 0,0 8 92,0 10 0,0 0 239,0 6 0,0-5-111,0 11 1,0-3-175,0 3 1,0-5-59,0 4 1,0-3-420,0-2 253,0-9 193,0-1 10,0-15 1,0-4-71,0-12 1,8-9 104,3-8 0,-1-10-147,1-2 0,-5-1-101,6-10 1,-1 0 35,6-6 1,-5-6-165,-1 0 1,1 1 62,5 5 1,1 2 104,-1 4 0,4 5-14,-4 13 1,4 3-76,-9 7 0,3 9 252,3 3 0,-7 4-12,1 2 0,-7 8 1,7 3 1,-8 5-11,2 1 1,1 6 133,-1 0 1,0 6-46,-6-6 0,0 6-80,0-6 1,-6 0-30,0-6 1,-7 0 15,1 1 0,-5-3 20,-6-3 0,4 1 30,-4-7 0,3 0 62,3-6 1,-4 2 228,4 3 1,-4-3 71,9 4 136,4 4 1,1-1-216,7 9 0,2-5-115,3 4 0,7-3 37,11 9 1,4-4 615,7-2 1,1 6-265,0 0 1,1 0-62,5-5 0,-5-1-295,4 0 1,-5-5-188,-6-1 0,-4-5-367,-8 6 0,-5-8 160,-1 1 394,-7-3 145,11-2-4318,-13 0 2160,6 0 0,-6 0 1745,4 0 0,3-15 0,9-4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48.08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0 139 7729,'0'-17'409,"0"-1"1,0 1-30,0 0 1,0 5-83,0 1-23,0 7 191,0-4-216,0 8 1,0 2-2,0 4 1,6 5-67,0 13 1,5 4-110,-5 13 1,6 1 79,-7 4 1,3 10-404,-2-4 0,-2 3 211,7-3 0,-5-2-270,5-4 1,-5-3-51,6-9 0,-3-5-228,3 0 1,3-8-115,-3 2 0,-3-11 287,3-7 0,-6-3 413,5-2 0,1 0 0,5 0 0</inkml:trace>
  <inkml:trace contextRef="#ctx0" brushRef="#br0" timeOffset="267">121 35 7908,'-9'-7'554,"-7"-3"-449,14 0 291,-5 3 1,14 7-46,5 0-94,3 0 1,10 2-64,4 3 0,10 3-138,1 4 0,8 9 93,-2-4 0,-4 4-88,-1-4-42,-5 8 1,-3-5-410,-4 3 291,-12-4 1,-4 0 6,-7 4 59,0-11 65,-21 18 0,1-18-52,-15 11 1,-1-10 16,-11-1 0,5 0-68,-5 5 1,7-6 66,5 1 1,4-6-558,8 5 561,7 1 0,18 13 0,11 2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52.5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69 7631,'-9'-15'313,"-5"9"785,9-11-251,-1 11 485,6-2-948,0 1 1,2 5-162,3-4 1,5 4-18,7 2 1,3 0-224,3 0 1,-2 0 79,8 0 1,-8 2 142,2 4 1,-2-2-1226,2 7 1,-4-5-334,4 5 0,-4-1 519,-1 1 833,-9 5 0,7-7 0,-7 9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52.7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52 7569,'-7'10'2972,"-3"-2"-1739,0-8 169,3 0-648,7 0-342,7 0-183,3 0 0,15-2-434,4-4 148,3 4 127,3-13 1,5 13 82,1-4 1,7-2-867,-2 3 0,2-1 713,-2 6 0,4-8 0,-6-1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51.9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53 157 8245,'-17'-8'1555,"5"6"97,1-4-921,7-3-157,-4 7-273,8-6 1,8 2-12,3 0 1,5-1 130,1 1 1,6 4 144,0-4-142,8-3-240,3 7-260,3-6 116,5 8 1,-5-6 169,3 1-398,-4-1 169,7-2 0,-9 4 61,1-7 1,-6 7-78,0-2 1,-3-2-171,3 3 0,-4-1-299,-7 6 1,-7 0-752,1 0 570,-9 0 125,13 0-152,-14 0 344,5 0-794,-7 0 1,0 2 86,0 4 754,0 3 0,-7 3-82,-5-1 1,-3 1 20,-2 5 382,-1 0 0,-7 1 0,-2-1 0</inkml:trace>
  <inkml:trace contextRef="#ctx0" brushRef="#br0" timeOffset="177">485 139 7124,'-17'0'-1113,"7"0"1836,-5 0-431,13-7 0,-8 5 351,5-4 20,3-4-78,-6 1 272,8-1-133,0 2-432,0 8 0,0 10 318,0 7-380,-8 1 0,6 14 107,-3-3-322,3 4 1,2 7 85,0 0-82,0 8 1,0-9-90,0 7 0,0-6-253,0 6 1,5-1-535,1 1 1,6-4-973,-6-7 843,-1-8 437,3-2-221,-6-8 770,6 0 0,-8 0 0,0 1 0</inkml:trace>
  <inkml:trace contextRef="#ctx0" brushRef="#br0" timeOffset="377">122 987 7569,'-17'0'2977,"7"0"-2447,2-8-78,8 6 976,0-6-675,8 8 0,8 0-385,7 0 0,7-5-341,-1-1 1,6 0-789,5 6 1,2-6 508,4 0 1,6-5-494,0 5 1,0-5 359,6 5 1,1-8 384,-1 3 0,7-4 0,-3-3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00.3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 7569,'-2'9'995,"-2"-5"1154,-2-8-1701,1 3-265,5-7 1,7 8-61,5 0 0,3 0-149,3 0 1,-1 0 167,0 0 0,6 0 64,0 0 1,6 0-1692,-6 0 753,8 0-708,-12 0-467,6 0 1907,-15 8 0,5 1 0,-5 8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00.4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0 7569,'-17'10'2461,"-1"-2"-1718,9-8-522,1 0 1,12 0 227,7 0 1,1 0 281,11 0 0,6 0-396,5 0 1,3 0-99,9 0 0,-6 0-2455,7 0 1118,-1 0 605,-2-8 495,-2 6 0,0-6 0,3 8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8:53.7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778 242 7569,'0'-9'317,"0"1"1,0 6 231,0-4-297,-7 4 138,5-5 112,-6 7-319,8 0 1,2 5 99,4 1 1,-4 8-89,3-3 0,3 4 69,-2 3 0,1 7-23,-1 4 0,-4 3-1,4 3 1,2 1-58,-3 5 1,1-5 11,-6 5 0,2-5-178,4-1 0,-2-3 59,7-3 1,-7 2-191,2-8 110,-4 0 0,4-12-73,-1 1 177,1-8 6,-6 4 1,0-16-156,0-4 1,-2-5-148,-4-6 0,4-4 64,-3-8 0,-3 1 112,2-1 1,-5-13-402,5-4 0,-2-5 154,2-1 1,5 2-168,-5-7 1,4 7 240,2-1 0,0 12 247,0 11 1,2 3-112,4 14 1,-3-2 104,9 13 1,-1 0-17,7 6 0,-1 2-65,0 4 0,1 9 237,-1 8 1,0 8-61,0-2 1,1 3 48,-1 3 0,0 0-134,1-1 0,-7-1-58,1-4 1,-8-2 141,1-4-67,5-4 0,-10 6-19,0-8 0,-8-7-11,-9-5 1,0-3 115,-1-2 1,-5 0-64,0 0 0,-6 0-498,6 0 0,-5-2-16,5-3 0,5 1-196,7-8 1,5 8-411,-6-1 216,9 3 1,3 2-88,11 0 892,4-8 0,18-1 0,4-9 0</inkml:trace>
  <inkml:trace contextRef="#ctx0" brushRef="#br0" timeOffset="765">1505 208 7656,'9'-8'1171,"-1"6"-454,-8-6-3,0 8-107,0 0-257,0 8 0,0 7-33,0 8 0,0 8-83,0-2 1,0 4 124,0 1 0,0 7-208,0-1 1,0 6-66,0-6 1,6-1-153,-1-10 56,1 3 51,-6-12 0,2-1 197,4-8-94,-4-7 226,5 4-111,-7-8 1,0-2-240,0-4 1,-1-5-125,-5-12 1,4 1 1,-4-6 0,-2-3-165,3-10 0,-1-1-835,6-4 752,0-4 1,2 4-614,4-12 641,-5 5 1,15 1 3,-5 11 1,5 7 144,1 5 1,0 4-120,1 8 198,-1 7 1,0 2-16,1 8 0,-7 2 111,1 4 0,-9 4 294,3 7-222,-4 0 1,-2 6 398,0 0-341,0 0 0,0 0-1,0 1 0,0-1 33,0-6 1,0 0-38,0 0 0,-2-5 171,-4 0 0,3-3-102,-9 3 1,6 1 77,-5-7 1,5 2 136,-6-3-97,9-3-164,-13 14-58,14-14 29,-5 13 1,1-11 258,0 7-204,0 1 0,8 5-41,4 0 1,-2-1 8,7-5 1,1 5-48,5-5 1,2 5-101,4 1 0,-1-6-393,6 1 218,-6-8 136,10 11 1,-7-11-1263,4 8 642,4-9 203,-6 5 0,7-8-263,1 0 1,-1 0-7,1 0 0,0 0 728,-1 0 0,1 0 0,-1 0 0</inkml:trace>
  <inkml:trace contextRef="#ctx0" brushRef="#br0" timeOffset="1099">2248 225 7605,'-9'-8'1172,"1"6"-571,0-5 266,6 7-164,-5 0-302,7 0 1,0-2-51,0-4 0,2 4-80,3-4 0,5 2 96,7-1 1,2 3-187,4-4 1,-1-2-1,6 2 0,1-1-170,6 1 9,-8 4 1,5-8 177,-3 5-696,-4 3 411,8-6 1,-14 6-417,4-4 211,4 5-99,-8-7 1,6 8-283,-7 0 1,-7 0-472,1 0-522,-9 0 332,5 0 716,-8 0 618,0 8 0,-8 1 0,-1 8 0</inkml:trace>
  <inkml:trace contextRef="#ctx0" brushRef="#br0" timeOffset="1517">2542 242 8833,'0'-9'856,"0"1"0,0 6-466,0-4 768,0 4-406,0-5 33,0 7-537,8 0 0,-6 2 251,4 3 1,-5 7-115,-1 11 1,2-2-32,4 8 1,-4 0-140,4 5 1,-4 1-21,-2-1 0,7 1-1079,5 0 0,-2 1 553,1 4 0,1-3-3259,5 3 3590,8 4 0,-6-7 0,6 5 0</inkml:trace>
  <inkml:trace contextRef="#ctx0" brushRef="#br0" timeOffset="4664">0 1228 7166,'0'-10'2306,"0"3"-2158,0 7 0,8-6 92,3 0 0,-1 0 11,1 6 1,7-5-57,5-1 0,6 0-26,-6 6 0,7-2-228,-1-4 121,4 4-46,1-5 1,1 7 2,0 0 1,1-6 89,5 0 0,1-2-80,4 3 1,4 3 6,-4-4 1,10-2-4,1 3 0,3-3 71,-2 2-25,3 4-157,1-13 1,7 13 129,0-4 1,0-2-23,6 3 1,-2-3-13,2 2 1,-2 4-10,8-3 0,-3-3-4,3 2 0,4-5-206,-5 5 0,5-6 245,1 7 1,3-3 21,3 2-28,-4 4-18,-37-5 1,0-1 0,40 0 26,7-3 1,-8-3 25,2 8 0,2-5 5,-2 5 1,1-5-49,-7 5 1,-1 0-1,-5 6 0,-3-6 30,-8 0 1,-1-1 1,-5 1 0,-3 4 180,-8-4-190,-1 4-13,-6 2 0,-1-5 19,-4-1 1,-9 0 50,3 6 0,-5 0-107,0 0 1,2 0 272,-8 0 0,0 0-263,-6 0 0,1 0 8,-1 0 0,-6 0 9,1 0-180,-8 0 176,3 0-328,-7 0-2862,0 0 2361,-15 0 0,-6 6 804,-19 0 0,-12 15 0,-10-2 0</inkml:trace>
  <inkml:trace contextRef="#ctx0" brushRef="#br0" timeOffset="5304">1176 1314 7569,'-27'0'378,"-4"0"114,8 0 0,6-5-15,5-1-326,9 0 0,-5 4-7,8-4-116,0 4 113,0-5 1,8 1 56,3 0 1,6-1-15,7 1 0,2 4-11,9-4 0,0-2-62,-1 3 0,7-1-126,-1 6 1,0 0 54,-5 0 0,-1 6 140,1-1 0,-8 7-826,-4-6 313,-12 7 169,5-11 1,-14 13-64,4-3 0,-5-2 178,-1 1 0,-13 1 62,-4 5 1,-12 0-59,0 1 1,-9-1 21,-3 0 0,1 0 56,5 1 1,3-3 266,3-3-75,-4 3-58,14-13-172,2 6-4,9-1-6,8-5 0,13 6-12,5-8 0,3 2 29,-4 4 0,8-3-82,4 9 0,-4-6 62,-2 5 1,2-5-13,-2 5 0,0 1 70,-6 5-57,1 1 1,-1-1 270,0 0-147,1-7 1,-3 5-56,-4-3 1,-1-3 5,-4 3 404,-4-1-14,5 7 0,-10-1-147,-9 0 0,1-5-93,-12-1 0,-4 1-111,-2 5 20,-4 0 1,-1-1-64,-1-5 0,0 3 108,1-8-163,-1 7 0,3-9-286,3 7-142,4-7-115,7 4 1,9-16 33,3-3 1,12-5-405,5-1 0,12-2-267,6-4 620,4 4 189,1-14 239,9 6 1,1-8 0,8 1 0</inkml:trace>
  <inkml:trace contextRef="#ctx0" brushRef="#br0" timeOffset="5666">1954 1384 7569,'8'-10'-938,"-6"2"1963,5 8 1,-8 0-412,-5 0 1,2 0 65,-8 0 0,1 8-174,-6 3 1,-1 7 53,1 5 1,0-2-35,-1 8-303,1 0 1,2 5 47,3 1 0,-1-1-76,7 1 0,0-2-223,6-5 0,8 3 96,3-8 0,7 0-137,5-5 1,2-3 83,4-4 1,9-3-391,-3-8 0,1 0 78,-7 0-207,4-15 327,-6 3 1,1-9-272,1 4 1,-13 9 164,1-9 0,-11 3 95,-1-3 1,-3 0 1,-9 1 391,-5 5 1,-11 3-152,-6 8 0,-9 2 491,-3 4 1,1-2-237,5 7 1,7 1 221,-1 5-426,8 0 150,-4 1-1405,15-1 912,2 0 0,16-1-807,4-5 0,5-3 467,6-8 0,-2 0-486,8 0 0,0 0 121,5 0 943,-7 0 0,6-8 0,-6-1 0</inkml:trace>
  <inkml:trace contextRef="#ctx0" brushRef="#br0" timeOffset="6018">2438 1608 7569,'18'-17'-1440,"-7"0"2233,1-1-430,-8 1 0,5 0 219,-3 0 0,-4 5 151,4 1 456,-4 7-422,-2-12 23,0 14-203,0-5-12,0 7-213,0 0 0,0 7-35,0 5-143,0-4-46,0 7 0,0-5 69,0 7 1,0 0-28,0 0 1,1 1-1,5-1 1,-2-2-4,8-3 1,-1 3-82,6-3 1,1 3-9,-1 2 0,2 1-146,4-1 1,-3 0-35,3 1 75,3-1 0,-8 0-70,-1 1 0,0-3-10,-5-4 338,-4 5-127,7-7-19,-13 9 0,-2-3-60,-12-3 0,-5 1-240,-6-7 0,2 5-27,-8-5 0,0 6-26,-5-7 0,-7 1-847,1-6 1,0 0 495,5 0 0,6-2-607,0-4 0,8-3 583,-2-8 1,12-8-906,5-4 1538,4-12 0,2 5 0,0-6 0</inkml:trace>
  <inkml:trace contextRef="#ctx0" brushRef="#br0" timeOffset="6121">2387 1626 7569,'23'-23'269,"0"-1"1,0-4 0,-4 5 799,4 1-512,-4 3 1,12 2 364,-8 0 0,8-1-455,-2 1 0,3 2-44,3 3 1,-1-3-529,1 3 0,0 3-447,-1-3 1,3 8 489,3-1 62,-3 3 0,12 2 0,-4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01.6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519 502 8373,'-7'-17'0,"-5"0"1613,-3-1-1092,-3 9-305,1-7 1,2 12 610,3-7-104,5 7 0,7-6-389,0 5-174,0 3 1,1-6-117,5 8 1,10 0 59,7 0 1,7 8-290,-1 3 0,4 7 196,1 5 0,1 4 94,0 7 0,-7 1-2,1-1 1,-13 1-885,1-1 1,-11-5 342,-1 0 1,-3-6 313,-2 6 0,-7-8 375,-5 2 1,-9-4-170,-2-1 0,-8-1 139,2 0 1,4-7 36,2-4-150,-3 3 20,6-7 1,1 6 951,8-8-800,7 0 0,4 0-289,11 0 1,10-2-183,2-4 0,8 4 154,-2-4 1,4-1-457,1 1 1,-1-5 247,-4 5 1,1 0 131,-6 6 0,-1-6-37,-6 0 0,0 1-1085,0 5 1,1 0 324,-1 0 1,-2-2 909,-3-4 0,11 4 0,-4-6 0</inkml:trace>
  <inkml:trace contextRef="#ctx0" brushRef="#br0" timeOffset="307">1246 554 7569,'0'-17'863,"0"-1"1,-6 7-634,0-1 0,-7 9 90,1-3 1,3 4 293,-3 2 0,2 2 23,-1 4-290,-5 3-128,15 1 1,-13 5-77,8-3 17,1 3 1,5 2 114,0 1-288,0-1 1,5 0 106,1 0 66,8 1 1,1-1 22,8 0 1,6 1-91,-6-1 0,6 0-127,-6 1 0,6-1-133,-6 0 121,0 0 1,-8 3-54,-3 3 1,1-10 111,-7 4 0,0-3 55,-6 3-32,0-7 0,-2 3-17,-4-7 0,-6 7-90,-11-1 1,-4-4-268,-7-3 0,1-1-482,4 2 1,-3-4-1157,3 4 1346,4-12 0,0-6 630,8-11 0,-1-4 0,1-7 0</inkml:trace>
  <inkml:trace contextRef="#ctx0" brushRef="#br0" timeOffset="458">1263 485 7569,'0'-17'2396,"0"-1"-1830,0 1 56,0 0 0,2 7 276,4 4-666,-4-3 0,13 7-49,-4-4 1,11 2-328,1-2 0,5 4-205,-5-3 1,8 3-351,-2 2 0,2 0-1668,-2 0 2367,3 0 0,-5 0 0,8 0 0</inkml:trace>
  <inkml:trace contextRef="#ctx0" brushRef="#br0" timeOffset="775">1903 208 7569,'-18'17'1110,"1"1"1,4 9-98,-5 7-687,5 8 1,-12 10 702,8 0-694,-1 0 0,3 0 177,4 0-522,3 0 1,8-8 166,0-4 0,13-3 119,5-3-139,10-14 1,1 1-49,12-15 1,-3-1-159,8-5 1,-7-7-476,1-5 306,-11-3 189,3-10-644,-12 5 469,-3-4 1,-9 0-117,-8 1 118,0-7 1,-8 16-162,-4-3 298,-11 3 0,-6 5-71,-11 3 1,2 4 134,-8 2 0,7 8 217,-1 3 1,9 5-249,2 1 6,8-7 1,2 5 4,7-3 0,9-3 46,-3 3 0,8-7-2624,9 7 2619,1-8 0,20 4 0,-5-8 0</inkml:trace>
  <inkml:trace contextRef="#ctx0" brushRef="#br0" timeOffset="1107">2283 433 7569,'-15'-8'1569,"3"-3"-1185,-3 3 119,13 0-23,-6 1-136,8 5-291,0-14 30,0 14 1,2-5 111,4 7 0,9-6-12,8 0 1,8-5-103,-2 5 1,4 0-171,1 6 0,-1-6 123,-4 1 22,3-1 127,-12 6 196,5 0-178,-8 0 1,0 2-19,0 4 428,-7-4-339,-2 13 1,-8-4 8,0 12 1,0-1-80,0 6 0,0 1 84,0 6 1,-8 1 104,-3 5 0,3-5-428,2 5 25,-4-5 63,9-1 0,-7-1-697,8 1 462,0-1 0,0-1-1405,0-4 1091,0-4 1,0-8 189,0 0 0,0-5-277,0 0-193,8-9 0,1 3 778,8-12 0,8-11 0,2-10 0</inkml:trace>
  <inkml:trace contextRef="#ctx0" brushRef="#br0" timeOffset="1617">2906 398 7569,'0'-9'853,"0"-7"1,-6 13-342,0-9 420,0 8-166,-1-4-96,5 8-303,-6 0 125,8 0-143,0 8 0,0 2-11,0 7-201,0 0 1,6 1 43,0-1-114,7 8 1,-9-6 207,8 4-281,-1 4 60,-1-8 1,5 12 121,-3-8 0,3 6-50,2-6 1,1 6-103,-1-6 0,-6 2-144,1-2 0,-6-4 20,5 4-18,-7 4 192,4-8 24,-8 6-11,0-7-5,0-1 21,-8 0-58,6-7 1,-15-1 12,-1-3 0,1-4 1,-6 4 0,4-4-139,2-2 0,-1-2-197,1-4 0,2-4-138,3-7 215,-3 0 1,5-8-137,1 6 183,1-6 0,8 0-36,0-4-173,8 4 167,1 0 0,14 2 8,0 0 1,6 0 22,-6 5 1,8-5 76,-2 0 0,1-2-67,-1 2 0,4 4 134,-4-4 72,3 4-186,-5 2 284,-2-1-120,-7 1 1,-1-6-107,0 0 351,-7 0-191,-3 5 1,-7 1-77,0 0 1,-1 0-16,-5-1 1,-6 3 335,-11 3 1,2 5-55,-8 7 1,6 0 120,-6 0-180,8 0 0,-4 0-687,8 0 356,0 7 0,1-3 37,5 8-1391,-5-8 994,14 11 1,-5-11-59,7 7 533,0 1 0,0 13 0,0 2 0</inkml:trace>
  <inkml:trace contextRef="#ctx0" brushRef="#br0" timeOffset="10516">4289 606 7569,'0'-12'1868,"0"1"-784,0 7-400,0-4 72,0 8-469,-7 0 0,3 2 25,-8 4 0,1 4 38,-7 7 0,1 2-167,0 4 1,-6-4 22,0 4 1,-2-1-64,2 1-509,3-4 1,-5 12 118,8-8 1,0 0-146,0-6 0,-1 0-1040,1 1 0,2-7 178,3 1 1254,-3-9 0,5 5 0,-7-8 0</inkml:trace>
  <inkml:trace contextRef="#ctx0" brushRef="#br0" timeOffset="10691">3874 589 7569,'10'-18'0,"-4"1"0,-3 7 362,3 5 0,-2 3 521,8 2 1,-7 0 685,7 0-837,-1 7-452,7 3 0,-1 13-92,0 0 0,6 6-298,0-6 0,2 6-421,-2-6 1,-2 8 511,8-3 0,-8 5 19,3 2 0,2-1 0,1 1 0</inkml:trace>
  <inkml:trace contextRef="#ctx0" brushRef="#br0" timeOffset="11392">5586 433 7569,'-9'-17'0,"-5"-6"0,6 0 0,-1 1 128,5 3 0,-6-4 232,5 0 1,1 0 485,-8 6-432,1-8-199,1 6 0,-5-12-12,3 8 0,-3 0 31,-2 5 0,-3 7-24,-3-1 1,4 7-28,-4-7 1,2 8 22,-2-2 1,4 6-56,-4 6 0,3 6-64,3 11 0,5-2-156,1 8 44,7 0 36,-4 5 0,8 6 3,0 1 109,8 7-86,2-4 1,7 2-83,0 0 1,1 0 119,-1 6 1,0-6 7,0 1 1,1-9-107,-1 2 0,-5-3-156,-1-3 1,-7-1 192,2-4 15,-4 4-27,-2-14 0,-2 4 288,-4-12-134,-11 5-30,-3-14 1,-6 5 39,3-7 0,-2 0-80,-4 0 0,-2-9 47,8-9 1,0-1-152,6-10-108,7 1 196,-5-7 0,13 0-454,-4 1 189,12-8 13,3 5 1,10-3-376,5 11 401,2-4-59,1 14 1,6-6-52,-4 8 0,-2-1 95,2 1 0,-6 6-17,5-1 1,-6 8-573,1-2 0,2 5 110,-2 1 1,5 0 649,-4 0 0,6 0 0,-3 0 0</inkml:trace>
  <inkml:trace contextRef="#ctx0" brushRef="#br0" timeOffset="11855">5880 312 7569,'-8'-10'0,"-1"-3"-32,-8 7 34,-1 0 68,9 6 1,-7 0 251,5 0 1,-3 8-157,3 4 0,-3-3-12,9 3 0,-1-1-91,6 6 1,0-5 78,0 0-79,0-9 1,2 5 63,3-8-191,5 0 1,7-8 18,1-3 0,-7-5-104,1-1 1,-8-6 90,1 0 0,3-2 34,-2 2 1,0-2 2,-6-4 1,0-2-19,0 8 0,0-2 144,0 2 0,0 10 202,0-4-196,7 3 1,-3-1-16,8 3-83,-1 5 1,6 7 19,1 0 1,-3 7-16,-3 5 0,3 3 21,-3 2 0,1 8-8,-1 4 0,-3 4 131,-3 2 1,-4 7 38,4 4 1,-6 4 306,-6 2-266,4 0-119,-13 7 0,5-3-156,-7 7 0,5-1 32,1 1 0,1-3-223,-2-8 0,-1-2 195,7-4 1,0-4 81,6-7 0,0-8-766,0-4 0,2-12 108,4-5 0,4-4-151,7-2 0,6-2 73,0-4 683,8-11 0,-4-10 0,7-8 0</inkml:trace>
  <inkml:trace contextRef="#ctx0" brushRef="#br0" timeOffset="12075">6243 675 7569,'-2'12'359,"-3"-1"-156,3 1 0,-12 7 289,8 4-246,-7-4 0,9 12 21,-7-8 0,7 6 69,-2-6 0,4 0-122,2-6 0,8-1-8,3-5 1,7-3 73,5-8 0,-2 0-90,8 0 0,-1-10-90,7-7-137,-8 0 174,6-16 1,-16 8-242,0-4 97,1-4-54,-17 14 0,5-12-108,-12 8 0,-5 0 128,-12 6 1,2 7 49,-8 5 0,0 3-434,-6 2 1,9 2 46,3 3 0,3 5-541,3 7 0,7 6 919,5 0 0,3 1 0,2-7 0</inkml:trace>
  <inkml:trace contextRef="#ctx0" brushRef="#br0" timeOffset="12580">7540 519 7569,'0'-11'871,"0"-1"-492,0 1 300,0 1-79,0-5 235,0 13-605,0-6 0,-2 8-24,-3 0 1,-5 10 151,-7 7 1,-1 2 63,1 10 1,-2 0-268,-4 6 0,2-1 28,-8 1 1,6-1-414,-6 1 0,8 0-95,-2-1 0,4-7-387,1-4 1,3-4 553,3-1 0,3-9-258,3-3-904,4 4 1320,-6-9 0,8-8 0,0-12 0</inkml:trace>
  <inkml:trace contextRef="#ctx0" brushRef="#br0" timeOffset="12747">7177 450 7569,'10'-17'4186,"5"7"-3805,-5 10 0,1 10 24,1 7 0,-6 2-44,5 5 0,1 2-131,5 9 1,0-2-36,0-5 0,7 5-227,-1-4 0,7 4-438,-1 1 0,-2 1 472,2-1-2,0-7 0,5 6 0,1-6 0</inkml:trace>
  <inkml:trace contextRef="#ctx0" brushRef="#br0" timeOffset="13481">8751 174 7569,'-23'-16'131,"0"5"0,-6-3 0,6 8 1,2 3 225,1 1 0,9-4 763,-1 0-92,9 0-274,-13 6-534,14 0 0,-4 0-121,12 0 1,4 0-16,7 0 0,8 0-104,4 0 1,6 0 160,5 0 1,-2 0 39,8 0 1,1-5-473,4-1 0,-4 0-61,-1 6 0,-10-6 40,-1 1 230,-1-1 0,-14 8 175,3 3 0,-12 5 30,-5 7 1,-4 3 160,-2 3 0,-2 4-158,-4 7 0,-3 1-12,-9-1 0,1 1 170,0-1 1,5 3 56,1 3 0,1-3-397,-2 3 0,5-5 40,7-6 0,-6 1-411,0-7 0,0 6-105,6-6 1,2-5-303,4-7 1,-4-5 498,4 5 1,3-7-49,3 2 0,3-4-501,3-2 884,-1-8 0,8-9 0,2-10 0</inkml:trace>
  <inkml:trace contextRef="#ctx0" brushRef="#br0" timeOffset="13779">9460 191 7569,'6'-12'1279,"-1"1"-584,1 7-189,-6-4-39,0 8-272,-8 0 0,6 8 192,-3 3 0,3 11 90,2 1 0,0 7-226,0-1 1,2 4-16,3 1 1,3 1 178,4 0 1,3-1-72,-3 1 0,5-1-112,6 1 1,-4 0-38,4-1 0,-4-5 0,-1 0 0,-1-8-60,0 2 1,-1 2-17,-5-2-60,-3 0 1,-8-6-66,0 1 0,-8-7-154,-3 1 0,-7-6 142,-5 5 0,-4-7 94,-7 2 0,-1-4-438,1-2 1,-7-8-633,1-4 0,0-3-620,5-2 1614,8-8 0,-6-18 0,7-10 0</inkml:trace>
  <inkml:trace contextRef="#ctx0" brushRef="#br0" timeOffset="13912">9564 87 7569,'26'0'1211,"7"0"0,-4-6-1041,11 1 1,-3-3-203,3 2 0,-3 4 333,-3-4 1,1 4-390,-1 2 1,1 0-628,0 0 1,-7 0 320,1 0 394,0 0 0,-2 0 0,-2 0 0</inkml:trace>
  <inkml:trace contextRef="#ctx0" brushRef="#br0" timeOffset="15079">1 1765 7569,'0'-10'1026,"0"-5"-636,0 5 183,0 0 228,0-5-230,0 13 0,0-8 247,0 5-496,0 3-24,0-6-103,0 8 0,1 0-12,5 0 1,-2 0-43,8 0 1,1-6-108,10 1 1,-2-1 69,8 6-168,0-8 0,13 6 144,4-4-340,-3-3 144,14 7-657,-11-6 708,22 0 0,-13 7 73,9-5 1,1-2-207,10 2 1,-4-1 230,4 1-6,4 4-16,0-6 0,3 8-48,5 0 0,-3-2-455,14-3 0,-6 3 277,6-4-1064,-7 4 1265,-41 2 0,2 0 3,-1-4 1,1 0-27,1 3 0,0 0 1,4-3-1,-1-1 29,-1 2 1,0 0 0,-2 1 0,1 0-24,4-3 1,0-1-1,2 3 1,1 0 14,2-3 0,1 0 1,-1 3-1,0 1 1,-2-3-1,-1 0-5,1 1 1,0 0-1,2-2 1,0 1 12,1 2 1,-1 0-1,2-3 1,-1 0 2,-1 4 0,1-1 1,-3-3-1,1 0 32,1 3 1,0 0-182,3-3 0,-1-1 0,-1 5 0,1 0 101,1-4 0,0 1 0,3 2 0,-1 0 0,-2-2 0,0 0 8,2 1 0,1 1 0,0-3 1,0 0 12,1 3 1,-1 0-1,-3-3 1,0 1 8,1 2 0,-1 0 1,-1-3-1,0-2-3,1 2 1,1 1-1,1 0 1,0 0 63,-1-1 0,-1 1 1,0 2-1,1 0 37,2-2 1,0-1 0,-4 1-1,1 0 75,5 0 1,2-2-85,-5-1 0,0 1-142,9 6 1,0 0 0,-4-3 0,0-1 39,2 1 1,0 2-1,1 1 1,-1 0 12,-2-2 0,-1 0 0,3 2 0,1 0-64,0 1 0,-2 0 1,-2 0-1,0 0 78,4 0 0,-2 0 1,-7 0-1,-1 0 12,6 0 1,0 0-1,-4 0 1,0 0-33,2 0 1,-1 0-1,-1 0 1,0-2 221,-2-1 1,1 0 0,1 2 0,0 1-123,-2-3 1,1 0-1,1 1 1,0 2-49,1 0 0,0 0 1,1 0-1,-1 0 48,0 0 1,0 0 0,0 0 0,1 0-19,-1 0 1,0 0-1,-1 0 1,0 2 23,-1 1 0,-1 0 0,-1-3 0,-1 1-32,-4 2 0,1 0 0,-2-1 0,1-2 8,-3 0 1,1 0-1,1 1 1,-1 0-58,-3 2 0,0 0 0,-1-2 0,-1 0 31,45 5 1,2-5 160,-7-1 1,-1 0-83,-6 0 0,-7 0 86,-4 0 1,-6-5-81,-5-1 0,-11-2 408,-7 2 0,-9 5-415,-2-5 1,-9 2 1295,-8-2-1670,-1 4 472,-7-5 1,-3 5-1626,-7-4 0,-9 4 567,-9-4 855,-14 4 0,-28 2 0,-11 0 0</inkml:trace>
  <inkml:trace contextRef="#ctx0" brushRef="#br0" timeOffset="15757">4013 1816 7569,'-27'-7'300,"2"3"0,9-8 0,3 1 0,3-1 859,3 1-883,1 7-86,6-4 1,2 6 128,3-3 1,5 3-4,7-4-261,8 4 1,2 2 95,8 0 0,1 0-136,5 0 1,1 2-268,4 4 169,-4-4 50,-7 13 25,-1-13 1,-1 13 136,-4-3-258,-4 3-76,-8 2 0,-9 1-279,-8-1 482,-8-7-43,-9 5 0,-8-7 80,-4 3 45,-4 5-115,-1-7 174,-8 1-68,5 5 0,-3-7-56,11 3 1,4-3 38,8-8 1,5 6 175,1 0-12,7-1 0,4 1-456,11 0-52,5 7 182,9-11 0,2 14-116,7-5 218,1 4 5,-1 3-41,1-1 30,-1 0 0,1 1-20,0-1 1,-3 0-20,-3 1 0,2-1 34,-8 0 1,-6-2 74,-5-3 268,-8 3 712,3-5-673,-7 0 0,-7 3 629,-5-7-479,-11 7-179,4-11-312,-14 14 125,6-15 1,-7 13 45,-1-8 0,0 1-12,1-1 1,1-4-39,4 4 1,4-4-50,8-2-1106,0 0-1206,7 0 1454,3 0 1,16-14-1440,8-3 1204,8-12 407,18-5 333,9-3 0,9-21 0,8 5 0</inkml:trace>
  <inkml:trace contextRef="#ctx0" brushRef="#br0" timeOffset="16040">5015 1678 7569,'20'0'808,"-5"0"-96,-15 0-321,0 0 0,-8 8 18,-3 3 1,-5 12-159,-1 6 1,0 4-69,0 1 1,1 7 573,5-1 0,3 6-123,8-5 0,0 5-564,0-6 0,8 0-87,3-5 0,12-6-36,6 0 0,6-14 124,5 2 1,-3-11-49,3 0 1,-4-4 80,-1-2 0,-8-6-165,-4 0 0,-6-7-493,-5 1 0,1-3 131,-7-2 1,-8-1 109,-9 1 0,-7 2 139,-5 3 1,-4 4 86,-7 8 0,-1 0-38,1 0 0,1 2-3,4 4 0,-2 4 45,8 7 1,2-6 146,10 1 1,3 0-836,8 5 1,2-2 307,4-3 1,11 1 462,12-7 0,19 0 0,6-6 0</inkml:trace>
  <inkml:trace contextRef="#ctx0" brushRef="#br0" timeOffset="16389">5984 1886 7569,'0'-27'0,"-8"2"0,1 7 688,-5 1 493,4 0-236,1 7 150,5-5-564,-6 13-174,0-6-188,6 8 152,-5 0-38,7 0-141,0 0 0,0 8 34,0 3 1,0 5-84,0 1 0,2 2 90,3 4 1,3 2 22,4 4 1,3-2-328,-3-4 38,3 4 1,2 8 33,8-8 137,-6 5 1,8-7 13,-4 4 0,-3 2-3,3-8 1,-4 0-18,-2-6 0,-1 0 61,-5 1 109,-3-1 0,-8 0-87,0 1 1,-10-9-317,-7-3 100,-8-4 0,-10-2-1243,1 0 896,-1 0 1,-5 0-57,-1 0 0,1-8-264,5-3 1,-5-7 183,0-5 534,7-4 0,0-15 0,7-2 0</inkml:trace>
  <inkml:trace contextRef="#ctx0" brushRef="#br0" timeOffset="16513">5932 1782 7569,'27'-6'0,"-4"0"0,4-5 0,2 5 0,3-6 744,3 7 1458,0-9-1411,-1 12 1,8-5-863,5 7 0,-3 0-25,2 0-2278,-8 0 1062,12 0 1312,-21 0 0,11 7 0,-13 3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18.7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18 105 7569,'0'-18'1561,"-2"1"0,-2 0 1760,-2-1-2846,1 9 268,5-7 1,7 15-30,5-5-721,11 4 1,4 2-359,7 0 1,1 0-1653,0 0 1085,-1 0 526,-7 8-2344,6-7 1794,-6 15 1,-2-1 955,-8 8 0,0 8 0,-7-4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18.8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87 7569,'0'9'1752,"4"-1"300,7-8 0,3 0-1421,15 0 1,5 0-393,7 0 1,7-6-1726,-2 1 1,4-9 247,2 3 1238,-1-5 0,9-9 0,1-2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34.2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87 7569,'0'-18'0,"0"7"2118,0-1 2808,0 9-2829,0-5-144,8 0-2102,-6 6 33,6-13 190,-8 13 242,0-6-2156,0 8-2950,0 0 4790,0 8 0,0 2 0,0 7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34.7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121 202 9102,'-2'-27'2287,"-3"4"-1994,-5 11 0,0 14 142,5 16 1,1 9-147,-2 13 0,-2 2 33,-3 4 0,-3 2-242,9-7 0,-7 7-145,6-2 0,1-4-1171,5-2 692,-8 5 365,6-9 0,-6 6-917,8-7 467,0 0 16,0-9 0,0-1-1291,0-7 1904,0-9 0,0 7 0,0-7 0</inkml:trace>
  <inkml:trace contextRef="#ctx0" brushRef="#br0" timeOffset="575">536 185 8866,'-7'25'1826,"-1"1"-533,-4 9-880,-3 0 1,7 5 213,-3 0-399,3 8 1,8-13 7,0 0 1,8-3-152,3-9 0,12-2-58,6-9 1,6 1 85,5-7 0,-1-2 70,7-10 1,-8-5-1,3-12 1,-7 2-744,-5-8 0,-6 0 268,-11-6 0,1 1 106,-7-1 1,-10 6 114,-13 0 0,-8 3 31,-10-3 1,0 4 157,1 7 0,-3 3-95,-3 4 0,9 3-125,-3 8 1,5 2 104,0 4 1,4 1-687,8 5 1,7 3-45,4-3 0,4 3-314,2 2 1,8 4 330,4-3 710,11 3 0,11-11 0,11 7 0</inkml:trace>
  <inkml:trace contextRef="#ctx0" brushRef="#br0" timeOffset="891">1366 98 8605,'0'-17'1101,"0"5"-385,0 1-324,0 7 94,0-4-29,-7 8 0,5 2-54,-4 4 0,-4 5 130,-1 13 1,1-3-97,-1 7 1,7-1 40,-2 2 0,4 2 144,2-8-297,0 8-105,0-12 0,2 6-42,4-8 0,4 1-12,7-1 0,8-8 12,4-3 0,3-4 17,3-2 0,1 0-12,5 0 1,-3-2-563,8-4 1,-5 3-808,5-9 1,-8 2-426,3-1 1,-5-4 788,-1 3 0,-8 2-473,-4-1 685,-4 7 312,-2-11 1,-5 11 297,-1-8 0,-7 1 0,4-7 0</inkml:trace>
  <inkml:trace contextRef="#ctx0" brushRef="#br0" timeOffset="1064">1799 29 7569,'-2'-10'969,"-4"5"0,2-3-383,-7 2 0,5 8 105,-6 10 0,7 5 1047,-7 6-878,1 4-500,-7 15 1,1 2 387,0 8-381,-8 0-391,6 8 0,-6-5-350,7 9 1,1-1-350,0 6 1,-6 0-3307,0 1 4029,-1 7 0,7-14 0,0 4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33.1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502 139 7569,'5'-23'597,"1"0"1,0 0-322,-6 6 446,8-1 1367,-6 1-1075,5 7-630,-14 2 1,-5 12 21,-11 8-287,-4-1 0,-8 28 21,1-5 1,-3 7-1,-3-1-75,-6 6-58,4 4 0,-6 0-147,7-4 154,1-4 1,7-9 69,4-4 0,6-10 111,12-7-190,3-9-16,8 5 1,2-8 48,4 0 1,11 0-2,12 0 1,6 0-33,5 0 0,2-6-94,4 1 0,8-7-371,-8 6 244,8 0 126,-10 6 1,0-5-642,-3-1 481,-5 0 0,-3 6-603,-4 0 360,3 0-321,-12 0-532,5 0 235,-16 0-168,-1 0 1279,-8 0 0,-16 8 0,-3 1 0</inkml:trace>
  <inkml:trace contextRef="#ctx0" brushRef="#br0" timeOffset="206">484 260 7569,'0'-18'401,"-2"1"50,-3 0 1,3 5 57,-4 1 1,2 7 1267,-2-2-1316,4 4 1,-7 6 7,3 8 1,4 7-85,-4 15-201,4 9-35,-5 1 0,5 8-963,-4 0 441,4 7 89,2-5 0,0 6-190,0-9 1,2 1-151,4 0 1,3-8-1714,9-3 2337,-1-12 0,0-4 0,1-8 0</inkml:trace>
  <inkml:trace contextRef="#ctx0" brushRef="#br0" timeOffset="533">969 191 7569,'0'-18'445,"-6"1"373,0 0-334,0 7 709,6 2-937,0 8 0,10 2 24,7 4 0,2 4-338,10 7 14,-8 8 49,4 2 1,-2 7-254,0 1 124,-7 0 17,-1 7 1,-13-11 100,4 3 0,-4-3 95,-2 3 1,-8-1 40,-3-4 1,-5-4 124,-1-8 1,0-1 388,-1-5 0,1-3 488,0-8-531,7 0-40,2 0-278,8 0 0,2 0-263,4 0 0,6-2-194,11-4 1,2 2-40,4-7 0,5 5-280,1-6 0,-1 3-109,7-3 1,-7 3-657,-5 3 1,4 2-1079,-4-7 1270,-5 7 1066,9-4 0,-14 0 0,6-1 0</inkml:trace>
  <inkml:trace contextRef="#ctx0" brushRef="#br0" timeOffset="814">1643 69 7569,'10'0'976,"-3"0"-333,1 0-84,2 0 0,7 10-297,0 7 1,-1 3-244,-5 8 0,-1 3-103,-5 9 62,-3-3 47,6 5 0,-10-7 98,-4-1 1,-3 1 88,-9 0 1,-1-3 153,-4-3 0,4-4 109,-4-8 0,4-5 1172,1-1-729,1-7 20,7 4-898,3-8-5,14 0 40,11 0 0,9-8 120,7-3 0,1 1-404,-1-1 1,3 5-516,3-6 1,-9 3 6,4-3 1,-5 4-703,5 8 1,-6-5 459,0-1 959,-8 0 0,11 6 0,-5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43.7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45 7569,'0'-10'2879,"0"-5"-2447,0 5-135,0 0 1,0 10 193,0 12 1,-6 5-207,0 6 0,-1 4 33,1 8 0,4 5-337,-4 0 1,2-3 66,-1-2 1,3-5-686,-4 11 0,4-5 435,2-1 0,6-8 152,0-4 0,5 2-1465,-5-2 1515,7 0 0,5-6 0,9 0 0</inkml:trace>
  <inkml:trace contextRef="#ctx0" brushRef="#br0" timeOffset="306">381 62 7569,'0'17'2081,"-8"2"-1295,-4 4-502,-3-3 0,-2 12 68,-1-3 1,1 4 75,0 1 1,5 1-197,1 0 1,7-3-27,-2-3 0,12 2 205,5-8 0,7 0-124,5-6 1,6-7-334,11-4 1,4-5 77,8-1 1,6-7-247,-1-5 1,-5-9 143,-6-2 0,-7-8-66,1 3 0,-11-1 7,-6-6 0,-6 10 52,-5-9 0,-6 5 121,-12 0 1,-6 4 357,-11 8 0,-11 1 274,-13 5 1,3 3-309,-2 8 1,2 0-282,-2 0 0,5 6-150,13 0 0,3 7-288,7-1 1,7-3-456,-1 3 1,10-1-2356,2 7 3161,8-1 0,9 0 0,1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42.0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225 122 7569,'10'0'1146,"-2"-8"-955,-8 6 762,0-6-590,0 8 1,-2 8-45,-4 4 0,-4 11-124,-7 5 0,0 5 130,0 2 1,-6-1 151,-1 1 0,-4-2 283,5-5-321,0 5-197,5-14 1,7 6 459,-1-7-298,8-1-258,-3 0 1,14-5 36,5-1 1,11-7 11,6 2 0,5-4 0,7-2 0,1 0-12,4 0 1,4-6-423,-4 0 1,-2-5 134,2 5-932,-7-8 726,3 13 1,-13-7-186,0 8 0,-8-6-1279,2 0 1047,-4 1 43,-2 5-560,-7 0-904,-2 0 749,-24 0 1399,5 0 0,-22 0 0,6 0 0</inkml:trace>
  <inkml:trace contextRef="#ctx0" brushRef="#br0" timeOffset="174">416 243 7569,'0'-12'652,"0"1"-257,0 7 92,0-4 828,0 8-8,0 0-544,0 8 1,0 9-380,0 12 1,0 6 1,0 5 0,0-2-206,0 8 1,-2-1-115,-4 1 1,4 4-855,-4-4 0,4-2 524,2 2 0,0-6-1230,0 7 1,8-9 200,4 2 1293,3-11 0,10-4 0,2-8 0</inkml:trace>
  <inkml:trace contextRef="#ctx0" brushRef="#br0" timeOffset="616">1038 174 8237,'0'-18'721,"0"1"1,2 2-358,4 3 1,4-1 7,7 7 0,-6-2-146,1 2 1,-1 4-84,7-3 0,-1 3 23,0 2 1,-1 2-104,-5 3 0,5 11 64,-5 7 1,3 8 22,-3-3 1,3 11-67,-9 1 1,1 8-141,-6-2 1,-8 4-139,-3 2 1,-6-8 111,-7-3 0,3-1 85,-7-5 20,-1-5 29,2-12 297,-6-1-202,14-7 0,-6-3-44,8-7 1,-1 0-18,1 0 1,2-7-75,3-5 0,4-5 16,8-6 0,0 4-27,0-4 0,6 3 50,0 3 1,7 7 0,-1 5 1,3 3 24,3 2 0,1 0-21,4 0 1,-4 5-61,4 1 1,-4 8 7,-1-3 0,-1 3-223,0-3 0,3 5-359,3-5 0,-4-1-1165,4 1 849,-4-7 526,-2 4 1,1-8-1477,-1 0 1844,0 0 0,1 0 0,-1 0 0</inkml:trace>
  <inkml:trace contextRef="#ctx0" brushRef="#br0" timeOffset="974">1540 122 7569,'0'-18'316,"0"1"0,-6 0 463,0 0 931,0-1-355,6 1-974,0 7 1,2 3-376,4 7 0,4 9-25,7 9 1,0 1-36,1 10 0,-1 1 109,0 11 0,-1-3-51,-5 8 0,-1-7-46,-5 1 0,-3 2-273,4-1 1,-6-7 136,-6-5 0,-1-8 233,-5 2 0,-3-5 151,3-7 0,-9-3-170,-2-8 0,0 0-30,6 0 1,-6-2-88,0-4 0,1-4-133,11-7 1,-2-6 144,7 0 0,0 0-66,6 6 1,2 5 92,4 1 0,3 7 142,9-2 0,5 4 839,0 2 1,5 8-518,-4 3 0,-1-1-152,-6 1 0,6 1-138,0 5 0,0 1-61,-6-1 1,3-6-422,3 1 0,-4-6-724,4 5 1,-4-7-2278,-2 2 3351,1 3 0,-1-7 0,0 6 0</inkml:trace>
  <inkml:trace contextRef="#ctx0" brushRef="#br0" timeOffset="1310">2128 502 7569,'0'-9'7334,"0"1"-4975,0 8 124,0 0-2380,0-8-62,0 6-2979,0-5 1864,0 7 1028,0 0 46,7 7 0,3 11 0,7 8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41.4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519 596 7569,'0'-29'0,"0"0"-12,0 8 1,2-9 24,4 7 0,1-6 590,5 6-320,3 0 1,-5 5 59,7 1 0,-7 0 405,-5-1-446,-3 9 90,-2-7 45,0 14-254,0-5 1,-9 9 11,-9 3 0,-7-1-42,-9 8 0,-3 5-12,-3 6 0,-2 2-64,-4-2-45,-4-4 105,13 14 1,-3-14-114,11 4-11,4-3 0,8-3-226,7 0 154,2 1 1,10-3 92,4-4 0,11 3 29,12-8 1,12 5-79,5-5 1,11 2-134,7-3 0,3 3-131,2 4-358,-7 3 626,-3-5 1,-13 1 4,0 1-13,-15-1 1,2 5 384,-16-5-224,-7 4 1,-3-5-86,-7 7 1,-3 1-36,-9-1 1,-9 0 437,-19 0 1,-5 3 145,-6 3 0,-3-4-506,-4 4-348,-3-4 395,-1-9-1869,-5 5 1445,13-5 0,-11 1 174,7 1 0,8-8 80,10 1 1,5-3-930,6-2-215,4 0 1,16-7 316,3-5 944,4-11 0,17-11 0,5-11 1</inkml:trace>
  <inkml:trace contextRef="#ctx0" brushRef="#br0" timeOffset="167">329 164 7569,'9'-35'0,"-1"3"294,-8 3 1,0 4 448,0 7 0,6 7-70,-1-1 1,1 10-271,-6 2 1,2 10 391,4 13 1,-4 14-266,4 14 1,-4 3-69,-2 10 1,0 5-226,0 6 0,0 7-183,0-1 0,1 2-355,5-3 1,-2 3-631,8-8 0,-1 0-924,6-6 1,1-5 1854,-1-1 0,8-7 0,2 3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40.52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53 243 7569,'9'-8'827,"-1"-2"123,-8-7-190,0 7-221,0 3 331,0 7-343,-8 0-172,6 0 621,-5 15-605,-1 4 0,6 16-48,-4 0 1,-1 5-129,1 0 0,0 6-123,6-5 0,0-1-165,0-5 0,0-3-1281,0-3 809,8 4 378,-6-14 1,13 0-1572,-3-7 771,3-8 451,2 3-818,1-7 865,-9-7 0,7-3 129,-5-7 1,3-8 14,-3-4 345,5-4 0,-15-1 0,7-1 0</inkml:trace>
  <inkml:trace contextRef="#ctx0" brushRef="#br0" timeOffset="374">87 52 7569,'-9'0'0,"-7"-5"0,5-1 394,-4-8 129,-3 13 1,9-9 289,3 4-215,4 4-479,2-5 0,8 7 157,3 0-337,12 0 90,4 0 1,8 0 117,-1 0 0,7 0 48,-1 0 0,6 1-271,-6 5 1,7-4-409,-7 4 1,6 2 50,-6-3 1,-5 7 223,-6-6 0,-10 1-195,-2-1 407,1 4 1,-17 7 130,5 0 1,-6 1-169,-6-1 0,-9 0-30,-8 1 1,-2-1 196,2 0 0,6 0 280,-1 1 0,3-1 56,9 0-210,1 1-98,5-1 1,7-2-168,5-3 1,13 3 21,9-3 0,3 3-80,9 2 1,-2-5 136,2-1 1,-3-1-18,-9 2 0,-7 1 43,-4-7 1,-4 1 81,-1-1 1,-9-2 130,-3 8 0,-12-7-70,-5 7 1,-12-1-407,-6 7 0,-12-1 3,-5 0-774,-4-7 656,-2 5 0,1 1 148,-1 7 0,2 0 92,4-6 39,3 0 0,9 1 0,-1-1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37.6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87 710 7569,'-2'-16'1473,"-2"9"174,-1 12-1438,-1 5 0,4 23 687,-4-5-557,4 5 1,-7 7 83,3 1 0,4-1 100,-4-5-468,4-8 1,4 3-79,4-7 0,2 1-72,3-7 0,10-8-315,-3-3 0,5 2-602,0-2 570,-4-1 274,6-12 1,-6-3-1992,4-7 1024,-4 0 1135,-1-8 0,5-2 0,-4-8 0</inkml:trace>
  <inkml:trace contextRef="#ctx0" brushRef="#br0" timeOffset="346">1 571 7569,'0'-11'788,"0"-1"0,0 6-621,0-5 0,7 7-389,5-2 0,3 4 304,3 2 1,7 0 214,3 0 0,5 8-24,2 4 0,-1 3-94,1 2 1,-6 8 85,-1 4 1,-6 4-102,1 1 0,-4 3-76,-2 3 1,-7-1 3,-4 7 0,1-8-149,-1 3 1,0-13 198,-6-5 0,0-3 106,0-3 1,2-7 50,3-5-223,-3-3 1,6-9-86,-8-5 0,8-5-80,3-6 0,-1-6-259,1-12 0,1 1 267,5-12 0,6 10 121,0-10 0,0 14-246,-5 3 0,-1 4-724,0 14 857,1-4-37,-1 19-37,0 10 0,-7 5 1013,-4 16-430,-5 0-175,-1 13 1,0-5 105,0 3 0,0-2-448,0 3 1,0-11-429,0 5 0,8-6-111,4 0 1,3-4-1571,2-8 2190,1 0 0,7-7 0,1-2 0</inkml:trace>
  <inkml:trace contextRef="#ctx0" brushRef="#br0" timeOffset="564">969 519 7569,'-27'-13'3708,"4"-4"-3122,12-4-770,3 11 0,16 2 244,3 8-9,5-7 109,1 5 1,2-6-29,4 8 51,4 0-253,8 0 1,1 0-191,4 0 1,-3-2-158,3-4 1,3 4-462,-3-3 1,-5 3 167,-7 2 710,-7 0 0,12-8 0,-6-2 0</inkml:trace>
  <inkml:trace contextRef="#ctx0" brushRef="#br0" timeOffset="782">1280 139 7569,'-17'0'744,"2"8"173,3 3 0,3 6-507,3 7 1,-2 4-187,-3 13 0,-3 9 473,8 7 0,-5 9-334,5-3 1,-5 4-325,5 2 0,0-1 144,6-5 1,0 4 22,0-3 1,2-10-929,4-3 0,3-4-1269,9-1 0,-1-12 1991,0-11 0,8-3 0,2-3 0</inkml:trace>
  <inkml:trace contextRef="#ctx0" brushRef="#br0" timeOffset="1330">1384 952 7569,'-17'-8'3455,"7"6"-3134,3-6-138,7 1 1,13-3-1,4-7 1,6 0-17,0-1 0,6-5-23,12 0 0,-5-6-584,4 6 0,-9-6 209,-2 6 0,-8-2-281,2 2 452,-11 4-150,-5-6 0,-7 8-19,0 0 1,-1-1 66,-5 1 1,-4 7 8,-7 5 0,-8 5 173,-4 5 0,2 7 313,-2 11 0,6 6 462,-6 11 0,10-1-354,2 7 0,7-6-17,10 6-126,0-7-222,8 3 1,2-9-106,7-5 0,8-3 81,4-7 1,3-9-122,3-3 0,0-4 131,-1-2 0,1-8-26,-1-3 0,-1-7-70,-4-5 1,-4-4-20,-8-7 0,0 5-195,1 0 0,-3 0 46,-3-5 0,1-1 20,-7 1 1,5 1 155,-5 4 0,0 4-35,-6 8-62,0 7 57,0 3 1,0 9-4,0 3 1,0 7-14,0 11 1,-2-2 975,-4 8-425,4 0-233,-13 13 0,13-6 60,-4 5 1,-2-5-78,3-1 0,-1-8 340,6-4-388,0-4 0,0-7 12,0-1 1,2-7 553,4 2-314,-4-12-173,13-4 1,-7-15-253,3-3 1,5-1-137,-5-6 1,4 2-109,3-13-1,-1 6-233,0-6 1,3 0-538,3-6 0,-4 8 668,4 3 0,-4 7-266,-2 5 6,1 4 609,-1 15 0,0-5 0,1 5 0</inkml:trace>
  <inkml:trace contextRef="#ctx0" brushRef="#br0" timeOffset="1822">2197 883 9315,'-10'0'1043,"3"2"-792,7 3 1,2-3 100,3 4 0,-1-4-217,8-2 95,-8 0-93,11-8 1,0-3-175,8-12 64,8-4 0,-4 0-178,8-14 146,-1 20 1,-1-19 82,-4 11 1,1-2-1,-7 3 0,0-3-156,-5 8 1,-9 0-649,-3 5 443,4 1 61,-8 8 194,-2 1 1,-12 10-30,-11 4 1,2 11-26,-8 12 1214,0 3-757,2 3 0,-5 11-126,3 0 0,6 6-84,6-12 0,7 6-59,10-5 0,0-3-58,0-9 1,2 2-642,4-8 313,3 0 218,9-13 0,1 3-1383,4-7 661,4 0 368,7-6-1343,1-8 1143,-1-2 0,-5-9-42,0-4 658,0-4 0,6-8 0,-1 1 0</inkml:trace>
  <inkml:trace contextRef="#ctx0" brushRef="#br0" timeOffset="2090">2923 571 7569,'0'-17'0,"0"0"262,0-1 0,-2 9 1102,-3 3-742,-5 4 0,-7 4 156,-1 4 1,7 2-265,-1 3 0,3 10-167,-3-4 0,4 5-257,8-5 0,0 6 17,0 0 1,2 6-132,4-6 1,4 6 162,7-6 1,0 6 55,1-6 0,5 0-149,0-6 0,0 0-247,-6 1 0,0-3 8,1-4 237,-9 5-16,-1-14 224,-8 13 1,-2-7 72,-4 3-608,-11-3 202,-2 0 1,-12-6 116,8 3 1,-6-3 66,6-2 0,0 0-517,6 0 0,-1-5-778,1-1 0,8-10-267,3-1 1,4-2 746,2-10 0,9 0 712,9-5 0,7-16 0,9-4 0</inkml:trace>
  <inkml:trace contextRef="#ctx0" brushRef="#br0" timeOffset="2304">3304 53 7569,'9'-18'1500,"-1"1"-603,0 7-605,-6 3 1,5 16-17,-7 9 1,-6 8-82,1 15 0,-7 5 379,6 12 0,-5 3 462,5 8 1,-5-5-416,5-1 1,0-1-346,6 1 1,0-9-247,0-8 0,0-10 165,0-1 0,8-2 0,3-10 0,5-2-329,1-10-236,0 5 0,1-14-1376,-1 3-32,0-10 0,0-11-1001,1-7 2779,-9-8 0,7 5 0,-7-9 0</inkml:trace>
  <inkml:trace contextRef="#ctx0" brushRef="#br0" timeOffset="2448">3165 277 7569,'-17'0'698,"0"0"1,5 0 621,1 0-269,7 0-540,-4-7 0,16-3-223,3-7 1,7 5-94,5 1 0,0 1-427,11-1 0,-3-3-575,9 8 0,5-5 807,1 5 0,4-7 0,2 3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36.6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121 416 7569,'-34'-2'0,"-1"-4"2325,8-3-711,10-1-645,9-5-587,8 13 0,10-12 265,7 8-243,8 1-260,18-3 0,3 0 69,11-3 0,7-5-204,11 5 1,3-5-456,9-1 0,-6 0 85,-1 0 1,-7 1-618,2 5 1,-7-3-583,-11 8 851,1 1 309,-22 5 1,-1 0-1256,-12 0 1655,-4 0 0,-9 0 0,-1 0 0,1 0 0,2 0 0,-1 0 0</inkml:trace>
  <inkml:trace contextRef="#ctx0" brushRef="#br0" timeOffset="135">813 260 7569,'-27'2'291,"4"4"0,6-2 445,5 7 0,3 7-284,3 5 1,4 9 82,-4 3 0,4 1-317,2 10 1,-1-5-223,-5 5 0,4 0-131,-4 6 1,4 0-367,2 0 1,2 0-645,4-1 655,-4 1 490,13-7 0,-5 4 0,7-4 0</inkml:trace>
  <inkml:trace contextRef="#ctx0" brushRef="#br0" timeOffset="575">1263 1 7569,'0'17'625,"-6"10"158,0 8 1,-5 7-266,5 10 0,-7 9 67,1 8 1,2 2-74,-1 10-1926,-1-8 1445,3 12 0,1-22-273,8 1 480,0-16-210,0-14 0,8-5 133,3-12 0,-1 3-47,1-15 1,1-3-164,5-13 1,1-9-22,-1-14 0,0-8 441,0-5 1,6-2-807,1-3 312,-1 0 0,-12 8-45,1 3-105,-1 5 335,-1 16-202,5-3 184,-13 22 1,8 2 72,-5 17 1,-3 9 346,4 13 0,-4 2-160,-2 4 0,6 2 208,0-7 0,7-3 94,-1-9-303,11-4-97,4-8 0,9-7-52,4-4 1,-1-8-111,7-10 1,-2-1-151,2-16 1,2-2-101,-7-9 1,-3 3-325,-9-3 1,0-2 145,-12 1 1,2-5-272,-13 6 0,0 1-65,-6 11 370,-8 3 81,-2 15 1,-13 2 310,0 8-34,-7 8 0,3 15 570,-8 12-499,8 11 0,-5 0-98,3 12 1,9-7-34,3 1 1,11-2-359,1-9 1,3-1-1259,2-5 1668,7-1 0,11 1 0,9-1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54.7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70 7569,'-12'0'-162,"1"0"-114,-3 0 383,7 0 100,-9 0-48,15 0 153,-7 0 27,0 0 53,6 0-265,-5 0 1,7 2 127,0 3-117,0-3 1,1 6 24,5-8 0,-2 0-22,8 0 0,1 0-4,10 0 1,-4-2-89,4-4 1,2 4-68,-2-3 0,8 3-30,-2 2 0,-2 0 50,2 0 0,0 0-83,5 0 0,1 0 133,-1 0 1,1 0-16,-1 0 0,1 0-45,0 0 0,1 0-81,4 0 1,-3 0 48,3 0 0,3 0 24,-3 0 0,2 0 6,-1 0 1,3 0 22,8 0 1,-6 5 0,0 1 1,6 0-13,5-6 0,7 0 0,-7 0 1,3 0 1,-2 0 0,-3 0 2,9 0 0,-7 0 5,7 0 1,-7 0 3,7 0 1,-6 0-24,5 0 1,-7 0 14,1 0 1,-7 0-19,2 0 1,-10 0 13,10 0 1,-4 0-1,4 0 0,0 0-15,0 0 1,0 0-5,0 0 1,0 0-39,-1 0 1,-2 0-1,2 0 1,-8 0-119,9 0 1,-4-6 86,3 0 1,-2-1 12,2 1 1,-8 2 19,9-7 0,-10 5-19,4-6 1,-8 8 13,3-1 0,-11 1-7,-1-2 0,-8 4 228,2-4 0,-3 4 250,-3 2-177,0 0-310,1 0-222,-9 0 333,-1 0 2,-8 0-142,0 0 1,-8 0-184,-3 0 0,-12 6 285,-6 0 0,-12-8 0,-3-8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55.4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35 381 7594,'-7'-20'171,"5"-3"361,-6 14-203,8-1-5,0-5-242,0 13 175,0-6-129,0 8 0,0 8-187,0 3 0,0 7 206,0 5 0,0 5 54,0 13 1,0 3-45,0 8 1,0-4-147,0 4 1,-6-6 23,1 6 0,-1-2-29,6-10 0,0-7 132,0-10 1,2-4 128,3-2-482,-3-7 115,6-2 125,-8-8 1,0-4-193,0-8-11,0 1 200,8-22 0,-4 6-231,7-7 1,-5-11 15,5-6 1,-3-5 14,9-13 1,-9 3 111,9-9 0,3 0-122,3 6 0,0-2-25,-6 14 0,0 7 85,1 9 1,-1 12 217,0 6-43,-7 12-49,5 3 0,-5 10 75,7 4 58,0 11-12,1 10 0,-1 9-17,0 5 1,0-1-81,1 12 1,-1-10 2,0 10 0,-1-11 142,-5-1 31,5-4-87,-14-1 0,5-8 324,-7-4-247,0-11 0,-15 1-89,-8-7 0,-8-1-98,-4-5 1,-7-7-124,-4-5 1,-2-1 161,2 1 1,-2-3 43,8 3 1,1 3-1129,10-3 1044,4 8 0,8-11 0,0 5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56.6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0 312 7465,'0'-9'287,"0"1"80,0 8 569,0 0-848,8 0 0,-4 0-2,8 0 1,-7 0 16,7 0 0,-1 0 0,7 0 1,5 0-65,0 0-195,0 0 121,2-8 1,0 6-119,4-3 199,3 3-6,-5 2 0,14 0-191,-1 0 176,0 0-26,-5 0 0,1 0 0,5 0 1,-5 0 11,5 0 0,-5 0-5,-1 0 0,1 0-54,4 0 0,-3 0 49,3 0 1,5-6-61,1 0 57,4 0-1,1-1 0,7 3-2,0-8 0,5 8 3,-5-1 0,5-3 1,-5 2 0,1-1 0,-1 1 1,-4 4-1,4-4 0,1-2 117,-1 3 1,1-1-52,-1 6 1,2-6 41,3 0-808,4 1 724,-13 5 0,11-6-56,-7 0 1,11-2 82,-5 3 0,9 1 3,-4-8 0,2 8-17,9-1 1,-6 1-7,0-2 0,3 4 107,-2-4-817,0 4 716,-6 2 0,1 0 262,-1 0-917,-8 0 677,6 0 0,-5 0 259,7 0 1,-5 0-210,-1 0 0,-2 0 14,3 0 1,-5 0-7,-7 0 0,-2 0-56,-4 0 1,-1 0 291,-5 0 1,-9 0-522,3 0 1,-11 0 806,0 0-761,-3 0 194,-3 0 0,-6 0-117,1 0-367,-8 0-47,3-7 0,-9 5 231,-3-4 1,-7-2 105,-11 3 1,-6-1-91,-11 6 213,-4-8 0,-23-9 0,-5-10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57.6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70 295 7649,'-10'-8'210,"3"6"0,9-5 6,3 7 1,-1 0-49,8 0 1,-1 0-182,7 0 0,-1-2 30,0-4 1,0 4-10,1-4 0,5 4-90,0 2 1,2 0-179,-2 0 0,-4 0-75,4 0 1,2 0-723,-2 0 1057,-7 0 0,-1-7 0,-5-3 0</inkml:trace>
  <inkml:trace contextRef="#ctx0" brushRef="#br0" timeOffset="169">1 416 9576,'17'0'442,"2"0"-442,4 0 0,2 0-417,4 0 0,10 0 268,-5 0 1,5 0-460,-5 0 1,7 0 182,-1 0 1,-2 0 424,-9 0 0,4 0 0,-6 0 0</inkml:trace>
  <inkml:trace contextRef="#ctx0" brushRef="#br0" timeOffset="979">1108 35 7569,'-18'-7'581,"1"5"-418,7-6 58,3 0-175,7 7 1,2-7 37,3 8 1,-1 0 7,8 0 0,-6 0-2,5 0 1,-5 0 0,5 0 1,1 0-57,5 0 1,0 0-98,1 0 1,-1 0 80,0 0 0,1 0-122,-1 0 1,6 2-17,0 4 0,-6 1 89,-5 5 0,-2 3-58,1-3 0,2 3 61,-7 2 0,0 6 9,-6 0 0,-2 0-12,-4-5 0,-3-1 6,-9 0 0,-1 4 12,-4-3 1,2 3 5,-8-10 1,2 3 167,-2-3 1,-1-1-61,7-4 1,0-4 88,5 3 2,1-3-35,7-2 19,3 0-118,7 0-144,0 0 30,7 0-51,3 0 144,7 0 0,1 0-11,-1 0 0,6 2-53,0 4 1,0-2-183,-6 7 216,8 1-34,-5-2 0,6 5 15,-2-4 0,-5 5 37,4 1 1,-4 0 7,-2 1 1,-5-1 123,-1 0 54,-7 1 1,10-1 388,-9 0-286,1-7-133,-6 5 1,-8-7 98,-3 3 0,-6-1-8,-6-4 1,-4-4 93,-8 3 0,-1 3-68,-5-2 0,-3 0 6,-8-6 1,2 0-8,4 0 7,-4 0-107,6-8 1,0 4-133,3-7 0,7 5 2,5-6 0,0 7-130,12-7 77,-4 8-506,19-3-1008,-6 7 908,8-8 0,8 6-463,3-4 0,12 4 591,6 2 0,4-6 190,2 1 0,13-1 273,3 6 0,5-8 0,-4-1 0</inkml:trace>
  <inkml:trace contextRef="#ctx0" brushRef="#br0" timeOffset="2339">1851 347 7569,'10'0'1439,"-2"0"-1459,-8 7 249,0 3-129,0 7 0,0 1-85,0-1-15,0 0 86,0 0 1,0 7-67,0-1 1,0 2 39,0-2 1,-6-4-302,0 4 223,0-4-161,6-2 240,0 1 24,0-9-98,0-1 1,0-21 5,0-5 1,0-3-13,0 4 0,2-6 1,4 0 1,2-6-18,3 6 1,4-8-115,-3 2 0,1 4 128,-1 2 1,3 4-16,-3 2 0,-2 5 1,1 1 1,-5 7 19,5-2 16,-7 4 6,4 2 1,-8 8 89,0 3 1,0 7-69,0 5 0,0-2 90,0 8 0,0-8-86,0 2 0,0 2 6,0-2 1,0 0-53,0-6 6,0 1-6,0-1 1,0-6-24,0 1 2,0-8 0,6 1 4,-1-10 0,9 1-79,-3-8 0,3 1 79,-3-6 1,5-1-21,-5 1 1,5 0-85,1-1 0,0-5 119,0 0 1,-5 2-4,0 10-1,-9-5 153,5 7-70,-8-1 222,0 2-226,0 24 0,-8-5 21,-3 12 0,1 2 93,-1-2-138,7 0 22,-4 2 0,6-5 1,-3 3 1,3-4-87,-4-2 1,6 0-198,6 1 1,-4-7 120,3 1 1,5-7-76,1 7 0,-1-8 81,2 2 1,-1-4-17,6-2 0,3-2-139,3-4 1,-4 2 59,4-8 0,-4 3 47,-2-3 1,1-3 65,-1 3 1,-7 3 90,-5-3 1,3 7-24,-2-7 354,0 8-335,-6-3 1,-2 7-3,-4 0 0,-2 1 408,-3 5-244,-5 4-5,14 7 0,-11 0-78,7 1 1,0-1-13,6 0-122,0 1 0,0-1 38,0 0-228,0-7 211,8 5 1,2-13-87,7 4-145,0-4 86,1-10 95,-1 6 0,-2-13-8,-3 3 0,1-3 61,-7-2 0,0 3 7,-6-3 0,0 7 2,0-13 1,-2 8 94,-4-8 1,2 4-113,-7 1 0,5 7 54,-6-1 0,7 3 418,-7-3-250,8-3 49,-3 13-162,7-14-15,0 7 0,7-3 18,5 1 1,3 7-246,2-2-29,-7-4 97,5 9 1,1-7 46,7 8 66,0 0-6,-13 0 0,5 0 31,-4 0-46,-3 8 40,8 1 1,-13 3 117,9-1 0,-8 1-88,1 5 1,-3 2 13,-2 4 1,0-3-71,0 3 30,0-4-2,0-2 1,0 0-61,0 1 79,0-1-45,0-7 1,-2 3-8,-3-7 35,3 0 38,-6-6 20,8 0-145,0 0-64,8-8 1,-4-2 77,7-7 0,1 0-106,5-1 1,0-5 28,1 0 98,7 0-9,-6-2 0,6 8-238,-8 0 224,0-1 23,-7 16 188,5-13-41,-13 13 135,14-6 1,-14 16 136,3 4-240,-3 3-53,-2 2 1,0 1-25,0-1 1,0 6 6,0 0 0,0 0-416,0-6 214,8-7-93,-6 5 0,13-7-147,-3 4 1,-3-3 77,3-3 1,-1-4-56,7 4 0,-1-4-19,0-2 0,1-4-21,-1-8 0,0 1 362,0-12 0,1-4 0,-1 0 0,8-8 0,2 1 0</inkml:trace>
  <inkml:trace contextRef="#ctx0" brushRef="#br0" timeOffset="2519">3269 18 7569,'-17'15'56,"0"-3"-6,7 3 1,-5-5 44,3 7 1,4 3-135,3 3 0,-3 3 33,2 9 1,-5 0-187,5-1 1,-6 1 9,7-1 0,-7 7-45,6-1 0,-5 2-116,5-1 0,-2-11 343,3 5 0,-5-12 0,-2 0 0,1-11 0,-1-5 0,-5-7 0</inkml:trace>
  <inkml:trace contextRef="#ctx0" brushRef="#br0" timeOffset="2984">2854 416 7110,'-9'-27'-1032,"1"2"1265,8 8 0,-6 5 490,0 1 1,1 5-700,5-6 1,7 7 4,5-7 0,5 6-69,6-5 0,2 5 49,4-6 1,4 7-116,-5-7 0,5 6 72,2-5 0,-1 7 93,1-2 0,-6 4-42,0 2 1,-6-5-111,5-1 224,-6 0 22,10 6 1,-14 2 116,-1 4-128,-8 3 0,-9 11 122,0 3 0,-7-2-87,-5 8 0,-3-1 45,-2 7 0,-1 0-90,1-1 0,2 1 38,3-1 1,-1-5-285,7 0 1,-6-8-43,7 2 1,-1-4 100,6-1 1,0-7 99,0 1-492,0-8 268,0 11 1,2-13-15,3 4 0,7-12 28,11-6 1,-2-5-76,8-6 1,-2 2 51,2-8 0,1 8 28,-6-2 1,-1 6 54,-6 5-36,0-3 94,-7 13 0,-1-6 206,-3 8-266,-4 0 129,6 0 113,-8 0 1,0 2-107,0 4 1,0 3 38,0 9 1,0-7-182,0 1-56,0-1 1,0 7-44,0-1 1,2-8-181,3-3-90,5-4 482,7-2 0,1 0 0,-3-8 0,-3-3 0,3-4 0,-5-3 0,7 1 0,0 0 0,8-8 0,2-2 0</inkml:trace>
  <inkml:trace contextRef="#ctx0" brushRef="#br0" timeOffset="3369">3892 381 7263,'-18'0'741,"9"-7"-462,-6 5 1,11-8-10,-8 4 5,8 4-208,-11-5 1,5 12 118,-7 1 0,-2 6-16,-4-6 0,9 7 31,-3-2 0,4-1-33,-5 2 1,7-7-109,-1 7-46,8-1 1,-3 7-188,7-1 1,0 0 130,0 1 1,5-1-29,1 0 0,2 1 150,-2-1 0,-4 0 77,3 0 237,-3 1-312,-2-1 1,-7-2 300,-5-3 0,-5-3-226,-6-3 1,-4-4-267,-8 4 0,-5-4-160,0-2 0,-9-2-481,3-4 0,2 2-631,-2-7 0,8-1 1381,-3-5 0,5-8 0,1-2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09:57.1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10 104 8467,'-10'-8'113,"10"6"1,10-11-133,7 7 1,8-6 11,4 7 0,4-7 0,1 6 1,1-5 346,0 5 63,-8 0-226,5 6 1,-7-5-152,4-1-118,4 0 150,-14 6 1,6 0 29,-8 0 1,0 0-510,1 0-917,-1 0 876,0 0 68,-7 0 394,-2 0 0,-8 0 0,0 0 0</inkml:trace>
  <inkml:trace contextRef="#ctx0" brushRef="#br0" timeOffset="219">373 17 7804,'10'0'1080,"-2"0"-974,-8 8 1,0 2 532,0 7-270,0 0-141,0 8 0,0 0-258,0 4 0,0 4 87,0-5 1,0 5-207,0 2 1,0-1-170,0 1 1,0-4-227,0 3 0,0-9 353,0 10 1,5-12-113,1 0 303,8-4 0,-5-2 0,8 1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02.5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70 7863,'-2'-10'1331,"-4"5"-873,4 3-91,-6 2-16,8-8-159,0 6-55,8-6 1,4 3 43,11-1 1,4 0-1,7 6 1,3 0-159,3 0 1,4-6 121,8 1-66,8-1 0,3 6-99,12 0 1,-4 0-67,4 0 1,-4 0 39,-2 0 1,1 0-114,-1 0 210,0 8 1,-2-7-38,-3 5 1,1-4-117,-7-2 1,1 2 113,-1 4 1,-4-4-14,3 4 1,-11-5-105,-5-1 1,-5 0 83,-1 0 0,-3 0 194,-3 0 1,2 0 148,-8 0-255,0 0 1,-6 0 219,1 0-246,-9 0-506,-1 0 190,-8 0-2924,0 0 2233,-8 0 391,-1 0 575,-1 0 0,-13 8 0,4 2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02.8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69 7569,'-10'-2'2610,"4"-3"-2223,5 3 1,1-8-38,0 4 0,7 5-152,5-5 0,9-2-139,2 2 0,8 1-49,-3 5 0,5-6-215,2 0 1,-1 0-150,1 6 1,-2 0 237,-5 0 1,3 0-1322,-8 0 949,0 0 1,-11 2-347,-1 4 0,-7-2 101,2 7 733,-4-7 0,-2 4 0,0-8 0</inkml:trace>
  <inkml:trace contextRef="#ctx0" brushRef="#br0" timeOffset="164">294 69 7569,'0'10'-15,"0"5"153,0-13 0,0 8 112,0-4 1,0-2 383,0 7-401,0 1 1,0 7 23,0 4 0,-1-2-139,-5 8-59,4 0 1,-6 5 216,8 1-922,0-1 375,-7-7 10,5 6 1,-6-8-229,8 4 0,-6-4 174,0-8 0,1-5-565,5-1 880,-8-7 0,-2 11 0,-7-5 0</inkml:trace>
  <inkml:trace contextRef="#ctx0" brushRef="#br0" timeOffset="291">122 571 7770,'-18'0'1436,"9"8"-334,1-6-490,8 13-406,0-13 1,8 11 463,3-7-465,12 7-301,-4-11 0,14 6-518,-4-8 605,-4 0 1,8 0-2093,-5 0 2101,5 0 0,2 0 0,-1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06.2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104 87 7569,'-25'-7'-1346,"6"-3"3796,-6-7-1787,7 7 0,9 0 62,3 5-477,4 3 1,4-6-177,4 8 0,0 0 74,11 0 0,-4-6 60,10 1 1,4-1-72,2 6 0,4 0-97,1 0 1,-5 2-941,0 3 1,-8-1-346,2 8 1,0-1 1246,-5 7 0,3-1 0,-12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06.3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18 139 7569,'-10'0'2442,"2"0"-2168,8 0 0,2-2-91,4-4 1,10 2-37,7-7 1,9 5-227,3-6 0,1 7-384,10-7 1,1 2-1416,4-1 939,1-5 777,0 7 1,8-8-1,1-1 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05.6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17 139 7976,'-9'0'964,"1"0"1,8-2-190,0-4-282,0 4-75,0-13-192,8 13 0,1-8 122,9 4-211,7 4 1,2-11 138,7 7-309,8 0 0,-3 1 137,7-1 1,-6-6-485,6 7 310,1-1 1,-3 0-42,-4 0 1,0 1-150,-5 5 0,2-6-1057,-14 0 866,7 0 1,-16 6-827,3 0 468,-3 0 212,-5 0-196,-1 0 793,-8 8 0,-8 2 0,-1 7 0</inkml:trace>
  <inkml:trace contextRef="#ctx0" brushRef="#br0" timeOffset="175">415 104 7569,'0'10'1478,"0"5"-921,0-3-316,0 3 0,0 4-126,0 4-81,0-4 0,0 16 242,0 0-666,0-1 0,0 8 320,0-7 0,0 5-648,0 1 1,6-3 370,0-9 1,-1 2-343,-5-8 689,0 0 0,8-6 0,2 0 0</inkml:trace>
  <inkml:trace contextRef="#ctx0" brushRef="#br0" timeOffset="351">190 744 7569,'-7'9'2063,"5"-1"-1580,-14-8-208,14 0 114,-5 0 1,9 0-33,3 0 1,5 0-436,7 0 1,8-6 104,4 1 0,6-9-135,5 3 0,4-5-325,8-1 1,8 0-545,3-1 1,-1 1 976,1 0 0,8 0 0,8-1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07.0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433 398 7569,'-2'-18'-32,"-2"1"1,-3 2 886,-3 3-446,6-3-260,-3 13 1,9-4 82,3 12 0,-1 9 117,8 8 1,-7 8-143,7-2 1,-1 9 22,7 3 0,-7 1-199,1-2 15,-8-3 1,11 11-104,-3-8 1,-5-7 97,-1-10 1,-2-4 203,2-1-12,-4-9 252,5-1-360,-7-8 0,-6-14-231,1-3 1,-7-12-172,6 0 0,-5-3 179,5-3 0,0-7 128,6-4 1,-5-10 16,-1-2 0,0-7-473,6 2 0,8 5 142,3 6 0,5 10-110,1 13 0,0 0 90,1 12 0,1-2 243,4 13 1,-4 6 33,4 6 1,-4 13 114,-1-2 0,-1 12 58,0 0 0,0 4-84,1 1 0,-3 1-74,-3-1 1,-5-1 33,-7-4 0,0 2 56,0-8 0,-7 5-28,-5-5 0,-3-1-11,-3-11 1,-5 5-75,0-5 0,-2-3-700,2-3-807,4-3 862,-6-2 680,16 0 0,1-7 0,8-3 0</inkml:trace>
  <inkml:trace contextRef="#ctx0" brushRef="#br0" timeOffset="566">1160 208 6835,'0'-10'1840,"0"2"-1333,-8 8-172,-2 0 0,1 8-29,3 3 0,4 11 33,2 1-202,0 7 1,0-3 25,0 8 1,0-1-24,0 1 1,6 0-104,-1-1 23,1-7 0,0 0 178,0-4-219,0-11-7,-6 11 0,1-21 323,5 3 8,-4-3-169,6-2-89,-8 0 1,-2-9-57,-4-9 1,4 1-164,-4-6 0,3-4-488,-3-2 461,4-3 0,-6-5-127,8-3 1,0 1-167,0-7 1,8 2 12,3-2 0,5-2 128,1 8 0,6 1 110,0 10 0,2 6 8,-2 12 0,-4 3 165,5 8 0,-5 0 38,-2 0 1,0 8 49,1 3 1,-7 5-137,1 1 0,-8 6 17,1 0 1,-3 6 575,-2-6 1,0 6-261,0-6 1,-2 0-37,-3-6 1,-5 0-46,-7 1 1,-1-3 87,1-3 0,0 1 256,-1-7-358,1 0 0,0-1 231,0 1-210,7 0 1,2-4-105,8 4 1,0-3 77,0 9 0,0-6 128,0 5-141,8 1 1,2 3-3,7-3 1,0 3-67,0-3 0,-5-3-92,-1 3 1,1-3-214,5 3 119,8 3 200,2-13-863,-8 14 586,12-15 1,-17 9-190,14-4 0,-6-4 131,1 3 1,-4-3-682,-2-2 0,6-5 215,0-1 1,6-8-494,-6 3 1206,8-4 0,-4-10 0,7-2 0</inkml:trace>
  <inkml:trace contextRef="#ctx0" brushRef="#br0" timeOffset="824">1834 173 7569,'-17'0'114,"-1"0"1,1 0 80,0 0 0,5 0 643,1 0-165,7 0 75,-4 0-399,8 0 0,2 0-9,4 0 1,3 0-102,9 0 0,5-2-41,0-4 1,8 4-193,-3-3 1,5 1 75,2-2 1,1 2-38,5-7 1,-5 5 103,4-6 0,-3 3-378,-3-3 1,-1 3-133,-4 3 1,-4 4-271,-8-4 1,1-2-370,-1 3-574,0-1 855,-7 6 1,-3 8 54,-7 3 664,-7-3 0,-3 15 0,-7-4 0</inkml:trace>
  <inkml:trace contextRef="#ctx0" brushRef="#br0" timeOffset="1015">1972 225 7569,'10'-17'-195,"-1"5"1454,-3 0-355,-4 9-15,14-5-292,-15 8-191,15 0 0,-8 8-104,3 3 1,-3 12-147,-8 6-78,0-4 0,0 10-114,0-1 1,0 1-326,0 5 1,0 4-1700,0 2 1005,0-3 1055,0 7 0,0-14 0,0 6 0</inkml:trace>
  <inkml:trace contextRef="#ctx0" brushRef="#br0" timeOffset="1907">35 1038 7590,'-7'-10'585,"5"2"-82,-6 8-51,0-7-1,7 5 27,-7-6 45,8 8-112,0 0-205,0-8 0,2 6 0,4-3 1,3 3-24,8 2 1,3 0-154,3 0 31,4-8 46,7 6-151,1-6 59,-1 8 0,7-5 228,-1-1-367,16 0 133,-10-2 1,13 5 50,-7-9 1,6 8 5,0-2 0,7-1-38,-2 1 0,5-5-109,1 5 1,0-2-963,0 2 1081,0 4-4,1-5 0,-1 1-156,0 0 141,0 0 0,2 4 12,4-3 2,-4 3-23,-2-6 14,6 0 12,-11 6-18,13-5-10,-8-1 12,8 6-31,-14-13 1,18 13-143,-12-4 0,10-2 157,-4 3 1,-1-7 19,-4 6 32,-1-7-784,0 11 739,-8-13 1,-1 13 2,-8-4 1,-6-2 81,0 3 1,-13-1 139,1 6 0,-11-6 406,1 0 0,-11 0 107,-1 6 350,-9 0-805,5 0 0,-8-1 1181,0-5-1260,0 4 1,-2-6-367,-4 8 153,4 0-339,-13 0 0,11 0-1549,-7 0 309,7 0 207,-12 0 1,15 2 1369,-5 4 0,4-4 0,2 5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23.7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70 243 7569,'-8'-18'473,"1"1"1,-7 0 341,3-1-486,-1 1 70,2 7 409,3-5-349,7 13-195,0-5 1,0 14-103,0 5 1,0 13 0,2 9 396,3 10-194,-3 6-188,14 10 0,-9 7-22,5 8 0,1-2 40,-7-10 0,6 1 0,-7-12 0,1-4-109,-6-14-114,8-7 290,-6-2 49,5-8 7,-7-7 0,-1-2 249,-5-8 0,2-8-385,-8-4 1,3-11-306,-3-5 1,-3-7 214,3-5 1,5-7 102,1-10 0,4-5-2300,2-7-99,0-8 1803,0 6 0,8-6 69,3 8 0,5 10-40,1 7 1,6 4-69,0 13 0,6 6 218,-6 18 0,0 3 60,-6 8 1,1 4 56,-1 7 0,-2 7 134,-3 11 0,1 3 225,-7-3-203,0 11 8,-6-3 0,0 3 590,0-11 0,-2 2-474,-4-8 0,2 4 168,-7-10 0,-7 4-53,-5-9 1,-2 1 55,2-1 1,2 1-154,-8-7 1,8 2 170,-2-3 175,4-3-213,2 14-88,7-14 1,2 13-39,8-3 1,2 5-32,4 6 1,9-2 10,8 8 1,10-6-40,2 6 0,1-8-127,10 2 1,-5 2 161,5-2 0,-6-6-16,6-5 1,-7-1-1230,1 7 527,-4-9 234,-9 7 1,4-13-471,-8 9 275,0-8 0,-5 5-1420,-1-3 1224,0-4 0,0 6-195,1-8 1,-7 6 302,1-1 591,-1 1 0,7 2 0,-1 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24.0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0 14271,'18'0'1913,"-1"0"-1880,0 0 0,8 0-105,2 0 1,2 0 68,0 0 187,-1 0-963,7 0 1,-2 2 367,-4 4 401,3-4-2374,-5 6 1512,0-8 1,-2 2-160,-8 3 1031,1-3 0,-9 14 0,-1-7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24.1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 18 7569,'-11'0'2913,"-1"0"-1287,8 0-552,-3 0-593,7 0 0,9 0-233,9 0 0,1 0-147,10 0 1,5 0 92,7 0 1,1-6-12,-2 0 1,3 0 92,3 6-276,4 0 0,-6 0 0,8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28.4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52 139 7569,'-11'9'0,"-1"-5"0,0-8 1347,3-7-535,1 3-338,8-7-145,0 13-119,0-13 1,0 11 326,0-8 1,2 6 428,4-5 0,5 5-569,12-5 1,-1 5-160,6-6 0,-1 8-152,2-1-299,11-5 202,-11 8 1,14-5-1342,-9 7 808,-7 0-156,6 0 0,-8 0-603,3 0 0,-3 1 517,-7 5 0,-9 4 786,-3 7 0,-12 0 0,-3 1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28.6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69 1 7569,'-17'17'1661,"0"-6"-757,-1 1 686,9-8-1240,1 11 1,16-11-123,3 8 0,7-9 909,5 3-425,4-4-264,7-2-133,1 0-742,-1 0 351,9 0-539,-7 0 1,12 0-766,-8 0 1,1 0 1379,-7 0 0,1 0 0,0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38.7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70 8065,'9'-8'2393,"5"4"-2025,-8-7 0,7 7 254,-1-2-297,3-4-128,2 8 1,6-5-3,0 7 1,6-6-218,-6 0 0,2 0-258,-2 6 1,-4 0-30,5 0 0,-5 0-981,-2 0-1314,0 0 2604,1 8 0,-9 2 0,-1 7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38.8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 9302,'-9'9'1945,"1"-1"-1680,8-8 1,8-2 231,3-4 1,12 4-334,6-3 1,4 3-243,1 2 1,3 0-307,3 0 0,-1 0-584,7 0 1,-8 0 967,2 0 0,5 0 0,-1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1:56.1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0 198 7569,'0'-18'99,"0"0"1,0 0 2151,0 0-1418,0 8-461,0 2-45,0 8-106,8 8 0,-6 4 77,4 12-126,4-4-35,-8 14 1,6-6 57,-8 8 0,2 3 0,4 3 0,-4-4-83,4 4-935,-4 4 619,-2-8 1,0 4-1380,0-12 778,8 4 399,-6-14-1012,14 6 882,-14-16 0,14-2-108,-4-8 644,4-8 0,10-10 0,2-10 0</inkml:trace>
  <inkml:trace contextRef="#ctx0" brushRef="#br0" timeOffset="270">360 18 7941,'0'-10'592,"0"2"-228,0 8-140,0 0 1,8 8 204,4 4-273,-4 4-1,8 10-222,-6-6 1,8 12 189,0-8-96,0 8 0,0-4-89,0 8 1,-8-2 105,-4-3 0,2 3-50,-2-4 0,0-2 54,-6 2-19,-8-8 5,6 4 0,-6-14-53,8 0 69,-8-8 1358,6 4-384,-6-8-403,16 0-412,10 0-72,2-8 1,14-2 57,-4-8 0,10 0 0,3 0 0,7-6-297,-2 0-942,4 0 1,0 4 246,-4-4 797,-4 4 0,8-15 0,4 7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25.2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1522 307 7855,'-15'-11'0,"3"-1"1070,4 8 199,8-11 0,8 7-817,4-3 0,11 1-101,5 4 0,5 2 226,2-7-367,7 7 0,-4-6-175,9 5 1,-7 3 63,6-4 0,-8 2 84,3-2 1,-5 4 11,-1-3 0,-8 3-1602,-4 2 0,-4 0-49,-2 0 799,-7 0-373,5 0 1,-15 2-151,0 3 1180,-7-3 0,-11 14 0,1-7 0</inkml:trace>
  <inkml:trace contextRef="#ctx0" brushRef="#br0" timeOffset="180">1833 203 7569,'-9'-2'542,"3"-3"-175,4 3-184,2-6 1,-2 8 802,-4 0-371,4 0 0,-5 8 42,7 3-424,0 5 1,0 7-73,0 0 0,-6 7-115,0-1 1,0 2-212,6-2 0,0 9-413,0-3 0,0-2 522,0-5 0,0-1 28,0 2 1,0-4 27,0-8 0,8 1 0,2-1 0</inkml:trace>
  <inkml:trace contextRef="#ctx0" brushRef="#br0" timeOffset="390">1626 670 8004,'-18'0'2913,"9"0"-1951,1 0-389,8 0 1,8 0 186,3 0 1,10-2-416,3-3 1,6 3-133,-1-4 1,4 4 194,1 2-909,-7-8 425,6 6 0,-6-5 131,7 7 1,-1 0-502,-4 0 1,2-6-903,-8 0 0,0 0-431,-6 6 608,0 0 1,-5 2 1170,-1 4 0,-7 4 0,4 7 0</inkml:trace>
  <inkml:trace contextRef="#ctx0" brushRef="#br0" timeOffset="831">17 1016 7880,'-9'-10'1213,"1"3"1,10 7-1117,4 0 52,11 0 0,6-2 298,12-4 0,5 4 130,18-4-342,3-3 0,20-1-152,11-7 0,-43 8 1,2 1 32,9-1 0,1 0 0,0 1 0,1-1-324,10 0 0,0 1 1,-3-1-1,1 0 404,7 1 0,1-1 1,-4 0-1,0 1-96,4-1 1,0 1 0,-2-1-1,0 0-5,4 1 0,1-1-1071,-2 0 0,0 1 1019,-1-1 1,-1 0 0,-5 1 0,-2 1-44,0 1 0,-1 0 1,-3-1-1,0 1-135,1 3 0,-1 0 0,-6 0 0,-1 1-12,-6 1 0,-2 2 0,37-1 231,-13 0 1,-11 0-158,-7 0 1,-13 0 138,-9 0-1201,-8 0 1887,-10 0 0,-7 1-1463,-5 5 1181,-3-4-855,-9 6 0,-11-6-46,-10 3 1,-13-1-174,-5 8 1,-10-1 603,-1 7 0,-16-1 0,2 0 0</inkml:trace>
  <inkml:trace contextRef="#ctx0" brushRef="#br0" timeOffset="1498">1055 1172 7569,'-6'-12'2643,"1"1"-2396,-1 7 1,6-2-28,0 12 0,0 5 169,0 12 0,0 4 206,0 8 0,0 7-76,0 4-293,0 4 0,2 0-192,3-4 4,-3 12 1,8-12 112,-4 12 0,-4-12 55,3-6 0,-3-11-190,-2-6 1,2-6-500,4-5 459,-4 3 1,6-15-18,-8 0 1,0-9 77,0-14 13,-8-4 1,6-8 46,-4 0-22,-3-7 0,7-2-327,-4-8 0,4 0-652,2 0 1,0-5 610,0-1 0,8 2 44,3 10 1,5 0-533,1 12 394,8 3 147,-6 14 0,8 1 56,-4 5 1,-4 3 93,4 8 1,2 2 168,-2 4 1,0 3-175,-5 9 1,-7-1-15,1 0 0,-3 0 243,3 1 0,-4 1 179,-8 4 0,0-4 247,0 4 0,-8 2-148,-4-2 0,1-2-12,-6-9-114,3 3-192,-11-5 1,8 1-78,0 1 1,-7-8 28,1 2 1,0-4-156,6-2 0,6 0 158,-1 0 28,0 0-222,3 0-269,1 0 192,8 0-251,0 0 383,8 0 0,-4 0-314,7 0 264,-7 0 50,11 0 1,-11 0-809,8 0 436,-8 0 1,5 5-143,-3 1 287,-4 0-30,6-6 0,-6 0-517,3 0 864,-3 0 0,14 7 0,-7 3 0</inkml:trace>
  <inkml:trace contextRef="#ctx0" brushRef="#br0" timeOffset="1961">1816 1310 7569,'-17'-8'0,"-1"5"0,1-7 0,0 2 3563,7-5-1972,2 11-784,8-6-311,0 0-140,8 7 0,9-13 92,12 8 1,12-7-189,5 1 1,4 3-66,2-3 0,-1 6-12,1-5 1,0 5-1,0-5 1,-2 5-402,-4-6-1070,-4 9 923,-7-5 0,-8 8-873,-4 0 683,-4 0-806,-2-8 237,-7 6 1,4-4 433,-9 12 1,-1-2-816,-10 8 1505,-11-1 0,-10 6 0,-7 1 0</inkml:trace>
  <inkml:trace contextRef="#ctx0" brushRef="#br0" timeOffset="2120">2075 1310 7488,'0'-10'1752,"0"3"432,8 7-1422,-6 7 1,6 3 377,-8 7-648,0 8-338,0-5 0,5 18-179,1-3 1,0 5-343,-6 0 0,-2 4-572,-4 8 0,-1 8 706,-5 3 233,-3-3 0,5-1 0,-7-7 0</inkml:trace>
  <inkml:trace contextRef="#ctx0" brushRef="#br0" timeOffset="97106">496 217 7569,'-8'-10'1807,"6"2"-1460,-6 8 1,8 2-84,0 4 0,0 4-19,0 8 1,0 0-92,0 0 0,0 6-92,0 0 0,0 0-228,0-6 1,0 6 161,0 0 0,6 0-1200,0-6 386,0 0 397,2 0 1,2-8 5,8-4 1,-6-4-170,0-2 1,0-10 583,6-8 0,0-8 0,0-10 0</inkml:trace>
  <inkml:trace contextRef="#ctx0" brushRef="#br0" timeOffset="97369">748 1 9110,'18'0'485,"-6"8"-319,0 4 1,0-2-2,6 2 0,-2 2-66,-4 10 1,4-2-108,-4 8 0,-4-2 20,-2 2 0,-4 4-157,-2-4 0,0-2 37,0 2 0,-2-6 72,-4 6 0,-4-10 677,-8-2-357,0 0 1,2-14 217,4 8-128,4-8-41,8 4 1,8-10-201,4-4 0,12-2-142,6-4 1,4-4-1219,2 4 667,0 4 405,-8-8 1,6 14-2000,-4-4 2154,4 4 0,2-6 0,0-2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0:30.3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1557 260 7569,'0'-17'2139,"-7"7"-1620,-3 2-256,0 16 0,-5 9 96,3 12 48,-3 11 0,-2 1 164,0 11-433,-1 3 0,1 7 56,0-4 1,5-5 246,1-1-26,7 0-191,-4-8 0,8 4-255,0-7 55,8-1 0,-4-11 114,7 0 0,1-8 138,5 2-93,8-4-2987,-6-9 1903,6 5 1,-2-13 76,0 4 824,8-4 0,-4 5 0,7 3 0</inkml:trace>
  <inkml:trace contextRef="#ctx0" brushRef="#br0" timeOffset="512">1972 346 7842,'-7'-17'1217,"5"6"-555,-4-1-110,-4 8-352,8-3 75,-5 7 1,7 0-208,0 0 70,7 7 0,-3 5 45,8 11 1,-1-2 11,7 8 0,-7-6 0,1 6-340,-1-1 162,-1-1 1,-1 4-246,-3-8 176,-4 8 28,6-12 0,-8 6 83,0-8 0,-6 1 40,0-1 113,-15-7-165,10 5 1,-16-13 14,4 4 1,2-4 1,-8-2 0,8 0-12,-3 0-99,5 0 161,2 0 223,7 0-233,3 0-80,7 0-92,0 0 1,7 0 164,5 0-149,11 0 28,-4 0 0,14 0 74,-4 0 0,3 0 3,3 0 1,-6 0-395,0 0-916,-1 0 824,-1 0 0,4-2 126,-8-4 1,6 4-466,-6-4 0,2 2-406,-2-1 0,-4 1 1178,4-8 0,-4 6 0,-1-5 0,7-1 0,2-5 0</inkml:trace>
  <inkml:trace contextRef="#ctx0" brushRef="#br0" timeOffset="895">2422 588 7569,'15'-26'-220,"-3"3"206,3 3 1,-13 3 369,4 0-106,-4-8 1,-2 4 138,0-8 0,0 8-83,0-2 1,0-2 89,0 2 1,-2 5-100,-4 7 1,2 1-115,-7-1 1,5-3 325,-6 8-215,1 1 1,-6 5-142,-1 0 1,7 5 22,-1 1 0,7 8-96,-7-3 1,8 5 68,-2 1 0,4 2-111,2 4 0,0-2 14,0 8 1,0-2 65,0 2 0,6 3-47,0-3 1,7 4-198,-1 1 1,-2-5 1,1 0 0,-1-2 4,1 2 0,3-2 25,-9-4 0,7-4 74,-6 4 1,1-6 421,-1-5-157,-4 3-237,6-13 0,-16 6 92,-3-8 1,-5 0 127,-1 0 1,-6-2-251,0-4 0,0-1-184,5-5 1,-5-3-17,0 3 1,6-3 113,6-3 1,7 1-80,-2 0 1,4 0 21,2-1 0,2 1 46,4 0 0,-2 1-113,7 5 0,6-5-34,6 5 0,6-3-35,-6 3 1,6-3-169,-6 9 1,2-3-305,-2 2 1,2 4 308,4-3 0,2 3-147,-8 2 1,6 0 611,-6 0 0,7-8 0,-3-2 0</inkml:trace>
  <inkml:trace contextRef="#ctx0" brushRef="#br0" timeOffset="1237">2872 467 7569,'9'-17'221,"5"0"-73,-9 0 1,7-1-16,-6 1 0,-1 0 439,-5-1 229,0 9-139,0-7-41,0 14-214,-7-5-269,-3 7 0,-7 0 45,0 0 1,-1 2 137,1 3-293,-8 5 0,4 13 174,-8 0-65,8 0 1,-2-4 68,11 5 1,-1-11-98,7 4-342,0-3 196,6 3-280,0-7 189,8 5 1,2-13-399,7 6 372,0-8 0,6-8-111,0-4-238,0-3 317,2-2 1,-5 5-8,3 1 0,-4-1 35,-2-5 0,-5 5-118,-1 1 451,-7 7-158,4-4 456,-8 8-259,0 0-150,0 8 482,0 2-375,0 15 0,-2-4 71,-4 7-311,4 1 119,-13 6 0,11-1 53,-8 1 1,9 0 40,-3-1 1,2 1-579,-2-1-1325,4-7 1168,-5 6 0,7-14-1167,0 4 979,0-4 779,0-9 0,7 5 0,3-5 0</inkml:trace>
  <inkml:trace contextRef="#ctx0" brushRef="#br0" timeOffset="1513">3200 35 7849,'0'-9'1391,"8"-7"-1168,-6 14 1,13-5 155,-3 7-38,3 0 0,10 9 178,4 8-381,-4 8 0,7 10 68,-3 0 0,-2 7 191,2 4-45,0 4-215,-2 2 1,-8 0-303,-8 0 106,-7-1-367,12 1-119,-14 0 441,-2 0 0,-6-6 78,-11 0-605,3-15 440,-19 17 0,1-25-126,-9 12 1,-7-6-142,2-1 0,-4-3 458,-2-7 0,-1 1 0,-5 0 0,-2 2 0,5 0 0,5 2 0</inkml:trace>
  <inkml:trace contextRef="#ctx0" brushRef="#br0" timeOffset="2276">1 1453 8565,'0'-17'772,"0"7"0,2 3-325,4 7-263,-4-8-24,5 6 1,-5-6 22,4 8 1,-2 0 34,7 0 0,-5-2 22,6-3 1,-1 3-91,6-4 1,3 4 7,3 2 0,-2 0 11,8 0-138,7-8 153,1 6-502,13-13 438,-6 13 0,8-8 44,0 5 1,1 1-41,5-8 1,2 7-8,3-7 0,4 8 11,-3-2 0,5-1-127,6 1-1428,4-7 1345,-1 11 0,7-12-20,-4 8 27,3 1 142,10-3-1331,-5 6 1298,5-6 1,-2 3-9,0-1 1,-42 0-1,0 0-72,48 1 0,-48 1 0,0 2 58,48 2 0,-44-1 0,0 0 2,-2-2 1,-1 0 0,1 2 0,0 0-31,0-2 1,0 0 132,48 1-264,-41 2 0,1 0 1,-7 0-1,0 0 116,1 0 0,1 0 47,-2 1 1,0-2-205,2-2 1,1-1 138,1 3 0,0 0 62,-1-3 0,1 0-2,-1 4 0,-1 0 0,43 0 309,0 0 1,-7-2-305,1-4 1,-13 5 188,-10-5 0,-2 4-185,-9 2 269,-8 0 342,-8-8-283,-15 6 577,6-5-173,-22 7 1300,12 0-1762,-21 0 739,14-8-655,-15 6-22,7-6-157,-8 8 0,0-2 80,0-3-182,0 3-135,0-6-1807,0 8-2135,0 0 1901,-8 0 2083,7 0 0,-7 0 0,8 0 0</inkml:trace>
  <inkml:trace contextRef="#ctx0" brushRef="#br0" timeOffset="4500">623 2024 7569,'-9'0'-795,"1"0"795,8 0 0,-2 0 194,-4 0 74,5 0-114,-7 0 0,8-2 13,0-4 0,2 4 13,4-4 43,-5-3-81,7 7 1,-8-8-23,0 5 0,6 1-3,0-8 0,-1 6 7,-5-5 1,6 5 21,0-5 0,0 5-57,-6-6 0,0 7 12,0-7 0,0 6-111,0-5 117,0-1 4,0 3-154,-8-7 48,6 14 0,-11-13 116,7 3-78,-8 5 0,5-7 24,-8 8 1,5 1-14,1 5 0,5 0-125,-6 0-38,8 0 175,-3 0 15,-1 0-45,-2 0 0,-5 2 2,4 3 0,3-1 42,8 8 0,-6-1 83,0 7 1,1-1-112,5 0 1,0 0 6,0 1 1,1 7 164,5 4 1,-2-3 14,8 3 0,-1 0-275,6 6 0,1-1 85,-1 1 1,-2-2 55,-3-5 1,3 5-114,-3-4 1,-5 2-175,-1-3 0,-2-3 111,2-7 1,-4-1 36,4 0 163,-12 1 187,-4-9-184,-7-1 1,0-8-26,-1 0 0,-1 0-46,-4 0 1,2-8 25,-8-3 1,8-5-47,-2-1 0,6-2-21,5-4 0,-1 3 45,7-3 0,0-2-25,6 2 1,6 0-149,0 6-425,7 0 363,4-1 0,3 1-620,3 0 389,4 0 212,-1-1 0,7 7 25,-4-1 0,4 6-348,-5-5 1,-1 7-498,2-2 1,-6-1 366,6 1 642,-8 0 0,4-2 0,-8-1 0</inkml:trace>
  <inkml:trace contextRef="#ctx0" brushRef="#br0" timeOffset="4970">987 2041 7698,'0'-17'461,"0"0"1,0-1-267,0 1 0,2 2-62,3 3-203,-3-3 161,6 5 55,-8-7 0,0-1-23,0 1 1,0 0-31,0 0 5,-8-1 1,-1 3-38,-9 3 1,7 5 56,-1 7 0,7 0-6,-7 0 0,6 0 188,-5 0-189,7 7-12,-12-5 0,15 14-31,-5-5 55,4 12-30,2 4 0,0 6 42,0-4 1,2 9-86,4-3 1,1 3-155,5-3 1,3 5 142,-3 0 0,-3 1 24,3-7 0,-6 7-274,5-1 15,-7-7 95,4-8 0,-8-8 666,0 0-262,0-7-173,0 5 0,-2-13-45,-4 4 0,-4-4 127,-7-2 0,0-2 237,-1-4 0,1-3-126,0-9 1,5-1-81,1-4 1,1 2-203,-1-8-760,3 0 552,8-5 1,8-1-735,3 0 447,5 1 298,9 7 0,-4-6-56,8 4 0,-8 6-204,2 6 0,2 0-391,-2 5 1,6 3 60,-6-3 285,0 8-485,2-3 32,-6 7 914,-2 7 0,-1 3 0,-7 7 0</inkml:trace>
  <inkml:trace contextRef="#ctx0" brushRef="#br0" timeOffset="5960">1315 1989 7569,'0'-9'890,"0"1"-665,0 8 1,0 2-31,0 4 0,-6 5-12,1 12 1,-1-4 11,6 4 0,0 4 1064,0 2-595,0-4-432,0 8 1,0-14-64,0 4 1,6-4-50,-1-1 0,9-7-124,-3 1 1,5-8 160,1 1 1,2-5 17,4-5 0,-3-5-374,3-7-530,-4-1 514,-10 1 1,7 0-581,-5-1 406,-3-7 191,0 6 1,-8-13-83,0 3 1,-2 4 73,-4 2 1,-9-2-107,-8 2 1,-6 0 91,6 5 1,-6 3-12,6 3 1,-6-1 487,6 7 711,0 0-425,6 6-51,-1 0-269,9 0-53,1 0-214,8 0 0,2 0 47,4 0 0,3 0-134,9 0 0,1 0 136,4 0 1,-4-1-20,4-5 0,2 4-602,-2-4 264,0 4 166,-5 2 1,5 0 274,0 0-14,0-8-2,-6 7 0,0-7 24,1 8 0,-1 0-33,0 0 0,-5 0 399,-1 0-308,1 8 1,-3 1-30,-3 8 0,-4 7 228,-2-1-23,0 7-122,0-3 1,0 2-68,0 0-13,-8 0-36,6-2 1,-5 3 41,7-7 0,0 0-95,0-5 0,2-3-168,3-3 0,-1-3 166,8-3 1,-1-4 20,7 4 1,-3-6-131,-3-6-94,3-4 86,-5-7 0,7 0-171,0-1 117,0 1 25,-7-8 1,3 4-25,-7-8 0,2 8 46,-2-2 0,-4-2-143,3 2 0,-5-6 136,-5 6 0,1 0-28,-8 6 1,1 1 164,-7 5 211,1-5-188,0 15 0,5-13 233,1 8-174,-1 1 63,3 5-99,-7 0-101,14 0-54,-5-8 0,9 6 116,3-4 0,5 4-5,7 2 1,1 0-351,-1 0 10,0 0 26,-7 0 257,13 0-42,-12 0 41,14 0 1,-7 0-44,-1 0 61,0 0 0,0 6 132,1 0 0,-9 13-134,-3-2 1,-2 6 15,2 0 1,-4 4 377,3 8 117,-3-8-315,-9 5 1,5-7 127,-4 4-221,4-4-13,2-7-3,0-1 0,8-2-19,3-3 1,5-5-122,1-7 1,6-1 130,0-5 0,2-4-26,-2-7 1,-4-6-312,4 0-190,-3-8 301,-3 12 1,-6-12-161,1 8 47,-8-8 199,3 4 0,-8-7-97,-5-1 0,-4 8 84,-7 4 1,-6 6-6,0 5 0,-6 5-20,6 7 1,-6 0 4,6 0 1,-6 2 135,6 3-662,0-3 372,13 14 0,-3-7-1686,7 9 1931,0-1 0,14 0 0,2 0 0</inkml:trace>
  <inkml:trace contextRef="#ctx0" brushRef="#br0" timeOffset="6271">2837 1747 7569,'0'-9'447,"0"1"354,0 8-142,0 0 120,-8 0-486,6 8 1,-13 7 298,3 8-337,-3 8 0,-2-4-59,0 7 1,-1 1-12,1-1 0,-6 1 9,0 0 1,0-1 0,5 1 0,3-3-583,4-3-1290,-5 4 1145,14-14 1,-11 0-1212,7-7 863,0-8 13,6 3 868,0-7 0,0-7 0,0-3 0</inkml:trace>
  <inkml:trace contextRef="#ctx0" brushRef="#br0" timeOffset="6443">2560 1834 7569,'0'-10'0,"0"0"713,0 5 1052,0 3-1206,8 2 1,-4 9 106,7 9 1,1-1-277,5 0 1,0 6-145,1 0 1,-1 8-614,0-2 218,8-4-11,-5 7 0,10-10-127,-7 6 0,6-6-301,-6 1 1,8 2-1738,-2-2 2325,-4 0 0,0-14 0,-8-1 0</inkml:trace>
  <inkml:trace contextRef="#ctx0" brushRef="#br0" timeOffset="7744">3754 1678 7569,'-10'-17'1152,"-5"7"-689,5-5 1,0 11 134,5-8-213,3 8-100,2-3-74,0-1 1,2 4-89,3-7 1,13 7-90,10-2 0,-1 4 22,2 2 0,0 0-194,6 0 1,-1 8 215,1 3 1,-3-1 33,-3 2 0,-4-7-940,-8 7 432,1-8 215,-9 11 0,-1-11 70,-8 7 0,-4-7 155,-7 2 0,-3 2 160,-15-3 0,1 9-100,-7-3 1,0-1 116,1 2 0,1-7-96,4 7 0,10-8 266,8 1-481,7 5 46,-4-8-6,16 13 0,9-11-73,12 8 0,4-3 67,1 3 1,6 3-66,1-3 0,5-3 131,-6 3 1,1-2 73,-7 1 0,-7 3 77,-4-9 1,-6 9 305,-5-3 1,-4-1 60,-8 1 1,-8 1-88,-4 5 1,-12 1 67,-11-1 1,-3 0-326,-14 0 1,4 6-260,-10 1 1,-2-1-171,3-6 0,5 0-495,6 0 0,2-5-116,-3 0 0,11-1 856,7 6 0,8 1 0,-4-1 0</inkml:trace>
  <inkml:trace contextRef="#ctx0" brushRef="#br0" timeOffset="115401">407 503 7545,'0'-18'196,"0"6"-10,0 0-2,0 8 274,0-4-76,-8 0-107,6-2 92,-6 0 122,0 2 0,6 8-34,-6 0-156,0 8-150,6 2 0,-6 10-103,8 4 1,-6 4 129,0 8-437,0 0 261,6-8 1,0 10 66,0-8 0,0 8 33,0-8 1,0 2-137,0-2 1,0-4-204,0-8 0,0 0-1021,0 0-425,8-8 767,2 6 918,0-14 0,14 14 0,-4-6 0</inkml:trace>
  <inkml:trace contextRef="#ctx0" brushRef="#br0" timeOffset="115979">660 557 7569,'0'-18'0,"0"8"139,0 2 298,0 0-433,0-2 16,0-8 0,0 8-20,8-6 39,2 14 0,2-6 43,0 8 1,0 0-16,6 0 0,0 0 53,0 0 1,0 2-44,0 4 1,-6 0-192,0 12 1,-2-4 26,2 10 0,-2 2 141,-4-2-9,-4 8 2,6-4 171,-8 0-183,0-2 1,-6-2 39,0 0 0,-8 0 5,2-6 0,-4 0-16,-2 0 1,0-2 13,0-4 0,0-4 57,0-8-188,0 0 48,0 0 0,0-2-37,0-4-48,8 4 141,-6-14-161,14 6 162,-6 0 12,8-6-45,0 6 1,8 0-15,4 4 0,-2 4-5,2 2 1,0 8 242,6 4 81,8 4-174,-6-6 1,6 6-138,-8-4 37,0 4 1,0-4-381,0 0 97,0-8 114,0 12 1,0-12-354,0 8 214,-8-8 258,6 12 0,-6-6 0,8 8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30.5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235 216 7569,'0'-18'62,"0"0"1,0 0 270,0 0-296,0 8 170,0-6 0,-2 14 294,-4-4 0,2 4-208,-8 2 1,-1 2-134,-5 4 1,0 12 154,0 12 72,-8 12-125,6-4 0,-6 14-79,8-3 1,0 1-1,0-2 1,8 2 22,4-8 1,4-6-127,2-6 1,10-8-169,8 2 0,2-12 214,10-6 1,2-6 20,10-6 0,4-8-294,9-16-477,-9 0 447,6-14 1,-16 0-65,0-4 0,-8 4 93,-10 2 1,-8-5 98,-4-1 1,-14 2-53,-10-2 0,-2 8 9,-10-2 1,0 12-1,-6 6 0,0 6-8,0 6 1,2 4 461,3 8-272,-3 0-40,14 16 1,0-4-43,8 12 1,8-4-277,-2-2 1,6 2-443,6 4 0,6-4 234,12 4 1,-2 2-207,8-2 1,1 0 681,5-6 0,0 0 0,0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30.7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145 163 7569,'-16'-28'0,"4"-2"1849,-12 12-218,12-4-405,-4 20-406,6-14-683,-8 6 1,6-6-188,0 4-622,8 4-1258,-4 8 1638,8 0 1,8 0 291,4 0 0,4 0 0,2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38.6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162 323 7577,'-12'-16'0,"0"4"0,0-4 0,0 8 428,0-4 138,0-4 0,-4 12 129,5-8-406,-5 8 0,12-4-11,-8 8-49,8 0-91,-4 0 0,8 8 45,0 4 1,-2 6 16,-4 6 1,4 4 0,-4 8 0,4 0-84,2 0 1,2 6-104,4 0 0,-2-2 106,8-11 1,0-3 10,6-8 1,5-2-584,1-4 250,0 4 147,2-14 0,-4 2 1,8-16 0,-8 0 90,2-12 1,-4-4-19,-2-2 1,-2-5-103,-4-7 1,2 2-160,-8-8 0,-2 6 95,-10-6 1,-4 0 122,-8-5 0,-2 7 117,-4 4-123,4 4 0,-12 10 161,8 4 0,0 12-59,6 6 0,0 4-77,0 2 0,0 8 37,0 4 1,9 4-682,3 2 1,4 0 57,2 0 210,8 8 0,1-6-356,9 4 1,8-4-428,4-2 1165,4-1 0,10 9 0,2 2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41.4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54 7569,'10'-8'120,"-2"-2"849,-8-8-157,8 8-313,-6 2 1,8 8 63,-5 0 1,-3 10 634,4 8-618,4 8-294,-8 10 0,6 8-53,-8 4 0,0 3-195,0 3 0,0 8-234,0 4 1,6-4-294,0-3 1,8 3-596,-2-2 1,-2 0 1083,2-6 0,8 0 0,8-1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40.4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108 162 7569,'-12'-18'1858,"1"0"-1648,7 8 1,-6 2 58,4 8 0,2 8 139,-8 4 0,8 12-171,-2 6 1,-2 3-55,2 3 1,-2 6-512,2 0 256,4 8-235,-6-12 0,8 12-381,0-8 0,0 5 361,0-5 0,6-2-209,0-10 0,6 2 536,-6-8 0,16 8 0,-2-4 0</inkml:trace>
  <inkml:trace contextRef="#ctx0" brushRef="#br0" timeOffset="500">396 108 7569,'0'-18'0,"0"0"0,2 0 79,4 0-142,4 0 1,7 8 404,1 4-142,0 4-97,0 2 0,2 0-95,4 0 12,-4 0-5,14 0-64,-14 8 58,14 10 1,-14 2 4,4 4 0,-6 2-1,-6-2 1,-2 2-49,-4-2 0,-4-2-100,4 7 1,-6-9 404,-6-2-145,-4 0-63,-8-8 0,0 0 375,0-4-183,0 4-10,-8-8 39,6 6-225,-6-8 1,8 0 111,0 0 54,0 0-83,0 0-188,8 8 1,4-6-37,12 4 35,4 4 26,16-8 0,-4 12-228,8-8 123,0 8-6,6-4 29,0 8 97,0 0 1,6 0 2,-1 0 0,-5 0-7,-6 0 0,-8 0 86,2 0 0,-10-3 417,-2-3 638,-8 4-560,-4-6-344,-18 0 1,-10 4 572,-8-8-360,0 0-127,-8-6-645,-1 0 471,-9 0 0,6 2 68,0 4 0,14-4 161,-2 4-608,4-4-770,4 6-857,10-6 906,10 6 807,8-8 1,8 6-1626,4 0 927,12 0 335,4-6 518,8 0 0,8 0 0,2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43.17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18 180 7569,'0'-28'952,"0"4"-416,-8 4-46,6 10 269,-5 2-393,7 16-131,0 10 1,0 12-47,0 12 1,0 9 57,0 9 0,0 10-24,0 2 1,0 6-313,0 5 1,0-3 75,0-8 0,0-8-271,0-4 214,0-13 71,7-3 1,-5-16 24,4-4 0,2-10 251,-2-2-145,0-8 1,-6 2-103,0-12 0,0-12 16,0-12 0,0-6-81,0-6 0,0-3 52,0-9 1,0-10-672,0-8 350,0 0-29,8-15 1,-4 11-55,8-8-848,0 8 1084,-2 4 1,6 13 31,-4 11 1,4 6-69,2 12 0,0 6 209,0 12 0,0 4-151,0 8 0,0 0-2,0 0 0,0 10 543,0 8-327,0 0 386,0 16 1,-6-6-564,0 8 0,-7 2 75,7 3 0,-8-3 110,2 4 1,-4-6-82,-2-6 0,-8 2 90,-4-8 1,-3 6-6,-3-6 0,0-6 142,0-6 1,-6-8 88,0 2-69,0-4-212,-2-2 1,6 0 183,-4 0 0,4-2 223,2-4 47,8 4-71,-6-6-234,14 8 1,2 10 21,12 8 0,12 1 129,6 11 0,4 0-244,2 6-101,8 0 141,2 0 1,7 0-136,1 0 1,-4-2-34,4-4 0,-6 2-28,6-9 0,-2 1-102,-11-6 1,1 0-275,-6 0 0,-6-6-8,0 0 1,-14-8-422,2 2 0,-4-4-978,4-2 958,0 0 524,0 0 0,0-2 354,0-4 0,0-4 0,0-8 0</inkml:trace>
  <inkml:trace contextRef="#ctx0" brushRef="#br0" timeOffset="213">1365 574 8073,'0'-18'1273,"-8"1"0,6 5-402,-4 0-450,4 8 1,4-4-215,4 8 1,10 0-56,7 0 1,9 0 53,-2 0 1,4 0-24,2 0 1,0 6-646,0 0 1,-2 6-876,-4-6 1,2 8 763,-9-3 573,1-3 0,-6 8 0,0-6 0</inkml:trace>
  <inkml:trace contextRef="#ctx0" brushRef="#br0" timeOffset="366">1436 808 7569,'-8'10'1326,"6"-2"247,-6-8 0,16 0-913,4 0 0,4 0-151,2 0 0,8-6-423,4 0 1,10-6-344,2 6 1,2-6-1531,-2 6 0,-3-6 1787,9 6 0,0-8 0,6 4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45.8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18 108 7569,'0'-11'-319,"0"-1"524,-8 0-47,6-6 0,-6 6 340,8 0-273,0 8 1,0-6 226,0 4-140,0 4-157,0-6-12,0 8 1,0 10-9,0 8 1,0 2-116,0 10 0,0-1 95,0 7 1,0-2-43,0-4-93,0 12-12,0-12 0,0 14-114,0-8 1,0-2-27,0-4 0,0 1-207,0-7 1,6 6 19,0-6 1,2 0-280,-2-6 1,2 0 637,4 0 0,12 0 0,-4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46.0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72 809 7569,'-12'-16'0,"0"4"217,0 4 1,0 6 822,0-4-582,8 4-275,-4-6-1251,8 8 483,0 0 188,8 0 1,-2 0 396,12 0 0,-4 0 0,12 0 0</inkml:trace>
  <inkml:trace contextRef="#ctx0" brushRef="#br0" timeOffset="474">395 503 7569,'-10'-8'0,"-6"1"0,4-5 0,4-4 692,2 4-254,4 4-117,-6 0-167,6 0 1,-4 0-15,12-4 0,4 4-121,8 8 0,2 0 83,4 0 0,2 0-151,4 0 1,4 0 154,-5 0 1,3 8-87,-2 4 0,0 4-317,-12 2 0,4 0 132,-10 0 0,-4-1 25,-2 1 0,-6 0 213,-6 0 0,-10 0 149,-8 0 1,-6 0-134,6 0 0,-8-6 75,2 0 1,3 0-117,-3 6 1,10-6 57,2 0 1,2-6 109,10 6-164,-8-8 0,14 10-114,0-8 0,8 2 78,10-2 1,8-4-130,4 4 0,0-2 64,5 2 1,-3-2-107,10 8 1,-4-6 102,-2 6 0,-2-6 8,-4 6 0,2-3-175,-8 3 180,-8 4 162,0-6 102,-14 8 1,4 0-55,-12 0 1,-6 0 159,-12 0 1,2 4-106,-8-4 1,-2 10-77,-10-10 0,4 2-8,-4-8 1,4 4 9,2-4 0,7 2-538,-1-2 1,10-2-353,2-4-428,0-4 662,16 6 1,4-16-326,16-4 0,10-6 829,14-6 0,3-4 0,9-8 0</inkml:trace>
  <inkml:trace contextRef="#ctx0" brushRef="#br0" timeOffset="665">1149 486 7569,'10'-10'467,"-2"-6"-186,-8 4 109,0 4-145,0 0 298,0 8-91,0 0 0,0 8-252,0 4 1,0 4-155,0 2 0,0 1-70,0 5 1,6 2-298,0 4 0,6 4-342,-6-4 384,-1 4 202,3 2 0,2-6-1410,8 0 1487,0-8 0,0 4 0,0-9 0</inkml:trace>
  <inkml:trace contextRef="#ctx0" brushRef="#br0" timeOffset="1116">1687 342 7770,'-16'8'602,"4"4"0,-4 10-376,4 2 1,4 0-179,2-6 0,4 0-55,2 0 0,2-3-132,4-3 265,4 4 0,8-14 38,0 4 1,0-6-227,0-6 0,-2-4-380,-4-8 0,2-1 242,-8-5 1,0 2 107,-6-8 0,0 6-1,0-6 68,0 0 19,-8 2 1,-2-6-6,-8 4 1,2 2 36,4-2 0,-2 8 109,8-1 0,-2 3-80,2 2 0,4 6 51,-4 0 0,6 6-95,6-6 1,0 6 33,12-6 0,-2 8-112,14-2 1,-6-2 59,6 2 1,-2 0-9,2 6 0,4 0 46,-5 0 1,-1 2-6,2 4 0,-8-2 21,2 8 0,-10 2 122,-2 10 0,-8-4-16,2 4 0,-4 2-58,-2-3 0,-8 9 75,-4-2 1,-2 4-152,2 2 0,-10 0-106,4 0 1,-4 6-16,4 0 0,6 0-191,0-7 1,6-1-10,-5-4 1,7 2-177,-2-8 0,4 0-118,2-6 303,8-8 54,-6 6 1,13-14 7,-3 4 1,4-4 230,2-2 0,0-8 0,0-2 0</inkml:trace>
  <inkml:trace contextRef="#ctx0" brushRef="#br0" timeOffset="1363">2172 611 7569,'10'24'77,"-4"0"1,-4 0 182,-2-6 0,2 6 115,4 0 0,-2 0-87,8-6 0,0 0 24,5 0 1,9-3-77,4-3 1,4-4-31,2-8 1,0-2-49,0-4-92,0-4-12,0-7 0,-2-7-57,-5 0 1,-5-6 93,-12 6 1,2-2-91,-8 2 0,-2 4 68,-10-4 1,-12 6-113,-12 6 0,-3 4 10,-3 8 1,0 0 86,0 0 1,6 2-313,0 4 1,8 2 131,-2 4 0,6 4 107,6-4 1,4 4-28,8 2 46,0-8 0,-8 6 0,-2-6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55.6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126 288 7569,'-18'0'0,"0"6"0,0 0 0,0 8 822,0-2-504,8 4 1,-3 4 19,7 4 1,0-5-167,6 5 1,0-4-1,0-2 1,2-2-159,4-4 1,6 2-281,11-8 0,-3 0 136,4-6 1,-4 0-45,-2 0 1,0-8 81,0-4 0,0-4-119,0-2 0,-8-2 70,-4-4 0,2 2 74,-2-7 0,0 1-2,-6-2 0,-6-4 43,0 4 0,-6-4 146,6-2 0,-6 8 24,6 4 1,-2 0 177,2 6 0,4-4-117,-4 10 0,4 3 4,2-3 0,8 8-223,4-2 0,4-2 76,2 2 1,8 0 55,4 6 1,-2 0-102,2 0 0,-6 0-222,5 0 1,-7 2 178,2 4 1,-6 6 160,-6 12 1,2-3-46,-8 9 0,0 6 189,-6 6 0,0 8 0,0-2 0,-8 0-132,-4 6 0,-4-3-21,-2 15 1,0-6 60,0 6 0,2-6 50,4 5 0,-3-7-443,3 2 1,2-4-776,-2-2 1,8-2 383,-2-4 0,4-5-286,2-7 1,2-2 211,4-4 0,4-10 671,8-8 0,0-8 0,7 4 0,3-8 0</inkml:trace>
  <inkml:trace contextRef="#ctx0" brushRef="#br0" timeOffset="252">754 862 7569,'8'10'-746,"-6"6"1,4-6 2263,-12 8-928,-4 8 1,-6-4-19,4 8 0,-2-8 100,8 2 1,1-2-350,5 1 0,2-9-155,3 4 0,7-12-126,12 0 0,4-4 48,8-2 0,8-10-51,4-8 0,-2-2-61,2-9 0,-10 5-149,-3-6 1,-1 2 105,-10-2 0,-8-2 2,-10 8 0,-6 0 84,-6 6 0,-6 8 239,-12 4 1,-4 4-56,-7 2 0,-7 2-98,0 4 1,2 4-255,10 8 0,2 0-371,4 0 0,10 6-531,-4 0 1,12 0 1048,0-6 0,-4 8 0,0 2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55.0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108 90 7569,'-18'-18'521,"2"1"-484,4-1 1,2 8-38,4 4 0,4 2 1137,-4-2-477,4 4-537,2-6 0,8 8-52,4 0 0,4 0-141,2 0 1,2 6 40,4 0 0,-4 6-142,4-6 1,-5 8-5,-1-2 0,-2-3 78,-4 3 1,-4 0 179,-8 6 1,0-6-56,0 0 0,-8 0 108,-4 6 0,-12 0-63,-5 0 0,1 4 150,-2-4 1,8 4-99,-2-10 1,4 4 83,2 2-281,0 0-32,8 0 170,2 0 0,16-6 24,4 0 0,6-8-151,6 2 0,4 2-233,8-2 1,6 1 142,-1-1 0,1-2 2,-6 8 1,-6-6 136,0 6 1,-8-2 89,2 2 0,-4 4 90,-2-4 1,-8-2-60,-4 2 1,-4 0 202,-2 6 0,-2 0-103,-4 0 1,-6 0-6,-12 0 1,4 0-139,-4 0 0,-4 0-41,-2 0 1,2-2-103,-2-4 1,8 2-282,-2-8 0,-1 5-391,1-5 1,6 0-18,6-6-125,8 0 1,-4-2 890,8-4 0,8-11 0,2-11 0</inkml:trace>
  <inkml:trace contextRef="#ctx0" brushRef="#br0" timeOffset="187">754 108 7569,'10'-18'1365,"-2"8"-767,-8 2 0,0 18-236,0 8 1,-2 6-144,-4 6 0,4 10-124,-4-4 0,-2 4-190,2-4 0,-2 6-157,2 0 0,4 1-460,-4-1 0,4-4 466,2 4 246,8-4 0,2-2 0,8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54.4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 90 7569,'0'-28'0,"0"4"527,0 12-261,0-4-61,0 14 593,0-6 0,0 16-236,0 4 0,-2 12-117,-4 6 0,4 12-209,-4 6 0,4 3-30,2 3 1,0-2-4,0-4 1,0 4-1,0-4 1,0 1-555,0-1 1,0 2 254,0-8 1,6 0-826,0-6 0,6-2 254,-6-4 1,8-4-89,-2-8 1,6-3 754,6-3 0,-4 4 0,6-6 0</inkml:trace>
  <inkml:trace contextRef="#ctx0" brushRef="#br0" timeOffset="150">431 754 7569,'-8'-10'716,"-2"-6"0,-2 12-234,0-8 1,6 6-205,-6-6 1,8 6-1538,-2-6 741,4 8 0,10-10-29,4 8 1,6-8 546,6 2 0,4-4 0,8-2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53.6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126 323 7569,'0'-18'354,"-8"8"1,4-3 1446,-8 7-1328,8 0 1,-4 16 15,8 7 0,0 11-277,0 14 0,2 2-29,4 4 1,-4-4-169,4-8 1,4 0 22,2 0 0,4-7-22,2 1 0,-6-8 128,0 2 0,0-12 16,6-6 1,-6 2-796,0-2 1,0-6-925,6-6 1,-7-14 456,1 2 0,-8-12 1102,2 0 0,-12-11 0,-4-5 0</inkml:trace>
  <inkml:trace contextRef="#ctx0" brushRef="#br0" timeOffset="386">18 18 7874,'-10'-10'952,"2"2"-930,16 8 6,10 8 1,4-6 85,8 4 1,0 2-97,6-2 1,8 0 103,4-6 0,3 6 30,3 0 0,-2 0-722,-4-6 0,4 2 290,-4 4 0,-4-4-29,-3 4 1,-3-4 93,-2-2 1,-10 2-8,-8 4 213,0-4 1,-18 8 120,0-4 1,-10-2 48,-14 8 1,-10-6 267,-8 6 1,-1 0-227,1 6 1,4-2-109,-4-4 0,6 4 591,6-4 0,4 4-282,8 2 0,8-6-231,4 0 0,6-1-95,6 7 0,6 0-117,12 0 1,8 2-2,16 4 0,0-6-104,12 0 1,-5 4-57,-1-10-482,0 8 621,0-10 1,-2 8-63,-4 0 307,-4-8-146,-17 6 0,-3-12 6,-12 8 1,-4-6 88,-8 6 1,-2-6 163,-4 6 1,-12-6 15,-12 6 0,3-6-537,-3 5 1,0-5-799,-6 6 333,8-8 215,-6 4 474,14 0 0,-14 2 0,6 8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52.3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1 611 7765,'10'-18'976,"-2"8"-283,-8 2 1,0 24-97,0 8-158,0 16-302,0-2 1,0 13-79,0-3 0,0 2 34,0-2 1,0-4-81,0-8 1,6-8 197,0-4 1,0-10 225,-6-3-240,7-7 0,1 2 35,4-12 1,4-6-510,-4-11 184,-4-5 97,8-16 0,-6 4-306,8-8 1,-6 0 9,0-6 0,-2-4-169,2 5 1,2-9 199,-8 14 0,8 2 4,-2 16 1,-2 4-38,2 8 1,-6 8-370,6 4 149,0 4 128,6 10 248,-8 2 1,4 10-366,-8 4 91,8-4 201,-12 14 0,12-4 211,-8 12 0,7-4 0,-3 6 0,8-9 0</inkml:trace>
  <inkml:trace contextRef="#ctx0" brushRef="#br0" timeOffset="335">629 754 7569,'18'-8'22,"-8"-2"0,-2-8 0,-8 0 199,0 1 1,-8-1 22,-4 0 0,0 8 29,-6 4 0,4 4 105,-10 2 0,-2 2 25,2 4 0,-6 6-107,6 12 1,-2-2-137,2 7 1,10 1-48,-4 6 1,12-6-124,1 0 1,3-8 98,2 2 1,7-4-56,5-2 1,6-8 36,6-4 1,4-4-212,8-2 1,-6-10-257,0-8 1,0-2 210,6-10 0,0 2-248,0-2 1,-7-4 119,1 4 0,-8 4-14,2 2 0,-10 5 177,-2 1 1,-6 8-141,6 4 244,-8 4 1,4 4 212,-8 4 0,0 10 177,0 8 1,0 1-213,0-1 0,0 2 7,0 4 1,6 2-160,0-8 0,8 2-249,-2-2 0,4-6 149,2 0 1,0-2-105,0-10 0,6 0-45,0-6 0,0 0-276,-6 0 0,5-8 545,1-4 0,8-12 0,-4-4 0</inkml:trace>
  <inkml:trace contextRef="#ctx0" brushRef="#br0" timeOffset="515">1131 342 7569,'-18'0'1303,"0"0"-759,0 0-399,8 0 1,3-2 620,7-4-458,7 4 1,5-12-112,12 8 0,4-6-247,8 6 0,0-8-579,0 2 1,0 2 396,0-2 1,-2 6-686,-4-6 0,3 6 151,-3-6 766,-4 8 0,0-12 0,-8 6 0</inkml:trace>
  <inkml:trace contextRef="#ctx0" brushRef="#br0" timeOffset="852">1347 1 7569,'-10'8'180,"0"1"102,4 9 0,2 2 118,-8 4 0,6 12 198,-6 12 0,6 4-224,-6 2 1,2 8 155,-2 3 0,2 11-180,4 2 1,4 0-125,-4-7 0,4-1-93,2-4 1,10-6-90,8-12 1,8-6 99,10-12 1,2-7-12,4-11 1,3-4-235,9-8 1,0-10 130,0-7 1,0-9-562,0-10 0,-9 0 280,-3 0 1,-6-2 92,-6-4 1,-4 4-157,-8-4 0,-8 6-378,-4 7 1,-4-3 471,-2 8 0,-2 8 271,-4 10 0,-6 4 318,-12 2 1,2 8-272,-8 4 0,8 12 520,-2 6-281,4 3-215,3-5 0,1 6 61,4-4 1,-2-2 22,8 2 1,0-8-9,6 2 0,2 2-768,4-2 0,4-6 570,8-6 0,7 0 0,3 6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49.4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124 862 7569,'10'-8'1207,"-2"-2"-946,-8 0 184,0 2-120,0 24 0,0-2-142,0 16 1,0-1-1,0 7 1,0 0-116,0 0 1,2-8-196,4-4 0,2 2-390,4-2 1,4-2 141,-4-10-372,4-4 1,2-8 223,0 0 1,-2-8 522,-5-4 0,5-12 0,-6-4 0</inkml:trace>
  <inkml:trace contextRef="#ctx0" brushRef="#br0" timeOffset="363">106 808 7569,'-20'-28'352,"-4"4"1,12 4-170,-12 2-102,22 0 240,-14 8-138,14-6 1,-4 8-1,12-4 1,6 4-89,12 8 1,-2 0-191,8 0 1,0 0 70,6 0 0,0 2 147,0 4 1,-6 4-97,-1 8 0,-5 8 60,6 4 0,-10-2-89,-2 2 0,-2 0 58,-10 6 1,6 5-2,-6 1 1,0-6 41,-6-6 0,0-8-10,0 2 0,6-4-32,0-2 93,0-8-158,-6-2 0,6-10-44,0-4 0,8-4-179,-2-8 0,4-8 203,2-4 1,0-4 39,0-2 1,0-2-146,0-3 0,-2 5-219,-4 0 0,3 4 381,-3 14 0,-2-2-142,2 14 396,-8 0 1,10 14-43,-8 4 1,0 6 76,-6 6 1,0-2-136,0 8 1,0-6-42,0 6 1,6-7-104,0 7 0,8-8-197,-2 2 1,-2-2-519,2 2 0,0-10 343,6 4 0,0-12-1143,0 0 1478,0-4 0,8-2 0,2 0 0</inkml:trace>
  <inkml:trace contextRef="#ctx0" brushRef="#br0" timeOffset="581">878 700 7569,'-18'-8'1129,"0"6"-684,0-14 0,8 12-81,4-8 0,4 6-28,2-6 1,4 6-364,8-6 34,0 8 0,22-12 133,-4 4 0,10-2 55,1 2 0,1-3-358,-6 3 0,0-2-516,0 2 0,-2-2-788,-4 8 766,4 0 206,-14 6 495,-2-8 0,-2-2 0,-6-8 0</inkml:trace>
  <inkml:trace contextRef="#ctx0" brushRef="#br0" timeOffset="791">1183 198 7047,'-10'0'697,"-4"8"168,8 3 0,-2 7-242,2 6 1,4 10-253,-4 8 0,4 10-101,2 2 1,0 0-241,0 5 0,0 5-207,0 2 0,0-4 236,0-2 1,8-4 135,4-3 0,10-1-636,2-4 1,0-6-936,-6-12 1,0-4 1375,0-8 0,8-8 0,1-2 0</inkml:trace>
  <inkml:trace contextRef="#ctx0" brushRef="#br0" timeOffset="1406">1398 915 8146,'-10'2'289,"4"4"0,6-4-289,6 4 0,4-4 275,8-2 0,2-2-99,4-4 1,4 2-207,8-8 1,0-2 97,0-9 0,-2 3 4,-5-4 0,3-2-142,-8 2 1,-2-2-203,-10 2 0,-4 4 55,-8-4 1,0 4 71,0 2 1,-4 0 96,-8 0 0,0 0 59,-12 0 0,4 8 117,2 4 1,0 6-134,1 6 0,-3 12-18,-4 12 0,10 4 164,-4 2 0,6 0 227,0 0 1,4 0-171,8 0 0,6-2-97,0-4 1,10 1-252,2-7 1,0-2-37,6-10 0,2-2-33,-3-4 0,9-6 129,-2 0 0,4-8 40,2-10 0,-6 0-252,0 0 0,-6-2-345,6-3 0,-10 3 290,-2-4 0,0-4 167,-6-2 0,1-2 229,-1 2 0,-2-2-39,-4 8 570,-4 0-435,6 6 0,-6 6-35,4 0-133,-4 8 0,6-2 388,-8 12 1,0 6 538,0 12 1,-6 4-255,0 8 1,-2 0-262,2 0 1,4 6-292,-4 0 1,4-1-33,2-5 0,0-6-99,0 0 1,0-8 314,0 2 118,8-12-173,-6-4 1,12-12-70,-8-8 0,6-2-140,-6-16 125,8 0-44,-12-6 0,12-7-252,-8-5 114,8 4-223,-12-8 0,14 12-270,-4-8 0,-2 8 398,2-2 0,-2 11 74,2 1 0,2 14-841,-8-2-99,8 12 1,-10 6 320,8 12 1,-8 4 70,2 2 618,-4 8 0,-2 1 0,0 9 0</inkml:trace>
  <inkml:trace contextRef="#ctx0" brushRef="#br0" timeOffset="1689">2314 880 7569,'17'17'197,"-7"-7"-19,6-2 1,-6-8 87,8 0-83,-8 0 1,6 0 115,-4 0 1,4-8-117,2-4 1,2-5 11,4-7 0,-4 2-66,4-8 1,-4 2-110,-2-2 1,4-4-56,-4 4 0,4 2 71,-10-2 1,-4 2-200,-3-2 0,-3-1 47,-2 7 1,0 6 114,0 6 1,-7 8 19,-5-2 1,-6 12-20,-6 6 1,2 12 160,-8 6 0,2 9 231,-2 3 1,-2 6-80,8-6 0,6 8-73,6-2 1,8-4-277,-2-3 1,4 3-135,2-2 1,0-2-187,0-10 1,6-4 265,0-8 1,8 0 103,-2 0 1,10-8-508,2-4 1,6-6-1553,-6-6 2045,8-4 0,-4-16 0,8-2 0</inkml:trace>
  <inkml:trace contextRef="#ctx0" brushRef="#br0" timeOffset="1999">3121 539 7569,'-18'-10'529,"6"2"580,0 8-720,0-8 0,0 6-55,0-4 1,0 4-140,-6 2 0,7 6 89,-1 0 1,6 8 123,-6-2 1,6 3-269,-6 3 0,8 0 21,-2 0 1,4 6-202,2 0 1,8 6 2,4-6 1,4 6-3,2-6 0,-1 6 60,1-6 1,4 0 20,-4-6 0,4 6-61,-10-1 1,2 1-120,-2-6 0,-4 0 339,-8 0 0,0 0-35,0 0 0,-2 0 41,-4 0 0,-10-6-154,-8 0 1,-6-8-262,6 2 0,-5-4 96,5-2 1,-6 0-130,6 0 1,2-8-212,10-4 0,-2-12-490,8-6 0,2-12-279,10-6 1,12-3 1220,12-3 0,12-16 0,3-4 0</inkml:trace>
  <inkml:trace contextRef="#ctx0" brushRef="#br0" timeOffset="2217">3498 54 7569,'28'-18'567,"-2"0"0,-14 8 38,0 4-236,-8 4 0,4 6 581,-8 8-639,0 0 0,0 28 30,0-4 0,-2 14 14,-4 4 0,-2 5-122,-4 7 0,-4 8 63,4-8 0,2 8-239,-2-9 1,8-11 91,-2-6 0,4-4-162,2-8 1,0 2 52,0-14-517,0-8 371,0 0 0,8-14-94,4 3 0,4-3-134,2-2 1,-4-7-252,4-5 0,-4-6-603,10-6 1,-4 2 1187,-2-8 0,0-8 0,-1-8 0</inkml:trace>
  <inkml:trace contextRef="#ctx0" brushRef="#br0" timeOffset="2366">3354 323 8127,'-17'8'1256,"5"-6"-390,0 4 615,8-4-714,-4-2-509,8-8 0,4 4-97,8-8 1,8 6-123,15-6 0,1 0-350,0-6 1,6 6-630,0 0 1,8 0 939,-2-6 0,4 1 0,1-1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7T13:12:48.1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55 306 7569,'-18'0'0,"6"-6"0,0 0 1825,8 0-821,-4 6-587,8 0 0,10-6 136,8 0-193,0 0-276,24-2 1,-2-2-38,19-8 0,7-2 32,12-4 1,-2 4-406,8-4 0,-7-2 480,7 2 0,-8 0-49,2 6 1,-7 6-1476,-5 1 0,0 5 643,-12-6 1,0 8-886,-18-2 1612,3 4 0,-11 10 0,8 2 0</inkml:trace>
  <inkml:trace contextRef="#ctx0" brushRef="#br0" timeOffset="178">737 270 7861,'-2'10'416,"-4"-4"-320,4 4 1,-6 0-46,8 8 1,0 8-6,0 3 0,0 5 927,0 2-406,8 8-263,-6-6 0,6 12-73,-8-8 1,6 8-454,0-3 1,2-1-545,-2 2 1,-2-6 253,8 6 1,0-8 511,6 2 0,0-4 0,0-3 0</inkml:trace>
  <inkml:trace contextRef="#ctx0" brushRef="#br0" timeOffset="662">1383 72 7569,'-10'18'1201,"-6"8"-904,14 2 1,-14 16 135,4 4 0,2 4-243,-2 2 1,8 1-122,-2 5 1,4-4 136,2 4 1,0-12-24,0-6 1,6-6-409,0-7 1,8-5 225,-2-12 1,4-4-163,2-8 0,-6 0 40,0 0 1,-2-8 47,2-4 1,4-10 48,-4-1 0,-2-7 13,2 6 0,-8-6 13,2 6 0,2 0 15,-2 6 0,0 6 165,-6 0-170,0 8 0,0-2 115,0 12 1,6 6 7,0 12 0,2-2 90,-2 8 0,-2-6-81,7 6 0,1-2 98,6 1 0,2-3-145,4-8 1,-2-2 6,8-4 1,-2-4-146,2-8 164,4 0-13,-6-8 0,6-2-213,-4-8 0,3-8-98,-3-4 0,-4-5-117,-2-7 1,-4 4 20,-2-4 0,-8-2-155,-4 2 0,-4 0 169,-2 6 1,-2 15 93,-4 3 1,2 12 393,-8 0 1,0 6-208,-6 6 1,6 6 498,0 11 0,8 9-162,-2 4 0,-2 4 42,2-10 0,2 2-241,10-2 0,2-4-169,4-8 0,10 0 10,-4 0 1,6-6-185,0 0 0,2-8-1545,4 2 821,4 4 931,-14-8 0,14 5 0,-6-7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77F23-7E3F-AA4F-85C7-880FF0DF38B2}" type="datetimeFigureOut">
              <a:rPr lang="en-US" smtClean="0"/>
              <a:t>2/7/19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C9E62-C7F0-724E-989F-CABCDB350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0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reiwa.com.au</a:t>
            </a:r>
            <a:r>
              <a:rPr lang="en-US" dirty="0"/>
              <a:t>/</a:t>
            </a:r>
            <a:r>
              <a:rPr lang="en-US" dirty="0" err="1"/>
              <a:t>uploadedImages</a:t>
            </a:r>
            <a:r>
              <a:rPr lang="en-US" dirty="0"/>
              <a:t>/Public/Content/</a:t>
            </a:r>
            <a:r>
              <a:rPr lang="en-US" dirty="0" err="1"/>
              <a:t>About_Us</a:t>
            </a:r>
            <a:r>
              <a:rPr lang="en-US" dirty="0"/>
              <a:t>/News/photo-hand-holding-</a:t>
            </a:r>
            <a:r>
              <a:rPr lang="en-US" dirty="0" err="1"/>
              <a:t>australian</a:t>
            </a:r>
            <a:r>
              <a:rPr lang="en-US" dirty="0"/>
              <a:t>-</a:t>
            </a:r>
            <a:r>
              <a:rPr lang="en-US" dirty="0" err="1"/>
              <a:t>money.jpg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www.google.com.au</a:t>
            </a:r>
            <a:r>
              <a:rPr lang="en-US" dirty="0"/>
              <a:t>/</a:t>
            </a:r>
            <a:r>
              <a:rPr lang="en-US" dirty="0" err="1"/>
              <a:t>imgres?imgurl</a:t>
            </a:r>
            <a:r>
              <a:rPr lang="en-US" dirty="0"/>
              <a:t>=http%3A%2F%2Fpreviews.123rf.com%2Fimages%2Fkritchanut%2Fkritchanut1509%2Fkritchanut150900083%2F44894786-Hands-holding-money-Australian-dollar-AUD-banknotes-isolated-on-white-background-Stock-Photo.jpg&amp;imgrefurl=http%3A%2F%2Fwww.123rf.com%2Fphoto_44894786_hands-holding-money-australian-dollar-aud-banknotes-isolated-on-white-background.html&amp;docid=ifphiShd4KghhM&amp;tbnid=UhebnYvSMjZxbM%3A&amp;vet=1&amp;w=1300&amp;h=866&amp;bih=676&amp;biw=1424&amp;ved=0ahUKEwjL07CAiO_RAhXIfrwKHdUYAp4QxiAIAygB&amp;iact=</a:t>
            </a:r>
            <a:r>
              <a:rPr lang="en-US" dirty="0" err="1"/>
              <a:t>c&amp;ictx</a:t>
            </a:r>
            <a:r>
              <a:rPr lang="en-US" dirty="0"/>
              <a:t>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FC9E62-C7F0-724E-989F-CABCDB350F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35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ewealthfinance.com</a:t>
            </a:r>
            <a:r>
              <a:rPr lang="en-US" dirty="0"/>
              <a:t>/</a:t>
            </a:r>
            <a:r>
              <a:rPr lang="en-US" dirty="0" err="1"/>
              <a:t>ewealthfinancecom</a:t>
            </a:r>
            <a:r>
              <a:rPr lang="en-US" dirty="0"/>
              <a:t>/images/</a:t>
            </a:r>
            <a:r>
              <a:rPr lang="en-US" dirty="0" err="1"/>
              <a:t>australian_money.jpg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FC9E62-C7F0-724E-989F-CABCDB350F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29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2/7/19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tiff"/><Relationship Id="rId4" Type="http://schemas.openxmlformats.org/officeDocument/2006/relationships/image" Target="../media/image1.tif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9.png"/><Relationship Id="rId18" Type="http://schemas.openxmlformats.org/officeDocument/2006/relationships/customXml" Target="../ink/ink9.xml"/><Relationship Id="rId3" Type="http://schemas.openxmlformats.org/officeDocument/2006/relationships/image" Target="../media/image4.png"/><Relationship Id="rId21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customXml" Target="../ink/ink6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8.png"/><Relationship Id="rId24" Type="http://schemas.openxmlformats.org/officeDocument/2006/relationships/customXml" Target="../ink/ink12.xml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10" Type="http://schemas.openxmlformats.org/officeDocument/2006/relationships/customXml" Target="../ink/ink5.xml"/><Relationship Id="rId19" Type="http://schemas.openxmlformats.org/officeDocument/2006/relationships/image" Target="../media/image12.png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0.png"/><Relationship Id="rId18" Type="http://schemas.openxmlformats.org/officeDocument/2006/relationships/customXml" Target="../ink/ink21.xml"/><Relationship Id="rId26" Type="http://schemas.openxmlformats.org/officeDocument/2006/relationships/customXml" Target="../ink/ink25.xml"/><Relationship Id="rId39" Type="http://schemas.openxmlformats.org/officeDocument/2006/relationships/image" Target="../media/image22.png"/><Relationship Id="rId21" Type="http://schemas.openxmlformats.org/officeDocument/2006/relationships/image" Target="../media/image1310.png"/><Relationship Id="rId34" Type="http://schemas.openxmlformats.org/officeDocument/2006/relationships/customXml" Target="../ink/ink29.xml"/><Relationship Id="rId42" Type="http://schemas.openxmlformats.org/officeDocument/2006/relationships/customXml" Target="../ink/ink33.xml"/><Relationship Id="rId47" Type="http://schemas.openxmlformats.org/officeDocument/2006/relationships/image" Target="../media/image26.png"/><Relationship Id="rId50" Type="http://schemas.openxmlformats.org/officeDocument/2006/relationships/customXml" Target="../ink/ink37.xml"/><Relationship Id="rId55" Type="http://schemas.openxmlformats.org/officeDocument/2006/relationships/image" Target="../media/image30.png"/><Relationship Id="rId7" Type="http://schemas.openxmlformats.org/officeDocument/2006/relationships/image" Target="../media/image610.png"/><Relationship Id="rId2" Type="http://schemas.openxmlformats.org/officeDocument/2006/relationships/customXml" Target="../ink/ink13.xml"/><Relationship Id="rId16" Type="http://schemas.openxmlformats.org/officeDocument/2006/relationships/customXml" Target="../ink/ink20.xml"/><Relationship Id="rId29" Type="http://schemas.openxmlformats.org/officeDocument/2006/relationships/image" Target="../media/image17.png"/><Relationship Id="rId11" Type="http://schemas.openxmlformats.org/officeDocument/2006/relationships/image" Target="../media/image810.png"/><Relationship Id="rId24" Type="http://schemas.openxmlformats.org/officeDocument/2006/relationships/customXml" Target="../ink/ink24.xml"/><Relationship Id="rId32" Type="http://schemas.openxmlformats.org/officeDocument/2006/relationships/customXml" Target="../ink/ink28.xml"/><Relationship Id="rId37" Type="http://schemas.openxmlformats.org/officeDocument/2006/relationships/image" Target="../media/image21.png"/><Relationship Id="rId40" Type="http://schemas.openxmlformats.org/officeDocument/2006/relationships/customXml" Target="../ink/ink32.xml"/><Relationship Id="rId45" Type="http://schemas.openxmlformats.org/officeDocument/2006/relationships/image" Target="../media/image25.png"/><Relationship Id="rId53" Type="http://schemas.openxmlformats.org/officeDocument/2006/relationships/image" Target="../media/image29.png"/><Relationship Id="rId58" Type="http://schemas.openxmlformats.org/officeDocument/2006/relationships/customXml" Target="../ink/ink41.xml"/><Relationship Id="rId5" Type="http://schemas.openxmlformats.org/officeDocument/2006/relationships/image" Target="../media/image510.png"/><Relationship Id="rId61" Type="http://schemas.openxmlformats.org/officeDocument/2006/relationships/image" Target="../media/image33.png"/><Relationship Id="rId19" Type="http://schemas.openxmlformats.org/officeDocument/2006/relationships/image" Target="../media/image1210.png"/><Relationship Id="rId14" Type="http://schemas.openxmlformats.org/officeDocument/2006/relationships/customXml" Target="../ink/ink19.xml"/><Relationship Id="rId22" Type="http://schemas.openxmlformats.org/officeDocument/2006/relationships/customXml" Target="../ink/ink23.xml"/><Relationship Id="rId27" Type="http://schemas.openxmlformats.org/officeDocument/2006/relationships/image" Target="../media/image16.png"/><Relationship Id="rId30" Type="http://schemas.openxmlformats.org/officeDocument/2006/relationships/customXml" Target="../ink/ink27.xml"/><Relationship Id="rId35" Type="http://schemas.openxmlformats.org/officeDocument/2006/relationships/image" Target="../media/image20.png"/><Relationship Id="rId43" Type="http://schemas.openxmlformats.org/officeDocument/2006/relationships/image" Target="../media/image24.png"/><Relationship Id="rId48" Type="http://schemas.openxmlformats.org/officeDocument/2006/relationships/customXml" Target="../ink/ink36.xml"/><Relationship Id="rId56" Type="http://schemas.openxmlformats.org/officeDocument/2006/relationships/customXml" Target="../ink/ink40.xml"/><Relationship Id="rId8" Type="http://schemas.openxmlformats.org/officeDocument/2006/relationships/customXml" Target="../ink/ink16.xml"/><Relationship Id="rId51" Type="http://schemas.openxmlformats.org/officeDocument/2006/relationships/image" Target="../media/image28.png"/><Relationship Id="rId3" Type="http://schemas.openxmlformats.org/officeDocument/2006/relationships/image" Target="../media/image411.png"/><Relationship Id="rId12" Type="http://schemas.openxmlformats.org/officeDocument/2006/relationships/customXml" Target="../ink/ink18.xml"/><Relationship Id="rId17" Type="http://schemas.openxmlformats.org/officeDocument/2006/relationships/image" Target="../media/image1110.png"/><Relationship Id="rId25" Type="http://schemas.openxmlformats.org/officeDocument/2006/relationships/image" Target="../media/image1510.png"/><Relationship Id="rId33" Type="http://schemas.openxmlformats.org/officeDocument/2006/relationships/image" Target="../media/image19.png"/><Relationship Id="rId38" Type="http://schemas.openxmlformats.org/officeDocument/2006/relationships/customXml" Target="../ink/ink31.xml"/><Relationship Id="rId46" Type="http://schemas.openxmlformats.org/officeDocument/2006/relationships/customXml" Target="../ink/ink35.xml"/><Relationship Id="rId59" Type="http://schemas.openxmlformats.org/officeDocument/2006/relationships/image" Target="../media/image32.png"/><Relationship Id="rId20" Type="http://schemas.openxmlformats.org/officeDocument/2006/relationships/customXml" Target="../ink/ink22.xml"/><Relationship Id="rId41" Type="http://schemas.openxmlformats.org/officeDocument/2006/relationships/image" Target="../media/image23.png"/><Relationship Id="rId54" Type="http://schemas.openxmlformats.org/officeDocument/2006/relationships/customXml" Target="../ink/ink3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15" Type="http://schemas.openxmlformats.org/officeDocument/2006/relationships/image" Target="../media/image1010.png"/><Relationship Id="rId23" Type="http://schemas.openxmlformats.org/officeDocument/2006/relationships/image" Target="../media/image1410.png"/><Relationship Id="rId28" Type="http://schemas.openxmlformats.org/officeDocument/2006/relationships/customXml" Target="../ink/ink26.xml"/><Relationship Id="rId36" Type="http://schemas.openxmlformats.org/officeDocument/2006/relationships/customXml" Target="../ink/ink30.xml"/><Relationship Id="rId49" Type="http://schemas.openxmlformats.org/officeDocument/2006/relationships/image" Target="../media/image27.png"/><Relationship Id="rId57" Type="http://schemas.openxmlformats.org/officeDocument/2006/relationships/image" Target="../media/image31.png"/><Relationship Id="rId10" Type="http://schemas.openxmlformats.org/officeDocument/2006/relationships/customXml" Target="../ink/ink17.xml"/><Relationship Id="rId31" Type="http://schemas.openxmlformats.org/officeDocument/2006/relationships/image" Target="../media/image18.png"/><Relationship Id="rId44" Type="http://schemas.openxmlformats.org/officeDocument/2006/relationships/customXml" Target="../ink/ink34.xml"/><Relationship Id="rId52" Type="http://schemas.openxmlformats.org/officeDocument/2006/relationships/customXml" Target="../ink/ink38.xml"/><Relationship Id="rId60" Type="http://schemas.openxmlformats.org/officeDocument/2006/relationships/customXml" Target="../ink/ink42.xml"/><Relationship Id="rId4" Type="http://schemas.openxmlformats.org/officeDocument/2006/relationships/customXml" Target="../ink/ink14.xml"/><Relationship Id="rId9" Type="http://schemas.openxmlformats.org/officeDocument/2006/relationships/image" Target="../media/image71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5.xml"/><Relationship Id="rId21" Type="http://schemas.openxmlformats.org/officeDocument/2006/relationships/image" Target="../media/image43.png"/><Relationship Id="rId42" Type="http://schemas.openxmlformats.org/officeDocument/2006/relationships/customXml" Target="../ink/ink63.xml"/><Relationship Id="rId47" Type="http://schemas.openxmlformats.org/officeDocument/2006/relationships/image" Target="../media/image56.png"/><Relationship Id="rId63" Type="http://schemas.openxmlformats.org/officeDocument/2006/relationships/image" Target="../media/image64.png"/><Relationship Id="rId68" Type="http://schemas.openxmlformats.org/officeDocument/2006/relationships/customXml" Target="../ink/ink76.xml"/><Relationship Id="rId84" Type="http://schemas.openxmlformats.org/officeDocument/2006/relationships/customXml" Target="../ink/ink84.xml"/><Relationship Id="rId89" Type="http://schemas.openxmlformats.org/officeDocument/2006/relationships/image" Target="../media/image77.png"/><Relationship Id="rId16" Type="http://schemas.openxmlformats.org/officeDocument/2006/relationships/customXml" Target="../ink/ink50.xml"/><Relationship Id="rId107" Type="http://schemas.openxmlformats.org/officeDocument/2006/relationships/image" Target="../media/image86.png"/><Relationship Id="rId11" Type="http://schemas.openxmlformats.org/officeDocument/2006/relationships/image" Target="../media/image38.png"/><Relationship Id="rId32" Type="http://schemas.openxmlformats.org/officeDocument/2006/relationships/customXml" Target="../ink/ink58.xml"/><Relationship Id="rId37" Type="http://schemas.openxmlformats.org/officeDocument/2006/relationships/image" Target="../media/image51.png"/><Relationship Id="rId53" Type="http://schemas.openxmlformats.org/officeDocument/2006/relationships/image" Target="../media/image59.png"/><Relationship Id="rId58" Type="http://schemas.openxmlformats.org/officeDocument/2006/relationships/customXml" Target="../ink/ink71.xml"/><Relationship Id="rId74" Type="http://schemas.openxmlformats.org/officeDocument/2006/relationships/customXml" Target="../ink/ink79.xml"/><Relationship Id="rId79" Type="http://schemas.openxmlformats.org/officeDocument/2006/relationships/image" Target="../media/image72.png"/><Relationship Id="rId102" Type="http://schemas.openxmlformats.org/officeDocument/2006/relationships/customXml" Target="../ink/ink93.xml"/><Relationship Id="rId5" Type="http://schemas.openxmlformats.org/officeDocument/2006/relationships/image" Target="../media/image35.png"/><Relationship Id="rId90" Type="http://schemas.openxmlformats.org/officeDocument/2006/relationships/customXml" Target="../ink/ink87.xml"/><Relationship Id="rId95" Type="http://schemas.openxmlformats.org/officeDocument/2006/relationships/image" Target="../media/image80.png"/><Relationship Id="rId22" Type="http://schemas.openxmlformats.org/officeDocument/2006/relationships/customXml" Target="../ink/ink53.xml"/><Relationship Id="rId27" Type="http://schemas.openxmlformats.org/officeDocument/2006/relationships/image" Target="../media/image46.png"/><Relationship Id="rId43" Type="http://schemas.openxmlformats.org/officeDocument/2006/relationships/image" Target="../media/image54.png"/><Relationship Id="rId48" Type="http://schemas.openxmlformats.org/officeDocument/2006/relationships/customXml" Target="../ink/ink66.xml"/><Relationship Id="rId64" Type="http://schemas.openxmlformats.org/officeDocument/2006/relationships/customXml" Target="../ink/ink74.xml"/><Relationship Id="rId69" Type="http://schemas.openxmlformats.org/officeDocument/2006/relationships/image" Target="../media/image67.png"/><Relationship Id="rId80" Type="http://schemas.openxmlformats.org/officeDocument/2006/relationships/customXml" Target="../ink/ink82.xml"/><Relationship Id="rId85" Type="http://schemas.openxmlformats.org/officeDocument/2006/relationships/image" Target="../media/image75.png"/><Relationship Id="rId12" Type="http://schemas.openxmlformats.org/officeDocument/2006/relationships/customXml" Target="../ink/ink48.xml"/><Relationship Id="rId17" Type="http://schemas.openxmlformats.org/officeDocument/2006/relationships/image" Target="../media/image41.png"/><Relationship Id="rId33" Type="http://schemas.openxmlformats.org/officeDocument/2006/relationships/image" Target="../media/image49.png"/><Relationship Id="rId38" Type="http://schemas.openxmlformats.org/officeDocument/2006/relationships/customXml" Target="../ink/ink61.xml"/><Relationship Id="rId59" Type="http://schemas.openxmlformats.org/officeDocument/2006/relationships/image" Target="../media/image62.png"/><Relationship Id="rId103" Type="http://schemas.openxmlformats.org/officeDocument/2006/relationships/image" Target="../media/image84.png"/><Relationship Id="rId20" Type="http://schemas.openxmlformats.org/officeDocument/2006/relationships/customXml" Target="../ink/ink52.xml"/><Relationship Id="rId41" Type="http://schemas.openxmlformats.org/officeDocument/2006/relationships/image" Target="../media/image53.png"/><Relationship Id="rId54" Type="http://schemas.openxmlformats.org/officeDocument/2006/relationships/customXml" Target="../ink/ink69.xml"/><Relationship Id="rId62" Type="http://schemas.openxmlformats.org/officeDocument/2006/relationships/customXml" Target="../ink/ink73.xml"/><Relationship Id="rId70" Type="http://schemas.openxmlformats.org/officeDocument/2006/relationships/customXml" Target="../ink/ink77.xml"/><Relationship Id="rId75" Type="http://schemas.openxmlformats.org/officeDocument/2006/relationships/image" Target="../media/image70.png"/><Relationship Id="rId83" Type="http://schemas.openxmlformats.org/officeDocument/2006/relationships/image" Target="../media/image74.png"/><Relationship Id="rId88" Type="http://schemas.openxmlformats.org/officeDocument/2006/relationships/customXml" Target="../ink/ink86.xml"/><Relationship Id="rId91" Type="http://schemas.openxmlformats.org/officeDocument/2006/relationships/image" Target="../media/image78.png"/><Relationship Id="rId96" Type="http://schemas.openxmlformats.org/officeDocument/2006/relationships/customXml" Target="../ink/ink9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.xml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28" Type="http://schemas.openxmlformats.org/officeDocument/2006/relationships/customXml" Target="../ink/ink56.xml"/><Relationship Id="rId36" Type="http://schemas.openxmlformats.org/officeDocument/2006/relationships/customXml" Target="../ink/ink60.xml"/><Relationship Id="rId49" Type="http://schemas.openxmlformats.org/officeDocument/2006/relationships/image" Target="../media/image57.png"/><Relationship Id="rId57" Type="http://schemas.openxmlformats.org/officeDocument/2006/relationships/image" Target="../media/image61.png"/><Relationship Id="rId106" Type="http://schemas.openxmlformats.org/officeDocument/2006/relationships/customXml" Target="../ink/ink95.xml"/><Relationship Id="rId10" Type="http://schemas.openxmlformats.org/officeDocument/2006/relationships/customXml" Target="../ink/ink47.xml"/><Relationship Id="rId31" Type="http://schemas.openxmlformats.org/officeDocument/2006/relationships/image" Target="../media/image48.png"/><Relationship Id="rId44" Type="http://schemas.openxmlformats.org/officeDocument/2006/relationships/customXml" Target="../ink/ink64.xml"/><Relationship Id="rId52" Type="http://schemas.openxmlformats.org/officeDocument/2006/relationships/customXml" Target="../ink/ink68.xml"/><Relationship Id="rId60" Type="http://schemas.openxmlformats.org/officeDocument/2006/relationships/customXml" Target="../ink/ink72.xml"/><Relationship Id="rId65" Type="http://schemas.openxmlformats.org/officeDocument/2006/relationships/image" Target="../media/image65.png"/><Relationship Id="rId73" Type="http://schemas.openxmlformats.org/officeDocument/2006/relationships/image" Target="../media/image69.png"/><Relationship Id="rId78" Type="http://schemas.openxmlformats.org/officeDocument/2006/relationships/customXml" Target="../ink/ink81.xml"/><Relationship Id="rId81" Type="http://schemas.openxmlformats.org/officeDocument/2006/relationships/image" Target="../media/image73.png"/><Relationship Id="rId86" Type="http://schemas.openxmlformats.org/officeDocument/2006/relationships/customXml" Target="../ink/ink85.xml"/><Relationship Id="rId94" Type="http://schemas.openxmlformats.org/officeDocument/2006/relationships/customXml" Target="../ink/ink89.xml"/><Relationship Id="rId99" Type="http://schemas.openxmlformats.org/officeDocument/2006/relationships/image" Target="../media/image82.png"/><Relationship Id="rId101" Type="http://schemas.openxmlformats.org/officeDocument/2006/relationships/image" Target="../media/image83.png"/><Relationship Id="rId4" Type="http://schemas.openxmlformats.org/officeDocument/2006/relationships/customXml" Target="../ink/ink44.xml"/><Relationship Id="rId9" Type="http://schemas.openxmlformats.org/officeDocument/2006/relationships/image" Target="../media/image37.png"/><Relationship Id="rId13" Type="http://schemas.openxmlformats.org/officeDocument/2006/relationships/image" Target="../media/image39.png"/><Relationship Id="rId18" Type="http://schemas.openxmlformats.org/officeDocument/2006/relationships/customXml" Target="../ink/ink51.xml"/><Relationship Id="rId39" Type="http://schemas.openxmlformats.org/officeDocument/2006/relationships/image" Target="../media/image52.png"/><Relationship Id="rId34" Type="http://schemas.openxmlformats.org/officeDocument/2006/relationships/customXml" Target="../ink/ink59.xml"/><Relationship Id="rId50" Type="http://schemas.openxmlformats.org/officeDocument/2006/relationships/customXml" Target="../ink/ink67.xml"/><Relationship Id="rId55" Type="http://schemas.openxmlformats.org/officeDocument/2006/relationships/image" Target="../media/image60.png"/><Relationship Id="rId76" Type="http://schemas.openxmlformats.org/officeDocument/2006/relationships/customXml" Target="../ink/ink80.xml"/><Relationship Id="rId97" Type="http://schemas.openxmlformats.org/officeDocument/2006/relationships/image" Target="../media/image81.png"/><Relationship Id="rId104" Type="http://schemas.openxmlformats.org/officeDocument/2006/relationships/customXml" Target="../ink/ink94.xml"/><Relationship Id="rId7" Type="http://schemas.openxmlformats.org/officeDocument/2006/relationships/image" Target="../media/image36.png"/><Relationship Id="rId71" Type="http://schemas.openxmlformats.org/officeDocument/2006/relationships/image" Target="../media/image68.png"/><Relationship Id="rId92" Type="http://schemas.openxmlformats.org/officeDocument/2006/relationships/customXml" Target="../ink/ink88.xml"/><Relationship Id="rId2" Type="http://schemas.openxmlformats.org/officeDocument/2006/relationships/customXml" Target="../ink/ink43.xml"/><Relationship Id="rId29" Type="http://schemas.openxmlformats.org/officeDocument/2006/relationships/image" Target="../media/image47.png"/><Relationship Id="rId24" Type="http://schemas.openxmlformats.org/officeDocument/2006/relationships/customXml" Target="../ink/ink54.xml"/><Relationship Id="rId40" Type="http://schemas.openxmlformats.org/officeDocument/2006/relationships/customXml" Target="../ink/ink62.xml"/><Relationship Id="rId45" Type="http://schemas.openxmlformats.org/officeDocument/2006/relationships/image" Target="../media/image55.png"/><Relationship Id="rId66" Type="http://schemas.openxmlformats.org/officeDocument/2006/relationships/customXml" Target="../ink/ink75.xml"/><Relationship Id="rId87" Type="http://schemas.openxmlformats.org/officeDocument/2006/relationships/image" Target="../media/image76.png"/><Relationship Id="rId61" Type="http://schemas.openxmlformats.org/officeDocument/2006/relationships/image" Target="../media/image63.png"/><Relationship Id="rId82" Type="http://schemas.openxmlformats.org/officeDocument/2006/relationships/customXml" Target="../ink/ink83.xml"/><Relationship Id="rId19" Type="http://schemas.openxmlformats.org/officeDocument/2006/relationships/image" Target="../media/image42.png"/><Relationship Id="rId14" Type="http://schemas.openxmlformats.org/officeDocument/2006/relationships/customXml" Target="../ink/ink49.xml"/><Relationship Id="rId30" Type="http://schemas.openxmlformats.org/officeDocument/2006/relationships/customXml" Target="../ink/ink57.xml"/><Relationship Id="rId35" Type="http://schemas.openxmlformats.org/officeDocument/2006/relationships/image" Target="../media/image50.png"/><Relationship Id="rId56" Type="http://schemas.openxmlformats.org/officeDocument/2006/relationships/customXml" Target="../ink/ink70.xml"/><Relationship Id="rId77" Type="http://schemas.openxmlformats.org/officeDocument/2006/relationships/image" Target="../media/image71.png"/><Relationship Id="rId100" Type="http://schemas.openxmlformats.org/officeDocument/2006/relationships/customXml" Target="../ink/ink92.xml"/><Relationship Id="rId105" Type="http://schemas.openxmlformats.org/officeDocument/2006/relationships/image" Target="../media/image85.png"/><Relationship Id="rId8" Type="http://schemas.openxmlformats.org/officeDocument/2006/relationships/customXml" Target="../ink/ink46.xml"/><Relationship Id="rId51" Type="http://schemas.openxmlformats.org/officeDocument/2006/relationships/image" Target="../media/image58.png"/><Relationship Id="rId72" Type="http://schemas.openxmlformats.org/officeDocument/2006/relationships/customXml" Target="../ink/ink78.xml"/><Relationship Id="rId93" Type="http://schemas.openxmlformats.org/officeDocument/2006/relationships/image" Target="../media/image79.png"/><Relationship Id="rId98" Type="http://schemas.openxmlformats.org/officeDocument/2006/relationships/customXml" Target="../ink/ink91.xml"/><Relationship Id="rId3" Type="http://schemas.openxmlformats.org/officeDocument/2006/relationships/image" Target="../media/image34.png"/><Relationship Id="rId25" Type="http://schemas.openxmlformats.org/officeDocument/2006/relationships/image" Target="../media/image45.png"/><Relationship Id="rId46" Type="http://schemas.openxmlformats.org/officeDocument/2006/relationships/customXml" Target="../ink/ink65.xml"/><Relationship Id="rId67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8.xml"/><Relationship Id="rId21" Type="http://schemas.openxmlformats.org/officeDocument/2006/relationships/image" Target="../media/image96.png"/><Relationship Id="rId34" Type="http://schemas.openxmlformats.org/officeDocument/2006/relationships/customXml" Target="../ink/ink112.xml"/><Relationship Id="rId42" Type="http://schemas.openxmlformats.org/officeDocument/2006/relationships/customXml" Target="../ink/ink116.xml"/><Relationship Id="rId47" Type="http://schemas.openxmlformats.org/officeDocument/2006/relationships/image" Target="../media/image109.png"/><Relationship Id="rId50" Type="http://schemas.openxmlformats.org/officeDocument/2006/relationships/customXml" Target="../ink/ink120.xml"/><Relationship Id="rId55" Type="http://schemas.openxmlformats.org/officeDocument/2006/relationships/image" Target="../media/image113.png"/><Relationship Id="rId63" Type="http://schemas.openxmlformats.org/officeDocument/2006/relationships/image" Target="../media/image117.png"/><Relationship Id="rId7" Type="http://schemas.openxmlformats.org/officeDocument/2006/relationships/image" Target="../media/image89.png"/><Relationship Id="rId2" Type="http://schemas.openxmlformats.org/officeDocument/2006/relationships/customXml" Target="../ink/ink96.xml"/><Relationship Id="rId16" Type="http://schemas.openxmlformats.org/officeDocument/2006/relationships/customXml" Target="../ink/ink103.xml"/><Relationship Id="rId29" Type="http://schemas.openxmlformats.org/officeDocument/2006/relationships/image" Target="../media/image100.png"/><Relationship Id="rId11" Type="http://schemas.openxmlformats.org/officeDocument/2006/relationships/image" Target="../media/image91.png"/><Relationship Id="rId24" Type="http://schemas.openxmlformats.org/officeDocument/2006/relationships/customXml" Target="../ink/ink107.xml"/><Relationship Id="rId32" Type="http://schemas.openxmlformats.org/officeDocument/2006/relationships/customXml" Target="../ink/ink111.xml"/><Relationship Id="rId37" Type="http://schemas.openxmlformats.org/officeDocument/2006/relationships/image" Target="../media/image104.png"/><Relationship Id="rId40" Type="http://schemas.openxmlformats.org/officeDocument/2006/relationships/customXml" Target="../ink/ink115.xml"/><Relationship Id="rId45" Type="http://schemas.openxmlformats.org/officeDocument/2006/relationships/image" Target="../media/image108.png"/><Relationship Id="rId53" Type="http://schemas.openxmlformats.org/officeDocument/2006/relationships/image" Target="../media/image112.png"/><Relationship Id="rId58" Type="http://schemas.openxmlformats.org/officeDocument/2006/relationships/customXml" Target="../ink/ink124.xml"/><Relationship Id="rId66" Type="http://schemas.openxmlformats.org/officeDocument/2006/relationships/customXml" Target="../ink/ink128.xml"/><Relationship Id="rId5" Type="http://schemas.openxmlformats.org/officeDocument/2006/relationships/image" Target="../media/image88.png"/><Relationship Id="rId61" Type="http://schemas.openxmlformats.org/officeDocument/2006/relationships/image" Target="../media/image116.png"/><Relationship Id="rId19" Type="http://schemas.openxmlformats.org/officeDocument/2006/relationships/image" Target="../media/image95.png"/><Relationship Id="rId14" Type="http://schemas.openxmlformats.org/officeDocument/2006/relationships/customXml" Target="../ink/ink102.xml"/><Relationship Id="rId22" Type="http://schemas.openxmlformats.org/officeDocument/2006/relationships/customXml" Target="../ink/ink106.xml"/><Relationship Id="rId27" Type="http://schemas.openxmlformats.org/officeDocument/2006/relationships/image" Target="../media/image99.png"/><Relationship Id="rId30" Type="http://schemas.openxmlformats.org/officeDocument/2006/relationships/customXml" Target="../ink/ink110.xml"/><Relationship Id="rId35" Type="http://schemas.openxmlformats.org/officeDocument/2006/relationships/image" Target="../media/image103.png"/><Relationship Id="rId43" Type="http://schemas.openxmlformats.org/officeDocument/2006/relationships/image" Target="../media/image107.png"/><Relationship Id="rId48" Type="http://schemas.openxmlformats.org/officeDocument/2006/relationships/customXml" Target="../ink/ink119.xml"/><Relationship Id="rId56" Type="http://schemas.openxmlformats.org/officeDocument/2006/relationships/customXml" Target="../ink/ink123.xml"/><Relationship Id="rId64" Type="http://schemas.openxmlformats.org/officeDocument/2006/relationships/customXml" Target="../ink/ink127.xml"/><Relationship Id="rId8" Type="http://schemas.openxmlformats.org/officeDocument/2006/relationships/customXml" Target="../ink/ink99.xml"/><Relationship Id="rId51" Type="http://schemas.openxmlformats.org/officeDocument/2006/relationships/image" Target="../media/image111.png"/><Relationship Id="rId3" Type="http://schemas.openxmlformats.org/officeDocument/2006/relationships/image" Target="../media/image87.png"/><Relationship Id="rId12" Type="http://schemas.openxmlformats.org/officeDocument/2006/relationships/customXml" Target="../ink/ink101.xml"/><Relationship Id="rId17" Type="http://schemas.openxmlformats.org/officeDocument/2006/relationships/image" Target="../media/image94.png"/><Relationship Id="rId25" Type="http://schemas.openxmlformats.org/officeDocument/2006/relationships/image" Target="../media/image98.png"/><Relationship Id="rId33" Type="http://schemas.openxmlformats.org/officeDocument/2006/relationships/image" Target="../media/image102.png"/><Relationship Id="rId38" Type="http://schemas.openxmlformats.org/officeDocument/2006/relationships/customXml" Target="../ink/ink114.xml"/><Relationship Id="rId46" Type="http://schemas.openxmlformats.org/officeDocument/2006/relationships/customXml" Target="../ink/ink118.xml"/><Relationship Id="rId59" Type="http://schemas.openxmlformats.org/officeDocument/2006/relationships/image" Target="../media/image115.png"/><Relationship Id="rId67" Type="http://schemas.openxmlformats.org/officeDocument/2006/relationships/image" Target="../media/image119.png"/><Relationship Id="rId20" Type="http://schemas.openxmlformats.org/officeDocument/2006/relationships/customXml" Target="../ink/ink105.xml"/><Relationship Id="rId41" Type="http://schemas.openxmlformats.org/officeDocument/2006/relationships/image" Target="../media/image106.png"/><Relationship Id="rId54" Type="http://schemas.openxmlformats.org/officeDocument/2006/relationships/customXml" Target="../ink/ink122.xml"/><Relationship Id="rId62" Type="http://schemas.openxmlformats.org/officeDocument/2006/relationships/customXml" Target="../ink/ink12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8.xml"/><Relationship Id="rId15" Type="http://schemas.openxmlformats.org/officeDocument/2006/relationships/image" Target="../media/image93.png"/><Relationship Id="rId23" Type="http://schemas.openxmlformats.org/officeDocument/2006/relationships/image" Target="../media/image97.png"/><Relationship Id="rId28" Type="http://schemas.openxmlformats.org/officeDocument/2006/relationships/customXml" Target="../ink/ink109.xml"/><Relationship Id="rId36" Type="http://schemas.openxmlformats.org/officeDocument/2006/relationships/customXml" Target="../ink/ink113.xml"/><Relationship Id="rId49" Type="http://schemas.openxmlformats.org/officeDocument/2006/relationships/image" Target="../media/image110.png"/><Relationship Id="rId57" Type="http://schemas.openxmlformats.org/officeDocument/2006/relationships/image" Target="../media/image114.png"/><Relationship Id="rId10" Type="http://schemas.openxmlformats.org/officeDocument/2006/relationships/customXml" Target="../ink/ink100.xml"/><Relationship Id="rId31" Type="http://schemas.openxmlformats.org/officeDocument/2006/relationships/image" Target="../media/image101.png"/><Relationship Id="rId44" Type="http://schemas.openxmlformats.org/officeDocument/2006/relationships/customXml" Target="../ink/ink117.xml"/><Relationship Id="rId52" Type="http://schemas.openxmlformats.org/officeDocument/2006/relationships/customXml" Target="../ink/ink121.xml"/><Relationship Id="rId60" Type="http://schemas.openxmlformats.org/officeDocument/2006/relationships/customXml" Target="../ink/ink125.xml"/><Relationship Id="rId65" Type="http://schemas.openxmlformats.org/officeDocument/2006/relationships/image" Target="../media/image118.png"/><Relationship Id="rId4" Type="http://schemas.openxmlformats.org/officeDocument/2006/relationships/customXml" Target="../ink/ink97.xml"/><Relationship Id="rId9" Type="http://schemas.openxmlformats.org/officeDocument/2006/relationships/image" Target="../media/image90.png"/><Relationship Id="rId13" Type="http://schemas.openxmlformats.org/officeDocument/2006/relationships/image" Target="../media/image92.png"/><Relationship Id="rId18" Type="http://schemas.openxmlformats.org/officeDocument/2006/relationships/customXml" Target="../ink/ink104.xml"/><Relationship Id="rId39" Type="http://schemas.openxmlformats.org/officeDocument/2006/relationships/image" Target="../media/image10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5.png"/><Relationship Id="rId18" Type="http://schemas.openxmlformats.org/officeDocument/2006/relationships/customXml" Target="../ink/ink137.xml"/><Relationship Id="rId26" Type="http://schemas.openxmlformats.org/officeDocument/2006/relationships/customXml" Target="../ink/ink141.xml"/><Relationship Id="rId39" Type="http://schemas.openxmlformats.org/officeDocument/2006/relationships/image" Target="../media/image138.png"/><Relationship Id="rId21" Type="http://schemas.openxmlformats.org/officeDocument/2006/relationships/image" Target="../media/image129.png"/><Relationship Id="rId34" Type="http://schemas.openxmlformats.org/officeDocument/2006/relationships/customXml" Target="../ink/ink145.xml"/><Relationship Id="rId42" Type="http://schemas.openxmlformats.org/officeDocument/2006/relationships/customXml" Target="../ink/ink149.xml"/><Relationship Id="rId47" Type="http://schemas.openxmlformats.org/officeDocument/2006/relationships/image" Target="../media/image142.png"/><Relationship Id="rId50" Type="http://schemas.openxmlformats.org/officeDocument/2006/relationships/customXml" Target="../ink/ink153.xml"/><Relationship Id="rId7" Type="http://schemas.openxmlformats.org/officeDocument/2006/relationships/image" Target="../media/image122.png"/><Relationship Id="rId2" Type="http://schemas.openxmlformats.org/officeDocument/2006/relationships/customXml" Target="../ink/ink129.xml"/><Relationship Id="rId16" Type="http://schemas.openxmlformats.org/officeDocument/2006/relationships/customXml" Target="../ink/ink136.xml"/><Relationship Id="rId29" Type="http://schemas.openxmlformats.org/officeDocument/2006/relationships/image" Target="../media/image133.png"/><Relationship Id="rId11" Type="http://schemas.openxmlformats.org/officeDocument/2006/relationships/image" Target="../media/image124.png"/><Relationship Id="rId24" Type="http://schemas.openxmlformats.org/officeDocument/2006/relationships/customXml" Target="../ink/ink140.xml"/><Relationship Id="rId32" Type="http://schemas.openxmlformats.org/officeDocument/2006/relationships/customXml" Target="../ink/ink144.xml"/><Relationship Id="rId37" Type="http://schemas.openxmlformats.org/officeDocument/2006/relationships/image" Target="../media/image137.png"/><Relationship Id="rId40" Type="http://schemas.openxmlformats.org/officeDocument/2006/relationships/customXml" Target="../ink/ink148.xml"/><Relationship Id="rId45" Type="http://schemas.openxmlformats.org/officeDocument/2006/relationships/image" Target="../media/image141.png"/><Relationship Id="rId53" Type="http://schemas.openxmlformats.org/officeDocument/2006/relationships/image" Target="../media/image145.png"/><Relationship Id="rId5" Type="http://schemas.openxmlformats.org/officeDocument/2006/relationships/image" Target="../media/image121.png"/><Relationship Id="rId10" Type="http://schemas.openxmlformats.org/officeDocument/2006/relationships/customXml" Target="../ink/ink133.xml"/><Relationship Id="rId19" Type="http://schemas.openxmlformats.org/officeDocument/2006/relationships/image" Target="../media/image128.png"/><Relationship Id="rId31" Type="http://schemas.openxmlformats.org/officeDocument/2006/relationships/image" Target="../media/image134.png"/><Relationship Id="rId44" Type="http://schemas.openxmlformats.org/officeDocument/2006/relationships/customXml" Target="../ink/ink150.xml"/><Relationship Id="rId52" Type="http://schemas.openxmlformats.org/officeDocument/2006/relationships/customXml" Target="../ink/ink154.xml"/><Relationship Id="rId4" Type="http://schemas.openxmlformats.org/officeDocument/2006/relationships/customXml" Target="../ink/ink130.xml"/><Relationship Id="rId9" Type="http://schemas.openxmlformats.org/officeDocument/2006/relationships/image" Target="../media/image123.png"/><Relationship Id="rId14" Type="http://schemas.openxmlformats.org/officeDocument/2006/relationships/customXml" Target="../ink/ink135.xml"/><Relationship Id="rId22" Type="http://schemas.openxmlformats.org/officeDocument/2006/relationships/customXml" Target="../ink/ink139.xml"/><Relationship Id="rId27" Type="http://schemas.openxmlformats.org/officeDocument/2006/relationships/image" Target="../media/image132.png"/><Relationship Id="rId30" Type="http://schemas.openxmlformats.org/officeDocument/2006/relationships/customXml" Target="../ink/ink143.xml"/><Relationship Id="rId35" Type="http://schemas.openxmlformats.org/officeDocument/2006/relationships/image" Target="../media/image136.png"/><Relationship Id="rId43" Type="http://schemas.openxmlformats.org/officeDocument/2006/relationships/image" Target="../media/image140.png"/><Relationship Id="rId48" Type="http://schemas.openxmlformats.org/officeDocument/2006/relationships/customXml" Target="../ink/ink152.xml"/><Relationship Id="rId8" Type="http://schemas.openxmlformats.org/officeDocument/2006/relationships/customXml" Target="../ink/ink132.xml"/><Relationship Id="rId51" Type="http://schemas.openxmlformats.org/officeDocument/2006/relationships/image" Target="../media/image144.png"/><Relationship Id="rId3" Type="http://schemas.openxmlformats.org/officeDocument/2006/relationships/image" Target="../media/image120.png"/><Relationship Id="rId12" Type="http://schemas.openxmlformats.org/officeDocument/2006/relationships/customXml" Target="../ink/ink134.xml"/><Relationship Id="rId17" Type="http://schemas.openxmlformats.org/officeDocument/2006/relationships/image" Target="../media/image127.png"/><Relationship Id="rId25" Type="http://schemas.openxmlformats.org/officeDocument/2006/relationships/image" Target="../media/image131.png"/><Relationship Id="rId33" Type="http://schemas.openxmlformats.org/officeDocument/2006/relationships/image" Target="../media/image135.png"/><Relationship Id="rId38" Type="http://schemas.openxmlformats.org/officeDocument/2006/relationships/customXml" Target="../ink/ink147.xml"/><Relationship Id="rId46" Type="http://schemas.openxmlformats.org/officeDocument/2006/relationships/customXml" Target="../ink/ink151.xml"/><Relationship Id="rId20" Type="http://schemas.openxmlformats.org/officeDocument/2006/relationships/customXml" Target="../ink/ink138.xml"/><Relationship Id="rId41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1.xml"/><Relationship Id="rId15" Type="http://schemas.openxmlformats.org/officeDocument/2006/relationships/image" Target="../media/image126.png"/><Relationship Id="rId23" Type="http://schemas.openxmlformats.org/officeDocument/2006/relationships/image" Target="../media/image130.png"/><Relationship Id="rId28" Type="http://schemas.openxmlformats.org/officeDocument/2006/relationships/customXml" Target="../ink/ink142.xml"/><Relationship Id="rId36" Type="http://schemas.openxmlformats.org/officeDocument/2006/relationships/customXml" Target="../ink/ink146.xml"/><Relationship Id="rId49" Type="http://schemas.openxmlformats.org/officeDocument/2006/relationships/image" Target="../media/image143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7.xml"/><Relationship Id="rId21" Type="http://schemas.openxmlformats.org/officeDocument/2006/relationships/image" Target="../media/image155.png"/><Relationship Id="rId42" Type="http://schemas.openxmlformats.org/officeDocument/2006/relationships/customXml" Target="../ink/ink175.xml"/><Relationship Id="rId47" Type="http://schemas.openxmlformats.org/officeDocument/2006/relationships/image" Target="../media/image168.png"/><Relationship Id="rId63" Type="http://schemas.openxmlformats.org/officeDocument/2006/relationships/image" Target="../media/image176.png"/><Relationship Id="rId68" Type="http://schemas.openxmlformats.org/officeDocument/2006/relationships/customXml" Target="../ink/ink188.xml"/><Relationship Id="rId2" Type="http://schemas.openxmlformats.org/officeDocument/2006/relationships/customXml" Target="../ink/ink155.xml"/><Relationship Id="rId16" Type="http://schemas.openxmlformats.org/officeDocument/2006/relationships/customXml" Target="../ink/ink162.xml"/><Relationship Id="rId29" Type="http://schemas.openxmlformats.org/officeDocument/2006/relationships/image" Target="../media/image159.png"/><Relationship Id="rId11" Type="http://schemas.openxmlformats.org/officeDocument/2006/relationships/image" Target="../media/image150.png"/><Relationship Id="rId24" Type="http://schemas.openxmlformats.org/officeDocument/2006/relationships/customXml" Target="../ink/ink166.xml"/><Relationship Id="rId32" Type="http://schemas.openxmlformats.org/officeDocument/2006/relationships/customXml" Target="../ink/ink170.xml"/><Relationship Id="rId37" Type="http://schemas.openxmlformats.org/officeDocument/2006/relationships/image" Target="../media/image163.png"/><Relationship Id="rId40" Type="http://schemas.openxmlformats.org/officeDocument/2006/relationships/customXml" Target="../ink/ink174.xml"/><Relationship Id="rId45" Type="http://schemas.openxmlformats.org/officeDocument/2006/relationships/image" Target="../media/image167.png"/><Relationship Id="rId53" Type="http://schemas.openxmlformats.org/officeDocument/2006/relationships/image" Target="../media/image171.png"/><Relationship Id="rId58" Type="http://schemas.openxmlformats.org/officeDocument/2006/relationships/customXml" Target="../ink/ink183.xml"/><Relationship Id="rId66" Type="http://schemas.openxmlformats.org/officeDocument/2006/relationships/customXml" Target="../ink/ink187.xml"/><Relationship Id="rId5" Type="http://schemas.openxmlformats.org/officeDocument/2006/relationships/image" Target="../media/image147.png"/><Relationship Id="rId61" Type="http://schemas.openxmlformats.org/officeDocument/2006/relationships/image" Target="../media/image175.png"/><Relationship Id="rId19" Type="http://schemas.openxmlformats.org/officeDocument/2006/relationships/image" Target="../media/image154.png"/><Relationship Id="rId14" Type="http://schemas.openxmlformats.org/officeDocument/2006/relationships/customXml" Target="../ink/ink161.xml"/><Relationship Id="rId22" Type="http://schemas.openxmlformats.org/officeDocument/2006/relationships/customXml" Target="../ink/ink165.xml"/><Relationship Id="rId27" Type="http://schemas.openxmlformats.org/officeDocument/2006/relationships/image" Target="../media/image158.png"/><Relationship Id="rId30" Type="http://schemas.openxmlformats.org/officeDocument/2006/relationships/customXml" Target="../ink/ink169.xml"/><Relationship Id="rId35" Type="http://schemas.openxmlformats.org/officeDocument/2006/relationships/image" Target="../media/image162.png"/><Relationship Id="rId43" Type="http://schemas.openxmlformats.org/officeDocument/2006/relationships/image" Target="../media/image166.png"/><Relationship Id="rId48" Type="http://schemas.openxmlformats.org/officeDocument/2006/relationships/customXml" Target="../ink/ink178.xml"/><Relationship Id="rId56" Type="http://schemas.openxmlformats.org/officeDocument/2006/relationships/customXml" Target="../ink/ink182.xml"/><Relationship Id="rId64" Type="http://schemas.openxmlformats.org/officeDocument/2006/relationships/customXml" Target="../ink/ink186.xml"/><Relationship Id="rId69" Type="http://schemas.openxmlformats.org/officeDocument/2006/relationships/image" Target="../media/image179.png"/><Relationship Id="rId8" Type="http://schemas.openxmlformats.org/officeDocument/2006/relationships/customXml" Target="../ink/ink158.xml"/><Relationship Id="rId51" Type="http://schemas.openxmlformats.org/officeDocument/2006/relationships/image" Target="../media/image170.png"/><Relationship Id="rId72" Type="http://schemas.openxmlformats.org/officeDocument/2006/relationships/customXml" Target="../ink/ink190.xml"/><Relationship Id="rId3" Type="http://schemas.openxmlformats.org/officeDocument/2006/relationships/image" Target="../media/image146.png"/><Relationship Id="rId12" Type="http://schemas.openxmlformats.org/officeDocument/2006/relationships/customXml" Target="../ink/ink160.xml"/><Relationship Id="rId17" Type="http://schemas.openxmlformats.org/officeDocument/2006/relationships/image" Target="../media/image153.png"/><Relationship Id="rId25" Type="http://schemas.openxmlformats.org/officeDocument/2006/relationships/image" Target="../media/image157.png"/><Relationship Id="rId33" Type="http://schemas.openxmlformats.org/officeDocument/2006/relationships/image" Target="../media/image161.png"/><Relationship Id="rId38" Type="http://schemas.openxmlformats.org/officeDocument/2006/relationships/customXml" Target="../ink/ink173.xml"/><Relationship Id="rId46" Type="http://schemas.openxmlformats.org/officeDocument/2006/relationships/customXml" Target="../ink/ink177.xml"/><Relationship Id="rId59" Type="http://schemas.openxmlformats.org/officeDocument/2006/relationships/image" Target="../media/image174.png"/><Relationship Id="rId67" Type="http://schemas.openxmlformats.org/officeDocument/2006/relationships/image" Target="../media/image178.png"/><Relationship Id="rId20" Type="http://schemas.openxmlformats.org/officeDocument/2006/relationships/customXml" Target="../ink/ink164.xml"/><Relationship Id="rId41" Type="http://schemas.openxmlformats.org/officeDocument/2006/relationships/image" Target="../media/image165.png"/><Relationship Id="rId54" Type="http://schemas.openxmlformats.org/officeDocument/2006/relationships/customXml" Target="../ink/ink181.xml"/><Relationship Id="rId62" Type="http://schemas.openxmlformats.org/officeDocument/2006/relationships/customXml" Target="../ink/ink185.xml"/><Relationship Id="rId70" Type="http://schemas.openxmlformats.org/officeDocument/2006/relationships/customXml" Target="../ink/ink18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7.xml"/><Relationship Id="rId15" Type="http://schemas.openxmlformats.org/officeDocument/2006/relationships/image" Target="../media/image152.png"/><Relationship Id="rId23" Type="http://schemas.openxmlformats.org/officeDocument/2006/relationships/image" Target="../media/image156.png"/><Relationship Id="rId28" Type="http://schemas.openxmlformats.org/officeDocument/2006/relationships/customXml" Target="../ink/ink168.xml"/><Relationship Id="rId36" Type="http://schemas.openxmlformats.org/officeDocument/2006/relationships/customXml" Target="../ink/ink172.xml"/><Relationship Id="rId49" Type="http://schemas.openxmlformats.org/officeDocument/2006/relationships/image" Target="../media/image169.png"/><Relationship Id="rId57" Type="http://schemas.openxmlformats.org/officeDocument/2006/relationships/image" Target="../media/image173.png"/><Relationship Id="rId10" Type="http://schemas.openxmlformats.org/officeDocument/2006/relationships/customXml" Target="../ink/ink159.xml"/><Relationship Id="rId31" Type="http://schemas.openxmlformats.org/officeDocument/2006/relationships/image" Target="../media/image160.png"/><Relationship Id="rId44" Type="http://schemas.openxmlformats.org/officeDocument/2006/relationships/customXml" Target="../ink/ink176.xml"/><Relationship Id="rId52" Type="http://schemas.openxmlformats.org/officeDocument/2006/relationships/customXml" Target="../ink/ink180.xml"/><Relationship Id="rId60" Type="http://schemas.openxmlformats.org/officeDocument/2006/relationships/customXml" Target="../ink/ink184.xml"/><Relationship Id="rId65" Type="http://schemas.openxmlformats.org/officeDocument/2006/relationships/image" Target="../media/image177.png"/><Relationship Id="rId73" Type="http://schemas.openxmlformats.org/officeDocument/2006/relationships/image" Target="../media/image181.png"/><Relationship Id="rId4" Type="http://schemas.openxmlformats.org/officeDocument/2006/relationships/customXml" Target="../ink/ink156.xml"/><Relationship Id="rId9" Type="http://schemas.openxmlformats.org/officeDocument/2006/relationships/image" Target="../media/image149.png"/><Relationship Id="rId13" Type="http://schemas.openxmlformats.org/officeDocument/2006/relationships/image" Target="../media/image151.png"/><Relationship Id="rId18" Type="http://schemas.openxmlformats.org/officeDocument/2006/relationships/customXml" Target="../ink/ink163.xml"/><Relationship Id="rId39" Type="http://schemas.openxmlformats.org/officeDocument/2006/relationships/image" Target="../media/image164.png"/><Relationship Id="rId34" Type="http://schemas.openxmlformats.org/officeDocument/2006/relationships/customXml" Target="../ink/ink171.xml"/><Relationship Id="rId50" Type="http://schemas.openxmlformats.org/officeDocument/2006/relationships/customXml" Target="../ink/ink179.xml"/><Relationship Id="rId55" Type="http://schemas.openxmlformats.org/officeDocument/2006/relationships/image" Target="../media/image172.png"/><Relationship Id="rId7" Type="http://schemas.openxmlformats.org/officeDocument/2006/relationships/image" Target="../media/image148.png"/><Relationship Id="rId71" Type="http://schemas.openxmlformats.org/officeDocument/2006/relationships/image" Target="../media/image1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Simple Interest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52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80" y="680038"/>
            <a:ext cx="3684862" cy="23951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085" y="3524377"/>
            <a:ext cx="4349804" cy="2894597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 rot="1836273">
            <a:off x="3968749" y="2950372"/>
            <a:ext cx="1090863" cy="6381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70021" y="3269459"/>
            <a:ext cx="2534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Borrowed money or 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9094" y="2182108"/>
            <a:ext cx="2534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Repayment or final amount</a:t>
            </a:r>
          </a:p>
        </p:txBody>
      </p:sp>
    </p:spTree>
    <p:extLst>
      <p:ext uri="{BB962C8B-B14F-4D97-AF65-F5344CB8AC3E}">
        <p14:creationId xmlns:p14="http://schemas.microsoft.com/office/powerpoint/2010/main" val="54020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470" y="703420"/>
            <a:ext cx="2206101" cy="19756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290" y="673767"/>
            <a:ext cx="3085023" cy="20052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2635" y="3898219"/>
            <a:ext cx="3833026" cy="2550705"/>
          </a:xfrm>
          <a:prstGeom prst="rect">
            <a:avLst/>
          </a:prstGeom>
        </p:spPr>
      </p:pic>
      <p:sp>
        <p:nvSpPr>
          <p:cNvPr id="9" name="Cross 8"/>
          <p:cNvSpPr/>
          <p:nvPr/>
        </p:nvSpPr>
        <p:spPr>
          <a:xfrm>
            <a:off x="3994483" y="1187116"/>
            <a:ext cx="1518987" cy="1491916"/>
          </a:xfrm>
          <a:prstGeom prst="plus">
            <a:avLst>
              <a:gd name="adj" fmla="val 443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212506" y="4844709"/>
            <a:ext cx="1748590" cy="330997"/>
            <a:chOff x="338211" y="4604084"/>
            <a:chExt cx="1748590" cy="330997"/>
          </a:xfrm>
        </p:grpSpPr>
        <p:cxnSp>
          <p:nvCxnSpPr>
            <p:cNvPr id="11" name="Straight Connector 10"/>
            <p:cNvCxnSpPr/>
            <p:nvPr/>
          </p:nvCxnSpPr>
          <p:spPr>
            <a:xfrm flipV="1">
              <a:off x="338211" y="4604084"/>
              <a:ext cx="1748590" cy="213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338211" y="4932947"/>
              <a:ext cx="1748590" cy="213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898358" y="2983832"/>
            <a:ext cx="22138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Principal (Borrowed money or investment)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5761" y="3088570"/>
            <a:ext cx="2213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Interest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F7F4A-DD56-DA45-A0B9-C451E7F65757}"/>
              </a:ext>
            </a:extLst>
          </p:cNvPr>
          <p:cNvSpPr txBox="1"/>
          <p:nvPr/>
        </p:nvSpPr>
        <p:spPr>
          <a:xfrm>
            <a:off x="7109873" y="5808177"/>
            <a:ext cx="2534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Repayment or final amount</a:t>
            </a:r>
          </a:p>
        </p:txBody>
      </p:sp>
    </p:spTree>
    <p:extLst>
      <p:ext uri="{BB962C8B-B14F-4D97-AF65-F5344CB8AC3E}">
        <p14:creationId xmlns:p14="http://schemas.microsoft.com/office/powerpoint/2010/main" val="521479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243180"/>
            <a:ext cx="8543925" cy="1325563"/>
          </a:xfrm>
        </p:spPr>
        <p:txBody>
          <a:bodyPr/>
          <a:lstStyle/>
          <a:p>
            <a:r>
              <a:rPr lang="en-US" dirty="0"/>
              <a:t>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488741"/>
            <a:ext cx="8543925" cy="4430796"/>
          </a:xfrm>
        </p:spPr>
        <p:txBody>
          <a:bodyPr/>
          <a:lstStyle/>
          <a:p>
            <a:r>
              <a:rPr lang="en-US" dirty="0"/>
              <a:t>Amount of money paid when one borrows money or invest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amount of </a:t>
            </a:r>
            <a:r>
              <a:rPr lang="en-US" dirty="0">
                <a:solidFill>
                  <a:srgbClr val="FF0000"/>
                </a:solidFill>
              </a:rPr>
              <a:t>interest (I)</a:t>
            </a:r>
            <a:r>
              <a:rPr lang="en-US" dirty="0"/>
              <a:t> paid is dependent on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principal (P)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the initial amount of money which is borrowed or invested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rate (R) </a:t>
            </a:r>
            <a:r>
              <a:rPr lang="en-US" dirty="0"/>
              <a:t>at which the interest is charged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time (T)</a:t>
            </a:r>
            <a:r>
              <a:rPr lang="en-US" dirty="0"/>
              <a:t> for which the money is borrow.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17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7" y="525548"/>
            <a:ext cx="8543925" cy="1944936"/>
          </a:xfrm>
        </p:spPr>
        <p:txBody>
          <a:bodyPr/>
          <a:lstStyle/>
          <a:p>
            <a:r>
              <a:rPr lang="en-US" dirty="0"/>
              <a:t>SIMPLE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9291" y="3304673"/>
            <a:ext cx="2784058" cy="2310063"/>
          </a:xfrm>
          <a:ln w="38100">
            <a:solidFill>
              <a:srgbClr val="0070C0"/>
            </a:solidFill>
          </a:ln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I = interest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P = principal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R = rate (%)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/>
              <a:t>T = time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89498" y="2711115"/>
            <a:ext cx="2791326" cy="1187116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>
                <a:solidFill>
                  <a:srgbClr val="FF0000"/>
                </a:solidFill>
              </a:rPr>
              <a:t>I = PRT</a:t>
            </a:r>
            <a:endParaRPr lang="en-US" sz="4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5949D4C-C693-F144-99AB-26E99A0BAF8E}"/>
                  </a:ext>
                </a:extLst>
              </p14:cNvPr>
              <p14:cNvContentPartPr/>
              <p14:nvPr/>
            </p14:nvContentPartPr>
            <p14:xfrm>
              <a:off x="1385591" y="4549551"/>
              <a:ext cx="124920" cy="25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5949D4C-C693-F144-99AB-26E99A0BAF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0471" y="4534071"/>
                <a:ext cx="1555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CF01C89-1106-9A42-AB65-E462411BE17B}"/>
                  </a:ext>
                </a:extLst>
              </p14:cNvPr>
              <p14:cNvContentPartPr/>
              <p14:nvPr/>
            </p14:nvContentPartPr>
            <p14:xfrm>
              <a:off x="1366871" y="4636671"/>
              <a:ext cx="174600" cy="50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CF01C89-1106-9A42-AB65-E462411BE1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1751" y="4621191"/>
                <a:ext cx="2052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7">
                <a:extLst>
                  <a:ext uri="{FF2B5EF4-FFF2-40B4-BE49-F238E27FC236}">
                    <a16:creationId xmlns:a16="http://schemas.microsoft.com/office/drawing/2014/main" id="{9CE07FE5-E2B2-1243-B02A-916D351AF9EA}"/>
                  </a:ext>
                </a:extLst>
              </p14:cNvPr>
              <p14:cNvContentPartPr/>
              <p14:nvPr/>
            </p14:nvContentPartPr>
            <p14:xfrm>
              <a:off x="1839911" y="4262991"/>
              <a:ext cx="741240" cy="697680"/>
            </p14:xfrm>
          </p:contentPart>
        </mc:Choice>
        <mc:Fallback xmlns="">
          <p:pic>
            <p:nvPicPr>
              <p:cNvPr id="16" name="Ink 17">
                <a:extLst>
                  <a:ext uri="{FF2B5EF4-FFF2-40B4-BE49-F238E27FC236}">
                    <a16:creationId xmlns:a16="http://schemas.microsoft.com/office/drawing/2014/main" id="{9CE07FE5-E2B2-1243-B02A-916D351AF9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24791" y="4247871"/>
                <a:ext cx="771840" cy="72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Ink 18">
                <a:extLst>
                  <a:ext uri="{FF2B5EF4-FFF2-40B4-BE49-F238E27FC236}">
                    <a16:creationId xmlns:a16="http://schemas.microsoft.com/office/drawing/2014/main" id="{38F71A5A-CBE7-9C40-8F8E-47E6543CFC40}"/>
                  </a:ext>
                </a:extLst>
              </p14:cNvPr>
              <p14:cNvContentPartPr/>
              <p14:nvPr/>
            </p14:nvContentPartPr>
            <p14:xfrm>
              <a:off x="1011911" y="4406271"/>
              <a:ext cx="199440" cy="361440"/>
            </p14:xfrm>
          </p:contentPart>
        </mc:Choice>
        <mc:Fallback xmlns="">
          <p:pic>
            <p:nvPicPr>
              <p:cNvPr id="17" name="Ink 18">
                <a:extLst>
                  <a:ext uri="{FF2B5EF4-FFF2-40B4-BE49-F238E27FC236}">
                    <a16:creationId xmlns:a16="http://schemas.microsoft.com/office/drawing/2014/main" id="{38F71A5A-CBE7-9C40-8F8E-47E6543CFC4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6791" y="4391151"/>
                <a:ext cx="2300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CA34711-A1FE-9349-A7FE-647EE948E995}"/>
                  </a:ext>
                </a:extLst>
              </p14:cNvPr>
              <p14:cNvContentPartPr/>
              <p14:nvPr/>
            </p14:nvContentPartPr>
            <p14:xfrm>
              <a:off x="1080671" y="5178111"/>
              <a:ext cx="224640" cy="3862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CA34711-A1FE-9349-A7FE-647EE948E99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65191" y="5162991"/>
                <a:ext cx="25488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551E4FE-952A-334C-BE41-61A744D1B3DD}"/>
                  </a:ext>
                </a:extLst>
              </p14:cNvPr>
              <p14:cNvContentPartPr/>
              <p14:nvPr/>
            </p14:nvContentPartPr>
            <p14:xfrm>
              <a:off x="1423031" y="5445951"/>
              <a:ext cx="143640" cy="190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551E4FE-952A-334C-BE41-61A744D1B3D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07551" y="5430471"/>
                <a:ext cx="1738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2571272-D30A-C640-B9B5-A07A1B02CA31}"/>
                  </a:ext>
                </a:extLst>
              </p14:cNvPr>
              <p14:cNvContentPartPr/>
              <p14:nvPr/>
            </p14:nvContentPartPr>
            <p14:xfrm>
              <a:off x="1435271" y="5520471"/>
              <a:ext cx="162360" cy="19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2571272-D30A-C640-B9B5-A07A1B02CA3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20151" y="5505351"/>
                <a:ext cx="1926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B8B6D0B-F6A6-194D-8575-211B2502DA04}"/>
                  </a:ext>
                </a:extLst>
              </p14:cNvPr>
              <p14:cNvContentPartPr/>
              <p14:nvPr/>
            </p14:nvContentPartPr>
            <p14:xfrm>
              <a:off x="1528871" y="6417231"/>
              <a:ext cx="131040" cy="12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B8B6D0B-F6A6-194D-8575-211B2502DA0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13391" y="6401751"/>
                <a:ext cx="1616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C0395F4-86C7-BD4B-87D4-6D01E22E2F22}"/>
                  </a:ext>
                </a:extLst>
              </p14:cNvPr>
              <p14:cNvContentPartPr/>
              <p14:nvPr/>
            </p14:nvContentPartPr>
            <p14:xfrm>
              <a:off x="1522751" y="6473031"/>
              <a:ext cx="224640" cy="626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C0395F4-86C7-BD4B-87D4-6D01E22E2F2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07271" y="6457911"/>
                <a:ext cx="25488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4" name="Ink 46">
                <a:extLst>
                  <a:ext uri="{FF2B5EF4-FFF2-40B4-BE49-F238E27FC236}">
                    <a16:creationId xmlns:a16="http://schemas.microsoft.com/office/drawing/2014/main" id="{DA8B2AF1-81BD-8E43-8DDB-959E3CFFEFD2}"/>
                  </a:ext>
                </a:extLst>
              </p14:cNvPr>
              <p14:cNvContentPartPr/>
              <p14:nvPr/>
            </p14:nvContentPartPr>
            <p14:xfrm>
              <a:off x="2139071" y="6074511"/>
              <a:ext cx="803160" cy="567000"/>
            </p14:xfrm>
          </p:contentPart>
        </mc:Choice>
        <mc:Fallback xmlns="">
          <p:pic>
            <p:nvPicPr>
              <p:cNvPr id="44" name="Ink 46">
                <a:extLst>
                  <a:ext uri="{FF2B5EF4-FFF2-40B4-BE49-F238E27FC236}">
                    <a16:creationId xmlns:a16="http://schemas.microsoft.com/office/drawing/2014/main" id="{DA8B2AF1-81BD-8E43-8DDB-959E3CFFEFD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23598" y="6059391"/>
                <a:ext cx="833746" cy="5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5" name="Ink 47">
                <a:extLst>
                  <a:ext uri="{FF2B5EF4-FFF2-40B4-BE49-F238E27FC236}">
                    <a16:creationId xmlns:a16="http://schemas.microsoft.com/office/drawing/2014/main" id="{AD0A81B9-98DC-DC4F-BF99-32DEBAC96F0D}"/>
                  </a:ext>
                </a:extLst>
              </p14:cNvPr>
              <p14:cNvContentPartPr/>
              <p14:nvPr/>
            </p14:nvContentPartPr>
            <p14:xfrm>
              <a:off x="969071" y="6223911"/>
              <a:ext cx="385560" cy="430200"/>
            </p14:xfrm>
          </p:contentPart>
        </mc:Choice>
        <mc:Fallback xmlns="">
          <p:pic>
            <p:nvPicPr>
              <p:cNvPr id="45" name="Ink 47">
                <a:extLst>
                  <a:ext uri="{FF2B5EF4-FFF2-40B4-BE49-F238E27FC236}">
                    <a16:creationId xmlns:a16="http://schemas.microsoft.com/office/drawing/2014/main" id="{AD0A81B9-98DC-DC4F-BF99-32DEBAC96F0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53951" y="6208778"/>
                <a:ext cx="416160" cy="4608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6" name="Ink 48">
                <a:extLst>
                  <a:ext uri="{FF2B5EF4-FFF2-40B4-BE49-F238E27FC236}">
                    <a16:creationId xmlns:a16="http://schemas.microsoft.com/office/drawing/2014/main" id="{96760ED0-E844-4E41-A7F5-447FC1642879}"/>
                  </a:ext>
                </a:extLst>
              </p14:cNvPr>
              <p14:cNvContentPartPr/>
              <p14:nvPr/>
            </p14:nvContentPartPr>
            <p14:xfrm>
              <a:off x="2045471" y="5252991"/>
              <a:ext cx="676080" cy="672480"/>
            </p14:xfrm>
          </p:contentPart>
        </mc:Choice>
        <mc:Fallback xmlns="">
          <p:pic>
            <p:nvPicPr>
              <p:cNvPr id="46" name="Ink 48">
                <a:extLst>
                  <a:ext uri="{FF2B5EF4-FFF2-40B4-BE49-F238E27FC236}">
                    <a16:creationId xmlns:a16="http://schemas.microsoft.com/office/drawing/2014/main" id="{96760ED0-E844-4E41-A7F5-447FC164287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030351" y="5237519"/>
                <a:ext cx="706680" cy="7027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506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8" y="337787"/>
            <a:ext cx="8543925" cy="4351338"/>
          </a:xfrm>
        </p:spPr>
        <p:txBody>
          <a:bodyPr>
            <a:normAutofit/>
          </a:bodyPr>
          <a:lstStyle/>
          <a:p>
            <a:r>
              <a:rPr lang="en-US" dirty="0"/>
              <a:t>How much interest would I have to pay if I borrow $4,000 for 6 years at an simple interest rate of 6% per annum?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3">
                <a:extLst>
                  <a:ext uri="{FF2B5EF4-FFF2-40B4-BE49-F238E27FC236}">
                    <a16:creationId xmlns:a16="http://schemas.microsoft.com/office/drawing/2014/main" id="{F2A8CA6C-9A98-D14F-BBC6-D4230C3779C8}"/>
                  </a:ext>
                </a:extLst>
              </p14:cNvPr>
              <p14:cNvContentPartPr/>
              <p14:nvPr/>
            </p14:nvContentPartPr>
            <p14:xfrm>
              <a:off x="470471" y="801591"/>
              <a:ext cx="1513440" cy="361800"/>
            </p14:xfrm>
          </p:contentPart>
        </mc:Choice>
        <mc:Fallback xmlns="">
          <p:pic>
            <p:nvPicPr>
              <p:cNvPr id="23" name="Ink 23">
                <a:extLst>
                  <a:ext uri="{FF2B5EF4-FFF2-40B4-BE49-F238E27FC236}">
                    <a16:creationId xmlns:a16="http://schemas.microsoft.com/office/drawing/2014/main" id="{F2A8CA6C-9A98-D14F-BBC6-D4230C3779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347" y="786456"/>
                <a:ext cx="1544047" cy="392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E7C0973-CB9C-9641-A9EE-4393E4C1D5E9}"/>
                  </a:ext>
                </a:extLst>
              </p14:cNvPr>
              <p14:cNvContentPartPr/>
              <p14:nvPr/>
            </p14:nvContentPartPr>
            <p14:xfrm>
              <a:off x="2431391" y="1106871"/>
              <a:ext cx="1058760" cy="87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E7C0973-CB9C-9641-A9EE-4393E4C1D5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16271" y="1091391"/>
                <a:ext cx="108936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8" name="Ink 28">
                <a:extLst>
                  <a:ext uri="{FF2B5EF4-FFF2-40B4-BE49-F238E27FC236}">
                    <a16:creationId xmlns:a16="http://schemas.microsoft.com/office/drawing/2014/main" id="{6EAFD58D-B3D8-E143-B01B-DF60CB2875BB}"/>
                  </a:ext>
                </a:extLst>
              </p14:cNvPr>
              <p14:cNvContentPartPr/>
              <p14:nvPr/>
            </p14:nvContentPartPr>
            <p14:xfrm>
              <a:off x="2836031" y="1243671"/>
              <a:ext cx="236880" cy="268200"/>
            </p14:xfrm>
          </p:contentPart>
        </mc:Choice>
        <mc:Fallback xmlns="">
          <p:pic>
            <p:nvPicPr>
              <p:cNvPr id="28" name="Ink 28">
                <a:extLst>
                  <a:ext uri="{FF2B5EF4-FFF2-40B4-BE49-F238E27FC236}">
                    <a16:creationId xmlns:a16="http://schemas.microsoft.com/office/drawing/2014/main" id="{6EAFD58D-B3D8-E143-B01B-DF60CB2875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20911" y="1228551"/>
                <a:ext cx="26748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AEEFF5D-2D39-C54F-84D5-C041C2222011}"/>
                  </a:ext>
                </a:extLst>
              </p14:cNvPr>
              <p14:cNvContentPartPr/>
              <p14:nvPr/>
            </p14:nvContentPartPr>
            <p14:xfrm>
              <a:off x="7013471" y="1143951"/>
              <a:ext cx="1432080" cy="439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AEEFF5D-2D39-C54F-84D5-C041C22220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98351" y="1128831"/>
                <a:ext cx="14626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2B256C5-2C34-654D-97A1-EF9A87A04E36}"/>
                  </a:ext>
                </a:extLst>
              </p14:cNvPr>
              <p14:cNvContentPartPr/>
              <p14:nvPr/>
            </p14:nvContentPartPr>
            <p14:xfrm>
              <a:off x="906431" y="1474071"/>
              <a:ext cx="1033920" cy="1558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2B256C5-2C34-654D-97A1-EF9A87A04E3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0951" y="1458591"/>
                <a:ext cx="10641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325E967-C962-F248-B758-EB995BBDD1E8}"/>
                  </a:ext>
                </a:extLst>
              </p14:cNvPr>
              <p14:cNvContentPartPr/>
              <p14:nvPr/>
            </p14:nvContentPartPr>
            <p14:xfrm>
              <a:off x="7648511" y="1262391"/>
              <a:ext cx="299160" cy="261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325E967-C962-F248-B758-EB995BBDD1E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33031" y="1247271"/>
                <a:ext cx="32976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6" name="Ink 36">
                <a:extLst>
                  <a:ext uri="{FF2B5EF4-FFF2-40B4-BE49-F238E27FC236}">
                    <a16:creationId xmlns:a16="http://schemas.microsoft.com/office/drawing/2014/main" id="{7689E1F9-04FF-CF42-8B2A-F1AB878E217F}"/>
                  </a:ext>
                </a:extLst>
              </p14:cNvPr>
              <p14:cNvContentPartPr/>
              <p14:nvPr/>
            </p14:nvContentPartPr>
            <p14:xfrm>
              <a:off x="1248791" y="2127831"/>
              <a:ext cx="236880" cy="286560"/>
            </p14:xfrm>
          </p:contentPart>
        </mc:Choice>
        <mc:Fallback xmlns="">
          <p:pic>
            <p:nvPicPr>
              <p:cNvPr id="36" name="Ink 36">
                <a:extLst>
                  <a:ext uri="{FF2B5EF4-FFF2-40B4-BE49-F238E27FC236}">
                    <a16:creationId xmlns:a16="http://schemas.microsoft.com/office/drawing/2014/main" id="{7689E1F9-04FF-CF42-8B2A-F1AB878E217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33311" y="2112351"/>
                <a:ext cx="26748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000681B-121B-F342-AB5C-24C9D669D6AB}"/>
                  </a:ext>
                </a:extLst>
              </p14:cNvPr>
              <p14:cNvContentPartPr/>
              <p14:nvPr/>
            </p14:nvContentPartPr>
            <p14:xfrm>
              <a:off x="1858631" y="2208471"/>
              <a:ext cx="143640" cy="25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000681B-121B-F342-AB5C-24C9D669D6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43511" y="2193351"/>
                <a:ext cx="1738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9E91992-15FE-D643-8144-1852D023EB6B}"/>
                  </a:ext>
                </a:extLst>
              </p14:cNvPr>
              <p14:cNvContentPartPr/>
              <p14:nvPr/>
            </p14:nvContentPartPr>
            <p14:xfrm>
              <a:off x="1846391" y="2320791"/>
              <a:ext cx="180720" cy="252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9E91992-15FE-D643-8144-1852D023EB6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30911" y="2305311"/>
                <a:ext cx="2113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4" name="Ink 44">
                <a:extLst>
                  <a:ext uri="{FF2B5EF4-FFF2-40B4-BE49-F238E27FC236}">
                    <a16:creationId xmlns:a16="http://schemas.microsoft.com/office/drawing/2014/main" id="{45471E94-5EF1-DB4B-8C35-299D6F96670F}"/>
                  </a:ext>
                </a:extLst>
              </p14:cNvPr>
              <p14:cNvContentPartPr/>
              <p14:nvPr/>
            </p14:nvContentPartPr>
            <p14:xfrm>
              <a:off x="2375591" y="2009391"/>
              <a:ext cx="809640" cy="317880"/>
            </p14:xfrm>
          </p:contentPart>
        </mc:Choice>
        <mc:Fallback xmlns="">
          <p:pic>
            <p:nvPicPr>
              <p:cNvPr id="44" name="Ink 44">
                <a:extLst>
                  <a:ext uri="{FF2B5EF4-FFF2-40B4-BE49-F238E27FC236}">
                    <a16:creationId xmlns:a16="http://schemas.microsoft.com/office/drawing/2014/main" id="{45471E94-5EF1-DB4B-8C35-299D6F96670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360111" y="1994271"/>
                <a:ext cx="84024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053479F-7C43-6E4D-B8A3-408A9A9957C6}"/>
                  </a:ext>
                </a:extLst>
              </p14:cNvPr>
              <p14:cNvContentPartPr/>
              <p14:nvPr/>
            </p14:nvContentPartPr>
            <p14:xfrm>
              <a:off x="1964471" y="2874831"/>
              <a:ext cx="137160" cy="129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053479F-7C43-6E4D-B8A3-408A9A9957C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49351" y="2859351"/>
                <a:ext cx="16776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8D23566-C095-A346-8A5E-4E99448B7E56}"/>
                  </a:ext>
                </a:extLst>
              </p14:cNvPr>
              <p14:cNvContentPartPr/>
              <p14:nvPr/>
            </p14:nvContentPartPr>
            <p14:xfrm>
              <a:off x="1983191" y="2955831"/>
              <a:ext cx="174600" cy="252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8D23566-C095-A346-8A5E-4E99448B7E5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68071" y="2940351"/>
                <a:ext cx="2052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4" name="Ink 54">
                <a:extLst>
                  <a:ext uri="{FF2B5EF4-FFF2-40B4-BE49-F238E27FC236}">
                    <a16:creationId xmlns:a16="http://schemas.microsoft.com/office/drawing/2014/main" id="{4DFBBADB-4B55-2E43-8833-21668C1FDDFD}"/>
                  </a:ext>
                </a:extLst>
              </p14:cNvPr>
              <p14:cNvContentPartPr/>
              <p14:nvPr/>
            </p14:nvContentPartPr>
            <p14:xfrm>
              <a:off x="2487551" y="2718951"/>
              <a:ext cx="778680" cy="280800"/>
            </p14:xfrm>
          </p:contentPart>
        </mc:Choice>
        <mc:Fallback xmlns="">
          <p:pic>
            <p:nvPicPr>
              <p:cNvPr id="54" name="Ink 54">
                <a:extLst>
                  <a:ext uri="{FF2B5EF4-FFF2-40B4-BE49-F238E27FC236}">
                    <a16:creationId xmlns:a16="http://schemas.microsoft.com/office/drawing/2014/main" id="{4DFBBADB-4B55-2E43-8833-21668C1FDDF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72431" y="2703812"/>
                <a:ext cx="808920" cy="3114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8" name="Ink 58">
                <a:extLst>
                  <a:ext uri="{FF2B5EF4-FFF2-40B4-BE49-F238E27FC236}">
                    <a16:creationId xmlns:a16="http://schemas.microsoft.com/office/drawing/2014/main" id="{0736F0DA-C490-CB46-8677-07ED57DA10E3}"/>
                  </a:ext>
                </a:extLst>
              </p14:cNvPr>
              <p14:cNvContentPartPr/>
              <p14:nvPr/>
            </p14:nvContentPartPr>
            <p14:xfrm>
              <a:off x="3552071" y="2787711"/>
              <a:ext cx="155880" cy="162000"/>
            </p14:xfrm>
          </p:contentPart>
        </mc:Choice>
        <mc:Fallback xmlns="">
          <p:pic>
            <p:nvPicPr>
              <p:cNvPr id="58" name="Ink 58">
                <a:extLst>
                  <a:ext uri="{FF2B5EF4-FFF2-40B4-BE49-F238E27FC236}">
                    <a16:creationId xmlns:a16="http://schemas.microsoft.com/office/drawing/2014/main" id="{0736F0DA-C490-CB46-8677-07ED57DA10E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36951" y="2772265"/>
                <a:ext cx="186480" cy="1921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4" name="Ink 65">
                <a:extLst>
                  <a:ext uri="{FF2B5EF4-FFF2-40B4-BE49-F238E27FC236}">
                    <a16:creationId xmlns:a16="http://schemas.microsoft.com/office/drawing/2014/main" id="{8850CA33-8C6E-1E4D-8E19-0D98D5BEFEA6}"/>
                  </a:ext>
                </a:extLst>
              </p14:cNvPr>
              <p14:cNvContentPartPr/>
              <p14:nvPr/>
            </p14:nvContentPartPr>
            <p14:xfrm>
              <a:off x="5139671" y="2700591"/>
              <a:ext cx="137160" cy="180720"/>
            </p14:xfrm>
          </p:contentPart>
        </mc:Choice>
        <mc:Fallback xmlns="">
          <p:pic>
            <p:nvPicPr>
              <p:cNvPr id="64" name="Ink 65">
                <a:extLst>
                  <a:ext uri="{FF2B5EF4-FFF2-40B4-BE49-F238E27FC236}">
                    <a16:creationId xmlns:a16="http://schemas.microsoft.com/office/drawing/2014/main" id="{8850CA33-8C6E-1E4D-8E19-0D98D5BEFEA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24191" y="2685111"/>
                <a:ext cx="16776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5" name="Ink 66">
                <a:extLst>
                  <a:ext uri="{FF2B5EF4-FFF2-40B4-BE49-F238E27FC236}">
                    <a16:creationId xmlns:a16="http://schemas.microsoft.com/office/drawing/2014/main" id="{78664DF3-53E9-B042-9114-08E4717931E0}"/>
                  </a:ext>
                </a:extLst>
              </p14:cNvPr>
              <p14:cNvContentPartPr/>
              <p14:nvPr/>
            </p14:nvContentPartPr>
            <p14:xfrm>
              <a:off x="4211951" y="2557311"/>
              <a:ext cx="405000" cy="423000"/>
            </p14:xfrm>
          </p:contentPart>
        </mc:Choice>
        <mc:Fallback xmlns="">
          <p:pic>
            <p:nvPicPr>
              <p:cNvPr id="65" name="Ink 66">
                <a:extLst>
                  <a:ext uri="{FF2B5EF4-FFF2-40B4-BE49-F238E27FC236}">
                    <a16:creationId xmlns:a16="http://schemas.microsoft.com/office/drawing/2014/main" id="{78664DF3-53E9-B042-9114-08E4717931E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196831" y="2541831"/>
                <a:ext cx="43560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F0F6D0D-D6B8-F645-BF52-12BF2256BC3B}"/>
                  </a:ext>
                </a:extLst>
              </p14:cNvPr>
              <p14:cNvContentPartPr/>
              <p14:nvPr/>
            </p14:nvContentPartPr>
            <p14:xfrm>
              <a:off x="5936351" y="2501871"/>
              <a:ext cx="155160" cy="32328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F0F6D0D-D6B8-F645-BF52-12BF2256BC3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921231" y="2486751"/>
                <a:ext cx="18576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D3C4434-60E6-7741-8DE1-8BA6D806EFFB}"/>
                  </a:ext>
                </a:extLst>
              </p14:cNvPr>
              <p14:cNvContentPartPr/>
              <p14:nvPr/>
            </p14:nvContentPartPr>
            <p14:xfrm>
              <a:off x="2051591" y="3609231"/>
              <a:ext cx="124920" cy="252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D3C4434-60E6-7741-8DE1-8BA6D806EFF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36471" y="3594111"/>
                <a:ext cx="1555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D3D05CB-E8B8-FB48-BBAB-36973689D526}"/>
                  </a:ext>
                </a:extLst>
              </p14:cNvPr>
              <p14:cNvContentPartPr/>
              <p14:nvPr/>
            </p14:nvContentPartPr>
            <p14:xfrm>
              <a:off x="2045471" y="3727671"/>
              <a:ext cx="131040" cy="378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D3D05CB-E8B8-FB48-BBAB-36973689D52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30351" y="3712551"/>
                <a:ext cx="1616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F65BF69-9F01-EB43-B34E-5CEC6D30D8A7}"/>
                  </a:ext>
                </a:extLst>
              </p14:cNvPr>
              <p14:cNvContentPartPr/>
              <p14:nvPr/>
            </p14:nvContentPartPr>
            <p14:xfrm>
              <a:off x="2456231" y="3566751"/>
              <a:ext cx="37800" cy="2829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F65BF69-9F01-EB43-B34E-5CEC6D30D8A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41111" y="3551271"/>
                <a:ext cx="6804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7" name="Ink 77">
                <a:extLst>
                  <a:ext uri="{FF2B5EF4-FFF2-40B4-BE49-F238E27FC236}">
                    <a16:creationId xmlns:a16="http://schemas.microsoft.com/office/drawing/2014/main" id="{8C97FA27-FE8F-9949-8621-65D7950B07E5}"/>
                  </a:ext>
                </a:extLst>
              </p14:cNvPr>
              <p14:cNvContentPartPr/>
              <p14:nvPr/>
            </p14:nvContentPartPr>
            <p14:xfrm>
              <a:off x="2618951" y="3565671"/>
              <a:ext cx="701640" cy="286560"/>
            </p14:xfrm>
          </p:contentPart>
        </mc:Choice>
        <mc:Fallback xmlns="">
          <p:pic>
            <p:nvPicPr>
              <p:cNvPr id="77" name="Ink 77">
                <a:extLst>
                  <a:ext uri="{FF2B5EF4-FFF2-40B4-BE49-F238E27FC236}">
                    <a16:creationId xmlns:a16="http://schemas.microsoft.com/office/drawing/2014/main" id="{8C97FA27-FE8F-9949-8621-65D7950B07E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603831" y="3550551"/>
                <a:ext cx="73224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314B3C68-D94B-2843-9CD2-72E228F02684}"/>
                  </a:ext>
                </a:extLst>
              </p14:cNvPr>
              <p14:cNvContentPartPr/>
              <p14:nvPr/>
            </p14:nvContentPartPr>
            <p14:xfrm>
              <a:off x="4006391" y="4294311"/>
              <a:ext cx="168480" cy="4176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314B3C68-D94B-2843-9CD2-72E228F0268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991271" y="4278831"/>
                <a:ext cx="19908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ED340B2-8A93-BB4A-98FD-B3C9E4A415E8}"/>
                  </a:ext>
                </a:extLst>
              </p14:cNvPr>
              <p14:cNvContentPartPr/>
              <p14:nvPr/>
            </p14:nvContentPartPr>
            <p14:xfrm>
              <a:off x="4473311" y="4284591"/>
              <a:ext cx="902880" cy="4086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ED340B2-8A93-BB4A-98FD-B3C9E4A415E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58191" y="4269111"/>
                <a:ext cx="93348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6" name="Ink 112">
                <a:extLst>
                  <a:ext uri="{FF2B5EF4-FFF2-40B4-BE49-F238E27FC236}">
                    <a16:creationId xmlns:a16="http://schemas.microsoft.com/office/drawing/2014/main" id="{8FEE11C2-AF9A-DD46-B156-725349890618}"/>
                  </a:ext>
                </a:extLst>
              </p14:cNvPr>
              <p14:cNvContentPartPr/>
              <p14:nvPr/>
            </p14:nvContentPartPr>
            <p14:xfrm>
              <a:off x="8644631" y="4381431"/>
              <a:ext cx="839880" cy="373680"/>
            </p14:xfrm>
          </p:contentPart>
        </mc:Choice>
        <mc:Fallback xmlns="">
          <p:pic>
            <p:nvPicPr>
              <p:cNvPr id="106" name="Ink 112">
                <a:extLst>
                  <a:ext uri="{FF2B5EF4-FFF2-40B4-BE49-F238E27FC236}">
                    <a16:creationId xmlns:a16="http://schemas.microsoft.com/office/drawing/2014/main" id="{8FEE11C2-AF9A-DD46-B156-72534989061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629158" y="4365966"/>
                <a:ext cx="870107" cy="403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7" name="Ink 113">
                <a:extLst>
                  <a:ext uri="{FF2B5EF4-FFF2-40B4-BE49-F238E27FC236}">
                    <a16:creationId xmlns:a16="http://schemas.microsoft.com/office/drawing/2014/main" id="{F93042A9-C751-0748-A9F4-8446E2287268}"/>
                  </a:ext>
                </a:extLst>
              </p14:cNvPr>
              <p14:cNvContentPartPr/>
              <p14:nvPr/>
            </p14:nvContentPartPr>
            <p14:xfrm>
              <a:off x="8233511" y="4262991"/>
              <a:ext cx="236160" cy="585720"/>
            </p14:xfrm>
          </p:contentPart>
        </mc:Choice>
        <mc:Fallback xmlns="">
          <p:pic>
            <p:nvPicPr>
              <p:cNvPr id="107" name="Ink 113">
                <a:extLst>
                  <a:ext uri="{FF2B5EF4-FFF2-40B4-BE49-F238E27FC236}">
                    <a16:creationId xmlns:a16="http://schemas.microsoft.com/office/drawing/2014/main" id="{F93042A9-C751-0748-A9F4-8446E228726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218391" y="4247871"/>
                <a:ext cx="266760" cy="61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8" name="Ink 114">
                <a:extLst>
                  <a:ext uri="{FF2B5EF4-FFF2-40B4-BE49-F238E27FC236}">
                    <a16:creationId xmlns:a16="http://schemas.microsoft.com/office/drawing/2014/main" id="{9E20B3FC-E2C4-A847-89F5-6541D00D9D9E}"/>
                  </a:ext>
                </a:extLst>
              </p14:cNvPr>
              <p14:cNvContentPartPr/>
              <p14:nvPr/>
            </p14:nvContentPartPr>
            <p14:xfrm>
              <a:off x="7567511" y="4406271"/>
              <a:ext cx="234720" cy="255600"/>
            </p14:xfrm>
          </p:contentPart>
        </mc:Choice>
        <mc:Fallback xmlns="">
          <p:pic>
            <p:nvPicPr>
              <p:cNvPr id="108" name="Ink 114">
                <a:extLst>
                  <a:ext uri="{FF2B5EF4-FFF2-40B4-BE49-F238E27FC236}">
                    <a16:creationId xmlns:a16="http://schemas.microsoft.com/office/drawing/2014/main" id="{9E20B3FC-E2C4-A847-89F5-6541D00D9D9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552391" y="4391151"/>
                <a:ext cx="26532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9" name="Ink 115">
                <a:extLst>
                  <a:ext uri="{FF2B5EF4-FFF2-40B4-BE49-F238E27FC236}">
                    <a16:creationId xmlns:a16="http://schemas.microsoft.com/office/drawing/2014/main" id="{010DD2F1-F618-4F45-BC52-426E1012CFFA}"/>
                  </a:ext>
                </a:extLst>
              </p14:cNvPr>
              <p14:cNvContentPartPr/>
              <p14:nvPr/>
            </p14:nvContentPartPr>
            <p14:xfrm>
              <a:off x="6571391" y="4393671"/>
              <a:ext cx="585720" cy="485640"/>
            </p14:xfrm>
          </p:contentPart>
        </mc:Choice>
        <mc:Fallback xmlns="">
          <p:pic>
            <p:nvPicPr>
              <p:cNvPr id="109" name="Ink 115">
                <a:extLst>
                  <a:ext uri="{FF2B5EF4-FFF2-40B4-BE49-F238E27FC236}">
                    <a16:creationId xmlns:a16="http://schemas.microsoft.com/office/drawing/2014/main" id="{010DD2F1-F618-4F45-BC52-426E1012CFF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556271" y="4378540"/>
                <a:ext cx="615960" cy="5162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0" name="Ink 116">
                <a:extLst>
                  <a:ext uri="{FF2B5EF4-FFF2-40B4-BE49-F238E27FC236}">
                    <a16:creationId xmlns:a16="http://schemas.microsoft.com/office/drawing/2014/main" id="{BED07A94-5B38-E846-A2F0-07B79010F4B1}"/>
                  </a:ext>
                </a:extLst>
              </p14:cNvPr>
              <p14:cNvContentPartPr/>
              <p14:nvPr/>
            </p14:nvContentPartPr>
            <p14:xfrm>
              <a:off x="5731151" y="4287831"/>
              <a:ext cx="329400" cy="374040"/>
            </p14:xfrm>
          </p:contentPart>
        </mc:Choice>
        <mc:Fallback xmlns="">
          <p:pic>
            <p:nvPicPr>
              <p:cNvPr id="110" name="Ink 116">
                <a:extLst>
                  <a:ext uri="{FF2B5EF4-FFF2-40B4-BE49-F238E27FC236}">
                    <a16:creationId xmlns:a16="http://schemas.microsoft.com/office/drawing/2014/main" id="{BED07A94-5B38-E846-A2F0-07B79010F4B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715688" y="4272711"/>
                <a:ext cx="359607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1" name="Ink 117">
                <a:extLst>
                  <a:ext uri="{FF2B5EF4-FFF2-40B4-BE49-F238E27FC236}">
                    <a16:creationId xmlns:a16="http://schemas.microsoft.com/office/drawing/2014/main" id="{D1A6545F-6422-D24B-A207-674E3B260AC6}"/>
                  </a:ext>
                </a:extLst>
              </p14:cNvPr>
              <p14:cNvContentPartPr/>
              <p14:nvPr/>
            </p14:nvContentPartPr>
            <p14:xfrm>
              <a:off x="2325551" y="4362711"/>
              <a:ext cx="1307880" cy="423720"/>
            </p14:xfrm>
          </p:contentPart>
        </mc:Choice>
        <mc:Fallback xmlns="">
          <p:pic>
            <p:nvPicPr>
              <p:cNvPr id="111" name="Ink 117">
                <a:extLst>
                  <a:ext uri="{FF2B5EF4-FFF2-40B4-BE49-F238E27FC236}">
                    <a16:creationId xmlns:a16="http://schemas.microsoft.com/office/drawing/2014/main" id="{D1A6545F-6422-D24B-A207-674E3B260AC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10431" y="4347231"/>
                <a:ext cx="133812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2" name="Ink 118">
                <a:extLst>
                  <a:ext uri="{FF2B5EF4-FFF2-40B4-BE49-F238E27FC236}">
                    <a16:creationId xmlns:a16="http://schemas.microsoft.com/office/drawing/2014/main" id="{0E340919-6559-0B4C-933F-42AB1B473FDB}"/>
                  </a:ext>
                </a:extLst>
              </p14:cNvPr>
              <p14:cNvContentPartPr/>
              <p14:nvPr/>
            </p14:nvContentPartPr>
            <p14:xfrm>
              <a:off x="1342031" y="4468551"/>
              <a:ext cx="635400" cy="348840"/>
            </p14:xfrm>
          </p:contentPart>
        </mc:Choice>
        <mc:Fallback xmlns="">
          <p:pic>
            <p:nvPicPr>
              <p:cNvPr id="112" name="Ink 118">
                <a:extLst>
                  <a:ext uri="{FF2B5EF4-FFF2-40B4-BE49-F238E27FC236}">
                    <a16:creationId xmlns:a16="http://schemas.microsoft.com/office/drawing/2014/main" id="{0E340919-6559-0B4C-933F-42AB1B473FD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326911" y="4453071"/>
                <a:ext cx="666000" cy="37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7107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259DAC-B37F-414C-8E57-5EE9BC2C3F00}"/>
              </a:ext>
            </a:extLst>
          </p:cNvPr>
          <p:cNvSpPr txBox="1">
            <a:spLocks/>
          </p:cNvSpPr>
          <p:nvPr/>
        </p:nvSpPr>
        <p:spPr>
          <a:xfrm>
            <a:off x="495058" y="337787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Mark borrowed $3000 from his parents to buy a motorbike and he paid back a total of $3,600 after 5 years which includes simple interest on the loan.  How much was the interest rate?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017A37-0D7D-5A46-8C37-5B77AB9362BF}"/>
                  </a:ext>
                </a:extLst>
              </p14:cNvPr>
              <p14:cNvContentPartPr/>
              <p14:nvPr/>
            </p14:nvContentPartPr>
            <p14:xfrm>
              <a:off x="2667911" y="745791"/>
              <a:ext cx="1547640" cy="37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017A37-0D7D-5A46-8C37-5B77AB9362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2791" y="730311"/>
                <a:ext cx="15782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4E5EBB-3FDD-EF46-B72D-BC57C77BAF56}"/>
                  </a:ext>
                </a:extLst>
              </p14:cNvPr>
              <p14:cNvContentPartPr/>
              <p14:nvPr/>
            </p14:nvContentPartPr>
            <p14:xfrm>
              <a:off x="3489791" y="147831"/>
              <a:ext cx="203760" cy="249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4E5EBB-3FDD-EF46-B72D-BC57C77BAF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74671" y="132711"/>
                <a:ext cx="2343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4">
                <a:extLst>
                  <a:ext uri="{FF2B5EF4-FFF2-40B4-BE49-F238E27FC236}">
                    <a16:creationId xmlns:a16="http://schemas.microsoft.com/office/drawing/2014/main" id="{39F018C5-BFAF-B947-9CD9-5250282802CB}"/>
                  </a:ext>
                </a:extLst>
              </p14:cNvPr>
              <p14:cNvContentPartPr/>
              <p14:nvPr/>
            </p14:nvContentPartPr>
            <p14:xfrm>
              <a:off x="5911511" y="135591"/>
              <a:ext cx="1488240" cy="1021320"/>
            </p14:xfrm>
          </p:contentPart>
        </mc:Choice>
        <mc:Fallback xmlns="">
          <p:pic>
            <p:nvPicPr>
              <p:cNvPr id="14" name="Ink 14">
                <a:extLst>
                  <a:ext uri="{FF2B5EF4-FFF2-40B4-BE49-F238E27FC236}">
                    <a16:creationId xmlns:a16="http://schemas.microsoft.com/office/drawing/2014/main" id="{39F018C5-BFAF-B947-9CD9-5250282802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96391" y="120111"/>
                <a:ext cx="1518840" cy="10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BE78238-E15A-594C-9DC2-11978A068A07}"/>
                  </a:ext>
                </a:extLst>
              </p14:cNvPr>
              <p14:cNvContentPartPr/>
              <p14:nvPr/>
            </p14:nvContentPartPr>
            <p14:xfrm>
              <a:off x="7872431" y="1156551"/>
              <a:ext cx="1158480" cy="19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BE78238-E15A-594C-9DC2-11978A068A0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57311" y="1141431"/>
                <a:ext cx="11887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9">
                <a:extLst>
                  <a:ext uri="{FF2B5EF4-FFF2-40B4-BE49-F238E27FC236}">
                    <a16:creationId xmlns:a16="http://schemas.microsoft.com/office/drawing/2014/main" id="{2826E8ED-D85C-2345-A3B8-C2B9ADAB9CEA}"/>
                  </a:ext>
                </a:extLst>
              </p14:cNvPr>
              <p14:cNvContentPartPr/>
              <p14:nvPr/>
            </p14:nvContentPartPr>
            <p14:xfrm>
              <a:off x="8663351" y="639951"/>
              <a:ext cx="305280" cy="236880"/>
            </p14:xfrm>
          </p:contentPart>
        </mc:Choice>
        <mc:Fallback xmlns="">
          <p:pic>
            <p:nvPicPr>
              <p:cNvPr id="19" name="Ink 19">
                <a:extLst>
                  <a:ext uri="{FF2B5EF4-FFF2-40B4-BE49-F238E27FC236}">
                    <a16:creationId xmlns:a16="http://schemas.microsoft.com/office/drawing/2014/main" id="{2826E8ED-D85C-2345-A3B8-C2B9ADAB9CE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47871" y="624471"/>
                <a:ext cx="33588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17B1082-4FE2-154B-B796-214001E8ECF4}"/>
                  </a:ext>
                </a:extLst>
              </p14:cNvPr>
              <p14:cNvContentPartPr/>
              <p14:nvPr/>
            </p14:nvContentPartPr>
            <p14:xfrm>
              <a:off x="1149071" y="2102631"/>
              <a:ext cx="236880" cy="43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17B1082-4FE2-154B-B796-214001E8ECF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33951" y="2087511"/>
                <a:ext cx="2674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006E059-F7C5-B14F-A5EE-44A260C51785}"/>
                  </a:ext>
                </a:extLst>
              </p14:cNvPr>
              <p14:cNvContentPartPr/>
              <p14:nvPr/>
            </p14:nvContentPartPr>
            <p14:xfrm>
              <a:off x="1261031" y="2133951"/>
              <a:ext cx="19080" cy="218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006E059-F7C5-B14F-A5EE-44A260C5178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5911" y="2118831"/>
                <a:ext cx="4968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C161231-9FD2-AE4B-A7B1-B8879848DFB7}"/>
                  </a:ext>
                </a:extLst>
              </p14:cNvPr>
              <p14:cNvContentPartPr/>
              <p14:nvPr/>
            </p14:nvContentPartPr>
            <p14:xfrm>
              <a:off x="1155191" y="2364351"/>
              <a:ext cx="249480" cy="313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C161231-9FD2-AE4B-A7B1-B8879848DFB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40071" y="2348871"/>
                <a:ext cx="2797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A27187B-BE7F-DB41-9055-BF03BA806777}"/>
                  </a:ext>
                </a:extLst>
              </p14:cNvPr>
              <p14:cNvContentPartPr/>
              <p14:nvPr/>
            </p14:nvContentPartPr>
            <p14:xfrm>
              <a:off x="1721831" y="2183631"/>
              <a:ext cx="143640" cy="6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A27187B-BE7F-DB41-9055-BF03BA80677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06711" y="2168511"/>
                <a:ext cx="1738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049A37C-4A23-8D40-B32F-615CEC00976C}"/>
                  </a:ext>
                </a:extLst>
              </p14:cNvPr>
              <p14:cNvContentPartPr/>
              <p14:nvPr/>
            </p14:nvContentPartPr>
            <p14:xfrm>
              <a:off x="1734071" y="2258511"/>
              <a:ext cx="205920" cy="31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049A37C-4A23-8D40-B32F-615CEC00976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18951" y="2243031"/>
                <a:ext cx="2361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48FF322-A9EA-B144-9FE7-9E91667D64BE}"/>
                  </a:ext>
                </a:extLst>
              </p14:cNvPr>
              <p14:cNvContentPartPr/>
              <p14:nvPr/>
            </p14:nvContentPartPr>
            <p14:xfrm>
              <a:off x="2244911" y="2009391"/>
              <a:ext cx="131040" cy="323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48FF322-A9EA-B144-9FE7-9E91667D64B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29431" y="1994271"/>
                <a:ext cx="16164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6CF3AA3-E69E-894B-918F-3AE88D89483F}"/>
                  </a:ext>
                </a:extLst>
              </p14:cNvPr>
              <p14:cNvContentPartPr/>
              <p14:nvPr/>
            </p14:nvContentPartPr>
            <p14:xfrm>
              <a:off x="2537231" y="2025231"/>
              <a:ext cx="255600" cy="2646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6CF3AA3-E69E-894B-918F-3AE88D89483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22111" y="2010111"/>
                <a:ext cx="28620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3E33933-6B19-9E46-BC81-3D3C25E325C3}"/>
                  </a:ext>
                </a:extLst>
              </p14:cNvPr>
              <p14:cNvContentPartPr/>
              <p14:nvPr/>
            </p14:nvContentPartPr>
            <p14:xfrm>
              <a:off x="2805071" y="2059071"/>
              <a:ext cx="230760" cy="43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3E33933-6B19-9E46-BC81-3D3C25E325C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89951" y="2043951"/>
                <a:ext cx="2613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AE7B2AE-3917-4B43-B1DA-D72BD52B3928}"/>
                  </a:ext>
                </a:extLst>
              </p14:cNvPr>
              <p14:cNvContentPartPr/>
              <p14:nvPr/>
            </p14:nvContentPartPr>
            <p14:xfrm>
              <a:off x="2929631" y="2084271"/>
              <a:ext cx="25200" cy="218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AE7B2AE-3917-4B43-B1DA-D72BD52B392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14151" y="2068791"/>
                <a:ext cx="558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25766EC-23D5-494C-8103-FAFF5227F7AB}"/>
                  </a:ext>
                </a:extLst>
              </p14:cNvPr>
              <p14:cNvContentPartPr/>
              <p14:nvPr/>
            </p14:nvContentPartPr>
            <p14:xfrm>
              <a:off x="6130031" y="3179751"/>
              <a:ext cx="124200" cy="129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25766EC-23D5-494C-8103-FAFF5227F7A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114911" y="3164631"/>
                <a:ext cx="1548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A0E9880-3835-EA41-8977-E1B1833B5FEE}"/>
                  </a:ext>
                </a:extLst>
              </p14:cNvPr>
              <p14:cNvContentPartPr/>
              <p14:nvPr/>
            </p14:nvContentPartPr>
            <p14:xfrm>
              <a:off x="6110591" y="3242031"/>
              <a:ext cx="243000" cy="500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A0E9880-3835-EA41-8977-E1B1833B5FE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095471" y="3226911"/>
                <a:ext cx="2736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8" name="Ink 89">
                <a:extLst>
                  <a:ext uri="{FF2B5EF4-FFF2-40B4-BE49-F238E27FC236}">
                    <a16:creationId xmlns:a16="http://schemas.microsoft.com/office/drawing/2014/main" id="{45EF28C4-46E1-284E-AD7D-A83EAB970938}"/>
                  </a:ext>
                </a:extLst>
              </p14:cNvPr>
              <p14:cNvContentPartPr/>
              <p14:nvPr/>
            </p14:nvContentPartPr>
            <p14:xfrm>
              <a:off x="6671111" y="2992911"/>
              <a:ext cx="871200" cy="311760"/>
            </p14:xfrm>
          </p:contentPart>
        </mc:Choice>
        <mc:Fallback xmlns="">
          <p:pic>
            <p:nvPicPr>
              <p:cNvPr id="78" name="Ink 89">
                <a:extLst>
                  <a:ext uri="{FF2B5EF4-FFF2-40B4-BE49-F238E27FC236}">
                    <a16:creationId xmlns:a16="http://schemas.microsoft.com/office/drawing/2014/main" id="{45EF28C4-46E1-284E-AD7D-A83EAB97093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55631" y="2977791"/>
                <a:ext cx="901800" cy="34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9" name="Ink 90">
                <a:extLst>
                  <a:ext uri="{FF2B5EF4-FFF2-40B4-BE49-F238E27FC236}">
                    <a16:creationId xmlns:a16="http://schemas.microsoft.com/office/drawing/2014/main" id="{F80F58C3-C82C-454F-8E0C-0277190D2814}"/>
                  </a:ext>
                </a:extLst>
              </p14:cNvPr>
              <p14:cNvContentPartPr/>
              <p14:nvPr/>
            </p14:nvContentPartPr>
            <p14:xfrm>
              <a:off x="8116871" y="2470191"/>
              <a:ext cx="726480" cy="230760"/>
            </p14:xfrm>
          </p:contentPart>
        </mc:Choice>
        <mc:Fallback xmlns="">
          <p:pic>
            <p:nvPicPr>
              <p:cNvPr id="79" name="Ink 90">
                <a:extLst>
                  <a:ext uri="{FF2B5EF4-FFF2-40B4-BE49-F238E27FC236}">
                    <a16:creationId xmlns:a16="http://schemas.microsoft.com/office/drawing/2014/main" id="{F80F58C3-C82C-454F-8E0C-0277190D281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101399" y="2454711"/>
                <a:ext cx="756705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0" name="Ink 91">
                <a:extLst>
                  <a:ext uri="{FF2B5EF4-FFF2-40B4-BE49-F238E27FC236}">
                    <a16:creationId xmlns:a16="http://schemas.microsoft.com/office/drawing/2014/main" id="{E81CDA84-08CF-2740-B595-B8EF3DC51842}"/>
                  </a:ext>
                </a:extLst>
              </p14:cNvPr>
              <p14:cNvContentPartPr/>
              <p14:nvPr/>
            </p14:nvContentPartPr>
            <p14:xfrm>
              <a:off x="7779191" y="2426631"/>
              <a:ext cx="167760" cy="342720"/>
            </p14:xfrm>
          </p:contentPart>
        </mc:Choice>
        <mc:Fallback xmlns="">
          <p:pic>
            <p:nvPicPr>
              <p:cNvPr id="80" name="Ink 91">
                <a:extLst>
                  <a:ext uri="{FF2B5EF4-FFF2-40B4-BE49-F238E27FC236}">
                    <a16:creationId xmlns:a16="http://schemas.microsoft.com/office/drawing/2014/main" id="{E81CDA84-08CF-2740-B595-B8EF3DC5184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64071" y="2411151"/>
                <a:ext cx="1983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1" name="Ink 92">
                <a:extLst>
                  <a:ext uri="{FF2B5EF4-FFF2-40B4-BE49-F238E27FC236}">
                    <a16:creationId xmlns:a16="http://schemas.microsoft.com/office/drawing/2014/main" id="{5E6CAAA3-9EB2-884B-A487-065193F7C467}"/>
                  </a:ext>
                </a:extLst>
              </p14:cNvPr>
              <p14:cNvContentPartPr/>
              <p14:nvPr/>
            </p14:nvContentPartPr>
            <p14:xfrm>
              <a:off x="6745631" y="2507271"/>
              <a:ext cx="840960" cy="243360"/>
            </p14:xfrm>
          </p:contentPart>
        </mc:Choice>
        <mc:Fallback xmlns="">
          <p:pic>
            <p:nvPicPr>
              <p:cNvPr id="81" name="Ink 92">
                <a:extLst>
                  <a:ext uri="{FF2B5EF4-FFF2-40B4-BE49-F238E27FC236}">
                    <a16:creationId xmlns:a16="http://schemas.microsoft.com/office/drawing/2014/main" id="{5E6CAAA3-9EB2-884B-A487-065193F7C46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30511" y="2492129"/>
                <a:ext cx="871200" cy="2740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2" name="Ink 93">
                <a:extLst>
                  <a:ext uri="{FF2B5EF4-FFF2-40B4-BE49-F238E27FC236}">
                    <a16:creationId xmlns:a16="http://schemas.microsoft.com/office/drawing/2014/main" id="{86158112-C007-274F-BE7C-B3E24D0ED354}"/>
                  </a:ext>
                </a:extLst>
              </p14:cNvPr>
              <p14:cNvContentPartPr/>
              <p14:nvPr/>
            </p14:nvContentPartPr>
            <p14:xfrm>
              <a:off x="6446831" y="2482431"/>
              <a:ext cx="173880" cy="361440"/>
            </p14:xfrm>
          </p:contentPart>
        </mc:Choice>
        <mc:Fallback xmlns="">
          <p:pic>
            <p:nvPicPr>
              <p:cNvPr id="82" name="Ink 93">
                <a:extLst>
                  <a:ext uri="{FF2B5EF4-FFF2-40B4-BE49-F238E27FC236}">
                    <a16:creationId xmlns:a16="http://schemas.microsoft.com/office/drawing/2014/main" id="{86158112-C007-274F-BE7C-B3E24D0ED35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31711" y="2467311"/>
                <a:ext cx="20448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3" name="Ink 94">
                <a:extLst>
                  <a:ext uri="{FF2B5EF4-FFF2-40B4-BE49-F238E27FC236}">
                    <a16:creationId xmlns:a16="http://schemas.microsoft.com/office/drawing/2014/main" id="{0CBB65BB-2862-7947-AC47-4530CFB4F42C}"/>
                  </a:ext>
                </a:extLst>
              </p14:cNvPr>
              <p14:cNvContentPartPr/>
              <p14:nvPr/>
            </p14:nvContentPartPr>
            <p14:xfrm>
              <a:off x="6048671" y="2657031"/>
              <a:ext cx="149400" cy="81360"/>
            </p14:xfrm>
          </p:contentPart>
        </mc:Choice>
        <mc:Fallback xmlns="">
          <p:pic>
            <p:nvPicPr>
              <p:cNvPr id="83" name="Ink 94">
                <a:extLst>
                  <a:ext uri="{FF2B5EF4-FFF2-40B4-BE49-F238E27FC236}">
                    <a16:creationId xmlns:a16="http://schemas.microsoft.com/office/drawing/2014/main" id="{0CBB65BB-2862-7947-AC47-4530CFB4F42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033228" y="2641551"/>
                <a:ext cx="179926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4" name="Ink 95">
                <a:extLst>
                  <a:ext uri="{FF2B5EF4-FFF2-40B4-BE49-F238E27FC236}">
                    <a16:creationId xmlns:a16="http://schemas.microsoft.com/office/drawing/2014/main" id="{34603AC9-96D0-6545-A1B9-E05BA53DCB08}"/>
                  </a:ext>
                </a:extLst>
              </p14:cNvPr>
              <p14:cNvContentPartPr/>
              <p14:nvPr/>
            </p14:nvContentPartPr>
            <p14:xfrm>
              <a:off x="5587871" y="2606991"/>
              <a:ext cx="330480" cy="249480"/>
            </p14:xfrm>
          </p:contentPart>
        </mc:Choice>
        <mc:Fallback xmlns="">
          <p:pic>
            <p:nvPicPr>
              <p:cNvPr id="84" name="Ink 95">
                <a:extLst>
                  <a:ext uri="{FF2B5EF4-FFF2-40B4-BE49-F238E27FC236}">
                    <a16:creationId xmlns:a16="http://schemas.microsoft.com/office/drawing/2014/main" id="{34603AC9-96D0-6545-A1B9-E05BA53DCB0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572391" y="2591871"/>
                <a:ext cx="3607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5" name="Ink 96">
                <a:extLst>
                  <a:ext uri="{FF2B5EF4-FFF2-40B4-BE49-F238E27FC236}">
                    <a16:creationId xmlns:a16="http://schemas.microsoft.com/office/drawing/2014/main" id="{32B4A211-6F44-454D-8D35-2EAED63353A2}"/>
                  </a:ext>
                </a:extLst>
              </p14:cNvPr>
              <p14:cNvContentPartPr/>
              <p14:nvPr/>
            </p14:nvContentPartPr>
            <p14:xfrm>
              <a:off x="7125431" y="1872591"/>
              <a:ext cx="1039320" cy="374040"/>
            </p14:xfrm>
          </p:contentPart>
        </mc:Choice>
        <mc:Fallback xmlns="">
          <p:pic>
            <p:nvPicPr>
              <p:cNvPr id="85" name="Ink 96">
                <a:extLst>
                  <a:ext uri="{FF2B5EF4-FFF2-40B4-BE49-F238E27FC236}">
                    <a16:creationId xmlns:a16="http://schemas.microsoft.com/office/drawing/2014/main" id="{32B4A211-6F44-454D-8D35-2EAED63353A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10311" y="1857111"/>
                <a:ext cx="106992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6" name="Ink 97">
                <a:extLst>
                  <a:ext uri="{FF2B5EF4-FFF2-40B4-BE49-F238E27FC236}">
                    <a16:creationId xmlns:a16="http://schemas.microsoft.com/office/drawing/2014/main" id="{A99149A7-38CA-034E-A80A-EC2E9BB7E884}"/>
                  </a:ext>
                </a:extLst>
              </p14:cNvPr>
              <p14:cNvContentPartPr/>
              <p14:nvPr/>
            </p14:nvContentPartPr>
            <p14:xfrm>
              <a:off x="6596231" y="2040711"/>
              <a:ext cx="131400" cy="93600"/>
            </p14:xfrm>
          </p:contentPart>
        </mc:Choice>
        <mc:Fallback xmlns="">
          <p:pic>
            <p:nvPicPr>
              <p:cNvPr id="86" name="Ink 97">
                <a:extLst>
                  <a:ext uri="{FF2B5EF4-FFF2-40B4-BE49-F238E27FC236}">
                    <a16:creationId xmlns:a16="http://schemas.microsoft.com/office/drawing/2014/main" id="{A99149A7-38CA-034E-A80A-EC2E9BB7E88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581069" y="2025231"/>
                <a:ext cx="162084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7" name="Ink 98">
                <a:extLst>
                  <a:ext uri="{FF2B5EF4-FFF2-40B4-BE49-F238E27FC236}">
                    <a16:creationId xmlns:a16="http://schemas.microsoft.com/office/drawing/2014/main" id="{E741B64D-9AEE-294C-B9EE-106791FA6EBC}"/>
                  </a:ext>
                </a:extLst>
              </p14:cNvPr>
              <p14:cNvContentPartPr/>
              <p14:nvPr/>
            </p14:nvContentPartPr>
            <p14:xfrm>
              <a:off x="6241631" y="1934871"/>
              <a:ext cx="149760" cy="261720"/>
            </p14:xfrm>
          </p:contentPart>
        </mc:Choice>
        <mc:Fallback xmlns="">
          <p:pic>
            <p:nvPicPr>
              <p:cNvPr id="87" name="Ink 98">
                <a:extLst>
                  <a:ext uri="{FF2B5EF4-FFF2-40B4-BE49-F238E27FC236}">
                    <a16:creationId xmlns:a16="http://schemas.microsoft.com/office/drawing/2014/main" id="{E741B64D-9AEE-294C-B9EE-106791FA6EB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226151" y="1919391"/>
                <a:ext cx="18036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8" name="Ink 99">
                <a:extLst>
                  <a:ext uri="{FF2B5EF4-FFF2-40B4-BE49-F238E27FC236}">
                    <a16:creationId xmlns:a16="http://schemas.microsoft.com/office/drawing/2014/main" id="{C510A83D-5038-454F-BBD3-F03992FD5FB1}"/>
                  </a:ext>
                </a:extLst>
              </p14:cNvPr>
              <p14:cNvContentPartPr/>
              <p14:nvPr/>
            </p14:nvContentPartPr>
            <p14:xfrm>
              <a:off x="5774711" y="1890951"/>
              <a:ext cx="338400" cy="268200"/>
            </p14:xfrm>
          </p:contentPart>
        </mc:Choice>
        <mc:Fallback xmlns="">
          <p:pic>
            <p:nvPicPr>
              <p:cNvPr id="88" name="Ink 99">
                <a:extLst>
                  <a:ext uri="{FF2B5EF4-FFF2-40B4-BE49-F238E27FC236}">
                    <a16:creationId xmlns:a16="http://schemas.microsoft.com/office/drawing/2014/main" id="{C510A83D-5038-454F-BBD3-F03992FD5FB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759247" y="1875831"/>
                <a:ext cx="368608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9" name="Ink 100">
                <a:extLst>
                  <a:ext uri="{FF2B5EF4-FFF2-40B4-BE49-F238E27FC236}">
                    <a16:creationId xmlns:a16="http://schemas.microsoft.com/office/drawing/2014/main" id="{653D7D37-254E-0242-A09C-E839DADE0369}"/>
                  </a:ext>
                </a:extLst>
              </p14:cNvPr>
              <p14:cNvContentPartPr/>
              <p14:nvPr/>
            </p14:nvContentPartPr>
            <p14:xfrm>
              <a:off x="4641431" y="1965831"/>
              <a:ext cx="840960" cy="317160"/>
            </p14:xfrm>
          </p:contentPart>
        </mc:Choice>
        <mc:Fallback xmlns="">
          <p:pic>
            <p:nvPicPr>
              <p:cNvPr id="89" name="Ink 100">
                <a:extLst>
                  <a:ext uri="{FF2B5EF4-FFF2-40B4-BE49-F238E27FC236}">
                    <a16:creationId xmlns:a16="http://schemas.microsoft.com/office/drawing/2014/main" id="{653D7D37-254E-0242-A09C-E839DADE036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626311" y="1950711"/>
                <a:ext cx="87120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91485DD-499E-874D-8441-D88D7F5A52DA}"/>
                  </a:ext>
                </a:extLst>
              </p14:cNvPr>
              <p14:cNvContentPartPr/>
              <p14:nvPr/>
            </p14:nvContentPartPr>
            <p14:xfrm>
              <a:off x="831551" y="3852231"/>
              <a:ext cx="274320" cy="402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91485DD-499E-874D-8441-D88D7F5A52D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16431" y="3836751"/>
                <a:ext cx="30492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90AAFF-15CF-384D-A7D3-D7F8589FE62E}"/>
                  </a:ext>
                </a:extLst>
              </p14:cNvPr>
              <p14:cNvContentPartPr/>
              <p14:nvPr/>
            </p14:nvContentPartPr>
            <p14:xfrm>
              <a:off x="1273631" y="3989031"/>
              <a:ext cx="149760" cy="37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90AAFF-15CF-384D-A7D3-D7F8589FE62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258151" y="3973911"/>
                <a:ext cx="1803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49E7AA3-C3D9-B74E-8CD0-41E7A30854F3}"/>
                  </a:ext>
                </a:extLst>
              </p14:cNvPr>
              <p14:cNvContentPartPr/>
              <p14:nvPr/>
            </p14:nvContentPartPr>
            <p14:xfrm>
              <a:off x="1311071" y="4063911"/>
              <a:ext cx="137160" cy="19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49E7AA3-C3D9-B74E-8CD0-41E7A30854F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295591" y="4048431"/>
                <a:ext cx="1677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" name="Ink 12">
                <a:extLst>
                  <a:ext uri="{FF2B5EF4-FFF2-40B4-BE49-F238E27FC236}">
                    <a16:creationId xmlns:a16="http://schemas.microsoft.com/office/drawing/2014/main" id="{01E6E6AE-DA96-824E-A720-C8D63ED77F25}"/>
                  </a:ext>
                </a:extLst>
              </p14:cNvPr>
              <p14:cNvContentPartPr/>
              <p14:nvPr/>
            </p14:nvContentPartPr>
            <p14:xfrm>
              <a:off x="1945751" y="3559551"/>
              <a:ext cx="881640" cy="274320"/>
            </p14:xfrm>
          </p:contentPart>
        </mc:Choice>
        <mc:Fallback xmlns="">
          <p:pic>
            <p:nvPicPr>
              <p:cNvPr id="12" name="Ink 12">
                <a:extLst>
                  <a:ext uri="{FF2B5EF4-FFF2-40B4-BE49-F238E27FC236}">
                    <a16:creationId xmlns:a16="http://schemas.microsoft.com/office/drawing/2014/main" id="{01E6E6AE-DA96-824E-A720-C8D63ED77F2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930631" y="3544431"/>
                <a:ext cx="91224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A12E2EC-A3BC-C447-9164-0070D596D539}"/>
                  </a:ext>
                </a:extLst>
              </p14:cNvPr>
              <p14:cNvContentPartPr/>
              <p14:nvPr/>
            </p14:nvContentPartPr>
            <p14:xfrm>
              <a:off x="2101631" y="3927471"/>
              <a:ext cx="118800" cy="289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A12E2EC-A3BC-C447-9164-0070D596D53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86151" y="3912351"/>
                <a:ext cx="14904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0" name="Ink 29">
                <a:extLst>
                  <a:ext uri="{FF2B5EF4-FFF2-40B4-BE49-F238E27FC236}">
                    <a16:creationId xmlns:a16="http://schemas.microsoft.com/office/drawing/2014/main" id="{BC04F9D0-D538-5D41-8FB5-6CB541FB6580}"/>
                  </a:ext>
                </a:extLst>
              </p14:cNvPr>
              <p14:cNvContentPartPr/>
              <p14:nvPr/>
            </p14:nvContentPartPr>
            <p14:xfrm>
              <a:off x="2369111" y="4007751"/>
              <a:ext cx="187200" cy="255600"/>
            </p14:xfrm>
          </p:contentPart>
        </mc:Choice>
        <mc:Fallback xmlns="">
          <p:pic>
            <p:nvPicPr>
              <p:cNvPr id="20" name="Ink 29">
                <a:extLst>
                  <a:ext uri="{FF2B5EF4-FFF2-40B4-BE49-F238E27FC236}">
                    <a16:creationId xmlns:a16="http://schemas.microsoft.com/office/drawing/2014/main" id="{BC04F9D0-D538-5D41-8FB5-6CB541FB658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353991" y="3992631"/>
                <a:ext cx="2178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7EF24B4-BABE-4E4B-8840-15934968FDCC}"/>
                  </a:ext>
                </a:extLst>
              </p14:cNvPr>
              <p14:cNvContentPartPr/>
              <p14:nvPr/>
            </p14:nvContentPartPr>
            <p14:xfrm>
              <a:off x="3153551" y="3951591"/>
              <a:ext cx="112320" cy="378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7EF24B4-BABE-4E4B-8840-15934968FDC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138431" y="3936471"/>
                <a:ext cx="1429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CCF9FC3-2B83-B941-AD25-3D629A92D0F9}"/>
                  </a:ext>
                </a:extLst>
              </p14:cNvPr>
              <p14:cNvContentPartPr/>
              <p14:nvPr/>
            </p14:nvContentPartPr>
            <p14:xfrm>
              <a:off x="3153551" y="4045191"/>
              <a:ext cx="155880" cy="64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CCF9FC3-2B83-B941-AD25-3D629A92D0F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138431" y="4030071"/>
                <a:ext cx="1864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7" name="Ink 37">
                <a:extLst>
                  <a:ext uri="{FF2B5EF4-FFF2-40B4-BE49-F238E27FC236}">
                    <a16:creationId xmlns:a16="http://schemas.microsoft.com/office/drawing/2014/main" id="{8C7756BB-FD9F-4E40-B3F0-8705A4EAE2D3}"/>
                  </a:ext>
                </a:extLst>
              </p14:cNvPr>
              <p14:cNvContentPartPr/>
              <p14:nvPr/>
            </p14:nvContentPartPr>
            <p14:xfrm>
              <a:off x="3589511" y="3562431"/>
              <a:ext cx="1295280" cy="408240"/>
            </p14:xfrm>
          </p:contentPart>
        </mc:Choice>
        <mc:Fallback xmlns="">
          <p:pic>
            <p:nvPicPr>
              <p:cNvPr id="37" name="Ink 37">
                <a:extLst>
                  <a:ext uri="{FF2B5EF4-FFF2-40B4-BE49-F238E27FC236}">
                    <a16:creationId xmlns:a16="http://schemas.microsoft.com/office/drawing/2014/main" id="{8C7756BB-FD9F-4E40-B3F0-8705A4EAE2D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574031" y="3546965"/>
                <a:ext cx="1325880" cy="4384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7" name="Ink 48">
                <a:extLst>
                  <a:ext uri="{FF2B5EF4-FFF2-40B4-BE49-F238E27FC236}">
                    <a16:creationId xmlns:a16="http://schemas.microsoft.com/office/drawing/2014/main" id="{953534A9-0D15-8C43-B22C-22F8B978A332}"/>
                  </a:ext>
                </a:extLst>
              </p14:cNvPr>
              <p14:cNvContentPartPr/>
              <p14:nvPr/>
            </p14:nvContentPartPr>
            <p14:xfrm>
              <a:off x="4504631" y="4088751"/>
              <a:ext cx="162360" cy="155880"/>
            </p14:xfrm>
          </p:contentPart>
        </mc:Choice>
        <mc:Fallback xmlns="">
          <p:pic>
            <p:nvPicPr>
              <p:cNvPr id="47" name="Ink 48">
                <a:extLst>
                  <a:ext uri="{FF2B5EF4-FFF2-40B4-BE49-F238E27FC236}">
                    <a16:creationId xmlns:a16="http://schemas.microsoft.com/office/drawing/2014/main" id="{953534A9-0D15-8C43-B22C-22F8B978A33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489511" y="4073631"/>
                <a:ext cx="19260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8" name="Ink 49">
                <a:extLst>
                  <a:ext uri="{FF2B5EF4-FFF2-40B4-BE49-F238E27FC236}">
                    <a16:creationId xmlns:a16="http://schemas.microsoft.com/office/drawing/2014/main" id="{07857C9C-8044-AA45-99A2-3F1027D8DE94}"/>
                  </a:ext>
                </a:extLst>
              </p14:cNvPr>
              <p14:cNvContentPartPr/>
              <p14:nvPr/>
            </p14:nvContentPartPr>
            <p14:xfrm>
              <a:off x="3670511" y="4070031"/>
              <a:ext cx="672840" cy="205920"/>
            </p14:xfrm>
          </p:contentPart>
        </mc:Choice>
        <mc:Fallback xmlns="">
          <p:pic>
            <p:nvPicPr>
              <p:cNvPr id="48" name="Ink 49">
                <a:extLst>
                  <a:ext uri="{FF2B5EF4-FFF2-40B4-BE49-F238E27FC236}">
                    <a16:creationId xmlns:a16="http://schemas.microsoft.com/office/drawing/2014/main" id="{07857C9C-8044-AA45-99A2-3F1027D8DE9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655031" y="4054911"/>
                <a:ext cx="70308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598CB646-F6AB-D145-8AA7-659FA7531D02}"/>
                  </a:ext>
                </a:extLst>
              </p14:cNvPr>
              <p14:cNvContentPartPr/>
              <p14:nvPr/>
            </p14:nvContentPartPr>
            <p14:xfrm>
              <a:off x="3240671" y="4698951"/>
              <a:ext cx="137160" cy="190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598CB646-F6AB-D145-8AA7-659FA7531D0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225551" y="4683471"/>
                <a:ext cx="1677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0BF7478-2C66-9941-BFA1-494F1EFC1229}"/>
                  </a:ext>
                </a:extLst>
              </p14:cNvPr>
              <p14:cNvContentPartPr/>
              <p14:nvPr/>
            </p14:nvContentPartPr>
            <p14:xfrm>
              <a:off x="3253271" y="4792191"/>
              <a:ext cx="143640" cy="129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0BF7478-2C66-9941-BFA1-494F1EFC122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238151" y="4777071"/>
                <a:ext cx="1738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0066DF6-C523-954B-BA59-7368D3D088AF}"/>
                  </a:ext>
                </a:extLst>
              </p14:cNvPr>
              <p14:cNvContentPartPr/>
              <p14:nvPr/>
            </p14:nvContentPartPr>
            <p14:xfrm>
              <a:off x="3782471" y="4599951"/>
              <a:ext cx="155880" cy="192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0066DF6-C523-954B-BA59-7368D3D088A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767351" y="4584831"/>
                <a:ext cx="1864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8" name="Ink 59">
                <a:extLst>
                  <a:ext uri="{FF2B5EF4-FFF2-40B4-BE49-F238E27FC236}">
                    <a16:creationId xmlns:a16="http://schemas.microsoft.com/office/drawing/2014/main" id="{8BAFC12C-53C3-E047-BDD8-C77077499C9E}"/>
                  </a:ext>
                </a:extLst>
              </p14:cNvPr>
              <p14:cNvContentPartPr/>
              <p14:nvPr/>
            </p14:nvContentPartPr>
            <p14:xfrm>
              <a:off x="4411031" y="4593111"/>
              <a:ext cx="193320" cy="293040"/>
            </p14:xfrm>
          </p:contentPart>
        </mc:Choice>
        <mc:Fallback xmlns="">
          <p:pic>
            <p:nvPicPr>
              <p:cNvPr id="58" name="Ink 59">
                <a:extLst>
                  <a:ext uri="{FF2B5EF4-FFF2-40B4-BE49-F238E27FC236}">
                    <a16:creationId xmlns:a16="http://schemas.microsoft.com/office/drawing/2014/main" id="{8BAFC12C-53C3-E047-BDD8-C77077499C9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395911" y="4577631"/>
                <a:ext cx="22392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9" name="Ink 60">
                <a:extLst>
                  <a:ext uri="{FF2B5EF4-FFF2-40B4-BE49-F238E27FC236}">
                    <a16:creationId xmlns:a16="http://schemas.microsoft.com/office/drawing/2014/main" id="{50AAF55B-7BDF-F141-806E-EB2F9862BA09}"/>
                  </a:ext>
                </a:extLst>
              </p14:cNvPr>
              <p14:cNvContentPartPr/>
              <p14:nvPr/>
            </p14:nvContentPartPr>
            <p14:xfrm>
              <a:off x="4081271" y="4655391"/>
              <a:ext cx="199440" cy="134640"/>
            </p14:xfrm>
          </p:contentPart>
        </mc:Choice>
        <mc:Fallback xmlns="">
          <p:pic>
            <p:nvPicPr>
              <p:cNvPr id="59" name="Ink 60">
                <a:extLst>
                  <a:ext uri="{FF2B5EF4-FFF2-40B4-BE49-F238E27FC236}">
                    <a16:creationId xmlns:a16="http://schemas.microsoft.com/office/drawing/2014/main" id="{50AAF55B-7BDF-F141-806E-EB2F9862BA0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066151" y="4639911"/>
                <a:ext cx="23004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1340D69-69B1-3F4F-A5DD-B93CBD3DC7EF}"/>
                  </a:ext>
                </a:extLst>
              </p14:cNvPr>
              <p14:cNvContentPartPr/>
              <p14:nvPr/>
            </p14:nvContentPartPr>
            <p14:xfrm>
              <a:off x="7704311" y="5215551"/>
              <a:ext cx="136800" cy="3240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1340D69-69B1-3F4F-A5DD-B93CBD3DC7E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689191" y="5200431"/>
                <a:ext cx="16704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617C3A8D-6B5D-494F-886E-39F927902111}"/>
                  </a:ext>
                </a:extLst>
              </p14:cNvPr>
              <p14:cNvContentPartPr/>
              <p14:nvPr/>
            </p14:nvContentPartPr>
            <p14:xfrm>
              <a:off x="8295791" y="5402391"/>
              <a:ext cx="56520" cy="64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617C3A8D-6B5D-494F-886E-39F92790211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280671" y="5386911"/>
                <a:ext cx="867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05" name="Ink 111">
                <a:extLst>
                  <a:ext uri="{FF2B5EF4-FFF2-40B4-BE49-F238E27FC236}">
                    <a16:creationId xmlns:a16="http://schemas.microsoft.com/office/drawing/2014/main" id="{07F3AC25-0A33-4147-AC6D-F7C007FB72DF}"/>
                  </a:ext>
                </a:extLst>
              </p14:cNvPr>
              <p14:cNvContentPartPr/>
              <p14:nvPr/>
            </p14:nvContentPartPr>
            <p14:xfrm>
              <a:off x="7934711" y="5272431"/>
              <a:ext cx="249480" cy="155160"/>
            </p14:xfrm>
          </p:contentPart>
        </mc:Choice>
        <mc:Fallback xmlns="">
          <p:pic>
            <p:nvPicPr>
              <p:cNvPr id="105" name="Ink 111">
                <a:extLst>
                  <a:ext uri="{FF2B5EF4-FFF2-40B4-BE49-F238E27FC236}">
                    <a16:creationId xmlns:a16="http://schemas.microsoft.com/office/drawing/2014/main" id="{07F3AC25-0A33-4147-AC6D-F7C007FB72D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919591" y="5256951"/>
                <a:ext cx="2797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06" name="Ink 112">
                <a:extLst>
                  <a:ext uri="{FF2B5EF4-FFF2-40B4-BE49-F238E27FC236}">
                    <a16:creationId xmlns:a16="http://schemas.microsoft.com/office/drawing/2014/main" id="{5524A2AA-A292-D44C-BB77-188BEE00593A}"/>
                  </a:ext>
                </a:extLst>
              </p14:cNvPr>
              <p14:cNvContentPartPr/>
              <p14:nvPr/>
            </p14:nvContentPartPr>
            <p14:xfrm>
              <a:off x="6630071" y="5097111"/>
              <a:ext cx="638640" cy="491400"/>
            </p14:xfrm>
          </p:contentPart>
        </mc:Choice>
        <mc:Fallback xmlns="">
          <p:pic>
            <p:nvPicPr>
              <p:cNvPr id="106" name="Ink 112">
                <a:extLst>
                  <a:ext uri="{FF2B5EF4-FFF2-40B4-BE49-F238E27FC236}">
                    <a16:creationId xmlns:a16="http://schemas.microsoft.com/office/drawing/2014/main" id="{5524A2AA-A292-D44C-BB77-188BEE00593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614942" y="5081991"/>
                <a:ext cx="668897" cy="5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7" name="Ink 113">
                <a:extLst>
                  <a:ext uri="{FF2B5EF4-FFF2-40B4-BE49-F238E27FC236}">
                    <a16:creationId xmlns:a16="http://schemas.microsoft.com/office/drawing/2014/main" id="{6A76E743-C9A3-4945-B80E-C7D376C14EA2}"/>
                  </a:ext>
                </a:extLst>
              </p14:cNvPr>
              <p14:cNvContentPartPr/>
              <p14:nvPr/>
            </p14:nvContentPartPr>
            <p14:xfrm>
              <a:off x="5861831" y="5196831"/>
              <a:ext cx="286560" cy="305640"/>
            </p14:xfrm>
          </p:contentPart>
        </mc:Choice>
        <mc:Fallback xmlns="">
          <p:pic>
            <p:nvPicPr>
              <p:cNvPr id="107" name="Ink 113">
                <a:extLst>
                  <a:ext uri="{FF2B5EF4-FFF2-40B4-BE49-F238E27FC236}">
                    <a16:creationId xmlns:a16="http://schemas.microsoft.com/office/drawing/2014/main" id="{6A76E743-C9A3-4945-B80E-C7D376C14EA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846351" y="5181693"/>
                <a:ext cx="317160" cy="3362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8" name="Ink 114">
                <a:extLst>
                  <a:ext uri="{FF2B5EF4-FFF2-40B4-BE49-F238E27FC236}">
                    <a16:creationId xmlns:a16="http://schemas.microsoft.com/office/drawing/2014/main" id="{F7F9FFD2-7959-DB4F-8C4D-70695CC62D98}"/>
                  </a:ext>
                </a:extLst>
              </p14:cNvPr>
              <p14:cNvContentPartPr/>
              <p14:nvPr/>
            </p14:nvContentPartPr>
            <p14:xfrm>
              <a:off x="4797311" y="5147151"/>
              <a:ext cx="622800" cy="479160"/>
            </p14:xfrm>
          </p:contentPart>
        </mc:Choice>
        <mc:Fallback xmlns="">
          <p:pic>
            <p:nvPicPr>
              <p:cNvPr id="108" name="Ink 114">
                <a:extLst>
                  <a:ext uri="{FF2B5EF4-FFF2-40B4-BE49-F238E27FC236}">
                    <a16:creationId xmlns:a16="http://schemas.microsoft.com/office/drawing/2014/main" id="{F7F9FFD2-7959-DB4F-8C4D-70695CC62D9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781831" y="5131671"/>
                <a:ext cx="653400" cy="5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9" name="Ink 115">
                <a:extLst>
                  <a:ext uri="{FF2B5EF4-FFF2-40B4-BE49-F238E27FC236}">
                    <a16:creationId xmlns:a16="http://schemas.microsoft.com/office/drawing/2014/main" id="{0FBF4289-6B06-C44F-9420-074395F6AE84}"/>
                  </a:ext>
                </a:extLst>
              </p14:cNvPr>
              <p14:cNvContentPartPr/>
              <p14:nvPr/>
            </p14:nvContentPartPr>
            <p14:xfrm>
              <a:off x="3141311" y="5178111"/>
              <a:ext cx="1338480" cy="517320"/>
            </p14:xfrm>
          </p:contentPart>
        </mc:Choice>
        <mc:Fallback xmlns="">
          <p:pic>
            <p:nvPicPr>
              <p:cNvPr id="109" name="Ink 115">
                <a:extLst>
                  <a:ext uri="{FF2B5EF4-FFF2-40B4-BE49-F238E27FC236}">
                    <a16:creationId xmlns:a16="http://schemas.microsoft.com/office/drawing/2014/main" id="{0FBF4289-6B06-C44F-9420-074395F6AE8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125835" y="5162980"/>
                <a:ext cx="1369072" cy="547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10" name="Ink 116">
                <a:extLst>
                  <a:ext uri="{FF2B5EF4-FFF2-40B4-BE49-F238E27FC236}">
                    <a16:creationId xmlns:a16="http://schemas.microsoft.com/office/drawing/2014/main" id="{A4DEE36F-F4DB-BF44-9D23-C807BFF89EAA}"/>
                  </a:ext>
                </a:extLst>
              </p14:cNvPr>
              <p14:cNvContentPartPr/>
              <p14:nvPr/>
            </p14:nvContentPartPr>
            <p14:xfrm>
              <a:off x="1909391" y="5346231"/>
              <a:ext cx="964440" cy="548280"/>
            </p14:xfrm>
          </p:contentPart>
        </mc:Choice>
        <mc:Fallback xmlns="">
          <p:pic>
            <p:nvPicPr>
              <p:cNvPr id="110" name="Ink 116">
                <a:extLst>
                  <a:ext uri="{FF2B5EF4-FFF2-40B4-BE49-F238E27FC236}">
                    <a16:creationId xmlns:a16="http://schemas.microsoft.com/office/drawing/2014/main" id="{A4DEE36F-F4DB-BF44-9D23-C807BFF89EA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893911" y="5331111"/>
                <a:ext cx="99504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11" name="Ink 117">
                <a:extLst>
                  <a:ext uri="{FF2B5EF4-FFF2-40B4-BE49-F238E27FC236}">
                    <a16:creationId xmlns:a16="http://schemas.microsoft.com/office/drawing/2014/main" id="{466EB001-0525-784A-A059-2523471E1406}"/>
                  </a:ext>
                </a:extLst>
              </p14:cNvPr>
              <p14:cNvContentPartPr/>
              <p14:nvPr/>
            </p14:nvContentPartPr>
            <p14:xfrm>
              <a:off x="850271" y="5358831"/>
              <a:ext cx="703800" cy="367560"/>
            </p14:xfrm>
          </p:contentPart>
        </mc:Choice>
        <mc:Fallback xmlns="">
          <p:pic>
            <p:nvPicPr>
              <p:cNvPr id="111" name="Ink 117">
                <a:extLst>
                  <a:ext uri="{FF2B5EF4-FFF2-40B4-BE49-F238E27FC236}">
                    <a16:creationId xmlns:a16="http://schemas.microsoft.com/office/drawing/2014/main" id="{466EB001-0525-784A-A059-2523471E140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35151" y="5343351"/>
                <a:ext cx="734400" cy="39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1953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68A49-EAC4-8242-BDF0-0F97C103B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069" y="461773"/>
            <a:ext cx="8772928" cy="5691053"/>
          </a:xfrm>
        </p:spPr>
        <p:txBody>
          <a:bodyPr/>
          <a:lstStyle/>
          <a:p>
            <a:r>
              <a:rPr lang="en-US" dirty="0"/>
              <a:t>The interest paid on a loan was $2,000.  Given that the interest rate is 5% and the money was borrowed over 10 years, what is the principal?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186CBE-B845-194A-8122-96F89C739ED7}"/>
                  </a:ext>
                </a:extLst>
              </p14:cNvPr>
              <p14:cNvContentPartPr/>
              <p14:nvPr/>
            </p14:nvContentPartPr>
            <p14:xfrm>
              <a:off x="756671" y="1007151"/>
              <a:ext cx="2546640" cy="205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186CBE-B845-194A-8122-96F89C739E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031" y="899151"/>
                <a:ext cx="265428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8C236C-8D5A-CB44-B268-59242D95F1EB}"/>
                  </a:ext>
                </a:extLst>
              </p14:cNvPr>
              <p14:cNvContentPartPr/>
              <p14:nvPr/>
            </p14:nvContentPartPr>
            <p14:xfrm>
              <a:off x="734711" y="1100391"/>
              <a:ext cx="259200" cy="118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8C236C-8D5A-CB44-B268-59242D95F1E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0711" y="992751"/>
                <a:ext cx="36684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D093448-5B5F-1D46-8012-FDE065158207}"/>
                  </a:ext>
                </a:extLst>
              </p14:cNvPr>
              <p14:cNvContentPartPr/>
              <p14:nvPr/>
            </p14:nvContentPartPr>
            <p14:xfrm>
              <a:off x="4056431" y="2052951"/>
              <a:ext cx="19080" cy="12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D093448-5B5F-1D46-8012-FDE0651582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40951" y="2037831"/>
                <a:ext cx="496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22">
                <a:extLst>
                  <a:ext uri="{FF2B5EF4-FFF2-40B4-BE49-F238E27FC236}">
                    <a16:creationId xmlns:a16="http://schemas.microsoft.com/office/drawing/2014/main" id="{C8CFC89D-7764-E347-991D-290C1A2DB886}"/>
                  </a:ext>
                </a:extLst>
              </p14:cNvPr>
              <p14:cNvContentPartPr/>
              <p14:nvPr/>
            </p14:nvContentPartPr>
            <p14:xfrm>
              <a:off x="3458831" y="1909671"/>
              <a:ext cx="491760" cy="404640"/>
            </p14:xfrm>
          </p:contentPart>
        </mc:Choice>
        <mc:Fallback xmlns="">
          <p:pic>
            <p:nvPicPr>
              <p:cNvPr id="19" name="Ink 22">
                <a:extLst>
                  <a:ext uri="{FF2B5EF4-FFF2-40B4-BE49-F238E27FC236}">
                    <a16:creationId xmlns:a16="http://schemas.microsoft.com/office/drawing/2014/main" id="{C8CFC89D-7764-E347-991D-290C1A2DB88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43362" y="1894538"/>
                <a:ext cx="522338" cy="4352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23">
                <a:extLst>
                  <a:ext uri="{FF2B5EF4-FFF2-40B4-BE49-F238E27FC236}">
                    <a16:creationId xmlns:a16="http://schemas.microsoft.com/office/drawing/2014/main" id="{08479445-2AB7-4B44-9971-20128A2B17C9}"/>
                  </a:ext>
                </a:extLst>
              </p14:cNvPr>
              <p14:cNvContentPartPr/>
              <p14:nvPr/>
            </p14:nvContentPartPr>
            <p14:xfrm>
              <a:off x="2281991" y="1772871"/>
              <a:ext cx="640800" cy="392400"/>
            </p14:xfrm>
          </p:contentPart>
        </mc:Choice>
        <mc:Fallback xmlns="">
          <p:pic>
            <p:nvPicPr>
              <p:cNvPr id="20" name="Ink 23">
                <a:extLst>
                  <a:ext uri="{FF2B5EF4-FFF2-40B4-BE49-F238E27FC236}">
                    <a16:creationId xmlns:a16="http://schemas.microsoft.com/office/drawing/2014/main" id="{08479445-2AB7-4B44-9971-20128A2B17C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66871" y="1757751"/>
                <a:ext cx="67140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4">
                <a:extLst>
                  <a:ext uri="{FF2B5EF4-FFF2-40B4-BE49-F238E27FC236}">
                    <a16:creationId xmlns:a16="http://schemas.microsoft.com/office/drawing/2014/main" id="{F1CF6AB1-57DA-8E4D-85DC-77F68B6C0B47}"/>
                  </a:ext>
                </a:extLst>
              </p14:cNvPr>
              <p14:cNvContentPartPr/>
              <p14:nvPr/>
            </p14:nvContentPartPr>
            <p14:xfrm>
              <a:off x="1734071" y="2034231"/>
              <a:ext cx="274320" cy="125280"/>
            </p14:xfrm>
          </p:contentPart>
        </mc:Choice>
        <mc:Fallback xmlns="">
          <p:pic>
            <p:nvPicPr>
              <p:cNvPr id="21" name="Ink 24">
                <a:extLst>
                  <a:ext uri="{FF2B5EF4-FFF2-40B4-BE49-F238E27FC236}">
                    <a16:creationId xmlns:a16="http://schemas.microsoft.com/office/drawing/2014/main" id="{F1CF6AB1-57DA-8E4D-85DC-77F68B6C0B4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18951" y="2019067"/>
                <a:ext cx="304920" cy="155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5">
                <a:extLst>
                  <a:ext uri="{FF2B5EF4-FFF2-40B4-BE49-F238E27FC236}">
                    <a16:creationId xmlns:a16="http://schemas.microsoft.com/office/drawing/2014/main" id="{519BF5E9-292B-3B46-A84B-D13FEF940CF0}"/>
                  </a:ext>
                </a:extLst>
              </p14:cNvPr>
              <p14:cNvContentPartPr/>
              <p14:nvPr/>
            </p14:nvContentPartPr>
            <p14:xfrm>
              <a:off x="949991" y="1878711"/>
              <a:ext cx="311760" cy="354960"/>
            </p14:xfrm>
          </p:contentPart>
        </mc:Choice>
        <mc:Fallback xmlns="">
          <p:pic>
            <p:nvPicPr>
              <p:cNvPr id="22" name="Ink 25">
                <a:extLst>
                  <a:ext uri="{FF2B5EF4-FFF2-40B4-BE49-F238E27FC236}">
                    <a16:creationId xmlns:a16="http://schemas.microsoft.com/office/drawing/2014/main" id="{519BF5E9-292B-3B46-A84B-D13FEF940CF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4511" y="1863606"/>
                <a:ext cx="342000" cy="3851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Ink 44">
                <a:extLst>
                  <a:ext uri="{FF2B5EF4-FFF2-40B4-BE49-F238E27FC236}">
                    <a16:creationId xmlns:a16="http://schemas.microsoft.com/office/drawing/2014/main" id="{67EB4885-19BA-5C46-A567-9E18735FACA8}"/>
                  </a:ext>
                </a:extLst>
              </p14:cNvPr>
              <p14:cNvContentPartPr/>
              <p14:nvPr/>
            </p14:nvContentPartPr>
            <p14:xfrm>
              <a:off x="4601471" y="1697991"/>
              <a:ext cx="1005480" cy="508320"/>
            </p14:xfrm>
          </p:contentPart>
        </mc:Choice>
        <mc:Fallback xmlns="">
          <p:pic>
            <p:nvPicPr>
              <p:cNvPr id="42" name="Ink 44">
                <a:extLst>
                  <a:ext uri="{FF2B5EF4-FFF2-40B4-BE49-F238E27FC236}">
                    <a16:creationId xmlns:a16="http://schemas.microsoft.com/office/drawing/2014/main" id="{67EB4885-19BA-5C46-A567-9E18735FACA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86351" y="1682860"/>
                <a:ext cx="1036080" cy="538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5" name="Ink 55">
                <a:extLst>
                  <a:ext uri="{FF2B5EF4-FFF2-40B4-BE49-F238E27FC236}">
                    <a16:creationId xmlns:a16="http://schemas.microsoft.com/office/drawing/2014/main" id="{39519D11-C880-804E-9A83-C2BBB078E087}"/>
                  </a:ext>
                </a:extLst>
              </p14:cNvPr>
              <p14:cNvContentPartPr/>
              <p14:nvPr/>
            </p14:nvContentPartPr>
            <p14:xfrm>
              <a:off x="6048671" y="1592151"/>
              <a:ext cx="2253960" cy="915480"/>
            </p14:xfrm>
          </p:contentPart>
        </mc:Choice>
        <mc:Fallback xmlns="">
          <p:pic>
            <p:nvPicPr>
              <p:cNvPr id="55" name="Ink 55">
                <a:extLst>
                  <a:ext uri="{FF2B5EF4-FFF2-40B4-BE49-F238E27FC236}">
                    <a16:creationId xmlns:a16="http://schemas.microsoft.com/office/drawing/2014/main" id="{39519D11-C880-804E-9A83-C2BBB078E08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33191" y="1577031"/>
                <a:ext cx="2284560" cy="9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29B6D9D-0996-0842-9E73-CCEB2F7C90D0}"/>
                  </a:ext>
                </a:extLst>
              </p14:cNvPr>
              <p14:cNvContentPartPr/>
              <p14:nvPr/>
            </p14:nvContentPartPr>
            <p14:xfrm>
              <a:off x="5264231" y="901311"/>
              <a:ext cx="902880" cy="190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29B6D9D-0996-0842-9E73-CCEB2F7C90D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48751" y="886191"/>
                <a:ext cx="9334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1" name="Ink 61">
                <a:extLst>
                  <a:ext uri="{FF2B5EF4-FFF2-40B4-BE49-F238E27FC236}">
                    <a16:creationId xmlns:a16="http://schemas.microsoft.com/office/drawing/2014/main" id="{9D42F343-564F-D84B-A259-70EC063BD6D6}"/>
                  </a:ext>
                </a:extLst>
              </p14:cNvPr>
              <p14:cNvContentPartPr/>
              <p14:nvPr/>
            </p14:nvContentPartPr>
            <p14:xfrm>
              <a:off x="5500751" y="235311"/>
              <a:ext cx="317880" cy="249120"/>
            </p14:xfrm>
          </p:contentPart>
        </mc:Choice>
        <mc:Fallback xmlns="">
          <p:pic>
            <p:nvPicPr>
              <p:cNvPr id="61" name="Ink 61">
                <a:extLst>
                  <a:ext uri="{FF2B5EF4-FFF2-40B4-BE49-F238E27FC236}">
                    <a16:creationId xmlns:a16="http://schemas.microsoft.com/office/drawing/2014/main" id="{9D42F343-564F-D84B-A259-70EC063BD6D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485271" y="219853"/>
                <a:ext cx="348480" cy="2793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8BF5137-0B9F-3D43-832A-33423198D3C4}"/>
                  </a:ext>
                </a:extLst>
              </p14:cNvPr>
              <p14:cNvContentPartPr/>
              <p14:nvPr/>
            </p14:nvContentPartPr>
            <p14:xfrm>
              <a:off x="8488751" y="1305951"/>
              <a:ext cx="317880" cy="43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8BF5137-0B9F-3D43-832A-33423198D3C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473631" y="1290831"/>
                <a:ext cx="3484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A2DB9F4-4FE2-F344-B76A-25AE7BADE0A7}"/>
                  </a:ext>
                </a:extLst>
              </p14:cNvPr>
              <p14:cNvContentPartPr/>
              <p14:nvPr/>
            </p14:nvContentPartPr>
            <p14:xfrm>
              <a:off x="688271" y="1635711"/>
              <a:ext cx="865800" cy="565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A2DB9F4-4FE2-F344-B76A-25AE7BADE0A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3151" y="1620591"/>
                <a:ext cx="8960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7" name="Ink 67">
                <a:extLst>
                  <a:ext uri="{FF2B5EF4-FFF2-40B4-BE49-F238E27FC236}">
                    <a16:creationId xmlns:a16="http://schemas.microsoft.com/office/drawing/2014/main" id="{3087E91D-C827-654F-9E8C-8ED08BC35755}"/>
                  </a:ext>
                </a:extLst>
              </p14:cNvPr>
              <p14:cNvContentPartPr/>
              <p14:nvPr/>
            </p14:nvContentPartPr>
            <p14:xfrm>
              <a:off x="8999231" y="832911"/>
              <a:ext cx="308880" cy="274320"/>
            </p14:xfrm>
          </p:contentPart>
        </mc:Choice>
        <mc:Fallback xmlns="">
          <p:pic>
            <p:nvPicPr>
              <p:cNvPr id="67" name="Ink 67">
                <a:extLst>
                  <a:ext uri="{FF2B5EF4-FFF2-40B4-BE49-F238E27FC236}">
                    <a16:creationId xmlns:a16="http://schemas.microsoft.com/office/drawing/2014/main" id="{3087E91D-C827-654F-9E8C-8ED08BC3575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984111" y="817431"/>
                <a:ext cx="33948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3851E16-E502-894C-9AE1-BB2B815F1CEF}"/>
                  </a:ext>
                </a:extLst>
              </p14:cNvPr>
              <p14:cNvContentPartPr/>
              <p14:nvPr/>
            </p14:nvContentPartPr>
            <p14:xfrm>
              <a:off x="1372991" y="2955831"/>
              <a:ext cx="87480" cy="19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3851E16-E502-894C-9AE1-BB2B815F1CE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357871" y="2940351"/>
                <a:ext cx="1180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6575445-7F33-6742-A406-A0BD497535A2}"/>
                  </a:ext>
                </a:extLst>
              </p14:cNvPr>
              <p14:cNvContentPartPr/>
              <p14:nvPr/>
            </p14:nvContentPartPr>
            <p14:xfrm>
              <a:off x="1379471" y="3042951"/>
              <a:ext cx="124920" cy="190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6575445-7F33-6742-A406-A0BD497535A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363991" y="3027471"/>
                <a:ext cx="1555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3" name="Ink 73">
                <a:extLst>
                  <a:ext uri="{FF2B5EF4-FFF2-40B4-BE49-F238E27FC236}">
                    <a16:creationId xmlns:a16="http://schemas.microsoft.com/office/drawing/2014/main" id="{31DA4D0D-A06F-3749-B1AE-41EADFB52195}"/>
                  </a:ext>
                </a:extLst>
              </p14:cNvPr>
              <p14:cNvContentPartPr/>
              <p14:nvPr/>
            </p14:nvContentPartPr>
            <p14:xfrm>
              <a:off x="1049351" y="2825511"/>
              <a:ext cx="162360" cy="373320"/>
            </p14:xfrm>
          </p:contentPart>
        </mc:Choice>
        <mc:Fallback xmlns="">
          <p:pic>
            <p:nvPicPr>
              <p:cNvPr id="73" name="Ink 73">
                <a:extLst>
                  <a:ext uri="{FF2B5EF4-FFF2-40B4-BE49-F238E27FC236}">
                    <a16:creationId xmlns:a16="http://schemas.microsoft.com/office/drawing/2014/main" id="{31DA4D0D-A06F-3749-B1AE-41EADFB5219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34231" y="2810391"/>
                <a:ext cx="19260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9" name="Ink 79">
                <a:extLst>
                  <a:ext uri="{FF2B5EF4-FFF2-40B4-BE49-F238E27FC236}">
                    <a16:creationId xmlns:a16="http://schemas.microsoft.com/office/drawing/2014/main" id="{F18D81A6-0236-9E41-A7B4-A78612301780}"/>
                  </a:ext>
                </a:extLst>
              </p14:cNvPr>
              <p14:cNvContentPartPr/>
              <p14:nvPr/>
            </p14:nvContentPartPr>
            <p14:xfrm>
              <a:off x="2139071" y="2663151"/>
              <a:ext cx="236880" cy="199440"/>
            </p14:xfrm>
          </p:contentPart>
        </mc:Choice>
        <mc:Fallback xmlns="">
          <p:pic>
            <p:nvPicPr>
              <p:cNvPr id="79" name="Ink 79">
                <a:extLst>
                  <a:ext uri="{FF2B5EF4-FFF2-40B4-BE49-F238E27FC236}">
                    <a16:creationId xmlns:a16="http://schemas.microsoft.com/office/drawing/2014/main" id="{F18D81A6-0236-9E41-A7B4-A7861230178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123591" y="2647671"/>
                <a:ext cx="2674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6C73264-C488-E647-885A-9266928F4EE4}"/>
                  </a:ext>
                </a:extLst>
              </p14:cNvPr>
              <p14:cNvContentPartPr/>
              <p14:nvPr/>
            </p14:nvContentPartPr>
            <p14:xfrm>
              <a:off x="3178391" y="2974191"/>
              <a:ext cx="124920" cy="439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6C73264-C488-E647-885A-9266928F4EE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163271" y="2959071"/>
                <a:ext cx="1555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ED8D53E-C400-DE4A-9C85-CE317EEF89EE}"/>
                  </a:ext>
                </a:extLst>
              </p14:cNvPr>
              <p14:cNvContentPartPr/>
              <p14:nvPr/>
            </p14:nvContentPartPr>
            <p14:xfrm>
              <a:off x="3178391" y="3073911"/>
              <a:ext cx="168480" cy="19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ED8D53E-C400-DE4A-9C85-CE317EEF89E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163271" y="3058791"/>
                <a:ext cx="1990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6" name="Ink 86">
                <a:extLst>
                  <a:ext uri="{FF2B5EF4-FFF2-40B4-BE49-F238E27FC236}">
                    <a16:creationId xmlns:a16="http://schemas.microsoft.com/office/drawing/2014/main" id="{E094C435-77F1-B14C-A4F3-CCA4FD0C1588}"/>
                  </a:ext>
                </a:extLst>
              </p14:cNvPr>
              <p14:cNvContentPartPr/>
              <p14:nvPr/>
            </p14:nvContentPartPr>
            <p14:xfrm>
              <a:off x="1815071" y="2912271"/>
              <a:ext cx="896760" cy="336240"/>
            </p14:xfrm>
          </p:contentPart>
        </mc:Choice>
        <mc:Fallback xmlns="">
          <p:pic>
            <p:nvPicPr>
              <p:cNvPr id="86" name="Ink 86">
                <a:extLst>
                  <a:ext uri="{FF2B5EF4-FFF2-40B4-BE49-F238E27FC236}">
                    <a16:creationId xmlns:a16="http://schemas.microsoft.com/office/drawing/2014/main" id="{E094C435-77F1-B14C-A4F3-CCA4FD0C158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799951" y="2896808"/>
                <a:ext cx="927360" cy="366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4" name="Ink 94">
                <a:extLst>
                  <a:ext uri="{FF2B5EF4-FFF2-40B4-BE49-F238E27FC236}">
                    <a16:creationId xmlns:a16="http://schemas.microsoft.com/office/drawing/2014/main" id="{709CE2FA-3F0F-BE41-AD25-A8AC5A8AA02C}"/>
                  </a:ext>
                </a:extLst>
              </p14:cNvPr>
              <p14:cNvContentPartPr/>
              <p14:nvPr/>
            </p14:nvContentPartPr>
            <p14:xfrm>
              <a:off x="3639191" y="2650551"/>
              <a:ext cx="1475640" cy="380520"/>
            </p14:xfrm>
          </p:contentPart>
        </mc:Choice>
        <mc:Fallback xmlns="">
          <p:pic>
            <p:nvPicPr>
              <p:cNvPr id="94" name="Ink 94">
                <a:extLst>
                  <a:ext uri="{FF2B5EF4-FFF2-40B4-BE49-F238E27FC236}">
                    <a16:creationId xmlns:a16="http://schemas.microsoft.com/office/drawing/2014/main" id="{709CE2FA-3F0F-BE41-AD25-A8AC5A8AA02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624071" y="2635417"/>
                <a:ext cx="1506240" cy="4111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0" name="Ink 100">
                <a:extLst>
                  <a:ext uri="{FF2B5EF4-FFF2-40B4-BE49-F238E27FC236}">
                    <a16:creationId xmlns:a16="http://schemas.microsoft.com/office/drawing/2014/main" id="{420DCFFC-E843-D74E-AA74-5979CAC31E0A}"/>
                  </a:ext>
                </a:extLst>
              </p14:cNvPr>
              <p14:cNvContentPartPr/>
              <p14:nvPr/>
            </p14:nvContentPartPr>
            <p14:xfrm>
              <a:off x="3838631" y="3092631"/>
              <a:ext cx="386280" cy="348840"/>
            </p14:xfrm>
          </p:contentPart>
        </mc:Choice>
        <mc:Fallback xmlns="">
          <p:pic>
            <p:nvPicPr>
              <p:cNvPr id="100" name="Ink 100">
                <a:extLst>
                  <a:ext uri="{FF2B5EF4-FFF2-40B4-BE49-F238E27FC236}">
                    <a16:creationId xmlns:a16="http://schemas.microsoft.com/office/drawing/2014/main" id="{420DCFFC-E843-D74E-AA74-5979CAC31E0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23151" y="3077511"/>
                <a:ext cx="41688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89A760C-2526-5743-9972-63A0CE43A4E0}"/>
                  </a:ext>
                </a:extLst>
              </p14:cNvPr>
              <p14:cNvContentPartPr/>
              <p14:nvPr/>
            </p14:nvContentPartPr>
            <p14:xfrm>
              <a:off x="5762111" y="2980671"/>
              <a:ext cx="100080" cy="190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89A760C-2526-5743-9972-63A0CE43A4E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746991" y="2965191"/>
                <a:ext cx="1303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EBB9728F-51BF-BF45-9B75-621612065DDC}"/>
                  </a:ext>
                </a:extLst>
              </p14:cNvPr>
              <p14:cNvContentPartPr/>
              <p14:nvPr/>
            </p14:nvContentPartPr>
            <p14:xfrm>
              <a:off x="5705951" y="3061671"/>
              <a:ext cx="143640" cy="190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EBB9728F-51BF-BF45-9B75-621612065DD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690831" y="3046191"/>
                <a:ext cx="1738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8" name="Ink 109">
                <a:extLst>
                  <a:ext uri="{FF2B5EF4-FFF2-40B4-BE49-F238E27FC236}">
                    <a16:creationId xmlns:a16="http://schemas.microsoft.com/office/drawing/2014/main" id="{41E2A708-6739-274A-89CA-29084E8B491F}"/>
                  </a:ext>
                </a:extLst>
              </p14:cNvPr>
              <p14:cNvContentPartPr/>
              <p14:nvPr/>
            </p14:nvContentPartPr>
            <p14:xfrm>
              <a:off x="4703711" y="3154911"/>
              <a:ext cx="249480" cy="155880"/>
            </p14:xfrm>
          </p:contentPart>
        </mc:Choice>
        <mc:Fallback xmlns="">
          <p:pic>
            <p:nvPicPr>
              <p:cNvPr id="108" name="Ink 109">
                <a:extLst>
                  <a:ext uri="{FF2B5EF4-FFF2-40B4-BE49-F238E27FC236}">
                    <a16:creationId xmlns:a16="http://schemas.microsoft.com/office/drawing/2014/main" id="{41E2A708-6739-274A-89CA-29084E8B491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688591" y="3139791"/>
                <a:ext cx="27972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9" name="Ink 110">
                <a:extLst>
                  <a:ext uri="{FF2B5EF4-FFF2-40B4-BE49-F238E27FC236}">
                    <a16:creationId xmlns:a16="http://schemas.microsoft.com/office/drawing/2014/main" id="{65FEDF8A-584F-F24C-AB00-3712C3D6455E}"/>
                  </a:ext>
                </a:extLst>
              </p14:cNvPr>
              <p14:cNvContentPartPr/>
              <p14:nvPr/>
            </p14:nvContentPartPr>
            <p14:xfrm>
              <a:off x="4380071" y="3198471"/>
              <a:ext cx="106200" cy="131040"/>
            </p14:xfrm>
          </p:contentPart>
        </mc:Choice>
        <mc:Fallback xmlns="">
          <p:pic>
            <p:nvPicPr>
              <p:cNvPr id="109" name="Ink 110">
                <a:extLst>
                  <a:ext uri="{FF2B5EF4-FFF2-40B4-BE49-F238E27FC236}">
                    <a16:creationId xmlns:a16="http://schemas.microsoft.com/office/drawing/2014/main" id="{65FEDF8A-584F-F24C-AB00-3712C3D6455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364951" y="3183351"/>
                <a:ext cx="1368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7" name="Ink 117">
                <a:extLst>
                  <a:ext uri="{FF2B5EF4-FFF2-40B4-BE49-F238E27FC236}">
                    <a16:creationId xmlns:a16="http://schemas.microsoft.com/office/drawing/2014/main" id="{FEED9538-9B89-864B-B4BF-6FDBE49FC510}"/>
                  </a:ext>
                </a:extLst>
              </p14:cNvPr>
              <p14:cNvContentPartPr/>
              <p14:nvPr/>
            </p14:nvContentPartPr>
            <p14:xfrm>
              <a:off x="6223631" y="2837391"/>
              <a:ext cx="882720" cy="330480"/>
            </p14:xfrm>
          </p:contentPart>
        </mc:Choice>
        <mc:Fallback xmlns="">
          <p:pic>
            <p:nvPicPr>
              <p:cNvPr id="117" name="Ink 117">
                <a:extLst>
                  <a:ext uri="{FF2B5EF4-FFF2-40B4-BE49-F238E27FC236}">
                    <a16:creationId xmlns:a16="http://schemas.microsoft.com/office/drawing/2014/main" id="{FEED9538-9B89-864B-B4BF-6FDBE49FC510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08157" y="2822271"/>
                <a:ext cx="912948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9" name="Ink 143">
                <a:extLst>
                  <a:ext uri="{FF2B5EF4-FFF2-40B4-BE49-F238E27FC236}">
                    <a16:creationId xmlns:a16="http://schemas.microsoft.com/office/drawing/2014/main" id="{E43DF38B-BC8A-514C-B2B9-C3BAA6A8FC7F}"/>
                  </a:ext>
                </a:extLst>
              </p14:cNvPr>
              <p14:cNvContentPartPr/>
              <p14:nvPr/>
            </p14:nvContentPartPr>
            <p14:xfrm>
              <a:off x="5631431" y="3945471"/>
              <a:ext cx="933480" cy="317880"/>
            </p14:xfrm>
          </p:contentPart>
        </mc:Choice>
        <mc:Fallback xmlns="">
          <p:pic>
            <p:nvPicPr>
              <p:cNvPr id="139" name="Ink 143">
                <a:extLst>
                  <a:ext uri="{FF2B5EF4-FFF2-40B4-BE49-F238E27FC236}">
                    <a16:creationId xmlns:a16="http://schemas.microsoft.com/office/drawing/2014/main" id="{E43DF38B-BC8A-514C-B2B9-C3BAA6A8FC7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616311" y="3930351"/>
                <a:ext cx="96408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0" name="Ink 144">
                <a:extLst>
                  <a:ext uri="{FF2B5EF4-FFF2-40B4-BE49-F238E27FC236}">
                    <a16:creationId xmlns:a16="http://schemas.microsoft.com/office/drawing/2014/main" id="{30F3B09E-2F9B-C54E-A8D7-47E7995D2B52}"/>
                  </a:ext>
                </a:extLst>
              </p14:cNvPr>
              <p14:cNvContentPartPr/>
              <p14:nvPr/>
            </p14:nvContentPartPr>
            <p14:xfrm>
              <a:off x="5109071" y="3865911"/>
              <a:ext cx="286200" cy="584280"/>
            </p14:xfrm>
          </p:contentPart>
        </mc:Choice>
        <mc:Fallback xmlns="">
          <p:pic>
            <p:nvPicPr>
              <p:cNvPr id="140" name="Ink 144">
                <a:extLst>
                  <a:ext uri="{FF2B5EF4-FFF2-40B4-BE49-F238E27FC236}">
                    <a16:creationId xmlns:a16="http://schemas.microsoft.com/office/drawing/2014/main" id="{30F3B09E-2F9B-C54E-A8D7-47E7995D2B5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093951" y="3850791"/>
                <a:ext cx="316440" cy="6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1" name="Ink 145">
                <a:extLst>
                  <a:ext uri="{FF2B5EF4-FFF2-40B4-BE49-F238E27FC236}">
                    <a16:creationId xmlns:a16="http://schemas.microsoft.com/office/drawing/2014/main" id="{11888027-ED3C-1045-A37E-25C4DC4BF09A}"/>
                  </a:ext>
                </a:extLst>
              </p14:cNvPr>
              <p14:cNvContentPartPr/>
              <p14:nvPr/>
            </p14:nvContentPartPr>
            <p14:xfrm>
              <a:off x="4467191" y="4032591"/>
              <a:ext cx="236880" cy="137520"/>
            </p14:xfrm>
          </p:contentPart>
        </mc:Choice>
        <mc:Fallback xmlns="">
          <p:pic>
            <p:nvPicPr>
              <p:cNvPr id="141" name="Ink 145">
                <a:extLst>
                  <a:ext uri="{FF2B5EF4-FFF2-40B4-BE49-F238E27FC236}">
                    <a16:creationId xmlns:a16="http://schemas.microsoft.com/office/drawing/2014/main" id="{11888027-ED3C-1045-A37E-25C4DC4BF09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452071" y="4017431"/>
                <a:ext cx="267480" cy="1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42" name="Ink 146">
                <a:extLst>
                  <a:ext uri="{FF2B5EF4-FFF2-40B4-BE49-F238E27FC236}">
                    <a16:creationId xmlns:a16="http://schemas.microsoft.com/office/drawing/2014/main" id="{3AD11DBB-721A-5B47-9119-95F0B3F1D548}"/>
                  </a:ext>
                </a:extLst>
              </p14:cNvPr>
              <p14:cNvContentPartPr/>
              <p14:nvPr/>
            </p14:nvContentPartPr>
            <p14:xfrm>
              <a:off x="2269751" y="3780231"/>
              <a:ext cx="1612800" cy="613440"/>
            </p14:xfrm>
          </p:contentPart>
        </mc:Choice>
        <mc:Fallback xmlns="">
          <p:pic>
            <p:nvPicPr>
              <p:cNvPr id="142" name="Ink 146">
                <a:extLst>
                  <a:ext uri="{FF2B5EF4-FFF2-40B4-BE49-F238E27FC236}">
                    <a16:creationId xmlns:a16="http://schemas.microsoft.com/office/drawing/2014/main" id="{3AD11DBB-721A-5B47-9119-95F0B3F1D54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54271" y="3765102"/>
                <a:ext cx="1643400" cy="644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43" name="Ink 147">
                <a:extLst>
                  <a:ext uri="{FF2B5EF4-FFF2-40B4-BE49-F238E27FC236}">
                    <a16:creationId xmlns:a16="http://schemas.microsoft.com/office/drawing/2014/main" id="{E576E072-1048-A144-9B62-D6BDD8776ECF}"/>
                  </a:ext>
                </a:extLst>
              </p14:cNvPr>
              <p14:cNvContentPartPr/>
              <p14:nvPr/>
            </p14:nvContentPartPr>
            <p14:xfrm>
              <a:off x="1030631" y="3960591"/>
              <a:ext cx="840960" cy="380880"/>
            </p14:xfrm>
          </p:contentPart>
        </mc:Choice>
        <mc:Fallback xmlns="">
          <p:pic>
            <p:nvPicPr>
              <p:cNvPr id="143" name="Ink 147">
                <a:extLst>
                  <a:ext uri="{FF2B5EF4-FFF2-40B4-BE49-F238E27FC236}">
                    <a16:creationId xmlns:a16="http://schemas.microsoft.com/office/drawing/2014/main" id="{E576E072-1048-A144-9B62-D6BDD8776EC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15511" y="3945471"/>
                <a:ext cx="871200" cy="41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7397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27" y="65380"/>
            <a:ext cx="8543925" cy="1325563"/>
          </a:xfrm>
        </p:spPr>
        <p:txBody>
          <a:bodyPr/>
          <a:lstStyle/>
          <a:p>
            <a:r>
              <a:rPr lang="en-US" dirty="0"/>
              <a:t>What if T is less than 1 year?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344361"/>
            <a:ext cx="8543925" cy="138279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Given that the interest rate is always given per annum (per year), if T is less than one year, we can calculate the interest based on the duration.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/>
              <p:cNvSpPr txBox="1">
                <a:spLocks/>
              </p:cNvSpPr>
              <p:nvPr/>
            </p:nvSpPr>
            <p:spPr>
              <a:xfrm>
                <a:off x="336884" y="2727157"/>
                <a:ext cx="7619999" cy="3769896"/>
              </a:xfrm>
              <a:prstGeom prst="rect">
                <a:avLst/>
              </a:prstGeom>
              <a:ln w="38100">
                <a:solidFill>
                  <a:srgbClr val="0070C0"/>
                </a:solidFill>
              </a:ln>
            </p:spPr>
            <p:txBody>
              <a:bodyPr vert="horz" lIns="91440" tIns="45720" rIns="91440" bIns="4572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685800" indent="-685800">
                  <a:buFont typeface="Arial" charset="0"/>
                  <a:buChar char="•"/>
                </a:pPr>
                <a:r>
                  <a:rPr lang="en-US" sz="2800" dirty="0"/>
                  <a:t>For</a:t>
                </a:r>
                <a:r>
                  <a:rPr lang="en-US" sz="2800" b="1" dirty="0"/>
                  <a:t> T in days days,    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𝑷𝑹𝑻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𝟑𝟔𝟓</m:t>
                        </m:r>
                      </m:den>
                    </m:f>
                  </m:oMath>
                </a14:m>
                <a:endParaRPr lang="en-AU" sz="2800" b="1" dirty="0">
                  <a:solidFill>
                    <a:srgbClr val="FF0000"/>
                  </a:solidFill>
                </a:endParaRPr>
              </a:p>
              <a:p>
                <a:pPr marL="685800" indent="-685800">
                  <a:buFont typeface="Arial" charset="0"/>
                  <a:buChar char="•"/>
                </a:pPr>
                <a:endParaRPr lang="en-AU" sz="2800" b="1" dirty="0">
                  <a:solidFill>
                    <a:srgbClr val="FF0000"/>
                  </a:solidFill>
                </a:endParaRPr>
              </a:p>
              <a:p>
                <a:pPr marL="685800" indent="-685800">
                  <a:buFont typeface="Arial" charset="0"/>
                  <a:buChar char="•"/>
                </a:pPr>
                <a:r>
                  <a:rPr lang="en-US" sz="2800" dirty="0"/>
                  <a:t>For</a:t>
                </a:r>
                <a:r>
                  <a:rPr lang="en-US" sz="2800" b="1" dirty="0"/>
                  <a:t> T in months,    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𝑷𝑹𝑻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𝟏𝟐</m:t>
                        </m:r>
                      </m:den>
                    </m:f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  <a:p>
                <a:pPr marL="685800" indent="-685800">
                  <a:buFont typeface="Arial" charset="0"/>
                  <a:buChar char="•"/>
                </a:pPr>
                <a:endParaRPr lang="en-US" sz="2800" dirty="0">
                  <a:solidFill>
                    <a:srgbClr val="FF0000"/>
                  </a:solidFill>
                </a:endParaRPr>
              </a:p>
              <a:p>
                <a:pPr marL="685800" indent="-685800">
                  <a:buFont typeface="Arial" charset="0"/>
                  <a:buChar char="•"/>
                </a:pPr>
                <a:r>
                  <a:rPr lang="en-US" sz="2800" dirty="0"/>
                  <a:t>For</a:t>
                </a:r>
                <a:r>
                  <a:rPr lang="en-US" sz="2800" b="1" dirty="0"/>
                  <a:t> T in quarters (3 months),    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𝑷𝑹𝑻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𝟒</m:t>
                        </m:r>
                      </m:den>
                    </m:f>
                  </m:oMath>
                </a14:m>
                <a:endParaRPr lang="en-AU" sz="2800" b="1" dirty="0">
                  <a:solidFill>
                    <a:srgbClr val="FF0000"/>
                  </a:solidFill>
                </a:endParaRPr>
              </a:p>
              <a:p>
                <a:pPr marL="685800" indent="-685800">
                  <a:buFont typeface="Arial" charset="0"/>
                  <a:buChar char="•"/>
                </a:pPr>
                <a:endParaRPr lang="en-US" sz="2800" dirty="0">
                  <a:solidFill>
                    <a:srgbClr val="FF0000"/>
                  </a:solidFill>
                </a:endParaRPr>
              </a:p>
              <a:p>
                <a:pPr marL="685800" indent="-685800">
                  <a:buFont typeface="Arial" charset="0"/>
                  <a:buChar char="•"/>
                </a:pPr>
                <a:r>
                  <a:rPr lang="en-US" sz="2800" dirty="0"/>
                  <a:t>For</a:t>
                </a:r>
                <a:r>
                  <a:rPr lang="en-US" sz="2800" b="1" dirty="0"/>
                  <a:t> T in half year (6 months),    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𝑷𝑹𝑻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84" y="2727157"/>
                <a:ext cx="7619999" cy="3769896"/>
              </a:xfrm>
              <a:prstGeom prst="rect">
                <a:avLst/>
              </a:prstGeom>
              <a:blipFill rotWithShape="0">
                <a:blip r:embed="rId2"/>
                <a:stretch>
                  <a:fillRect l="-1194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068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062" y="384283"/>
            <a:ext cx="8881416" cy="57685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How much interest is due after 75 days for an investment of $25 678 invested at 8% per annum?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C44256D-5F1E-4F4B-9957-DC2BC9BE972C}"/>
                  </a:ext>
                </a:extLst>
              </p14:cNvPr>
              <p14:cNvContentPartPr/>
              <p14:nvPr/>
            </p14:nvContentPartPr>
            <p14:xfrm>
              <a:off x="5120951" y="764151"/>
              <a:ext cx="1108440" cy="75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C44256D-5F1E-4F4B-9957-DC2BC9BE97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05831" y="749031"/>
                <a:ext cx="113904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6">
                <a:extLst>
                  <a:ext uri="{FF2B5EF4-FFF2-40B4-BE49-F238E27FC236}">
                    <a16:creationId xmlns:a16="http://schemas.microsoft.com/office/drawing/2014/main" id="{51A5FA41-DA4C-684A-B839-BF8FAF738ED4}"/>
                  </a:ext>
                </a:extLst>
              </p14:cNvPr>
              <p14:cNvContentPartPr/>
              <p14:nvPr/>
            </p14:nvContentPartPr>
            <p14:xfrm>
              <a:off x="6434591" y="63591"/>
              <a:ext cx="628920" cy="364680"/>
            </p14:xfrm>
          </p:contentPart>
        </mc:Choice>
        <mc:Fallback xmlns="">
          <p:pic>
            <p:nvPicPr>
              <p:cNvPr id="14" name="Ink 16">
                <a:extLst>
                  <a:ext uri="{FF2B5EF4-FFF2-40B4-BE49-F238E27FC236}">
                    <a16:creationId xmlns:a16="http://schemas.microsoft.com/office/drawing/2014/main" id="{51A5FA41-DA4C-684A-B839-BF8FAF738E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19120" y="48486"/>
                <a:ext cx="659143" cy="394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7">
                <a:extLst>
                  <a:ext uri="{FF2B5EF4-FFF2-40B4-BE49-F238E27FC236}">
                    <a16:creationId xmlns:a16="http://schemas.microsoft.com/office/drawing/2014/main" id="{E38EA18C-4551-664D-BA6E-8DD62F35C6AE}"/>
                  </a:ext>
                </a:extLst>
              </p14:cNvPr>
              <p14:cNvContentPartPr/>
              <p14:nvPr/>
            </p14:nvContentPartPr>
            <p14:xfrm>
              <a:off x="5811791" y="154311"/>
              <a:ext cx="411480" cy="187200"/>
            </p14:xfrm>
          </p:contentPart>
        </mc:Choice>
        <mc:Fallback xmlns="">
          <p:pic>
            <p:nvPicPr>
              <p:cNvPr id="15" name="Ink 17">
                <a:extLst>
                  <a:ext uri="{FF2B5EF4-FFF2-40B4-BE49-F238E27FC236}">
                    <a16:creationId xmlns:a16="http://schemas.microsoft.com/office/drawing/2014/main" id="{E38EA18C-4551-664D-BA6E-8DD62F35C6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96658" y="138831"/>
                <a:ext cx="442107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8">
                <a:extLst>
                  <a:ext uri="{FF2B5EF4-FFF2-40B4-BE49-F238E27FC236}">
                    <a16:creationId xmlns:a16="http://schemas.microsoft.com/office/drawing/2014/main" id="{6B4A5A1A-E0A7-8141-818B-1D83026692CC}"/>
                  </a:ext>
                </a:extLst>
              </p14:cNvPr>
              <p14:cNvContentPartPr/>
              <p14:nvPr/>
            </p14:nvContentPartPr>
            <p14:xfrm>
              <a:off x="5239031" y="166551"/>
              <a:ext cx="423720" cy="205920"/>
            </p14:xfrm>
          </p:contentPart>
        </mc:Choice>
        <mc:Fallback xmlns="">
          <p:pic>
            <p:nvPicPr>
              <p:cNvPr id="16" name="Ink 18">
                <a:extLst>
                  <a:ext uri="{FF2B5EF4-FFF2-40B4-BE49-F238E27FC236}">
                    <a16:creationId xmlns:a16="http://schemas.microsoft.com/office/drawing/2014/main" id="{6B4A5A1A-E0A7-8141-818B-1D83026692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23911" y="151431"/>
                <a:ext cx="45432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3C7F04D-1245-8548-B9F1-C13CA720DF1A}"/>
                  </a:ext>
                </a:extLst>
              </p14:cNvPr>
              <p14:cNvContentPartPr/>
              <p14:nvPr/>
            </p14:nvContentPartPr>
            <p14:xfrm>
              <a:off x="787991" y="1193991"/>
              <a:ext cx="1369800" cy="626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3C7F04D-1245-8548-B9F1-C13CA720DF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2871" y="1178511"/>
                <a:ext cx="140040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DE56B64-F2C5-4C46-87C6-4142FF240F04}"/>
                  </a:ext>
                </a:extLst>
              </p14:cNvPr>
              <p14:cNvContentPartPr/>
              <p14:nvPr/>
            </p14:nvContentPartPr>
            <p14:xfrm>
              <a:off x="3714071" y="1150431"/>
              <a:ext cx="2285280" cy="439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DE56B64-F2C5-4C46-87C6-4142FF240F0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98591" y="1134951"/>
                <a:ext cx="23155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1934307-1BB5-B640-9BC6-198868959B3F}"/>
                  </a:ext>
                </a:extLst>
              </p14:cNvPr>
              <p14:cNvContentPartPr/>
              <p14:nvPr/>
            </p14:nvContentPartPr>
            <p14:xfrm>
              <a:off x="4510751" y="1256271"/>
              <a:ext cx="230760" cy="267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1934307-1BB5-B640-9BC6-198868959B3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95631" y="1240791"/>
                <a:ext cx="26136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Ink 25">
                <a:extLst>
                  <a:ext uri="{FF2B5EF4-FFF2-40B4-BE49-F238E27FC236}">
                    <a16:creationId xmlns:a16="http://schemas.microsoft.com/office/drawing/2014/main" id="{B4D55B49-1129-C541-BF0C-D2971DFCB10A}"/>
                  </a:ext>
                </a:extLst>
              </p14:cNvPr>
              <p14:cNvContentPartPr/>
              <p14:nvPr/>
            </p14:nvContentPartPr>
            <p14:xfrm>
              <a:off x="868991" y="1374351"/>
              <a:ext cx="205560" cy="268200"/>
            </p14:xfrm>
          </p:contentPart>
        </mc:Choice>
        <mc:Fallback xmlns="">
          <p:pic>
            <p:nvPicPr>
              <p:cNvPr id="25" name="Ink 25">
                <a:extLst>
                  <a:ext uri="{FF2B5EF4-FFF2-40B4-BE49-F238E27FC236}">
                    <a16:creationId xmlns:a16="http://schemas.microsoft.com/office/drawing/2014/main" id="{B4D55B49-1129-C541-BF0C-D2971DFCB10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53538" y="1359231"/>
                <a:ext cx="235747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A034705-AFDE-5C48-9D88-AB499B7B6AAF}"/>
                  </a:ext>
                </a:extLst>
              </p14:cNvPr>
              <p14:cNvContentPartPr/>
              <p14:nvPr/>
            </p14:nvContentPartPr>
            <p14:xfrm>
              <a:off x="1815071" y="2401791"/>
              <a:ext cx="118800" cy="37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A034705-AFDE-5C48-9D88-AB499B7B6AA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99951" y="2386311"/>
                <a:ext cx="14904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DCDFE86-BBE3-1B45-9A1F-39843EA179FD}"/>
                  </a:ext>
                </a:extLst>
              </p14:cNvPr>
              <p14:cNvContentPartPr/>
              <p14:nvPr/>
            </p14:nvContentPartPr>
            <p14:xfrm>
              <a:off x="1790231" y="2519871"/>
              <a:ext cx="180720" cy="25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DCDFE86-BBE3-1B45-9A1F-39843EA179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75111" y="2504751"/>
                <a:ext cx="2113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7" name="Ink 38">
                <a:extLst>
                  <a:ext uri="{FF2B5EF4-FFF2-40B4-BE49-F238E27FC236}">
                    <a16:creationId xmlns:a16="http://schemas.microsoft.com/office/drawing/2014/main" id="{C3B833AA-F519-124C-BD20-390E8797113B}"/>
                  </a:ext>
                </a:extLst>
              </p14:cNvPr>
              <p14:cNvContentPartPr/>
              <p14:nvPr/>
            </p14:nvContentPartPr>
            <p14:xfrm>
              <a:off x="1267151" y="2314311"/>
              <a:ext cx="293040" cy="355320"/>
            </p14:xfrm>
          </p:contentPart>
        </mc:Choice>
        <mc:Fallback xmlns="">
          <p:pic>
            <p:nvPicPr>
              <p:cNvPr id="37" name="Ink 38">
                <a:extLst>
                  <a:ext uri="{FF2B5EF4-FFF2-40B4-BE49-F238E27FC236}">
                    <a16:creationId xmlns:a16="http://schemas.microsoft.com/office/drawing/2014/main" id="{C3B833AA-F519-124C-BD20-390E8797113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52031" y="2299191"/>
                <a:ext cx="32328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54A4700-D660-8641-B372-F37F07FF6811}"/>
                  </a:ext>
                </a:extLst>
              </p14:cNvPr>
              <p14:cNvContentPartPr/>
              <p14:nvPr/>
            </p14:nvContentPartPr>
            <p14:xfrm>
              <a:off x="4404911" y="2482431"/>
              <a:ext cx="106200" cy="12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54A4700-D660-8641-B372-F37F07FF68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89791" y="2467311"/>
                <a:ext cx="1368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0C537F1-5953-B54B-80D3-5496449AF4F9}"/>
                  </a:ext>
                </a:extLst>
              </p14:cNvPr>
              <p14:cNvContentPartPr/>
              <p14:nvPr/>
            </p14:nvContentPartPr>
            <p14:xfrm>
              <a:off x="4392671" y="2557311"/>
              <a:ext cx="180720" cy="6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0C537F1-5953-B54B-80D3-5496449AF4F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77191" y="2541831"/>
                <a:ext cx="211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7" name="Ink 47">
                <a:extLst>
                  <a:ext uri="{FF2B5EF4-FFF2-40B4-BE49-F238E27FC236}">
                    <a16:creationId xmlns:a16="http://schemas.microsoft.com/office/drawing/2014/main" id="{FAE4A7D1-3079-A64D-AA94-570BF777FABB}"/>
                  </a:ext>
                </a:extLst>
              </p14:cNvPr>
              <p14:cNvContentPartPr/>
              <p14:nvPr/>
            </p14:nvContentPartPr>
            <p14:xfrm>
              <a:off x="2437871" y="2084271"/>
              <a:ext cx="1494360" cy="703440"/>
            </p14:xfrm>
          </p:contentPart>
        </mc:Choice>
        <mc:Fallback xmlns="">
          <p:pic>
            <p:nvPicPr>
              <p:cNvPr id="47" name="Ink 47">
                <a:extLst>
                  <a:ext uri="{FF2B5EF4-FFF2-40B4-BE49-F238E27FC236}">
                    <a16:creationId xmlns:a16="http://schemas.microsoft.com/office/drawing/2014/main" id="{FAE4A7D1-3079-A64D-AA94-570BF777FAB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22391" y="2068799"/>
                <a:ext cx="1524960" cy="734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9" name="Ink 79">
                <a:extLst>
                  <a:ext uri="{FF2B5EF4-FFF2-40B4-BE49-F238E27FC236}">
                    <a16:creationId xmlns:a16="http://schemas.microsoft.com/office/drawing/2014/main" id="{CED69B01-CBB3-9744-B9C3-3F55207005BC}"/>
                  </a:ext>
                </a:extLst>
              </p14:cNvPr>
              <p14:cNvContentPartPr/>
              <p14:nvPr/>
            </p14:nvContentPartPr>
            <p14:xfrm>
              <a:off x="4996391" y="1947111"/>
              <a:ext cx="4202640" cy="853200"/>
            </p14:xfrm>
          </p:contentPart>
        </mc:Choice>
        <mc:Fallback xmlns="">
          <p:pic>
            <p:nvPicPr>
              <p:cNvPr id="79" name="Ink 79">
                <a:extLst>
                  <a:ext uri="{FF2B5EF4-FFF2-40B4-BE49-F238E27FC236}">
                    <a16:creationId xmlns:a16="http://schemas.microsoft.com/office/drawing/2014/main" id="{CED69B01-CBB3-9744-B9C3-3F55207005B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981271" y="1931991"/>
                <a:ext cx="4233240" cy="88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AFC3BC44-4F53-8546-B686-38866099488C}"/>
                  </a:ext>
                </a:extLst>
              </p14:cNvPr>
              <p14:cNvContentPartPr/>
              <p14:nvPr/>
            </p14:nvContentPartPr>
            <p14:xfrm>
              <a:off x="4448471" y="3609231"/>
              <a:ext cx="131040" cy="439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AFC3BC44-4F53-8546-B686-38866099488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33351" y="3594111"/>
                <a:ext cx="1616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E8CB765-4A0B-1A4D-AC80-912CBFE65CEF}"/>
                  </a:ext>
                </a:extLst>
              </p14:cNvPr>
              <p14:cNvContentPartPr/>
              <p14:nvPr/>
            </p14:nvContentPartPr>
            <p14:xfrm>
              <a:off x="4411031" y="3746391"/>
              <a:ext cx="180720" cy="378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E8CB765-4A0B-1A4D-AC80-912CBFE65CE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95911" y="3730911"/>
                <a:ext cx="2113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5404E4B1-BD77-944D-B648-B161C6564272}"/>
                  </a:ext>
                </a:extLst>
              </p14:cNvPr>
              <p14:cNvContentPartPr/>
              <p14:nvPr/>
            </p14:nvContentPartPr>
            <p14:xfrm>
              <a:off x="6117071" y="3640551"/>
              <a:ext cx="6480" cy="313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5404E4B1-BD77-944D-B648-B161C656427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101591" y="3625071"/>
                <a:ext cx="3708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2" name="Ink 93">
                <a:extLst>
                  <a:ext uri="{FF2B5EF4-FFF2-40B4-BE49-F238E27FC236}">
                    <a16:creationId xmlns:a16="http://schemas.microsoft.com/office/drawing/2014/main" id="{A40BEA07-91D3-3947-BF10-BC2CABFCC555}"/>
                  </a:ext>
                </a:extLst>
              </p14:cNvPr>
              <p14:cNvContentPartPr/>
              <p14:nvPr/>
            </p14:nvContentPartPr>
            <p14:xfrm>
              <a:off x="6372311" y="3431031"/>
              <a:ext cx="709920" cy="334440"/>
            </p14:xfrm>
          </p:contentPart>
        </mc:Choice>
        <mc:Fallback xmlns="">
          <p:pic>
            <p:nvPicPr>
              <p:cNvPr id="92" name="Ink 93">
                <a:extLst>
                  <a:ext uri="{FF2B5EF4-FFF2-40B4-BE49-F238E27FC236}">
                    <a16:creationId xmlns:a16="http://schemas.microsoft.com/office/drawing/2014/main" id="{A40BEA07-91D3-3947-BF10-BC2CABFCC55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56831" y="3415551"/>
                <a:ext cx="74052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3" name="Ink 94">
                <a:extLst>
                  <a:ext uri="{FF2B5EF4-FFF2-40B4-BE49-F238E27FC236}">
                    <a16:creationId xmlns:a16="http://schemas.microsoft.com/office/drawing/2014/main" id="{39D47ED9-F758-8447-964A-A223C9464318}"/>
                  </a:ext>
                </a:extLst>
              </p14:cNvPr>
              <p14:cNvContentPartPr/>
              <p14:nvPr/>
            </p14:nvContentPartPr>
            <p14:xfrm>
              <a:off x="5158391" y="3491151"/>
              <a:ext cx="747000" cy="330480"/>
            </p14:xfrm>
          </p:contentPart>
        </mc:Choice>
        <mc:Fallback xmlns="">
          <p:pic>
            <p:nvPicPr>
              <p:cNvPr id="93" name="Ink 94">
                <a:extLst>
                  <a:ext uri="{FF2B5EF4-FFF2-40B4-BE49-F238E27FC236}">
                    <a16:creationId xmlns:a16="http://schemas.microsoft.com/office/drawing/2014/main" id="{39D47ED9-F758-8447-964A-A223C946431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142918" y="3475671"/>
                <a:ext cx="777585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9" name="Ink 124">
                <a:extLst>
                  <a:ext uri="{FF2B5EF4-FFF2-40B4-BE49-F238E27FC236}">
                    <a16:creationId xmlns:a16="http://schemas.microsoft.com/office/drawing/2014/main" id="{9BD5C5EB-91CA-8746-B0B9-E2E4D60F7890}"/>
                  </a:ext>
                </a:extLst>
              </p14:cNvPr>
              <p14:cNvContentPartPr/>
              <p14:nvPr/>
            </p14:nvContentPartPr>
            <p14:xfrm>
              <a:off x="6198071" y="4564671"/>
              <a:ext cx="304560" cy="203040"/>
            </p14:xfrm>
          </p:contentPart>
        </mc:Choice>
        <mc:Fallback xmlns="">
          <p:pic>
            <p:nvPicPr>
              <p:cNvPr id="119" name="Ink 124">
                <a:extLst>
                  <a:ext uri="{FF2B5EF4-FFF2-40B4-BE49-F238E27FC236}">
                    <a16:creationId xmlns:a16="http://schemas.microsoft.com/office/drawing/2014/main" id="{9BD5C5EB-91CA-8746-B0B9-E2E4D60F789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182591" y="4549551"/>
                <a:ext cx="3351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0" name="Ink 125">
                <a:extLst>
                  <a:ext uri="{FF2B5EF4-FFF2-40B4-BE49-F238E27FC236}">
                    <a16:creationId xmlns:a16="http://schemas.microsoft.com/office/drawing/2014/main" id="{0F235299-5490-4748-873B-6B3281C14900}"/>
                  </a:ext>
                </a:extLst>
              </p14:cNvPr>
              <p14:cNvContentPartPr/>
              <p14:nvPr/>
            </p14:nvContentPartPr>
            <p14:xfrm>
              <a:off x="5232911" y="4518231"/>
              <a:ext cx="778680" cy="336600"/>
            </p14:xfrm>
          </p:contentPart>
        </mc:Choice>
        <mc:Fallback xmlns="">
          <p:pic>
            <p:nvPicPr>
              <p:cNvPr id="120" name="Ink 125">
                <a:extLst>
                  <a:ext uri="{FF2B5EF4-FFF2-40B4-BE49-F238E27FC236}">
                    <a16:creationId xmlns:a16="http://schemas.microsoft.com/office/drawing/2014/main" id="{0F235299-5490-4748-873B-6B3281C1490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217791" y="4503111"/>
                <a:ext cx="80892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1" name="Ink 126">
                <a:extLst>
                  <a:ext uri="{FF2B5EF4-FFF2-40B4-BE49-F238E27FC236}">
                    <a16:creationId xmlns:a16="http://schemas.microsoft.com/office/drawing/2014/main" id="{D76EAE52-0A1B-FB44-ACD5-9ABCFCE85C99}"/>
                  </a:ext>
                </a:extLst>
              </p14:cNvPr>
              <p14:cNvContentPartPr/>
              <p14:nvPr/>
            </p14:nvContentPartPr>
            <p14:xfrm>
              <a:off x="4753751" y="4440831"/>
              <a:ext cx="305280" cy="451440"/>
            </p14:xfrm>
          </p:contentPart>
        </mc:Choice>
        <mc:Fallback xmlns="">
          <p:pic>
            <p:nvPicPr>
              <p:cNvPr id="121" name="Ink 126">
                <a:extLst>
                  <a:ext uri="{FF2B5EF4-FFF2-40B4-BE49-F238E27FC236}">
                    <a16:creationId xmlns:a16="http://schemas.microsoft.com/office/drawing/2014/main" id="{D76EAE52-0A1B-FB44-ACD5-9ABCFCE85C9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738271" y="4425711"/>
                <a:ext cx="335880" cy="4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2" name="Ink 127">
                <a:extLst>
                  <a:ext uri="{FF2B5EF4-FFF2-40B4-BE49-F238E27FC236}">
                    <a16:creationId xmlns:a16="http://schemas.microsoft.com/office/drawing/2014/main" id="{3CEE3ACD-83FC-F84B-B6AB-946FD3F59700}"/>
                  </a:ext>
                </a:extLst>
              </p14:cNvPr>
              <p14:cNvContentPartPr/>
              <p14:nvPr/>
            </p14:nvContentPartPr>
            <p14:xfrm>
              <a:off x="4006391" y="4580511"/>
              <a:ext cx="317160" cy="261720"/>
            </p14:xfrm>
          </p:contentPart>
        </mc:Choice>
        <mc:Fallback xmlns="">
          <p:pic>
            <p:nvPicPr>
              <p:cNvPr id="122" name="Ink 127">
                <a:extLst>
                  <a:ext uri="{FF2B5EF4-FFF2-40B4-BE49-F238E27FC236}">
                    <a16:creationId xmlns:a16="http://schemas.microsoft.com/office/drawing/2014/main" id="{3CEE3ACD-83FC-F84B-B6AB-946FD3F5970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991271" y="4565391"/>
                <a:ext cx="34776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3" name="Ink 128">
                <a:extLst>
                  <a:ext uri="{FF2B5EF4-FFF2-40B4-BE49-F238E27FC236}">
                    <a16:creationId xmlns:a16="http://schemas.microsoft.com/office/drawing/2014/main" id="{3851B5FE-D9E7-5C4A-BDCA-8754207AEAAA}"/>
                  </a:ext>
                </a:extLst>
              </p14:cNvPr>
              <p14:cNvContentPartPr/>
              <p14:nvPr/>
            </p14:nvContentPartPr>
            <p14:xfrm>
              <a:off x="2238431" y="4518231"/>
              <a:ext cx="1251720" cy="429840"/>
            </p14:xfrm>
          </p:contentPart>
        </mc:Choice>
        <mc:Fallback xmlns="">
          <p:pic>
            <p:nvPicPr>
              <p:cNvPr id="123" name="Ink 128">
                <a:extLst>
                  <a:ext uri="{FF2B5EF4-FFF2-40B4-BE49-F238E27FC236}">
                    <a16:creationId xmlns:a16="http://schemas.microsoft.com/office/drawing/2014/main" id="{3851B5FE-D9E7-5C4A-BDCA-8754207AEAA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223311" y="4503111"/>
                <a:ext cx="128232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4" name="Ink 129">
                <a:extLst>
                  <a:ext uri="{FF2B5EF4-FFF2-40B4-BE49-F238E27FC236}">
                    <a16:creationId xmlns:a16="http://schemas.microsoft.com/office/drawing/2014/main" id="{2856C29D-213C-754B-A1ED-90667FA86D9A}"/>
                  </a:ext>
                </a:extLst>
              </p14:cNvPr>
              <p14:cNvContentPartPr/>
              <p14:nvPr/>
            </p14:nvContentPartPr>
            <p14:xfrm>
              <a:off x="1149071" y="4648911"/>
              <a:ext cx="729000" cy="380160"/>
            </p14:xfrm>
          </p:contentPart>
        </mc:Choice>
        <mc:Fallback xmlns="">
          <p:pic>
            <p:nvPicPr>
              <p:cNvPr id="124" name="Ink 129">
                <a:extLst>
                  <a:ext uri="{FF2B5EF4-FFF2-40B4-BE49-F238E27FC236}">
                    <a16:creationId xmlns:a16="http://schemas.microsoft.com/office/drawing/2014/main" id="{2856C29D-213C-754B-A1ED-90667FA86D9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33944" y="4633791"/>
                <a:ext cx="759615" cy="41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67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061" y="384283"/>
            <a:ext cx="9237877" cy="57685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much is the interest rate per annum if I invested $88 000 in an account which yield an interest of $289 after 3 months?  (Give your answers to 2 decimal places)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A9AEC3C-564F-3445-ABCB-0C2B8F6C383A}"/>
                  </a:ext>
                </a:extLst>
              </p14:cNvPr>
              <p14:cNvContentPartPr/>
              <p14:nvPr/>
            </p14:nvContentPartPr>
            <p14:xfrm>
              <a:off x="8289671" y="795471"/>
              <a:ext cx="1239120" cy="31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A9AEC3C-564F-3445-ABCB-0C2B8F6C38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74551" y="780351"/>
                <a:ext cx="12697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A9BD9E-09D3-2A4D-B7CE-673ED83163D5}"/>
                  </a:ext>
                </a:extLst>
              </p14:cNvPr>
              <p14:cNvContentPartPr/>
              <p14:nvPr/>
            </p14:nvContentPartPr>
            <p14:xfrm>
              <a:off x="8719151" y="173031"/>
              <a:ext cx="180720" cy="330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A9BD9E-09D3-2A4D-B7CE-673ED83163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04031" y="157551"/>
                <a:ext cx="21132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4D8ECD7-006D-9A40-8FB5-95EBE887D33A}"/>
                  </a:ext>
                </a:extLst>
              </p14:cNvPr>
              <p14:cNvContentPartPr/>
              <p14:nvPr/>
            </p14:nvContentPartPr>
            <p14:xfrm>
              <a:off x="7885031" y="1168791"/>
              <a:ext cx="1506960" cy="112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4D8ECD7-006D-9A40-8FB5-95EBE887D3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69911" y="1153671"/>
                <a:ext cx="153756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6">
                <a:extLst>
                  <a:ext uri="{FF2B5EF4-FFF2-40B4-BE49-F238E27FC236}">
                    <a16:creationId xmlns:a16="http://schemas.microsoft.com/office/drawing/2014/main" id="{7A004B5A-AB77-D14A-8BEF-17964101F3CC}"/>
                  </a:ext>
                </a:extLst>
              </p14:cNvPr>
              <p14:cNvContentPartPr/>
              <p14:nvPr/>
            </p14:nvContentPartPr>
            <p14:xfrm>
              <a:off x="8445191" y="1399191"/>
              <a:ext cx="1401480" cy="274680"/>
            </p14:xfrm>
          </p:contentPart>
        </mc:Choice>
        <mc:Fallback xmlns="">
          <p:pic>
            <p:nvPicPr>
              <p:cNvPr id="15" name="Ink 16">
                <a:extLst>
                  <a:ext uri="{FF2B5EF4-FFF2-40B4-BE49-F238E27FC236}">
                    <a16:creationId xmlns:a16="http://schemas.microsoft.com/office/drawing/2014/main" id="{7A004B5A-AB77-D14A-8BEF-17964101F3C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30067" y="1384051"/>
                <a:ext cx="1432088" cy="30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7">
                <a:extLst>
                  <a:ext uri="{FF2B5EF4-FFF2-40B4-BE49-F238E27FC236}">
                    <a16:creationId xmlns:a16="http://schemas.microsoft.com/office/drawing/2014/main" id="{796E3BE8-CD35-B544-A4BA-46F8D8C57C0C}"/>
                  </a:ext>
                </a:extLst>
              </p14:cNvPr>
              <p14:cNvContentPartPr/>
              <p14:nvPr/>
            </p14:nvContentPartPr>
            <p14:xfrm>
              <a:off x="8043431" y="1424391"/>
              <a:ext cx="184320" cy="205560"/>
            </p14:xfrm>
          </p:contentPart>
        </mc:Choice>
        <mc:Fallback xmlns="">
          <p:pic>
            <p:nvPicPr>
              <p:cNvPr id="16" name="Ink 17">
                <a:extLst>
                  <a:ext uri="{FF2B5EF4-FFF2-40B4-BE49-F238E27FC236}">
                    <a16:creationId xmlns:a16="http://schemas.microsoft.com/office/drawing/2014/main" id="{796E3BE8-CD35-B544-A4BA-46F8D8C57C0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28311" y="1408938"/>
                <a:ext cx="214920" cy="2357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0881775-FFEF-584A-8D28-B4F344325DD2}"/>
                  </a:ext>
                </a:extLst>
              </p14:cNvPr>
              <p14:cNvContentPartPr/>
              <p14:nvPr/>
            </p14:nvContentPartPr>
            <p14:xfrm>
              <a:off x="6291311" y="1187511"/>
              <a:ext cx="647640" cy="25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0881775-FFEF-584A-8D28-B4F344325DD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76191" y="1172391"/>
                <a:ext cx="6782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3">
                <a:extLst>
                  <a:ext uri="{FF2B5EF4-FFF2-40B4-BE49-F238E27FC236}">
                    <a16:creationId xmlns:a16="http://schemas.microsoft.com/office/drawing/2014/main" id="{E0DEB438-CF16-A14F-A558-AE227F1EE11C}"/>
                  </a:ext>
                </a:extLst>
              </p14:cNvPr>
              <p14:cNvContentPartPr/>
              <p14:nvPr/>
            </p14:nvContentPartPr>
            <p14:xfrm>
              <a:off x="6440711" y="1386951"/>
              <a:ext cx="155880" cy="230400"/>
            </p14:xfrm>
          </p:contentPart>
        </mc:Choice>
        <mc:Fallback xmlns="">
          <p:pic>
            <p:nvPicPr>
              <p:cNvPr id="23" name="Ink 23">
                <a:extLst>
                  <a:ext uri="{FF2B5EF4-FFF2-40B4-BE49-F238E27FC236}">
                    <a16:creationId xmlns:a16="http://schemas.microsoft.com/office/drawing/2014/main" id="{E0DEB438-CF16-A14F-A558-AE227F1EE1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25591" y="1371495"/>
                <a:ext cx="186480" cy="260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2D7C5F6-657C-E342-AB3B-1ADFFA5EA1AA}"/>
                  </a:ext>
                </a:extLst>
              </p14:cNvPr>
              <p14:cNvContentPartPr/>
              <p14:nvPr/>
            </p14:nvContentPartPr>
            <p14:xfrm>
              <a:off x="1186511" y="2183631"/>
              <a:ext cx="131040" cy="313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2D7C5F6-657C-E342-AB3B-1ADFFA5EA1A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71031" y="2168511"/>
                <a:ext cx="1616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F3AD322-87E0-B04C-8EFB-9A5C4EF9F3D3}"/>
                  </a:ext>
                </a:extLst>
              </p14:cNvPr>
              <p14:cNvContentPartPr/>
              <p14:nvPr/>
            </p14:nvContentPartPr>
            <p14:xfrm>
              <a:off x="1192631" y="2258511"/>
              <a:ext cx="187200" cy="500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F3AD322-87E0-B04C-8EFB-9A5C4EF9F3D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77511" y="2243031"/>
                <a:ext cx="2178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6" name="Ink 37">
                <a:extLst>
                  <a:ext uri="{FF2B5EF4-FFF2-40B4-BE49-F238E27FC236}">
                    <a16:creationId xmlns:a16="http://schemas.microsoft.com/office/drawing/2014/main" id="{E46CC19D-AD4E-2B4F-AEF2-D7C07CEF2F41}"/>
                  </a:ext>
                </a:extLst>
              </p14:cNvPr>
              <p14:cNvContentPartPr/>
              <p14:nvPr/>
            </p14:nvContentPartPr>
            <p14:xfrm>
              <a:off x="738311" y="2152671"/>
              <a:ext cx="292680" cy="274320"/>
            </p14:xfrm>
          </p:contentPart>
        </mc:Choice>
        <mc:Fallback xmlns="">
          <p:pic>
            <p:nvPicPr>
              <p:cNvPr id="36" name="Ink 37">
                <a:extLst>
                  <a:ext uri="{FF2B5EF4-FFF2-40B4-BE49-F238E27FC236}">
                    <a16:creationId xmlns:a16="http://schemas.microsoft.com/office/drawing/2014/main" id="{E46CC19D-AD4E-2B4F-AEF2-D7C07CEF2F4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22850" y="2137191"/>
                <a:ext cx="322883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1" name="Ink 41">
                <a:extLst>
                  <a:ext uri="{FF2B5EF4-FFF2-40B4-BE49-F238E27FC236}">
                    <a16:creationId xmlns:a16="http://schemas.microsoft.com/office/drawing/2014/main" id="{B29CDF80-CD03-3B4B-AAA7-1F139967705F}"/>
                  </a:ext>
                </a:extLst>
              </p14:cNvPr>
              <p14:cNvContentPartPr/>
              <p14:nvPr/>
            </p14:nvContentPartPr>
            <p14:xfrm>
              <a:off x="1646951" y="1934871"/>
              <a:ext cx="1108440" cy="374040"/>
            </p14:xfrm>
          </p:contentPart>
        </mc:Choice>
        <mc:Fallback xmlns="">
          <p:pic>
            <p:nvPicPr>
              <p:cNvPr id="41" name="Ink 41">
                <a:extLst>
                  <a:ext uri="{FF2B5EF4-FFF2-40B4-BE49-F238E27FC236}">
                    <a16:creationId xmlns:a16="http://schemas.microsoft.com/office/drawing/2014/main" id="{B29CDF80-CD03-3B4B-AAA7-1F139967705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31831" y="1919391"/>
                <a:ext cx="113904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6A60CC6-5429-8648-B2B1-C4B353F6090E}"/>
                  </a:ext>
                </a:extLst>
              </p14:cNvPr>
              <p14:cNvContentPartPr/>
              <p14:nvPr/>
            </p14:nvContentPartPr>
            <p14:xfrm>
              <a:off x="1261031" y="2849991"/>
              <a:ext cx="280440" cy="3304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6A60CC6-5429-8648-B2B1-C4B353F6090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45911" y="2834511"/>
                <a:ext cx="31104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E02352A-F172-6245-82AB-9734C22CC6EC}"/>
                  </a:ext>
                </a:extLst>
              </p14:cNvPr>
              <p14:cNvContentPartPr/>
              <p14:nvPr/>
            </p14:nvContentPartPr>
            <p14:xfrm>
              <a:off x="1696991" y="3024231"/>
              <a:ext cx="162360" cy="190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E02352A-F172-6245-82AB-9734C22CC6E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81511" y="3008751"/>
                <a:ext cx="1926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0B5E301-38BD-2044-9A22-79E06B4D2CA5}"/>
                  </a:ext>
                </a:extLst>
              </p14:cNvPr>
              <p14:cNvContentPartPr/>
              <p14:nvPr/>
            </p14:nvContentPartPr>
            <p14:xfrm>
              <a:off x="1709231" y="3111351"/>
              <a:ext cx="168480" cy="64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0B5E301-38BD-2044-9A22-79E06B4D2CA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94111" y="3096231"/>
                <a:ext cx="1990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C40080E-2CB4-994A-89AB-AC14C1FC4D4F}"/>
                  </a:ext>
                </a:extLst>
              </p14:cNvPr>
              <p14:cNvContentPartPr/>
              <p14:nvPr/>
            </p14:nvContentPartPr>
            <p14:xfrm>
              <a:off x="4075151" y="2943231"/>
              <a:ext cx="167760" cy="550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7C40080E-2CB4-994A-89AB-AC14C1FC4D4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059671" y="2928111"/>
                <a:ext cx="1983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02B5AB3-74AC-6C46-B3F8-6C1CC0014E7D}"/>
                  </a:ext>
                </a:extLst>
              </p14:cNvPr>
              <p14:cNvContentPartPr/>
              <p14:nvPr/>
            </p14:nvContentPartPr>
            <p14:xfrm>
              <a:off x="4031591" y="3073911"/>
              <a:ext cx="180720" cy="313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02B5AB3-74AC-6C46-B3F8-6C1CC0014E7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16111" y="3058791"/>
                <a:ext cx="21132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2113236-5579-594D-A769-25D778C529CC}"/>
                  </a:ext>
                </a:extLst>
              </p14:cNvPr>
              <p14:cNvContentPartPr/>
              <p14:nvPr/>
            </p14:nvContentPartPr>
            <p14:xfrm>
              <a:off x="4130951" y="3771231"/>
              <a:ext cx="131040" cy="252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2113236-5579-594D-A769-25D778C529C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15831" y="3756111"/>
                <a:ext cx="1616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F207004-01A4-E143-B560-1055D678C822}"/>
                  </a:ext>
                </a:extLst>
              </p14:cNvPr>
              <p14:cNvContentPartPr/>
              <p14:nvPr/>
            </p14:nvContentPartPr>
            <p14:xfrm>
              <a:off x="4112231" y="3858351"/>
              <a:ext cx="168480" cy="64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F207004-01A4-E143-B560-1055D678C82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97111" y="3843231"/>
                <a:ext cx="1990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4" name="Ink 104">
                <a:extLst>
                  <a:ext uri="{FF2B5EF4-FFF2-40B4-BE49-F238E27FC236}">
                    <a16:creationId xmlns:a16="http://schemas.microsoft.com/office/drawing/2014/main" id="{14D7CE61-1840-CC43-8274-2C459EFC447F}"/>
                  </a:ext>
                </a:extLst>
              </p14:cNvPr>
              <p14:cNvContentPartPr/>
              <p14:nvPr/>
            </p14:nvContentPartPr>
            <p14:xfrm>
              <a:off x="2002965" y="2365584"/>
              <a:ext cx="395640" cy="246600"/>
            </p14:xfrm>
          </p:contentPart>
        </mc:Choice>
        <mc:Fallback xmlns="">
          <p:pic>
            <p:nvPicPr>
              <p:cNvPr id="104" name="Ink 104">
                <a:extLst>
                  <a:ext uri="{FF2B5EF4-FFF2-40B4-BE49-F238E27FC236}">
                    <a16:creationId xmlns:a16="http://schemas.microsoft.com/office/drawing/2014/main" id="{14D7CE61-1840-CC43-8274-2C459EFC447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987499" y="2350104"/>
                <a:ext cx="425853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8" name="Ink 108">
                <a:extLst>
                  <a:ext uri="{FF2B5EF4-FFF2-40B4-BE49-F238E27FC236}">
                    <a16:creationId xmlns:a16="http://schemas.microsoft.com/office/drawing/2014/main" id="{09A340DB-1849-2F45-B359-D3FE7F8BF7F8}"/>
                  </a:ext>
                </a:extLst>
              </p14:cNvPr>
              <p14:cNvContentPartPr/>
              <p14:nvPr/>
            </p14:nvContentPartPr>
            <p14:xfrm>
              <a:off x="2375591" y="2696064"/>
              <a:ext cx="1195560" cy="689607"/>
            </p14:xfrm>
          </p:contentPart>
        </mc:Choice>
        <mc:Fallback xmlns="">
          <p:pic>
            <p:nvPicPr>
              <p:cNvPr id="108" name="Ink 108">
                <a:extLst>
                  <a:ext uri="{FF2B5EF4-FFF2-40B4-BE49-F238E27FC236}">
                    <a16:creationId xmlns:a16="http://schemas.microsoft.com/office/drawing/2014/main" id="{09A340DB-1849-2F45-B359-D3FE7F8BF7F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360111" y="2680939"/>
                <a:ext cx="1226160" cy="7202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2" name="Ink 112">
                <a:extLst>
                  <a:ext uri="{FF2B5EF4-FFF2-40B4-BE49-F238E27FC236}">
                    <a16:creationId xmlns:a16="http://schemas.microsoft.com/office/drawing/2014/main" id="{F04B4B7B-7C2F-F34C-86DF-BC107DDF2199}"/>
                  </a:ext>
                </a:extLst>
              </p14:cNvPr>
              <p14:cNvContentPartPr/>
              <p14:nvPr/>
            </p14:nvContentPartPr>
            <p14:xfrm>
              <a:off x="4728551" y="2476311"/>
              <a:ext cx="1618920" cy="878040"/>
            </p14:xfrm>
          </p:contentPart>
        </mc:Choice>
        <mc:Fallback xmlns="">
          <p:pic>
            <p:nvPicPr>
              <p:cNvPr id="112" name="Ink 112">
                <a:extLst>
                  <a:ext uri="{FF2B5EF4-FFF2-40B4-BE49-F238E27FC236}">
                    <a16:creationId xmlns:a16="http://schemas.microsoft.com/office/drawing/2014/main" id="{F04B4B7B-7C2F-F34C-86DF-BC107DDF219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13431" y="2461191"/>
                <a:ext cx="1649520" cy="90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D7C57AF-A613-514F-90B0-508DE0F5A114}"/>
                  </a:ext>
                </a:extLst>
              </p14:cNvPr>
              <p14:cNvContentPartPr/>
              <p14:nvPr/>
            </p14:nvContentPartPr>
            <p14:xfrm>
              <a:off x="4849125" y="3688224"/>
              <a:ext cx="174600" cy="2394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D7C57AF-A613-514F-90B0-508DE0F5A11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34005" y="3672744"/>
                <a:ext cx="20520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C4567D5-2BF4-9B42-AD25-7FA7692B7DB2}"/>
                  </a:ext>
                </a:extLst>
              </p14:cNvPr>
              <p14:cNvContentPartPr/>
              <p14:nvPr/>
            </p14:nvContentPartPr>
            <p14:xfrm>
              <a:off x="5212005" y="3817824"/>
              <a:ext cx="52200" cy="586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C4567D5-2BF4-9B42-AD25-7FA7692B7DB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96885" y="3802704"/>
                <a:ext cx="8280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057B04EF-632F-434C-B6AC-476742B65B77}"/>
                  </a:ext>
                </a:extLst>
              </p14:cNvPr>
              <p14:cNvContentPartPr/>
              <p14:nvPr/>
            </p14:nvContentPartPr>
            <p14:xfrm>
              <a:off x="5560092" y="3674492"/>
              <a:ext cx="122400" cy="2379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057B04EF-632F-434C-B6AC-476742B65B7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544972" y="3659012"/>
                <a:ext cx="15300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E64594CE-48DD-2241-B898-5DD6F08DFFA4}"/>
                  </a:ext>
                </a:extLst>
              </p14:cNvPr>
              <p14:cNvContentPartPr/>
              <p14:nvPr/>
            </p14:nvContentPartPr>
            <p14:xfrm>
              <a:off x="6432372" y="3680972"/>
              <a:ext cx="64800" cy="3168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E64594CE-48DD-2241-B898-5DD6F08DFFA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417252" y="3665492"/>
                <a:ext cx="9540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0" name="Ink 120">
                <a:extLst>
                  <a:ext uri="{FF2B5EF4-FFF2-40B4-BE49-F238E27FC236}">
                    <a16:creationId xmlns:a16="http://schemas.microsoft.com/office/drawing/2014/main" id="{4A4381BE-0389-CE48-9EDF-DC809985AF02}"/>
                  </a:ext>
                </a:extLst>
              </p14:cNvPr>
              <p14:cNvContentPartPr/>
              <p14:nvPr/>
            </p14:nvContentPartPr>
            <p14:xfrm>
              <a:off x="5921892" y="3674492"/>
              <a:ext cx="339840" cy="284400"/>
            </p14:xfrm>
          </p:contentPart>
        </mc:Choice>
        <mc:Fallback xmlns="">
          <p:pic>
            <p:nvPicPr>
              <p:cNvPr id="120" name="Ink 120">
                <a:extLst>
                  <a:ext uri="{FF2B5EF4-FFF2-40B4-BE49-F238E27FC236}">
                    <a16:creationId xmlns:a16="http://schemas.microsoft.com/office/drawing/2014/main" id="{4A4381BE-0389-CE48-9EDF-DC809985AF0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906772" y="3659032"/>
                <a:ext cx="370440" cy="3146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5" name="Ink 125">
                <a:extLst>
                  <a:ext uri="{FF2B5EF4-FFF2-40B4-BE49-F238E27FC236}">
                    <a16:creationId xmlns:a16="http://schemas.microsoft.com/office/drawing/2014/main" id="{33F811E8-92FA-5746-A636-ACD43E4E86CE}"/>
                  </a:ext>
                </a:extLst>
              </p14:cNvPr>
              <p14:cNvContentPartPr/>
              <p14:nvPr/>
            </p14:nvContentPartPr>
            <p14:xfrm>
              <a:off x="1767492" y="4533812"/>
              <a:ext cx="678960" cy="380880"/>
            </p14:xfrm>
          </p:contentPart>
        </mc:Choice>
        <mc:Fallback xmlns="">
          <p:pic>
            <p:nvPicPr>
              <p:cNvPr id="125" name="Ink 125">
                <a:extLst>
                  <a:ext uri="{FF2B5EF4-FFF2-40B4-BE49-F238E27FC236}">
                    <a16:creationId xmlns:a16="http://schemas.microsoft.com/office/drawing/2014/main" id="{33F811E8-92FA-5746-A636-ACD43E4E86C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752364" y="4518332"/>
                <a:ext cx="709576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733984D4-14A9-5F48-A423-4C1D6965F514}"/>
                  </a:ext>
                </a:extLst>
              </p14:cNvPr>
              <p14:cNvContentPartPr/>
              <p14:nvPr/>
            </p14:nvContentPartPr>
            <p14:xfrm>
              <a:off x="2904732" y="4572332"/>
              <a:ext cx="32760" cy="2329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733984D4-14A9-5F48-A423-4C1D6965F51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889252" y="4557212"/>
                <a:ext cx="6300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33" name="Ink 133">
                <a:extLst>
                  <a:ext uri="{FF2B5EF4-FFF2-40B4-BE49-F238E27FC236}">
                    <a16:creationId xmlns:a16="http://schemas.microsoft.com/office/drawing/2014/main" id="{90B11784-42BE-8C4C-A66B-2761BD32ADD9}"/>
                  </a:ext>
                </a:extLst>
              </p14:cNvPr>
              <p14:cNvContentPartPr/>
              <p14:nvPr/>
            </p14:nvContentPartPr>
            <p14:xfrm>
              <a:off x="3059892" y="4430132"/>
              <a:ext cx="949320" cy="420480"/>
            </p14:xfrm>
          </p:contentPart>
        </mc:Choice>
        <mc:Fallback xmlns="">
          <p:pic>
            <p:nvPicPr>
              <p:cNvPr id="133" name="Ink 133">
                <a:extLst>
                  <a:ext uri="{FF2B5EF4-FFF2-40B4-BE49-F238E27FC236}">
                    <a16:creationId xmlns:a16="http://schemas.microsoft.com/office/drawing/2014/main" id="{90B11784-42BE-8C4C-A66B-2761BD32ADD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044412" y="4415012"/>
                <a:ext cx="97992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59" name="Ink 165">
                <a:extLst>
                  <a:ext uri="{FF2B5EF4-FFF2-40B4-BE49-F238E27FC236}">
                    <a16:creationId xmlns:a16="http://schemas.microsoft.com/office/drawing/2014/main" id="{83900AA8-B2FB-DD4E-A599-3F1D7C4D4C55}"/>
                  </a:ext>
                </a:extLst>
              </p14:cNvPr>
              <p14:cNvContentPartPr/>
              <p14:nvPr/>
            </p14:nvContentPartPr>
            <p14:xfrm>
              <a:off x="6684372" y="4960052"/>
              <a:ext cx="413280" cy="452520"/>
            </p14:xfrm>
          </p:contentPart>
        </mc:Choice>
        <mc:Fallback xmlns="">
          <p:pic>
            <p:nvPicPr>
              <p:cNvPr id="159" name="Ink 165">
                <a:extLst>
                  <a:ext uri="{FF2B5EF4-FFF2-40B4-BE49-F238E27FC236}">
                    <a16:creationId xmlns:a16="http://schemas.microsoft.com/office/drawing/2014/main" id="{83900AA8-B2FB-DD4E-A599-3F1D7C4D4C5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669252" y="4944932"/>
                <a:ext cx="44352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0" name="Ink 166">
                <a:extLst>
                  <a:ext uri="{FF2B5EF4-FFF2-40B4-BE49-F238E27FC236}">
                    <a16:creationId xmlns:a16="http://schemas.microsoft.com/office/drawing/2014/main" id="{48EB1703-A19A-6C48-B035-A30A250D8CC8}"/>
                  </a:ext>
                </a:extLst>
              </p14:cNvPr>
              <p14:cNvContentPartPr/>
              <p14:nvPr/>
            </p14:nvContentPartPr>
            <p14:xfrm>
              <a:off x="6258132" y="5076332"/>
              <a:ext cx="277920" cy="278280"/>
            </p14:xfrm>
          </p:contentPart>
        </mc:Choice>
        <mc:Fallback xmlns="">
          <p:pic>
            <p:nvPicPr>
              <p:cNvPr id="160" name="Ink 166">
                <a:extLst>
                  <a:ext uri="{FF2B5EF4-FFF2-40B4-BE49-F238E27FC236}">
                    <a16:creationId xmlns:a16="http://schemas.microsoft.com/office/drawing/2014/main" id="{48EB1703-A19A-6C48-B035-A30A250D8CC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242672" y="5061212"/>
                <a:ext cx="308121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1" name="Ink 167">
                <a:extLst>
                  <a:ext uri="{FF2B5EF4-FFF2-40B4-BE49-F238E27FC236}">
                    <a16:creationId xmlns:a16="http://schemas.microsoft.com/office/drawing/2014/main" id="{69E5D4ED-0A22-4842-8DAC-EA36CBB2C4B6}"/>
                  </a:ext>
                </a:extLst>
              </p14:cNvPr>
              <p14:cNvContentPartPr/>
              <p14:nvPr/>
            </p14:nvContentPartPr>
            <p14:xfrm>
              <a:off x="5980212" y="5037812"/>
              <a:ext cx="174960" cy="323280"/>
            </p14:xfrm>
          </p:contentPart>
        </mc:Choice>
        <mc:Fallback xmlns="">
          <p:pic>
            <p:nvPicPr>
              <p:cNvPr id="161" name="Ink 167">
                <a:extLst>
                  <a:ext uri="{FF2B5EF4-FFF2-40B4-BE49-F238E27FC236}">
                    <a16:creationId xmlns:a16="http://schemas.microsoft.com/office/drawing/2014/main" id="{69E5D4ED-0A22-4842-8DAC-EA36CBB2C4B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964732" y="5022332"/>
                <a:ext cx="20520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62" name="Ink 168">
                <a:extLst>
                  <a:ext uri="{FF2B5EF4-FFF2-40B4-BE49-F238E27FC236}">
                    <a16:creationId xmlns:a16="http://schemas.microsoft.com/office/drawing/2014/main" id="{17360979-FF46-D140-87FF-645B54114930}"/>
                  </a:ext>
                </a:extLst>
              </p14:cNvPr>
              <p14:cNvContentPartPr/>
              <p14:nvPr/>
            </p14:nvContentPartPr>
            <p14:xfrm>
              <a:off x="5114412" y="5121692"/>
              <a:ext cx="368640" cy="269640"/>
            </p14:xfrm>
          </p:contentPart>
        </mc:Choice>
        <mc:Fallback xmlns="">
          <p:pic>
            <p:nvPicPr>
              <p:cNvPr id="162" name="Ink 168">
                <a:extLst>
                  <a:ext uri="{FF2B5EF4-FFF2-40B4-BE49-F238E27FC236}">
                    <a16:creationId xmlns:a16="http://schemas.microsoft.com/office/drawing/2014/main" id="{17360979-FF46-D140-87FF-645B5411493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098932" y="5106212"/>
                <a:ext cx="39924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3" name="Ink 169">
                <a:extLst>
                  <a:ext uri="{FF2B5EF4-FFF2-40B4-BE49-F238E27FC236}">
                    <a16:creationId xmlns:a16="http://schemas.microsoft.com/office/drawing/2014/main" id="{854BD900-88F2-C043-8CCC-924A1791E3B1}"/>
                  </a:ext>
                </a:extLst>
              </p14:cNvPr>
              <p14:cNvContentPartPr/>
              <p14:nvPr/>
            </p14:nvContentPartPr>
            <p14:xfrm>
              <a:off x="3970692" y="5095772"/>
              <a:ext cx="691920" cy="381600"/>
            </p14:xfrm>
          </p:contentPart>
        </mc:Choice>
        <mc:Fallback xmlns="">
          <p:pic>
            <p:nvPicPr>
              <p:cNvPr id="163" name="Ink 169">
                <a:extLst>
                  <a:ext uri="{FF2B5EF4-FFF2-40B4-BE49-F238E27FC236}">
                    <a16:creationId xmlns:a16="http://schemas.microsoft.com/office/drawing/2014/main" id="{854BD900-88F2-C043-8CCC-924A1791E3B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955564" y="5080652"/>
                <a:ext cx="722536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4" name="Ink 170">
                <a:extLst>
                  <a:ext uri="{FF2B5EF4-FFF2-40B4-BE49-F238E27FC236}">
                    <a16:creationId xmlns:a16="http://schemas.microsoft.com/office/drawing/2014/main" id="{C9C8E572-78C7-7A46-8C44-68A61496C3F6}"/>
                  </a:ext>
                </a:extLst>
              </p14:cNvPr>
              <p14:cNvContentPartPr/>
              <p14:nvPr/>
            </p14:nvContentPartPr>
            <p14:xfrm>
              <a:off x="2162412" y="5147612"/>
              <a:ext cx="1343520" cy="420120"/>
            </p14:xfrm>
          </p:contentPart>
        </mc:Choice>
        <mc:Fallback xmlns="">
          <p:pic>
            <p:nvPicPr>
              <p:cNvPr id="164" name="Ink 170">
                <a:extLst>
                  <a:ext uri="{FF2B5EF4-FFF2-40B4-BE49-F238E27FC236}">
                    <a16:creationId xmlns:a16="http://schemas.microsoft.com/office/drawing/2014/main" id="{C9C8E572-78C7-7A46-8C44-68A61496C3F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146932" y="5132145"/>
                <a:ext cx="1374120" cy="450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65" name="Ink 171">
                <a:extLst>
                  <a:ext uri="{FF2B5EF4-FFF2-40B4-BE49-F238E27FC236}">
                    <a16:creationId xmlns:a16="http://schemas.microsoft.com/office/drawing/2014/main" id="{CA7F6B97-A0A7-3046-A81D-972F1FD9B66E}"/>
                  </a:ext>
                </a:extLst>
              </p14:cNvPr>
              <p14:cNvContentPartPr/>
              <p14:nvPr/>
            </p14:nvContentPartPr>
            <p14:xfrm>
              <a:off x="972612" y="5334812"/>
              <a:ext cx="788760" cy="381600"/>
            </p14:xfrm>
          </p:contentPart>
        </mc:Choice>
        <mc:Fallback xmlns="">
          <p:pic>
            <p:nvPicPr>
              <p:cNvPr id="165" name="Ink 171">
                <a:extLst>
                  <a:ext uri="{FF2B5EF4-FFF2-40B4-BE49-F238E27FC236}">
                    <a16:creationId xmlns:a16="http://schemas.microsoft.com/office/drawing/2014/main" id="{CA7F6B97-A0A7-3046-A81D-972F1FD9B66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57492" y="5319692"/>
                <a:ext cx="819000" cy="41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3449464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1239</TotalTime>
  <Words>478</Words>
  <Application>Microsoft Office PowerPoint</Application>
  <PresentationFormat>A4 Paper (210x297 mm)</PresentationFormat>
  <Paragraphs>43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A4 Presentation</vt:lpstr>
      <vt:lpstr>Simple Interest</vt:lpstr>
      <vt:lpstr>PowerPoint Presentation</vt:lpstr>
      <vt:lpstr>PowerPoint Presentation</vt:lpstr>
      <vt:lpstr>Interest</vt:lpstr>
      <vt:lpstr>SIMPLE Interest</vt:lpstr>
      <vt:lpstr>PowerPoint Presentation</vt:lpstr>
      <vt:lpstr>PowerPoint Presentation</vt:lpstr>
      <vt:lpstr>PowerPoint Presentation</vt:lpstr>
      <vt:lpstr>What if T is less than 1 year?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</dc:title>
  <dc:creator>Michael Loh</dc:creator>
  <cp:lastModifiedBy>LOH Michael [Shenton College]</cp:lastModifiedBy>
  <cp:revision>32</cp:revision>
  <cp:lastPrinted>2017-02-13T14:27:17Z</cp:lastPrinted>
  <dcterms:created xsi:type="dcterms:W3CDTF">2017-02-01T02:45:54Z</dcterms:created>
  <dcterms:modified xsi:type="dcterms:W3CDTF">2019-02-07T13:13:25Z</dcterms:modified>
</cp:coreProperties>
</file>