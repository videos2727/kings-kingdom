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2"/>
  </p:normalViewPr>
  <p:slideViewPr>
    <p:cSldViewPr snapToGrid="0" snapToObjects="1">
      <p:cViewPr varScale="1">
        <p:scale>
          <a:sx n="109" d="100"/>
          <a:sy n="109" d="100"/>
        </p:scale>
        <p:origin x="1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62169-957D-5442-A622-C93E6E0B9F87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8F546-FAA4-7B4B-9AC6-9B8533844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1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www.watercorporation.com.au</a:t>
            </a:r>
            <a:r>
              <a:rPr lang="en-US" dirty="0"/>
              <a:t>/my-account/your-bill-and-charges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C8F546-FAA4-7B4B-9AC6-9B85338445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9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Piecewise Defined Relationships &amp; Step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4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43" y="971557"/>
            <a:ext cx="9437582" cy="56253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7" b="1"/>
          <a:stretch/>
        </p:blipFill>
        <p:spPr>
          <a:xfrm>
            <a:off x="1152525" y="100013"/>
            <a:ext cx="8420100" cy="1435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074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423" y="111242"/>
            <a:ext cx="8543925" cy="1325563"/>
          </a:xfrm>
        </p:spPr>
        <p:txBody>
          <a:bodyPr/>
          <a:lstStyle/>
          <a:p>
            <a:r>
              <a:rPr lang="en-US" dirty="0"/>
              <a:t>Water charges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112" y="1096173"/>
            <a:ext cx="6226548" cy="25202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272" y="3352800"/>
            <a:ext cx="3289300" cy="3505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4"/>
          <a:stretch/>
        </p:blipFill>
        <p:spPr>
          <a:xfrm>
            <a:off x="220849" y="4064001"/>
            <a:ext cx="5776240" cy="20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0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526927"/>
            <a:ext cx="8745701" cy="577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89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Piecewise Linear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4676775" cy="4266770"/>
          </a:xfrm>
        </p:spPr>
        <p:txBody>
          <a:bodyPr>
            <a:normAutofit/>
          </a:bodyPr>
          <a:lstStyle/>
          <a:p>
            <a:r>
              <a:rPr lang="en-US" dirty="0"/>
              <a:t>Piecewise defined relationship</a:t>
            </a:r>
          </a:p>
          <a:p>
            <a:r>
              <a:rPr lang="en-US" dirty="0"/>
              <a:t>Relationship which cannot be defined with a single continuous linear relationship</a:t>
            </a:r>
          </a:p>
          <a:p>
            <a:r>
              <a:rPr lang="en-US" dirty="0"/>
              <a:t>Different rules applied for different </a:t>
            </a:r>
            <a:r>
              <a:rPr lang="en-US" i="1" dirty="0"/>
              <a:t>pieces</a:t>
            </a:r>
            <a:r>
              <a:rPr lang="en-US" dirty="0"/>
              <a:t> of the horizontal axis.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6" t="1667" r="43402" b="77083"/>
          <a:stretch/>
        </p:blipFill>
        <p:spPr>
          <a:xfrm rot="10800000">
            <a:off x="5483878" y="1528763"/>
            <a:ext cx="4422122" cy="406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5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" r="15461"/>
          <a:stretch/>
        </p:blipFill>
        <p:spPr>
          <a:xfrm>
            <a:off x="611185" y="912811"/>
            <a:ext cx="4600577" cy="4445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800" y="2106611"/>
            <a:ext cx="4183132" cy="14859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511800" y="2106611"/>
            <a:ext cx="3775075" cy="350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11799" y="2863848"/>
            <a:ext cx="3775075" cy="350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526087" y="2486026"/>
            <a:ext cx="3775075" cy="350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526087" y="3214687"/>
            <a:ext cx="4060825" cy="350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8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888999"/>
            <a:ext cx="5041900" cy="45256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050" y="2201862"/>
            <a:ext cx="3810936" cy="1184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57864" y="2230438"/>
            <a:ext cx="3775075" cy="350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753099" y="2611442"/>
            <a:ext cx="3775075" cy="350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53096" y="2997206"/>
            <a:ext cx="3775075" cy="350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9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1131888"/>
          </a:xfrm>
        </p:spPr>
        <p:txBody>
          <a:bodyPr/>
          <a:lstStyle/>
          <a:p>
            <a:r>
              <a:rPr lang="en-US" dirty="0"/>
              <a:t>Consists of a series of horizontal lines.</a:t>
            </a:r>
          </a:p>
          <a:p>
            <a:r>
              <a:rPr lang="en-US" dirty="0"/>
              <a:t>Example </a:t>
            </a:r>
            <a:r>
              <a:rPr lang="mr-IN" dirty="0"/>
              <a:t>–</a:t>
            </a:r>
            <a:r>
              <a:rPr lang="en-US" dirty="0"/>
              <a:t> cost of parking in a car park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3" t="15625" r="16004" b="56876"/>
          <a:stretch/>
        </p:blipFill>
        <p:spPr>
          <a:xfrm rot="162972">
            <a:off x="1466209" y="2860855"/>
            <a:ext cx="6549399" cy="367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9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73</TotalTime>
  <Words>69</Words>
  <Application>Microsoft Macintosh PowerPoint</Application>
  <PresentationFormat>A4 Paper (210x297 mm)</PresentationFormat>
  <Paragraphs>11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A4</vt:lpstr>
      <vt:lpstr>Piecewise Defined Relationships &amp; Step Graphs</vt:lpstr>
      <vt:lpstr>PowerPoint Presentation</vt:lpstr>
      <vt:lpstr>Water charges</vt:lpstr>
      <vt:lpstr>PowerPoint Presentation</vt:lpstr>
      <vt:lpstr>Piecewise Linear Graph</vt:lpstr>
      <vt:lpstr>PowerPoint Presentation</vt:lpstr>
      <vt:lpstr>PowerPoint Presentation</vt:lpstr>
      <vt:lpstr>Step 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Piecewise Relationships</dc:title>
  <dc:creator>LOH Michael [Shenton College]</dc:creator>
  <cp:lastModifiedBy>LOH Michael [Shenton College]</cp:lastModifiedBy>
  <cp:revision>8</cp:revision>
  <dcterms:created xsi:type="dcterms:W3CDTF">2017-08-26T06:22:29Z</dcterms:created>
  <dcterms:modified xsi:type="dcterms:W3CDTF">2019-07-18T05:44:52Z</dcterms:modified>
</cp:coreProperties>
</file>