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62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17ED-7B41-C144-AFBF-601E8C1F2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Describing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1EDC1-1A4F-1A4F-BFE0-CCCB89448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8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3ADBAF-1D6F-D242-8D23-2E47127F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739"/>
            <a:ext cx="9906000" cy="38660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06E973-BDCE-DE41-BCC1-C91B3CD16FF3}"/>
              </a:ext>
            </a:extLst>
          </p:cNvPr>
          <p:cNvSpPr txBox="1"/>
          <p:nvPr/>
        </p:nvSpPr>
        <p:spPr>
          <a:xfrm>
            <a:off x="4393581" y="1244069"/>
            <a:ext cx="53079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distribution has 100 scores with an estimated mean of 10.6 (using the midpoints of the class intervals).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median lies in the interval of 7 to 10 and the modal class is in the interval of 4 to 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/>
              <a:t>spread of </a:t>
            </a:r>
            <a:r>
              <a:rPr lang="en-US" sz="2000" dirty="0"/>
              <a:t>the score is from 1 to 28 with a range of 27.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the midpoint of the class interval, the standard deviation is estimated to be 6.17.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distribution is unimodal and is skewed to the right (positively skewed).</a:t>
            </a:r>
          </a:p>
        </p:txBody>
      </p:sp>
    </p:spTree>
    <p:extLst>
      <p:ext uri="{BB962C8B-B14F-4D97-AF65-F5344CB8AC3E}">
        <p14:creationId xmlns:p14="http://schemas.microsoft.com/office/powerpoint/2010/main" val="386878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774742-A4F0-EF45-B955-47C049F3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0"/>
            <a:ext cx="9639300" cy="3543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096376-81A1-1249-8558-83EC688DB3FA}"/>
              </a:ext>
            </a:extLst>
          </p:cNvPr>
          <p:cNvSpPr txBox="1"/>
          <p:nvPr/>
        </p:nvSpPr>
        <p:spPr>
          <a:xfrm>
            <a:off x="967474" y="4177510"/>
            <a:ext cx="85042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median of the distribution is 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distribution is symmetrical and the mean of the distribution will be very very close to the median.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range of the distribution is 16 and the interquartile range is 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There is no outliers in this set of data.</a:t>
            </a:r>
          </a:p>
        </p:txBody>
      </p:sp>
    </p:spTree>
    <p:extLst>
      <p:ext uri="{BB962C8B-B14F-4D97-AF65-F5344CB8AC3E}">
        <p14:creationId xmlns:p14="http://schemas.microsoft.com/office/powerpoint/2010/main" val="417572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90</TotalTime>
  <Words>143</Words>
  <Application>Microsoft Macintosh PowerPoint</Application>
  <PresentationFormat>A4 Paper (210x297 mm)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A4</vt:lpstr>
      <vt:lpstr>Describing data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Describing data</dc:title>
  <dc:creator>LOH Michael [Shenton College]</dc:creator>
  <cp:lastModifiedBy>LOH Michael [Shenton College]</cp:lastModifiedBy>
  <cp:revision>6</cp:revision>
  <dcterms:created xsi:type="dcterms:W3CDTF">2019-09-05T04:50:13Z</dcterms:created>
  <dcterms:modified xsi:type="dcterms:W3CDTF">2019-09-06T04:01:19Z</dcterms:modified>
</cp:coreProperties>
</file>