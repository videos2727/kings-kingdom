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46"/>
  </p:normalViewPr>
  <p:slideViewPr>
    <p:cSldViewPr snapToGrid="0" snapToObjects="1">
      <p:cViewPr varScale="1">
        <p:scale>
          <a:sx n="95" d="100"/>
          <a:sy n="95" d="100"/>
        </p:scale>
        <p:origin x="1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5B7CF-79B4-7642-B039-8F15C9519110}" type="datetimeFigureOut">
              <a:rPr lang="en-US" smtClean="0"/>
              <a:t>9/3/18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7F4DD-716B-9249-BC1C-98170D8D3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4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Standard Scores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1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818528"/>
          </a:xfrm>
        </p:spPr>
        <p:txBody>
          <a:bodyPr/>
          <a:lstStyle/>
          <a:p>
            <a:r>
              <a:rPr lang="en-US" dirty="0"/>
              <a:t>Test results for Mary:</a:t>
            </a:r>
          </a:p>
          <a:p>
            <a:pPr lvl="1"/>
            <a:r>
              <a:rPr lang="en-US" dirty="0"/>
              <a:t>Test 1 = 27</a:t>
            </a:r>
          </a:p>
          <a:p>
            <a:pPr lvl="1"/>
            <a:r>
              <a:rPr lang="en-US" dirty="0"/>
              <a:t>Test 2 = 30</a:t>
            </a:r>
          </a:p>
          <a:p>
            <a:r>
              <a:rPr lang="en-US" dirty="0"/>
              <a:t>Has Mary improved?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1038" y="3779088"/>
            <a:ext cx="8543925" cy="181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Total mark for the tests:</a:t>
            </a:r>
          </a:p>
          <a:p>
            <a:pPr lvl="1"/>
            <a:r>
              <a:rPr lang="en-US" dirty="0"/>
              <a:t>Test 1 = 40</a:t>
            </a:r>
          </a:p>
          <a:p>
            <a:pPr lvl="1"/>
            <a:r>
              <a:rPr lang="en-US" dirty="0"/>
              <a:t>Test 2 = 50</a:t>
            </a:r>
          </a:p>
          <a:p>
            <a:r>
              <a:rPr lang="en-US" dirty="0"/>
              <a:t>Has Mary improved?</a:t>
            </a:r>
          </a:p>
        </p:txBody>
      </p:sp>
    </p:spTree>
    <p:extLst>
      <p:ext uri="{BB962C8B-B14F-4D97-AF65-F5344CB8AC3E}">
        <p14:creationId xmlns:p14="http://schemas.microsoft.com/office/powerpoint/2010/main" val="185231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mean and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4"/>
            <a:ext cx="8543925" cy="2840505"/>
          </a:xfrm>
        </p:spPr>
        <p:txBody>
          <a:bodyPr/>
          <a:lstStyle/>
          <a:p>
            <a:r>
              <a:rPr lang="en-US" dirty="0"/>
              <a:t>Mean for:</a:t>
            </a:r>
          </a:p>
          <a:p>
            <a:pPr lvl="1"/>
            <a:r>
              <a:rPr lang="en-US" dirty="0"/>
              <a:t>Test 1 = 23</a:t>
            </a:r>
          </a:p>
          <a:p>
            <a:pPr lvl="1"/>
            <a:r>
              <a:rPr lang="en-US" dirty="0"/>
              <a:t>Test 2 = 25</a:t>
            </a:r>
          </a:p>
          <a:p>
            <a:r>
              <a:rPr lang="en-US" dirty="0"/>
              <a:t>Standard deviation for</a:t>
            </a:r>
          </a:p>
          <a:p>
            <a:pPr lvl="1"/>
            <a:r>
              <a:rPr lang="en-US" dirty="0"/>
              <a:t>Test 1 = 5</a:t>
            </a:r>
          </a:p>
          <a:p>
            <a:pPr lvl="1"/>
            <a:r>
              <a:rPr lang="en-US" dirty="0"/>
              <a:t>Test 2 = 10</a:t>
            </a:r>
          </a:p>
        </p:txBody>
      </p:sp>
    </p:spTree>
    <p:extLst>
      <p:ext uri="{BB962C8B-B14F-4D97-AF65-F5344CB8AC3E}">
        <p14:creationId xmlns:p14="http://schemas.microsoft.com/office/powerpoint/2010/main" val="208350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standard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4"/>
            <a:ext cx="8543925" cy="1198929"/>
          </a:xfrm>
        </p:spPr>
        <p:txBody>
          <a:bodyPr>
            <a:normAutofit/>
          </a:bodyPr>
          <a:lstStyle/>
          <a:p>
            <a:r>
              <a:rPr lang="en-US" dirty="0"/>
              <a:t>Also known as </a:t>
            </a:r>
            <a:r>
              <a:rPr lang="en-US" b="1" dirty="0" err="1"/>
              <a:t>standardising</a:t>
            </a:r>
            <a:r>
              <a:rPr lang="en-US" dirty="0"/>
              <a:t> the score</a:t>
            </a:r>
          </a:p>
          <a:p>
            <a:r>
              <a:rPr lang="en-US" dirty="0"/>
              <a:t>The formula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82018" y="3446585"/>
                <a:ext cx="5486400" cy="584584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/>
                  <a:t>Standardised score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charset="0"/>
                          </a:rPr>
                          <m:t>𝑟𝑎𝑤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𝑠𝑐𝑜𝑟𝑒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 −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𝑚𝑒𝑎𝑛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𝑠𝑡𝑎𝑛𝑑𝑎𝑟𝑑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charset="0"/>
                          </a:rPr>
                          <m:t>𝑑𝑒𝑣𝑖𝑎𝑡𝑖𝑜𝑛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018" y="3446585"/>
                <a:ext cx="5486400" cy="584584"/>
              </a:xfrm>
              <a:prstGeom prst="rect">
                <a:avLst/>
              </a:prstGeom>
              <a:blipFill rotWithShape="0">
                <a:blip r:embed="rId2"/>
                <a:stretch>
                  <a:fillRect b="-6931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0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for 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Standardised scores:</a:t>
                </a:r>
              </a:p>
              <a:p>
                <a:pPr lvl="1"/>
                <a:r>
                  <a:rPr lang="en-US" dirty="0"/>
                  <a:t>Test 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27 −23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dirty="0"/>
                  <a:t> = 0.8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Test 2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30</m:t>
                        </m:r>
                        <m:r>
                          <a:rPr lang="en-AU" i="1">
                            <a:latin typeface="Cambria Math" charset="0"/>
                          </a:rPr>
                          <m:t> 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25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 = 0.5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85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6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A8ABDA-9CE8-AC48-92AD-B398A6F8E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88" y="138527"/>
            <a:ext cx="91440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2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95" y="389123"/>
            <a:ext cx="8533098" cy="4828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36976" y="814155"/>
            <a:ext cx="2837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Bell shaped curve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957047" y="1075765"/>
            <a:ext cx="779929" cy="8337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77671" y="5513294"/>
            <a:ext cx="4881282" cy="64633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30236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3" y="1484026"/>
            <a:ext cx="9492706" cy="2623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F425A8-1559-3043-9AE4-DA9A1E34F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89" y="4608232"/>
            <a:ext cx="5461000" cy="1003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7B792-BA12-A346-AA7B-38CA51830A97}"/>
              </a:ext>
            </a:extLst>
          </p:cNvPr>
          <p:cNvSpPr txBox="1"/>
          <p:nvPr/>
        </p:nvSpPr>
        <p:spPr>
          <a:xfrm>
            <a:off x="2256865" y="5927795"/>
            <a:ext cx="50426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Standard scores is also known as Z-scores</a:t>
            </a:r>
          </a:p>
        </p:txBody>
      </p:sp>
    </p:spTree>
    <p:extLst>
      <p:ext uri="{BB962C8B-B14F-4D97-AF65-F5344CB8AC3E}">
        <p14:creationId xmlns:p14="http://schemas.microsoft.com/office/powerpoint/2010/main" val="1678878562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477</TotalTime>
  <Words>114</Words>
  <Application>Microsoft Macintosh PowerPoint</Application>
  <PresentationFormat>A4 Paper (210x297 mm)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Mangal</vt:lpstr>
      <vt:lpstr>A4</vt:lpstr>
      <vt:lpstr>Standard Scores</vt:lpstr>
      <vt:lpstr>Comparing Data</vt:lpstr>
      <vt:lpstr>Use mean and standard deviation</vt:lpstr>
      <vt:lpstr>Calculate the standard scores</vt:lpstr>
      <vt:lpstr>So for 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Scores</dc:title>
  <dc:creator>LOH Michael [Shenton College]</dc:creator>
  <cp:lastModifiedBy>LOH Michael [Shenton College]</cp:lastModifiedBy>
  <cp:revision>7</cp:revision>
  <dcterms:created xsi:type="dcterms:W3CDTF">2017-09-03T13:22:38Z</dcterms:created>
  <dcterms:modified xsi:type="dcterms:W3CDTF">2018-09-03T00:57:09Z</dcterms:modified>
</cp:coreProperties>
</file>