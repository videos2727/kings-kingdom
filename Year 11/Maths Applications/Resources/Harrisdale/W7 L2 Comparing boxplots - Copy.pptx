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70" r:id="rId5"/>
    <p:sldId id="271" r:id="rId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8806"/>
  </p:normalViewPr>
  <p:slideViewPr>
    <p:cSldViewPr snapToGrid="0" snapToObjects="1">
      <p:cViewPr varScale="1">
        <p:scale>
          <a:sx n="90" d="100"/>
          <a:sy n="90" d="100"/>
        </p:scale>
        <p:origin x="20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E9B0C-B939-2C49-81CF-CBFB5C3246A2}" type="datetimeFigureOut">
              <a:rPr lang="en-US" smtClean="0"/>
              <a:t>8/31/19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7A432-8AAF-7948-8704-460F2A249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8/31/19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Comparing Parallel Boxplot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21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" t="57327" r="14360" b="26349"/>
          <a:stretch/>
        </p:blipFill>
        <p:spPr>
          <a:xfrm>
            <a:off x="397261" y="739148"/>
            <a:ext cx="8954934" cy="24975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" t="47670" r="12386" b="42857"/>
          <a:stretch/>
        </p:blipFill>
        <p:spPr>
          <a:xfrm>
            <a:off x="54330" y="3773713"/>
            <a:ext cx="9640795" cy="153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7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" t="73652" r="11150" b="4126"/>
          <a:stretch/>
        </p:blipFill>
        <p:spPr>
          <a:xfrm>
            <a:off x="0" y="1204684"/>
            <a:ext cx="9694300" cy="349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29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2639"/>
            <a:ext cx="9906000" cy="252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0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9906000" cy="569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76128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310</TotalTime>
  <Words>3</Words>
  <Application>Microsoft Macintosh PowerPoint</Application>
  <PresentationFormat>A4 Paper (210x297 mm)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A4</vt:lpstr>
      <vt:lpstr>Comparing Parallel Boxplot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Parallel Boxplot</dc:title>
  <dc:creator>LOH Michael [Shenton College]</dc:creator>
  <cp:lastModifiedBy>LOH Michael [Shenton College]</cp:lastModifiedBy>
  <cp:revision>7</cp:revision>
  <cp:lastPrinted>2017-08-14T01:08:15Z</cp:lastPrinted>
  <dcterms:created xsi:type="dcterms:W3CDTF">2017-08-08T23:57:28Z</dcterms:created>
  <dcterms:modified xsi:type="dcterms:W3CDTF">2019-08-31T13:55:47Z</dcterms:modified>
</cp:coreProperties>
</file>