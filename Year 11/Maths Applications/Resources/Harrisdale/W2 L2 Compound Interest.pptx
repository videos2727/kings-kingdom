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74"/>
  </p:normalViewPr>
  <p:slideViewPr>
    <p:cSldViewPr snapToGrid="0" snapToObjects="1">
      <p:cViewPr varScale="1">
        <p:scale>
          <a:sx n="97" d="100"/>
          <a:sy n="97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2/10/19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9B89-268A-8041-8B0F-1ACB63F33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2A72B-345A-2743-96F6-1B7143047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04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95" y="1487606"/>
            <a:ext cx="9357210" cy="42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7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151" y="351666"/>
            <a:ext cx="8543925" cy="6253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Simon has invested $50,000 </a:t>
            </a:r>
            <a:r>
              <a:rPr lang="en-US"/>
              <a:t>for 6 </a:t>
            </a:r>
            <a:r>
              <a:rPr lang="en-US" dirty="0"/>
              <a:t>years with Star Bank.  The interest rate is 4% pa, compounded annually.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would the investment at the end of one year, two years, three years, six years respectively?</a:t>
            </a:r>
          </a:p>
          <a:p>
            <a:r>
              <a:rPr lang="en-US" dirty="0"/>
              <a:t>What is the percentage increase on Simon’s original investment at the end of year 6?</a:t>
            </a:r>
          </a:p>
          <a:p>
            <a:r>
              <a:rPr lang="en-US" dirty="0"/>
              <a:t>What is the total interest at the end of year 6?</a:t>
            </a:r>
          </a:p>
          <a:p>
            <a:r>
              <a:rPr lang="en-US" dirty="0"/>
              <a:t>What if the bank paid simple interest?  What would be the amount of the interest in this case after year 6?</a:t>
            </a:r>
          </a:p>
          <a:p>
            <a:r>
              <a:rPr lang="en-US" dirty="0"/>
              <a:t>Is Simon better off with compound or simple interest?</a:t>
            </a:r>
          </a:p>
          <a:p>
            <a:pPr lvl="0"/>
            <a:r>
              <a:rPr lang="en-AU" dirty="0"/>
              <a:t>What can you conclude?  Can you think of a formula to use to calculate compound interest?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0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13" y="65657"/>
            <a:ext cx="5882184" cy="684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 </a:t>
            </a:r>
            <a:r>
              <a:rPr lang="en-US"/>
              <a:t>- annual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8100">
            <a:solidFill>
              <a:srgbClr val="0070C0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A = P*(1 + R)</a:t>
            </a:r>
            <a:r>
              <a:rPr lang="en-US" sz="4400" b="1" baseline="30000" dirty="0"/>
              <a:t>n</a:t>
            </a:r>
            <a:endParaRPr lang="en-US" sz="4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r>
              <a:rPr lang="en-US" dirty="0"/>
              <a:t>A = final amount</a:t>
            </a:r>
          </a:p>
          <a:p>
            <a:pPr marL="0" indent="0">
              <a:buNone/>
            </a:pPr>
            <a:r>
              <a:rPr lang="en-US" dirty="0"/>
              <a:t>P = principal</a:t>
            </a:r>
          </a:p>
          <a:p>
            <a:pPr marL="0" indent="0">
              <a:buNone/>
            </a:pPr>
            <a:r>
              <a:rPr lang="en-US" dirty="0"/>
              <a:t>R = rate (%) pa</a:t>
            </a:r>
          </a:p>
          <a:p>
            <a:pPr marL="0" indent="0">
              <a:buNone/>
            </a:pPr>
            <a:r>
              <a:rPr lang="en-US" dirty="0"/>
              <a:t>n = number of years</a:t>
            </a:r>
          </a:p>
        </p:txBody>
      </p:sp>
    </p:spTree>
    <p:extLst>
      <p:ext uri="{BB962C8B-B14F-4D97-AF65-F5344CB8AC3E}">
        <p14:creationId xmlns:p14="http://schemas.microsoft.com/office/powerpoint/2010/main" val="26932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loan (compound interest)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Cathy borrowed $40,000 from the bank to start her own business.  The interest rate is 6% compounded annually.  Cathy will pay the whole loan back at the end of the loan period which is 4 years.</a:t>
            </a:r>
          </a:p>
          <a:p>
            <a:r>
              <a:rPr lang="en-US" dirty="0"/>
              <a:t>How much would Cathy owe the bank after 2 years?</a:t>
            </a:r>
          </a:p>
          <a:p>
            <a:r>
              <a:rPr lang="en-US" dirty="0"/>
              <a:t>What is the total amount Cathy has to pay back the bank?</a:t>
            </a:r>
          </a:p>
          <a:p>
            <a:r>
              <a:rPr lang="en-US" dirty="0"/>
              <a:t>What is the total interest paid by Cathy?</a:t>
            </a:r>
          </a:p>
          <a:p>
            <a:r>
              <a:rPr lang="en-US" dirty="0"/>
              <a:t>How much would Cathy have to pay the bank if the bank were 6% </a:t>
            </a:r>
            <a:r>
              <a:rPr lang="en-US"/>
              <a:t>simple interest?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810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 – periods other than annual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8100">
            <a:solidFill>
              <a:srgbClr val="0070C0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A = P*(1 + R)</a:t>
            </a:r>
            <a:r>
              <a:rPr lang="en-US" sz="4400" b="1" baseline="30000" dirty="0"/>
              <a:t>n</a:t>
            </a:r>
            <a:endParaRPr lang="en-US" sz="4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r>
              <a:rPr lang="en-US" dirty="0"/>
              <a:t>A = final amount</a:t>
            </a:r>
          </a:p>
          <a:p>
            <a:pPr marL="0" indent="0">
              <a:buNone/>
            </a:pPr>
            <a:r>
              <a:rPr lang="en-US" dirty="0"/>
              <a:t>P = principal</a:t>
            </a:r>
          </a:p>
          <a:p>
            <a:pPr marL="0" indent="0">
              <a:buNone/>
            </a:pPr>
            <a:r>
              <a:rPr lang="en-US" dirty="0"/>
              <a:t>R = rate (%)</a:t>
            </a:r>
          </a:p>
          <a:p>
            <a:pPr marL="0" indent="0">
              <a:buNone/>
            </a:pPr>
            <a:r>
              <a:rPr lang="en-US" dirty="0"/>
              <a:t>n = number of compounding periods</a:t>
            </a:r>
          </a:p>
        </p:txBody>
      </p:sp>
    </p:spTree>
    <p:extLst>
      <p:ext uri="{BB962C8B-B14F-4D97-AF65-F5344CB8AC3E}">
        <p14:creationId xmlns:p14="http://schemas.microsoft.com/office/powerpoint/2010/main" val="73730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the following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$12,000 is invested at 8% per annum interest rate, with interest compounded annually, what is the investment worth after 12 years?</a:t>
            </a:r>
          </a:p>
          <a:p>
            <a:endParaRPr lang="en-US" dirty="0"/>
          </a:p>
          <a:p>
            <a:r>
              <a:rPr lang="en-US" dirty="0"/>
              <a:t>What if the interest is compounded every 6 months?  What is the investment after 12 years?</a:t>
            </a:r>
          </a:p>
          <a:p>
            <a:endParaRPr lang="en-US" dirty="0"/>
          </a:p>
          <a:p>
            <a:r>
              <a:rPr lang="en-US" dirty="0"/>
              <a:t>What if the interest is compounded every 3 months? What is the investment after 12 years? </a:t>
            </a:r>
          </a:p>
        </p:txBody>
      </p:sp>
    </p:spTree>
    <p:extLst>
      <p:ext uri="{BB962C8B-B14F-4D97-AF65-F5344CB8AC3E}">
        <p14:creationId xmlns:p14="http://schemas.microsoft.com/office/powerpoint/2010/main" val="81572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loan (compound interest)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514476"/>
            <a:ext cx="8543925" cy="5114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Cathy borrowed $40,000 from the bank to start her own business.  The interest rate is 6% compounded annually.  Cathy will pay the whole loan back at the end of the loan period which is 4 years.</a:t>
            </a:r>
          </a:p>
          <a:p>
            <a:r>
              <a:rPr lang="en-US" dirty="0"/>
              <a:t>What is the total amount Cathy has to pay back the bank?</a:t>
            </a:r>
          </a:p>
          <a:p>
            <a:r>
              <a:rPr lang="en-US" dirty="0"/>
              <a:t>What is the total interest paid by Cathy?</a:t>
            </a:r>
          </a:p>
          <a:p>
            <a:r>
              <a:rPr lang="en-US" dirty="0"/>
              <a:t>What is the total repayment if the interest is compounded monthly or daily?</a:t>
            </a:r>
          </a:p>
          <a:p>
            <a:r>
              <a:rPr lang="en-US" dirty="0"/>
              <a:t>Which one is the best loan? Justify </a:t>
            </a:r>
            <a:r>
              <a:rPr lang="en-US"/>
              <a:t>your answer.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97357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437</TotalTime>
  <Words>452</Words>
  <Application>Microsoft Macintosh PowerPoint</Application>
  <PresentationFormat>A4 Paper (210x297 mm)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A4</vt:lpstr>
      <vt:lpstr>Compound Interest</vt:lpstr>
      <vt:lpstr>Compound Interest</vt:lpstr>
      <vt:lpstr>PowerPoint Presentation</vt:lpstr>
      <vt:lpstr>PowerPoint Presentation</vt:lpstr>
      <vt:lpstr>Compound Interest - annual</vt:lpstr>
      <vt:lpstr>Example – loan (compound interest)</vt:lpstr>
      <vt:lpstr>Compound Interest – periods other than annual</vt:lpstr>
      <vt:lpstr>Consider the following</vt:lpstr>
      <vt:lpstr>Example – loan (compound interest)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Interest</dc:title>
  <dc:creator>LOH Michael [Shenton College]</dc:creator>
  <cp:lastModifiedBy>LOH Michael [Shenton College]</cp:lastModifiedBy>
  <cp:revision>7</cp:revision>
  <dcterms:created xsi:type="dcterms:W3CDTF">2018-02-18T14:59:09Z</dcterms:created>
  <dcterms:modified xsi:type="dcterms:W3CDTF">2019-02-10T08:54:33Z</dcterms:modified>
</cp:coreProperties>
</file>