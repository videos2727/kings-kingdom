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68" r:id="rId3"/>
    <p:sldId id="269" r:id="rId4"/>
    <p:sldId id="270" r:id="rId5"/>
    <p:sldId id="257" r:id="rId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78"/>
  </p:normalViewPr>
  <p:slideViewPr>
    <p:cSldViewPr snapToGrid="0" snapToObjects="1">
      <p:cViewPr varScale="1">
        <p:scale>
          <a:sx n="93" d="100"/>
          <a:sy n="93" d="100"/>
        </p:scale>
        <p:origin x="1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11/5/19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96"/>
          <a:stretch/>
        </p:blipFill>
        <p:spPr>
          <a:xfrm>
            <a:off x="1587500" y="381446"/>
            <a:ext cx="4178300" cy="60982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922E84-A06C-D845-B785-E26134363ACC}"/>
              </a:ext>
            </a:extLst>
          </p:cNvPr>
          <p:cNvSpPr txBox="1"/>
          <p:nvPr/>
        </p:nvSpPr>
        <p:spPr>
          <a:xfrm>
            <a:off x="5765800" y="285918"/>
            <a:ext cx="398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Introduction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Open with a short description of the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EE82E-E578-3F47-AB81-CDE127183174}"/>
              </a:ext>
            </a:extLst>
          </p:cNvPr>
          <p:cNvSpPr/>
          <p:nvPr/>
        </p:nvSpPr>
        <p:spPr>
          <a:xfrm>
            <a:off x="1447800" y="177800"/>
            <a:ext cx="4038600" cy="1231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0B94D-1AE3-1D46-AE03-CAF86F9C8CF7}"/>
              </a:ext>
            </a:extLst>
          </p:cNvPr>
          <p:cNvSpPr/>
          <p:nvPr/>
        </p:nvSpPr>
        <p:spPr>
          <a:xfrm>
            <a:off x="1447800" y="1613346"/>
            <a:ext cx="4038600" cy="36825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1CA1F-381C-B04E-B224-DBB21ADF936E}"/>
              </a:ext>
            </a:extLst>
          </p:cNvPr>
          <p:cNvSpPr txBox="1"/>
          <p:nvPr/>
        </p:nvSpPr>
        <p:spPr>
          <a:xfrm>
            <a:off x="5626100" y="2375346"/>
            <a:ext cx="3848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Body</a:t>
            </a:r>
          </a:p>
          <a:p>
            <a:r>
              <a:rPr lang="en-US" sz="2000" dirty="0">
                <a:solidFill>
                  <a:srgbClr val="00B050"/>
                </a:solidFill>
              </a:rPr>
              <a:t>This is the section where you show how you interpret the distributions.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6CE97-C2DF-F140-BA3B-170E45DF73DF}"/>
              </a:ext>
            </a:extLst>
          </p:cNvPr>
          <p:cNvSpPr/>
          <p:nvPr/>
        </p:nvSpPr>
        <p:spPr>
          <a:xfrm>
            <a:off x="1447800" y="5555794"/>
            <a:ext cx="4038600" cy="9239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C876D-755F-A34D-A47D-5D59C12E014F}"/>
              </a:ext>
            </a:extLst>
          </p:cNvPr>
          <p:cNvSpPr txBox="1"/>
          <p:nvPr/>
        </p:nvSpPr>
        <p:spPr>
          <a:xfrm>
            <a:off x="5626100" y="5555794"/>
            <a:ext cx="3848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Conclusion (sort of)</a:t>
            </a:r>
          </a:p>
          <a:p>
            <a:r>
              <a:rPr lang="en-US" sz="2000" dirty="0">
                <a:solidFill>
                  <a:srgbClr val="7030A0"/>
                </a:solidFill>
              </a:rPr>
              <a:t>State anything which you think is relevant.</a:t>
            </a:r>
          </a:p>
        </p:txBody>
      </p:sp>
    </p:spTree>
    <p:extLst>
      <p:ext uri="{BB962C8B-B14F-4D97-AF65-F5344CB8AC3E}">
        <p14:creationId xmlns:p14="http://schemas.microsoft.com/office/powerpoint/2010/main" val="370920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3ADBAF-1D6F-D242-8D23-2E47127F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39"/>
            <a:ext cx="9906000" cy="38660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06E973-BDCE-DE41-BCC1-C91B3CD16FF3}"/>
              </a:ext>
            </a:extLst>
          </p:cNvPr>
          <p:cNvSpPr txBox="1"/>
          <p:nvPr/>
        </p:nvSpPr>
        <p:spPr>
          <a:xfrm>
            <a:off x="4393581" y="1244069"/>
            <a:ext cx="53079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has 100 scores with an estimated mean of 10.6 (using the midpoints of the class intervals).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median lies in the interval of 7 to 10 and the modal class is in the interval of 4 to 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spread of the score is from 1 to 28 with a range of 27.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the midpoint of the class interval, the standard deviation is estimated to be 6.17.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is unimodal and is skewed to the right (positively skewed).</a:t>
            </a:r>
          </a:p>
        </p:txBody>
      </p:sp>
    </p:spTree>
    <p:extLst>
      <p:ext uri="{BB962C8B-B14F-4D97-AF65-F5344CB8AC3E}">
        <p14:creationId xmlns:p14="http://schemas.microsoft.com/office/powerpoint/2010/main" val="388627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774742-A4F0-EF45-B955-47C049F3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0"/>
            <a:ext cx="9639300" cy="3543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096376-81A1-1249-8558-83EC688DB3FA}"/>
              </a:ext>
            </a:extLst>
          </p:cNvPr>
          <p:cNvSpPr txBox="1"/>
          <p:nvPr/>
        </p:nvSpPr>
        <p:spPr>
          <a:xfrm>
            <a:off x="967474" y="4177510"/>
            <a:ext cx="85042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median of the distribution is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distribution is symmetrical and the mean of the distribution will be very very close to the median.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range of the distribution is 16 and the interquartile range is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no outliers in this set of data.</a:t>
            </a:r>
          </a:p>
        </p:txBody>
      </p:sp>
    </p:spTree>
    <p:extLst>
      <p:ext uri="{BB962C8B-B14F-4D97-AF65-F5344CB8AC3E}">
        <p14:creationId xmlns:p14="http://schemas.microsoft.com/office/powerpoint/2010/main" val="85930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82" y="0"/>
            <a:ext cx="8740588" cy="22270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FAA507-BFC2-9141-A87D-C3C4505C37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00"/>
          <a:stretch/>
        </p:blipFill>
        <p:spPr>
          <a:xfrm>
            <a:off x="1631576" y="1860447"/>
            <a:ext cx="6172200" cy="51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9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E45AB1-C07C-3B4D-9DB7-B9FBFE7E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1" y="1230868"/>
            <a:ext cx="5437746" cy="361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75740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116</TotalTime>
  <Words>178</Words>
  <Application>Microsoft Macintosh PowerPoint</Application>
  <PresentationFormat>A4 Paper (210x297 mm)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A4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3</cp:revision>
  <cp:lastPrinted>2019-11-05T04:01:59Z</cp:lastPrinted>
  <dcterms:created xsi:type="dcterms:W3CDTF">2019-11-04T07:17:00Z</dcterms:created>
  <dcterms:modified xsi:type="dcterms:W3CDTF">2019-11-05T05:18:19Z</dcterms:modified>
</cp:coreProperties>
</file>