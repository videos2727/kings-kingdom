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6" r:id="rId2"/>
    <p:sldId id="257" r:id="rId3"/>
    <p:sldId id="258" r:id="rId4"/>
    <p:sldId id="259" r:id="rId5"/>
    <p:sldId id="260" r:id="rId6"/>
  </p:sldIdLst>
  <p:sldSz cx="9906000" cy="6858000" type="A4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4847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08"/>
    <p:restoredTop sz="88604"/>
  </p:normalViewPr>
  <p:slideViewPr>
    <p:cSldViewPr snapToGrid="0" snapToObjects="1">
      <p:cViewPr varScale="1">
        <p:scale>
          <a:sx n="85" d="100"/>
          <a:sy n="85" d="100"/>
        </p:scale>
        <p:origin x="166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1A2086-F843-2F48-A3FA-FB887B59A05C}" type="datetimeFigureOut">
              <a:rPr lang="en-US" smtClean="0"/>
              <a:t>2/17/19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8D700A-72C1-684A-88FB-B02B190EDD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00652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3AFE94-906D-7D41-9AF1-822E28BA9E41}" type="datetimeFigureOut">
              <a:rPr lang="en-US" smtClean="0"/>
              <a:t>2/17/19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49"/>
            <a:ext cx="5486400" cy="360045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C15598-96DA-604C-9DE9-395138AC10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67822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2/17/19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2/17/19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2/17/19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2/17/19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2/17/19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2/17/19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2/17/19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2/17/19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2/17/19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2/17/19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2/17/19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337F27-3561-F447-A297-B1BA2E47B84D}" type="datetimeFigureOut">
              <a:rPr lang="en-US" smtClean="0"/>
              <a:t>2/17/19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6629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Government Allowances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1800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2866291" y="1091629"/>
            <a:ext cx="34817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 err="1"/>
              <a:t>Carer</a:t>
            </a:r>
            <a:r>
              <a:rPr lang="en-US" sz="2000" dirty="0"/>
              <a:t> Allowance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-199293" y="3199642"/>
            <a:ext cx="34817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/>
              <a:t>Pensions</a:t>
            </a:r>
            <a:endParaRPr lang="en-US" sz="2000" dirty="0"/>
          </a:p>
        </p:txBody>
      </p:sp>
      <p:sp>
        <p:nvSpPr>
          <p:cNvPr id="8" name="TextBox 7"/>
          <p:cNvSpPr txBox="1"/>
          <p:nvPr/>
        </p:nvSpPr>
        <p:spPr>
          <a:xfrm>
            <a:off x="6459414" y="3262648"/>
            <a:ext cx="34817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/>
              <a:t>Family Tax Benefits</a:t>
            </a:r>
            <a:endParaRPr lang="en-US" sz="2000" dirty="0"/>
          </a:p>
        </p:txBody>
      </p:sp>
      <p:sp>
        <p:nvSpPr>
          <p:cNvPr id="9" name="Quad Arrow 8"/>
          <p:cNvSpPr/>
          <p:nvPr/>
        </p:nvSpPr>
        <p:spPr>
          <a:xfrm>
            <a:off x="2754923" y="1711573"/>
            <a:ext cx="3704493" cy="3516923"/>
          </a:xfrm>
          <a:prstGeom prst="quad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2848707" y="3239201"/>
            <a:ext cx="35169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/>
              <a:t>Government Allowances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3876" y="5448330"/>
            <a:ext cx="34817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Youth Allowance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18584" y="6233776"/>
            <a:ext cx="17115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/>
              <a:t>Others???</a:t>
            </a:r>
          </a:p>
        </p:txBody>
      </p:sp>
    </p:spTree>
    <p:extLst>
      <p:ext uri="{BB962C8B-B14F-4D97-AF65-F5344CB8AC3E}">
        <p14:creationId xmlns:p14="http://schemas.microsoft.com/office/powerpoint/2010/main" val="18381880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Carer</a:t>
            </a:r>
            <a:r>
              <a:rPr lang="en-US" dirty="0"/>
              <a:t> Allowance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Allowance for people who provides care for an adult or dependent child because of disability, medical condition or frailty [care required on a daily basis]</a:t>
            </a:r>
          </a:p>
          <a:p>
            <a:r>
              <a:rPr lang="en-US" dirty="0"/>
              <a:t>Both </a:t>
            </a:r>
            <a:r>
              <a:rPr lang="en-US" dirty="0" err="1"/>
              <a:t>carer</a:t>
            </a:r>
            <a:r>
              <a:rPr lang="en-US" dirty="0"/>
              <a:t> and care receiver must be Australian residents.</a:t>
            </a:r>
          </a:p>
          <a:p>
            <a:endParaRPr lang="en-US" dirty="0"/>
          </a:p>
          <a:p>
            <a:r>
              <a:rPr lang="en-US" dirty="0"/>
              <a:t>Rate: $124.70 per fortnight</a:t>
            </a:r>
          </a:p>
          <a:p>
            <a:endParaRPr lang="en-US" dirty="0"/>
          </a:p>
          <a:p>
            <a:r>
              <a:rPr lang="en-US" dirty="0" err="1"/>
              <a:t>Carer</a:t>
            </a:r>
            <a:r>
              <a:rPr lang="en-US" dirty="0"/>
              <a:t> supplement: $600 per annum</a:t>
            </a:r>
          </a:p>
        </p:txBody>
      </p:sp>
    </p:spTree>
    <p:extLst>
      <p:ext uri="{BB962C8B-B14F-4D97-AF65-F5344CB8AC3E}">
        <p14:creationId xmlns:p14="http://schemas.microsoft.com/office/powerpoint/2010/main" val="18936086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Family Tax Benefits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250" y="1690690"/>
            <a:ext cx="9207500" cy="500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4594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Determine the Family Tax Benefits (FTB) paid to a family of two children meeting the FTB requirements and with a combined annual family income of $65,000.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Determine the Family Tax Benefits (FTB) paid to a family of one child meeting the FTB requirements and with a combined annual family income of $105,000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3150109"/>
      </p:ext>
    </p:extLst>
  </p:cSld>
  <p:clrMapOvr>
    <a:masterClrMapping/>
  </p:clrMapOvr>
</p:sld>
</file>

<file path=ppt/theme/theme1.xml><?xml version="1.0" encoding="utf-8"?>
<a:theme xmlns:a="http://schemas.openxmlformats.org/drawingml/2006/main" name="A4 Presentation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4 Presentation" id="{6EB52EA6-304B-CC44-AB4C-483953AB2727}" vid="{71B54E89-6D82-044A-9BF6-882F340DFA5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3212</TotalTime>
  <Words>130</Words>
  <Application>Microsoft Macintosh PowerPoint</Application>
  <PresentationFormat>A4 Paper (210x297 mm)</PresentationFormat>
  <Paragraphs>20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A4 Presentation</vt:lpstr>
      <vt:lpstr>Government Allowances</vt:lpstr>
      <vt:lpstr>PowerPoint Presentation</vt:lpstr>
      <vt:lpstr>Carer Allowance</vt:lpstr>
      <vt:lpstr>Family Tax Benefits</vt:lpstr>
      <vt:lpstr>Examples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Government Allowance</dc:title>
  <dc:creator>Michael Loh</dc:creator>
  <cp:lastModifiedBy>LOH Michael [Shenton College]</cp:lastModifiedBy>
  <cp:revision>54</cp:revision>
  <cp:lastPrinted>2017-03-04T07:15:45Z</cp:lastPrinted>
  <dcterms:created xsi:type="dcterms:W3CDTF">2017-02-26T08:35:09Z</dcterms:created>
  <dcterms:modified xsi:type="dcterms:W3CDTF">2019-02-17T06:28:58Z</dcterms:modified>
</cp:coreProperties>
</file>