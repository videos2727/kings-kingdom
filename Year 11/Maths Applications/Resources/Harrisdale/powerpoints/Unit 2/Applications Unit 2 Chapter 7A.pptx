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3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01:38.556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3CCD308-165F-46AD-B92F-D250F719E52C}" emma:medium="tactile" emma:mode="ink">
          <msink:context xmlns:msink="http://schemas.microsoft.com/ink/2010/main" type="inkDrawing" rotatedBoundingBox="4967,4026 5176,4630 4809,4757 4601,4153" semanticType="callout" shapeName="Other">
            <msink:sourceLink direction="with" ref="{ACD4F3A7-5BCA-426D-887E-C6AFA8BE9487}"/>
          </msink:context>
        </emma:interpretation>
      </emma:emma>
    </inkml:annotationXML>
    <inkml:trace contextRef="#ctx0" brushRef="#br0">5 33 911 0,'0'0'0'0,"0"0"0"16,0 0 0-16,0 0 0 0,0 0 0 0,0 0 0 0,0 0 2304 0,0 0 368 15,0 0 80-15,0 0 0 0,0 0-1376 0,0 0-288 16,0 0-48-16,-12 2-16 0,12-2-256 0,0 0-48 16,-8-7-16-16,8 7 0 0,0 0-64 0,0 0 0 0,0 0-16 15,0 0 0-15,0 0-192 0,0 0-48 0,0 0 0 0,0 0 0 16,0 0-80-16,0 0-32 0,0 0 0 0,0 0 0 16,0 0-32-16,10 7-16 0,-10-7 0 0,0 0 0 15,13 8-224-15,-3-2 0 0,-10-6 0 0,10 5 0 16,-10-5 256-16,0 0 0 0,13 2 0 0,-13-2 0 15,13 8 112-15,-3-5 16 0,-10-3 16 0,13-1 0 16,-13 1 160-16,15 1 16 0,-2 1 16 0,-1 0 0 16,-12-2 48-16,14-5 0 0,1 0 0 0,-2 2 0 15,-13 3-256-15,17-4-64 0,-1-4 0 0,-3 3 0 16,-13 5-144-16,18 0-48 0,0-1 0 0,-1-3 0 16,-3-1-128-16,-2 4 0 0,-12 1 0 0,13-2 128 15,0-3-128-15,-3 2 0 0,-10 3 0 0,0 0 0 16,13-3 0-16,-13 3 0 0,10-5 0 0,-10 5 0 15,0 0 192-15,10-5-64 0,-10 5 0 0,0 0 0 16,10-5 112-16,-10 5 16 0,0 0 0 0,0 0 0 0,13-2-128 16,-13 2-128-16,0 0 176 0,0 0-176 0,0 0 0 0,0 0 0 15,0 0 0-15,0 0 0 0,8 10 0 0,-8-10 0 16,8 8 0-16,-8-8 0 0,0 0 0 0,0 0 0 16,4 13-160-16,-4-13 160 0,3 17 0 0,0-4 0 15,-3-13 0-15,2 15 0 0,-1-1 0 0,-1 0-144 16,0-5 144-16,0 5 0 0,0-1-144 0,2 1 144 15,1 3 0-15,-4-4-144 0,-6-2 848 0,4 3 160 16,3-1 32-16,-2 0 16 16,-3-2-1552-16,0 3-320 0,0-1-64 0,0 0-16 0,1 2 832 15,0-1 208-15,3 1 0 0,-1-2 0 0,2-13 0 0,-5 15 0 16,-2 1 0-16,4-2 0 0,3-14 0 0,0 0 0 0,-10 13 0 16,4 3 0-16,1-1 0 0,2-2 0 0,3-13 0 15,-4 15 0-15,-2-2 0 0,1 0 0 0,2 0 0 16,-1-1 0-16,4-12 0 0,0 0 0 0,-8 14 0 0,3-2 0 15,5-12 0-15,-3 15 0 0,-2-2 0 0,5-13 0 16,0 0 0-16,0 0 0 0,-7 16 0 0,7-16 0 16,0 0 0-16,0 0 0 0,-6 13 160 0,6-13-160 15,0 0 0-15,0 0 0 0,0 0 0 0,0 0-176 32,0 0-336-32,0 0-64 0,0 0 0 0,0 0-16 0,0 0-1456 15,0 0-272-15,0 12-64 0,0-12-4928 0,0 0-992 0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01:39.220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CD4F3A7-5BCA-426D-887E-C6AFA8BE9487}" emma:medium="tactile" emma:mode="ink">
          <msink:context xmlns:msink="http://schemas.microsoft.com/ink/2010/main" type="inkDrawing" rotatedBoundingBox="4616,4446 5159,4458 5158,4513 4615,4501" shapeName="Other">
            <msink:destinationLink direction="with" ref="{63CCD308-165F-46AD-B92F-D250F719E52C}"/>
          </msink:context>
        </emma:interpretation>
      </emma:emma>
    </inkml:annotationXML>
    <inkml:trace contextRef="#ctx0" brushRef="#br0">0 7 2751 0,'0'0'256'0,"0"0"-256"0,0 0 0 0,0 0 0 0,0 0 2416 0,0 0 432 16,0 0 96-16,0 0 0 0,11 1-2144 0,-11-1-432 16,14 0-96-16,-14 0-16 0,13-1-256 0,-2 4 160 15,-11-3-160-15,12 5 128 0,-12-5 16 0,0 0 0 16,13 0 0-16,-13 0 0 0,0 0 496 0,13 3 112 16,-13-3 16-16,13 3 0 0,-13-3 64 0,0 0 32 15,12 5 0-15,-12-5 0 0,13 0-240 0,0 0-48 16,-13 0-16-16,15-1 0 0,-1 1-352 0,0 0-64 15,-14 0-16-15,13-4 0 0,-13 4 0 0,16-3 0 16,2 0 0-16,-3 1 0 0,-4 1 272 0,3-1 48 16,0 0 16-16,-1 2 0 0,-13 0 176 0,17-1 48 15,-1-1 0-15,-3 2 0 0,-13 0-272 0,15 0-48 16,3-5-16-16,-5 5 0 0,-13 0-352 0,0 0 0 0,0 0 0 16,13 2 0-16,-13-2-224 0,14 0-112 0,-14 0-32 0,13 5 0 31,-13-5-464-31,14 5-112 0,-14-5-16 0,15 6 0 15,0 2-80-15,0 2-32 0,1-3 0 0,2 1-5552 0,4 0-1120 0</inkml:trace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01:53.883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ECD534D2-72F1-40F9-A701-7154CC0D29A9}" emma:medium="tactile" emma:mode="ink">
          <msink:context xmlns:msink="http://schemas.microsoft.com/ink/2010/main" type="inkDrawing" rotatedBoundingBox="5077,9241 5316,9708 5074,9832 4836,9364" semanticType="callout" shapeName="Other"/>
        </emma:interpretation>
      </emma:emma>
    </inkml:annotationXML>
    <inkml:trace contextRef="#ctx0" brushRef="#br0">244 146 11231 0,'0'0'496'0,"0"0"96"0,0 0-464 0,0 0-128 16,0 0 0-16,0 0 0 0,0 0 848 0,0 0 160 15,0 0 16-15,0 0 16 0,0 0-672 0,0 0-144 16,0 0-32-16,0 0 0 0,0 0-192 0,0 0 0 15,0 0 128-15,-14 5-128 0,2 3 128 0,12-8-128 16,-13 3 176-16,13-3-176 0,-13 4 592 0,13-4 16 0,-13 3 0 0,1-3 0 16,-1-2-16-16,13 2 0 0,0 0 0 0,-13-5 0 15,-2 4-384-15,15 1-80 0,-11-4 0 0,-2 4-128 16,-1 0 0-16,14 0 0 0,0 0 0 0,-13-3 0 16,0 0 192-16,-2 1-192 0,-1 0 192 0,5 2-192 15,11 0 304-15,0 0-48 0,-12-9-16 0,12 9 0 16,0 0-96-16,0 0-16 0,-5-10 0 0,5 10 0 15,0 0 0-15,0 0-128 0,0 0 192 0,0 0-64 16,-5-13 0-16,5 13 0 0,0 0 0 0,8-12 0 16,-3 1-128-16,0 2 0 0,-5 9 0 0,10-11 0 15,0-2 144-15,-2 3-144 0,-8 10 160 0,0 0-160 16,10-10 208-16,-10 10-48 0,0 0-16 0,0 0 0 0,0 0-16 16,10-10-128-16,-4-1 192 0,-6 11-64 0,0 0-128 15,0 0 0-15,0 0 0 0,0 0 0 0,14-7-256 0,-1 4 0 16,-13 3 16-16,13-3 0 0,-13 3 80 0,13-2 16 15,-13 2 0-15,0 0 0 0,11-3 144 0,-11 3 144 16,0 0-16-16,0 0-128 0,0 0 544 0,15 5 0 16,2-2 0-16,-3-1 0 0,-14-2-96 0,13 1-32 15,-13-1 0-15,14 4 0 0,-3-4-272 0,-11 0-144 16,0 0 160-16,10 6-160 0,-10-6 0 0,13 8 0 16,-13-8 0-16,13 10 0 0,-13-10 0 0,10 12 0 15,-2-1 0-15,-8-11 0 0,0 0 0 0,8 13 0 16,1 4 0-16,-3-4 0 0,-6-13 0 0,0 0 0 15,2 16 144-15,-2-16-144 0,0 15 0 0,0-15 0 16,0 0 128-16,2 20-128 0,-1-6 0 0,1 1 0 16,-2-15 0-16,1 17 0 0,-1-3 0 0,0-14 0 15,-1 17 0-15,-1-2 0 0,2-2 0 0,0-13 0 0,0 0 0 16,-3 14 128-16,1 1-128 0,2-15 0 0,0 0 0 0,-5 17 128 16,0-3-128-16,0 0 0 0,5-14 0 0,-6 13 0 15,6-13 0-15,-3 16 0 0,1-1 0 0,-1-2 0 16,3-13 0-16,0 0 0 0,-2 13 0 0,2-13 0 15,-2 17 0-15,2-4 0 0,0-13-224 0,-1 13 80 32,-1-2-496-32,2-11-112 0,0 17-16 0,0-6 0 0,0-11-768 15,-2 13-144-15,1-1-48 0</inkml:trace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02:07.333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3608EBDE-8A26-4BE9-8467-221D7B610395}" emma:medium="tactile" emma:mode="ink">
          <msink:context xmlns:msink="http://schemas.microsoft.com/ink/2010/main" type="inkDrawing" rotatedBoundingBox="7435,9220 7436,9716 7399,9717 7399,9221" shapeName="Other">
            <msink:destinationLink direction="with" ref="{A8A16709-7A4D-4114-A830-59AE0545154A}"/>
          </msink:context>
        </emma:interpretation>
      </emma:emma>
    </inkml:annotationXML>
    <inkml:trace contextRef="#ctx0" brushRef="#br0">6 0 2751 0,'0'0'256'0,"0"0"-256"0,0 0 0 0,0 0 0 0,0 0 2256 0,0 0 416 16,0 0 80-16,0 0 0 0,0 0-2112 0,0 0-448 15,0 0-64-15,0 0-128 0,0 0 0 0,0 0 0 16,0 0 0-16,5 15 0 0,-5-15 400 0,5 15-16 16,-5-15 0-16,3 13 0 0,1 0 560 0,-4-13 96 15,0 0 32-15,0 0 0 0,0 0-112 0,0 0 0 16,0 0-16-16,0 0 0 0,3 16-288 0,0-1-48 16,-1-2-16-16,-2-1 0 0,0-12-176 0,0 0-32 0,1 15-16 0,1-1 0 15,-2-14-144-15,0 18-32 0,0 1 0 0,0-3 0 16,0 0-192-16,0-1 0 0,2 0 0 0,-2 0 0 15,-2 1 0-15,2-1 0 0,0-15 0 0,0 16 0 16,0 2 128-16,0-3-128 0,0-2 0 0,0-13 0 16,0 17 128-16,0-4-128 0,0-13 0 0,0 0 144 15,-2 18-144-15,2-5 0 0,0-13 0 0,0 0 128 16,-1 18-128-16,-1-3 0 0,2-15-160 0,-3 11 160 16,3-11-384-16,-5 13 32 0,5-13 0 0,-7 12 0 15,1-2-352 1,6-10-80-16,0 0-16 0,0 0 0 0,-8 8-416 0,8-8-96 0,0 0-16 0,0 0 0 15</inkml:trace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02:08.203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A8A16709-7A4D-4114-A830-59AE0545154A}" emma:medium="tactile" emma:mode="ink">
          <msink:context xmlns:msink="http://schemas.microsoft.com/ink/2010/main" type="inkDrawing" rotatedBoundingBox="7945,9162 8026,9705 7746,9746 7666,9203" semanticType="callout" shapeName="Other">
            <msink:sourceLink direction="with" ref="{3608EBDE-8A26-4BE9-8467-221D7B610395}"/>
          </msink:context>
        </emma:interpretation>
      </emma:emma>
    </inkml:annotationXML>
    <inkml:trace contextRef="#ctx0" brushRef="#br0">-1 81 911 0,'0'0'0'0,"0"0"0"0,-2-8 0 0,2 8 0 0,0 0 2048 0,0 0 336 16,0 0 64-16,0 0 16 0,0 0-688 0,0 0-144 15,0 0-32-15,0 0 0 0,-1-11-816 0,1 11-160 16,0 0-48-16,0 0 0 0,0 0-320 0,0 0-80 16,3-12-16-16,3 4 0 0,6 3-160 0,-12 5 0 15,7-8 0-15,-7 8 128 0,0 0 288 0,9-5 48 16,3 0 16-16,1 0 0 0,-2-1 224 0,3 1 64 15,-1 1 0-15,-13 4 0 0,13 0-320 0,0 0-64 16,-13 0-16-16,15 2 0 0,-2 3-32 0,-13-5 0 16,11 8 0-16,-11-8 0 0,0 0-48 0,14 8-16 15,-5-1 0-15,-9-7 0 0,0 0 224 0,0 0 32 16,0 0 16-16,13 7 0 0,-13-7 0 0,0 0 0 16,0 0 0-16,0 0 0 0,0 0-320 0,0 0-64 15,9 14-16-15,-4-1 0 0,-5-13-144 0,0 15 0 16,0-2 0-16,0-13 0 0,0 0 0 0,-4 22 0 0,-1-1 0 0,0 0 0 15,-1 1 0-15,-1-3 0 0,-1-1 0 0,2-3 0 16,-1 2 0-16,-1-1 0 0,-4 2 0 0,2-2 0 16,2-1-144-16,2-2 144 0,-1-1 0 0,1 1 0 15,-3 2 0-15,3-2 0 0,6-13 0 0,-7 16 0 16,2 1 0-16,2-2-128 0,1-2 128 0,2-13 0 16,-1 13 0-16,1-13 0 0,1 16 0 0,-2-3 0 15,1-13 0-15,0 0 0 0,-2 13 0 0,2-13 0 16,-5 12 128-16,5-12-128 0,0 0 0 0,0 0 0 15,-1 13 0-15,1-13 128 0,0 13-128 0,0-13 0 16,0 0 0-16,0 0 0 0,0 0 0 0,0 0 0 16,0 0 0-16,13 3 128 0,-13-3-128 0,13 2 0 0,0 1 320 15,2-4-16-15,1-4-16 0,1-2 0 0,-1 4 112 0,-1 1 32 16,-1 1 0-16,1-3 0 0,2-2-208 0,-1 1-32 16,-1 2-16-16,-2 1 0 15,-2 0-480-15,3 2-80 0,-1 2-32 0,-13-2 0 16,15 5-1920-16,-2 0-384 0,-4 1-80 0</inkml:trace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02:26.045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53FAD6D4-8B66-43DE-BB8F-0970A85AB701}" emma:medium="tactile" emma:mode="ink">
          <msink:context xmlns:msink="http://schemas.microsoft.com/ink/2010/main" type="writingRegion" rotatedBoundingBox="8885,7706 9305,7706 9305,8312 8885,8312"/>
        </emma:interpretation>
      </emma:emma>
    </inkml:annotationXML>
    <inkml:traceGroup>
      <inkml:annotationXML>
        <emma:emma xmlns:emma="http://www.w3.org/2003/04/emma" version="1.0">
          <emma:interpretation id="{0A9C49AE-6689-43FE-893B-85FCB137B480}" emma:medium="tactile" emma:mode="ink">
            <msink:context xmlns:msink="http://schemas.microsoft.com/ink/2010/main" type="paragraph" rotatedBoundingBox="8885,7706 9305,7706 9305,8312 8885,831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62A6BB2-1D7A-48EB-939B-A9D13DAC0501}" emma:medium="tactile" emma:mode="ink">
              <msink:context xmlns:msink="http://schemas.microsoft.com/ink/2010/main" type="line" rotatedBoundingBox="8885,7706 9305,7706 9305,8312 8885,8312"/>
            </emma:interpretation>
          </emma:emma>
        </inkml:annotationXML>
        <inkml:traceGroup>
          <inkml:annotationXML>
            <emma:emma xmlns:emma="http://www.w3.org/2003/04/emma" version="1.0">
              <emma:interpretation id="{A50AB8D4-A489-427A-A397-8B7D3BA77D65}" emma:medium="tactile" emma:mode="ink">
                <msink:context xmlns:msink="http://schemas.microsoft.com/ink/2010/main" type="inkWord" rotatedBoundingBox="8885,7706 9305,7706 9305,8312 8885,8312"/>
              </emma:interpretation>
              <emma:one-of disjunction-type="recognition" id="oneOf0">
                <emma:interpretation id="interp0" emma:lang="" emma:confidence="0">
                  <emma:literal>5</emma:literal>
                </emma:interpretation>
                <emma:interpretation id="interp1" emma:lang="" emma:confidence="0">
                  <emma:literal>S</emma:literal>
                </emma:interpretation>
                <emma:interpretation id="interp2" emma:lang="" emma:confidence="0">
                  <emma:literal>s</emma:literal>
                </emma:interpretation>
                <emma:interpretation id="interp3" emma:lang="" emma:confidence="0">
                  <emma:literal>4</emma:literal>
                </emma:interpretation>
                <emma:interpretation id="interp4" emma:lang="" emma:confidence="0">
                  <emma:literal>g</emma:literal>
                </emma:interpretation>
              </emma:one-of>
            </emma:emma>
          </inkml:annotationXML>
          <inkml:trace contextRef="#ctx0" brushRef="#br0">407 6 1839 0,'0'0'160'0,"0"0"-160"0,0 0 0 0,0 0 0 0,0 0 2368 16,0 0 448-16,0 0 96 0,0 0 16 0,0 0-2224 0,0 0-432 15,0 0-80-15,0 0-32 0,13-2-160 0,-13 2-224 16,0 0 48-16,0 0 16 0,0 0-48 0,0 0-16 16,0 0 0-16,0 0 0 0,0 0 720 0,0 0 144 15,0 0 16-15,0 0 16 0,0 0 272 0,0 0 48 16,0 0 16-16,0 0 0 0,0 0-64 0,0 0-16 15,0 0 0-15,0 0 0 0,0 0-400 0,0 0-80 16,0 0 0-16,0 0-16 0,0 0-256 0,0 0-48 16,0 0-128-16,0 0 192 0,0 0-192 0,0 0 144 15,0 0-144-15,0 0 128 0,0 0 192 0,-11 5 48 16,11-5 0-16,-14 5 0 0,-2-3 208 0,3-1 32 16,13-1 16-16,-13 2 0 0,-4 0-160 0,3-2-16 15,0-2-16-15,14 2 0 0,-11-3-176 0,1 0-48 0,-3-2 0 16,1 1 0-16,12 4-48 0,-13-1-16 0,0-1 0 0,2 0 0 15,11 2 80-15,0 0 16 0,0 0 0 0,0 0 0 16,0 0-240-16,-12 0 176 0,12 0-176 0,-10 0 160 16,10 0-160-16,0 0 0 0,-13 4 0 0,13-4 0 15,-11 3 0-15,11-3 0 0,-12 0 0 0,12 0 0 16,-11 8 0-16,11-8 0 0,-10 0 0 0,10 0 0 16,-13 3 192-16,13-3 0 0,-13 5 0 0,13-5 0 15,0 0 48-15,0 0 16 0,-12 2 0 0,12-2 0 16,0 0-256-16,-11 0 144 0,11 0-144 0,0 0 128 15,0 0 0-15,-12 0 0 0,12 0 0 0,0 0 0 16,-11-2-128-16,11 2 192 0,-12 0-192 0,12 0 192 16,0 0-192-16,0 0 0 0,0 0 0 0,-11 2 128 15,1 3-128-15,10-5 0 0,0 0 0 0,0 0 0 0,0 0 0 16,0 0 0-16,0 0 0 0,0 0 128 0,0 0-128 0,0 0 128 16,0 0-128-16,0 0 128 0,-10-2 16 0,10 2 0 15,0 0 0-15,0 0 0 0,0 0-144 0,0 0 0 16,0 0 0-16,0 0 0 0,0 0 0 0,0 0-144 15,-3 13 144-15,3-13 0 0,0 0-192 0,-7 14 64 16,4-3 128-16,-2 1-208 0,0-3 208 0,5-9 0 16,-2 15-160-16,1-2 160 0,-3-1 0 0,4-12 0 15,-1 13-144-15,1-3 144 0,0-10 0 0,0 0 0 16,0 13 0-16,0-13 0 0,1 11-128 0,-1-11 128 16,0 0 0-16,0 0 0 0,0 0 0 0,0 0 0 15,0 0 0-15,12 7 0 0,-12-7 0 0,0 0 0 16,0 0 0-16,0 0 0 0,11 8 0 0,-11-8 0 15,0 0 0-15,0 0 0 0,0 0 0 0,0 0 0 0,0 0-160 16,0 0 160-16,12-3 0 0,-12 3 0 0,0 0 0 0,0 0 0 16,0 0 0-16,0 0 0 0,0 0 0 0,0 0 0 15,11-10 0-15,-11 10 0 0,0 0 0 0,14 0 0 16,-14 0 0-16,11-3 0 0,-11 3 0 0,0 0-128 16,0 0 128-16,0 0-160 0,0 0 160 0,0 0-160 15,0 0 160-15,0 0 0 0,0 0 0 0,12-7 0 16,-3 1 0-16,-9 6 0 0,0 0 0 0,12-7 0 15,-12 7 0-15,0 0 0 0,0 0 0 0,0 0 0 16,0 0 0-16,11-7 0 0,6 3 0 0,-17 4 0 16,0 0 0-16,0 0 0 0,15 4 0 0,-15-4 0 15,0 0 0-15,14 9 0 0,3 2 0 0,-7-1 0 16,-10-10 0-16,0 0-128 0,6 13 128 0,1 2 0 0,-1 3 0 16,2-3 0-16,-8-15 0 0,12 14 0 0,-4 3 0 0,0-4 0 15,-8-13 0-15,12 10 0 0,-2 0 0 0,-10-10 192 16,10 13-64-16,-2 0 0 0,2-3-128 0,-1 1 144 15,0 1-144-15,-9-12 160 0,0 0-160 0,0 0 0 16,13 8 0-16,-13-8 0 0,8 13 0 0,-8-13 0 16,10 8 0-16,-10-8 0 0,8 13 0 0,-8-13 0 15,2 17 0-15,-2-2 0 0,0-15 0 0,-4 14 0 16,0 0 0-16,-1 0 0 0,-4 1 0 0,0-3 0 16,-5-6 0-16,1 4 0 0,0 3 0 0,0-1 0 15,2-3 0-15,2 1 0 0,3 0 0 0,-2-2 0 16,-4-1-176-16,1 0 176 0,-3-3 0 0,14-4 0 0,0 0 0 15,0 0-128-15,-16 5 128 0,3-3 128 0,1-2-128 16,12 0 176-16,-14-3 16 0,-1-2 0 0,0-2 0 0,0-1 0 16,1 0-48-16,2 1 0 0,12 7 0 0,-8-10 0 15,1 2-144-15,7 8 0 0,-11-6-160 0,11 6 160 32,0 0-592-32,0 0-32 0,-3-12 0 0,1 4-9152 0,2 8-1824 0</inkml:trace>
        </inkml:traceGroup>
      </inkml:traceGroup>
    </inkml:traceGroup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05:20.673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30EF0DC0-8E4F-4445-8A80-706D12B89082}" emma:medium="tactile" emma:mode="ink">
          <msink:context xmlns:msink="http://schemas.microsoft.com/ink/2010/main" type="writingRegion" rotatedBoundingBox="12058,3241 12405,3241 12405,4470 12058,4470"/>
        </emma:interpretation>
      </emma:emma>
    </inkml:annotationXML>
    <inkml:traceGroup>
      <inkml:annotationXML>
        <emma:emma xmlns:emma="http://www.w3.org/2003/04/emma" version="1.0">
          <emma:interpretation id="{233F5F31-4120-4D9A-8C44-E61461038654}" emma:medium="tactile" emma:mode="ink">
            <msink:context xmlns:msink="http://schemas.microsoft.com/ink/2010/main" type="paragraph" rotatedBoundingBox="12058,3241 12405,3241 12405,4470 12058,447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7F9EEA6-206A-40BB-8361-3CA48E2E4647}" emma:medium="tactile" emma:mode="ink">
              <msink:context xmlns:msink="http://schemas.microsoft.com/ink/2010/main" type="line" rotatedBoundingBox="12058,3241 12405,3241 12405,4470 12058,4470"/>
            </emma:interpretation>
          </emma:emma>
        </inkml:annotationXML>
        <inkml:traceGroup>
          <inkml:annotationXML>
            <emma:emma xmlns:emma="http://www.w3.org/2003/04/emma" version="1.0">
              <emma:interpretation id="{F296535A-C884-4214-B2A6-8F2BCAE0229C}" emma:medium="tactile" emma:mode="ink">
                <msink:context xmlns:msink="http://schemas.microsoft.com/ink/2010/main" type="inkWord" rotatedBoundingBox="12149,4368 12180,4368 12180,4470 12149,4470"/>
              </emma:interpretation>
              <emma:one-of disjunction-type="recognition" id="oneOf0">
                <emma:interpretation id="interp0" emma:lang="" emma:confidence="0">
                  <emma:literal>?</emma:literal>
                </emma:interpretation>
                <emma:interpretation id="interp1" emma:lang="" emma:confidence="0">
                  <emma:literal>!</emma:literal>
                </emma:interpretation>
                <emma:interpretation id="interp2" emma:lang="" emma:confidence="0">
                  <emma:literal>p</emma:literal>
                </emma:interpretation>
                <emma:interpretation id="interp3" emma:lang="" emma:confidence="0">
                  <emma:literal>{</emma:literal>
                </emma:interpretation>
                <emma:interpretation id="interp4" emma:lang="" emma:confidence="0">
                  <emma:literal>1</emma:literal>
                </emma:interpretation>
              </emma:one-of>
            </emma:emma>
          </inkml:annotationXML>
          <inkml:trace contextRef="#ctx0" brushRef="#br0">102 1208 21183 0,'8'11'1888'0,"-3"-1"-1504"16,-5-10-384-16,0 0 0 0,0 0 2832 0,0 0 496 16,0 0 112-16,0 0 16 0,0 0-2080 0,0 0-416 15,0 0-64-15,-6-8-32 0,-2-4-80 0,3 1-16 16,1 1 0-16,3 0 0 0,1-2-448 0,0 12-80 16,6-13-32-16,4 0-12048 15,5 0-2400-15</inkml:trace>
          <inkml:trace contextRef="#ctx0" brushRef="#br0" timeOffset="-407.5812">9 262 1839 0,'0'0'160'0,"0"0"-160"16,0 0 0-16,0 0 0 0,0 0 1536 0,0 0 256 16,0 0 64-16,0 0 16 0,0 0-928 0,0 0-192 15,-4-11-48-15,4 11 0 0,-1-13 304 0,1 1 48 16,-2 1 16-16,2 11 0 0,0 0 0 0,0 0 0 15,0 0 0-15,-2-14 0 0,2 1-16 0,2 0 0 16,-2 13 0-16,3-11 0 0,-1-1-128 0,1 1-32 16,2 1 0-16,2 0 0 0,-7 10-112 0,6-11-16 15,-6 11-16-15,7-12 0 0,0 1-160 0,-1-1-16 16,1 1-16-16,-1 1 0 0,2 0-64 0,1 2-16 0,-9 8 0 0,0 0 0 16,13-7-80-16,-3 2-16 0,-10 5 0 0,13-8 0 15,0 3-32-15,0 0-16 16,0 0 0-16,0 4 0 0,-13 1-64 0,15 3-16 0,-2 0 0 0,0 2 0 15,0 0-32-15,1 0-16 0,-14-5 0 16,14 8 0-16,-4 0-64 0,2 1-16 0,-1 0 0 0,-1 1 0 16,1-2 0-16,-1-1-128 0,-10-7 192 0,9 8-64 15,-3 2 0-15,1 0-128 0,-7-10 192 0,0 0-64 16,0 0-128-16,8 11 0 0,-3-1 0 0,-5-10 128 16,0 0-128-16,0 15 0 0,-2 1 0 0,-1-2 0 15,3-14 0-15,-7 13 0 0,1 0 0 0,-1 0 0 16,1 2 0-16,-1 1 0 0,-1-1 0 0,0-2 0 15,-1-2 0-15,1-2 0 0,-3-3 0 0,3 4 0 0,-1 3 0 16,1-3 0-16,8-10 0 0,-13 8 0 0,-3 0 0 16,2 2 0-16,3 3 0 0,-1-4 0 0,1-6 0 0,-2 2 0 15,0 1 0-15,1 3 0 0,1-1 0 0,11-8 0 16,-13 5 0-16,1 1 0 0,2 1 0 0,10-7 0 16,0 0 0-16,0 0 0 0,-8 11 0 0,3 1 0 15,5-12 0-15,-3 15 0 0,-2-4 0 0,2 1 0 16,3-12 0-16,-2 16 0 0,0 4 0 0,2-4 0 15,4-1 128-15,-1 0-128 0,-1-2 0 0,1 0 0 16,2 0 0-16,0-1 0 0,0-3-272 0,-5-9-48 16,9 9 0-16,-9-9 0 15,12 8-1568-15,-2 0-320 0,-10-8-64 0,13 5-11824 0</inkml:trace>
        </inkml:traceGroup>
      </inkml:traceGroup>
    </inkml:traceGroup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05:34.128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540A8BEF-F4C9-4FDD-AE73-C6316031EB08}" emma:medium="tactile" emma:mode="ink">
          <msink:context xmlns:msink="http://schemas.microsoft.com/ink/2010/main" type="writingRegion" rotatedBoundingBox="6929,5154 14603,5056 14616,6126 6942,6224"/>
        </emma:interpretation>
      </emma:emma>
    </inkml:annotationXML>
    <inkml:traceGroup>
      <inkml:annotationXML>
        <emma:emma xmlns:emma="http://www.w3.org/2003/04/emma" version="1.0">
          <emma:interpretation id="{269C2E74-B2F6-4818-8256-3E046504CDF5}" emma:medium="tactile" emma:mode="ink">
            <msink:context xmlns:msink="http://schemas.microsoft.com/ink/2010/main" type="paragraph" rotatedBoundingBox="6929,5154 14603,5056 14616,6126 6942,622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9F28743-48DB-4245-834B-B1D01086B55A}" emma:medium="tactile" emma:mode="ink">
              <msink:context xmlns:msink="http://schemas.microsoft.com/ink/2010/main" type="line" rotatedBoundingBox="6929,5154 14603,5056 14616,6126 6942,6224"/>
            </emma:interpretation>
          </emma:emma>
        </inkml:annotationXML>
        <inkml:traceGroup>
          <inkml:annotationXML>
            <emma:emma xmlns:emma="http://www.w3.org/2003/04/emma" version="1.0">
              <emma:interpretation id="{49E3FE57-D516-4C26-A2A2-4448DCDB7B2D}" emma:medium="tactile" emma:mode="ink">
                <msink:context xmlns:msink="http://schemas.microsoft.com/ink/2010/main" type="inkWord" rotatedBoundingBox="6930,5217 7368,5211 7378,5999 6940,600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-2715-33 1839 0,'0'0'160'0,"0"0"-160"0,0 0 0 0,0 0 0 0,0 0 1648 15,0 0 288-15,0 0 64 0,-8 0 16 0,8 0-1440 0,0 0-272 16,-8-6-64-16,8 6-16 0,-8-5 64 0,8 5 16 16,-13-8 0-16,3 1 0 0,1 1 320 0,9 6 64 15,-11-5 16-15,1 1 0 0,0 1-256 0,10 3-32 16,0 0-16-16,-10-5 0 0,-3 2 128 0,2 3 32 15,11 0 0-15,0 0 0 0,-17 5-160 0,3 3-16 16,-1 0-16-16,2-1 0 0,1-2-208 0,1 1-32 16,-2 1-128-16,3 3 192 0,2 0-192 0,-2-1 0 15,-3-2 128-15,3 3-128 0,2 1 0 0,-2 1 0 16,1-1 128-16,3-2-128 0,6-9 240 0,-7 11 0 16,1 2 0-16,3-1 0 0,3-12 112 0,-2 14 32 15,2 1 0-15,0 0 0 0,0-2-176 0,0-13-16 0,3 13-16 16,-3-13 0-16,0 0-176 0,8 12 0 15,1-1 0-15,-9-11 0 0,9 10 0 0,1-2 0 0,3-1 0 16,2-1 0-16,0-1 288 0,0 0-32 0,-1-1 0 0,3 2 0 16,1 2 240-16,-2 1 32 0,1-1 16 0,-1 2 0 15,2-1-96-15,0 1 0 0,-1 2-16 0,-1-1 0 16,-3-1-192-16,2 2-48 0,0-1 0 0,1 2 0 16,1 2-192-16,-4-2 0 0,-3 0 0 0,-1 2 0 15,1 0 0-15,-3 1 0 0,-4-1 0 0,0 3 0 16,1-2 0-16,-1 2 0 0,-1 1 0 0,-4 0 0 15,-3-1-160-15,0 0 160 0,-3 0-128 0,1 0 128 16,1-3-208-16,-2-2 32 0,-2-1 16 0,-2-1 0 16,1 1-272-16,1-1-48 15,0-1-16-15,10-10 0 0,0 0 128 0,-15 0 32 0,1 0 0 0,0-3 0 0,3-5 336 16,-1-1 0-16,-1 1 0 0,2-3 0 16,3-6 0-16,1 3 0 0,4-1 128 0,-4 0-128 0,-1-3 208 0,1 2-32 15,2-1-16-15,2 1 0 0,0-1-160 0,-2 4 0 16,-3 2 0-16,3-1 0 0,3 1 0 0,2 11 0 15,4-12 0-15,-4 12 0 0,6-11 0 0,1 3 0 16,1-1 0-16,-8 9 0 0,10-6 0 0,1-1 0 16,-11 7 128-16,18-6-128 0,5 1 320 0,-3 1 0 15,-5 1-16-15,3 0 0 0,1 0 144 0,-1-1 16 16,1 1 16-16,-3-2 0 0,0 0-16 0,-3-1 0 16,-13 6 0-16,14-12 0 0,-3-1-224 0,-3 0-48 15,1 0-16-15,-5-4 0 0,0-2-176 0,-4-1 0 16,-4-1-160-16,1 1 160 0,0 2-320 0,-2-4 16 15,-5-2 16-15,-1 3 0 16,-4 4-240-16,-2 2-48 0,-2-1-16 0,1 1 0 16,0 2-640-16,1 0-128 0,-1 0-32 0,2 1-5392 0,1 2-1088 0</inkml:trace>
        </inkml:traceGroup>
        <inkml:traceGroup>
          <inkml:annotationXML>
            <emma:emma xmlns:emma="http://www.w3.org/2003/04/emma" version="1.0">
              <emma:interpretation id="{C04768A7-190B-446C-AB18-5E935D3CF0DE}" emma:medium="tactile" emma:mode="ink">
                <msink:context xmlns:msink="http://schemas.microsoft.com/ink/2010/main" type="inkWord" rotatedBoundingBox="9954,5115 11060,5101 11071,5946 9965,5960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3682.7898">699 235 8287 0,'0'0'736'0,"0"0"-592"0,0 0-144 0,0 0 0 16,0 0 2160-16,0 0 400 0,0 0 64 0,0 0 32 0,-16 3-2128 16,1 1-528-16,0-3 0 0,15-1 0 0,-15 0 160 0,1 2-160 15,14-2 128-15,-18 0-128 0,4-2 192 0,0 2-32 16,-3 0-16-16,2-1 0 0,2-3-144 0,0 3 0 16,0 4 0-16,13-3 0 15,-13 0-400-15,13 0-112 0,-15-7-32 0</inkml:trace>
          <inkml:trace contextRef="#ctx0" brushRef="#br0" timeOffset="3357.226">543 71 9903 0,'0'0'432'0,"0"0"96"0,0 0-528 0,0 0 0 0,13 5 0 0,-13-5 0 16,0 0 992-16,0 0 96 0,0 0 0 0,0 0 16 0,0 0-640 15,0 0-128-15,0 0-16 0,0 0-16 0,0 0-96 0,0 0-16 16,0 0 0-16,0 0 0 0,0 0 128 0,0 0 0 16,0 0 16-16,10 8 0 0,-5 7 192 0,-3 0 48 15,-4-2 0-15,0 0 0 0,-1 0-80 0,1 0-16 16,2-13 0-16,0 18 0 0,-1 0-256 0,1 2-48 16,-2 0-16-16,2-2 0 0,-1-2-160 0,2-1 128 15,2 0-128-15,1-2 128 0,-3 0 0 0,1-2-128 16,-2-11 192-16,0 15-64 0,0-2-128 0,0-13 160 15,-2 13-160-15,2-13 160 0,4 13-400 0,-4-13-80 16,0 0 0-16,0 0-6048 16,0 0-1200-16</inkml:trace>
          <inkml:trace contextRef="#ctx0" brushRef="#br0" timeOffset="4465.416">876-39 10127 0,'0'0'896'0,"0"0"-704"15,0 0-192-15,0 0 0 0,0 0 1312 0,7-12 224 16,-5 1 64-16,-2 11 0 0,6-13-944 0,-1 1-176 16,-5 12-32-16,5-11-16 0,0 1 224 0,0-1 48 15,-2-3 16-15,-3 14 0 0,7-11-64 0,1 1-16 0,2 2 0 0,0 0 0 16,-10 8-192-16,11-7-64 0,-3 0 0 0,2 1 0 15,-2 1-48-15,-8 5-16 0,13-2 0 0,-1 2 0 16,-1 0-96-16,-1 4-32 0,0-1 0 0,-10-3 0 16,12 8 112-16,-3 0 16 0,1 1 0 0,0 0 0 15,-3 3 16-15,-7-12 16 0,0 15 0 0,0-1 0 16,0 0-224-16,1-1-128 0,3 0 160 0,-3 0-160 16,-1-13 0-16,0 16 128 0,-1-3-128 0,-3 1 0 15,-2 0 0-15,1 0 0 0,2-1 0 0,3-13 0 16,0 0 0-16,-7 14 0 0,2-2 128 0,5-12-128 15,0 0 0-15,-8 11 0 0,1-1 0 0,7-10 0 16,0 0 0-16,0 0 0 0,-6 10 0 0,1 0 0 16,0 1 0-16,5-11 0 0,-5 14 0 0,2-1 0 0,3-13 0 15,-4 13 0-15,1-3 0 0,3-10 0 0,0 0 0 0,-2 14 0 16,2 3 128-16,0-17-128 0,0 0 0 0,-6 13 0 16,1 2 0-16,2-4 0 0,3-11-144 0,0 0 144 15,-7 10-208-15,7-10 80 16,-3 15-448-16,3-15-96 0,0 0-16 0,0 0 0 15,3 16-656-15,2-3-144 0,5 4-32 0,1-1 0 0</inkml:trace>
          <inkml:trace contextRef="#ctx0" brushRef="#br0" timeOffset="4752.2445">1032 639 37311 0,'0'0'1664'0,"8"8"320"0,-8-8-1584 0,0 0-400 0,0 0 0 0,0 0 0 16,0 0-496-16,0 0-176 0,-4-12-32 0,-1-1-16 16,-4 0-1232-16,6 0-240 0,3 0-48 15</inkml:trace>
          <inkml:trace contextRef="#ctx0" brushRef="#br0" timeOffset="2849.1185">240 13 11807 0,'0'0'512'0,"0"0"128"0,0 0-512 0,0 0-128 0,0 0 0 0,0 0 0 16,0 0 304-16,0 0 32 0,0 0 16 0,0 0 0 15,-10-8-224-15,10 8-128 0,0 0 128 0,0 0-128 16,-9-6 128-16,9 6-128 0,0 0 128 0,0 0-128 15,-11 1 384-15,11-1 16 0,-16 5 0 0,6 0 0 16,10-5-32-16,-10 8-16 0,-2-4 0 0,12-4 0 16,-13 1-160-16,2 1-48 0,-1 1 0 0,12-3 0 15,-11-1-16-15,11 1 0 0,-17 1 0 0,4-1 0 16,13 0 144-16,-11-1 32 0,1-1 0 0,10 2 0 16,0 0 112-16,0 0 32 0,-13-3 0 0,13 3 0 15,0 0-112-15,0 0-16 0,-13-5 0 0,13 5 0 16,0 0 48-16,0 0 0 0,-12 3 0 0,12-3 0 15,0 0-96-15,0 0-16 0,0 0 0 0,-1 15 0 0,1-15 32 0,0 13 0 16,0-13 0-16,0 13 0 0,0-13-48 0,1 12-16 16,-1-12 0-16,3 11 0 0,-3-11-224 0,0 0 128 15,5 13-128-15,-5-13 0 0,4 13 0 0,-1 0 0 16,-1 1 0-16,-2-1 0 0,0-13 128 0,3 13-128 16,0-2 0-16,0 2 0 0,-1 1 192 0,-2-1-48 15,0-13-16-15,0 14 0 0,3 1-128 0,-1-2 0 16,-2-13 144-16,-2 13-144 0,2-13 0 0,0 0 0 15,0 0 0-15,0 0 0 0,0 0 0 0,0 0 0 16,0 0 0-16,0 0 0 0,0 0 0 0,0 0 0 16,0 0 0-16,0 0 128 0,7-11-128 0,-7 11 0 15,0 0 0-15,6-11 0 0,-6 11 144 0,9-12-144 16,-9 12 192-16,11-7-192 0,1 3 192 0,-12 4-192 0,11-5 192 16,-11 5-192-16,15-2 256 0,-2 2-48 0,-1 0-16 15,-1 3 0-15,-1 1 64 0,0-1 16 0,0-2 0 0,1 6 0 16,-3 0 48-16,0-1 16 0,-8-6 0 0,10 8 0 15,-1 2-112-15,-3 0-32 0,-6-10 0 0,5 13 0 16,-3 0-192-16,-1 0 176 0,-1-13-176 0,0 15 160 16,-1 0-160-16,-1 0 0 0,2 0 0 0,-2-1 0 15,-1 1 0-15,0 0 0 0,-2 1 0 0,-2 2 0 16,1-3 0-16,-4-2 0 0,-2 0 0 0,3 2 0 16,-3 0 0-16,-1-4 0 0,-2-4 0 0,2-1 0 15,-2-1-288-15,0-1 64 0,1-4 16 0,-1-2 0 16,0 0-464-16,0-3-96 15,2-3 0-15,2-3-16 0,1-2-560 16,2-4-96-16,0-1-32 0,3-1-9056 0</inkml:trace>
        </inkml:traceGroup>
        <inkml:traceGroup>
          <inkml:annotationXML>
            <emma:emma xmlns:emma="http://www.w3.org/2003/04/emma" version="1.0">
              <emma:interpretation id="{FF828D7F-6F92-416B-A66A-4F870667D2F0}" emma:medium="tactile" emma:mode="ink">
                <msink:context xmlns:msink="http://schemas.microsoft.com/ink/2010/main" type="inkWord" rotatedBoundingBox="13353,5263 14098,5253 14106,5888 13361,5898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7634.5544">3604 51 3679 0,'0'0'320'0,"0"0"-320"0,0 0 0 0,8-8 0 16,-8 8 2816-16,8-12 480 0,2 1 96 0,0 3 32 15,-10 8-1776-15,10-8-368 0,2 1-64 0,1 0 0 16,0 1-384-16,0-2-64 0,-2-4 0 0,3 7-16 16,-1 5-304-16,3 4-64 0,-3-1-16 0,0 0 0 15,-1 0 48-15,1 2 16 0,2 0 0 0,-4 3 0 16,-3 6-112-16,1 2 0 0,-1 2-16 0,0 2 0 16,-5-1-304-16,1 4 0 0,-1 0 128 0,0-1-128 15,-1-4 0-15,-1-2 0 0,1-1 0 0,-2 0 0 16,-3 0 0-16,-2 1 0 0,-2 2 0 0,2 2 0 0,0-2 0 15,-3-2 0-15,-3-1-160 0,3 1 160 0,-2 2 0 0,0-1 0 16,-2-4-144-16,3 0 144 0,-1 0 0 0,-2 0 0 16,2-1-128-16,2-1 128 0,0-1 0 0,1-2 0 15,7-8 0-15,0 0 0 0,-6 13 0 0,3-1 0 16,-1-1 128-16,4-11-128 0,0 0 0 0,0 12 0 16,0-12 0-16,4 13 0 0,0-1 192 0,3-3-64 15,-7-9-128-15,10 10 192 0,-10-10 192 0,11 8 16 16,-11-8 16-16,17 5 0 0,-4 2 32 0,0 0 16 15,-13-7 0-15,15 0 0 0,-2-4-304 0,-2 1-160 16,-11 3 160-16,0 0-160 0,10-5 0 0,-10 5 0 16,13-5-208-16,-13 5 64 15,0 0-656-15,0 0-128 0,14-3-32 0,-1 0-11536 0</inkml:trace>
          <inkml:trace contextRef="#ctx0" brushRef="#br0" timeOffset="8348.4686">4136 209 4607 0,'0'0'192'0,"0"0"64"0,0 0-256 0,0 0 0 16,-12 5 0-16,12-5 0 0,-13 1 2896 0,0 3 544 15,0-1 96-15,0 2 32 0,-2-4-2912 0,5-1-656 16,10 0 0-16,0 0 0 0,-13 0 0 0,13 0 128 15,-13-4-128-15,13 4 192 16,-16-4-1280-16,16 4-256 0</inkml:trace>
          <inkml:trace contextRef="#ctx0" brushRef="#br0" timeOffset="8079.9109">4090 94 18831 0,'0'0'832'0,"0"0"176"0,0 0-816 0,0 0-192 15,0 0 0-15,0 0 0 0,0 0 320 0,3 13 0 16,-3-13 16-16,0 0 0 0,7 15-336 0,-7-15 0 15,0 0 0-15,0 0 0 0,5 15 0 0,-5-2 0 16,0-13 0-16,-4 13 0 0,4-13 0 0,4 15 0 16,-1-2 0-16,-1 0 128 0,-4 0 64 0,0 2 0 15,2 0 16-15,-1-1 0 0,-1-1 48 0,0 2 16 0,1 0 0 0,-1 3 0 16,0 2-16-16,-1-1 0 0,0 1 0 0,1-2 0 16,1-1-256-16,1-3 0 0,0-1 0 15,0-13 0-15,0 14-224 0,0-14-96 0,0 0-32 0,0 0 0 31,0 0-1760-31,0 0-368 0</inkml:trace>
          <inkml:trace contextRef="#ctx0" brushRef="#br0" timeOffset="6899.7633">3402 71 2751 0,'0'0'128'0,"0"0"16"0,0 0-144 0,0 0 0 0,0 0 0 0,0 0 0 16,0 0 2928-16,8-8 544 0,-8 8 112 0,10-9 32 16,-10 9-2896-16,0 0-576 0,0 0-144 0,0 0 0 0,0 0 192 0,0 0 16 15,10-6 0-15,-10 6 0 0,0 0 448 0,0 0 96 16,0 0 16-16,0 0 0 0,0 0-80 0,0 0-16 15,0 0 0-15,0 0 0 0,0 0-480 0,0 0-192 16,0 0 176-16,0 0-176 0,0 0 128 0,0 0-128 16,0 0 0-16,0 0 0 0,0 0 528 0,0 0 16 15,0 0 0-15,-2 13 0 0,-1 2 256 0,3-15 48 16,2 11 16-16,-2 2 0 0,-3 2-160 0,-1-2-48 16,4-13 0-16,-3 17 0 0,0 1-352 0,1 1-80 15,-1 1-16-15,1 2 0 0,0-3-208 0,1 4 0 16,1 2 128-16,0-2-128 0,0 0 0 0,0 0 0 15,-3 1 0-15,1 3 0 0,2-1 0 0,-2 0-192 16,-1 0 192-16,3-3-160 16,2-5-256-16,1-1-48 0,0-1-16 0,2-1 0 15,-5-15-416-15,7 12-96 0,-7-12-16 0,0 0 0 16,11 8-544-16,-11-8-112 0,0 0-32 0</inkml:trace>
        </inkml:traceGroup>
        <inkml:traceGroup>
          <inkml:annotationXML>
            <emma:emma xmlns:emma="http://www.w3.org/2003/04/emma" version="1.0">
              <emma:interpretation id="{3DD1A827-1C50-48E8-B8BF-2A1198E50228}" emma:medium="tactile" emma:mode="ink">
                <msink:context xmlns:msink="http://schemas.microsoft.com/ink/2010/main" type="inkWord" rotatedBoundingBox="14066,5084 14603,5077 14616,6126 14080,6133"/>
              </emma:interpretation>
              <emma:one-of disjunction-type="recognition" id="oneOf3">
                <emma:interpretation id="interp3" emma:lang="" emma:confidence="0">
                  <emma:literal>?</emma:literal>
                </emma:interpretation>
                <emma:interpretation id="interp4" emma:lang="" emma:confidence="0">
                  <emma:literal>- ?</emma:literal>
                </emma:interpretation>
                <emma:interpretation id="interp5" emma:lang="" emma:confidence="0">
                  <emma:literal>_ ?</emma:literal>
                </emma:interpretation>
                <emma:interpretation id="interp6" emma:lang="" emma:confidence="0">
                  <emma:literal>!</emma:literal>
                </emma:interpretation>
                <emma:interpretation id="interp7" emma:lang="" emma:confidence="0">
                  <emma:literal>. ?</emma:literal>
                </emma:interpretation>
              </emma:one-of>
            </emma:emma>
          </inkml:annotationXML>
          <inkml:trace contextRef="#ctx0" brushRef="#br0" timeOffset="9336.4945">4215 320 15551 0,'0'0'688'0,"0"0"144"0,0 0-672 0,9 9-160 16,-9-9 0-16,0 0 0 0,0 0-176 0,0 0-64 15,0 0-16-15,0 0 0 0,12-4-64 0,-12 4 0 16,0 0-16-16,0 0 0 0,0 0 160 0,0 0 48 0,0 0 0 16,0 0 0-16,0 0 128 0,0 0 128 0,11 2-128 0,-11-2 176 15,0 0-16-15,0 0 0 0,0 0 0 0,0 0 0 16,0 0-160-16,0 0 0 0,0 0 0 0,0 0 128 15,0 0 224-15,0 0 32 0,0 0 16 0,0 0 0 16,0 0 320-16,0 0 64 0,0 0 16 0,0 0 0 16,0 0 208-16,0 0 32 0,-13-5 16 0,13 5 0 15,0 0-304-15,0 0-64 0,-14 0-16 0,2 0 0 16,12 0-384-16,0 0-80 0,0 0-16 0,-13 5 0 16,0-2-192-16,1 0 0 0,12-3 128 0,-13 4-128 15,2-1 0-15,11-3 0 0,-12 3 0 0,12-3 0 16,0 0-448-16,-13-1 32 0,0-3 0 0,13 4-6800 15,0 0-1360-15</inkml:trace>
          <inkml:trace contextRef="#ctx0" brushRef="#br0" timeOffset="10189.3642">4343-75 5519 0,'0'0'240'0,"0"0"64"0,0 0-304 0,0 0 0 16,0 0 0-16,0 0 0 0,0 0 2256 0,6-10 400 15,-6 10 80-15,5-10 16 0,-5 10-1920 0,0 0-368 16,0 0-80-16,8-11 0 0,1-2 144 0,-3 1 48 16,-6 12 0-16,7-8 0 0,-1 0 208 0,1-1 48 15,-1 1 16-15,-6 8 0 0,0 0 0 0,9-8 0 16,0-2 0-16,1 4 0 0,-10 6-288 0,10-5-64 0,-10 5-16 16,13-7 0-16,2-1-128 0,0 1-32 0,-2 4 0 0,2 1 0 15,-2 1-48-15,2 1-16 0,3 1 0 16,-7 3 0-16,-11-4 32 0,0 0 0 0,13 8 0 15,-1 2 0-15,-2 0 832 0,-4 3 160 0,-1 1 48 0,0 3 0 32,0-2-1888-32,0 1-368 0,-4 2-80 0,3-1-16 0,-4-3 832 0,1-2 192 0,-1-12 0 0,4 18 0 15,-4 0 0-15,0-3 0 0,0-15 0 0,-2 13 0 16,2-13 0-16,0 0 0 0,0 0 0 0,0 0 0 16,0 0 0-16,-7 11 128 0,7-11-128 0,-8 10 160 15,-3-3 736-15,11-7 128 0,0 0 48 0,-12 6 0 16,-2-1-1712-16,2 0-352 15,12-5-64-15,0 0-16 0,-11 8 864 0,2 4 208 0,-1 3 0 0,6-4 0 16,4-11 0-16,-5 13 0 0,-2 0 0 0,4 4 0 16,3 1 0-16,0 0 0 0,-2-2 0 0,2 4 0 0,0 3 128 15,2-2-128-15,1-1 0 0,-3 3 0 0,-2 2 128 16,2-4-128-16,2-3 0 0,-2 0 0 0,-2-2 0 0,4 1 0 16,1-1 0-16,-3-16 0 15,0 0-512-15,0 0-16 0,0 0 0 0,0 0-8464 16,0 0-1696-16</inkml:trace>
          <inkml:trace contextRef="#ctx0" brushRef="#br0" timeOffset="10428.538">4425 800 34783 0,'18'16'1536'0,"-5"-8"320"0,-2-3-1472 0,-11-5-384 0,10-6 0 0,-2-3-15392 15</inkml:trace>
        </inkml:traceGroup>
      </inkml:traceGroup>
    </inkml:traceGroup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06:50.146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3A0F5FA7-1185-4D73-962A-7485A4A5D6F5}" emma:medium="tactile" emma:mode="ink">
          <msink:context xmlns:msink="http://schemas.microsoft.com/ink/2010/main" type="writingRegion" rotatedBoundingBox="7457,6872 15304,6716 15327,7895 7480,8051"/>
        </emma:interpretation>
      </emma:emma>
    </inkml:annotationXML>
    <inkml:traceGroup>
      <inkml:annotationXML>
        <emma:emma xmlns:emma="http://www.w3.org/2003/04/emma" version="1.0">
          <emma:interpretation id="{197108BB-61D5-4B1A-B231-9ABF16EF8665}" emma:medium="tactile" emma:mode="ink">
            <msink:context xmlns:msink="http://schemas.microsoft.com/ink/2010/main" type="paragraph" rotatedBoundingBox="7457,6872 15304,6716 15327,7895 7480,805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E4F7B64-9102-4ABB-9C7E-5E7E6AA2F16B}" emma:medium="tactile" emma:mode="ink">
              <msink:context xmlns:msink="http://schemas.microsoft.com/ink/2010/main" type="line" rotatedBoundingBox="7457,6872 15304,6716 15327,7895 7480,8051"/>
            </emma:interpretation>
          </emma:emma>
        </inkml:annotationXML>
        <inkml:traceGroup>
          <inkml:annotationXML>
            <emma:emma xmlns:emma="http://www.w3.org/2003/04/emma" version="1.0">
              <emma:interpretation id="{04B9B60A-E8AE-4964-88F1-55958A20FF6D}" emma:medium="tactile" emma:mode="ink">
                <msink:context xmlns:msink="http://schemas.microsoft.com/ink/2010/main" type="inkWord" rotatedBoundingBox="7457,6872 9412,6833 9431,7825 7476,786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1151 103 6447 0,'0'0'576'0,"0"0"-576"16,0 0 0-16,0 0 0 0,0 0 1296 0,0 0 160 15,0 0 16-15,0 0 16 0,0 0-1136 0,0 0-224 16,0 0-128-16,0 0 128 0,0 0 448 0,0 0 112 16,0 0 16-16,0 0 0 0,0 0 496 0,0 0 96 0,0 0 32 0,0 0 0 15,0 0-192-15,11 7-48 0,1 3 0 16,-12-10 0-16,0 0-96 0,8 13-32 0,0-2 0 0,-1 6 0 16,-7 4-256-16,0-1-48 0,-2-2-16 0,4 2 0 15,0 3-80-15,-1-2-32 0,-1-1 0 0,-1 4 0 16,-1 7-96-16,0 1-32 0,2-6 0 0,0-3 0 15,0-7-112-15,0 1-32 0,-1 1 0 0,1-4 0 16,0-14-256-16,0 14 128 0,0-14-128 0,-4 14 0 16,4-14-144-16,0 0-144 0,0 0-32 0,0 0 0 15,0 0-1552 1,0 0-320-16,0 0-64 0,0 0-9840 0</inkml:trace>
          <inkml:trace contextRef="#ctx0" brushRef="#br0" timeOffset="335.0349">1249 251 16575 0,'0'0'1472'0,"0"0"-1168"0,-5 16-304 15,5-2 0-15,0-14 1008 0,2 13 144 0,-5-2 16 0,3-11 16 16,0 0-368-16,0 0-80 0,-5 13-16 0,5-13 0 16,0 0 0-16,-13 9 0 0,1 0 0 0,12-9 0 15,-14-3-336-15,0 0-64 0,14 3 0 0,-14-3-16 16,-1-6-112-16,2 6-32 0,13 3 0 0,-13-2 0 31,-4-2-592-31,4 0-112 0,2 3-32 0,11 1-7280 0,-15-5-1456 0</inkml:trace>
          <inkml:trace contextRef="#ctx0" brushRef="#br0" timeOffset="-1371.5041">5 23 2751 0,'0'0'256'0,"0"0"-256"0,0 0 0 0,0 0 0 16,0 0 2560-16,0 0 480 0,0 0 96 0,0 0 0 15,0 0-2160-15,0 0-432 0,0 0-96 0,0 0 0 16,10-10-16-16,-10 10 0 0,0 0 0 0,0 0 0 15,10-11 464-15,-10 11 80 0,0 0 32 0,0 0 0 16,0 0 272-16,0 0 64 0,13-4 16 0,-13 4 0 16,0 0-320-16,0 0-64 0,0 0-16 0,0 0 0 15,7 13-448-15,-4 1-112 0,-3-14-16 0,3 14 0 16,-1 1-16-16,-4 0-16 0,-1 0 0 0,0 3 0 16,1 3-16-16,-1 4 0 0,-2 3 0 0,3 1 0 0,1 2-16 15,-1 5-16-15,0 7 0 0,1-4 0 0,-3-1-160 16,3-2-16-16,-3-3-128 0,4 0 192 0,0-2-192 0,0-3 144 15,2-2-144-15,-2-3 128 0,0-5-128 0,2-3 0 16,-2-15 144-16,1 13-144 0,-1-13 0 0,0 0-192 16,0 0 32-16,0 0 0 15,0 0-656-15,0 0-128 0,0 0-16 0,4-13-16 16,-1 0-1824-16,-1-3-352 0</inkml:trace>
          <inkml:trace contextRef="#ctx0" brushRef="#br0" timeOffset="-529.8607">261 82 5519 0,'0'0'496'0,"0"0"-496"15,0 0 0-15,0 0 0 0,0 0 2192 0,10-8 352 16,-2 0 64-16,-8 8 16 0,0 0-1552 0,9-12-304 16,-3 1-64-16,-1 1-16 0,-5 10-80 0,0 0-16 15,0 0 0-15,5-12 0 0,-2 1 0 0,2 1 0 16,2 0 0-16,-7 10 0 0,8-6 96 0,-8 6 16 15,8-9 0-15,-8 9 0 0,13-6-176 0,2 2-16 0,-2 1-16 16,2 3 0-16,0 0-32 0,0 0 0 0,-1 0 0 16,1 5 0-16,0 2-32 0,0-1-16 0,-1 1 0 0,0 1 0 15,-5 2 32-15,1 1 16 0,0-1 0 0,-3 2 0 16,-7-12-176-16,6 16-32 0,1 2-16 0,-2-1 0 16,-4-3-240-16,-1 1 144 0,-1-2-144 0,-3 2 128 15,1 0-128-15,-3 3 0 0,-6 2 0 0,2-7-176 16,10-13 176-16,-13 8 0 0,2 2-144 0,-1 0 144 15,-1-1 0-15,2-2-144 0,11-7 144 0,0 0 0 16,-15 5-192-16,15-5 192 0,-12 6-192 0,12-6 192 16,-14 9 0-16,14-9 0 0,0 0 0 0,0 0 0 15,0 0 0-15,0 0 0 0,0 0 0 0,0 0 144 16,0 0 192-16,0 0 48 0,0 0 0 0,0 0 0 16,14 6 16-16,1-1 16 0,1-2 0 0,3 2 0 15,-1 2-144-15,0 3-16 0,0 8-16 0,0-5 0 0,0-3-80 16,0 1-16-16,-3 2 0 0,1 1 0 0,-3-1 80 0,0 3 16 15,0 5 0-15,-1-2 0 0,-4-6-64 0,0 1-16 16,-1 4 0-16,-2 2 0 0,-2 0-16 0,-1-4 0 16,-2-16 0-16,0 18 0 0,-4 4-144 0,1-8 128 15,3-14-128-15,-6 10 128 0,-1 2-128 0,-3-4 0 16,-1-1 0-16,-4-3 0 0,-1 0 0 0,-3-3 0 16,-4 1 144-16,2 0-144 0,0-4 0 0,-1-1 0 15,-1-1 0-15,2 3 0 0,3-1 0 0,-2 2 0 16,1 0 0-16,1-1-128 0,1-4-128 0,17 5 0 15,0 0-16-15,0 0 0 16,0 0-288-16,0 0-48 0,0 0-16 0,0 0 0 16,0 0-1728-16,0 0-336 0,0 0-80 0</inkml:trace>
          <inkml:trace contextRef="#ctx0" brushRef="#br0" timeOffset="1370.0936">1697-120 1839 0,'0'0'0'0,"0"0"160"0,9-8-160 0,-1 1 0 0,-8 7 0 0,11-6 0 15,-11 6 3920-15,13-8 752 0,1-1 160 0,-3 3 32 16,-3-1-3216-16,5-1-640 0,6-2-128 0,-10 4-32 16,-9 6-176-16,0 0-32 0,13-5-16 0,1 1 0 15,-3 1 192-15,-11 3 32 0,13-1 16 0,-13 1 0 16,17-2 0-16,-4 2 0 0,-13 0 0 0,13 0 0 16,-13 0-416-16,13 0-64 0,-1 0-32 0,-12 0 0 15,0 0-208-15,0 0-144 0,8 10 192 0,-8-10-192 16,0 0 192-16,0 0-192 0,8 11 192 0,-8-11-192 15,7 15 192-15,-4-2-192 0,-3-13 192 0,-2 17-192 0,-1 1 224 0,0-2-64 16,-1-3-16-16,-1 2 0 0,-1 3-144 0,-2-2 160 16,-2 1-160-16,0-2 160 0,0-1-160 0,-1 3 128 15,-6-1-128-15,4 1 128 0,3-3-128 0,2 1 0 16,-4-2 0-16,1 0 0 0,-2 0 0 0,5-1 0 16,8-12 0-16,-4 15 128 0,-1-2 32 0,1-2 0 15,4-11 0-15,0 0 0 0,0 0 80 0,3 13 16 16,-3 2 0-16,0-15 0 0,0 0-128 0,0 0 0 15,11 10-128-15,-11-10 192 0,7 15-192 0,3-2-208 16,3-5 32-16,3 4 16 16,1 1-864-16,-3 0-160 0,0-2-32 0,0 3-16 15,1-1-1552-15,-5 3-304 0,-3 5-64 0</inkml:trace>
          <inkml:trace contextRef="#ctx0" brushRef="#br0" timeOffset="1624.6899">1829 750 39039 0,'13'11'1728'16,"-13"-11"368"-16,10 14-1680 0,-10-14-416 0,10 8 0 0,-10-8 0 16,0 0-304-16,0 0-144 0,0 0-16 0,0 0-16 15,-10-8 16-15,0-1 0 0,-2 1 0 0,6-5-10320 16,3-3-2064-16</inkml:trace>
        </inkml:traceGroup>
        <inkml:traceGroup>
          <inkml:annotationXML>
            <emma:emma xmlns:emma="http://www.w3.org/2003/04/emma" version="1.0">
              <emma:interpretation id="{30CA156A-852F-4452-96DB-1CFFF68E599A}" emma:medium="tactile" emma:mode="ink">
                <msink:context xmlns:msink="http://schemas.microsoft.com/ink/2010/main" type="inkWord" rotatedBoundingBox="11748,6932 13738,6893 13758,7926 11768,7966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6092.9392">4589 61 6447 0,'0'0'272'0,"0"0"80"0,0 0-352 0,0 0 0 0,0 0 0 0,0 0 0 16,0 0 2048-16,0 0 320 0,0 0 80 0,0 0 16 15,0 0-1968-15,0 0-496 0,0 0 0 0,0 0 0 16,0 0 304-16,0 0-48 0,0 0 0 0,0 0 0 16,0 0 800-16,0 0 160 0,13-7 16 0,-13 7 16 15,0 0 80-15,14-5 16 0,0 0 0 0,-14 5 0 16,17-5-128-16,-1 4-32 0,-1 1 0 0,0 0 0 0,0-2-304 0,-2 2-64 15,1 2-16-15,3-1 0 0,-1-1-176 0,1 0-48 16,-1-1 0-16,-1 1 0 0,-2 3-176 0,2-1-32 16,-2-4-16-16,0 2 0 0,-13 0-80 0,15-2-16 15,-4-1 0-15,-11 3 0 0,15-2-64 0,-3 1-32 16,-12 1 0-16,0 0 0 0,9-7-160 0,-9 7 0 16,0 0 0-16,0 0 0 0,0 0 0 0,0 0 0 15,0 0 0-15,9 7 0 0,-9-7 0 0,3 15 0 16,-3-1-144-16,-2-1 144 0,-1 1 0 0,-2 0 0 15,0 3-128-15,-1 2 128 0,-1 1 0 0,0 3 0 16,1 0 0-16,1-3 0 0,0-2 0 0,0 2 0 16,-2-1 0-16,3 4 0 0,-1 2 0 0,1 1 176 15,-1 2-32-15,2-2 0 0,0-3-16 0,0-1 0 0,-1-3 0 16,1 4 0-16,0 0-128 0,-1 3 160 0,0 2-160 0,-1-3 160 16,0-7-160-16,1 2 0 0,3-1 0 0,-3 1 128 15,1-3-128-15,0-3 0 0,0-2-192 0,3-12 192 31,-4 11-624-31,4-11 0 0,0 0 0 0,0 0 0 16,0 0-528-16,0 0-128 0,0 0 0 0,0 0-16 16,-1-11-2416-16,1 11-496 0</inkml:trace>
          <inkml:trace contextRef="#ctx0" brushRef="#br0" timeOffset="6380.1998">5023 361 3679 0,'0'0'320'0,"-10"5"-320"15,10-5 0-15,-10 5 0 0,-2-2 4304 0,-1-4 800 16,-1-4 144-16,-1 1 48 0,-2 1-4336 0,1 3-960 16,-2 0 0-16,3-2 0 0,-1-1 0 0,-1 1 0 15,3 4 0-15,0 1 0 0,0-1-288 0,2 0 16 16,2-1 0-16</inkml:trace>
          <inkml:trace contextRef="#ctx0" brushRef="#br0" timeOffset="7196.584">5554 455 14735 0,'0'0'1312'0,"0"0"-1056"16,0 0-256-16,0 0 0 0,4 14 1536 0,-4-14 240 16,0 0 48-16,0 0 16 0,0 0-1520 0,0 0-320 15,-7 12 0-15,7-12 0 0,0 0 0 0,-15 3 0 16,-1-3 0-16,1-2 0 0,0-1 256 0,-1 2 0 0,-2-1 0 0,0-3 0 16,-2-3-112-16,0 6-16 0,1 7-128 0,-3-5 192 15,-1-8-192-15,4 1 0 0,1 2 128 0,-4 0-128 16,-1 1 0-16,7-1-192 0,16 5 48 0,-15-4-6512 15,0 8-1312-15</inkml:trace>
          <inkml:trace contextRef="#ctx0" brushRef="#br0" timeOffset="6916.6379">5394 289 5519 0,'0'0'496'0,"0"0"-496"16,0 0 0-16,0 0 0 0,0 0 1536 0,0 0 224 15,6-13 32-15,-3 3 16 0,-3 10-1216 0,-1-12-240 16,-1 1-48-16,2 11-16 0,-2-12 240 0,2 12 48 16,-1-13 16-16,1 13 0 0,1-13 336 0,-1 13 64 0,0 0 16 0,0 0 0 15,0-13 32-15,0 13 16 0,0 0 0 0,0 0 0 16,0 0-272-16,0 0-48 0,0 0-16 0,2 16 0 15,-2 1-352-15,0 4-80 0,-3 5-16 0,0-3 0 16,-2-5 48-16,3 5 16 0,2 5 0 0,0 0 0 16,-2-2 160-16,1-1 16 0,1-4 16 0,0 4 0 15,0 1-32-15,1-6-16 0,-4-5 0 0,3 0 0 16,0 1-208-16,0-1-32 0,0-15-16 0,2 13 0 16,-2-13-224-16,0 0-192 0,0 0 48 0,0 0 0 15,0 0-2032-15,0 0-384 16,0 0-96-16</inkml:trace>
          <inkml:trace contextRef="#ctx0" brushRef="#br0" timeOffset="5398.9443">4297 133 911 0,'0'0'0'0,"0"0"0"16,0 0 0-16,0 0 0 0,0 0 2528 0,0 0 416 15,0 0 96-15,0 0 16 0,0 0-1936 0,2-12-384 16,4 3-80-16,-6 9-16 0,0 0-128 0,0 0-16 16,0 0-16-16,4-12 0 0,-3 1 64 0,-1 11 16 15,0 0 0-15,0 0 0 0,0 0 448 0,0 0 80 16,0 0 32-16,0 0 0 0,4-12-224 0,-4 12-32 15,0 0-16-15,0 0 0 0,0 0-16 0,0 0 0 16,0 0 0-16,0 0 0 0,0 0-192 0,0 0-64 0,0 0 0 0,0 0 0 16,3 13-192-16,-3-13-32 0,2 15-16 15,-2 0 0-15,-2 1 80 0,2-1 16 0,0-2 0 0,0 3 0 16,-2 3-32-16,4 0 0 0,1 4 0 0,-3 0 0 16,-1 2-16-16,-1 3-16 0,0 3 0 0,2-3 0 15,0-2 0-15,0 0 0 0,0-1 0 0,0 0 0 16,0 1 80-16,2-2 0 0,-5-2 16 0,1-4 0 15,-1-3-224-15,3-1-48 0,3 1-16 0,0 0 0 16,-4-2-176-16,1-13 0 0,0 0 0 0,0 0 0 16,1 16 0-16,-1-16 0 0,0 0 0 0,0 0 0 15,2 14-288-15,-2-14 16 0,0 13 0 0,0-13 0 16,0 0-688 0,0 0-128-16,5 11-16 0,-5-11-16 0,0 0-2432 0,0 0-480 0</inkml:trace>
          <inkml:trace contextRef="#ctx0" brushRef="#br0" timeOffset="7818.296">5971 46 3679 0,'0'0'320'0,"0"0"-320"15,0 0 0-15,0 0 0 0,0 0 2576 0,0 0 448 16,0 0 96-16,0 0 16 0,0 0-2432 0,0 0-496 16,0 0-80-16,0 0-128 0,-5-15 320 0,2 4-16 0,1-1-16 15,2 12 0-15,-1-11 96 0,1 11 32 0,3-13 0 0,2-1 0 16,0 3 96-16,0-1 32 0,-5 12 0 0,6-14 0 15,1 1-96-15,0 1 0 0,1 4-16 0,2-2 0 16,-1-1 0-16,3 2 0 0,-12 9 0 0,15-6 0 16,-15 6 144-16,16-5 48 0,2 0 0 0,-1 3 0 15,-17 2 96-15,21 7 32 0,2-1 0 0,-3 4 0 16,-4 2 96-16,0-1 32 0,1-1 0 0,-2 0 0 16,-2 0-192-16,-2 1-48 0,-1 2 0 0,-2 0 0 15,0-1-432-15,-8-12-80 0,4 15-128 0,-4-15 176 16,0 0-176-16,-4 16 0 0,-2 1 0 0,-2-4-176 15,-4-5 176-15,1 0-208 0,-2 2 80 0,-2 0 128 16,-3 0-208-16,1 0 80 0,-1-2 128 0,2 0-208 0,-2 0 16 16,1-1 0-16,1-1 0 0,1 2 0 0,-1 1 192 15,3 1-176-15,0 1 176 0,3 2-160 0,2 0 160 0,8-13 0 16,-4 12 0-16,3 6 0 0,1 6 160 0,3 1 16 16,2 0 0-16,1-2 0 0,3-4-48 0,0 6 0 15,0 3 0-15,2-4 0 0,2-4-384 0,-1 0-64 16,-2 0-32-16,-2-4 0 15,-2-5-2640-15,1 1-528 0</inkml:trace>
          <inkml:trace contextRef="#ctx0" brushRef="#br0" timeOffset="8051.5073">6150 885 34783 0,'0'0'1536'0,"0"0"320"0,0 0-1472 0,0 0-384 0,0 0 0 0,0 0 0 31,0 0-400-31,0 0-160 0,-8-7-16 0,1-3-16 16,1-5 32-16,3 4 16 0,3 11 0 0,0 0-8800 0,0-15-1776 0</inkml:trace>
        </inkml:traceGroup>
        <inkml:traceGroup>
          <inkml:annotationXML>
            <emma:emma xmlns:emma="http://www.w3.org/2003/04/emma" version="1.0">
              <emma:interpretation id="{196E307A-B787-42CC-837E-87CE62912AC8}" emma:medium="tactile" emma:mode="ink">
                <msink:context xmlns:msink="http://schemas.microsoft.com/ink/2010/main" type="inkWord" rotatedBoundingBox="14129,7233 14362,7228 14363,7268 14130,7273"/>
              </emma:interpretation>
              <emma:one-of disjunction-type="recognition" id="oneOf2">
                <emma:interpretation id="interp2" emma:lang="" emma:confidence="0">
                  <emma:literal>_</emma:literal>
                </emma:interpretation>
                <emma:interpretation id="interp3" emma:lang="" emma:confidence="0">
                  <emma:literal>-</emma:literal>
                </emma:interpretation>
                <emma:interpretation id="interp4" emma:lang="" emma:confidence="0">
                  <emma:literal>.</emma:literal>
                </emma:interpretation>
                <emma:interpretation id="interp5" emma:lang="" emma:confidence="0">
                  <emma:literal>~</emma:literal>
                </emma:interpretation>
                <emma:interpretation id="interp6" emma:lang="" emma:confidence="0">
                  <emma:literal>c</emma:literal>
                </emma:interpretation>
              </emma:one-of>
            </emma:emma>
          </inkml:annotationXML>
          <inkml:trace contextRef="#ctx0" brushRef="#br0" timeOffset="8929.7691">6907 195 11967 0,'0'0'1072'0,"0"0"-864"0,0 0-208 0,0 0 0 15,-10-5 3136-15,0 2 592 0,-1 1 112 0,-1 2 32 0,-1 0-3264 0,0 2-608 16,-4 0-208-16,1-1 0 0,0 1 208 0,-1 3 0 16,2 3 0-16,1-1-144 0,-3-4 144 0,2 0 0 15,2 1-144-15,2-1 144 16,-2 0-2112-16,13-3-368 0</inkml:trace>
        </inkml:traceGroup>
        <inkml:traceGroup>
          <inkml:annotationXML>
            <emma:emma xmlns:emma="http://www.w3.org/2003/04/emma" version="1.0">
              <emma:interpretation id="{480441B1-5292-4FF8-B083-67620BA63779}" emma:medium="tactile" emma:mode="ink">
                <msink:context xmlns:msink="http://schemas.microsoft.com/ink/2010/main" type="inkWord" rotatedBoundingBox="14203,7058 14305,7056 14315,7519 14213,7521"/>
              </emma:interpretation>
              <emma:one-of disjunction-type="recognition" id="oneOf3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8685.6015">6748 15 911 0,'0'0'0'0,"0"0"0"0,0 0 0 0,0 0 0 0,0 0 0 0,11-2 0 0,-11 2 4336 15,0 0 784-15,15 0 144 0,-15 0 48 0,0 0-3968 0,0 0-800 16,0 0-160-16,0 0-16 0,0 0-208 0,0 0-32 16,0 0-128-16,0 0 192 0,0 0 176 0,0 0 16 15,0 0 16-15,0 0 0 0,0 0 144 0,0 0 32 16,0 0 0-16,0 0 0 0,11 0-256 0,-11 0-64 15,0 0 0-15,9 13 0 0,-3-1 80 0,1 2 16 16,-2 5 0-16,-2 0 0 0,-3 1 112 0,2 3 32 16,2 2 0-16,0-1 0 0,-4-1-176 0,1 2-16 15,3-1-16-15,-1 1 0 0,-1 0-160 0,1 2-128 16,0 3 192-16,0-2-192 0,-1-3 128 0,1-6-128 16,1-6 0-16,-1 1 0 0,0 0 0 0,-3-14 0 15,0 0 0-15,0 0 0 0,0 0-304 0,0 0-64 0,0 0-16 16,0 0 0-1,0 0-2160-15,0 0-432 0</inkml:trace>
        </inkml:traceGroup>
        <inkml:traceGroup>
          <inkml:annotationXML>
            <emma:emma xmlns:emma="http://www.w3.org/2003/04/emma" version="1.0">
              <emma:interpretation id="{AC5E34C4-B5F0-4AC0-8286-198A7453677D}" emma:medium="tactile" emma:mode="ink">
                <msink:context xmlns:msink="http://schemas.microsoft.com/ink/2010/main" type="inkWord" rotatedBoundingBox="14914,6761 15305,6753 15325,7775 14934,7783"/>
              </emma:interpretation>
              <emma:one-of disjunction-type="recognition" id="oneOf4">
                <emma:interpretation id="interp8" emma:lang="" emma:confidence="0">
                  <emma:literal>?</emma:literal>
                </emma:interpretation>
                <emma:interpretation id="interp9" emma:lang="" emma:confidence="0">
                  <emma:literal>!</emma:literal>
                </emma:interpretation>
                <emma:interpretation id="interp10" emma:lang="" emma:confidence="0">
                  <emma:literal>,</emma:literal>
                </emma:interpretation>
                <emma:interpretation id="interp11" emma:lang="" emma:confidence="0">
                  <emma:literal>..</emma:literal>
                </emma:interpretation>
                <emma:interpretation id="interp12" emma:lang="" emma:confidence="0">
                  <emma:literal>"</emma:literal>
                </emma:interpretation>
              </emma:one-of>
            </emma:emma>
          </inkml:annotationXML>
          <inkml:trace contextRef="#ctx0" brushRef="#br0" timeOffset="9560.4398">7462-90 3679 0,'0'0'320'16,"0"0"-320"-16,0 0 0 0,0 0 0 0,3-15 688 16,0 3 64-16,-3 12 16 0,2-14 0 0,1-1-320 0,0 2-64 15,-3 1-16-15,2 1 0 0,1-1 928 0,-1 1 192 16,4-1 48-16,-6 12 0 0,4-11-144 0,2 1-32 15,1 0 0-15,-7 10 0 0,8-15-304 0,0 6-64 16,0-1-16-16,-8 10 0 0,14-2-368 0,-1 2-80 16,0-2-16-16,2 6 0 0,-1 2-128 0,1 4-48 15,-2 3 0-15,4 0 0 0,2-1 48 0,1 3 0 16,0 4 0-16,-2 1 0 0,2 0-16 0,-2 1 0 16,0-1 0-16,-2-1 0 0,-1 1 112 0,-2-2 32 15,2-3 0-15,-4 0 0 0,-9-2-176 0,-2-13-16 0,6 10-16 16,-6-10 0-16,0 0-304 0,-6 13 0 0,-6-3 0 0,1-2 0 15,11-8 0-15,-15 6-176 16,-5-4 176-16,1 1-160 0,-4-1 160 0,1 1 0 0,1 1-144 0,0-1 144 16,-2 0 0-16,0 2 0 0,-2 2 0 0,4 1 0 15,1-2 0-15,4 3 0 0,3-1 0 0,-1 2 0 16,1-1 0-16,3 3 0 0,4 3 0 0,3 0 0 16,1 1 144-16,2-1-144 0,0-15 160 0,3 18-160 15,2 1 128-15,0-2-128 0,2-4 0 0,-1 0 0 31,-6-13-2048-31,12 18-512 0</inkml:trace>
          <inkml:trace contextRef="#ctx0" brushRef="#br0" timeOffset="9783.0946">7530 727 38703 0,'0'0'1712'0,"0"0"352"0,10 10-1648 0,-10-10-416 16,0 0 0-16,0 0 0 15,0 0-1648-15,0 0-400 0,2-15-96 0</inkml:trace>
        </inkml:traceGroup>
      </inkml:traceGroup>
    </inkml:traceGroup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07:20.536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D9EA23E-71F9-416D-8B63-66EBA0216257}" emma:medium="tactile" emma:mode="ink">
          <msink:context xmlns:msink="http://schemas.microsoft.com/ink/2010/main" type="writingRegion" rotatedBoundingBox="11980,10692 12740,10692 12740,11301 11980,11301"/>
        </emma:interpretation>
      </emma:emma>
    </inkml:annotationXML>
    <inkml:traceGroup>
      <inkml:annotationXML>
        <emma:emma xmlns:emma="http://www.w3.org/2003/04/emma" version="1.0">
          <emma:interpretation id="{28916131-52C3-4B57-A040-84DE6AD5154C}" emma:medium="tactile" emma:mode="ink">
            <msink:context xmlns:msink="http://schemas.microsoft.com/ink/2010/main" type="paragraph" rotatedBoundingBox="11980,10692 12740,10692 12740,11301 11980,1130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6282574-58EB-434B-BC8D-F7C87CE058D8}" emma:medium="tactile" emma:mode="ink">
              <msink:context xmlns:msink="http://schemas.microsoft.com/ink/2010/main" type="line" rotatedBoundingBox="11980,10692 12740,10692 12740,11301 11980,11301"/>
            </emma:interpretation>
          </emma:emma>
        </inkml:annotationXML>
        <inkml:traceGroup>
          <inkml:annotationXML>
            <emma:emma xmlns:emma="http://www.w3.org/2003/04/emma" version="1.0">
              <emma:interpretation id="{E1A93E64-7960-4D1B-8BEE-E175AEEA7E27}" emma:medium="tactile" emma:mode="ink">
                <msink:context xmlns:msink="http://schemas.microsoft.com/ink/2010/main" type="inkWord" rotatedBoundingBox="11980,10841 12328,10841 12328,11292 11980,11292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0 430 13759 0,'0'0'608'0,"0"0"128"0,0 0-592 0,0 0-144 16,0 0 0-16,0 0 0 0,0 0 160 0,11 5 0 15,-11-5 0-15,12 3 0 0,-12-3 464 0,0 0 80 16,10 7 32-16,-10-7 0 0,0 0 96 0,0 0 0 16,0 0 16-16,13 5 0 0,-13-5 48 0,13 1 16 15,-13-1 0-15,13 0 0 0,-13 0-208 0,11-3-64 16,-11 3 0-16,0 0 0 0,14-3-64 0,-14 3-32 0,13-5 0 0,0 3 0 15,0-1 160-15,0 1 16 0,0 2 16 0,-1-1 0 16,-12 1-16-16,14-3 0 0,0-1 0 0,-1-1 0 16,0-1-144-16,2-1-16 0,-6-1-16 0,1 0 0 15,0-2-192-15,0-2-32 0,-2-1-16 0,-1-1 0 16,1-1-112-16,-1 2-32 0,-1 0 0 0,1-4 0 16,-4-4-160-16,2-1 0 0,0 1 0 0,-2 1 0 15,0-1 0-15,-1 1 0 0,-2 1 0 0,2 1 0 16,-2 0 0-16,0 3 0 0,0 3 0 0,0 12 0 15,-5-16 0-15,1 4 0 0,4 12 0 0,-4-9 0 16,-3-1 0-16,7 10-144 0,-8-9 144 0,8 9 0 16,-15-4-320-16,2 0 64 0,0-1 0 0,0 4 0 15,-2-1-320-15,2 0-64 16,0 1-16-16,-1-1 0 0,1 2-688 0,0 3-128 0,0 2-16 16,13-5-7344-16,0 0-1472 0</inkml:trace>
        </inkml:traceGroup>
        <inkml:traceGroup>
          <inkml:annotationXML>
            <emma:emma xmlns:emma="http://www.w3.org/2003/04/emma" version="1.0">
              <emma:interpretation id="{71F16769-4E4B-4DC6-8821-777791DE5698}" emma:medium="tactile" emma:mode="ink">
                <msink:context xmlns:msink="http://schemas.microsoft.com/ink/2010/main" type="inkWord" rotatedBoundingBox="12479,10692 12740,10692 12740,11301 12479,11301"/>
              </emma:interpretation>
              <emma:one-of disjunction-type="recognition" id="oneOf1"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p</emma:literal>
                </emma:interpretation>
                <emma:interpretation id="interp3" emma:lang="" emma:confidence="0">
                  <emma:literal>r</emma:literal>
                </emma:interpretation>
                <emma:interpretation id="interp4" emma:lang="" emma:confidence="0">
                  <emma:literal>/</emma:literal>
                </emma:interpretation>
                <emma:interpretation id="interp5" emma:lang="" emma:confidence="0">
                  <emma:literal>R</emma:literal>
                </emma:interpretation>
              </emma:one-of>
            </emma:emma>
          </inkml:annotationXML>
          <inkml:trace contextRef="#ctx0" brushRef="#br0" timeOffset="583.7931">678 383 6447 0,'0'0'576'0,"11"8"-576"0,-11-8 0 0,13 10 0 15,-5 1 2592-15,-8-11 416 0,0 0 64 0,0 0 32 16,2 13-2112-16,-2-13-416 0,0 0-96 0,-8 12-16 0,8-12 48 16,-10 10 0-16,10-10 0 0,-13 6 0 0,0 1-64 0,13-7 0 15,0 0 0-15,-17 0 0 0,1-2-112 0,-1 0-16 16,3-3-16-16,-1-3 0 0,0-6-96 16,0 0-16-16,2 3 0 0,3-2 0 0,2-4 96 0,2 1 16 15,-1 0 0-15,2-1 0 0,0 1 144 0,2-2 48 16,0 0 0-16,3 0 0 0,1 1 32 0,3-1 16 15,-1-2 0-15,0 4 0 0,0 0 80 0,1 1 16 16,-6 0 0-16,0 2 0 0,1 1-256 0,1 12-64 16,1-13 0-16,-1 13 0 0,-5-11-32 0,5 11-16 15,0 0 0-15,0 0 0 0,-1-12-144 0,1 12-128 16,0 0 192-16,0 0-192 0,0-13 0 0,0 13 0 16,0 0 0-16,0 0 0 0,8-13 128 0,2 2-128 15,1 2 0-15,3-1 0 0,0 1 0 0,1-1 0 16,0 2 0-16,3-4 0 0,5 1 0 0,-5-4-144 0,-3-5 16 15,1 2 0 1,-1 3-256-16,-2 4-64 0,-13 11 0 0,13-12 0 16,0 2-160-16,-3 1-32 0,2-1-16 0,-12 10-12976 0</inkml:trace>
        </inkml:traceGroup>
      </inkml:traceGroup>
    </inkml:traceGroup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07:36.568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A703BC9-1C89-4CA3-80C8-458A86CFA471}" emma:medium="tactile" emma:mode="ink">
          <msink:context xmlns:msink="http://schemas.microsoft.com/ink/2010/main" type="writingRegion" rotatedBoundingBox="6821,12252 14747,12363 14734,13259 6809,13148"/>
        </emma:interpretation>
      </emma:emma>
    </inkml:annotationXML>
    <inkml:traceGroup>
      <inkml:annotationXML>
        <emma:emma xmlns:emma="http://www.w3.org/2003/04/emma" version="1.0">
          <emma:interpretation id="{926C0C9C-DD36-4514-8FA1-104A2F78D061}" emma:medium="tactile" emma:mode="ink">
            <msink:context xmlns:msink="http://schemas.microsoft.com/ink/2010/main" type="paragraph" rotatedBoundingBox="6821,12252 14747,12363 14734,13259 6809,1314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92AB59C-7A0B-4FD4-8BDB-48244996FABE}" emma:medium="tactile" emma:mode="ink">
              <msink:context xmlns:msink="http://schemas.microsoft.com/ink/2010/main" type="line" rotatedBoundingBox="6821,12252 14747,12363 14734,13259 6809,13148"/>
            </emma:interpretation>
          </emma:emma>
        </inkml:annotationXML>
        <inkml:traceGroup>
          <inkml:annotationXML>
            <emma:emma xmlns:emma="http://www.w3.org/2003/04/emma" version="1.0">
              <emma:interpretation id="{9835EDD2-EA12-4B84-B495-8CE4E3A10161}" emma:medium="tactile" emma:mode="ink">
                <msink:context xmlns:msink="http://schemas.microsoft.com/ink/2010/main" type="inkWord" rotatedBoundingBox="6820,12355 7734,12367 7722,13161 6809,13148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915-42 5519 0,'0'0'240'0,"0"0"64"0,0 0-304 0,0 0 0 0,0 0 0 0,0 0 0 16,0 0 2288-16,0 0 400 0,0 0 64 0,0 0 32 15,-12 6-1808-15,1-1-352 0,-2-2-80 0,0 1-16 16,-2-1-160-16,-2 0-48 0,-1-1 0 0,0 1 0 16,-1-1 112-16,1 1 16 0,-1 0 0 0,0 2 0 15,-1 0-128-15,2-2 0 0,2 1-16 0,-1-1 0 16,1-1-128-16,3 1-32 0,0-1 0 0,1-1 0 15,4 1 96-15,8-2 16 0,0 0 0 0,-7 5 0 0,-3-2 32 16,10-3 16-16,0 0 0 0,0 0 0 0,0 0 16 0,0 0 16 16,0 0 0-16,0 0 0 0,0 0 16 0,0 0 0 15,0 0 0-15,0 13 0 0,0-13-96 0,0 13-32 16,0-13 0-16,0 12 0 0,0-12-224 0,0 13 176 16,0-13-176-16,0 0 160 0,0 15-160 0,4-2 0 15,-4-13 144-15,3 15-144 0,-3-15 0 0,0 16 0 16,2 0 0-16,-2 1 0 0,1 1 0 0,-1-2 128 15,-1-1-128-15,1 0 0 0,0 0 208 0,0-2-16 16,0-13-16-16,0 0 0 0,-4 14-48 0,4-14 0 16,0 0 0-16,2 14 0 0,-2-14-128 0,0 0 0 15,0 0 0-15,0 0 0 0,0 0 0 0,13-7 0 16,-1-1 0-16,-1 0 0 0,1-2-160 0,-1 2 160 16,-1-1 0-16,3 4-144 0,2 2 144 0,0 0 0 15,-2-4 160-15,0 2-160 0,0 2 336 0,2 5-16 0,0 3-16 0,-2 1 0 16,-2 4-48-16,2 3 0 0,2 2 0 0,-2 3 0 15,-3 3-256-15,2-1 0 0,-1 0 0 0,-1 1 0 16,-4 2 0-16,3-2 0 0,-4 1 0 0,-2 1 0 16,-5 0 0-16,1 0 0 0,-4-2 0 0,-2-1 0 15,0-2 0-15,-2 1 0 0,-4 1 0 0,-2-2 160 16,0-3-160-16,-3 1 128 0,-3 2-128 0,-2-4 128 16,-4-6-128-16,1-2 0 0,-2 1-192 0,-3-5 192 15,-3-6-1744 1,-1-2-240-16,6-2-32 0</inkml:trace>
          <inkml:trace contextRef="#ctx0" brushRef="#br0" timeOffset="-781.0702">1 131 3327 0,'0'0'144'0,"0"0"48"0,0 0-192 0,0 0 0 0,0 0 0 0,0 0 0 16,0 0 0-16,0 0 0 0,0 0 0 0,0 0 0 15,0 0 0-15,0 0 192 0,0 0-192 0,0 0 192 16,0 0 768-16,0 0 176 0,0 0 16 0,0 0 16 16,0 0 64-16,0 0 16 0,0 0 0 0,0 0 0 15,0 0-544-15,0-11-96 0,-2 0-32 0,2 11 0 16,0 0-32-16,3-10-16 0,-3 10 0 0,2-13 0 16,0 1 176-16,-2 12 48 0,8-11 0 0,-2 1 0 15,-2-2 16-15,-4 12 16 0,9-8 0 0,1 1 0 16,2 1 256-16,-12 6 48 0,13-5 16 0,0 0 0 0,-3 0-144 15,1 2-16-15,-11 3-16 0,15 0 0 0,-2 0-336 0,-1 0-64 16,-1-2-16-16,-1 2 0 0,-10 0-192 0,13 0-32 16,-13 0-16-16,13 2 0 0,-1 1 0 0,-12-3 0 15,0 0 0-15,0 0 0 0,11 3-64 0,-11-3-16 16,15 9 0-16,-5-1 0 0,-10-8-192 0,8 13 176 16,-1 0-176-16,-2 0 160 0,1 0-160 0,-1 4 0 15,-2-1 0-15,1 4 0 0,-1 3 128 0,-3 0-128 16,0 0 0-16,-2 1 128 0,-1 3-128 0,0 4 0 15,-5 3 0-15,-2-1 0 0,-2-3 0 0,1 2 0 16,-2 5 0-16,1-5 0 0,2-5 0 0,0-1 0 16,1 2 0-16,-1 0 0 0,-2-4 0 0,4-1 0 15,1-1 0-15,1-3 0 0,-1 3 0 0,2-4 0 16,1-5 0-16,4-13 0 0,0 0 0 0,-2 11 0 0,2-11 128 16,0 0-128-16,0 0 320 0,0 0 0 0,0 0-16 0,0 0 0 15,16-1 208-15,-1-3 64 0,-2 0 0 0,2-1 0 16,0 0-288-16,-1 0-48 0,0-2-16 0,-3 2 0 15,1-3-64-15,1 2-16 0,-2-1 0 0,-11 7 0 16,13-7-144-16,0 2 0 0,1 1 0 0,-14 4 0 16,0 0-160-16,0 0-16 0,11-9 0 0,-11 9 0 15,0 0-336 1,0 0-64-16,0 0 0 0,15 0-16 0,-2 4-1056 16,-13-4-208-16,0 0-32 0,10 9-12240 0</inkml:trace>
        </inkml:traceGroup>
        <inkml:traceGroup>
          <inkml:annotationXML>
            <emma:emma xmlns:emma="http://www.w3.org/2003/04/emma" version="1.0">
              <emma:interpretation id="{96DB6EB5-BCD9-484F-BC6B-DA02879F4315}" emma:medium="tactile" emma:mode="ink">
                <msink:context xmlns:msink="http://schemas.microsoft.com/ink/2010/main" type="inkWord" rotatedBoundingBox="10068,12481 11620,12503 11610,13211 10058,13189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3127.4057">4092 458 5519 0,'0'0'240'0,"0"0"64"0,0 0-304 0,0 0 0 0,0 0 0 0,0 0 0 16,-11-6 2624-16,11 6 480 0,-17-5 96 0,6-2 0 16,1-1-2576-16,0 0-624 0,-1-1 0 0,2 3 0 15,9 6 0-15,-11-5 144 0,-1 2-144 0,3 3 128 16,-1 0 384-16,-2 3 64 0,-1 2 0 0,-3 0 16 16,-1-4-32-16,3 3-16 0,2-1 0 0,-1 0 0 0,-3 1-544 0,1-4 0 15,2-4 0-15,1 1-6256 16,1 3-1280-16</inkml:trace>
          <inkml:trace contextRef="#ctx0" brushRef="#br0" timeOffset="2852.6913">3959 243 6447 0,'0'0'576'0,"0"0"-576"0,0 0 0 0,0 0 0 15,0 0 2752-15,0 0 432 0,0 0 80 0,0 0 32 16,0 0-2688-16,0 0-608 0,0 0 0 0,0 0 0 16,0 0 0-16,0 0 0 0,0 0 0 0,0 0 0 0,0 0 352 0,0 0 96 15,2 17 32-15,1-3 0 0,1-1 416 0,-3 1 96 16,-1-1 16-16,-1 0 0 0,-1 0-320 0,2 2-64 15,0-1-16-15,0 3 0 0,-2 1-208 0,1 2-32 16,-3 1-16-16,1 0 0 0,0 1-224 0,1-4-128 16,2-4 128-16,2 3-128 0,-1 3 0 0,3-4 0 15,1-3-192-15,-2 0 64 0,0 0-208 0,-3-13-48 16,0 0 0-16,0 0 0 16,0 0-576-16,0 0-112 0,0 0-16 0,0 0-9088 0</inkml:trace>
          <inkml:trace contextRef="#ctx0" brushRef="#br0" timeOffset="3668.3804">4178 739 1839 0,'0'0'160'0,"0"0"-160"0,11 8 0 0,-11-8 0 15,0 0 2880-15,0 0 528 0,12 2 112 0,-12-2 32 0,13-2-2112 16,-13 2-416-16,14 3-96 0,-14-3-16 0,14-1-80 0,-3 1 0 15,2 0-16-15,-1-2 0 0,-1-1-16 0,2-2 0 16,2 0 0-16,-3 0 0 0,-12 5-192 0,13-12-32 16,1-2-16-16,1 1 0 0,0 4-320 0,-3 1-64 15,-4-3-16-15,0-3 0 0,-5-2-16 0,4 0 0 16,-1 1 0-16,-2-2 0 0,-4-1-16 0,1 2 0 16,-1 0 0-16,-1 1 0 0,-4 0-128 0,-2 0 0 15,-1-1 0-15,-2-1 0 0,0 3 0 0,-1 1-176 16,-1 1 176-16,-1 1-128 15,0-1-656-15,0 6-128 0,1 4-32 0,-1 0 0 16,-2-3-480-16,2 4-112 0,13 1 0 0,-11 5-4512 16,-1-2-896-16</inkml:trace>
          <inkml:trace contextRef="#ctx0" brushRef="#br0" timeOffset="4105.5075">4567 776 21999 0,'0'0'960'15,"0"0"224"-15,0 14-944 0,0-14-240 0,0 0 0 0,0 0 0 0,0 0 0 0,-12 8 144 16,-1-8-144-16,13 0 128 0,-12-7-128 0,4 1 0 16,8 6 0-16,-11-12 0 0,-1-3 0 0,4 4 0 15,8 11 128-15,-8-13-128 0,3-5 368 0,2 1-16 16,-1 1 0-16,4 0 0 0,2-1 208 0,1 2 32 16,4 4 16-16,-6-4 0 0,-4-3-96 0,3 2-32 15,5 2 0-15,2 1 0 0,-2-1-128 0,1-1-32 16,1 2 0-16,-7 13 0 0,0 0-16 0,0 0-16 15,0 0 0-15,0 0 0 0,0 0-80 0,0 0-16 16,0 0 0-16,11-5 0 0,-11 5-192 0,15 0 0 16,0 3 128-16,0 2-128 0,-1 0 0 0,3 0 0 0,-1 1 0 0,2-2 0 15,0-8 0-15,2 3 0 0,-2 2 0 0,2-1 0 32,-1-3-1152-32,1 1-288 0,0 2-48 0,-4-1-6672 0,-3-2-1328 0</inkml:trace>
          <inkml:trace contextRef="#ctx0" brushRef="#br0" timeOffset="1716.1827">3272 105 1839 0,'0'0'160'0,"0"0"-160"0,0 0 0 0,0 0 0 16,0 0 464-16,0 0 64 0,0 0 16 0,0 0 0 15,0 0-272-15,0 0-48 0,5-11-16 0,-5 11 0 16,0 0 1072-16,0 0 224 0,0 0 32 0,0 0 16 15,3-10 176-15,-3 10 48 0,0 0 0 0,0 0 0 16,0 0-560-16,0 0-96 0,0 0-32 0,0 0 0 16,0 0-576-16,0 0-128 0,0 0-32 0,0 0 0 15,0 0-144-15,0 0-16 0,0 0-16 0,0 0 0 0,0 0-48 0,-7 13-128 16,2 3 192-16,0 1-64 0,-1-2 256 0,3-1 64 16,3 1 0-16,0 3 0 0,-2 0-16 0,0 2 0 15,1 1 0-15,-1 4 0 0,2 3-64 0,2 0-16 16,-1-2 0-16,3 2 0 0,-1 3-32 0,-2 0-16 15,-1-1 0-15,0 1 0 0,2 2 208 0,0-2 32 16,-2-3 16-16,0 0 0 0,-2-4-176 0,2-4-48 16,0-3 0-16,0-4 0 0,0-13-336 0,0 0 0 15,-2 11 0-15,2-11-192 16,0 0-416-16,0 0-96 0,0 0 0 0,0 0-8128 16,2-16-1600-16</inkml:trace>
          <inkml:trace contextRef="#ctx0" brushRef="#br0" timeOffset="2368.55">3664 99 12895 0,'0'0'1152'0,"0"0"-928"15,0 0-224-15,0 0 0 0,0 0 1056 0,0 0 160 16,0 0 48-16,0 0 0 0,0 0-1120 0,0 0-144 16,-3-12-176-16,3 12 48 0,-9-8 128 0,9 8 0 15,0 0 0-15,0 0 0 0,-13-2 256 0,2 4 0 16,11-2-16-16,-10 8 0 0,-3 0 96 0,3 4 32 16,2 3 0-16,1-1 0 0,2 3-160 0,-1 1-16 15,-3 0-16-15,1 2 0 0,2 1 32 0,-1 7 16 16,-1 6 0-16,1-2 0 0,2-3-96 0,1-1-128 15,-3 0 176-15,2 0-176 0,0 0 512 0,0 0 0 16,0 1 0-16,0-1 0 0,0-2 160 0,2-1 32 0,0-2 0 0,0 1 0 16,-1-1-320-16,3-3-48 0,-1-3-16 0,4-1 0 15,-1-1-32-15,-1-15-16 0,10 10 0 0,0-2 0 16,-10-8 80-16,13 10 16 0,2-5 0 0,3-2 0 16,2 0-208-16,-1-3-32 0,1-5-128 0,3 2 192 15,0 0-192-15,-2-1 0 0,-3 1 0 0,-1-2 0 16,-1-3 0-16,-3 0 0 0,-13 8 0 0,10-12 0 15,0 1 0-15,-5-1-128 0,-3 1 128 0,-6-2 0 16,-2-2-192-16,-2 2 64 0,-2 1 128 0,-5-4-208 16,-5-5 208-16,2-2-192 0,-2 0 192 0,-3 0-192 15,-4-2-224-15,2 0-32 16,2 2-16-16,2 4 0 0,-2 1-512 0,1 3-112 16,6 2 0-16,0 5-16 0,1 3-32 0,0 3 0 0,5 2 0 15,2 5 0-15,1 5-656 0,4 4-144 0</inkml:trace>
        </inkml:traceGroup>
        <inkml:traceGroup>
          <inkml:annotationXML>
            <emma:emma xmlns:emma="http://www.w3.org/2003/04/emma" version="1.0">
              <emma:interpretation id="{0923FDE6-7CA2-40F1-9C94-F43AD4BD6010}" emma:medium="tactile" emma:mode="ink">
                <msink:context xmlns:msink="http://schemas.microsoft.com/ink/2010/main" type="inkWord" rotatedBoundingBox="13351,12680 13828,12686 13822,13078 13346,13071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6103.6109">6528 609 2751 0,'0'0'128'0,"0"0"16"16,0 0-144-16,0 0 0 0,0 0 0 0,0 0 0 0,0 0 2368 0,0 0 448 16,0 0 96-16,0 0 16 0,0 0-2224 0,0 0-432 15,0 0-80-15,0 0-32 0,0 0 192 0,0 0 32 16,0 0 16-16,0 0 0 0,0 0 320 0,0 0 64 15,0 0 16-15,0 0 0 0,11-3-48 0,-11 3-16 16,0 0 0-16,13 0 0 0,-13 0 80 0,15 0 16 16,-2 1 0-16,0-1 0 0,1-3 64 0,-1 2 0 15,-13 1 16-15,15-2 0 0,-2-1-144 0,0-2-16 16,-2-4-16-16,1 1 0 0,-2 0-160 0,-1-3-48 16,0-3 0-16,1 1 0 0,-2 0-272 0,0-2-64 15,0-3-16-15,-3-1 0 0,-3-4-176 0,1 3 0 0,-1 4 0 16,-1-2 0-16,1-4 0 0,-2 2 0 0,-2 2 0 0,1 5 0 15,1 13 0-15,0 0 0 0,-4-11 0 0,4 11 0 16,-5-12-144-16,5 12 144 0,-6-10-192 0,6 10 192 16,-10-4-432-16,10 4 32 0,-11 0 0 0,11 0 0 31,-14-2-80-31,3 4-16 0,-1 2 0 0,12-4 0 16,-11 5-416-16,11-5-96 0,-13 7-16 0,5 1-6848 0,8-8-1360 0</inkml:trace>
          <inkml:trace contextRef="#ctx0" brushRef="#br0" timeOffset="6515.6474">6915 632 1839 0,'0'0'160'0,"0"0"-160"16,0 0 0-16,-1 15 0 0,-3-2 3168 0,4-13 608 15,0 0 112-15,0 0 16 0,0 0-2592 0,0 0-528 16,0 0-96-16,-8 7-32 0,8-7 112 0,0 0 0 16,-11-2 16-16,11 2 0 0,0 0-144 0,-12-7-48 15,1-6 0-15,4 2 0 0,2 1 48 0,5 10 16 0,-6-13 0 16,2 0 0-16,4-2-80 0,0 0-32 0,2 0 0 0,0 1 0 15,-4-1 96-15,5-2 0 0,0-1 16 0,1 0 0 16,-3 2-320-16,3-2-64 0,1-2-16 0,-2 4 0 16,0 1-256-16,0 2 128 0,1 0-128 0,1-1 0 15,0 0 0-15,-1 2 0 0,-4 12 0 0,0 0 0 16,5-11 0-16,0 1 0 0,-5 10 0 0,9-8-192 16,-9 8 0-16,8-7 0 0,2 1 0 0,-10 6 0 31,11-2-496-31,1 2-80 0,-12 0-32 0,0 0 0 0,13 3-1584 15,0 4-320-15,2 6-64 0,-2-2-16 0</inkml:trace>
        </inkml:traceGroup>
        <inkml:traceGroup>
          <inkml:annotationXML>
            <emma:emma xmlns:emma="http://www.w3.org/2003/04/emma" version="1.0">
              <emma:interpretation id="{403DC522-2577-438E-A86C-9A5BF67E3199}" emma:medium="tactile" emma:mode="ink">
                <msink:context xmlns:msink="http://schemas.microsoft.com/ink/2010/main" type="inkWord" rotatedBoundingBox="13897,12351 14747,12363 14736,13159 13886,13147"/>
              </emma:interpretation>
              <emma:one-of disjunction-type="recognition" id="oneOf3">
                <emma:interpretation id="interp3" emma:lang="" emma:confidence="0">
                  <emma:literal>$</emma:literal>
                </emma:interpretation>
                <emma:interpretation id="interp4" emma:lang="" emma:confidence="0">
                  <emma:literal>y</emma:literal>
                </emma:interpretation>
                <emma:interpretation id="interp5" emma:lang="" emma:confidence="0">
                  <emma:literal>"</emma:literal>
                </emma:interpretation>
                <emma:interpretation id="interp6" emma:lang="" emma:confidence="0">
                  <emma:literal>^</emma:literal>
                </emma:interpretation>
                <emma:interpretation id="interp7" emma:lang="" emma:confidence="0">
                  <emma:literal>N</emma:literal>
                </emma:interpretation>
              </emma:one-of>
            </emma:emma>
          </inkml:annotationXML>
          <inkml:trace contextRef="#ctx0" brushRef="#br0" timeOffset="7149.1363">7421 392 18831 0,'0'0'832'0,"0"0"176"0,0 0-816 0,0 0-192 15,0 0 0-15,0 0 0 0,0 0 432 0,0 0 32 16,0 0 16-16,0 0 0 0,0 0-224 0,0 0-64 16,0 0 0-16,-12-1 0 0,1 4 48 0,-1 0 0 15,1-3 0-15,-2 4 0 0,-1 2 160 0,0-1 48 16,-3-3 0-16,1 3 0 0,-2 3-192 0,-2 0-48 16,0-3 0-16,4 3 0 0,0 4-208 0,-4-2 0 15,-3-2 0-15,3-2 0 0,20-6 0 0,-15 4 0 0,-3-1-192 0,4-3 192 31,1-2-1728-31,13 2-224 0,-17-10-48 0,17 10-16 0</inkml:trace>
          <inkml:trace contextRef="#ctx0" brushRef="#br0" timeOffset="6891.6632">7255 246 21599 0,'0'0'960'0,"0"0"192"0,6 15-928 0,-6-15-224 16,0 0 0-16,7 13 0 0,-7-13 256 0,3 15 0 0,-3-15 0 15,2 13 0-15,-2-13-256 0,0 0 0 0,0 0 0 0,0 0 0 16,0 0 192-16,0 13-16 0,0-13 0 0,-2 15 0 15,1 3 432-15,1-3 96 0,0-15 0 0,3 13 16 16,-1 0-208-16,-2 2-32 0,-4 1-16 0,4-16 0 16,0 0-336-16,-3 15-128 0,1 0 0 0,2 1 144 15,0-1-144-15,2 0 0 0,-2-15 0 0,0 16 0 16,0 1-128-16,0-3 128 0,-3 1-160 0,1-2 160 16,0-1-320-16,2-12 16 0,0 0 16 0,0 0 0 15,0 0-304 1,0 0-64-16,0 0-16 0,0 0 0 0,0 0-768 15,0 0-160-15,-1-17-16 0</inkml:trace>
          <inkml:trace contextRef="#ctx0" brushRef="#br0" timeOffset="7581.866">7583 7 23263 0,'0'0'1024'0,"0"0"224"0,0 0-992 0,0 0-256 16,0 0 0-16,0 0 0 0,0 0 0 0,0 0 0 16,0 0 0-16,0 0 0 0,0 0 0 0,0 0 0 15,3 13 0-15,-1 0 0 0,-2 0 0 0,-2 2 0 16,1-2 0-16,1 2 0 0,0-2 384 0,-2 2 0 16,1 1-16-16,-1 2 0 0,2 0 160 0,0 5 48 15,-2 2 0-15,2 3 0 0,-1 0-128 0,1 3 0 16,0 2-16-16,-2-1 0 0,-1 3 96 0,3-4 32 15,3-5 0-15,-1 1 0 0,-4-1-32 0,0-1 0 0,2-4 0 0,0-3 0 16,0-3-208-16,-1-1-32 0,-3-2-16 16,4-12 0-16,0 15-448 0,0-15-80 0,0 0-32 0,0 0 0 31,0 0-1312-31,0 0-272 0,0 0-48 0,0 0-10432 0</inkml:trace>
          <inkml:trace contextRef="#ctx0" brushRef="#br0" timeOffset="7929.569">7774-49 3679 0,'0'0'160'0,"8"16"32"0,-3 1-192 0,1-1 0 16,1-1 0-16,-2 0 0 0,-4-1 4640 0,3 1 880 16,-1-2 176-16,4 2 48 0,-1 0-4720 0,-1 1-1024 15,-2 1 0-15,2-1-128 0,0 1 128 0,2 1 0 16,-1 0 128-16,-1 3-128 0,-2 4 400 0,1-1 16 16,4-1 0-16,-3 0 0 0,-2 0 464 0,4 0 80 15,1-3 32-15,-3 1 0 0,-5 2-400 0,0 2-80 16,0-1 0-16,5 1-16 0,1 0-240 0,-2 1-32 15,-6 0-16-15,0 0 0 0,2 1-208 0,0-4 128 0,0-4-128 0,-1 1 0 32,-3 0-320-32,1-2-144 0,0-3-48 0,3-15-13120 0</inkml:trace>
        </inkml:traceGroup>
      </inkml:traceGroup>
    </inkml:traceGroup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08:02.978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F0A740C-6CD3-4BE5-8566-052EC6065DBC}" emma:medium="tactile" emma:mode="ink">
          <msink:context xmlns:msink="http://schemas.microsoft.com/ink/2010/main" type="writingRegion" rotatedBoundingBox="8023,13993 14326,14109 14309,14984 8006,14867"/>
        </emma:interpretation>
      </emma:emma>
    </inkml:annotationXML>
    <inkml:traceGroup>
      <inkml:annotationXML>
        <emma:emma xmlns:emma="http://www.w3.org/2003/04/emma" version="1.0">
          <emma:interpretation id="{2172562E-4568-4924-8700-BCF53B0D3640}" emma:medium="tactile" emma:mode="ink">
            <msink:context xmlns:msink="http://schemas.microsoft.com/ink/2010/main" type="paragraph" rotatedBoundingBox="8023,13993 14326,14109 14309,14984 8006,1486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D70BDC3-13DE-43E2-AB21-8D39DF28C75E}" emma:medium="tactile" emma:mode="ink">
              <msink:context xmlns:msink="http://schemas.microsoft.com/ink/2010/main" type="line" rotatedBoundingBox="8023,13993 14326,14109 14309,14984 8006,14867"/>
            </emma:interpretation>
          </emma:emma>
        </inkml:annotationXML>
        <inkml:traceGroup>
          <inkml:annotationXML>
            <emma:emma xmlns:emma="http://www.w3.org/2003/04/emma" version="1.0">
              <emma:interpretation id="{5E38E769-2D58-4D80-A706-C39ACC672FF5}" emma:medium="tactile" emma:mode="ink">
                <msink:context xmlns:msink="http://schemas.microsoft.com/ink/2010/main" type="inkWord" rotatedBoundingBox="8021,14095 9821,14128 9807,14901 8006,14867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246 265 5519 0,'0'0'240'0,"0"0"64"15,0 0-304-15,0 0 0 0,0 0 0 0,0 0 0 0,0 0 2176 0,0 0 384 16,0 0 80-16,0 0 16 0,0 0-1344 0,0 0-272 16,0 0-48-16,8-9-16 0,-8 9-144 0,0 0-16 15,0 0-16-15,0 0 0 0,0 0-240 0,0 0-48 16,0 0-16-16,0 0 0 0,0 0-96 0,0 0-16 15,0 0 0-15,0 0 0 0,0 0 192 0,0 0 16 16,0 0 16-16,0 0 0 0,-1 15-32 0,-1-2 0 16,2-13 0-16,-2 17 0 0,1 1 0 0,-1 0-16 0,0 0 0 0,1 1 0 15,-1 1-144-15,-1 3-32 0,1 1 0 16,-1 1 0-16,0 0-80 0,1 1-32 0,0 2 0 0,1-2 0 16,-1-3-144-16,0 0-128 0,1 3 192 0,1-2-192 15,0 1 128-15,0-4-128 0,-2-3 0 0,-1-1 0 16,3-4 0-16,0-13 0 0,0 0 0 0,-3 13 0 31,3-13-640-31,0 0-48 0,0 0 0 0,0 0-8832 0,0 0-1760 0</inkml:trace>
          <inkml:trace contextRef="#ctx0" brushRef="#br0" timeOffset="543.0858">556 14 5519 0,'0'0'496'0,"0"0"-496"0,0 0 0 0,0 0 0 16,0 0 2768-16,0 0 464 0,0 0 96 0,0 0 0 15,0 0-2160-15,0 0-432 0,0 0-96 0,0 0 0 16,0 0 192-16,0 0 64 0,0 0 0 0,0 0 0 16,12 13 128-16,-2 4 48 0,-2 1 0 0,-3 1 0 15,-2 1 0-15,-1 4 0 0,-4 1 0 0,2 1 0 16,-2 2-240-16,2 0-64 0,5 0 0 0,-2 1 0 16,-4 1-336-16,-1-1-80 0,1 1-16 0,-1-3 0 15,-1 0-208-15,-1-3-128 0,3-1 128 0,-3 0-128 0,0-2 0 16,0 1 128-16,1-3-128 0,0-2 0 0,-1-4 0 15,1 1 0-15,-2 3 0 0,2-1 0 0,5-3 0 16,-2-13 0-16,0 15 0 0,0-15 128 0,0 0-304 0,3 13-48 16,-3-13-16-16,0 0 0 15,3 13-752-15,-3-13-160 0,18 7-16 0,-5-4-8272 16,-13-3-1648-16</inkml:trace>
          <inkml:trace contextRef="#ctx0" brushRef="#br0" timeOffset="1308.4895">1173 417 5519 0,'0'0'240'0,"0"0"64"0,0 0-304 0,0 0 0 0,0 0 0 0,0 0 0 16,0 0 3120-16,0 0 560 0,0 0 112 0,0 0 32 0,-13-5-2528 0,2 2-496 15,-2-1-96-15,-2 1-32 0,-2 0 352 0,-1 0 64 16,-3-1 0-16,0 1 16 0,3-2-272 0,-2 2-48 16,-1 1-16-16,1-1 0 0,2-4-416 0,3 1-96 15,0 3 0-15,0-6-16 0,1-4-416 0,4 5-80 16,10 8 0-16,0 0-12512 16</inkml:trace>
          <inkml:trace contextRef="#ctx0" brushRef="#br0" timeOffset="1037.5632">993 191 911 0,'0'0'0'0,"0"0"0"0,0 0 0 0,0 0 0 15,0 0 2864-15,0 0 480 0,13 3 112 0,-13-3 0 16,11-5-2288-16,-11 5-464 0,0 0-80 0,0 0-32 0,9-8-224 0,-9 8-48 15,0 0-16-15,0 0 0 0,0 0-16 0,0 0 0 16,0 0 0-16,0 0 0 0,0 0 432 0,0 0 96 16,0 0 16-16,0 0 0 0,0 0-144 0,0 0-32 15,0 0 0-15,-2 15 0 0,-1-2-176 0,1 2-32 16,2 3-16-16,0 0 0 0,0-2 0 0,0 2 0 16,-2 2 0-16,1-1 0 0,-3 3 80 0,3 1 0 15,-1-1 16-15,2 1 0 0,0-1 112 0,0 1 32 16,-1 0 0-16,-1-1 0 0,-1-4-208 0,1-1-32 15,0-4-16-15,1 0 0 0,-3 0-288 0,4-13-128 16,0 0 0-16,0 0 128 0,0 0-400 0,0 0-96 16,0 0-16-16,0 0 0 15,0 0-832-15,0 0-160 0,0 0-32 0,-5-10-6848 0,2-1-1376 16</inkml:trace>
          <inkml:trace contextRef="#ctx0" brushRef="#br0" timeOffset="-509.0295">21 53 12495 0,'0'0'544'0,"0"0"128"0,0 0-544 0,0 0-128 16,0 0 0-16,0 0 0 0,0 0 416 0,0 0 48 15,0 0 16-15,0 0 0 0,0 0-32 0,0 0-16 16,0 0 0-16,0 0 0 0,7-9-32 0,-7 9 0 15,5-12 0-15,-5 12 0 0,3-10 432 0,-3 10 64 16,0 0 32-16,2-13 0 0,2 2 96 0,-4 11 32 0,0 0 0 0,0 0 0 16,0 0-160-16,0 0-48 0,0 0 0 0,0 0 0 15,0 0-112-15,10 8-32 0,-10-8 0 0,5 16 0 16,-1-1-336-16,-1 0-80 0,-3-2-16 0,0 3 0 16,-2 2-48-16,1-3-16 0,1-15 0 0,-2 16 0 15,0-1-64-15,1 0-16 0,-4 0 0 0,1-2 0 16,1 1 32-16,0-1 0 0,0 1 0 0,-1-1 0 15,1 0 128-15,1 2 32 0,1-1 0 0,-1 1 0 16,0-2 0-16,-1 2 16 0,0 0 0 0,0 1 0 16,-1 2-48-16,3-3-16 0,-1-2 0 0,2-13 0 15,-3 13-128-15,1-2-16 0,2-11-128 0,0 0 192 16,-3 12 0-16,3-12 0 0,0 0 0 0,0 0 0 0,0 0 96 16,0 0 16-16,0 0 0 0,0 0 0 15,15 0 32-15,-2 0 16 0,-13 0 0 0,16-2 0 0,-1-1 32 16,0 1 16-16,-15 2 0 0,16-3 0 0,-1 0-16 0,-2 1 0 15,-13 2 0-15,15-2 0 0,-2-1-192 0,-3 3-64 16,-10 0 0-16,14 2 0 0,-4-2-128 0,-10 0 0 16,13 0 0-16,-13 0 0 0,0 0 0 0,12 1 0 15,-12-1 0-15,0 0 0 0,0 0 0 0,10-1-176 16,-10 1 48-16,10 0 0 0,-10 0-208 0,0 0-48 16,0 0 0-16,0 0 0 15,11-2-480-15,-11 2-96 0,0 0-32 0,13 7 0 16,-1-2-1968-16,-2 3-400 0,-1 2-80 0,1-1-16 15,-10-9 256-15,10 12 64 0,-2-2 0 0,-1 0-4816 0</inkml:trace>
          <inkml:trace contextRef="#ctx0" brushRef="#br0" timeOffset="2009.4332">1262 710 11967 0,'0'0'528'0,"0"0"112"0,0 0-512 0,0 0-128 0,0 0 0 15,0 0 0-15,0 0 1552 0,0 0 288 0,0 0 48 0,0 0 16 16,0 0-560-16,0 0-128 0,15 3 0 0,-2-1-16 15,-13-2-144-15,0 0-32 0,0 0 0 0,15 0 0 16,-2 0-144-16,-13 0-48 0,14-5 0 0,-2 0 0 16,-12 5-320-16,13-5-80 0,0-1-16 0,-1 1 0 15,-12 5-224-15,13-10-32 0,-5-7-16 0,0 1 0 16,-1-2-144-16,-2 0 0 0,-2-2 144 0,-1-1-144 16,-2-3 0-16,-2-4 128 0,-3 2-128 0,-1-2 0 15,-1-3 0-15,-3 1 0 0,-3 2 0 0,2 0 0 16,2-1-224-16,-2 4 32 0,-4 4 16 0,2 3 0 15,0 2-304-15,1 1-64 0,4 2-16 16,8 13 0-16,-18-3-1296 0,7 6-256 0,11-3-48 0,-2 16-8688 16</inkml:trace>
          <inkml:trace contextRef="#ctx0" brushRef="#br0" timeOffset="2533.5723">1648 764 17103 0,'0'0'752'0,"0"0"160"0,0 0-720 0,0 0-192 0,-4-15 0 0,3 4 0 16,-3 1-128-16,-1 0-64 0,-1-1-16 0,6 11 0 15,-10-7 384-15,0 1 80 0,-1-4 0 0,-1-2 16 16,4-1 112-16,-2 3 32 0,-3 4 0 0,2-2 0 0,-3-4-144 16,3 4-16-16,1 1-16 0,0-1 0 0,-1-6-240 0,3-1 0 15,-1-2 128-15,4 3-128 0,9-1 0 0,1-1 0 16,0-2-192-16,1 0 192 0,2 1 0 0,5 1 0 16,4-2 0-16,-2 1 0 0,-1 3 368 0,6-1 176 15,1-3 32-15,-1 5 16 0,0 5 624 0,-2-2 128 16,-2-2 32-16,2 1 0 0,2 1-432 0,-5 2-96 15,-2 1-16-15,-2 1 0 0,1-2-608 0,-2 3-224 16,-10 5 144-16,11-2-144 16,-1-1-368-16,-10 3-144 0,0 0-48 0,0 0 0 15,10 3-2288-15,-3 4-464 0</inkml:trace>
        </inkml:traceGroup>
        <inkml:traceGroup>
          <inkml:annotationXML>
            <emma:emma xmlns:emma="http://www.w3.org/2003/04/emma" version="1.0">
              <emma:interpretation id="{630F8B29-7071-488A-BF1C-383651F96CB9}" emma:medium="tactile" emma:mode="ink">
                <msink:context xmlns:msink="http://schemas.microsoft.com/ink/2010/main" type="inkWord" rotatedBoundingBox="11730,14061 13291,14090 13275,14950 11714,14921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2731.8601">4333 787 15663 0,'8'11'1392'0,"0"1"-1120"15,0-2-272-15,-8-10 0 0,0 0 880 0,10 10 112 0,-10-10 32 16,0 0 0-16,8 6-608 0,-8-6-112 0,0 0-32 0,13 0 0 16,-3-3 96-16,-10 3 16 0,13-5 0 0,-3 0 0 15,-10 5 96-15,13-11 32 0,-1-3 0 0,-1 5 0 16,-11 9 160-16,12-12 32 0,-2 1 16 0,0-1 0 15,-1-1-96-15,-9 13-32 0,0 0 0 0,12-10 0 16,-2-8-336-16,-4 2-64 0,-1 0 0 0,-1-1-16 16,-1-1-176-16,-3 0 0 0,-3 0 0 0,-2 2 0 15,0-1 0-15,-3 1 0 0,-4-4 0 0,-3 2 0 16,-1 0 0-16,1 2 0 0,0 1 0 0,1 2 0 16,-5 2-288-16,3 2 64 0,1 1 16 0,-1 2 0 15,1 2-176 1,4 3-48-16,1-1 0 0,10 2 0 0,0 0-336 0,0 0-80 0,-8 8-16 15,8-8-6448-15,0 0-1296 0</inkml:trace>
          <inkml:trace contextRef="#ctx0" brushRef="#br0" timeOffset="13111.4439">4630 825 4607 0,'0'0'400'0,"0"0"-400"0,0 0 0 0,0 0 0 16,0 0 3008-16,-10 6 512 0,0-1 96 0,10-5 32 15,-13 2-2944-15,13-2-704 0,-12-7 0 0,4 1 0 16,0-1 400-16,0 1 32 0,1-3 0 0,2 1 0 15,0-3 240-15,5-1 48 0,2-1 16 0,1 2 0 16,-3 11 160-16,9-13 16 0,0-2 16 0,0 3 0 16,-9 12-272-16,11-9-48 0,5-3-16 0,-2 1 0 15,-9-1-48-15,3 4-16 0,-8 8 0 0,13-10 0 16,-5 0-240-16,0 0-48 0,1 2-16 0,-3 0 0 16,2-2-224-16,-8 10 0 0,7-10 0 0,-7 10 0 15,6-13 0-15,-6 13-128 0,0 0 128 0,9-9-160 16,0 0-480-16,-9 9-112 15,0 0-16-15,15 0-7552 0,-15 0-1536 0</inkml:trace>
          <inkml:trace contextRef="#ctx0" brushRef="#br0" timeOffset="13785.6199">5267 617 11967 0,'0'0'1072'0,"0"0"-864"16,0 0-208-16,0 0 0 0,0 0 1472 0,-10 6 256 0,10-6 64 0,-13 3 0 15,-4 1-928-15,2-4-176 0,2-4-48 0,0 0 0 16,-2-3-64-16,1 0 0 0,-3 1-16 0,1 1 0 15,1-3-304-15,0 1-48 0,0 2-16 0,-1-1 0 16,1-1-192-16,2 2 0 0,0 0 128 0,0 1-128 16,1-3-128-16,3 0-80 0,2 1-16 0,7 6-6624 15,0 0-1312-15</inkml:trace>
          <inkml:trace contextRef="#ctx0" brushRef="#br0" timeOffset="13542.1211">5004 374 21359 0,'16'5'944'0,"-16"-5"208"0,0 0-928 0,13 3-224 15,-3-3 0-15,-10 0 0 0,0 0 0 0,0 0 0 0,10-8 0 0,-10 8 0 16,0 0 160-16,0 0-16 0,7-11 0 0,-7 11 0 16,0 0 96-16,0 0 16 0,0 0 0 0,0 0 0 15,0 0 464-15,0 0 112 0,0 0 0 0,0 0 16 16,0 0-32-16,0 0-16 0,1 15 0 0,-1 1 0 16,-1 0-352-16,-1 2-80 0,0 4-16 0,1 1 0 15,-1 1-16-15,1 1 0 0,4-2 0 0,-3 3 0 16,-2 3 64-16,1-1 16 0,1-2 0 0,0 1 0 15,0-1-112-15,0-3-32 0,0 0 0 0,1-5 0 16,-1-2-272-16,2-1 128 0,-1-4-128 0,-1-11 0 0,0 0-144 16,0 0-144-16,0 0-32 0,0 0 0 15,0 0-1680-15,9-11-352 16,-4-6-64-16,-2 3-9680 0</inkml:trace>
          <inkml:trace contextRef="#ctx0" brushRef="#br0" timeOffset="12225.0123">3712 263 1839 0,'0'0'160'0,"0"0"-160"15,0 0 0-15,0 0 0 0,12-3 2432 0,-12 3 448 0,6-12 80 0,-6 12 32 16,0 0-2240-16,5-10-448 0,0-3-96 0,-5 13-16 16,5-10 192-16,-5 10 48 0,0 0 0 0,3-11 0 15,1 0 128-15,-4 11 16 0,5-10 16 0,0 0 0 16,-1-2 128-16,0 1 32 0,-1 0 0 0,4-1 0 15,2 1-64-15,0-1-16 0,-1-1 0 0,2 0 0 16,1-2 48-16,2 0 16 0,2-1 0 0,-2 3 0 16,2 0-64-16,-2 0-16 0,0 0 0 0,-1 4 0 15,-12 9 64-15,15-1 16 0,-1-1 0 0,3 4 0 16,-1 3-96-16,-1-2-32 0,-15-3 0 0,16 5 0 16,1 5-144-16,-1 1-16 0,-1 1-16 0,-4-2 0 15,-11-10-128-15,10 11-32 0,-2 4 0 0,1-4 0 16,-9-11-272-16,9 13 0 0,-2 4 128 0,-2-3-128 0,-5-14 0 0,0 17 0 15,0 1 0-15,-2 0 0 0,-1 0 0 16,-2 0 0-16,-1 1 0 0,-1 3-144 0,0 2 144 0,1 1 0 16,-2-2-144-16,-2 3 144 0,-2 2 0 0,1 0 0 15,-1-4 0-15,1 2 0 0,-2 1 0 0,0-1 0 16,-2-2 0-16,2-1 0 0,3 0 0 0,0 0 0 16,-1 0 0-16,2-3 0 0,3-4 0 0,-1 0 0 15,-1 1 0-15,1-1 0 0,2-1 0 0,4-4 0 16,1-11 0-16,-5 12 0 0,0-2 0 0,5-10 0 15,0 0 128-15,0 13-128 0,0-2 256 0,0-11-48 16,0 0 0-16,0 0 0 0,0 0-80 0,0 0 0 16,0 0-128-16,0 0 192 0,0 0-192 0,0 0 144 0,0 0-144 15,15 0 128-15,-2 0-128 0,0-1 0 0,0 1 0 16,0-4 128-16,-1-2-128 0,-1 1 0 0,-11 5 0 16,15-5 0-16,1 0-160 0,-1 2-64 0,-2 1-16 15,0 4 0 1,2 1-560-16,0 0-112 0,0 2-32 0,-2 2-8896 0,-13-7-1776 0</inkml:trace>
        </inkml:traceGroup>
        <inkml:traceGroup>
          <inkml:annotationXML>
            <emma:emma xmlns:emma="http://www.w3.org/2003/04/emma" version="1.0">
              <emma:interpretation id="{303889FC-981A-461A-AF3D-9FDA71ACD3C5}" emma:medium="tactile" emma:mode="ink">
                <msink:context xmlns:msink="http://schemas.microsoft.com/ink/2010/main" type="inkWord" rotatedBoundingBox="13452,14212 14323,14228 14311,14920 13439,14904"/>
              </emma:interpretation>
              <emma:one-of disjunction-type="recognition" id="oneOf2">
                <emma:interpretation id="interp2" emma:lang="" emma:confidence="0">
                  <emma:literal>27</emma:literal>
                </emma:interpretation>
                <emma:interpretation id="interp3" emma:lang="" emma:confidence="0">
                  <emma:literal>7 7</emma:literal>
                </emma:interpretation>
                <emma:interpretation id="interp4" emma:lang="" emma:confidence="0">
                  <emma:literal>7 y</emma:literal>
                </emma:interpretation>
                <emma:interpretation id="interp5" emma:lang="" emma:confidence="0">
                  <emma:literal>7 6</emma:literal>
                </emma:interpretation>
                <emma:interpretation id="interp6" emma:lang="" emma:confidence="0">
                  <emma:literal>7 f</emma:literal>
                </emma:interpretation>
              </emma:one-of>
            </emma:emma>
          </inkml:annotationXML>
          <inkml:trace contextRef="#ctx0" brushRef="#br0" timeOffset="14402.8397">5437 242 10127 0,'0'0'896'0,"0"0"-704"16,0 0-192-16,0 0 0 0,0 0 1024 0,0 0 192 16,0 0 16-16,0 0 16 0,7-13-416 0,-7 13-96 15,0 0-16-15,6-11 0 0,1-1 48 0,-7 12 16 16,0 0 0-16,0 0 0 0,10-11 128 0,0 1 32 0,-10 10 0 15,11-12 0-15,-3 1-96 0,2 3-16 0,-10 8 0 0,15-10 0 16,-4-2-112-16,4 6-16 0,0 1-16 0,0 3 0 16,0 5-144-16,-1-3-32 0,-1-4 0 0,2 5 0 15,0 9 0-15,0 0-16 0,-2 0 0 0,0 0 0 16,-2 1-112-16,-1 4 0 0,-1 1-16 0,-1 1 0 16,-2-1-144-16,-1 4-32 0,-3 3 0 0,-2-2 0 15,-2-3-192-15,-1 3 0 0,-2 4 0 0,0 1 0 16,-1 2 0-16,-3 2 0 0,-1-2 0 0,-1 3 0 15,-2 0 0-15,1-3 0 0,1-2 0 0,-1 0 0 16,-2 4 0-16,2-2 0 0,1-3 0 0,1-4 0 16,-2-3 0-16,2-3 0 0,2-2 0 0,2-2 0 15,1-1 0-15,0 0 0 0,5-10 0 0,0 0 0 0,0 0 0 16,0 0 0-16,-5 12 128 0,5-12-128 0,0 0 256 0,0 0-64 16,0 0 0-16,0 0 0 0,13-5-192 0,-13 5 176 15,15-5-176-15,-4 1 160 0,2 1-160 0,-13 3 0 16,15-6 0-16,-2 1 128 0,-13 5-128 0,17-4 0 15,-2-1 0-15,-4 0 0 0,-11 5-208 0,12-4 16 16,-3-1 16-16,-9 5 0 16,0 0-464-16,0 0-80 0,0 0-32 0,15-5-9184 15,-2-2-1840-15</inkml:trace>
          <inkml:trace contextRef="#ctx0" brushRef="#br0" timeOffset="14935.5567">5974 273 11055 0,'0'0'976'0,"11"2"-784"0,3 5-192 0,-1-4 0 16,-13-3 1856-16,0 0 320 0,0 0 64 0,14 0 0 0,0-3-1696 0,-14 3-352 15,0 0-64-15,0 0 0 16,13 0 144-16,-13 0 48 0,0 0 0 0,0 0 0 0,0 0 192 0,13-10 32 16,-2 2 16-16,-11 8 0 0,0 0 144 0,12-9 48 15,1 1 0-15,2 2 0 0,-2 1-48 0,-13 5 0 16,15-4 0-16,1 0 0 0,-1-3-192 0,1 4-32 15,-16 3-16-15,17-2 0 0,-4-1-144 0,-13 3-16 16,16-2-16-16,-16 2 0 0,0 0 48 0,15 3 16 16,-15-3 0-16,0 0 0 0,15 5-128 0,-2 0-32 15,-13-5 0-15,8 10 0 0,-8-10-192 0,0 0 0 16,8 13 0-16,-4 2 0 0,-6 1 128 0,0 1-128 16,-3-2 0-16,4 1 0 0,-1 4 208 0,-1-1-48 15,-1-1-16-15,-2 4 0 0,-1 1-144 0,2 1 160 16,2-1-160-16,0 0 160 0,-2 0-160 0,0 0 192 0,-3 0-192 0,3-1 192 15,2-3-192-15,1 3 128 0,-1-1-128 0,-1 0 128 16,1-1-128-16,0 0 0 0,1 1 0 0,-1-3 0 16,-5-5 0-16,3 0-176 0,5-13 176 0,-3 15-192 31,-1-3-384-31,4-12-96 0,0 0-16 0,0 13 0 16,0-13-1616-16,0 0-320 0,0 0-64 0</inkml:trace>
          <inkml:trace contextRef="#ctx0" brushRef="#br0" timeOffset="15165.253">6304 505 11967 0,'0'0'528'15,"0"0"112"-15,0 0-512 0,-12-2-128 0,1-3 0 0,-2 2 0 0,-4 0 2400 0,-1-2 448 16,-1-2 96-16,-4 1 0 0,-2-1-2352 0,-3 1-464 16,-1-1-128-16,-1 0 0 0,4 3 0 0,3-1-256 15,-8-2 64-15,9 4 0 0</inkml:trace>
        </inkml:traceGroup>
      </inkml:traceGroup>
    </inkml:traceGroup>
  </inkml:traceGroup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08:37.684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90BC6B9-964B-4E87-ADA2-A88CE63F50C2}" emma:medium="tactile" emma:mode="ink">
          <msink:context xmlns:msink="http://schemas.microsoft.com/ink/2010/main" type="writingRegion" rotatedBoundingBox="6337,17593 12956,17490 12976,18741 6356,18844"/>
        </emma:interpretation>
      </emma:emma>
    </inkml:annotationXML>
    <inkml:traceGroup>
      <inkml:annotationXML>
        <emma:emma xmlns:emma="http://www.w3.org/2003/04/emma" version="1.0">
          <emma:interpretation id="{7E3C797D-FCD6-48AE-890D-3AD3893F30FF}" emma:medium="tactile" emma:mode="ink">
            <msink:context xmlns:msink="http://schemas.microsoft.com/ink/2010/main" type="paragraph" rotatedBoundingBox="6337,17593 12956,17490 12976,18741 6356,188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32022B2-4189-4A20-94B2-719562C458BA}" emma:medium="tactile" emma:mode="ink">
              <msink:context xmlns:msink="http://schemas.microsoft.com/ink/2010/main" type="line" rotatedBoundingBox="6337,17593 12956,17490 12976,18741 6356,18844"/>
            </emma:interpretation>
          </emma:emma>
        </inkml:annotationXML>
        <inkml:traceGroup>
          <inkml:annotationXML>
            <emma:emma xmlns:emma="http://www.w3.org/2003/04/emma" version="1.0">
              <emma:interpretation id="{CA1A384E-7371-4641-A470-76EC21944D2B}" emma:medium="tactile" emma:mode="ink">
                <msink:context xmlns:msink="http://schemas.microsoft.com/ink/2010/main" type="inkWord" rotatedBoundingBox="6337,17593 8625,17557 8639,18450 6351,18486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906 795 21183 0,'0'0'944'0,"0"0"192"0,6 15-912 0,-6-15-224 0,12 8 0 0,-2-2 0 16,-10-6 192-16,14 9-16 0,-4-1 0 0,2 0 0 16,-1-1 880-16,4-1 176 0,0-1 48 0,0 0 0 15,-4-3 0-15,2-2 16 0,0-2 0 0,-1-1 0 16,-12 3-304-16,15-7-64 0,-1 2-16 0,1-1 0 16,-7-9-480-16,0 3-112 0,-3 3 0 0,2-3-16 15,0-1-304-15,-1-2 160 0,-1-1-160 0,0 1 128 16,0 2-128-16,0-2 0 0,-4-3 0 0,3 3 0 0,-4 15 0 0,1-14 0 15,1-3-160-15,-2 4 160 0,0 13-256 16,-5-11 64-16,5 11 0 0,0 0 0 0,-11-7-16 16,11 7 0-16,-15-3 0 0,2 1 0 15,-2 0-192-15,0 2-48 0,0 2 0 0,1 0 0 16,-3-1-112-16,2 3-16 16,2 1-16-16,-1-2 0 0,-3-3-336 0,4 5-64 0,-2 5-16 15,5-2 0-15,10-8-1856 0,-9 5-368 0</inkml:trace>
          <inkml:trace contextRef="#ctx0" brushRef="#br0" timeOffset="471.198">1383 874 7359 0,'0'0'656'0,"0"0"-528"0,0 0-128 0,0 0 0 16,0 0 2992-16,0 0 560 0,0 0 112 0,0 0 32 15,0 0-2544-15,0 0-512 0,-10-13-112 0,4 4-16 0,6 9 192 0,0 0 16 16,0 0 16-16,0 0 0 0,-12-1-240 0,12 1-48 16,-14-2-16-16,1 2 0 0,13 0-128 0,-14 2-32 15,14-2 0-15,-13-2 0 0,13 2-80 0,-11-5-32 0,11 5 0 0,-10-8 0 16,2-2 32-16,8 10 16 16,-10-11 0-16,3-1 0 0,7 12 48 0,-1-13 0 15,-1 0 0-15,2 0 0 0,2 0 64 0,3-2 32 16,3 0 0-16,2 4 0 0,-1-3 96 0,1 3 0 15,2 0 16-15,1-1 0 0,0 2-16 0,2 5 0 16,3 5 0-16,-2-3 0 0,1-7-224 0,-3 2-48 16,-14 8-16-16,17-7 0 0,1 2-352 0,-2 5-80 15,-16 0-16-15,15 5 0 16,-15-5-1680-16,15 9-336 0,1-3-64 0,-6 4-10368 0</inkml:trace>
          <inkml:trace contextRef="#ctx0" brushRef="#br0" timeOffset="-699.9164">0 107 3679 0,'0'0'320'0,"0"0"-320"0,0 0 0 0,0 0 0 0,0 0 4000 0,0 0 736 16,0 0 128-16,0 0 48 0,0 0-3936 0,11-5-784 15,-11 5-192-15,0 0 0 0,12-5 576 0,-12 5 64 16,0 0 0-16,11-3 16 0,-11 3 432 0,13-5 64 16,-13 5 32-16,12-5 0 0,-12 5-16 0,0 0 0 15,0 0 0-15,13-5 0 0,-13 5-368 0,13-6-80 16,0-2-16-16,-1-1 0 0,-2 1-176 0,-1 0-32 16,3 0-16-16,1 1 0 0,-3 1 96 0,0-1 0 15,0 2 16-15,1 2 0 0,-1 0-96 0,0 1-32 16,-10 2 0-16,13 0 0 0,0 5-16 0,2-2-16 15,-4 2 0-15,1 0 0 0,1 2-160 0,2-1-16 16,-2 4-16-16,-2 0 0 0,1 0-64 0,1 1-16 0,0 1 0 16,-3-1 0-16,-2-1-160 0,2 3 0 15,0 0 0-15,-2-1 0 0,-3-2 0 0,0 4 0 0,1 4 0 0,-2-1-176 16,-3-4 176-16,1 2 0 0,0 1 0 0,-1 1 0 16,-1-1 0-16,0-3 0 0,0-13 128 0,-1 15-128 15,-1 1 0-15,-1-1 0 0,-4-3 0 0,7-12 0 16,-5 14 0-16,5-14-240 0,-10 10 48 0,10-10 0 15,-11 8 16-15,11-8 16 0,-13 5 0 0,13-5 0 16,-13 2-32-16,13-2 0 0,-10 3 0 0,10-3 0 16,0 0 192-16,0 0 0 0,0 0 0 0,0 0 0 15,0 0 0-15,0 0 0 0,0 0 128 0,0 0-128 16,0 0 0-16,0 0 0 0,0 0 0 0,-7 13 128 16,6 0-128-16,2 1 0 0,2-1 128 0,2 5-128 15,2 5 160-15,0-2-32 0,1-4-128 0,-2-1 192 0,1-1-48 16,1-2-16-16,4 0 0 0,-4 0 0 0,0-3-128 15,-8-10 160-15,0 0-160 0,15 11 160 0,-4 4-160 0,-1-7 192 16,-10-8-192-16,0 0 192 0,10 10-192 0,-4 2 0 16,-6-12 0-16,5 13 128 0,-5-13-128 0,4 16 0 15,-4-1-192-15,-2 1 192 0,-3 3-192 0,-1-3 192 16,-3-1-192-16,1-2 192 0,0-2-176 0,-4 1 176 16,-2-4-128-16,-3 0 128 0,-1-1-192 0,0-1 64 15,0-1 0-15,-2-3 0 16,-1-2-272-16,1-2-48 0,1 1-16 0,-1-4 0 15,-1 0-192-15,3-2-48 0,0-1 0 0,3 0 0 16,-2-2-448-16,4 2-112 0,5 1-16 0,8 7-9152 16,-3-13-1824-16</inkml:trace>
          <inkml:trace contextRef="#ctx0" brushRef="#br0" timeOffset="1282.2514">2299 760 11967 0,'0'0'1072'0,"0"0"-864"16,0 15-208-16,0-15 0 0,0 0 2928 0,0 0 528 15,0 0 128-15,0 0 0 16,-15 4-3424-16,2-6-688 0,-3-5-144 0,3 2-32 0,-2 0 704 0,-2 1 320 0,-2-1-16 16,-1 1-16-16,0-1 32 0,1 2 16 0,-1 0 0 0,-3 0 0 15,-2 1-144-15,1 0-48 0,1-1 0 0,0 3 0 16,0 3-288-16,2 1-64 0,1-4-16 0,2 6-10736 15</inkml:trace>
          <inkml:trace contextRef="#ctx0" brushRef="#br0" timeOffset="1009.142">1971 557 3679 0,'0'0'320'0,"0"0"-320"0,0 0 0 0,15-2 0 0,-2-3 2880 0,-13 5 512 15,0 0 112-15,0 0 16 0,16-3-3072 0,-1-3-624 16,-4-8-112-16,-4 5-32 0,-7 9 320 0,0 0 0 16,0 0 0-16,5-12 0 0,-2-1 0 0,-3 13 0 15,0 0 0-15,0 0 0 0,0 0 736 0,3-12 96 0,-3 12 32 0,0 0 0 16,0 0-32-16,0 0-16 0,0 0 0 0,0 0 0 16,0 0-240-16,0 0-32 0,0 0-16 0,0 0 0 15,-3 12-64-15,2 1-16 0,1 0 0 0,0 2 0 16,-2 1 256-16,2 2 32 0,-2 2 16 0,2 0 0 15,0-2 32-15,-1 3 16 0,-1 1 0 0,0 1 0 16,-1 0-48-16,5 0-16 0,3-2 0 0,-2-1 0 16,-5-4-256-16,2 0-48 0,2-1-16 0,-2-15 0 15,-3 15-224-15,3-15-32 0,0 0-16 0,0 0 0 16,0 0-144-16,0 0-224 0,0 0 48 0,0 0 16 31,0 0-544-31,0 0-96 0,0 0-32 0,0 0 0 0,11-7-2496 16,-11 7-496-16</inkml:trace>
        </inkml:traceGroup>
        <inkml:traceGroup>
          <inkml:annotationXML>
            <emma:emma xmlns:emma="http://www.w3.org/2003/04/emma" version="1.0">
              <emma:interpretation id="{FB00946F-4891-48E5-8A8C-8EC3F0D9AB96}" emma:medium="tactile" emma:mode="ink">
                <msink:context xmlns:msink="http://schemas.microsoft.com/ink/2010/main" type="inkWord" rotatedBoundingBox="9297,17994 11278,17551 11493,18514 9512,18957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7991.2602">4068 386 13871 0,'0'0'608'0,"0"0"144"0,0 0-608 0,0 0-144 0,0 0 0 0,5-11 0 15,-3-4 352-15,-2 15 32 0,0 0 16 0,5-11 0 16,-5 11 416-16,0 0 80 0,-5-14 0 0,5 14 16 15,0 0-64-15,0 0-16 0,-7-8 0 0,7 8 0 16,0 0-192-16,0 0-64 0,0 0 0 0,-11-5 0 16,11 5-272-16,-13-5-64 0,0 0-16 0,3 4 0 0,10 1-224 0,-13 3 0 15,0 0 0-15,1-1 0 0,12-2 0 0,-13 7 0 16,1 2 0-16,3 0 0 0,0-4 304 0,9-5-48 16,-8 9 0-16,2 1 0 0,6-10 336 0,-7 10 64 15,7-10 16-15,-3 15 0 0,-1 0-208 0,4-4-32 16,0-11-16-16,2 13 0 0,1 2-144 0,1 1-16 15,1 1-16-15,0-1 0 0,-1 1-48 0,3 1 0 16,1 1 0-16,4-1 0 0,-2-1 32 0,1-1 0 16,1 1 0-16,1-1 0 0,0 2-224 0,2-1 176 15,-1 1-176-15,1 0 160 0,-3-2-160 0,1 4 0 16,1 3 0-16,-4-4 0 0,-3-2 0 0,-1 1 0 16,1 0 0-16,-2 0 0 0,-3-2 0 0,-2 4 0 15,-4-2 144-15,1 2-144 0,0 0 0 0,-4-1 0 0,-1 1 0 16,-2 1 0-16,-1 2 0 0,-4-1 0 0,0-4 0 0,0 3-128 15,1 5 128-15,-3-4-208 0,1-6 80 0,-1-1 128 16,-1 0-240-16,3-9 80 0,-1-8 16 0,3-1 0 16,0 2 16-16,1-8 0 0,1-10 0 0,1-3 0 15,0 3 128-15,4-1 0 0,-1-1 0 0,2-4 0 16,2-3 0-16,1 0 0 0,5 2 0 0,2 0 128 16,0-1-128-16,5 6 176 0,0-2-176 0,3 3 192 15,2 2-64-15,0-1-128 0,1-4 192 0,2 3-64 16,0 5-128-16,4 2 192 0,1-2-192 0,-1 2 192 15,0 2-192-15,-1 1 0 0,0 3 144 0,-2-3-144 16,-5-3 0-16,3 0-128 0,1 0 0 0,-2-2 0 16,-8-1-192-16,2-1-48 0,-2 1 0 0,-1-4 0 15,-4-3-128-15,-3 2-16 16,-1 0-16-16,-6-1 0 0,1-2-112 0,-3-1-32 0,-1 0 0 16,1 4 0-16,-5 1-288 0,3 2-48 0,-2-1-16 15,1 2-9472-15</inkml:trace>
          <inkml:trace contextRef="#ctx0" brushRef="#br0" timeOffset="8737.1406">4987 649 22111 0,'0'0'976'0,"0"0"208"0,0 0-944 0,0 0-240 0,0 0 0 0,-11 6 0 16,-2-1 544-16,0-3 64 0,-2-5 16 0,0-2 0 16,-1 0-304-16,-1 0-64 0,-1-2-16 0,-3 1 0 15,-2-2-240-15,0 1 0 0,0 0 128 0,2 4-128 0,-4 2 0 16,2 2 0-16,0 4 0 0,2 2 0 16,1-2-2080-16,4 6-352 0</inkml:trace>
          <inkml:trace contextRef="#ctx0" brushRef="#br0" timeOffset="8467.9658">5032 413 2751 0,'0'0'128'0,"0"0"16"0,0 0-144 0,8 3 0 0,-8-3 0 0,0 0 0 0,0 0 2848 0,0 0 544 16,0 0 96-16,0 0 32 0,0 0-2432 16,0 0-464-16,0 0-112 0,-2-13 0 0,-1-2-80 0,3 15-16 15,0 0 0-15,-13-7 0 0,-5-2 192 0,1 4 32 16,-1 3 16-16,0 0 0 0,0-1-144 0,-3 1-16 15,-5 2-16-15,-1 5 0 0,1 2-160 0,0-4-16 16,1-3-16-16,4 5 0 0,3 5-288 0,2-2 0 16,1-3 0-16,0 0 0 0,2 2 0 0,13-7 0 15,0 0 0-15,0 0 0 16,0 0-608-16,0 0-32 0,0 0 0 0</inkml:trace>
          <inkml:trace contextRef="#ctx0" brushRef="#br0" timeOffset="7106.538">3610 263 2751 0,'0'0'256'0,"0"0"-256"0,0 0 0 0,0 0 0 15,0 0 3376-15,0 0 624 0,0 0 128 0,0 0 32 16,0 0-3120-16,0 0-608 0,12 0-128 0,-12 0-32 16,0 0 0-16,0 0 0 0,0 0 0 0,0 0 0 15,0 0-16-15,0 0-16 0,0 0 0 0,0 0 0 16,0 0 96-16,0 0 32 0,-12-1 0 0,1 1 0 15,11 0-128-15,-13 1-32 0,1 2 0 0,-1 2 0 0,-3 0-208 0,-1 0 176 16,1 0-176-16,0 2 160 0,-4 3-160 0,0-1 192 16,0 3-192-16,1 1 192 15,-6-1-16-15,4 4 0 0,4 5 0 0,1 1 0 0,0-1-176 0,1 4 0 16,-2 4 0-16,1 1 0 0,1-4 0 0,0 2 208 16,1 1-48-16,1-1-16 0,1-3 64 0,-1 1 16 15,-3 0 0-15,2 1 0 0,3-4-224 0,-1-4 176 16,1-2-176-16,3-1 160 0,0 1-160 0,3-1 0 15,0-1 0-15,-2 0 0 0,1 1 0 0,2 0 160 16,3-1-160-16,1 2 160 0,1 1 320 0,1 0 64 16,0-2 16-16,1 2 0 0,3 0 144 0,4 0 48 15,2-1 0-15,1-1 0 0,-2 0-336 0,4 6-64 16,2 4-16-16,-1-8 0 0,0-10-208 0,1-1-128 16,1-2 160-16,-2-8-160 0,-1-9 256 0,-2-1-64 0,-1 1 0 15,-1-6 0-15,-1-6-192 0,-2-1 0 0,-3 2 0 0,0-1 0 16,0-4 0-16,-2 0 0 0,-4-2 0 0,-1 1 0 15,0 1-144-15,-1 5-32 0,-2 1 0 0,-1 1 0 16,-6-2-128-16,1 7-16 0,-3 7-16 0,1 0 0 31,2-6-176-31,-2 7-16 0,0 4-16 0,-1 3 0 16,1 1-464-16,-1 1-80 0,-3-1-32 0,1 0 0 16,-2-1-1248-16,1 1-256 0,2 0-64 0</inkml:trace>
        </inkml:traceGroup>
        <inkml:traceGroup>
          <inkml:annotationXML>
            <emma:emma xmlns:emma="http://www.w3.org/2003/04/emma" version="1.0">
              <emma:interpretation id="{3B277160-557B-4BA7-B0DA-92A4B064314D}" emma:medium="tactile" emma:mode="ink">
                <msink:context xmlns:msink="http://schemas.microsoft.com/ink/2010/main" type="inkWord" rotatedBoundingBox="11962,17648 12363,17641 12378,18632 11978,18639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9508.8059">6020 199 9215 0,'0'0'816'0,"0"0"-656"0,0 0-160 0,0 0 0 16,0 0 2336-16,0 0 432 0,6-10 96 0,-6 10 16 16,0-11-2368-16,0 11-512 0,-3-15 0 0,1 4 0 15,2 11 0-15,-3-14 0 0,-2 5 0 0,5 9 0 16,-5-12 0-16,-1 1 240 0,-2 1-32 0,-1 2 0 16,9 8 448-16,-11-10 96 0,-2 2 16 0,0 1 0 0,-4 2-320 0,2 2-64 15,-1 1-16-15,-2 2 0 0,0 2-224 0,0 1-144 16,-2 2 192-16,0 2-192 0,2-3 0 0,2 3 0 15,1 1 0-15,0 0 0 0,2-1 0 0,5 1 0 16,2 2 0-16,1 0 0 0,0-2 256 0,5-8 32 16,-4 12 16-16,4-1 0 0,2 2 192 0,3-1 32 15,3-1 16-15,5 2 0 0,-1 2-208 0,3 0-32 16,-2 0-16-16,1 1 0 0,3 0-288 0,1 6 0 16,0 2 0-16,0-1 0 0,-2 0 0 0,1 5 0 15,-2 5 0-15,-1 2 0 0,1 1 0 0,-2 0 0 16,2 0 0-16,-3 0 0 0,-6-2 0 0,1 6 0 0,-1 4 0 15,-2-3 0-15,-6-6 0 0,0-3-144 0,-1 1 144 16,0 0 0-16,-2-3 0 0,-2-6-128 0,-1-6 128 16,-2 0 0-16,0 0 0 0,-1-4-160 0,-4-8 160 0,0-3 0 15,-1-3-144-15,-2 0 144 0,-5-1 0 0,2-4-144 16,-2-3 144-16,1-2 0 0,1-2 0 0,-2 1 0 16,0-2 0-16,3 0 0 0,2-1 0 0,3 1 0 15,4-1 0-15,4 0 0 0,2 1 0 0,9 0 0 16,2-3 272-16,4-2 48 0,0-4 0 0,5 4 0 15,3 4-128-15,3-5-32 0,2 1 0 0,0-3 0 16,0-4-160-16,2-2 0 0,-2-5 0 0,1 3 0 16,1 1-400-16,-2-7 32 0,-3-7 16 0,-2 2 0 15,-2 8-16-15,-1-1 0 0,-7 0 0 0,0 3 0 16,-1-1 240-16,-2 3 128 0,-4 4-160 0,-1 1 160 0,-1 0-160 16,-1 3 160-16,2 2-160 0,-2 0 160 15,-4-3-768-15,1 1-64 16,0 0-16-16,-2 2-9936 0</inkml:trace>
        </inkml:traceGroup>
        <inkml:traceGroup>
          <inkml:annotationXML>
            <emma:emma xmlns:emma="http://www.w3.org/2003/04/emma" version="1.0">
              <emma:interpretation id="{0345F354-9E2E-416A-BFB1-F3C80487C67D}" emma:medium="tactile" emma:mode="ink">
                <msink:context xmlns:msink="http://schemas.microsoft.com/ink/2010/main" type="inkWord" rotatedBoundingBox="12584,17687 12959,17681 12973,18571 12597,18576"/>
              </emma:interpretation>
              <emma:one-of disjunction-type="recognition" id="oneOf3">
                <emma:interpretation id="interp3" emma:lang="" emma:confidence="0">
                  <emma:literal>3</emma:literal>
                </emma:interpretation>
                <emma:interpretation id="interp4" emma:lang="" emma:confidence="0">
                  <emma:literal>2</emma:literal>
                </emma:interpretation>
                <emma:interpretation id="interp5" emma:lang="" emma:confidence="0">
                  <emma:literal>}</emma:literal>
                </emma:interpretation>
                <emma:interpretation id="interp6" emma:lang="" emma:confidence="0">
                  <emma:literal>z</emma:literal>
                </emma:interpretation>
                <emma:interpretation id="interp7" emma:lang="" emma:confidence="0">
                  <emma:literal>]</emma:literal>
                </emma:interpretation>
              </emma:one-of>
            </emma:emma>
          </inkml:annotationXML>
          <inkml:trace contextRef="#ctx0" brushRef="#br0" timeOffset="10285.4133">6246 158 7359 0,'0'0'320'0,"0"0"80"0,12-8-400 0,-12 8 0 0,0 0 0 0,10-7 0 0,-1 1 1536 15,0-1 208-15,-9 7 48 0,8-8 16 0,-8 8-800 0,8-7-176 16,-8 7-16-16,12-6-16 0,-12 6 432 0,11-3 96 15,-11 3 16-15,13-4 0 0,2 1-160 0,-2 1-32 16,-13 2 0-16,17-1 0 0,1-1-528 0,-2 2-112 16,-1 0-32-16,-2 0 0 0,-13 0-352 0,18 0-128 15,0 2 0-15,-2 1 0 0,-1 2 224 0,-2 0-48 16,-1 1-16-16,-1 3 0 0,-1-1 224 0,0 3 64 16,-2 1 0-16,-1 1 0 0,-2 0 64 0,-2 0 32 15,-1 0 0-15,-1 1 0 0,1-1-144 0,-2-13-16 16,0 13-16-16,0-13 0 0,0 0-192 0,0 0-48 15,-3 13 0-15,3-13 0 0,0 0-128 0,-10 8 0 16,10-8 0-16,-12 10 0 0,1-2 0 0,-2-1-144 16,-2-4 144-16,0-1-160 0,0-2 160 0,2 1 0 0,0 3 0 0,2 2 0 15,1 1 0-15,10-7 0 0,-12 6 0 0,12-6 0 16,-10 7 144-16,10-7-144 0,0 0 192 0,0 0-192 16,-5 10 272-16,5-10-48 0,0 0-16 0,0 0 0 15,0 0-32-15,0 0-16 0,12 11 0 0,1-4 0 16,-13-7-160-16,17 6 0 0,-1 4 0 0,-1-2 128 15,-2-3-128-15,2 3 0 0,-1 2 0 0,1 5 0 16,0 3 0-16,0 2 0 0,-5 3 0 0,-1 5 0 16,0 5 128-16,-3 1 112 0,-3-3 16 0,1 2 0 15,-3 0 160-15,-1 1 32 0,-1-1 16 0,-3 0 0 16,1-2-144-16,-2-1-16 0,0-4-16 0,-1 0 0 16,-4-1-288-16,0-5 160 0,0-6-160 0,-1-1 128 0,-4-3-128 15,-3-2 0-15,1-1 0 0,-1-7 128 0,-5-7-128 16,-1-2 0-16,-1-3-160 0,-1-3 160 15,-4-3-592-15,6 0-32 0,1 0 0 0,1 3-15936 16</inkml:trace>
        </inkml:traceGroup>
      </inkml:traceGroup>
    </inkml:traceGroup>
  </inkml:traceGroup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09:21.165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C07E2D5-E82B-41C3-9F53-D9603B362EC6}" emma:medium="tactile" emma:mode="ink">
          <msink:context xmlns:msink="http://schemas.microsoft.com/ink/2010/main" type="writingRegion" rotatedBoundingBox="13580,17824 17471,17596 17527,18536 13635,18765"/>
        </emma:interpretation>
      </emma:emma>
    </inkml:annotationXML>
    <inkml:traceGroup>
      <inkml:annotationXML>
        <emma:emma xmlns:emma="http://www.w3.org/2003/04/emma" version="1.0">
          <emma:interpretation id="{B0BE2332-3377-4BBA-8071-BD4B5C1A58E2}" emma:medium="tactile" emma:mode="ink">
            <msink:context xmlns:msink="http://schemas.microsoft.com/ink/2010/main" type="paragraph" rotatedBoundingBox="13580,17824 17471,17596 17527,18536 13635,1876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3FA384D-B475-4DEA-8AB6-77EFEF775AAC}" emma:medium="tactile" emma:mode="ink">
              <msink:context xmlns:msink="http://schemas.microsoft.com/ink/2010/main" type="line" rotatedBoundingBox="13580,17824 17471,17596 17527,18536 13635,18765"/>
            </emma:interpretation>
          </emma:emma>
        </inkml:annotationXML>
        <inkml:traceGroup>
          <inkml:annotationXML>
            <emma:emma xmlns:emma="http://www.w3.org/2003/04/emma" version="1.0">
              <emma:interpretation id="{47B6E8AE-36C6-407A-BB35-83A1A692A665}" emma:medium="tactile" emma:mode="ink">
                <msink:context xmlns:msink="http://schemas.microsoft.com/ink/2010/main" type="inkWord" rotatedBoundingBox="13580,17824 17471,17596 17527,18536 13635,18765"/>
              </emma:interpretation>
              <emma:one-of disjunction-type="recognition" id="oneOf0">
                <emma:interpretation id="interp0" emma:lang="" emma:confidence="0">
                  <emma:literal>for.g</emma:literal>
                </emma:interpretation>
                <emma:interpretation id="interp1" emma:lang="" emma:confidence="0">
                  <emma:literal>for. 5</emma:literal>
                </emma:interpretation>
                <emma:interpretation id="interp2" emma:lang="" emma:confidence="0">
                  <emma:literal>For. 5</emma:literal>
                </emma:interpretation>
                <emma:interpretation id="interp3" emma:lang="" emma:confidence="0">
                  <emma:literal>forty</emma:literal>
                </emma:interpretation>
                <emma:interpretation id="interp4" emma:lang="" emma:confidence="0">
                  <emma:literal>Isr. 5</emma:literal>
                </emma:interpretation>
              </emma:one-of>
            </emma:emma>
          </inkml:annotationXML>
          <inkml:trace contextRef="#ctx0" brushRef="#br0">0 0 18431 0,'8'18'816'0,"-3"-10"160"0,-5-8-784 0,0 0-192 0,5 12 0 0,-5-12 0 0,0 0 0 15,0 0 0-15,0 0 128 0,0 0-128 0,0 0 608 0,0 0 80 16,8 10 16-16,-1 0 0 0,-7-10-368 0,0 0-64 15,0 0-16-15,0 0 0 0,0 0 192 0,13 3 48 16,-13-3 0-16,13-3 0 0,-13 3 208 0,11-4 64 16,-11 4 0-16,12-3 0 0,-12 3 48 0,15-3 16 15,-15 3 0-15,16-2 0 0,-16 2 0 0,18 0 0 16,-2 3 0-16,-1-3 0 0,0-5-192 0,-2 4-16 16,0 4-16-16,2-3 0 0,0-2-128 0,5-1-32 15,2-2 0-15,1 4 0 0,0 2 0 0,-1-2 0 16,-3-4 0-16,-2 1 0 0,-17 4-64 0,16 0 0 15,1 2-16-15,-1-2 0 0,-1 0-192 0,0-2-48 0,-2 1 0 16,-13 1 0-16,15 0-128 0,-2 0-224 0,-13 0 48 0,13 1 16 31,-13-1-416-31,13 9-96 0,-2-3-16 0,1-3 0 16,-12-3-1936-16,15 4-400 0,-4 4-80 0,-1-2-16 16,-10-6 96-16,0 0 16 0,13 10 0 0,-3 5-5312 0</inkml:trace>
          <inkml:trace contextRef="#ctx0" brushRef="#br0" timeOffset="526.0603">49 328 12895 0,'0'0'1152'0,"0"10"-928"15,0 0-224-15,0 0 0 0,0-10 1312 0,0 10 224 16,2-2 32-16,-2-8 16 0,0 0-1312 0,0 0-272 0,0 0 0 16,0 0 0-16,0 0 304 0,0 0 112 0,0 0 32 0,0 0 0 15,9-8 256-15,-9 8 48 0,0 0 16 0,0 0 0 16,12-7 256-16,-12 7 48 0,0 0 16 0,10-6 0 16,-10 6-64-16,0 0-16 0,0 0 0 0,13-2 0 15,-13 2-304-15,15-3-64 0,-1-1-16 0,0-2 0 16,-1 3-256-16,2-2-48 0,3-2-16 0,1-1 0 15,1-4 80-15,5 1 0 0,2-2 16 0,1 0 0 16,-1-1 96-16,-1 3 16 0,0-1 0 0,-5 6 0 16,-6 1-144-16,2 2-32 0,1-4 0 0,-2 2 0 15,-3 2-80-15,2 0 0 0,-2-1-16 0,-1 4 0 16,-12 0-240-16,11 7 0 0,-1-1 0 0,-10-6 0 16,0 0-608-16,13 2-16 0,0 0 0 15,-13-2 0-15,10 8-1936 0,2-3-400 0,-12-5-80 16,0 0-10192-16</inkml:trace>
          <inkml:trace contextRef="#ctx0" brushRef="#br0" timeOffset="1533.2426">397 750 4607 0,'0'0'400'0,"0"0"-400"15,0 0 0-15,0 0 0 0,0 0 2304 0,0 0 384 16,0 0 80-16,0 0 16 0,13 2-1824 0,-13-2-352 15,0 0-80-15,0 0-16 0,10-7 80 0,-10 7 16 16,0 0 0-16,0 0 0 0,0 0 192 0,0 0 32 16,0 0 16-16,0 0 0 0,0 0-144 0,0 0-16 15,0 0-16-15,0 0 0 0,0 0-192 0,0 0-32 0,0 0-16 0,0 0 0 16,0 0 16-16,3-15 0 0,2 1 0 0,-2-1 0 16,-1-2 240-16,1 4 48 0,-3 13 16 0,5-16 0 15,0 0-160-15,0-1-16 0,2 1-16 0,-1 1 0 16,-1 3-80-16,2-1-16 0,1-1 0 0,2 0 0 15,5 0-160-15,-2 0-48 0,0-4 0 0,0 4 0 16,3-1-128-16,1 0-128 0,2 2 192 0,3-3-192 16,1-6 192-16,0 3-192 0,1 0 192 0,1 1-192 15,0-1 192-15,-2 2-64 0,-4 1 0 0,1 0-128 16,1-1 208-16,-1 2-64 0,-4 4-16 0,1 1 0 16,-2 3 48-16,-4 1 0 0,-4-2 0 0,-7 8 0 15,0 0-176-15,11-10 192 0,-1-3-192 0,-3 4 192 16,-7 9-192-16,0 0 160 0,6-8-160 0,-6 8 160 0,3-10-160 15,2-3 0-15,2-1 0 0,-2 2 128 0,-5 12-128 16,0 0 0-16,0 0 0 0,0 0 0 0,3-13 0 0,0 3 0 16,-3 10 0-16,0 0 0 0,0 0 0 0,0 0 0 15,0 0 144-15,0 0-144 0,0 0 208 0,0 0-16 16,0 0-16-16,0 0 0 0,0 0-176 0,0 0 0 16,-6-11 0-16,6 11 128 0,-8-14-128 0,1 1 0 15,4 0 0-15,-4 2 0 0,-4-1 0 0,-1 2 0 16,1 2 0-16,-1-2 0 0,1-1 0 0,1-1 0 15,10 12 0-15,-13-14 0 0,-2-1 0 0,2 2 0 16,3 3 0-16,-1 0 0 0,-3-2 0 0,3 1 0 16,1-1-144-16,2 4 144 0,8 8 0 0,-13-6 0 0,0-4 0 15,3 3 0-15,10 7 0 0,0 0-128 0,-15-8 128 16,15 8-208-16,-13-8-96 0,13 8-16 0,-12-12 0 16,3 4 0-1,9 8-144-15,0 0-48 0,-12-5 0 0,12 5 0 16,0 0-1440-16,0 0-288 0,-11 4-64 0</inkml:trace>
          <inkml:trace contextRef="#ctx0" brushRef="#br0" timeOffset="2253.9868">1403 366 18831 0,'0'0'832'0,"0"0"176"0,0 0-816 0,0 0-192 0,0 0 0 0,0 0 0 0,7 10 0 0,-7-10-240 16,11 6 48-16,-11-6 16 0,0 0 592 0,15 2 112 15,1-4 32-15,-1 1 0 0,-2-1 160 0,0-1 48 16,0 0 0-16,2-1 0 0,0 1 128 0,0 0 16 16,-2-2 16-16,2 2 0 0,1-1 32 0,-1 1 16 15,-4-2 0-15,2-1 0 0,1-1-448 0,0-1-80 16,1-4-32-16,-2 1 0 0,-5-2 544 0,-1-2 96 15,-2-3 32-15,1 0 0 16,1 0-1712-16,-2-4-336 0,-2-2-64 0,-4-3 0 0,-3 1 768 0,1 3 256 16,-4 4 0-16,-1-1-160 0,-2-6-80 0,2 1-16 15,3 4 0-15,-5-1 0 16,-4 3-384-16,1 2-96 0,-2 2-16 0,2 7 0 16,-2 3-1856-16,-2 2-368 0,-1-2-80 0,2 7-6176 0</inkml:trace>
          <inkml:trace contextRef="#ctx0" brushRef="#br0" timeOffset="2627.9336">1863 361 19807 0,'0'0'880'15,"0"0"176"-15,0 0-848 0,0 0-208 0,0 0 0 0,-9-8 0 0,9 8 0 0,-9-8-192 16,9 8 48-16,-12-12 0 0,1-1 320 0,1 2 64 16,0-3 16-16,2 6 0 0,8 8 48 0,-10-13 16 15,0-5 0-15,0 3 0 0,4 4-32 0,1-1 0 16,1 1 0-16,3-6 0 0,1-1 176 0,3 7 48 15,-3 11 0-15,10-13 0 0,1-10 0 0,2 3 16 16,2 4 0-16,2 3 0 0,1 1-192 0,1-1-32 16,3-7-16-16,1 9 0 0,-2 7 16 0,-3-4 0 15,-2-5 0-15,-1 2 0 0,0 1-304 0,-3 3 0 16,-12 7 0-16,14-3 0 16,-14 3-1408-16,13-3-256 0,-13 3-32 0</inkml:trace>
          <inkml:trace contextRef="#ctx0" brushRef="#br0" timeOffset="3259.8584">2726 158 24527 0,'0'0'1088'0,"0"0"224"0,0 0-1056 0,-15-4-256 0,0 3 0 0,2-3 0 16,-2-1 0-16,-1 2 0 0,0 2-208 0,-2-3 80 0,-4-4 272 0,-1 2 64 15,2 2 16-15,0 1 0 0,-1-2-224 0,3 2 176 16,-1-2-176-16,3 2 160 16,4 3-704-16,3 1-144 0,10-1-16 0</inkml:trace>
          <inkml:trace contextRef="#ctx0" brushRef="#br0" timeOffset="2983.298">2737-43 4607 0,'0'0'400'0,"0"0"-400"16,10 12 0-16,-10-12 0 0,0 0 4064 0,0 0 736 15,0 0 128-15,0 0 48 0,0 0-3712 0,0 0-752 16,-11 8-128-16,-2-3-48 0,1-3-336 0,-3-2 0 15,2 0 0-15,0-2 0 0,-2 0 144 0,1 1-144 16,-1-1 192-16,0 0-192 0,-1 1 176 0,1-1-176 16,2-3 160-16,-4 4-160 0,-4 2 0 0,1-1-320 15,2-1 64-15,-2 1 0 16,1-2-752-16,2 5-144 0</inkml:trace>
          <inkml:trace contextRef="#ctx0" brushRef="#br0" timeOffset="4023.6817">3885-195 19343 0,'9'5'1728'0,"-9"-5"-1392"0,0 0-336 0,0 0 0 16,0 0 144-16,0 0-144 0,0 0 192 0,0 0-192 15,0 0 192-15,0 0-64 0,0 0 0 0,0 0-128 16,-14-10 272-16,2 3-48 0,2 1-16 0,10 6 0 16,-13-4 96-16,2 1 16 0,-1-3 0 0,-3 2 0 0,1 3 112 0,-1-1 16 15,0-1 16-15,-1-1 0 0,-2 3-144 0,-4-1-48 16,-2 2 0-16,-1 0 0 0,-1 0-144 0,0 3-128 16,1 1 144-16,0-1-144 0,-1-3 128 0,3 2-128 15,3 1 0-15,2-1 0 0,0-4 128 0,0 4-128 16,7 1 0-16,-1-2 144 0,1-2 128 0,11 1 32 15,0 0 0-15,0 0 0 0,0 0 64 0,0 0 16 16,-13 1 0-16,13-1 0 0,0 0 0 0,0 0 0 16,0 0 0-16,0 0 0 0,0 0-144 0,0 0-32 15,0 0 0-15,0 0 0 0,-2 14-208 0,2-14 128 16,-2 16-128-16,1-1 0 0,-3 0 160 0,1-1-160 16,0 1 160-16,0 0-160 0,-2 0 128 0,0 1-128 15,0 0 0-15,0 1 0 0,-2-2 0 0,2-1 0 16,0 0 0-16,2-1 0 0,3-13 0 0,-1 16 128 0,-3 1-128 0,3-1 0 15,1-1 0-15,0-1 176 0,1 3-176 0,3-1 160 16,-3-3-160-16,-1-13 0 0,0 0 144 0,7 14-144 16,-2 0 0-16,-5-14 128 0,0 0-128 0,0 0 0 15,13 4 0-15,0-4 0 0,-13 0 0 0,18-9 0 16,-3-5 0-16,1-1 0 0,1 2 0 0,1-2 0 16,0-1 0-16,1 1 0 0,1 2 0 0,0 0 128 15,-1-2-128-15,1 5 128 0,2 7-128 0,-3 1 128 16,1 4-128-16,-2 3 176 0,-3 3-176 0,-1 7 192 15,0 8-16-15,-5 1 0 0,0 1 0 0,-4 1 0 16,-2-1-176-16,0 3 192 0,-3 1-192 0,-1 2 192 16,-4-1-64-16,0-1 0 0,-2-1 0 0,-3 3 0 0,-3 1 0 15,-2-5-128-15,-1-4 192 0,-2-1-64 0,-2-4-128 0,1 0 0 16,-1 2 0-16,-3-9 0 0,-3-9 0 0,-1 1 0 16,-2 2-128-16,-1-3 128 0,-3-6-272 0,-1-4 16 15,-4-5 0-15,2 0-14288 16</inkml:trace>
        </inkml:traceGroup>
      </inkml:traceGroup>
    </inkml:traceGroup>
  </inkml:traceGroup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11:01.569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9763FC5-1C34-4827-9055-D9DB0DB0959F}" emma:medium="tactile" emma:mode="ink">
          <msink:context xmlns:msink="http://schemas.microsoft.com/ink/2010/main" type="writingRegion" rotatedBoundingBox="26050,10429 26638,10429 26638,11258 26050,11258"/>
        </emma:interpretation>
      </emma:emma>
    </inkml:annotationXML>
    <inkml:traceGroup>
      <inkml:annotationXML>
        <emma:emma xmlns:emma="http://www.w3.org/2003/04/emma" version="1.0">
          <emma:interpretation id="{AB138CC3-FA6D-4898-AFEF-5908C2EF69E8}" emma:medium="tactile" emma:mode="ink">
            <msink:context xmlns:msink="http://schemas.microsoft.com/ink/2010/main" type="paragraph" rotatedBoundingBox="26050,10429 26638,10429 26638,11258 26050,1125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0796E11-0F84-4DFD-B297-A4ACCED33689}" emma:medium="tactile" emma:mode="ink">
              <msink:context xmlns:msink="http://schemas.microsoft.com/ink/2010/main" type="line" rotatedBoundingBox="26050,10429 26638,10429 26638,11258 26050,11258"/>
            </emma:interpretation>
          </emma:emma>
        </inkml:annotationXML>
        <inkml:traceGroup>
          <inkml:annotationXML>
            <emma:emma xmlns:emma="http://www.w3.org/2003/04/emma" version="1.0">
              <emma:interpretation id="{F7F50FEE-8FA5-42D4-A47D-7965658ACED2}" emma:medium="tactile" emma:mode="ink">
                <msink:context xmlns:msink="http://schemas.microsoft.com/ink/2010/main" type="inkWord" rotatedBoundingBox="26050,10429 26638,10429 26638,11258 26050,11258"/>
              </emma:interpretation>
              <emma:one-of disjunction-type="recognition" id="oneOf0">
                <emma:interpretation id="interp0" emma:lang="" emma:confidence="0">
                  <emma:literal>5</emma:literal>
                </emma:interpretation>
                <emma:interpretation id="interp1" emma:lang="" emma:confidence="0">
                  <emma:literal>S</emma:literal>
                </emma:interpretation>
                <emma:interpretation id="interp2" emma:lang="" emma:confidence="0">
                  <emma:literal>s</emma:literal>
                </emma:interpretation>
                <emma:interpretation id="interp3" emma:lang="" emma:confidence="0">
                  <emma:literal>4</emma:literal>
                </emma:interpretation>
                <emma:interpretation id="interp4" emma:lang="" emma:confidence="0">
                  <emma:literal>g</emma:literal>
                </emma:interpretation>
              </emma:one-of>
            </emma:emma>
          </inkml:annotationXML>
          <inkml:trace contextRef="#ctx0" brushRef="#br0">588 53 911 0,'0'0'0'0,"0"0"0"0,0 0 0 0,0 0 0 0,0 0 0 0,0 0 0 16,0 0 3088-16,0 0 544 0,0 0 96 0,0 0 32 15,0 0-2800-15,0 0-544 0,0 0-112 0,0 0-32 16,-7-8-144-16,7 8-128 0,0 0 192 0,0 0-192 16,-10-6 160-16,10 6-160 0,-11-5 128 0,11 5-128 15,-10-5 608-15,10 5 32 0,-13-5 16 0,3 3 0 16,10 2 48-16,-12-1 16 0,12 1 0 0,-13-4 0 15,2 4 32-15,-1 0 0 0,1 0 0 0,1-1 0 16,-2-1-240-16,1 2-32 0,-4 0-16 0,2 0 0 16,-2-2-80-16,2 2-32 0,-2-3 0 0,2 1 0 15,0-1-160-15,-2 1-16 0,1 2-16 0,1-1 0 0,1-1-160 16,1 2 0-16,-3 2 0 0,1-2 128 0,-2 0-128 16,2 3 0-16,2 2 0 0,-2-2 128 0,0-1-128 0,3 1 0 15,10-3 144-15,0 0-144 0,-10 8 128 0,10-8-128 16,-13 7 160-16,3-2-160 0,10-5 256 0,0 0-32 15,-12 3-16-15,12-3 0 0,0 0 32 0,0 0 0 16,-13 4 0-16,13-4 0 0,0 0 16 0,0 0 16 16,0 0 0-16,0 0 0 0,-11 4 48 0,11-4 16 15,0 0 0-15,0 0 0 0,0 0-32 0,0 0-16 16,0 0 0-16,0 0 0 0,0 0-64 0,0 0-16 16,0 0 0-16,0 0 0 0,0 0-208 0,0 0 0 15,0 0 0-15,-7 10 0 0,7-10 0 0,-6 10 0 16,-3 0 0-16,5 0 0 0,4-10 0 0,-2 16 0 15,-3-1 0-15,0 1 0 0,0 1 0 0,0-1 0 0,0-1 0 16,2 1 0-16,0 1 0 0,-2-4 0 0,5-13 0 0,-5 13 0 16,5-13 128-16,0 0-128 0,0 0 0 0,0 0 0 15,0 0 128-15,0 0-128 0,0 0 0 0,0 0 144 16,0 0-144-16,0 0 0 0,0 0 144 0,16-2-144 16,1-1 128-16,-4-2-128 0,-13 5 128 0,16-5-128 15,4 2 240-15,-5 0-32 0,-15 3 0 0,13-4 0 16,2 4 64-16,-15 0 16 0,0 0 0 0,19 4 0 15,-2 4-64-15,1 0-16 0,-2-3 0 0,-1 2 0 16,-2 1-80-16,-1-2 0 0,-3 1-128 0,3-2 192 16,-12-5-48-16,16 5-16 0,-3 0 0 0,1-2 0 15,-14-3-128-15,14 5 192 0,-2 0-192 0,1-2 192 0,0-3-64 16,-1 7-128-16,-4 4 192 0,2 1-64 0,3-2 16 0,0-1 0 16,-5 1 0-16,0 5 0 0,1 3-144 0,-1 0 160 15,0-1-160-15,2 4 160 0,-4-1-160 0,1-1 0 16,-4 1 0-16,1 0 0 0,-3-1 0 0,1 1-176 15,-4 0 176-15,-1-1-128 0,-2 0 128 0,-2 0 0 16,-1 1-144-16,-3 0 144 0,-1-4 0 0,-1 2-176 16,-3 2 176-16,-2-2-128 0,-2-3 128 0,-5-1 0 15,-3-1 0-15,0-3 0 0,1-3 0 0,-1-1 0 16,-4-1 0-16,6-3 128 0,2-4-128 0,-3-1 0 16,-2-3 0-16,4-4-128 0,4-3-224 0,0-1-32 15,-2-5-16-15,3-1-10736 16,5 0-2160-16</inkml:trace>
        </inkml:traceGroup>
      </inkml:traceGroup>
    </inkml:traceGroup>
  </inkml:traceGroup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11:15.321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8C36ACD-56D4-455D-B073-CC5B3664E3EF}" emma:medium="tactile" emma:mode="ink">
          <msink:context xmlns:msink="http://schemas.microsoft.com/ink/2010/main" type="writingRegion" rotatedBoundingBox="20991,12274 28318,12225 28322,12957 20996,13007"/>
        </emma:interpretation>
      </emma:emma>
    </inkml:annotationXML>
    <inkml:traceGroup>
      <inkml:annotationXML>
        <emma:emma xmlns:emma="http://www.w3.org/2003/04/emma" version="1.0">
          <emma:interpretation id="{E2FB6C8E-22D8-4246-9599-BCFB5BE87CEA}" emma:medium="tactile" emma:mode="ink">
            <msink:context xmlns:msink="http://schemas.microsoft.com/ink/2010/main" type="paragraph" rotatedBoundingBox="20991,12274 28318,12225 28322,12957 20996,1300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3905C03-7B34-4B19-8814-4BEFBA5BC9AF}" emma:medium="tactile" emma:mode="ink">
              <msink:context xmlns:msink="http://schemas.microsoft.com/ink/2010/main" type="line" rotatedBoundingBox="20991,12274 28318,12225 28322,12957 20996,13007"/>
            </emma:interpretation>
          </emma:emma>
        </inkml:annotationXML>
        <inkml:traceGroup>
          <inkml:annotationXML>
            <emma:emma xmlns:emma="http://www.w3.org/2003/04/emma" version="1.0">
              <emma:interpretation id="{CD583896-0F0E-49D9-BB2D-162374A6FA5E}" emma:medium="tactile" emma:mode="ink">
                <msink:context xmlns:msink="http://schemas.microsoft.com/ink/2010/main" type="inkWord" rotatedBoundingBox="20991,12303 21780,12297 21785,13002 20996,13007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0 173 4319 0,'0'0'192'0,"0"0"32"0,0 0-224 0,0 0 0 0,0 0 0 0,0 0 0 16,0 0 1504-16,0 0 256 0,0 0 48 0,0 0 16 15,0 0-720-15,0 0-144 0,0 0-16 0,0 0-16 16,0 0-544-16,0 0-128 0,0 0 0 0,0 0-16 15,0 0 16-15,9-8 0 0,-1-2 0 0,-2 2 0 16,-6 8 128-16,5-11 48 0,2-2 0 0,-2 1 0 16,-5 12 176-16,5-13 32 0,1 0 16 0,1 1 0 15,-1 1 32-15,-6 11 0 0,7-13 0 0,-7 13 0 16,8-12 0-16,0 4 0 0,-8 8 0 0,10-8 0 16,-10 8-80-16,12-8-16 0,-2 1 0 0,-10 7 0 15,13-5-80-15,-13 5-32 0,0 0 0 0,14-1 0 0,-4-1-256 16,-10 2-48-16,0 0-16 0,0 0 0 0,0 0-160 0,0 0 0 15,12 2 0-15,-12-2 0 0,0 0 0 0,0 0 0 16,8 8 0-16,-8-8 0 0,0 0 0 0,3 14 0 16,1 0 0-16,-3-1 0 0,-2-2 0 0,-1 2 0 15,0 0 0-15,2 4 0 0,0-1 0 0,-1 1 0 16,-3-3 0-16,1 3 0 0,0 1 0 0,0 0 0 16,-1 0 0-16,1-2 0 0,-2 1 0 0,0 1 0 15,0 0 0-15,-1 0 0 0,-3-2 0 0,0 4 0 16,-3 3 0-16,2-3 0 0,0-4 0 0,2 4 0 15,-2 3 0-15,2-3 0 0,0-6 0 0,1 1 0 16,2 2 0-16,2-3 0 0,0-1 0 0,3-13 0 16,0 0 0-16,0 0 0 0,0 14 128 0,0-1 0 0,0-13 0 0,0 0 0 15,0 0 288-15,10 10 48 0,-10-10 16 0,11 9 0 16,2-4-32-16,-3-1-16 0,-10-4 0 0,0 0 0 16,17-4-144-16,-1 1-32 0,-16 3 0 0,15-3 0 15,-2-2-128-15,-13 5-128 0,13-2 192 0,-13 2-192 16,10-8 0-16,-10 8 0 0,15-2 0 0,-4 1 0 15,-11 1 0-15,12-5 0 0,-3 3 0 0,3 4 0 16,1-2 0-16,0 1 0 0,-13-1 0 0,13 5 0 16,-1 2-192-16,-2 0-32 0,0 1-16 0,-2-2 0 15,-2 1-560-15,-6-7-112 0,0 0-32 16,0 0-12944-16</inkml:trace>
          <inkml:trace contextRef="#ctx0" brushRef="#br0" timeOffset="-1079.7347">9 190 911 0,'0'0'0'0,"0"0"0"0,0 0 0 0,0 0 0 16,0 0 640-16,0 0 64 0,0 0 0 16</inkml:trace>
          <inkml:trace contextRef="#ctx0" brushRef="#br0" timeOffset="386.4337">652 95 12255 0,'0'0'544'0,"0"0"112"0,0 0-528 0,0 0-128 0,0 0 0 0,0 0 0 15,0 0 640-15,0 0 80 0,0 0 32 0,0 0 0 0,0 0-304 0,0 0-48 16,0 0-16-16,0 0 0 0,0 0-384 0,0 0 0 15,0 0 0-15,0 0 0 0,0 0 176 0,0 0-48 16,0 0-128-16,-8-9 192 0,-2 1 96 0,2 2 16 16,-2-1 0-16,10 7 0 0,-10-5 48 0,10 5 16 15,0 0 0-15,0 0 0 0,-11-3 208 0,11 3 64 16,-14-3 0-16,14 3 0 0,0 0-112 0,-11 3-16 16,11-3 0-16,-12 3 0 0,12-3-176 0,-9 7-32 15,9-7-16-15,-12 8 0 0,1 0-112 0,2 0-32 16,9-8 0-16,0 0 0 0,-9 9-144 0,0-1 0 15,9-8 0-15,-6 10 0 0,6-10 0 0,0 0 0 16,-7 10 0-16,7-10 0 0,0 0 224 0,0 0-32 0,-10 8-16 0,10-8 0 16,0 0 208-16,0 0 32 0,0 0 16 15,0 0 0-15,0 0-96 0,0 0-16 0,0 0 0 0,0 0 0 16,0 0-144-16,0 0-48 0,0 0 0 0,0 0 0 16,0 0-128-16,2 13 160 0,-2-13-160 0,0 0 160 15,0 0-160-15,-2 13 0 0,7-2 0 0,-5-11 0 16,0 0 0-16,2 15 128 0,-2-15-128 0,2 13 0 15,-2-13 0-15,3 17 0 0,-2-2 0 0,1-2 0 16,-2-13 0-16,2 14 128 0,-2-14-128 0,1 17 0 16,1-2 192-16,-2-15-64 0,3 13 0 0,-3-13 0 15,0 0 48-15,0 0 0 0,0 0 0 0,0 0 0 16,9 8 0-16,-9-8 0 0,0 0 0 0,16 3 0 16,-3-3 0-16,-13 0 0 0,15-1 0 0,-2-4 0 15,-2-2-176-15,-11 7 160 0,15-3-160 0,0 0 160 16,0-1-160-16,-2 4 192 0,-13 0-192 0,18 5 192 0,-2 0 0 15,2 5 16-15,-1 3 0 0,-2 2 0 0,-1 0-208 16,0 3 176-16,-5 0-176 0,1 1 160 0,0 3-160 0,-3-4 0 16,-2-5 0-16,-1 3 0 0,-4 2-144 0,-1-1 144 15,-1-4 0-15,-1 2 0 0,-4 1 0 0,-1 1-128 16,-3-4 128-16,-4 0 0 0,-2 0 0 0,-1 2-128 16,0 1 128-16,-1-3 0 0,-3-6-208 0,1-1 64 15,-2 3 16-15,0-3 0 16,0-3-1248-16,2 1-240 0,-1-1-48 0,4 0-16 15</inkml:trace>
        </inkml:traceGroup>
        <inkml:traceGroup>
          <inkml:annotationXML>
            <emma:emma xmlns:emma="http://www.w3.org/2003/04/emma" version="1.0">
              <emma:interpretation id="{CCA4A02B-E18F-4082-8CEC-799A5D4137BD}" emma:medium="tactile" emma:mode="ink">
                <msink:context xmlns:msink="http://schemas.microsoft.com/ink/2010/main" type="inkWord" rotatedBoundingBox="24193,12360 24977,12354 24981,12887 24196,12892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4257.222">3982 85 14223 0,'0'0'624'0,"0"0"144"0,0 0-624 0,0 0-144 0,0 0 0 0,0 0 0 15,0 0 896-15,0 0 128 0,0 0 48 0,0 0 0 16,0 0-176-16,0 0-16 0,0 0-16 0,0 0 0 0,0 13-16 16,0-13 0-16,0 0 0 0,0 0 0 0,0 0-80 0,3 15-32 15,-3-15 0-15,-3 13 0 0,3-13-80 0,-5 13-16 16,5-13 0-16,-3 13 0 0,1-1-80 0,2-1-32 15,0-11 0-15,-1 17 0 0,-1-1-144 0,0 2-48 16,-1 0 0-16,0-2 0 0,-1-1-48 0,1 2-16 16,0 1 0-16,0 0 0 0,3-2-96 0,0 1-32 15,0 1 0-15,0 0 0 0,0 0-144 0,-2 0 0 16,0-2 144-16,2 2-144 0,2 0 0 0,-2 0 0 16,-2 0 0-16,2-3 128 0,0-15-128 0,5 17 0 15,-3-3 0-15,-2-14 0 16,0 0-432-16,0 0-48 0,0 0-16 0,0 0-9280 15,0 0-1856-15</inkml:trace>
          <inkml:trace contextRef="#ctx0" brushRef="#br0" timeOffset="3574.2306">3201 188 11567 0,'0'0'512'0,"0"0"112"0,0 0-496 0,0 0-128 15,0 0 0-15,0 0 0 0,0 0 560 0,0 0 80 0,0 0 32 16,0 0 0-16,13-6-96 0,-13 6 0 15,0 0-16-15,0 0 0 0,5-12-64 0,-5 12-16 0,8-10 0 0,-8 10 0 16,7-11 96-16,-7 11 32 0,0 0 0 0,6-12 0 16,-6 12-32-16,10-11 0 0,0-1 0 0,0 4 0 15,-10 8 16-15,10-8 0 0,-10 8 0 0,13-12 0 16,-2 3 64-16,-11 9 16 0,12-7 0 0,-12 7 0 16,0 0-144-16,13-6-16 0,-13 6-16 0,11-5 0 15,2 1-64-15,-13 4-16 0,0 0 0 0,0 0 0 16,17 0-160-16,-2 4-48 0,-15-4 0 0,13 5 0 15,-13-5-208-15,0 0 176 0,13 9-176 0,-2-2 160 16,-11-7-160-16,0 0 128 0,0 0-128 0,9 11 128 16,-1-1-128-16,-3 2 128 0,-5-12-128 0,0 16 128 15,0-3-128-15,0 0 0 0,-4 1 0 0,3-1 0 16,1-13 0-16,-3 14 0 0,-1 0 0 0,1-1 0 0,-2 1 0 16,0 1 0-16,-3 0 0 0,1-2 0 0,1 0 0 0,1 0 0 15,0 4-144-15,0-2 144 0,-2-2 0 0,3 0 0 16,-1 0 0-16,1 0 0 0,4-13 0 0,-6 17 0 15,1-3 0-15,2 1 0 0,-1 0 0 0,1 1 0 16,1 2 128-16,2-3-128 0,0-15 0 0,0 12 144 16,0 1-144-16,0-13 128 0,0 0-128 0,0 0 160 15,0 0-160-15,0 0 160 0,9 10 96 0,-1-2 0 16,0 0 16-16,-8-8 0 0,0 0 16 0,11 5 0 16,1 0 0-16,-12-5 0 0,11 5-80 0,-11-5-16 15,15 5 0-15,-2 0 0 0,-13-5 16 0,15 5 0 16,0-2 0-16,-4-2 0 0,1-1-48 0,-1 2-16 15,-11-2 0-15,17-3 0 0,-2-4-144 0,-2 2 0 16,0 4 144-16,-13 1-144 0,0 0 0 0,11-4 0 0,1 6 0 16,-12-2 0-16,0 0-384 0,0 0 16 0,0 0 0 15,0 0 0 1,8 10-2512-16,-8-10-512 0</inkml:trace>
        </inkml:traceGroup>
        <inkml:traceGroup>
          <inkml:annotationXML>
            <emma:emma xmlns:emma="http://www.w3.org/2003/04/emma" version="1.0">
              <emma:interpretation id="{052AB92D-F7CF-4884-A2EE-2130D7420F5B}" emma:medium="tactile" emma:mode="ink">
                <msink:context xmlns:msink="http://schemas.microsoft.com/ink/2010/main" type="inkWord" rotatedBoundingBox="27570,12318 27605,12317 27609,12874 27573,12875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7678.1149">6577 14 1839 0,'0'0'160'0,"0"0"-160"0,0 0 0 0,0 0 0 15,0 0 2320-15,0 0 432 0,0 0 96 0,0 0 16 16,0 0-1648-16,0 0-320 0,8 12-64 0,-8-12 0 16,0 0-32-16,0 0 0 0,3 13 0 0,-3-13 0 15,0 0 32-15,5 13 0 0,0-3 0 0,-5-10 0 16,0 13-128-16,0 0 0 0,0 0-16 0,-1 0 0 15,-3 1-256-15,4-1-48 0,0-13-16 0,4 16 0 16,-6 2-112-16,2-1-32 0,2-1 0 0,-2 0 0 0,-2 1 48 16,0 1 16-16,1 2 0 0,2-2 0 15,1 0 208-15,0 1 32 0,-2 4 16 0,0-1 0 0,1-6-96 16,1 0 0-16,-2-1-16 0,1 3 0 0,4 2-176 0,-3-4-16 16,-4-2-16-16,2 0 0 0,5 3-96 0,-3-4 0 15,-2-13-128-15,0 0 192 0,0 13-192 0,0-13 0 16,0 0 0-16,0 0 0 0,-5 11 0 0,5-11-192 15,0 0 16-15,0 0 0 16,0 0-496-16,0 0-96 0,0 0-32 0,8 9 0 16,-8-9-1776-16,0 0-368 0</inkml:trace>
        </inkml:traceGroup>
        <inkml:traceGroup>
          <inkml:annotationXML>
            <emma:emma xmlns:emma="http://www.w3.org/2003/04/emma" version="1.0">
              <emma:interpretation id="{3E1A9A09-1F1D-4605-9AA5-0C710F0C00A8}" emma:medium="tactile" emma:mode="ink">
                <msink:context xmlns:msink="http://schemas.microsoft.com/ink/2010/main" type="inkWord" rotatedBoundingBox="27904,12227 28318,12225 28322,12843 27908,12845"/>
              </emma:interpretation>
              <emma:one-of disjunction-type="recognition" id="oneOf3">
                <emma:interpretation id="interp3" emma:lang="" emma:confidence="0">
                  <emma:literal>6</emma:literal>
                </emma:interpretation>
                <emma:interpretation id="interp4" emma:lang="" emma:confidence="0">
                  <emma:literal>7</emma:literal>
                </emma:interpretation>
                <emma:interpretation id="interp5" emma:lang="" emma:confidence="0">
                  <emma:literal>.</emma:literal>
                </emma:interpretation>
                <emma:interpretation id="interp6" emma:lang="" emma:confidence="0">
                  <emma:literal>s</emma:literal>
                </emma:interpretation>
                <emma:interpretation id="interp7" emma:lang="" emma:confidence="0">
                  <emma:literal>S</emma:literal>
                </emma:interpretation>
              </emma:one-of>
            </emma:emma>
          </inkml:annotationXML>
          <inkml:trace contextRef="#ctx0" brushRef="#br0" timeOffset="8376.1004">7302-74 911 0,'0'0'0'0,"0"0"0"0,13 1 0 0,-13-1 0 0,0 0 1552 0,0 0 240 16,0 0 32-16,0 0 16 0,0 0-1200 0,0 0-224 15,0 0-48-15,0 0-16 0,10-6-64 0,-10 6-16 16,0 0 0-16,0 0 0 0,0 0 304 0,0 0 64 16,0 0 16-16,0 0 0 0,0 0 112 0,-11 1 0 15,11-1 16-15,-13 9 0 0,-2-3-320 0,2 1-64 16,-2-1-16-16,0 2 0 0,0 1-208 0,2 1-48 16,0 1-128-16,0-1 192 0,-2-2 96 0,2 2 16 15,0 1 0-15,2 1 0 0,-3-1 80 0,3 1 0 0,-2 1 16 0,1 0 0 16,1-1-80-16,-1 1-32 0,-1 0 0 15,2 2 0-15,1-2 80 0,0 2 16 0,-3 1 0 0,5 0 0 16,-1 1-80-16,1-1-16 0,0-1 0 0,1 1 0 16,1 2-144-16,-2 2-16 0,-2 0-128 0,3-4 192 15,1-3-192-15,1 2 128 0,0 0-128 0,0 0 0 16,5-15 208-16,0 16-48 0,0 2-16 0,2-1 0 16,-2-17 240-16,5 14 64 0,3-1 0 0,0-1 0 15,-8-12 80-15,13 13 32 0,0 0 0 0,0-3 0 16,0-3-208-16,1-4-32 0,-3-1-16 0,2 1 0 15,2 0-304-15,-4-5 0 0,-11 2 0 0,14-6 0 16,-3 3 0-16,-1-2 0 0,-10 5 0 0,8-12 0 16,0-1 0-16,-1 2 0 0,-2 1 0 0,-5 10 0 15,1-17 0-15,-2 4-176 0,1 13 176 0,-7-11-160 0,-3-2 160 16,1-2-208-16,0-7 80 0,-2 1 128 0,-6 1-416 16,3 1 32-16,-1-1 16 0,0 2 0 15,0-2-304-15,1 6-64 0,-3 2-16 0,2 2-6624 16,2 0-1328-16</inkml:trace>
        </inkml:traceGroup>
      </inkml:traceGroup>
    </inkml:traceGroup>
  </inkml:traceGroup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11:38.270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24A21D0-48D5-4EF0-84A6-AC3448171276}" emma:medium="tactile" emma:mode="ink">
          <msink:context xmlns:msink="http://schemas.microsoft.com/ink/2010/main" type="writingRegion" rotatedBoundingBox="22562,13998 26804,13909 26819,14613 22577,14702"/>
        </emma:interpretation>
      </emma:emma>
    </inkml:annotationXML>
    <inkml:traceGroup>
      <inkml:annotationXML>
        <emma:emma xmlns:emma="http://www.w3.org/2003/04/emma" version="1.0">
          <emma:interpretation id="{BF01C950-7A2E-4B04-9B58-D41FB07ED9DB}" emma:medium="tactile" emma:mode="ink">
            <msink:context xmlns:msink="http://schemas.microsoft.com/ink/2010/main" type="paragraph" rotatedBoundingBox="22562,13998 26804,13909 26819,14613 22577,1470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C793A2B-A084-4C18-93A9-2D9621F469FE}" emma:medium="tactile" emma:mode="ink">
              <msink:context xmlns:msink="http://schemas.microsoft.com/ink/2010/main" type="line" rotatedBoundingBox="22562,13998 26804,13909 26819,14613 22577,14702"/>
            </emma:interpretation>
          </emma:emma>
        </inkml:annotationXML>
        <inkml:traceGroup>
          <inkml:annotationXML>
            <emma:emma xmlns:emma="http://www.w3.org/2003/04/emma" version="1.0">
              <emma:interpretation id="{2C736CCD-8B4A-4F29-9274-C2F414E6710D}" emma:medium="tactile" emma:mode="ink">
                <msink:context xmlns:msink="http://schemas.microsoft.com/ink/2010/main" type="inkWord" rotatedBoundingBox="22562,14005 23612,13983 23625,14603 22575,14625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-712 44 6447 0,'0'0'272'0,"0"0"80"0,0 0-352 15,0 0 0-15,0 0 0 0,0 0 0 0,0 0 2064 0,0 0 352 16,0 0 64-16,0 0 16 0,0 0-2048 0,0 0-448 16,0 0 0-16,0 0 0 0,0 0 0 0,0 0 0 15,0 0 0-15,0 0 0 0,10-6 0 0,-10 6 192 16,0 0-32-16,0 0 0 0,0 0 496 0,0 0 112 15,0 0 0-15,13 6 16 0,-13-6-64 0,8 12-16 16,-8-12 0-16,7 15 0 0,-4 1-256 0,0 1-48 16,-1-3-16-16,-2-1 0 0,-5 1-160 0,2-1-32 15,1 1-16-15,-1 1 0 0,-2 0-176 0,5-15 0 0,-2 13 144 0,-1 0-144 16,-4 2 208-16,2 0-16 0,0-4-16 16,2 2 0-16,3-13 96 0,-3 17 32 0,0-2 0 0,-2-1 0 15,-2 1 16-15,4-2 0 0,3-13 0 0,-3 15 0 16,-1 0-176-16,4-15-16 0,0 0-128 0,-1 15 192 15,1-2 0-15,0-13 0 0,0 0 0 0,0 0 0 16,0 0 192-16,8 10 16 0,-8-10 16 0,0 0 0 16,16-2 0-16,1 0 0 0,-3 2 0 0,0-1 0 15,-1-4-32-15,1 1 0 0,1 0 0 0,2-1 0 16,-1 0 0-16,0 3-16 0,1 2 0 0,1 0 0 16,-2-2 16-16,2 2 0 0,2-1 0 0,0 1 0 15,-2 1-192-15,2-1-48 0,-2 0 0 0,0 0 0 16,-2 0-144-16,0-1 0 0,-1-3 0 0,2 3 0 15,-1-1-128-15,-16 2 128 0,0 0-160 0,13-1 160 0,-1-4-352 16,-12 5 32-16,0 0 0 0,0 0 0 16,0 0-576-16,0 0-96 0,0 0-32 0,0 0 0 15,0 0-1920-15,0 0-384 0,0 0-64 0,3 13-32 16</inkml:trace>
          <inkml:trace contextRef="#ctx0" brushRef="#br0" timeOffset="449.2464">-415 84 12255 0,'0'0'544'0,"0"0"112"0,0 0-528 0,0 0-128 0,0 0 0 0,-2 15 0 16,4 4 560-16,-2-19 80 0,0 0 0 0,0 0 16 16,3 17-208-16,-3-17-64 0,0 0 0 0,5 16 0 15,-5-16 256-15,5 12 64 0,-5-12 0 0,0 0 0 16,5 14 256-16,-2 1 48 0,4 0 16 0,-4 0 0 0,-3-15-320 0,2 16-64 15,-2-16-16-15,0 18 0 16,-2 0-304-16,-1 2-64 0,0-2-16 0,-1 0 0 0,-1-2-48 0,0 1 0 16,-3-2 0-16,3 1 0 0,2 2-192 0,0-1 176 15,-2-4-176-15,3 3 160 0,-4 0-160 0,2 1 0 16,3-4 0-16,2 0 128 0,-1-13-128 0,-1 17 0 16,-4-3 0-16,5-1 0 0,0-13 0 0,0 14-272 15,0-14 64-15,0 13 16 16,0-13-272-16,6 11-48 0,-6-11-16 0,9 13 0 15,-1-3-304-15,-8-10-64 0,0 0-16 0,8 13-8784 0</inkml:trace>
          <inkml:trace contextRef="#ctx0" brushRef="#br0" timeOffset="1143.9654">291 61 911 0,'0'0'0'0,"0"0"0"0,0 0 0 0,0 0 0 15,0 0 0-15,0 0 0 0,0 0 1440 0,0 0 208 16,0 0 32-16,0 0 16 0,0 0-1216 0,0 0-240 15,11-12-48-15,-11 12-16 0,0 0 128 0,0 0 16 16,0 0 16-16,0-11 0 0,2-4 592 0,-2 15 112 16,0 0 32-16,0 0 0 0,-3-13-128 0,-4 6-32 15,7 7 0-15,-13-1 0 0,1-1-272 0,12 2-48 16,-13 3-16-16,0 6 0 0,0-1-208 0,0-2-48 16,0-2-16-16,0 4 0 0,-1 5-176 0,1 2-128 0,0 0 144 15,2-2-144-15,1-3 256 0,0 1-32 0,-1 4-16 16,1 1 0-16,-2-1 80 0,2 0 16 0,0-2 0 0,2 0 0 15,-2 0-112-15,2 2-32 0,0 1 0 0,1 1 0 16,3-2 64-16,-1 1 16 0,0 0 0 0,1 1 0 16,1-1-80-16,0 1-16 0,0 1 0 0,3-2 0 15,1 0 48-15,4 1 0 0,0-1 0 0,3-1 0 16,0-2 192-16,1-1 64 0,-1-2 0 0,2-1 0 16,1 1-176-16,4-2-16 0,1-4-16 0,-1-3 0 15,-2-1-240-15,4-1 128 0,1-3-128 0,-2-1 0 16,-4 1 0-16,-1-3 0 0,-11 7 0 0,10-11 0 15,-2 1 0-15,-8 10 0 0,7-12 0 0,-2-1 0 0,0 0 0 0,-2 1 0 16,-3 12 0-16,-2-14-160 0,-1-3-32 0,-4 2 0 16,-1 4 0-16,-2 3 0 15,-1-2-416-15,-2 0-96 0,-4-1 0 0,-1 4-16 16,-1 0-256-16,-1-1-48 0,0-3-16 0,-1 4-5168 16,-4 4-1024-16</inkml:trace>
        </inkml:traceGroup>
        <inkml:traceGroup>
          <inkml:annotationXML>
            <emma:emma xmlns:emma="http://www.w3.org/2003/04/emma" version="1.0">
              <emma:interpretation id="{A75650DC-CDBD-446C-B105-3DB00BB6FB4E}" emma:medium="tactile" emma:mode="ink">
                <msink:context xmlns:msink="http://schemas.microsoft.com/ink/2010/main" type="inkWord" rotatedBoundingBox="25806,14013 26145,14006 26158,14599 25819,14607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5592.0154">2501 191 2751 0,'0'0'256'0,"0"0"-256"16,0 0 0-16,0 0 0 0,10-7 384 0,-10 7 48 16,0 0 0-16,7-12 0 0,-1 1-304 0,-4-2-128 15,1-5 128-15,1 6-128 0,-4 12 1024 0,0 0 112 16,0 0 16-16,0 0 16 0,0 0 112 0,0 0 0 15,6-16 16-15,1 6 0 0,-7 10-336 0,0 0-80 0,0 0-16 0,0 0 0 16,0 0-288-16,11-8-64 0,-1-5-16 0,0 5 0 16,-10 8 48-16,13-7 16 0,-3-5 0 0,0 4 0 15,0 3 208-15,-10 5 64 0,11 2 0 0,-11-2 0 16,13-2 16-16,0 2 16 0,-1 0 0 0,-12 0 0 16,13 0-352-16,-3-1-64 0,-10 1 0 0,11-5-16 15,1 5-176-15,-1 3-48 0,1 0 0 0,-12-3 0 16,0 0-64-16,13 4-16 0,2-6 0 0,-4 5 0 15,-11-3 32-15,12 8 0 0,-12-8 0 0,13 7 0 16,-3-5 112-16,-1 4 32 0,0 7 0 0,-1-4 0 16,-8-9-48-16,0 0-16 0,0 0 0 0,0 0 0 15,0 13-240-15,-2 1 176 0,-3 1-176 0,0 2 160 16,0-3-160-16,-1 1 0 0,-2 0 0 0,-4 0 0 16,-1 0-160-16,-2-2 160 0,-1-4 0 0,1 5-144 0,4 0 144 15,2 0 0-15,1-5-144 0,0 0 144 0,0-1 0 0,8-8 0 16,-13 6-144-16,5-1 144 0,8-5 0 0,0 0 0 15,0 0 0-15,0 0 0 0,0 0 0 0,0 0 0 16,0 0 0-16,0 0 0 0,0 0 192 0,0 0-64 16,0 0-128-16,0 0 192 0,0 0-64 0,0 0-128 15,0 0 176-15,0 0-176 0,0 0 224 0,0 0-64 16,0 0-16-16,0 0 0 0,11 7 32 0,-1-2 0 16,-10-5 0-16,10 8 0 0,-10-8-32 0,10 11 0 15,-1-2 0-15,1 2 0 0,-2 2-144 0,4-1 192 16,4-4-192-16,-6 3 192 0,-5 4-192 0,2 0 0 15,3 1 0-15,-2-1 0 0,-3 0 0 0,-2-2 0 16,-3-13 0-16,5 15 0 0,3-2 128 0,-5-2-128 0,-3-11 0 0,-3 14 128 16,3-14-128-16,-3 13 0 0,-5-3 0 15,-1-1 0-15,9-9 0 0,-9 9 0 0,0-3 0 0,-2 1 0 16,-2-2 0-16,0-2 0 0,-2-3 0 0,-2 2-176 16,-1 1 176-16,4-3 0 0,-1-3 0 0,0-1-128 15,-1 1-96-15,1-2-16 0,2-3 0 0,-2 1 0 31,3 1-272-31,1-2-64 0,1-1-16 0,4 1 0 16,6 8-240-16,-7-11-64 0,-1-1 0 0,6 1 0 0,7-2-1536 16,-5 13-304-16</inkml:trace>
        </inkml:traceGroup>
        <inkml:traceGroup>
          <inkml:annotationXML>
            <emma:emma xmlns:emma="http://www.w3.org/2003/04/emma" version="1.0">
              <emma:interpretation id="{A29559E6-4C70-4AE3-986E-A12DAA936A98}" emma:medium="tactile" emma:mode="ink">
                <msink:context xmlns:msink="http://schemas.microsoft.com/ink/2010/main" type="inkWord" rotatedBoundingBox="26403,13918 26804,13909 26819,14613 26418,14621"/>
              </emma:interpretation>
              <emma:one-of disjunction-type="recognition" id="oneOf2">
                <emma:interpretation id="interp2" emma:lang="" emma:confidence="0">
                  <emma:literal>7</emma:literal>
                </emma:interpretation>
                <emma:interpretation id="interp3" emma:lang="" emma:confidence="0">
                  <emma:literal>6</emma:literal>
                </emma:interpretation>
                <emma:interpretation id="interp4" emma:lang="" emma:confidence="0">
                  <emma:literal>?</emma:literal>
                </emma:interpretation>
                <emma:interpretation id="interp5" emma:lang="" emma:confidence="0">
                  <emma:literal>f</emma:literal>
                </emma:interpretation>
                <emma:interpretation id="interp6" emma:lang="" emma:confidence="0">
                  <emma:literal>y</emma:literal>
                </emma:interpretation>
              </emma:one-of>
            </emma:emma>
          </inkml:annotationXML>
          <inkml:trace contextRef="#ctx0" brushRef="#br0" timeOffset="16452.9886">3096-2 2751 0,'0'0'256'0,"0"0"-256"0,0 0 0 0,0 0 0 15,0 0 1952-15,0 0 352 0,0 0 64 0,0 0 0 16,0 0-1792-16,0 0-352 0,0 0-80 0,0 0-16 16,0 0 128-16,0 0 32 0,11 5 0 0,-11-5 0 15,7 14-32-15,-7-14 0 0,0 0 0 0,6 13 0 16,-6-13 304-16,0 0 48 0,0 0 16 0,7 11 0 16,-7-11 144-16,0 0 48 0,0 0 0 0,0 0 0 15,15 2-16-15,-15-2 0 0,9 13 0 0,-9-13 0 0,0 0-16 0,0 0 0 16,15-2 0-16,-15 2 0 0,17-5-32 0,-4 0-16 15,-13 5 0-15,14-4 0 0,-14 4-208 0,19-5-32 16,-3-2-16-16,-1 0 0 0,-15 7-96 0,13-8-32 16,2 0 0-16,-2 3 0 0,-2 2-32 0,1-2-16 15,-1-3 0-15,1 3 0 0,1 3-32 0,-2-1 0 16,-11 3 0-16,15-7 0 0,0 4-112 0,-4 0-32 16,-11 3 0-16,13-4 0 0,-3-2 16 0,-10 6 0 15,0 0 0-15,12-5 0 0,-2-2-16 0,-10 7 0 16,8-6 0-16,-8 6 0 0,11-5-128 0,-11 5 0 15,10-2 144-15,-10 2-144 0,0 0 128 0,0 0-128 16,10 4 128-16,-10-4-128 0,0 0 0 0,0 13 128 16,0-13-128-16,0 13 0 0,-2 2 0 0,-1-1 0 0,1 1 0 15,-1 0 0-15,-2 0 0 0,2-2 0 0,0 2 0 0,3-15 0 16,-7 9 0-16,7-9 0 0,-5 14 0 0,0-1 0 16,0 1 0-16,0 0 0 0,5-14 0 0,-8 16 0 15,-3 4 0-15,1-1 0 0,2-1 0 0,-1 2 0 16,-2 5 0-16,0-1 0 0,1-1 0 0,-2 2 0 15,1 1 0-15,-1-1 0 0,1-2 0 0,-1-2 0 16,2-1 0-16,2-2 0 0,0-3 0 0,0-2 0 16,3 0 0-16,0-2 0 0,0-1 0 0,5-10 0 15,0 0 0-15,-3 12 0 0,-1 1 0 0,4-13 0 16,0 0 0-16,-1 11 0 0,-1 1-160 0,1-1 160 16,-1 1-400-16,2-12 16 0,0 11 16 0,-2 1 0 15,-3-1-560-15,5-11-112 16,0 12-32-16,0-12 0 0,-3 11-416 0,3-11-96 15,0 0-16-15,0 0 0 0,0 0-64 0,0 0 0 0,0 0-16 0,0 0-4144 16,0 0-816-16</inkml:trace>
          <inkml:trace contextRef="#ctx0" brushRef="#br0" timeOffset="16735.2307">3435 401 14623 0,'0'0'640'0,"0"0"144"0,0 0-624 0,0 0-160 0,-14-9 0 0,0 6 0 16,3 1 320-16,-2 2 16 0,-4 0 16 0,3 2 0 15,-1 1 16-15,0 2 0 0,2 2 0 0,-2-4 0 16,-3-4-80-16,3-1-16 0,1 2 0 0,-3-2 0 16,1 1-272-16,3-3-144 0,1-1 16 0</inkml:trace>
        </inkml:traceGroup>
      </inkml:traceGroup>
    </inkml:traceGroup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16:15.716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E4822B6A-0F30-4ACC-99A7-20B44106B681}" emma:medium="tactile" emma:mode="ink">
          <msink:context xmlns:msink="http://schemas.microsoft.com/ink/2010/main" type="writingRegion" rotatedBoundingBox="2468,4422 8431,4306 8462,5879 2499,5996"/>
        </emma:interpretation>
      </emma:emma>
    </inkml:annotationXML>
    <inkml:traceGroup>
      <inkml:annotationXML>
        <emma:emma xmlns:emma="http://www.w3.org/2003/04/emma" version="1.0">
          <emma:interpretation id="{68865D1C-2A16-4F0B-8712-DBB956C58E1E}" emma:medium="tactile" emma:mode="ink">
            <msink:context xmlns:msink="http://schemas.microsoft.com/ink/2010/main" type="paragraph" rotatedBoundingBox="5789,4334 8434,4312 8437,4736 5793,475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38CB4DFD-7A1D-4057-A8EB-4873B33E58EE}" emma:medium="tactile" emma:mode="ink">
              <msink:context xmlns:msink="http://schemas.microsoft.com/ink/2010/main" type="line" rotatedBoundingBox="5789,4334 8434,4312 8437,4736 5793,4758"/>
            </emma:interpretation>
          </emma:emma>
        </inkml:annotationXML>
        <inkml:traceGroup>
          <inkml:annotationXML>
            <emma:emma xmlns:emma="http://www.w3.org/2003/04/emma" version="1.0">
              <emma:interpretation id="{9F963341-83AC-42DE-BFB8-CDA6304ED13F}" emma:medium="tactile" emma:mode="ink">
                <msink:context xmlns:msink="http://schemas.microsoft.com/ink/2010/main" type="inkWord" rotatedBoundingBox="5789,4373 6168,4370 6171,4715 5792,4718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3680-803 1839 0,'0'0'0'0,"0"0"160"0,0 0-160 0,0 0 0 0,0 0 0 0,0 0 0 16,0 0 2192-16,0 0 416 0,0 0 80 0,0 0 0 15,0 0-1680-15,0 0-352 0,-8 8-64 0,8-8-16 16,-11 8 96-16,-1-3 16 0,-1-5 0 0,2 3 0 15,11-3-176-15,-15 5-16 0,0-3-16 0,2-4 0 16,1-3-96-16,3 2 0 0,9 3-16 0,-14-8 0 16,3-4-48-16,4-1 0 0,2 0 0 0,2 0 0 15,1-2 128-15,1 2 0 0,1 2 16 0,1-2 0 16,4-2-16-16,0 0-16 0,0 2 0 0,2-2 0 16,1-3-192-16,0 2-48 0,0 3 0 0,2 3 0 15,2 3-192-15,-1 1 144 0,-1-4-144 0,0 2 128 0,0-1-128 16,1 4 0-16,2 2 0 0,1-2-7280 15,-3-1-1408-15</inkml:trace>
          <inkml:trace contextRef="#ctx0" brushRef="#br0" timeOffset="-416.2284">3301-852 5183 0,'0'0'224'0,"0"0"48"0,0 0-272 0,0 0 0 0,0 0 0 0,0 0 0 0,0 0 1024 0,0 0 160 16,0 0 32-16,0 0 0 0,0 0-256 0,0 0-32 16,0 0-16-16,0 0 0 0,0 0-176 0,0 0-32 15,0 0-16-15,0 0 0 0,0 0 208 0,0 0 64 16,0 0 0-16,0 0 0 0,0 0-176 0,0 0-16 16,0 0-16-16,0 0 0 0,0 0 96 0,0 0 32 15,0 0 0-15,0 0 0 0,0 0-272 0,0 0-48 16,5 11-16-16,-5-11 0 0,0 0-128 0,5 12-32 15,-5-12 0-15,7 9 0 0,-7-9-64 0,11 7 0 0,-1 0-16 0,0-4 0 16,-10-3-112-16,13-2-32 0,3 4 0 16,-1-2 0-16,0 0 96 0,0-2 32 0,-1 1 0 0,1-3 0 15,-2 3 64-15,0 1 16 0,-13 0 0 0,14 0 0 16,-1-2-112-16,-13 2-32 0,0 0 0 0,10-8 0 16,-2-5-224-16,-3 0 0 0,-5-1 0 0,0 0 0 15,-2-4 0-15,0 0-128 0,1 1 128 0,-3-4 0 16,-2-2 0-16,-1 1-128 0,1 4 128 0,-2 0 0 15,-1 0 0-15,0 4 0 0,-3 0 0 0,2 3 0 16,4 1-128-16,-3 2 128 0,-2 1-192 0,-1 4 192 16,12 3-272-16,-11 0 48 0,-4 2 16 0,2-1 0 15,13-1-144-15,0 0-32 0,-11 5 0 0,11-5 0 16,-14 4-320-16,14-4-64 16,-11 4 0-16,11-4-16 0,-13 7-2064 0,13-7-416 15</inkml:trace>
        </inkml:traceGroup>
        <inkml:traceGroup>
          <inkml:annotationXML>
            <emma:emma xmlns:emma="http://www.w3.org/2003/04/emma" version="1.0">
              <emma:interpretation id="{76A55780-FE2A-457D-A4D6-612D5B99F0C3}" emma:medium="tactile" emma:mode="ink">
                <msink:context xmlns:msink="http://schemas.microsoft.com/ink/2010/main" type="inkWord" rotatedBoundingBox="7772,4317 8434,4312 8437,4736 7776,4741"/>
              </emma:interpretation>
              <emma:one-of disjunction-type="recognition" id="oneOf1">
                <emma:interpretation id="interp1" emma:lang="" emma:confidence="0">
                  <emma:literal>on</emma:literal>
                </emma:interpretation>
                <emma:interpretation id="interp2" emma:lang="" emma:confidence="0">
                  <emma:literal>or</emma:literal>
                </emma:interpretation>
                <emma:interpretation id="interp3" emma:lang="" emma:confidence="0">
                  <emma:literal>On</emma:literal>
                </emma:interpretation>
                <emma:interpretation id="interp4" emma:lang="" emma:confidence="0">
                  <emma:literal>-s</emma:literal>
                </emma:interpretation>
                <emma:interpretation id="interp5" emma:lang="" emma:confidence="0">
                  <emma:literal>Jr</emma:literal>
                </emma:interpretation>
              </emma:one-of>
            </emma:emma>
          </inkml:annotationXML>
          <inkml:trace contextRef="#ctx0" brushRef="#br0" timeOffset="941.9803">5343-770 3679 0,'0'0'160'0,"0"0"32"0,0 0-192 0,0 0 0 0,0 0 0 0,0 0 0 16,0 0 2032-16,0 0 352 0,0 0 80 0,0 0 16 15,0 0-1280-15,0 0-256 0,0 0-48 0,0 0-16 16,0 0 80-16,0 0 0 0,0 0 16 0,0 0 0 15,0 0 0-15,0 0 0 0,0 0 0 0,0 0 0 0,11 6-96 0,-11-6-32 16,15 10 0-16,-2-3 0 0,-13-7-144 0,0 0-16 16,0 0-16-16,15 0 0 0,-2-2-304 0,2-3-64 15,0-1-16-15,0-4 0 0,-1-3-288 0,1-1 160 16,0-2-160-16,0 3 128 0,-4-2-128 0,-1 0 128 16,-2-1-128-16,0 1 128 0,1 2-128 0,-5 0 0 15,0-2 0-15,-4 2 0 0,0 1 0 0,-4 1 0 16,-2 0 0-16,1-1 0 0,0-1 0 0,-2 0 0 15,-2 0 0-15,-3-2 0 0,1-2-128 0,-1 1 128 16,-1 1-160-16,-2 1 160 16,-3-3-448-16,3 2 0 0,7 1 0 0,-5 4 0 15,-5 1-288-15,3 6-48 0,15 3-16 0,-16 2 0 16,-4-1-320-16,2 4-64 0,3 4-16 0,1 4-5456 0,-3 3-1088 16</inkml:trace>
          <inkml:trace contextRef="#ctx0" brushRef="#br0" timeOffset="1377.1233">5715-754 8287 0,'0'0'368'0,"0"0"80"0,0 0-448 0,0 0 0 0,0 0 0 0,0 0 0 0,0 0 1472 0,5-13 224 16,-5 13 32-16,4-15 16 0,-4-1-1392 0,-2-1-352 16,-1 3 0-16,-2 2 0 0,-3 4 288 0,8 8-16 15,-9-8 0-15,9 8 0 0,-14-5 304 0,1 3 48 16,-1 2 16-16,1 0 0 0,2-3-80 0,11 3-16 15,-15 0 0-15,15 0 0 0,-13-7-176 0,5 1-48 16,8 6 0-16,0 0 0 0,0 0 32 0,0 0 0 16,3-17 0-16,5 3 0 0,2-1 48 0,5 2 16 15,3-1 0-15,2 0 0 0,1 1-256 0,2 1-160 16,1 1 192-16,1 4-192 0,-2 2 368 0,2 2-48 16,-1 1 0-16,-4 4 0 0,-4 3 176 0,1 1 16 0,-1 3 16 0,-3 0 0 15,-4 0-256-15,-1 2-48 0,0 2-16 16,-5-1 0-16,-3-12-208 0,-6 11-128 0,6-11 128 0,-10 12-8288 15,2-2-1536-15</inkml:trace>
        </inkml:traceGroup>
      </inkml:traceGroup>
    </inkml:traceGroup>
    <inkml:traceGroup>
      <inkml:annotationXML>
        <emma:emma xmlns:emma="http://www.w3.org/2003/04/emma" version="1.0">
          <emma:interpretation id="{19BAF40F-E5B1-48A7-A852-A1B3CD6758C0}" emma:medium="tactile" emma:mode="ink">
            <msink:context xmlns:msink="http://schemas.microsoft.com/ink/2010/main" type="paragraph" rotatedBoundingBox="2487,5415 7454,5318 7465,5898 2499,599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AC8143C-C800-4BEB-8B4F-831832C1EC7F}" emma:medium="tactile" emma:mode="ink">
              <msink:context xmlns:msink="http://schemas.microsoft.com/ink/2010/main" type="inkBullet" rotatedBoundingBox="2489,5482 3114,5469 3123,5944 2498,5957"/>
            </emma:interpretation>
          </emma:emma>
        </inkml:annotationXML>
        <inkml:trace contextRef="#ctx0" brushRef="#br0" timeOffset="6064.9029">9 33 5519 0,'0'0'240'0,"0"0"64"0,0 0-304 0,0 0 0 16,0 0 0-16,0 0 0 0,0-12 1728 0,0 12 304 15,0 0 48-15,0 0 16 0,0-13-1392 0,0 13-288 16,0 0-48-16,0 0-16 0,0 0 16 0,-5-10 0 15,5 10 0-15,0 0 0 0,0 0 144 0,0 0 16 16,0 0 16-16,0 0 0 0,0 0 32 0,0 0 0 0,0 0 0 16,0 0 0-16,0 0 0 0,-3 13 16 0,1 0 0 15,2 0 0-15,2 1-224 0,-2-1-48 0,0 2-16 0,1 1 0 16,3 1-112-16,-1 1 0 0,0 0-16 0,2 0 0 16,0 0-32-16,-3 2 0 0,-6 2 0 15,4 1 0-15,2-2-16 0,3 3 0 0,3-3 0 0,-3 0 0 16,-5-1 0-16,0-3-128 0,2-2 192 0,-1-2-64 15,-1 0-128-15,0-13 192 0,7 13-192 0,-7-13 192 16,0 0-192-16,0 0 0 0,6 12 0 0,-6-12 0 16,0 0 0-16,0 0 0 0,9 10 0 0,-9-10 0 15,0 0-352 1,0 0-48-16,0 0-16 0,0 0 0 0,0 0-1568 16,0 0-304-16</inkml:trace>
        <inkml:trace contextRef="#ctx0" brushRef="#br0" timeOffset="6688.243">480 44 6911 0,'0'0'304'0,"-5"-10"64"0,5 10-368 0,-12-10 0 0,4 0 0 0,0 2 0 16,8 8 896-16,-8-8 96 0,0 1 32 0,8 7 0 15,-13-5-224-15,13 5-32 0,0 0-16 0,-12 4 0 16,1 2-208-16,2 2-32 0,9-8-16 0,-6 12 0 16,-1 3-96-16,2 0-16 0,-1-2 0 0,1 2 0 15,-2 0-128-15,2 0-48 0,2-1 0 0,-2 0 0 16,5-14-48-16,-3 14-16 0,1 1 0 0,-1 0 0 0,-4-2-16 0,4 1 0 15,3-1 0-15,-2 3 0 0,-1 1 0 0,3-1-128 16,2 1 192-16,-1 3-64 0,1 3 0 0,0 0 0 16,-1-2 0-16,1-1 0 0,0-3 0 0,1-2-128 15,0-2 192-15,-3-13-64 0,0 0 64 0,7 13 16 16,-1-1 0-16,-6-12 0 0,0 0 112 0,17 3 32 16,-2-3 0-16,-1-2 0 0,1 2-112 0,1-1-32 15,4-3 0-15,-2-1 0 0,-1 0-208 0,1 2 176 16,3 0-176-16,0 0 160 0,-3-1-160 0,-1-1 0 15,-4-1 0-15,-2 1 0 0,-1 0 0 0,-2-2 0 16,2-3 0-16,-5-1 0 0,-3-4 0 0,-4-3-144 16,-1-4 144-16,-2 1 0 0,-6-2-304 0,-3-4 48 15,3-3 16-15,-2 1 0 16,0-1-512-16,-2 0-96 0,0-1-32 0,0 4-7744 0</inkml:trace>
      </inkml:traceGroup>
      <inkml:traceGroup>
        <inkml:annotationXML>
          <emma:emma xmlns:emma="http://www.w3.org/2003/04/emma" version="1.0">
            <emma:interpretation id="{17D39694-0F68-4D62-879A-DCB9CA8416BB}" emma:medium="tactile" emma:mode="ink">
              <msink:context xmlns:msink="http://schemas.microsoft.com/ink/2010/main" type="line" rotatedBoundingBox="4346,5379 7454,5318 7465,5898 4358,5959"/>
            </emma:interpretation>
          </emma:emma>
        </inkml:annotationXML>
        <inkml:traceGroup>
          <inkml:annotationXML>
            <emma:emma xmlns:emma="http://www.w3.org/2003/04/emma" version="1.0">
              <emma:interpretation id="{D888C57E-D2F3-49FE-839E-DC6AC76AD269}" emma:medium="tactile" emma:mode="ink">
                <msink:context xmlns:msink="http://schemas.microsoft.com/ink/2010/main" type="inkWord" rotatedBoundingBox="4349,5518 5466,5496 5474,5937 4358,5959"/>
              </emma:interpretation>
              <emma:one-of disjunction-type="recognition" id="oneOf2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9983.7898">2510 206 13823 0,'0'0'1216'0,"0"0"-960"0,0 0-256 0,0 0 0 16,0 0 0-16,-6 10 176 0,-4-2-176 0,10-8 160 16,-13 5 160-16,1 2 48 0,1-2 0 0,11-5 0 15,-12 3-64-15,1 0-16 0,-1 1 0 0,2-1 0 16,0 0-96-16,10-3 0 0,-11 0-16 0,-2 0 0 0,1-1-176 0,1 1 128 16,11 0-128-16,-13-2 128 0,0-1-272 0,1-2-64 15,12 5-16-15,-13-7 0 16,1 2-1440-16,1-2-304 0</inkml:trace>
          <inkml:trace contextRef="#ctx0" brushRef="#br0" timeOffset="9653.4243">2325 110 11343 0,'0'0'496'0,"0"0"112"0,0 0-480 0,0 0-128 0,0 0 0 0,0 0 0 15,0 0 432-15,0 0 64 0,0 0 16 0,0 0 0 16,0 0 80-16,0 0 32 0,0 0 0 0,0 0 0 16,0 0-48-16,0 0-16 0,0 0 0 0,0 0 0 15,0 0 208-15,0 0 64 0,0 0 0 0,0 0 0 0,10 13 48 0,-4-1 16 16,-6-12 0-16,5 18 0 0,-3-1-288 0,-2 1-48 16,0 0-16-16,-2 2 0 0,0-2-224 0,1 0-64 15,-3-3 0-15,3 2 0 0,-2 1-128 0,1-2-128 16,0-1 144-16,1 0-144 0,1-15 0 0,-4 13 128 15,4-13-128-15,0 0 0 0,0 0 0 0,0 0-208 16,0 0 32-16,0 0 16 16,0 0-1920-16,0 0-384 0</inkml:trace>
          <inkml:trace contextRef="#ctx0" brushRef="#br0" timeOffset="11005.1965">2980 260 10127 0,'0'0'896'0,"0"0"-704"16,0 0-192-16,0 0 0 0,0 0 832 0,0 0 144 0,0 0 32 0,0 0 0 15,0 0 96-15,0 0 32 0,-12 2 0 0,1 1 0 16,-4 2-384-16,0-3-80 0,-1-5-16 0,-2 1 0 16,1 0-496-16,4 2-160 0,-2 0 0 0,-1-3 0 15,-2-2 0-15,1 0 0 0,3 0 0 0,0-3 0 16,-2-4 0-16,5 4-176 0,11 8 0 0,0 0 0 31,-17-6-624-31,1 2-128 0</inkml:trace>
          <inkml:trace contextRef="#ctx0" brushRef="#br0" timeOffset="10709.4366">2714 14 3679 0,'0'0'320'0,"0"0"-320"0,0 0 0 0,0 0 0 0,0 0 2704 0,0 0 480 15,0 0 80-15,0 0 32 0,0 0-1952 0,0 0-400 16,6 10-80-16,-6-10-16 0,5 13 48 0,-5-13 0 16,0 0 0-16,0 0 0 0,0 0-224 0,0 0-32 15,10 9-16-15,-10-9 0 0,0 0-32 0,13 1 0 16,0-2 0-16,-13 1 0 0,15 1-80 0,0 1 0 16,0-2-16-16,-2-2 0 0,-13 2-128 0,14-1-32 15,-14 1 0-15,17-2 0 0,-2 2-64 0,-15 0-16 16,0 0 0-16,14 0 0 0,-14 0-48 0,0 0-16 15,12-2 0-15,-12 2 0 0,0 0-64 0,0 0-128 0,0 0 176 0,0 0-176 16,0 0 160-16,0 0-160 0,0 0 128 0,11 9-128 16,-11-9 128-16,0 0-128 0,0 0 0 0,0 0 128 15,0 0-128-15,7 15 160 0,-7-15-160 0,3 14 160 16,-3-14-160-16,0 0 160 0,4 14-160 0,-4-3 160 16,-4 2-160-16,3 1 0 0,1-14 144 0,-2 14-144 15,-1 1 0-15,1-3 144 0,2-12-144 0,-7 15 0 16,1 1 0-16,-2-1 0 0,-2-2 0 0,2 2 0 15,1 0 0-15,-1 0 0 0,-2 2 0 0,0-3 0 16,2 3 0-16,0-1 0 0,-2-1 0 0,2 2 0 16,1-2-224-16,2 0 0 0,2-2 0 0,-2 0 0 15,5-13-176-15,-2 13-48 16,2-1 0-16,0-12 0 0,0 0-480 0,0 0-96 16,0 0-32-16,0 0 0 0,0 0-1888 0,0 0-384 0,0 0-80 15,13-13-16-15</inkml:trace>
          <inkml:trace contextRef="#ctx0" brushRef="#br0" timeOffset="8727.0611">1865 369 11807 0,'0'0'512'0,"0"0"128"0,0 0-512 0,0 0-128 0,0 0 0 0,0 0 0 16,0 0 432-16,0 0 64 0,0 0 16 0,0 0 0 0,0 0-16 0,0 0 0 15,0 0 0-15,0 0 0 0,13-3-224 0,-13 3-32 16,0 0-16-16,0 0 0 0,10-6 96 0,-10 6 0 16,0 0 16-16,0 0 0 0,0 0 320 0,0 0 64 15,0 0 16-15,0 0 0 0,0 0-96 0,0 0 0 16,0 0-16-16,0 0 0 0,0 0-208 0,0 0-32 15,0 0-16-15,0 0 0 0,0 0-48 0,0 0-16 16,0 0 0-16,0 0 0 0,0 0 80 0,13-5 0 16,-13 5 16-16,13-4 0 0,-13 4 32 0,13-1 0 15,-13 1 0-15,0 0 0 0,14 1 16 0,-3 1 0 16,-11-2 0-16,12 2 0 0,-12-2-128 0,9 1-32 16,-9-1 0-16,0 0 0 0,0 0-128 0,0 0-32 15,0 0 0-15,12-8 0 0,-2 1-128 0,-10 7 0 0,8-13 0 0,-3 2 0 16,-5 11 0-16,2-15 0 0,-1-2 0 0,2 2 0 15,2 1 0-15,2 0 0 0,1 4 0 0,-3 0 0 16,-5-1 0-16,2-1 0 0,1 1 0 0,-3 11 0 16,0 0 0-16,-3-13 0 0,-2-1 0 0,5 14 0 15,0 0-192-15,-7-11 48 0,-1-2 0 0,3 1 0 16,-1 4-208-16,-3 0-32 0,-2 1-16 0,-1 0 0 31,1 1-176-31,1-1-48 0,0-4 0 0,2 4 0 16,0 2-1456-16,8 5-288 0,0 0-64 0</inkml:trace>
          <inkml:trace contextRef="#ctx0" brushRef="#br0" timeOffset="9223.022">2198 394 6447 0,'0'0'272'0,"0"0"80"0,10 7-352 0,-10-7 0 15,0 0 0-15,0 0 0 0,0 0 1408 0,0 0 224 0,0 0 32 0,0 0 16 16,0 0-1216-16,0 0-240 0,0 0-48 0,0 0-16 16,0 0 160-16,0 0 16 0,0 0 16 0,0 0 0 15,-11 2 32-15,11-2 16 0,0 0 0 0,0 0 0 16,-13 0 192-16,13 0 48 0,-14 0 0 0,14 0 0 16,-14-2-128-16,0 0-32 0,1-3 0 0,0-1 0 15,0-3-112-15,2 1-32 0,-1-3 0 0,1 1 0 16,-1 1-192-16,2-1-144 0,2-1 192 0,2-1-192 15,1-1 128-15,0 2-128 0,0-1 0 0,0 0 0 16,0 3 128-16,3-3-128 0,2 0 0 0,0 1 0 16,-1-1 128-16,6 1-128 0,6-2 0 0,-1 1 0 15,-10 12 128-15,15-7-128 0,3 2 0 0,-2-1 0 16,-1-4 144-16,0 5-144 0,1 2 0 0,-1-1 144 0,-2-1-144 0,-13 5 128 16,15-1-128-16,-2 4 128 0,-2 2-128 15,-11-5-256-15,0 0 64 0,13 7-9520 16</inkml:trace>
        </inkml:traceGroup>
        <inkml:traceGroup>
          <inkml:annotationXML>
            <emma:emma xmlns:emma="http://www.w3.org/2003/04/emma" version="1.0">
              <emma:interpretation id="{542DFF3A-4583-4735-A9EF-B0F93DD181A1}" emma:medium="tactile" emma:mode="ink">
                <msink:context xmlns:msink="http://schemas.microsoft.com/ink/2010/main" type="inkWord" rotatedBoundingBox="6634,5334 7181,5323 7192,5861 6644,5872"/>
              </emma:interpretation>
              <emma:one-of disjunction-type="recognition" id="oneOf3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12583.3876">4146-15 1839 0,'0'0'160'0,"0"0"-160"0,4-12 0 0,-1 1 0 0,-3 11 1424 0,7-12 256 0,-7 12 48 0,3-11 16 16,-3 11-400-16,0 0-64 0,0 0-32 0,0 0 0 15,0 0 48-15,8-9 16 0,-8 9 0 0,0 0 0 16,0 0-288-16,0 0-64 0,0 0-16 0,0 0 0 16,0 0-160-16,13-4-16 0,-13 4-16 0,12-4 0 15,-4-6-224-15,0 1-32 0,-1-1-16 0,-7 10 0 16,11-7-224-16,-1-1-32 0,-3-4-16 0,1 4 0 15,-8 8 48-15,13-5 0 0,2 0 0 0,-2 2 0 0,-13 3 80 0,13-2 32 16,-13 2 0-16,13 2 0 0,-1 5 64 0,-3 1 16 16,-9-8 0-16,12 15 0 0,-2-1-128 0,0 3 0 15,-2 3-16-15,-2-2 0 0,-1-2-144 0,0 2-32 16,0 2 0-16,-2-4 0 0,-3-16-128 0,-1 15 0 16,1-2 0-16,0-13 0 0,-2 15 0 0,-1-4 0 15,3-11 0-15,-8 15-176 0,-2 2 176 0,0-3 0 16,-2-1-144-16,1 2 144 0,-5 0 0 0,1 0-144 15,2-2 144-15,0-2 0 0,-1-2-144 0,0 0 144 16,-3 1 0-16,2 0-144 0,2-2 144 0,2 1-160 16,-1-1 160-16,4 0-160 0,0 0 160 0,8-8-160 15,-8 12 160-15,1-3-160 0,7-9 160 0,-6 10 0 16,4 2 0-16,2-12 0 0,-3 11 0 0,3-11 0 0,1 12 0 16,-1-12 0-16,4 11 128 0,-4-11-128 0,4 13 160 0,-4-13-160 15,0 0 240-15,10 9-48 0,-10-9-16 0,0 0 0 16,12-2 64-16,-1 0 16 0,-11 2 0 0,15-5 0 15,-3-3-256-15,1 0 0 0,0 0 0 0,0 0 0 16,0 1 128-16,-1 2-128 0,2 0 0 0,-1 2 144 16,-13 3-144-16,14-2 0 0,-1 2 144 0,-13 0-144 15,0 0 0-15,10 10 0 0,-2 0 0 0,-8-10 0 16,5 13-608-16,-4 0-144 16,-1-13-16-16,-3 13-16 0,-2-3-2272 15,5-10-448-15</inkml:trace>
          <inkml:trace contextRef="#ctx0" brushRef="#br0" timeOffset="13053.1435">4503 315 7647 0,'0'0'336'0,"0"0"80"0,0 0-416 16,0 0 0-16,0 0 0 0,0 0 0 0,0 0 1232 0,0 0 176 0,0 0 16 0,0 0 16 15,0 0-304-15,11 3-64 0,-11-3-16 0,10 6 0 16,-10-6-112-16,0 0-32 0,0 0 0 0,15-3 0 16,-1-2-352-16,0-1-80 0,-3-4-16 0,1-2 0 15,-3 1-192-15,5-1-32 0,4-1-16 0,-5-2 0 16,-7-3-96-16,3 0-128 0,0 0 176 0,-2 2-176 15,-2 1 0-15,0 0 0 0,0 1 0 0,-2-1 0 0,0 2 0 16,-3 13 0-16,-3-14 0 0,3 14 0 0,-7-14 0 16,1 4 0-16,-4 2-240 0,-1 1 80 15,-3-1-480-15,1 0-112 0,0-1-16 16,0 3-8336-16</inkml:trace>
        </inkml:traceGroup>
        <inkml:traceGroup>
          <inkml:annotationXML>
            <emma:emma xmlns:emma="http://www.w3.org/2003/04/emma" version="1.0">
              <emma:interpretation id="{035B1840-847C-4E30-B020-36CEC1AE6CBB}" emma:medium="tactile" emma:mode="ink">
                <msink:context xmlns:msink="http://schemas.microsoft.com/ink/2010/main" type="inkWord" rotatedBoundingBox="7215,5584 7459,5579 7464,5853 7220,5858"/>
              </emma:interpretation>
              <emma:one-of disjunction-type="recognition" id="oneOf4">
                <emma:interpretation id="interp8" emma:lang="" emma:confidence="0">
                  <emma:literal>r</emma:literal>
                </emma:interpretation>
                <emma:interpretation id="interp9" emma:lang="" emma:confidence="0">
                  <emma:literal>R</emma:literal>
                </emma:interpretation>
                <emma:interpretation id="interp10" emma:lang="" emma:confidence="0">
                  <emma:literal>.</emma:literal>
                </emma:interpretation>
                <emma:interpretation id="interp11" emma:lang="" emma:confidence="0">
                  <emma:literal>5</emma:literal>
                </emma:interpretation>
                <emma:interpretation id="interp12" emma:lang="" emma:confidence="0">
                  <emma:literal>M</emma:literal>
                </emma:interpretation>
              </emma:one-of>
            </emma:emma>
          </inkml:annotationXML>
          <inkml:trace contextRef="#ctx0" brushRef="#br0" timeOffset="13535.3732">4762 346 4607 0,'0'0'192'0,"0"0"64"0,2 11-256 0,-2-11 0 0,-2 13 0 0,2-13 0 16,0 0 1568-16,0 0 272 0,0 0 48 0,0 0 16 16,-15 0-1088-16,15 0-224 0,-11-5-32 0,11 5-16 15,-5-11-32-15,5 11-16 0,-2-13 0 0,2 13 0 16,0 0 16-16,0-13 16 0,0 13 0 0,2-13 0 15,-2 13-80-15,3-12-32 0,-3 12 0 0,5-11 0 16,-5 11-96-16,3-12 0 0,-3 12-16 0,0-11 0 0,0 11-160 0,0-14-16 16,0 1-128-16,0 13 192 0,0 0-192 0,-1-11 0 15,4-2 0-15,-3 13 0 0,-2-17 0 0,2 4 0 16,5 2 0-16,-5 11 0 0,5-13 176 0,-5 13-16 16,5-14 0-16,0 5 0 0,6-1 160 0,1 2 48 15,-2-1 0-15,3 4 0 0,3 2-48 0,1 0 0 16,-1 0 0-16,2-1 0 0,0 3 112 0,-1-1 16 15,-17 2 0-15,16 3 0 0,-1 4-80 0,-2-2-16 16,-13-5 0-16,0 0 0 0,0 0-352 0,15 8 0 16,-15-8-192-16,0 0-11296 0</inkml:trace>
        </inkml:traceGroup>
      </inkml:traceGroup>
    </inkml:traceGroup>
  </inkml:traceGroup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16:45.990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99482741-479B-4C94-AA18-12F744AE2101}" emma:medium="tactile" emma:mode="ink">
          <msink:context xmlns:msink="http://schemas.microsoft.com/ink/2010/main" type="writingRegion" rotatedBoundingBox="3197,6480 6569,6393 6586,7023 3213,7110"/>
        </emma:interpretation>
      </emma:emma>
    </inkml:annotationXML>
    <inkml:traceGroup>
      <inkml:annotationXML>
        <emma:emma xmlns:emma="http://www.w3.org/2003/04/emma" version="1.0">
          <emma:interpretation id="{2AE6AEF1-7D93-49C8-9622-14CD4B1C2B0A}" emma:medium="tactile" emma:mode="ink">
            <msink:context xmlns:msink="http://schemas.microsoft.com/ink/2010/main" type="paragraph" rotatedBoundingBox="3197,6480 6569,6393 6586,7023 3213,711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C83B743-47A8-4979-A732-E0F912A47A3D}" emma:medium="tactile" emma:mode="ink">
              <msink:context xmlns:msink="http://schemas.microsoft.com/ink/2010/main" type="line" rotatedBoundingBox="3197,6480 6569,6393 6586,7023 3213,7110"/>
            </emma:interpretation>
          </emma:emma>
        </inkml:annotationXML>
        <inkml:traceGroup>
          <inkml:annotationXML>
            <emma:emma xmlns:emma="http://www.w3.org/2003/04/emma" version="1.0">
              <emma:interpretation id="{829850AE-24A2-4329-AB90-36FBA1004EFF}" emma:medium="tactile" emma:mode="ink">
                <msink:context xmlns:msink="http://schemas.microsoft.com/ink/2010/main" type="inkWord" rotatedBoundingBox="3198,6506 4358,6476 4372,7016 3212,7046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206 201 2751 0,'0'0'256'0,"0"0"-256"15,0 0 0-15,0 0 0 0,5 12 1952 0,-5-12 352 16,0 0 64-16,0 0 0 0,0 0-1248 0,0 0-256 0,0 0-48 16,0 0-16-16,0 0-448 0,0 0-96 0,0 0 0 15,0 0-16-15,0 0 16 0,0 0 0 0,-7-9 0 0,7 9 0 16,0 0-96-16,0 0-16 0,-5-9 0 15,5 9 0-15,0 0 48 0,-3-12 0 0,3 12 0 0,0 0 0 16,-5-10 48-16,5 10 16 0,0 0 0 0,-5-10 0 16,5 10-80-16,0 0-16 0,-5-9 0 0,5 9 0 15,0 0-160-15,-3-14 0 0,-1 1 0 0,4 13 128 16,0 0 64-16,4-13 16 0,-1 0 0 0,2 0 0 16,0-2 144-16,1 4 32 0,3 1 0 0,0 2 0 15,1-1-112-15,0 3-16 0,2-1 0 0,1 2 0 16,0 0 0-16,0 2 0 0,0 3 0 0,-13 0 0 15,13-1-80-15,-13 1-32 0,15 4 0 0,-15-4 0 16,0 0-144-16,0 0 0 0,0 0-160 0,0 0-6720 16,0 0-1344-16</inkml:trace>
          <inkml:trace contextRef="#ctx0" brushRef="#br0" timeOffset="808.9548">659 108 11055 0,'0'0'976'0,"0"0"-784"0,0 0-192 0,0 0 0 15,0 0 640-15,0 0 96 0,-12 3 16 0,1-3 0 16,11 0-240-16,-14-2-32 0,1 2-16 0,2-1 0 16,11 1-128-16,-12-4-16 0,-1 1-16 0,0 1 0 0,-2 1 144 15,2 2 48-15,13-1 0 0,-15 5 0 0,-1 0-176 0,0 2-16 16,1-1-16-16,0 1 0 0,2-2-288 0,0 1 160 16,1 1-160-16,1 0-8592 15</inkml:trace>
          <inkml:trace contextRef="#ctx0" brushRef="#br0" timeOffset="518.8476">552-37 12959 0,'0'0'576'0,"0"0"112"0,0 0-560 0,0 0-128 0,0 0 0 0,0 0 0 0,0 0 1088 0,0 0 192 16,2 13 48-16,-2-13 0 0,1 13-800 0,2 1-144 16,-3-14-48-16,4 13 0 0,-4-13-144 0,0 13-48 15,0-13 0-15,1 13 0 0,-1-13 160 0,-1 15 16 16,1-15 16-16,-4 15 0 0,1-1 0 0,3-1 0 15,3 1 0-15,-1-1 0 0,-4 0-160 0,2-13-48 16,0 13 0-16,0 0 0 0,-3-1-128 0,3-12 0 16,0 0 0-16,-3 13 0 15,3-13-320-15,0 0-160 0,-5 13-32 0</inkml:trace>
          <inkml:trace contextRef="#ctx0" brushRef="#br0" timeOffset="1245.5036">828-216 9087 0,'0'0'400'0,"0"0"96"0,0 0-496 0,0 0 0 0,0 0 0 0,0 0 0 15,0 0 976-15,0 0 112 0,0 0 0 0,0 0 16 16,0 0-304-16,0 0-64 0,0 0-16 0,3 15 0 16,-3-2-144-16,-2 0-48 0,-1 0 0 0,1 2 0 0,1 2-32 15,-1 1-16-15,2 0 0 0,-2 0 0 0,-1 0-128 0,0 2-32 16,0 1 0-16,-2-1 0 0,1-1-160 0,1-1-32 16,0-1-128-16,1 1 192 0,2 0-64 0,0 0-128 15,-1 0 176-15,1 2-176 0,0-2 256 0,0 0-64 16,3 0-16-16,-3-2 0 0,0-1-176 0,0-2 0 15,0-1 144-15,0-12-144 0,0 0 0 0,0 0 0 16,0 0-192-16,0 0-6272 16,0 0-1264-16</inkml:trace>
          <inkml:trace contextRef="#ctx0" brushRef="#br0" timeOffset="-477.8991">-3 106 8751 0,'0'0'384'0,"0"0"80"0,0 0-464 0,0 0 0 0,0 0 0 0,0 0 0 0,0 0 480 0,3 13 0 15,-3-13 0-15,0 0 0 0,-1 13-64 0,1-13-16 16,0 0 0-16,0 0 0 0,0 0 304 0,0 0 64 15,0 0 16-15,0 0 0 0,0 0 64 0,8 10 16 16,5-3 0-16,-13-7 0 0,0 0-64 0,0 0-16 16,0 0 0-16,13 5 0 0,-13-5-144 0,13 1-48 15,-13-1 0-15,14 0 0 0,-14 0-128 0,13-1-16 16,-13 1-16-16,13-4 0 0,-13 4-176 0,13-6-16 16,-3-1-16-16,-2-1 0 0,-1-4-224 0,-7 12 128 0,0 0-128 0,8-8 0 15,-2-2 0-15,-6 10 0 0,5-14 0 0,0 1 0 16,-2 1 144-16,-3 12-144 0,4-11 128 0,-4 11-128 15,0 0 0-15,-4-12 0 0,4 12 128 0,-3-10-128 16,-3 0 0-16,6 10-176 0,0 0 48 0,-12-6 0 31,1-1-240-31,-3 4-32 0,-2 1-16 0,1 2-6800 0,2 2-1360 0</inkml:trace>
          <inkml:trace contextRef="#ctx0" brushRef="#br0" timeOffset="2064.6649">1092 85 13823 0,'0'0'1216'16,"0"0"-960"-16,0 0-256 0,0 0 0 0,0 0 128 0,0 0 0 15,-13 3-128-15,1-3 192 0,-3 0 64 0,1-2 16 16,-1 1 0-16,-3 1 0 0,-3 5-144 0,2-4-128 16,3-4 192-16,0 3-192 0,-4 5 128 0,2-2-128 15,0-1 0-15</inkml:trace>
          <inkml:trace contextRef="#ctx0" brushRef="#br0" timeOffset="1826.2849">941-155 1839 0,'0'0'160'0,"0"0"-160"0,0 0 0 0,0 0 0 16,0 0 1264-16,0 0 208 0,0 0 64 0,0 0 0 15,0 0-544-15,10-8-96 0,-10 8-32 0,0 0 0 0,13-8 144 0,-13 8 16 16,0 0 16-16,0 0 0 0,13-5-112 0,-13 5-32 16,13-2 0-16,-13 2 0 0,0 0-128 0,15-2-48 15,-2 1 0-15,-13 1 0 0,15 0-80 0,0 1-32 16,-1-1 0-16,-1 2 0 0,-1-2-160 0,1 2-48 15,0-2 0-15,-1 1 0 0,-12-1-48 0,0 0-16 16,14 0 0-16,-2 0 0 0,-12 0-336 0,0 0 144 16,0 0-144-16,0 0 0 0,0 0 0 0,0 0 0 15,0 0 0-15,0 0 0 0,-7 13 0 0,1 1 0 16,-1-1 0-16,-3 0 0 0,-3 0 0 0,2 2 0 16,-1 0 0-16,1 1-144 0,-1 2 144 0,1-2 0 15,1-1 0-15,-2 2 0 0,-1-1 0 0,4-1 0 16,0 0 0-16,-1-1 0 0,4 1 0 0,1 1 0 0,2 4 0 15,-1-2 0-15,-1 0 0 0,2-3 0 0,2-2 0 16,1 0 128-16,0 0-128 0,0 1 0 0,-4-3 0 0,3 2 128 16,1-13-128-16,0 17 0 0,-2-3 0 0,2-14 128 15,-5 12-128-15,2-1 0 0,3-11 0 0,-5 13 0 16,5-13 0-16,0 0 0 0,0 0 0 0,0 0 0 16,-5 12-256-16,5-12-64 0,0 0 0 0,0 0-16 31,0 0-1600-31,0 0-320 0</inkml:trace>
        </inkml:traceGroup>
        <inkml:traceGroup>
          <inkml:annotationXML>
            <emma:emma xmlns:emma="http://www.w3.org/2003/04/emma" version="1.0">
              <emma:interpretation id="{8485431B-D971-46FE-80E0-F82DF2C98CEB}" emma:medium="tactile" emma:mode="ink">
                <msink:context xmlns:msink="http://schemas.microsoft.com/ink/2010/main" type="inkWord" rotatedBoundingBox="5318,6426 6482,6396 6498,7025 5334,7055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5105.6327">2142-185 1839 0,'0'0'0'0,"0"0"160"15,0 0-160-15,0 0 0 0,0 0 0 0,0 0 0 0,0 0 2176 0,0 0 384 16,0 0 96-16,4-11 16 0,-1 0-1376 0,-3 11-272 16,0 0-48-16,5-12-16 0,-5 12-256 0,5-11-48 15,-5 11-16-15,5-10 0 0,-5 10 0 0,9-9-16 16,1 3 0-16,-10 6 0 0,0 0-48 0,13-7-16 15,-1 4 0-15,-12 3 0 0,0 0-128 0,15 0-32 16,-15 0 0-16,16 2 0 0,-3 3-16 0,-13-5-16 16,15 3 0-16,-2 2 0 0,-13-5-80 0,15 8-16 15,-4-1 0-15,-11-7 0 0,12 9-96 0,-2 3-32 0,-4-1 0 16,-6-11 0-16,8 10-144 0,-8-10 0 0,7 15 0 0,-7-15 128 16,5 15-128-16,-3-2 0 15,-2-13 0-15,-4 15 0 0,1-4 0 0,3-11 0 0,-5 13 0 0,0-1 0 16,-1-2 0-16,-1 0 0 0,-1-2 0 0,-2 0 0 15,-3 0 0-15,3 0 0 0,2 1 0 16,8-9 0-16,-12 8 0 0,12-8 0 0,-11 5 0 0,11-5 0 16,-12 5 0-16,12-5 0 0,-11 3 0 0,11-3 0 15,0 0 0-15,0 0 0 0,0 0 0 0,0 0 0 16,0 0 0-16,0 0 0 0,0 0 0 0,0 0 0 16,0 0 128-16,0 0-128 0,0 0 128 0,0 0-128 15,0 0 0-15,3 13 0 0,-3-13 128 0,8 12-128 16,-8-12 0-16,10 13 0 0,2-2 0 0,-1-1 128 15,-1 0-128-15,0-2 0 0,0 0 0 0,1 0 128 0,2-1-128 16,-1 0 0-16,-12-7 0 0,10 11 0 0,-2-1 0 0,-2 0 0 16,-6-10 0-16,5 13 0 0,-5-13 0 0,0 0 0 15,4 15 0-15,-6-2 0 0,2-13 0 0,-8 13-144 16,-2-3 144-16,-2-2 0 0,1 0 0 0,-2-1 0 16,0-1 0-16,-4 1 0 0,1-1-128 0,0-1 128 15,-1-3 0-15,1 0 0 0,-2-2-144 0,1 3 144 16,4 2 0-16,0-2-144 15,0-3-464-15,13 0-96 0,-13 3 0 0,13-3-6528 16,-13 2-1312-16</inkml:trace>
          <inkml:trace contextRef="#ctx0" brushRef="#br0" timeOffset="5546.4629">2523 273 2751 0,'0'0'128'0,"0"0"16"0,0 0-144 0,0 0 0 0,0 0 0 0,0 0 0 0,0 0 1472 0,0 0 256 16,0 0 48-16,0 0 16 0,0 0-960 0,0 0-192 15,12-3-48-15,-12 3 0 0,0 0-112 0,0 0-32 16,6-11 0-16,-6 11 0 0,3-12 192 0,-3 12 48 16,5-11 0-16,-5 11 0 0,8-12-80 0,1 2-16 15,-3 0 0-15,1 2 0 0,-1-2-112 0,-6 10-32 16,0 0 0-16,9-11 0 0,-3-1-128 0,-3 1-16 15,-3 11-16-15,2-13 0 0,-2 0-288 0,-2 1 0 16,-1 1 128-16,3 11-128 0,-6-10 0 0,1-2 0 16,1-2 0-16,1 0 0 0,0 3 0 0,3 11 0 15,-13-8 0-15,1 1 0 0,2 1-240 0,-1 2 0 16,-2 4 0-16,0 0-5600 16,-1-3-1136-16</inkml:trace>
          <inkml:trace contextRef="#ctx0" brushRef="#br0" timeOffset="5926.2428">2727 339 9215 0,'0'0'816'0,"0"0"-656"0,0 0-160 0,0 0 0 16,0 0 896-16,0 0 128 0,0 0 48 0,0 0 0 0,0 0-880 0,0 0-192 15,-14-7 0-15,3-1 0 0,-1-2 0 0,1-1 160 16,-2-2-32-16,0 0 0 0,1 0 0 0,2-2 0 16,2 0 0-16,2 0 0 0,1 2 0 0,3 0 0 15,4 0 0-15,-2 1 0 0,-5-1 96 0,1 0 16 16,1-2 0-16,5 4 0 0,-2 11 32 0,8-12 16 15,0 1 0-15,0 3 0 0,-8 8-144 0,10-10-16 16,-3 0-128-16,-7 10 192 0,11-8 32 0,-11 8 0 16,13-4 0-16,-13 4 0 0,17 0 64 0,-6 2 16 15,-11-2 0-15,0 0 0 0,0 0-176 0,0 0-128 16,0 0 144-16,0 0-144 16,0 0-256-16,13-3-160 0</inkml:trace>
          <inkml:trace contextRef="#ctx0" brushRef="#br0" timeOffset="6620.4681">2966 58 6447 0,'0'0'576'0,"0"0"-576"0,0 0 0 0,0 0 0 0,0 0 1376 16,-10-5 160-16,2-1 48 0,8 6 0 0,-11-8-1248 0,-3 1-336 16,0 2 128-16,-1 2-128 0,2 1 176 0,1 1-16 15,12 1 0-15,-16 3 0 0,-2 2 128 0,0 1 32 16,-2 1 0-16,4-2 0 0,1-2-192 0,3 0-128 15,-2 2 192-15,2-1-192 0,12-4 128 0,0 0-128 16,-13-2 0-16,13 2-6336 0</inkml:trace>
          <inkml:trace contextRef="#ctx0" brushRef="#br0" timeOffset="6348.7318">2858-102 911 0,'0'0'0'0,"0"0"0"0,0 0 0 0,0 0 0 0,0 0 1392 0,0 0 192 16,0 0 32-16,-3-12 16 0,3 12-848 0,-4-11-160 15,1-1-48-15,3 12 0 0,-5-10-32 0,5 10-16 16,0 0 0-16,0 0 0 0,0 0-16 0,0 0 0 15,0 0 0-15,0 0 0 0,0 0 96 0,0 0 16 16,-3 17 0-16,3-3 0 0,1 0-128 0,-1 0-32 16,-1 1 0-16,1 1 0 0,0 1 96 0,1 1 16 15,1 2 0-15,0-1 0 0,-2-1-256 0,1 0-32 16,1 1-16-16,0-3 0 0,1 0-144 0,0-1-128 16,0-2 192-16,-3 0-192 0,-1 0 128 0,1 1-128 15,0-14 0-15,1 13 0 0,-1 0 0 0,0-13 0 0,0 0 0 16,4 11 0-1,-4-11-816-15,0 0-160 0</inkml:trace>
          <inkml:trace contextRef="#ctx0" brushRef="#br0" timeOffset="7357.1188">3048-299 8111 0,'0'0'352'0,"0"0"96"15,0 0-448-15,0 0 0 0,0 0 0 0,0 0 0 0,0 0 1088 0,10 8 128 16,-10-8 16-16,10 8 16 0,-10-8-368 0,0 0-80 16,0 0-16-16,11 8 0 0,-1-1-112 0,-10-7-32 15,0 0 0-15,12 5 0 0,-12-5-48 0,13 1-16 16,-2 1 0-16,-11-2 0 0,0 0-128 0,15 0-16 16,-3 0-16-16,-12 0 0 0,14 2-96 0,1 1 0 15,0-1-16-15,-2-2 0 0,-13 0 96 0,15 0 32 16,0 0 0-16,-4 0 0 0,-11 0-48 0,0 0 0 0,12-2 0 15,-12 2 0-15,0 0-144 0,0 0-48 16,0 0 0-16,0 0 0 0,13 0-192 0,-13 0 176 0,0 0-176 0,0 0 160 16,0 0-160-16,0 0 0 0,0 0 0 0,0 0 128 15,0 0-128-15,0 0 0 0,0 0 0 0,0 0 0 16,0 0 0-16,0 0 0 0,0 0 0 0,0 0 0 16,0 0 0-16,0 0 0 0,0 0 0 0,0 0 0 15,0 0 0-15,0 0 0 0,0 0 0 0,0 0 0 16,0 0 0-16,0 0 0 0,0 0 0 0,-4 16 0 15,1-3 0-15,3 1 0 0,2-1 0 0,-2 1 0 16,-3 3 0-16,-1-1 0 0,1 1 0 0,3 1 128 16,0 1-128-16,2 1 0 0,1 0 0 0,-3 0 0 0,-3-1 0 15,-1 1 0-15,3-2 0 0,2-2 0 0,3-1 0 16,-3 0 128-16,-2 0-128 0,-1 1 0 0,2 1 0 16,0-1 0-16,-2-1 0 0,1 1 0 0,-4 4 144 0,1-2-144 15,4-2 160-15,-3 1-160 0,-3-1 0 0,1 1 0 16,0-3-128-16,5-14 128 15,-5 12-624-15,5-12-16 0,0 0 0 0,0 0-6864 16,0 0-1392-16</inkml:trace>
        </inkml:traceGroup>
        <inkml:traceGroup>
          <inkml:annotationXML>
            <emma:emma xmlns:emma="http://www.w3.org/2003/04/emma" version="1.0">
              <emma:interpretation id="{59E2A2D9-871A-4F74-9EED-6D3F13C03980}" emma:medium="tactile" emma:mode="ink">
                <msink:context xmlns:msink="http://schemas.microsoft.com/ink/2010/main" type="inkWord" rotatedBoundingBox="6327,6647 6576,6641 6579,6751 6330,6757"/>
              </emma:interpretation>
              <emma:one-of disjunction-type="recognition" id="oneOf2">
                <emma:interpretation id="interp2" emma:lang="" emma:confidence="0">
                  <emma:literal>.</emma:literal>
                </emma:interpretation>
                <emma:interpretation id="interp3" emma:lang="" emma:confidence="0">
                  <emma:literal>`</emma:literal>
                </emma:interpretation>
                <emma:interpretation id="interp4" emma:lang="" emma:confidence="0">
                  <emma:literal>~</emma:literal>
                </emma:interpretation>
                <emma:interpretation id="interp5" emma:lang="" emma:confidence="0">
                  <emma:literal>a</emma:literal>
                </emma:interpretation>
                <emma:interpretation id="interp6" emma:lang="" emma:confidence="0">
                  <emma:literal>s</emma:literal>
                </emma:interpretation>
              </emma:one-of>
            </emma:emma>
          </inkml:annotationXML>
          <inkml:trace contextRef="#ctx0" brushRef="#br0" timeOffset="7709.5383">3370 50 8687 0,'0'0'384'0,"0"0"80"0,0 0-464 0,0 0 0 0,0 0 0 0,-10-5 0 16,-5 0 576-16,4 0 32 0,-1-3 0 0,1 0 0 16,-2-3 32-16,1 1 0 0,1 0 0 0,-2 2 0 15,-4-1-128-15,4 1 0 0,5-3-16 0,-4 6 0 16,-2 3-48-16,2 2-16 0,12 0 0 0,0 0 0 0,-13 3-80 0,1 4-16 16,4 1 0-16,8-8 0 0,0 0-144 0,-11 10-16 15,-1 0-16-15,2-2 0 0,10-8-288 0,0 0-64 16</inkml:trace>
        </inkml:traceGroup>
      </inkml:traceGroup>
    </inkml:traceGroup>
  </inkml:traceGroup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17:07.066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8341D75C-A4B2-4EDD-A5FF-E7F24C658A96}" emma:medium="tactile" emma:mode="ink">
          <msink:context xmlns:msink="http://schemas.microsoft.com/ink/2010/main" type="writingRegion" rotatedBoundingBox="553,8971 12415,8403 12464,9433 603,10001"/>
        </emma:interpretation>
      </emma:emma>
    </inkml:annotationXML>
    <inkml:traceGroup>
      <inkml:annotationXML>
        <emma:emma xmlns:emma="http://www.w3.org/2003/04/emma" version="1.0">
          <emma:interpretation id="{0B073A13-C86D-4D5D-85B2-F6C0CE6289B8}" emma:medium="tactile" emma:mode="ink">
            <msink:context xmlns:msink="http://schemas.microsoft.com/ink/2010/main" type="paragraph" rotatedBoundingBox="553,8971 12415,8403 12464,9433 603,1000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F5A8FCF-342B-4DF4-9C88-133BBAF7618A}" emma:medium="tactile" emma:mode="ink">
              <msink:context xmlns:msink="http://schemas.microsoft.com/ink/2010/main" type="line" rotatedBoundingBox="553,8971 12415,8403 12464,9433 603,10001"/>
            </emma:interpretation>
          </emma:emma>
        </inkml:annotationXML>
        <inkml:traceGroup>
          <inkml:annotationXML>
            <emma:emma xmlns:emma="http://www.w3.org/2003/04/emma" version="1.0">
              <emma:interpretation id="{865ECAD4-1545-41B8-9075-57398ACF3E3A}" emma:medium="tactile" emma:mode="ink">
                <msink:context xmlns:msink="http://schemas.microsoft.com/ink/2010/main" type="inkWord" rotatedBoundingBox="561,9129 2828,9020 2857,9630 590,9738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-2 15 1839 0,'0'0'160'0,"0"0"-160"16,0 0 0-16,0 0 0 0,0 0 2752 0,0 0 528 16,10-5 112-16,-10 5 0 0,0 0-1904 0,0 0-384 15,0 0-80-15,0 0 0 0,8-6-448 0,-8 6-64 16,0 0-32-16,0 0 0 0,10-5-80 0,-10 5-16 16,0 0 0-16,0 0 0 0,0 0 272 0,0 0 48 15,0 0 16-15,0 0 0 0,0 0-192 0,0 0-32 16,0 0-16-16,8 10 0 0,-8-10-32 0,7 13-16 15,-7 0 0-15,0 0 0 0,-2 0-160 0,2 2-16 16,3 3-16-16,-3 0 0 0,-3-2-240 0,1 4 128 16,1 3-128-16,-1 0 0 0,1 0 160 0,1 2-160 15,0 4 160-15,0-3-160 0,1-1 160 0,1-2-160 16,-1-2 160-16,3 1-160 0,-3-3 192 0,3-1-48 0,1-3-16 0,0 0 0 16,-1-2 64-16,-4-13 0 0,9 10 0 0,-9-10 0 15,0 0 80-15,11 8 32 0,2-1 0 0,-13-7 0 16,13-2 144-16,-1-3 16 0,-1-1 16 0,1-3 0 15,-2 1-224-15,1-3-32 0,4-2-16 0,-2-1 0 16,0 3 48-16,2 3 16 0,1 0 0 0,4 1 0 16,-3 2 32-16,2 2 0 0,1-1 0 0,1 6 0 15,2-2-48-15,-3 2-16 0,-2-2 0 0,2 6 0 16,1 6-240-16,0-2 0 0,-1-2 0 0,-2 0 0 16,-5 2-512-16,-1-2 16 15,-2-1 0-15,-10-7 0 0,0 0-1360 0,0 0-256 16,0 0-64-16,0 0-10768 0</inkml:trace>
          <inkml:trace contextRef="#ctx0" brushRef="#br0" timeOffset="364.8229">438 140 15199 0,'0'0'672'0,"0"0"144"0,0 0-656 0,0 0-160 0,0 0 0 0,7 15 0 15,-7-15 256-15,6 18 32 0,-3 0 0 0,1-4 0 16,-4-14-64-16,3 17-16 0,-6 1 0 0,-1-2 0 15,4 1 432-15,4-1 96 0,-1-1 16 0,-1 3 0 16,-4 2 80-16,2-1 32 0,2-1 0 0,3 2 0 16,-2 1-224-16,0 1-64 0,0-2 0 0,-3-1 0 15,0 1-288-15,2-4-64 0,3-1-16 0,-2-2 0 16,-3-13-208-16,2 17 0 0,3-4 128 0,-5-13-128 16,0 0-512-1,0 0-128-15,0 0-48 0,0 0-6528 0,0 0-1296 0</inkml:trace>
          <inkml:trace contextRef="#ctx0" brushRef="#br0" timeOffset="813.0912">955 488 911 0,'0'0'0'0,"0"0"0"0,0 0 0 0,0 0 0 0,13 8 0 16,-13-8 0-16,12 7 2752 0,-12-7 480 0,0 0 96 0,13 1 0 15,-13-1-1872-15,14 0-384 0,1-1-80 0,-3-3-16 16,-12 4 80-16,16-6 16 0,2 1 0 0,-1-2 0 16,-3-1 80-16,3 0 0 0,-2 0 16 0,-1 1 0 15,1 2-272-15,0-1-64 0,-2-3-16 0,-13 9 0 16,15-8-368-16,-2 2-80 0,-13 6-16 0,11-12 0 16,-1 1-352-16,-2-3 0 0,-4-2 0 0,-3 3 128 15,1 1-128-15,-4 1-192 0,-1-2 64 0,-2 1 0 16,5 12-176-16,-5-11-16 0,0 1-16 0,-3 3 0 15,-2 3-176-15,0-1-16 16,-1 0-16-16,-1 0 0 0,-2 1-352 0,2 4-80 16,12 0-16-16,-15 5 0 0,-1-1-368 0,16-4-80 15,0 0-16-15</inkml:trace>
          <inkml:trace contextRef="#ctx0" brushRef="#br0" timeOffset="1157.9302">1439 542 14735 0,'0'0'640'0,"0"0"160"15,0 0-640-15,0 0-160 0,0 0 0 0,0 0 0 0,0 0 1392 0,0 0 240 0,0 0 48 0,0 0 16 16,-11-7-1104-16,2 1-208 0,3-1-64 0,6 7 0 16,-10-8 64-16,2 0 16 0,-2-4 0 0,2 3 0 15,1-3-112-15,2 2-32 0,-1-1 0 0,1 1 0 16,1-2-128-16,3-1-128 0,1-2 144 0,0 2-144 16,0 2 128-16,0 11-128 0,6-15 0 0,3-5 0 15,-1-8 128-15,2 5-128 0,0 5 0 0,1 4 0 16,2-1 176-16,0 2-176 0,-1 1 192 0,-2 4-192 15,-1 3 0-15,-9 5-144 0,14-3-16 0,-3 1-7216 16,-1 4-1456-16</inkml:trace>
          <inkml:trace contextRef="#ctx0" brushRef="#br0" timeOffset="1836.3883">2279 194 9215 0,'0'0'400'0,"0"0"96"0,0 0-496 0,0 0 0 16,0 0 0-16,0 0 0 0,-14 7 2400 0,2-3 384 0,1 1 80 0,-2-5 16 15,-2-3-2048-15,0 0-416 0,-1 0-80 0,1-2-16 16,0-4 80-16,2 3 16 0,-2 1 0 0,0 0 0 16,-3 0-416-16,4 2 0 0,-3 1 0 0,2 1 0 31,1 1-288-31,2 0-144 0,4 1-16 0</inkml:trace>
          <inkml:trace contextRef="#ctx0" brushRef="#br0" timeOffset="1577.1399">2079 71 11055 0,'0'0'976'0,"0"0"-784"0,0 0-192 0,0 0 0 16,0 0 1216-16,0 0 208 0,0 0 48 0,0 0 0 15,-5-13-1264-15,5 13-208 0,0 0 0 0,0 0-192 16,0 0 672-16,0 0 128 0,0 0 32 0,0 0 0 16,0 0 208-16,-6 11 48 0,6-11 16 0,-2 17 0 15,0 1-144-15,6 1-16 0,1 1-16 0,-2 1 0 16,-1 1-432-16,1 1-96 0,0 0-16 0,2 3 0 15,2 2-192-15,-2-2 144 0,-1-6-144 0,1 0 128 0,-3-2-128 16,1-2 0-16,1-1 0 0,-4-15 0 0,0 0 0 16,5 15 0-16,-5-15 0 0,0 0-176 15,0 0-480-15,0 0-112 0,0 0 0 0,0 0-9536 16</inkml:trace>
        </inkml:traceGroup>
        <inkml:traceGroup>
          <inkml:annotationXML>
            <emma:emma xmlns:emma="http://www.w3.org/2003/04/emma" version="1.0">
              <emma:interpretation id="{BAF5CC57-7A45-482B-AB80-2B49147C2971}" emma:medium="tactile" emma:mode="ink">
                <msink:context xmlns:msink="http://schemas.microsoft.com/ink/2010/main" type="inkWord" rotatedBoundingBox="3423,9061 5311,8971 5340,9574 3451,9664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931.223">2865 56 7359 0,'0'0'656'0,"0"0"-528"0,0 0-128 0,0 0 0 16,0 0 1792-16,0 0 336 0,0 0 64 0,0 0 16 16,0 0-1264-16,10-8-256 0,0 0-48 0,-10 8-16 15,0 0 192-15,8-10 32 0,2 0 16 0,2 2 0 16,1 0 32-16,-2-1 16 0,1 1 0 0,-1 0 0 15,-1 0-112-15,0 0-32 0,0-1 0 0,3 1 0 16,-2 2-288-16,2-1-64 0,2 0-16 0,-2 4 0 16,-13 3 16-16,15 2 0 0,0-1 0 0,-2 4 0 15,-3 2 16-15,0 1 0 0,0 0 0 0,-2 4 0 0,-3 3-272 0,1 1-160 16,-1 2 192-16,-1 2-192 0,-1-1 0 0,-2 4 0 16,-1 0 0-16,4 2 0 0,-1 0 0 15,-1-2 0-15,-2-4 0 0,-2-1 0 0,-1-1 0 0,3-1 0 16,0-1 0-16,-2 0 0 0,-3-2 0 0,0 0 0 15,0-1 0-15,-1-1 0 0,-4-1 0 0,2 1 0 16,1-1 0-16,1 0 0 0,-1 0 0 0,7-10 0 16,-12 8-160-16,4 0 160 0,8-8 0 0,-6 10 0 15,6-10 0-15,0 0 0 0,-5 10 0 0,5-10 0 16,0 0 0-16,3 13 0 0,-3-13 208 0,0 0-32 16,0 0-16-16,15 0 0 0,0 2 48 0,-2-2 16 15,-13 0 0-15,15-5 0 0,-2 0-224 0,-13 5 144 0,10-8-144 16,-10 8 128-16,14-7-128 0,-1 2 0 0,-13 5 0 15,10-6 0-15,-10 6-240 0,0 0 32 0,12-7 0 16,-12 7 0 0,0 0-688-16,13-6-128 0,-3-1-16 0,-10 7-7856 0,0 0-1552 0</inkml:trace>
          <inkml:trace contextRef="#ctx0" brushRef="#br0" timeOffset="3434.6628">3481-62 13183 0,'0'0'576'0,"0"0"128"0,0 0-560 0,0 0-144 16,8-8 0-16,-8 8 0 0,0 0 0 0,0 0 192 16,0 0-192-16,0 0 192 0,0 0 896 0,0 0 192 15,0 0 48-15,0 0 0 0,12 1-288 0,-12-1-48 16,0 0-16-16,9 12 0 0,-9-12-336 0,7 15-64 16,-2-4 0-16,-4 2-16 0,-1-13-336 0,0 17-64 15,0-1-16-15,0-1 0 0,0-15-144 0,0 16 0 0,-1-1 144 16,1 0-144-16,1 0 224 0,1-1-32 0,-2 0 0 0,2-1 0 15,-2 0 128-15,3 0 0 0,-3-13 16 0,3 16 0 16,2-1 144-16,0-3 32 0,-5-12 0 0,7 11 0 16,-1 4-64-16,1-4-16 0,-7-11 0 0,11 12 0 15,1-4-16-15,-2-1 0 0,-10-7 0 0,0 0 0 16,11 5-112-16,1-4-32 0,1-1 0 0,0-1 0 16,0-3-96-16,2-1-32 0,1-3 0 0,2 0 0 15,-3 0-16-15,0 1 0 0,0 2 0 0,1 0 0 16,0-3-128-16,1 1 192 0,-1 3-192 0,-1 2 192 15,-5 2-192-15,1-2 0 0,1-1 0 0,-1 5 0 16,-1 3-144-16,3-2-112 0,-1 0-32 0,-1 2 0 16,-1 3-2016-16,-2 2-416 15,1 3-80-15</inkml:trace>
          <inkml:trace contextRef="#ctx0" brushRef="#br0" timeOffset="3787.8516">3875 9 8287 0,'0'0'736'0,"0"0"-592"0,0 0-144 0,0 0 0 16,0 0 2288-16,0 0 416 0,10 6 96 0,-10-6 16 16,0 0-2288-16,0 13-528 0,0-13 0 0,0 15 0 15,-2-2 528-15,2 2 80 0,0 1 16 0,2 4 0 16,-1 0 0-16,2 3 0 0,-1 1 0 0,3 1 0 16,2 0-160-16,-1-1-16 0,-1 4-16 0,-2-2 0 15,1 2-224-15,-3-3-32 0,1-2-16 0,0-3 0 16,3-1-160-16,-2-2 0 0,-2-4 0 0,3 0 128 15,-1 0-128-15,-3-13-272 0,0 0 64 0,2 12-7104 16,-2-12-1424-16</inkml:trace>
          <inkml:trace contextRef="#ctx0" brushRef="#br0" timeOffset="4474.5264">4720 281 2751 0,'0'0'256'0,"0"0"-256"15,0 0 0-15,0 0 0 0,0 0 3776 0,0 0 720 16,0 0 144-16,-8 10 32 0,0-2-3664 0,8-8-736 16,0 0-144-16,-15 3-128 0,0 1 592 0,0-3 16 0,-1-2 0 0,3 1 0 15,-2 1-304-15,-1-1-64 0,-6 0-16 0,6 2 0 16,16-2-224-16,-18 6-256 0,1-1 48 0,1 0-9792 16</inkml:trace>
          <inkml:trace contextRef="#ctx0" brushRef="#br0" timeOffset="4214.632">4756 20 11055 0,'0'0'976'0,"0"0"-784"0,0 0-192 0,0 0 0 15,0 0 704-15,0 0 80 0,0 0 32 0,0 0 0 16,-15 5-816-16,2-2 0 0,0-1 0 0,13-2 0 15,-15 6 432-15,4-1 128 0,11-5 16 0,0 0 16 16,-15 10 48-16,2-2 0 0,13-8 0 0,-15 7 0 16,-1 0-304-16,1-1-48 0,0 1-16 0,2-2 0 15,13-5-272-15,-13 5-176 0,13-5 32 0,0 0 0 16,-15 4-1648-16,15-4-320 0</inkml:trace>
        </inkml:traceGroup>
        <inkml:traceGroup>
          <inkml:annotationXML>
            <emma:emma xmlns:emma="http://www.w3.org/2003/04/emma" version="1.0">
              <emma:interpretation id="{9B719D76-19EB-4B4F-8183-EAC50437436E}" emma:medium="tactile" emma:mode="ink">
                <msink:context xmlns:msink="http://schemas.microsoft.com/ink/2010/main" type="inkWord" rotatedBoundingBox="5914,8905 6953,8856 6990,9616 5950,9665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6534.3952">5355-119 3679 0,'0'0'320'0,"0"0"-320"0,0 0 0 0,0 0 0 15,0 0 1856-15,0 0 288 0,0 0 64 0,0 0 16 16,10-14-1424-16,0 3-288 0,-2 1-48 0,-8 10-16 0,8-8 144 15,-8 8 32-15,8-10 0 0,-1 0 0 0,0-1 144 0,-7 11 16 16,0 0 16-16,13-5 0 0,-13 5 112 0,13-5 32 16,-3-3 0-16,0 1 0 0,-10 7-224 0,13-2-32 15,1 1-16-15,-14 1 0 0,15-2-240 0,0 0-48 16,0-2-16-16,-2 2 0 0,-2 0-48 0,-1 2 0 16,-10 0 0-16,13 0 0 0,-13 0-16 0,12 2-16 15,-12-2 0-15,0 0 0 0,10 6-80 0,-2 3-16 16,-8-9 0-16,6 13 0 0,-6-13-192 0,4 15 0 15,-4-2 0-15,1 0 0 0,-2 0 0 0,-3 0 0 16,4-13-144-16,-6 15 144 0,-1 1-192 0,1-3 192 16,6-13-208-16,-10 12 80 0,0-2-48 0,2 0 0 15,0-1 0-15,8-9 0 0,0 0-128 0,0 0-16 16,-12 7-16-16,12-7 0 0,-8 5 96 0,8-5 32 0,0 0 0 16,0 0 0-16,0 0 208 0,0 0 208 0,0 0-32 0,0 0-16 15,0 0 128-15,0 0 32 0,0 0 0 0,0 0 0 16,0 0-112-16,15 3-16 0,-2 2 0 0,2 0 0 15,-1 0-192-15,1 2 176 0,0 1-176 0,0 2 160 16,-2 3-160-16,0 0 160 0,-3 0-160 0,1 2 160 16,1 0-160-16,-2 3 0 0,-1 0 0 0,0 1 0 15,-3 3 0-15,1-1 0 0,-1-1 0 0,3 3 0 16,-4 1 0-16,-2-1 0 0,-5-3 0 0,-1-2 0 16,-2-2 0-16,0-2 0 0,5-14 0 0,-10 11 0 15,2-1 0-15,-4-4 0 0,-2-1 0 0,-1-3 0 16,2-2-368-16,-2-2 48 0,-3-1 16 0,0 0 0 15,0 1-384-15,-2-1-80 0,2-4 0 0,0-2-6736 16,-2-6-1344-16</inkml:trace>
          <inkml:trace contextRef="#ctx0" brushRef="#br0" timeOffset="7093.0338">5948-119 4607 0,'0'0'400'0,"0"0"-400"0,11 3 0 0,-11-3 0 16,0 0 2976-16,10 6 512 0,-10-6 96 0,0 0 32 15,0 0-2976-15,0 0-640 0,0 0 0 0,0 0-144 16,0 0 144-16,0 0 0 0,0 0 0 0,0 0 0 16,0 0 192-16,0 0-16 0,0 0-16 0,0 0 0 15,0 0 80-15,0 0 16 0,-2 12 0 0,2-12 0 16,4 15 96-16,-4-2 32 0,0-13 0 0,-2 16 0 15,0-1 16-15,1-2 16 0,-1 0 0 0,0 0 0 0,2-13-96 0,4 18 0 16,1 2-16-16,-4 0 0 0,-4-2 32 0,1-2 16 16,4-1 0-16,-2-2 0 0,0-13-32 0,0 13 0 15,0-13 0-15,3 13 0 0,-3-13 192 0,0 0 16 16,10 14 16-16,0-6 0 0,-10-8 16 0,15 6 0 16,-1-1 0-16,3-3 0 0,1 1-80 0,-2-3-16 15,-1-1 0-15,2-1 0 0,-1-1-144 0,2-1-48 16,0 1 0-16,-2-2 0 0,-2-1-80 0,-1-1 0 15,0 0-16-15,2 4 0 0,-2 1-48 0,-2 1-128 16,-3-4 192-16,2 0-64 0,2 2-128 0,-12 3 0 16,13-4 0-16,-3 3 0 0,-10 1-192 0,15 0-80 15,-1 0-16-15,3 3 0 16,-6 0-800-16,4 1-176 0,-4 1-16 0,1 1-7376 16,-1 1-1472-16</inkml:trace>
          <inkml:trace contextRef="#ctx0" brushRef="#br0" timeOffset="7450.0477">6223-78 6447 0,'0'0'272'0,"0"0"80"0,10 13-352 0,-10-13 0 0,0 0 0 0,10 11 0 15,-3 2 2992-15,-7-13 528 0,5 13 96 0,-5-13 32 0,3 15-2128 16,0-2-432-16,-3-13-64 0,3 17-32 0,-1-1-32 0,1 1-16 16,1-1 0-16,-3 2 0 0,-1-2-368 0,2 4-64 15,0 0 0-15,1 3-16 0,-2 1-240 0,3 1-64 16,-1 0 0-16,4 1 0 0,-3 0-192 0,1 2 0 15,0 0 128-15,0 0-128 0,-1-3 0 0,2-3 0 16,1 1 0-16,-2-3-160 0,-2-5 32 0,0-2 0 16,-3-13 0-16,0 0 0 15,0 0-1984-15,0 0-400 0,0 0-80 0,0 0-16 16</inkml:trace>
        </inkml:traceGroup>
        <inkml:traceGroup>
          <inkml:annotationXML>
            <emma:emma xmlns:emma="http://www.w3.org/2003/04/emma" version="1.0">
              <emma:interpretation id="{4D490AA4-FC78-4769-9874-AFD60D28DF10}" emma:medium="tactile" emma:mode="ink">
                <msink:context xmlns:msink="http://schemas.microsoft.com/ink/2010/main" type="inkWord" rotatedBoundingBox="7669,8630 11457,8449 11507,9479 7718,9660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9852.8914">8454 141 13759 0,'0'0'608'16,"11"5"128"-16,-1-1-592 0,-10-4-144 0,0 0 0 0,15 1 0 0,-2-1 256 0,0-1 0 15,0-1 16-15,0-1 0 0,-3-1 528 0,2 1 96 16,1 0 32-16,0 0 0 0,-1-2 96 0,1-2 0 16,1-1 16-16,3-2 0 0,-1-1 0 0,1 1 0 15,-1 2 0-15,-3-2 0 0,-5-3-480 0,-1 1-112 16,-4 2 0-16,1-1-16 0,-3-1-432 0,2 1 0 15,2-2 0-15,-1 0 0 0,-4 1 0 0,-2 1 0 16,-1-1 0-16,-2 1 0 0,0-3-160 0,-2 1 160 0,-7 0 0 16,2 5-144-16,12 8-48 0,-11-8 0 0,-1 0 0 0,-1 1 0 31,-2 2-576-31,2 2-112 0,13 3-16 0,-15-2-16 16,-1 0-1680-16,3 2-336 0</inkml:trace>
          <inkml:trace contextRef="#ctx0" brushRef="#br0" timeOffset="10176.6379">8895 153 8287 0,'0'0'736'0,"0"0"-592"15,0 0-144-15,5 13 0 0,-5-13 3104 0,0 0 592 16,0 0 112-16,0 0 32 0,0 0-3024 0,0 0-608 16,-15-3-208-16,2-2 144 0,2-5 128 0,1-1 32 15,2-3 0-15,0 3 0 0,-1 1-64 0,9 10-16 16,-8-15 0-16,2 1 0 0,-6-1 32 0,6-2 0 16,1 1 0-16,3 1 0 0,2 4-128 0,3-2 0 15,-1-4-128-15,3 2 192 0,1 2 48 0,4 2 0 16,3 1 0-16,0 0 0 0,-1-1-64 0,1 1-16 15,4 2 0-15,-1-1 0 0,2-1 0 0,-3 4 0 16,-2 3 0-16,5-1 0 16,2 1-496-16,-2 3-112 0,-4 3 0 0</inkml:trace>
          <inkml:trace contextRef="#ctx0" brushRef="#br0" timeOffset="10813.7149">9706-74 20207 0,'0'0'896'0,"0"0"192"0,0 0-880 0,0 0-208 0,0 0 0 0,-13 7 0 16,3-2 224-16,-1 2 0 0,-3-1 0 0,1-3 0 0,-1-3 176 0,-1 0 48 15,0 0 0-15,-3 4 0 0,-3-1-128 0,-1-3 0 16,3-2-16-16,-3-1 0 0,-1-2-304 0,-1 2 0 16,-1 1 0-16,0 1-7040 15,1-1-1360-15</inkml:trace>
          <inkml:trace contextRef="#ctx0" brushRef="#br0" timeOffset="10576.9043">9680-270 11055 0,'0'0'976'0,"0"0"-784"0,11 3-192 0,-11-3 0 0,0 0 1664 0,0 0 272 0,0 0 64 0,0 0 16 0,0 0-1616 0,0 0-400 16,0 0 0-16,0 0 0 0,0 0 272 0,-8-8-16 15,-3 1-16-15,11 7 0 0,-15 7 208 0,0-2 32 16,2-5 16-16,0 1 0 0,-2 2-144 0,-1 2-32 15,-1 4 0-15,1-4 0 0,-2-7-320 0,1 2 128 16,-1 0-128-16,0 3 0 0,-1 4 0 0,0-4-256 0,5-6 32 0,1 3 16 31,-1 3-512-31,5 0-112 0,9-3 0 0,0 0-5024 0,0 0-992 0</inkml:trace>
          <inkml:trace contextRef="#ctx0" brushRef="#br0" timeOffset="8569.3522">7507 51 13823 0,'0'0'1216'0,"0"0"-960"0,0 0-256 0,0 0 0 16,0 0 2560-16,0 0 480 0,-7 12 96 0,7-12 0 0,-13 8-2624 0,0-2-512 15,-2-1 0-15,-1 0-240 0,-2-1 240 0,0 1 208 16,0-1-32-16,-2 1-16 0,-3-1-32 0,0-1-128 15,0 2 192-15,2 0-64 0,1 0-128 0,0-2 0 16,2 0 0-16,0 1 0 16,-2-1-640-16,2 0-96 0,2-1-32 0,3-1-6336 15,13-1-1280-15</inkml:trace>
          <inkml:trace contextRef="#ctx0" brushRef="#br0" timeOffset="8259.5399">7564-198 5519 0,'0'0'496'0,"0"0"-496"16,0 0 0-16,0 0 0 0,0 0 2688 0,0 0 448 15,0 0 96-15,0 0 16 0,0 0-2480 0,0 0-512 16,-10-4-80-16,10 4-32 0,-14-4 272 0,2 4 48 16,12 0 16-16,-15 8 0 0,1 0-80 0,-1-1-16 15,-2-3 0-15,-1 3 0 0,0 3-128 0,0 0-48 16,0-2 0-16,-3 0 0 0,-2 0-208 0,0 1 0 16,-2-1 0-16,1-2 0 0,1-2-160 0,1-1-80 15,1-1-16-15,0-1 0 16,-1 1-768-16,6-2-144 0,-4-2-48 0,20 2-6752 0</inkml:trace>
          <inkml:trace contextRef="#ctx0" brushRef="#br0" timeOffset="9315.404">7540 501 4607 0,'0'0'400'0,"0"0"-400"0,0 0 0 0,0 0 0 0,0 0 1712 0,0 0 256 15,0 0 48-15,5 10 16 0,-5-10-1472 0,0 0-304 16,0 0-48-16,0 0-16 0,0 0 288 0,0 0 48 15,0 0 16-15,0 0 0 0,0 0 0 0,0 0 0 16,0 0 0-16,0 0 0 0,0 0 176 0,0 0 48 16,0 0 0-16,13 1 0 0,-13-1-192 0,14 0-48 15,1-1 0-15,-2-3 0 0,-1 0-16 0,-1-3-16 16,1-1 0-16,1-4 0 0,0-1-112 0,2-3-32 16,5-6 0-16,-2-1 0 0,-2-3-352 0,4-3 0 15,3-4 0-15,0-2 0 0,-2-1-224 0,-1 2-112 16,-2 3-32-16,0 3 0 15,0 5-64-15,0 3-16 0,-2 5 0 0,1 2 0 0,-3 0 320 0,0 1 128 16,-14 12-128-16,11-6 128 0,-1 1 256 0,-10 5 144 0,0 0 32 0,11-5 0 16,-11 5-176-16,0 0-16 0,0 0-16 0,0 0 0 15,10-6-224-15,-10 6-128 0,10-9 128 0,-10 9-208 16,7-8 16-16,1-2 0 0,0 4 0 0,-1-1 0 16,-7 7 192-16,6-10 0 0,1 2 144 0,-7 8-144 15,1-10 384-15,-1 10 0 0,0-11-16 0,0 11 0 16,5-10 64-16,-5 10 16 0,0 0 0 0,0 0 0 15,4-10-128-15,-4 10-32 0,-5-11 0 0,5 11 0 16,0 0-288-16,0 0 160 0,0 0-160 0,-7-10 128 16,2 0-128-16,5 10 0 0,-8-7 0 0,-2-1 0 15,4 0 0-15,-3-2 0 0,1-3 0 0,-2 1 0 0,-1 3 0 16,3-5 192-16,1-2-192 0,-3 0 192 0,-3 4 144 16,-2-3 48-16,1-6 0 0,7 0 0 0,4-1-128 15,-5-1-32-15,-7-3 0 0,-2 1 0 0,-1 4-224 0,2 3 0 16,3 3 0-16,-4 1 0 0,-2-3 0 0,-1 1-240 15,2 6 48-15,0 2 16 16,1 1-640-16,3 2-128 0,1 2-16 0,-1-2-16 16,1 0-400-16,3 0-80 0,10 5-16 0,0 0-8256 0</inkml:trace>
          <inkml:trace contextRef="#ctx0" brushRef="#br0" timeOffset="13177.2626">10166-218 1839 0,'0'0'160'0,"0"0"-160"15,8-8 0-15,-8 8 0 0,0 0 1776 0,0 0 320 16,6-13 64-16,-6 13 16 0,0 0-832 0,10-12-176 16,-2 1-16-16,1 3-16 0,-9 8-112 0,9-9-32 0,0-1 0 0,1 2 0 15,-1 0-96-15,0-2-32 0,-4-1 0 0,1-1 0 16,1 1-224-16,-1-1-64 0,1 1 0 0,1-1 0 15,0 1-128-15,2 1-48 0,2 2 0 0,-1 0 0 16,-1-2 80-16,3 5 16 0,2 5 0 16,-2 0 0-16,0-4 16 0,0 4 0 0,0 2 0 0,0 1 0 15,1 2-16-15,0 2 0 0,3 1 0 0,-1 2 0 16,-6 3-112-16,-2-3 0 0,-8-10-16 0,7 13 0 16,-2 3-208-16,0 1-32 0,-5-1-128 0,-2 1 192 15,-1-1-192-15,-1 2 0 0,-1 2 0 0,1 0 0 16,-8 1-144-16,1 2 144 0,-3 1 0 0,0 1-144 15,-1-2 16-15,0 0 0 0,2-2 0 0,0 1 0 0,0-3 128 16,0 4-192-16,-1 0 192 0,3-3-192 0,1-4 192 16,4 1 0-16,-1-2 0 0,2-1 0 0,0 1 256 15,2-2 16-15,3-13 16 0,0 13 0 0,0-13 144 0,0 0 16 16,0 0 16-16,8 14 0 0,2-5 128 0,1 0 32 16,4-3 0-16,0-2 0 0,3-1-192 0,0-3-48 15,0-2 0-15,2 1 0 0,0-3-192 0,3 1-64 16,-1 0 0-16,-2-1 0 0,-2 1-128 0,-1 0 0 15,-4-2-192-15,-13 5 192 16,0 0-560-16,0 0 16 0,16-2 0 0,-16 2 0 16,0 0-2656-16,13 10-544 0</inkml:trace>
          <inkml:trace contextRef="#ctx0" brushRef="#br0" timeOffset="13411.6265">10907-88 25791 0,'0'0'2304'15,"0"0"-1856"-15,0 0-448 0,0 0 0 0,0 0 1232 0,0 0 160 0,0 0 16 0,0 0 16 16,0 0-1040-16,0 0-192 0,0 0-64 0,0 0 0 15,0 0-304-15,0 0-64 0,0 0-16 0,0 0-8896 16,0 0-1776-16</inkml:trace>
        </inkml:traceGroup>
        <inkml:traceGroup>
          <inkml:annotationXML>
            <emma:emma xmlns:emma="http://www.w3.org/2003/04/emma" version="1.0">
              <emma:interpretation id="{4D02A18E-47CC-4D9D-8004-0579BB3ECF02}" emma:medium="tactile" emma:mode="ink">
                <msink:context xmlns:msink="http://schemas.microsoft.com/ink/2010/main" type="inkWord" rotatedBoundingBox="12014,8707 12428,8688 12456,9268 12042,9288"/>
              </emma:interpretation>
              <emma:one-of disjunction-type="recognition" id="oneOf4">
                <emma:interpretation id="interp4" emma:lang="" emma:confidence="0">
                  <emma:literal>5</emma:literal>
                </emma:interpretation>
                <emma:interpretation id="interp5" emma:lang="" emma:confidence="0">
                  <emma:literal>s</emma:literal>
                </emma:interpretation>
                <emma:interpretation id="interp6" emma:lang="" emma:confidence="0">
                  <emma:literal>S</emma:literal>
                </emma:interpretation>
                <emma:interpretation id="interp7" emma:lang="" emma:confidence="0">
                  <emma:literal>{</emma:literal>
                </emma:interpretation>
                <emma:interpretation id="interp8" emma:lang="" emma:confidence="0">
                  <emma:literal>4</emma:literal>
                </emma:interpretation>
              </emma:one-of>
            </emma:emma>
          </inkml:annotationXML>
          <inkml:trace contextRef="#ctx0" brushRef="#br0" timeOffset="14062.5467">11863-430 6447 0,'0'0'576'0,"3"13"-576"0,-3-13 0 0,0 0 0 16,0 0 4576-16,0 0 800 0,-10 17 176 0,2-7 16 31,8-10-5120-31,-13 3-1024 0,0 2-192 0,1-2-64 0,-1-1 608 0,0-2 224 0,0-5-176 0,0-2 176 16,-2-1 0-16,3 2 0 0,3 4 0 0,-3-3 0 16,-1-3 0-16,0 1-144 0,1 2 144 0,-1 4 0 15,-2 4-128-15,1 2 128 0,0 1-128 0,1 4 128 16,-1 3-240-16,0 1 48 0,0-5 0 0,-1 5 0 15,-2 4 192-15,4-4-192 0,0-4 192 0,2 0-192 16,1-2 192-16,0-1 0 0,10-7 0 0,-8 5 0 16,8-5 0-16,0 0 0 0,-7 5 128 0,7-5-128 0,0 0 320 0,0 0 0 15,0 0 0-15,0 0 0 0,0 0 160 16,0 0 32-16,0 0 16 0,12 10 0 0,-12-10 48 0,0 0 16 16,0 0 0-16,11 8 0 0,-11-8-240 0,0 0-48 15,10 11-16-15,-3-1 0 0,-7-10-288 0,1 13 0 16,-1-1 128-16,0-1-128 0,2 2 0 0,-2-13 0 15,0 12 0-15,0-12 0 0,0 0 0 0,7 11 0 16,-7-11 0-16,0 0 0 0,3 15 224 0,-3-15-16 16,0 0 0-16,0 0 0 0,11 7 304 0,1-1 48 15,-1-3 16-15,1-1 0 0,-12-2-272 0,16-2-48 16,-1-1-16-16,-2 6 0 0,-3 4-32 0,1 0 0 16,3-1 0-16,-1 6 0 0,-3 2 64 0,-2 3 16 15,-2-1 0-15,2 2 0 0,1 0-16 0,-3 2 0 0,1 0 0 16,-4-1 0-16,-3-1-144 0,-2-1-128 0,1-1 192 0,-2-1-192 15,-2-3 0-15,0-1 0 0,-2-1 0 0,-1-2 0 16,-4-3-160-16,-1-2 16 0,-5-3 0 0,-3-3 0 31,-4-4-336-31,-4-1-64 0,-4-2-16 0</inkml:trace>
        </inkml:traceGroup>
      </inkml:traceGroup>
    </inkml:traceGroup>
  </inkml:traceGroup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17:38.068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9D2BF8BF-C80E-45D6-B10C-C6B25D08AF47}" emma:medium="tactile" emma:mode="ink">
          <msink:context xmlns:msink="http://schemas.microsoft.com/ink/2010/main" type="writingRegion" rotatedBoundingBox="19249,4150 25218,4112 25235,6736 19266,6774"/>
        </emma:interpretation>
      </emma:emma>
    </inkml:annotationXML>
    <inkml:traceGroup>
      <inkml:annotationXML>
        <emma:emma xmlns:emma="http://www.w3.org/2003/04/emma" version="1.0">
          <emma:interpretation id="{00BDC76D-7831-4E4D-8AC8-0705B15BE0EE}" emma:medium="tactile" emma:mode="ink">
            <msink:context xmlns:msink="http://schemas.microsoft.com/ink/2010/main" type="paragraph" rotatedBoundingBox="22292,4130 25218,4119 25220,4630 22294,4641" alignmentLevel="2"/>
          </emma:interpretation>
        </emma:emma>
      </inkml:annotationXML>
      <inkml:traceGroup>
        <inkml:annotationXML>
          <emma:emma xmlns:emma="http://www.w3.org/2003/04/emma" version="1.0">
            <emma:interpretation id="{ECA0129E-9807-40A6-BF2F-20689F2ABB53}" emma:medium="tactile" emma:mode="ink">
              <msink:context xmlns:msink="http://schemas.microsoft.com/ink/2010/main" type="inkBullet" rotatedBoundingBox="22292,4130 22984,4127 22986,4590 22294,4593"/>
            </emma:interpretation>
          </emma:emma>
        </inkml:annotationXML>
        <inkml:trace contextRef="#ctx0" brushRef="#br0">3087-930 5471 0,'0'0'240'0,"0"0"48"0,0 0-288 0,0 0 0 0,0 0 0 0,0 0 0 16,0 0 448-16,0 0 48 0,0 0 0 0,0 0 0 15,0 0 320-15,0 0 64 0,0 0 16 0,0 0 0 16,-8-13 112-16,8 13 16 0,0 0 16 0,0 0 0 16,0-12-240-16,3 1-48 0,1-3-16 0,-4 14 0 0,0 0 112 0,0 0 32 15,0 0 0-15,8-6 0 0,-8 6-128 0,8-8-32 16,-8 8 0-16,0 0 0 0,10-8-192 0,0 1-32 16,-10 7-16-16,10-7 0 0,-10 7-208 0,11-1-32 15,-11 1-16-15,0 0 0 0,15-2 32 0,-2 5 16 16,-13-3 0-16,10 5 0 0,-10-5 0 0,10 7 0 15,-2 3 0-15,-3 3 0 0,-2 0 16 0,2 0 0 16,-5-13 0-16,0 17 0 0,0 1-96 0,0-2-32 16,-2-3 0-16,-1 2 0 0,-2 1-160 0,0-1 0 15,0 0 0-15,-1-2 0 0,-4-2 0 0,2 3 0 16,0-1 0-16,-2 2 0 0,-2 1 0 0,1-1 0 16,-1-4 0-16,1 2 0 0,-2 0 0 0,1 1 0 15,1-5 0-15,1 1 0 0,0 0 0 0,3 0 0 0,7-10 0 16,0 0 0-16,-6 10 0 0,6-10 0 0,0 0 0 15,0 0 0-15,0 0 0 0,0 0 0 0,0 0 144 0,11 13-144 16,1-2 0-16,1-1 144 0,0-2-144 0,0-1 0 16,-13-7 160-16,17 5-160 0,-3 3 128 0,0-3-128 15,-1-3 0-15,0-2 0 0,-13 0 128 0,15 1-128 16,-4 1 0-16,-11-2 0 0,0 0 144 0,0 0-144 16,12 5 0-16,-12-5 0 0,0 0 0 0,0 0 0 31,0 0-1680-31,0 0-368 0,0 0-64 0,0 0 0 0</inkml:trace>
        <inkml:trace contextRef="#ctx0" brushRef="#br0" timeOffset="260.3197">3371-750 20271 0,'0'0'1792'0,"0"0"-1424"16,0 0-368-16,0 0 0 0,0 0 736 0,0 0 80 15,0 0 16-15,0 0 0 0,0 0-272 0,0 0-48 16,0 0-16-16,0 0 0 0,-6-11 16 0,6 11 0 16,-4-12 0-16,4 12 0 0,-1-11-352 0,1 11-160 15,-2-13 160-15,2 13-160 0,-1-12 0 0,1 12-240 16,0 0 32-16,0 0-7728 15,4-11-1536-15</inkml:trace>
        <inkml:trace contextRef="#ctx0" brushRef="#br0" timeOffset="712.7663">3711-1001 18943 0,'8'15'832'0,"-8"-15"192"0,0 0-832 0,0 0-192 0,7 11 0 0,-7-11 0 0,0 0 0 0,0 0-128 15,0 0 128-15,0 0-208 0,0 0 208 0,0 0 0 16,0 0 0-16,0 0 0 0,0 0 272 0,0 0-48 15,-15-1-16-15,4 2 0 0,11-1-80 0,-14 5-128 16,3 4 176-16,-1-6-176 0,1-3 160 0,11 0-160 16,0 0 128-16,0 0-128 0,0 0 0 0,-10 6 0 15,10-6 0-15,0 0 0 0,0 0 0 0,0 0 0 16,-5 14 128-16,5-14-128 0,0 0 0 0,3 14 192 16,4-1-192-16,0 1 192 0,-3-1-192 0,3 0 160 15,1 2-160-15,-1 3 160 0,-2 3 128 0,0 0 32 16,0-1 0-16,-4 1 0 0,3 1 112 0,-3 1 16 0,-1-2 16 15,0-1 0-15,-1-4-16 0,-3 1 0 0,1-3 0 16,0 3 0-16,3-17-128 0,0 0-48 0,-7 11 0 0,7-11 0 16,-11 7-272-16,11-7 0 0,-14-4 0 0,3 1 0 15,-2-2 0-15,1 0 0 0,1-1-160 0,-2-6 160 16,-5-1-224-16,1-2 32 0,1 1 0 0</inkml:trace>
      </inkml:traceGroup>
      <inkml:traceGroup>
        <inkml:annotationXML>
          <emma:emma xmlns:emma="http://www.w3.org/2003/04/emma" version="1.0">
            <emma:interpretation id="{DD0990DE-DEF8-4B3F-A092-2E134766DEDC}" emma:medium="tactile" emma:mode="ink">
              <msink:context xmlns:msink="http://schemas.microsoft.com/ink/2010/main" type="line" rotatedBoundingBox="24460,4127 25218,4124 25220,4630 24462,4633"/>
            </emma:interpretation>
          </emma:emma>
        </inkml:annotationXML>
        <inkml:traceGroup>
          <inkml:annotationXML>
            <emma:emma xmlns:emma="http://www.w3.org/2003/04/emma" version="1.0">
              <emma:interpretation id="{067527E0-5F80-4C72-ACC4-F7B097FD676B}" emma:medium="tactile" emma:mode="ink">
                <msink:context xmlns:msink="http://schemas.microsoft.com/ink/2010/main" type="inkWord" rotatedBoundingBox="24460,4127 25218,4124 25220,4630 24462,4633"/>
              </emma:interpretation>
              <emma:one-of disjunction-type="recognition" id="oneOf0">
                <emma:interpretation id="interp0" emma:lang="" emma:confidence="0">
                  <emma:literal>is</emma:literal>
                </emma:interpretation>
                <emma:interpretation id="interp1" emma:lang="" emma:confidence="0">
                  <emma:literal>. 5</emma:literal>
                </emma:interpretation>
                <emma:interpretation id="interp2" emma:lang="" emma:confidence="0">
                  <emma:literal>\ 5</emma:literal>
                </emma:interpretation>
                <emma:interpretation id="interp3" emma:lang="" emma:confidence="0">
                  <emma:literal>s</emma:literal>
                </emma:interpretation>
                <emma:interpretation id="interp4" emma:lang="" emma:confidence="0">
                  <emma:literal>i 5</emma:literal>
                </emma:interpretation>
              </emma:one-of>
            </emma:emma>
          </inkml:annotationXML>
          <inkml:trace contextRef="#ctx0" brushRef="#br0" timeOffset="1856.8999">5242-906 5519 0,'0'0'240'0,"0"0"64"0,0 0-304 0,0 0 0 0,0 0 0 0,0 0 0 16,0 0 2016-16,0 0 352 0,0 0 64 0,0 0 0 15,0 0-1792-15,0 0-384 0,7-8-64 0,-7 8 0 16,0 0 128-16,10-6 16 0,-10 6 16 0,10-7 0 16,-10 7 48-16,9-7 16 0,-9 7 0 0,0 0 0 15,0 0 240-15,10-6 48 0,-10 6 16 0,10-8 0 16,-2-1-128-16,1 1-16 0,-1 0-16 0,-8 8 0 15,6-10-144-15,-6 10-32 0,10-8 0 0,-10 8 0 16,8-8-48-16,-8 8-16 0,12-7 0 0,-2 1 0 16,0-4-16-16,-10 10-16 0,0 0 0 0,0 0 0 15,0 0 80-15,14 0 16 0,-14 0 0 0,0 0 0 16,0 0 48-16,8 10 16 0,-8-10 0 0,5 14 0 0,-6 3-224 0,-3 3-32 16,1 1-16-16,-2 0 0 0,-3-1-176 0,0-2 160 15,0-2-160-15,-2-1 160 0,0-2-160 0,0-1 0 16,2-2 0-16,8-10 0 0,-7 9 0 0,7-9 0 15,-9 7 0-15,9-7 0 0,0 0 0 0,0 0 0 16,-10 8 0-16,10-8 0 0,-12 5 0 0,2 0 0 16,0 2 0-16,1-1 0 0,-1-1 0 0,10-5 0 15,-13 7 0-15,0-4 0 0,3 0 0 0,10-3 0 16,0 0 0-16,-9 10 0 0,9-10 0 0,-4 10 0 16,4-10 0-16,-2 11 0 0,2-11 0 0,0 0 0 15,0 0 128-15,8 14-128 0,2-1 144 0,1-2-144 16,1-3 160-16,-1 2-160 0,3 0 208 0,-1 2-48 15,0-3-16-15,0 0 0 0,-3-3 112 0,0 2 32 16,-1 1 0-16,-9-9 0 0,0 0-96 0,0 0 0 0,0 0-16 16,0 0 0-16,14 6-176 0,-14-6 0 0,0 0 0 0,0 0 0 15,0 0 0-15,11-5 0 0,2 0-192 0,-13 5 192 32,5-14-768-32,-5 14-48 0,10-10 0 0,-10 10 0 15,10-7-1984-15,-10 7-400 0,0 0-64 0</inkml:trace>
          <inkml:trace contextRef="#ctx0" brushRef="#br0" timeOffset="2148.6956">5579-814 20271 0,'0'0'1792'0,"0"0"-1424"0,6 12-368 0,-6-12 0 0,0 0 640 0,0 0 48 16,0 0 16-16,0 0 0 0,-5 11-320 0,5-11-48 16,0 0-16-16,0 0 0 0,0 0 96 0,0 0 16 15,0 0 0-15,0 0 0 0,0 0-208 0,0 0-32 16,-6-8-16-16,6 8 0 0,-7-10-176 0,4 0-256 15,1-3 64-15,6 2-11264 0</inkml:trace>
          <inkml:trace contextRef="#ctx0" brushRef="#br0" timeOffset="2675.3789">5930-991 15663 0,'8'10'1392'0,"-8"-10"-1120"16,12 5-272-16,-12-5 0 0,0 0 0 0,0 0-256 15,0 0 64-15,10 1 0 0,-10-1 192 0,0 0 0 16,0 0 0-16,0 0-144 0,0 0 144 0,0 0 0 16,0 0 0-16,0 0 0 0,0 0 208 0,0 0-16 15,0 0-16-15,0 0 0 0,0 0 272 0,0 0 48 16,0 0 16-16,0 0 0 0,0 0-112 0,-12-1-16 16,1-1 0-16,-1 5 0 0,2 4-384 0,10-7 0 15,0 0 0-15,-15 3-176 0,1 1 176 0,-1-1 0 16,3 2 160-16,1 1-160 0,-1 3 0 0,3-1 0 15,9-8 0-15,-14 8 0 0,3 2 0 0,11-10 0 16,0 0 0-16,-8 8 0 0,8-8 0 0,-8 11 0 0,3 1 0 0,5-12 0 16,0 0 144-16,0 13-144 15,1-1 128-15,-1-12-128 0,0 0 128 0,10 14-128 0,0-1 128 0,0 1-128 16,-2-1 176-16,0 0-48 0,0 0-128 0,-1 0 192 16,-7-13 160-16,7 18 32 0,-1 0 0 0,-3 0 0 15,-3 0-32-15,2 4 0 0,1 1 0 0,-3 0 0 16,-3-2-96-16,-2-1-32 0,-1-4 0 0,-1-1 0 15,0-2-224-15,1-5 128 0,6-8-128 0,-13 7 0 16,0-2 0-16,1-5-128 0,-1-4-16 0,-2-2-6688 16,-4-4-1328-16</inkml:trace>
        </inkml:traceGroup>
      </inkml:traceGroup>
    </inkml:traceGroup>
    <inkml:traceGroup>
      <inkml:annotationXML>
        <emma:emma xmlns:emma="http://www.w3.org/2003/04/emma" version="1.0">
          <emma:interpretation id="{2AC8AF5F-6DF7-4D84-9BA3-4A410EA15F52}" emma:medium="tactile" emma:mode="ink">
            <msink:context xmlns:msink="http://schemas.microsoft.com/ink/2010/main" type="paragraph" rotatedBoundingBox="19252,5149 23918,5076 23943,6732 19278,680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840980F-FC34-4B89-9E7C-C14AC38D5F6E}" emma:medium="tactile" emma:mode="ink">
              <msink:context xmlns:msink="http://schemas.microsoft.com/ink/2010/main" type="line" rotatedBoundingBox="19252,5149 23918,5076 23926,5640 19261,5712"/>
            </emma:interpretation>
          </emma:emma>
        </inkml:annotationXML>
        <inkml:traceGroup>
          <inkml:annotationXML>
            <emma:emma xmlns:emma="http://www.w3.org/2003/04/emma" version="1.0">
              <emma:interpretation id="{7C24D9AB-507D-4854-AB54-E287F878348C}" emma:medium="tactile" emma:mode="ink">
                <msink:context xmlns:msink="http://schemas.microsoft.com/ink/2010/main" type="inkWord" rotatedBoundingBox="19252,5149 19663,5142 19670,5581 19259,5587"/>
              </emma:interpretation>
              <emma:one-of disjunction-type="recognition" id="oneOf1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3996.4493">12 0 911 0,'0'0'0'0,"0"0"0"0,0 0 0 0,0 0 0 0,0 0 0 0,0 0 0 16,0 0 2992-16,0 0 512 0,0 0 96 0,0 0 32 16,0 0-2288-16,0 0-464 0,0 0-96 0,0 0-16 15,0 0 128-15,0 0 32 0,0 0 0 0,-4 12 0 16,4-12 32-16,0 0 0 0,0 0 0 0,0 0 0 16,0 0-192-16,0 0-16 0,0 0-16 0,-1 13 0 15,1-13-128-15,0 0-32 0,0 0 0 0,1 16 0 16,-2-3-256-16,1 2-48 0,3 2-16 0,-1-3 0 15,-2 0-16-15,0 2-16 0,-2 2 0 0,0-2 0 16,2-1-48-16,0 2-16 0,0-1 0 0,0 0 0 0,0 1-160 0,-1-2 192 16,1-15-192-16,-5 14 192 0,3 3-192 0,2-6 0 15,0-11 0-15,0 0 128 0,0 0-128 0,-1 13 0 16,1-13 0-16,0 0 0 16,0 14-512-16,0-14-48 0,0 0 0 0,0 0 0 15,0 0-880-15,0 0-176 0,0 0-48 0,0 0-5888 16,0 0-1200-16</inkml:trace>
          <inkml:trace contextRef="#ctx0" brushRef="#br0" timeOffset="4624.2959">376 79 1839 0,'0'0'0'0,"0"0"160"0,0 0-160 0,0 0 0 0,0 0 0 0,0 0 0 0,0 0 672 15,0 0 96-15,0 0 32 0,0 0 0 0,0 0-320 0,8-8-64 16,-8 8-16-16,0 0 0 0,0 0 544 0,0 0 96 16,0 0 32-16,0 0 0 0,0 0 0 0,0 0 0 15,0 0 0-15,0 0 0 0,0 0-432 0,-11-2-96 16,11 2-16-16,-10-3 0 0,10 3-256 0,-12 3-48 15,12-3-16-15,-11 4 0 0,-1-3-208 0,12-1 0 16,-6 12 128-16,6-12-128 0,0 0 0 0,-10 5 0 16,-1 3 0-16,11-8 0 0,-7 13 0 0,0 2 144 15,-1-1-144-15,2 3 128 0,1-1 144 0,-2 1 32 16,1-3 0-16,1 5 0 0,1 0 224 0,1 1 48 16,0-2 16-16,-1-3 0 0,3-2-336 0,1 0-64 0,0-13 0 0,5 16-16 15,-2 2-176-15,4-4 192 0,-7-14-192 0,6 13 192 16,-1 3-48-16,2-4 0 0,-7-12 0 0,0 0 0 15,0 0-144-15,16 8 128 0,-1 2-128 0,-2-5 128 16,-13-5-128-16,0 0 0 0,15-5 0 0,-15 5 0 16,0 0 0-16,15-7 0 0,-4-1 0 0,-1-4 0 15,-2-1 0-15,0-3-176 0,-1-4 176 0,-2 0-128 16,0 1 128-16,0-1 0 0,0 0-144 0,-4-3 144 16,-2-1-256-16,1-2 0 0,1-4 16 0,-1 5 0 15,-3 2-592 1,0 2-128-16,-2 0-32 0</inkml:trace>
        </inkml:traceGroup>
        <inkml:traceGroup>
          <inkml:annotationXML>
            <emma:emma xmlns:emma="http://www.w3.org/2003/04/emma" version="1.0">
              <emma:interpretation id="{B3BFBB31-F962-49D2-AE2A-FC32DE1205F5}" emma:medium="tactile" emma:mode="ink">
                <msink:context xmlns:msink="http://schemas.microsoft.com/ink/2010/main" type="inkWord" rotatedBoundingBox="21181,5242 22019,5229 22026,5669 21187,5682"/>
              </emma:interpretation>
              <emma:one-of disjunction-type="recognition" id="oneOf2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6664.7784">2167 192 4607 0,'0'0'400'0,"0"0"-400"16,0 0 0-16,0 0 0 0,0 0 1232 0,0 0 176 16,5 9 16-16,-5-9 16 0,0 0-864 0,0 0-160 15,0 0-32-15,0 0-16 0,0 0 240 0,0 0 48 16,0 0 16-16,-12 4 0 0,12-4-64 0,0 0-16 16,-13 5 0-16,13-5 0 0,-13 2 16 0,13-2 0 15,0 0 0-15,0 0 0 0,-17 2-160 0,17-2-48 16,-16-7 0-16,3 1 0 0,1-3-400 0,12 9 0 0,0 0 128 0,0 0-128 15,-5-11 0-15,5 11 128 0,0 0-128 0,4-13 128 16,-8 0-128-16,4 13 128 0,0 0-128 0,12-9 128 16,-4-2 0-16,-8 11-128 0,8-12 192 0,2 6-64 15,5-1 0-15,-4 2 0 0,-11 5 0 0,12-3 0 16,-12 3 64-16,0 0 0 0,11 0 0 0,-11 0 0 16,0 0-16-16,0 0 0 0,0 0 0 0,0 0 0 15,0 0-176-15,4 13 128 0,-4-13-128 0,0 15 128 16,-2-2-128-16,2 0 0 0,2 0 144 0,-2 0-144 15,0-13 128-15,-2 15-128 0,2 0 128 0,3-3-128 16,-3-12 160-16,0 0-32 0,7 11-128 0,1 1 192 16,0-3-64-16,1 1 0 0,-9-10-128 0,11 12 192 15,-3 1 160-15,-3 2 32 0,-2-1 0 0,-1-4 0 0,-2-10-32 16,0 0 0-16,-5 20 0 0,-1-2 0 0,-1-3-352 16,0-4 128-16,7-11-128 0,-9 13 0 0,-1 2 0 0,2-2 0 15,8-13 0-15,-9 12 0 0,3-2 0 0,1 1 0 16,0 1 0-16,5-12 0 0,0 0 0 0,0 0 0 15,-2 18 0-15,6-4 0 16,-4-14-448-16,9 10-176 0,-9-10-16 0,12 8-16 0</inkml:trace>
          <inkml:trace contextRef="#ctx0" brushRef="#br0" timeOffset="6947.0272">2354 378 16575 0,'10'8'736'0,"-10"-8"160"0,0 0-720 0,0 0-176 0,0 0 0 0,0 0 0 16,0 0 480-16,0 0 64 0,0 0 16 0,0 0 0 15,0 0-176-15,0 0-48 0,3-13 0 0,-3 13 0 16,0 0 128-16,0 0 32 0,0 0 0 0,0 0 0 16,-3-15-304-16,3 2-64 0,0 1-128 0,0 12 192 15,0 0-848-15,6-9-176 0</inkml:trace>
          <inkml:trace contextRef="#ctx0" brushRef="#br0" timeOffset="7490.9754">2669 186 1839 0,'0'0'160'0,"13"3"-160"16,2 0 0-16,-2-1 0 0,0 0 3232 0,-13-2 608 0,11-5 128 0,-11 5 32 16,0 0-3280-16,0 0-720 0,12 0 0 0,-12 0 0 15,0 0 0-15,0 0 0 0,8-9 192 0,-8 9-64 16,5-13 144-16,-2 4 48 0,-3 9 0 0,0 0 0 16,0 0 160-16,0 0 32 0,-5-9 16 0,5 9 0 15,0 0-16-15,0 0-16 0,0 0 0 0,0 0 0 16,0 0-240-16,0 0-64 0,-11-3 0 0,-1 3 0 15,-1 3-64-15,2 1 0 0,-1 1-128 0,1-1 192 16,1 1-192-16,10-5 0 0,0 0 128 0,-11 9-128 16,-1-6 0-16,12-3 0 0,0 0 0 0,0 0 0 15,-13 3 0-15,13-3 0 0,0 0 0 0,0 0 0 16,0 0 0-16,0 0 0 0,-12 0 0 0,12 0 0 16,0 0 128-16,0 0-128 0,0 0 0 0,12 8 0 0,-1-1 128 15,1 1-128-15,-1 4 0 0,-2-1 0 0,-9-11 128 0,11 13-128 16,1 0 0-16,-4 4 0 0,-5 2 0 0,2-2 128 15,-5-17-128-15,5 18 0 0,-5 3 0 0,2 2 0 16,-1 2 128-16,-1-7-128 0,0-18 224 0,-3 13 0 16,0 0 0-16,3-13 0 0,0 0 64 0,0 0 16 15,-10 5 0-15,10-5 0 0,-12 8-304 0,12-8 0 16,-16 2 0-16,1-2 0 0,0 0 0 0,2-2-192 16,-2-1 192-16,2-4-192 0,-1-1-80 0,0 0-16 15,0-2 0-15,2 2-10256 0</inkml:trace>
          <inkml:trace contextRef="#ctx0" brushRef="#br0" timeOffset="14438.6653">2170 333 8575 0,'0'0'384'0,"0"0"64"0,0 0-448 0,0 0 0 15,0 0 0-15,0 0 0 0,0 0 656 0,0 0 48 16,0 0 0-16,0 0 0 0,10-4-32 0,-10 4 0 0,0 0 0 16,0 0 0-16,0 0-112 0,0 0-32 0,0 0 0 15,0 0 0-15,0 0-96 0,0 0-32 0,0 0 0 0,0 0 0 16,0 0 192-16,0 0 48 0,0 0 0 0,0 0 0 16,0 0-48-16,-4 14 0 0,6 4 0 0,-4-8 0 15,2-10-64-15,0 0-16 0,-9 8 0 0,9-8 0 16,-7 15-192-16,0-7-32 0,7-8-16 0,-11 4 0 15,11-4-80-15,-12 5 0 0,12-5-16 0,0 0 0 16,-11-2-32-16,0 2 0 0,-1 3 0 0,12-3 0 16,-13-10-144-16,3 2 0 0,2 0 0 0,0 1 0 15,-1 3 0-15,9 4 0 0,0 0 0 0,0 0 0 16,-8-10 0-16,0 1 0 0,-2 3 0 0,0 1 0 16,10 5 0-16,0 0 0 0,-11-7 0 0,11 7 0 15,0 0 0-15,-13-6 128 0,0-2-128 0,3 3 0 16,10 5 128-16,-8-7-128 0,1-3 0 0,7 10 128 0,0 0-128 15,0 0 0-15,-13-5 0 0,13 5 128 0,-8-8-128 0,8 8 0 16,0 0 144-16,0 0-144 0,-4-11 160 0,4 11-32 16,0 0-128-16,5-13 192 0,-1 1 32 0,-4 12 0 15,9-8 0-15,0-2 0 0,-1-1-32 0,0 2-16 16,-8 9 0-16,13-6 0 0,0-6-16 0,-1 1 0 16,-4-1 0-16,0 4 0 0,-8 8-160 0,0 0 0 15,12-6 0-15,-12 6 128 0,13-9-128 0,-3 3 0 16,-10 6 0-16,9-8 0 0,-9 8 0 0,14-9 0 15,-6 1 0-15,-8 8 0 0,0 0-224 0,0 0-80 16,10-10-16-16,-10 10 0 16,0 0-304-16,6-8-64 0,-6 8-16 0,0 0 0 15,4-11-448-15,-4 11-80 0,0 0-32 0</inkml:trace>
        </inkml:traceGroup>
        <inkml:traceGroup>
          <inkml:annotationXML>
            <emma:emma xmlns:emma="http://www.w3.org/2003/04/emma" version="1.0">
              <emma:interpretation id="{3D8A377C-C9E8-4514-8651-F4DE2E0FFC10}" emma:medium="tactile" emma:mode="ink">
                <msink:context xmlns:msink="http://schemas.microsoft.com/ink/2010/main" type="inkWord" rotatedBoundingBox="23628,5108 23918,5103 23925,5569 23635,5574"/>
              </emma:interpretation>
              <emma:one-of disjunction-type="recognition" id="oneOf3">
                <emma:interpretation id="interp7" emma:lang="" emma:confidence="0">
                  <emma:literal>5</emma:literal>
                </emma:interpretation>
                <emma:interpretation id="interp8" emma:lang="" emma:confidence="0">
                  <emma:literal>s</emma:literal>
                </emma:interpretation>
                <emma:interpretation id="interp9" emma:lang="" emma:confidence="0">
                  <emma:literal>S</emma:literal>
                </emma:interpretation>
                <emma:interpretation id="interp10" emma:lang="" emma:confidence="0">
                  <emma:literal>4</emma:literal>
                </emma:interpretation>
                <emma:interpretation id="interp11" emma:lang="" emma:confidence="0">
                  <emma:literal>g</emma:literal>
                </emma:interpretation>
              </emma:one-of>
            </emma:emma>
          </inkml:annotationXML>
          <inkml:trace contextRef="#ctx0" brushRef="#br0" timeOffset="17623.342">4660-16 1839 0,'0'0'0'0,"0"0"160"16,0 0-160-16,0 0 0 0,0 0 0 0,0 0 0 0,0 0 2560 0,0 0 464 16,0 0 112-16,0 0 0 0,0 0-1776 0,0 0-352 15,0 0-80-15,0 0-16 0,0 0 16 0,0 0 0 0,0 0 0 16,0 0 0-16,0 0-144 0,0 0-16 0,0 0-16 0,0 0 0 15,-12-12-192-15,1 6-48 0,-1 1 0 0,12 5 0 16,-11-2-160-16,-2 1-32 0,-4-1-16 0,4 2 0 16,0 2-112-16,0-1-32 0,0 1 0 0,0 0 0 15,1-2-16-15,1 1 0 0,11-1 0 0,-14 0 0 16,3-1-144-16,-1 1 0 0,12 0 144 0,-11 3-144 16,11-3 0-16,-12-2 144 0,3 1-144 0,9 1 0 15,0 0 160-15,0 0-160 0,0 0 128 0,0 0-128 16,0 0 160-16,0 0-160 0,0 0 192 0,0 0-192 15,0 0 256-15,0 0-48 0,0 0-16 0,0 0 0 16,0 0-16-16,0 0-16 0,0 0 0 0,-5 13 0 16,5-13-160-16,-4 13 0 0,4-13 144 0,0 0-144 0,-3 11 0 15,3-11 0-15,-8 10 0 0,8-10 0 16,-2 15 0-16,1-4 128 0,1-11-128 0,-4 15 0 0,1-2 0 0,3-1 0 16,0-12 0-16,-2 13 0 0,-1 0 0 0,3-13 0 15,-3 13 0-15,0 0 0 0,-2 0 0 0,5-13 0 16,-2 12 0-16,2-12 0 0,0 0 0 0,0 0 0 15,0 0 0-15,0 0 0 0,0 0 0 0,0 0 0 16,0 0 0-16,0 0 0 0,0 0 0 0,0 0 0 16,11-5-144-16,-11 5 144 0,14-3 0 0,-14 3 0 15,13-5 0-15,0 0 0 0,2 0 0 0,-2 0 0 16,-2 0 0-16,-11 5 0 0,18 3 0 0,-3 2 0 16,-15-5 0-16,17 2 0 0,-4 1 0 0,0 2 0 15,-2 2 0-15,-1-1 0 0,-10-6 0 0,12 10 0 16,-3-2 0-16,0 1 0 0,-3-1 0 0,-1 5 0 0,-3 0 0 15,-1-3 0-15,-1-10 0 0,0 13 0 0,0 3 0 16,-1-2 0-16,1-14 0 0,-5 14 0 0,2 3 0 0,-2-2 0 16,-4-4 0-16,1 2 0 0,0 2 0 0,1-2 128 15,1-1-128-15,-1-3 0 0,-3 1 0 0,1-2-176 16,-1-1 176-16,0-2-160 0,-2-3 160 0,-1 1-160 16,-1 2 160-16,-1-5-208 0,0-5 80 0,-1 3 128 31,-1 2-752-31,1-3-16 0,-2-4-16 0</inkml:trace>
        </inkml:traceGroup>
      </inkml:traceGroup>
      <inkml:traceGroup>
        <inkml:annotationXML>
          <emma:emma xmlns:emma="http://www.w3.org/2003/04/emma" version="1.0">
            <emma:interpretation id="{5E81DDAB-FE81-4470-B8A3-BA61B0DEFEA3}" emma:medium="tactile" emma:mode="ink">
              <msink:context xmlns:msink="http://schemas.microsoft.com/ink/2010/main" type="line" rotatedBoundingBox="20148,6264 23199,6245 23202,6749 20152,6768"/>
            </emma:interpretation>
          </emma:emma>
        </inkml:annotationXML>
        <inkml:traceGroup>
          <inkml:annotationXML>
            <emma:emma xmlns:emma="http://www.w3.org/2003/04/emma" version="1.0">
              <emma:interpretation id="{8949A95A-940F-45CC-8774-8A0A2BA08565}" emma:medium="tactile" emma:mode="ink">
                <msink:context xmlns:msink="http://schemas.microsoft.com/ink/2010/main" type="inkWord" rotatedBoundingBox="20148,6264 20975,6259 20977,6704 20151,6709"/>
              </emma:interpretation>
              <emma:one-of disjunction-type="recognition" id="oneOf4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21561.2705">1183 1310 911 0,'0'0'0'16,"0"0"0"-16,0 0 0 0,0 0 0 0,0 0 1552 0,0 0 240 16,0 0 32-16,0 0 16 0,0 0-1264 0,0 0-256 15,-9 7-64-15,9-7 0 0,0 0 16 0,0 0 0 16,0 0 0-16,0 0 0 0,0 0 176 0,0 0 48 16,0 0 0-16,0 0 0 0,-12 3 240 0,12-3 48 15,-10 0 16-15,10 0 0 0,-11 8-192 0,1-1-32 16,10-7-16-16,-12 3 0 0,1-5-304 0,11 2-64 15,0 0-16-15,0 0 0 0,-10-5-176 0,10 5 0 16,-8-9 0-16,5-1 128 0,3 10-128 0,0 0 0 16,-2-17 0-16,0 4 0 0,2 2 0 0,0 11 0 15,0 0 0-15,7-10 128 0,0-2-128 0,-7 12 0 16,0 0 0-16,9-6 128 0,-9 6-128 0,0 0 0 0,0 0 0 16,0 0 128-16,13-2 96 0,-13 2 16 0,0 0 0 0,14 0 0 15,-3 2-32-15,-11-2 0 0,15 0 0 0,-4 0 0 16,-11 0-80-16,0 0-128 0,13 0 176 0,-1-2-176 15,-1-1 144-15,-11 3-144 0,0 0 0 0,0 0 144 16,15-3-16-16,-15 3 0 0,13 3 0 0,-13-3 0 16,0 0 112-16,0 0 16 0,0 0 0 0,0 0 0 15,4 13 96-15,-4 2 32 0,0 3 0 0,-4 0 0 16,-1 0-80-16,-1 0-16 0,-1 0 0 0,1 2 0 16,-1 1 64-16,1-1 16 0,-3-2 0 0,3-2 0 15,-1-4-48-15,7-12 0 0,-5 13 0 0,2-2 0 16,3-11-320-16,-5 12 128 0,5-12-128 0,0 0 0 15,0 0 0-15,0 0 0 0,0 0 0 0,0 0 0 0,0 0 0 16,0 0 0-16,0 0-144 0,0 0 144 16,0 0-448-16,0 0-32 0,0 0 0 0,0 0-6768 15,0 0-1360-15</inkml:trace>
          <inkml:trace contextRef="#ctx0" brushRef="#br0" timeOffset="21825.1281">1357 1369 5519 0,'0'0'240'0,"0"0"64"0,0 0-304 0,0 0 0 0,0 0 0 16,0 0 0-16,12 5 2336 0,-12-5 416 0,0 0 64 0,0 0 32 15,0 0-1312-15,0 0-272 0,0 0-48 0,0 0-16 16,0 0-192-16,0 0-48 0,0 0 0 0,0 0 0 16,0 0-544-16,0 0-112 0,0 0-32 0,0 0 0 15,0 0-272-15,0-11-144 0,10 1 16 0</inkml:trace>
          <inkml:trace contextRef="#ctx0" brushRef="#br0" timeOffset="22422.3784">1717 1253 9327 0,'0'0'400'0,"0"0"112"0,0 0-512 0,0 0 0 0,0 0 0 0,0 0 0 15,0 0 464-15,0 0 0 0,0 0 0 0,0 0 0 16,0 0 112-16,-3-14 32 0,3 6 0 0,0 8 0 15,0 0-144-15,0 0-16 0,0 0-16 0,0 0 0 16,0 0 16-16,0 0 0 0,0 0 0 0,0 0 0 16,0 0 48-16,0 0 16 0,0 0 0 0,0 0 0 15,0 0-128-15,0 0-32 0,-10 4 0 0,10-4 0 16,-10 1-160-16,10-1-16 0,-13 7-16 0,3-1 0 16,2-1-160-16,8-5 0 0,-12 7 144 0,12-7-144 15,-10 5 0-15,10-5 0 0,0 0 0 0,0 0 0 16,0 0 0-16,0 0 0 0,0 0 0 0,0 0 0 15,0 0 144-15,0 0-144 0,0 0 192 0,0 0-192 16,0 13 128-16,0-13-128 0,0 0 0 0,4 15 0 16,1-2 144-16,0 0-144 0,-5-13 0 0,4 18 144 0,1 2-144 0,0-1 128 15,-3 1-128-15,-2-2 128 0,0-3 16 16,0 1 0-16,0 4 0 0,0-2 0 0,-2-3 256 0,2 0 48 16,-1-2 16-16,-1-2 0 0,2-11-176 0,0 0-32 15,0 0-16-15,0 0 0 0,-7 10-240 0,7-10 0 16,-6 8 0-16,6-8 0 0,0 0 0 0,-13-1 0 15,-2 1 0-15,2-2 0 0,13 2-160 0,-17-7 160 16,-1-1-128-16,2 2 128 16,1 1-2048-16,2 0-336 0</inkml:trace>
          <inkml:trace contextRef="#ctx0" brushRef="#br0" timeOffset="20909.0151">890 1116 13183 0,'0'0'576'0,"0"0"128"0,0 0-560 0,0 0-144 0,0 0 0 0,0 0 0 16,10 10 256-16,-10-10 32 0,3 13 0 0,-3-13 0 16,0 0 160-16,0 0 48 0,0 0 0 0,0 0 0 15,13 4 208-15,-13-4 32 0,0 0 16 0,0 0 0 16,0 0-48-16,0 0-16 0,11 6 0 0,-11-6 0 16,10 8-112-16,-10-8-32 0,0 0 0 0,0 0 0 15,0 0-192-15,0 0-32 0,0 0-16 0,0 0 0 16,5 14-48-16,-5-14 0 0,0 0 0 0,0 0 0 15,4 13 16-15,-4-13 0 0,-2 14 0 0,2-14 0 16,2 14-16-16,-4-3-16 0,2 2 0 0,0-13 0 0,3 15-32 0,0-2 0 16,-3-13 0-16,2 20 0 0,0-2-16 0,-1-2 0 15,-1-16 0-15,2 20 0 0,1 0-16 0,1-2-16 16,-4-2 0-16,0-1 0 0,1-2-160 0,-1-2 0 16,0-11 0-16,-1 15 0 0,1 0 0 0,0-2 0 15,0-13 0-15,0 12 0 0,0-12 0 0,0 0 0 16,0 0 0-16,0 0-176 15,-2 11-256-15,2-11-48 0,0 12-16 0,0-12 0 16,0 0-1440-16,0 0-304 0</inkml:trace>
        </inkml:traceGroup>
        <inkml:traceGroup>
          <inkml:annotationXML>
            <emma:emma xmlns:emma="http://www.w3.org/2003/04/emma" version="1.0">
              <emma:interpretation id="{B453B38E-CC9D-4666-B5F2-B9EA1B7B3577}" emma:medium="tactile" emma:mode="ink">
                <msink:context xmlns:msink="http://schemas.microsoft.com/ink/2010/main" type="inkWord" rotatedBoundingBox="22261,6321 22332,6320 22334,6621 22263,6621"/>
              </emma:interpretation>
              <emma:one-of disjunction-type="recognition" id="oneOf5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30926.4188">3073 1172 3679 0,'0'0'320'0,"0"0"-320"0,0 0 0 0,0 0 0 16,0 0 1456-16,0 0 208 0,0 0 64 0,0 0 0 16,0 0-864-16,0 0-160 0,0 0-48 0,0 0 0 15,0 0-144-15,0 0-16 0,0 0-16 0,0 0 0 16,0 0 160-16,0 0 48 0,0 0 0 0,0 0 0 0,0 0 80 0,1 12 0 15,-1-12 16-15,0 0 0 0,0 0-48 0,0 0-16 16,0 0 0-16,-3 13 0 0,0-2-208 0,3-11-32 16,-5 10-16-16,5-10 0 0,-4 17-80 0,3-3 0 15,-1 1-16-15,1-3 0 0,1-12-80 0,0 13-16 16,-2 0 0-16,2 0 0 0,0-13-64 0,-2 16-16 16,-1 1 0-16,0-2 0 0,3-15-192 0,-5 16 176 15,0 0-176-15,2-1 160 0,-2-2-160 0,0 0 0 16,-2 2 144-16,7-15-144 0,0 0 0 0,-5 12 0 15,-1-2 0-15,6-10 0 0,0 0 0 0,0 0 0 16,0 0 0-16,0 0 0 16,0 0-544-16,0 0-32 0,0 0 0 0,0 0-10768 0</inkml:trace>
        </inkml:traceGroup>
        <inkml:traceGroup>
          <inkml:annotationXML>
            <emma:emma xmlns:emma="http://www.w3.org/2003/04/emma" version="1.0">
              <emma:interpretation id="{22DCCEB7-6878-47BE-8BD1-1DCA22FB45DF}" emma:medium="tactile" emma:mode="ink">
                <msink:context xmlns:msink="http://schemas.microsoft.com/ink/2010/main" type="inkWord" rotatedBoundingBox="22454,6250 23199,6245 23202,6749 22457,6754"/>
              </emma:interpretation>
              <emma:one-of disjunction-type="recognition" id="oneOf6">
                <emma:interpretation id="interp14" emma:lang="" emma:confidence="0">
                  <emma:literal>4.5</emma:literal>
                </emma:interpretation>
                <emma:interpretation id="interp15" emma:lang="" emma:confidence="0">
                  <emma:literal>4 s</emma:literal>
                </emma:interpretation>
                <emma:interpretation id="interp16" emma:lang="" emma:confidence="0">
                  <emma:literal>4 S</emma:literal>
                </emma:interpretation>
                <emma:interpretation id="interp17" emma:lang="" emma:confidence="0">
                  <emma:literal>4.S</emma:literal>
                </emma:interpretation>
                <emma:interpretation id="interp18" emma:lang="" emma:confidence="0">
                  <emma:literal>4 :</emma:literal>
                </emma:interpretation>
              </emma:one-of>
            </emma:emma>
          </inkml:annotationXML>
          <inkml:trace contextRef="#ctx0" brushRef="#br0" timeOffset="31503.6109">3214 1182 11055 0,'0'0'976'15,"0"0"-784"-15,6 10-192 0,-6-10 0 0,0 0 336 0,0 0 32 16,0 0 0-16,0 0 0 0,0 0-368 0,0 0 0 16,0 0-160-16,0 0 160 0,0 0 0 0,0 0 0 15,0 0 0-15,0 0 0 0,0 0 384 0,0 0 64 16,0 0 32-16,0 0 0 0,0 0 256 0,-1 13 48 15,1-13 16-15,-2 15 0 0,0 0-160 0,1-2-16 16,1-13-16-16,0 0 0 0,-2 14-224 0,0 0-64 16,2-14 0-16,-3 13 0 0,3-13-112 0,-1 14-16 15,-1 1-16-15,2-15 0 0,0 0-176 0,0 0 192 0,0 0-192 0,-2 15 192 16,1 0-192-16,1-15 0 0,0 0 0 16,-2 15 0-16,0-1 0 0,2-1 0 0,0-13 0 0,0 0 128 15,0 0 64-15,2 15 0 0,3-2 0 16,-5-13 0-16,0 0 96 0,0 0 32 0,0 0 0 0,3 12 0 15,-3-12-64-15,0 0 0 0,0 0 0 0,0 0 0 16,10 6-128-16,0-1-128 0,0-1 144 0,-10-4-144 16,13 0 128-16,-13 0-128 0,15-2 0 0,-2 4 0 15,0-4 128-15,0 0-128 0,-13 2 0 0,16-3 0 16,-1 1 0-16,0 1 128 0,-15 1-128 0,13 0 0 16,-13 0 0-16,0 0 0 0,15 0 0 0,-4 0 0 15,-11 0 0-15,0 0-160 0,12-4 32 0,1 3-7072 16,0 1-1408-16</inkml:trace>
          <inkml:trace contextRef="#ctx0" brushRef="#br0" timeOffset="31878.4382">3401 1233 19343 0,'3'18'1728'0,"-3"-18"-1392"16,13 8-336-16,-13-8 0 0,0 0 320 0,0 0-16 0,0 0 0 16,0 0 0-16,0 0-304 0,0 0-272 0,0 0 48 0,0 0 16 15,0 0 208-15,0 0 128 0,0 0 0 0,0 0-128 16,0 0 352-16,-3 13-32 0,1 0-16 0,-1-1 0 15,3-12 80-15,-8 13 0 0,0 2 16 0,1-2 0 16,-3-3-80-16,5 3 0 0,2 0-16 0,0 0 0 16,3-13-304-16,-2 13 160 0,5-1-160 0,-3-1 128 15,0-11-128-15,-1 15 0 0,2 1 0 0,-1-2 128 16,0-14-128-16,-1 14 0 0,-1 1 0 0,2 0 0 16,0 0 0-16,2-1 0 0,-1 0 0 0,1-1-176 15,0 0-352-15,1 0-80 16,2-3-16-16,-5-10-6064 0,0 0-1216 0</inkml:trace>
          <inkml:trace contextRef="#ctx0" brushRef="#br0" timeOffset="32167.9536">3560 1428 24351 0,'0'0'1088'0,"0"0"208"0,0 0-1040 0,0 0-256 0,0 0 0 0,0 0 0 15,0 0 0-15,0 0-256 0,0 0 64 0,0 0 0 16,3-11 192-16,-3 11 0 0,5-12 0 0,-5 12 0 15,5-13 0-15,-5 13-176 0,0 0 176 0,3-13-208 32,-3 13-1776-32,0 0-368 0</inkml:trace>
          <inkml:trace contextRef="#ctx0" brushRef="#br0" timeOffset="32685.0373">3926 1210 11967 0,'0'0'1072'0,"0"0"-864"15,0 0-208-15,0 0 0 0,0 0 768 0,0 0 96 16,0 0 32-16,8-13 0 0,-1 0-768 0,-7 13-128 16,0 0 0-16,0-15-128 0,-2-2 128 0,-1 4 0 15,-2 0 0-15,5 13 0 0,-8-11 0 0,-2 4 0 16,0 2 0-16,10 5 0 0,-11-5 144 0,-1 4 64 16,1 1 16-16,-1 3 0 0,1 2 16 0,11-5 0 15,-12 5 0-15,12-5 0 0,-11 6-64 0,11-6-16 0,-12 5 0 0,12-5 0 16,0 0 48-16,0 0 16 0,0 0 0 0,-6 10 0 15,6-10-48-15,-5 12-16 0,5-12 0 0,0 0 0 16,-2 14-160-16,2 3 192 0,0-1-192 0,3-3 192 16,-3-13-16-16,0 0 0 0,7 17 0 0,-1-2 0 15,1-1 96-15,0 1 32 0,-7-15 0 0,8 15 0 16,0-2-64-16,0-2-16 0,-8-11 0 0,10 14 0 16,-3-1 32-16,-3 0 0 0,0 2 0 0,-4-15 0 15,0 0 80-15,3 11 32 0,-3-11 0 0,2 15 0 16,-4-2-224-16,0 0-144 0,2-13 192 0,-6 12-192 15,6-12 0-15,-10 9 0 0,2 0 0 0,8-9 0 16,-12 1 0-16,12-1 0 0,-13 5 0 0,2-5 0 16,-6-5-368-16,4-1 32 0,-2-4 0 0,2 2-9936 15</inkml:trace>
        </inkml:traceGroup>
      </inkml:traceGroup>
    </inkml:traceGroup>
  </inkml:traceGroup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18:39.263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16CCB16-19C5-43C8-AF38-C690BC568909}" emma:medium="tactile" emma:mode="ink">
          <msink:context xmlns:msink="http://schemas.microsoft.com/ink/2010/main" type="writingRegion" rotatedBoundingBox="2533,11395 10478,11383 10481,13182 2535,13194"/>
        </emma:interpretation>
      </emma:emma>
    </inkml:annotationXML>
    <inkml:traceGroup>
      <inkml:annotationXML>
        <emma:emma xmlns:emma="http://www.w3.org/2003/04/emma" version="1.0">
          <emma:interpretation id="{50ED48BE-0E67-475A-986D-CB615CD26C55}" emma:medium="tactile" emma:mode="ink">
            <msink:context xmlns:msink="http://schemas.microsoft.com/ink/2010/main" type="paragraph" rotatedBoundingBox="5695,11306 10479,11384 10470,11942 5686,11863" alignmentLevel="2"/>
          </emma:interpretation>
        </emma:emma>
      </inkml:annotationXML>
      <inkml:traceGroup>
        <inkml:annotationXML>
          <emma:emma xmlns:emma="http://www.w3.org/2003/04/emma" version="1.0">
            <emma:interpretation id="{3FD72831-E041-4C31-A5CE-BFF7F2FE30D3}" emma:medium="tactile" emma:mode="ink">
              <msink:context xmlns:msink="http://schemas.microsoft.com/ink/2010/main" type="line" rotatedBoundingBox="5695,11306 10479,11384 10470,11942 5686,11863"/>
            </emma:interpretation>
          </emma:emma>
        </inkml:annotationXML>
        <inkml:traceGroup>
          <inkml:annotationXML>
            <emma:emma xmlns:emma="http://www.w3.org/2003/04/emma" version="1.0">
              <emma:interpretation id="{F0080896-D7F3-4499-8134-92CE6F2B5642}" emma:medium="tactile" emma:mode="ink">
                <msink:context xmlns:msink="http://schemas.microsoft.com/ink/2010/main" type="inkWord" rotatedBoundingBox="5692,11474 6256,11483 6250,11791 5687,11782"/>
              </emma:interpretation>
              <emma:one-of disjunction-type="recognition" id="oneOf0">
                <emma:interpretation id="interp0" emma:lang="" emma:confidence="0">
                  <emma:literal>or</emma:literal>
                </emma:interpretation>
                <emma:interpretation id="interp1" emma:lang="" emma:confidence="0">
                  <emma:literal>ur</emma:literal>
                </emma:interpretation>
                <emma:interpretation id="interp2" emma:lang="" emma:confidence="0">
                  <emma:literal>Or</emma:literal>
                </emma:interpretation>
                <emma:interpretation id="interp3" emma:lang="" emma:confidence="0">
                  <emma:literal>of</emma:literal>
                </emma:interpretation>
                <emma:interpretation id="interp4" emma:lang="" emma:confidence="0">
                  <emma:literal>Jr</emma:literal>
                </emma:interpretation>
              </emma:one-of>
            </emma:emma>
          </inkml:annotationXML>
          <inkml:trace contextRef="#ctx0" brushRef="#br0">3150-809 1839 0,'0'0'160'0,"0"0"-160"0,0 0 0 0,0 0 0 15,0 0 2304-15,0 0 416 0,0 0 96 0,0 0 0 16,0 0-1616-16,0 0-336 0,0 0-64 0,0 0-16 16,0 0-16-16,0 0 0 0,0 0 0 0,0 0 0 15,0 0-64-15,0 0 0 0,14 5-16 0,-14-5 0 16,12-2 48-16,-12 2 16 0,0 0 0 0,16 4 0 15,-1-3 48-15,-2-1 16 0,-13 0 0 0,15-1 0 16,1-1 16-16,-1-1 0 0,-2-4 0 0,0 2 0 0,2 0-224 0,0-1-32 16,-5-4-16-16,0 2 0 0,3-1-176 0,-3-2-16 15,-4-2-16-15,1 1 0 0,-1 1-176 0,-1-1-48 16,2-1 0-16,-1 0 0 0,-2-3-128 0,-1 3 0 16,0 1 0-16,1-1 0 0,-4-2 0 0,1 2 0 15,-1 13 0-15,4-13 0 0,-8 1 0 0,4 12 0 16,-5-9 0-16,2-3 0 0,-2-1 0 0,5 13-176 15,-8-7 48-15,8 7 0 0,-10-3-160 0,0-2-32 16,0-1 0-16,10 6 0 16,-11-2-176-16,11 2-32 0,-12 0-16 0,-1 2 0 15,-2 1-576-15,15-3-112 0,0 0-32 0,0 0-10320 0</inkml:trace>
          <inkml:trace contextRef="#ctx0" brushRef="#br0" timeOffset="517.0747">3586-852 11807 0,'0'0'512'0,"0"0"128"0,0 0-512 0,0 0-128 0,0 0 0 0,0 0 0 0,0 0 672 0,0 0 112 15,0 0 32-15,0 0 0 0,0 0-304 0,0 0-48 16,0 0-16-16,0 0 0 0,0 0 112 0,-6 12 16 15,6-12 0-15,-8 10 0 0,8-10-48 0,0 0 0 16,-10 10 0-16,10-10 0 0,0 0-112 0,0 0-32 16,0 0 0-16,0 0 0 0,0 0 192 0,-12-7 48 15,4-3 0-15,3 2 0 0,5 8-64 0,-2-13-16 16,-1-2 0-16,1 2 0 0,1 1-96 0,1-1-32 16,-2 0 0-16,1 0 0 0,-1-3-160 0,0 4-48 15,2 1 0-15,0 11 0 0,2-15-80 0,0 3 0 16,-2 12-128-16,4-13 192 0,1 3-192 0,-5 10 128 0,0 0-128 15,9-11 0-15,-3-2 192 0,2 1-48 0,1 1-16 0,0 4 0 16,3 2 176-16,-2 0 16 0,0-1 16 0,-10 6 0 16,16-2-192-16,-1 2-144 0,1 0 192 0,-3 0-192 15,0 0 0-15,1 0-224 0,-3 0 16 0,1 0-8784 16,-12 0-1760-16</inkml:trace>
        </inkml:traceGroup>
        <inkml:traceGroup>
          <inkml:annotationXML>
            <emma:emma xmlns:emma="http://www.w3.org/2003/04/emma" version="1.0">
              <emma:interpretation id="{DE362CB4-B5DF-4247-9CA2-03755EF03C02}" emma:medium="tactile" emma:mode="ink">
                <msink:context xmlns:msink="http://schemas.microsoft.com/ink/2010/main" type="inkWord" rotatedBoundingBox="10039,11377 10479,11384 10470,11942 10030,11934"/>
              </emma:interpretation>
              <emma:one-of disjunction-type="recognition" id="oneOf1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2021.3896">7494-765 6447 0,'0'0'576'0,"3"13"-576"0,-3-13 0 0,7 12 0 16,-7-12 1840-16,5 11 256 0,-5-11 48 0,5 14 16 16,-5-14-1088-16,0 0-224 0,0 0-32 0,0 0-16 15,0 0-416-15,0 0-96 0,0 0-16 0,0 0 0 0,0 0 224 0,0 0 32 16,0 0 16-16,0 0 0 0,3 13 224 0,-3-13 64 16,0 0 0-16,0 0 0 0,0 0-32 0,5 11 0 15,-5-11 0-15,0 0 0 0,7 13-208 0,-1-1-32 16,-6-12-16-16,0 0 0 0,0 0-112 0,12 10-32 15,1-2 0-15,-13-8 0 0,0 0-32 0,0 0-16 16,13-8 0-16,-2 1 0 0,-1 1-32 0,2-3-16 16,-6-2 0-16,2 1 0 0,1 2 48 0,-1-2 16 15,0-3 0-15,-1 0 0 0,-1-2-32 0,1 2 0 16,-2 1 0-16,-2 1 0 0,-1-2-176 0,1-2-32 16,-1 0-128-16,-1 2 192 0,-1 0-192 0,2 0 0 15,-2 0 128-15,0-1-128 0,-3 1 0 0,1 2 0 16,2 11 0-16,-2-13 0 0,-1-2 0 0,3 15 0 15,0 0 0-15,-3-10 0 0,3 10 0 0,-7-8 0 0,7 8 0 0,0 0 0 16,-10-5-224-16,10 5 64 0,-11-7 16 0,11 7 0 31,-13-3-304-31,0 1-48 0,1 1-16 0,12 1 0 16,0 0-576-16,-13 0-128 0,0 0-32 0,13 0 0 16,0 0-1904-16,0 0-384 0</inkml:trace>
          <inkml:trace contextRef="#ctx0" brushRef="#br0" timeOffset="2501.9301">7870-727 12895 0,'0'0'1152'0,"0"0"-928"0,0 0-224 0,0 0 0 0,0 0 784 0,0 0 112 16,0 0 32-16,0 0 0 0,0 0-688 0,0 0-240 16,0 0 144-16,0 0-144 0,0 0 304 0,0 0-32 15,-12 5 0-15,12-5 0 0,0 0 304 0,0 0 64 16,-9-2 16-16,9 2 0 0,-10-5-16 0,10 5 0 15,-10-6 0-15,0 3 0 0,-1-1-160 0,1-1-32 16,-3-1-16-16,4-1 0 0,1 1-256 0,0-3-48 0,-4 1-128 0,1-2 192 16,0-1-192-16,1-1 0 0,3-1 0 0,2 0 0 15,0-2 192-15,2 1-64 0,3-1-128 0,-2 2 192 16,2 1 272-16,2-1 48 0,1-3 16 0,2-2 0 16,2 1 32-16,1-1 0 0,2 0 0 0,0 0 0 15,-1 2-112-15,3-2-32 0,1-2 0 0,-1 4 0 16,-3 2-32-16,1 1 0 0,0 0 0 0,2 0 0 15,1 0-192-15,-3 1-32 0,-2 3-16 0,2 2 0 16,-2 2-144-16,-8 5 0 0,10-2 0 0,-10 2 0 16,11 9-1632-16,2 4-256 15,4 3-48-15,-2 2-16 0</inkml:trace>
        </inkml:traceGroup>
      </inkml:traceGroup>
    </inkml:traceGroup>
    <inkml:traceGroup>
      <inkml:annotationXML>
        <emma:emma xmlns:emma="http://www.w3.org/2003/04/emma" version="1.0">
          <emma:interpretation id="{1B68ACAF-002B-4152-9F29-9FCCE9484BEA}" emma:medium="tactile" emma:mode="ink">
            <msink:context xmlns:msink="http://schemas.microsoft.com/ink/2010/main" type="paragraph" rotatedBoundingBox="2534,12584 9627,12573 9628,13183 2535,1319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C37117E-D0E6-473B-B5C2-8F8CA2834CAF}" emma:medium="tactile" emma:mode="ink">
              <msink:context xmlns:msink="http://schemas.microsoft.com/ink/2010/main" type="line" rotatedBoundingBox="2534,12584 9627,12573 9628,13183 2535,13194"/>
            </emma:interpretation>
          </emma:emma>
        </inkml:annotationXML>
        <inkml:traceGroup>
          <inkml:annotationXML>
            <emma:emma xmlns:emma="http://www.w3.org/2003/04/emma" version="1.0">
              <emma:interpretation id="{4CBC16B7-2A7E-438F-B85B-51967596B400}" emma:medium="tactile" emma:mode="ink">
                <msink:context xmlns:msink="http://schemas.microsoft.com/ink/2010/main" type="inkWord" rotatedBoundingBox="2534,12584 3007,12583 3008,13144 2535,13145"/>
              </emma:interpretation>
              <emma:one-of disjunction-type="recognition" id="oneOf2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4577.2618">0 40 2751 0,'0'0'256'0,"0"0"-256"16,0 0 0-16,0 0 0 0,0 0 1760 0,0 0 304 15,0 0 64-15,0 0 16 0,0 0-1136 0,0 0-240 16,0 0-32-16,0 0-16 0,0 0-400 0,0 0-64 15,-3-14-32-15,3 14 0 0,0 0 64 0,0-11 16 16,0 11 0-16,0 0 0 0,0 0 256 0,0 0 48 16,0 0 16-16,0 0 0 0,0 0 384 0,0 0 80 15,0 0 0-15,0 0 16 0,0 0-208 0,0 0-32 0,0 0-16 0,0 0 0 16,16-2-144-16,-3 4-48 0,-13-2 0 0,15 5 0 16,-15-5 48-16,0 0 16 0,15-3 0 0,-15 3 0 15,16-5-96-15,-1 3-32 0,-15 2 0 0,15 2 0 16,1-2 48-16,1 0 16 0,-2 1 0 0,-1-1 0 15,1-1 32-15,0 2 0 0,-2 4 0 0,2-2 0 16,-15-3-208-16,16 0-32 0,-1 2-16 0,0-4 0 16,-2-1-160-16,-2 0-16 0,-11 3-16 0,13-5 0 15,-13 5-240-15,14-5 176 0,0 2-176 0,-14 3 160 16,0 0-160-16,13-2 128 0,-13 2-128 0,12 0 128 16,-12 0-128-16,0 0 160 0,11 8-160 0,-11-8 160 15,9 10-160-15,-1 0 192 0,-8-10-192 0,6 13 192 16,-1 0-192-16,2-1 0 0,-7-12 0 0,0 0 0 0,-3 15 0 15,-1-1 0-15,3 1 0 0,-3 0 0 0,-1 0 0 0,1 3 0 16,-3 5-144-16,0-2 144 0,-1-1 0 0,2 3 0 16,1 1 0-16,0 3 0 0,-2-1 0 0,2 0 0 15,5-1 0-15,-1-1 0 0,-4 1 0 0,1-2 0 16,3-2 0-16,-2-1 0 0,-2-4 0 0,0-1 0 16,1 0 0-16,1-2 0 0,3-13-240 0,0 0 16 15,0 0 0-15,-5 10 0 16,5-10-448-16,0 0-96 0,-8 6 0 0,8-6-16 15,0 0-1776-15,0 0-368 0,-3-11-64 0</inkml:trace>
          <inkml:trace contextRef="#ctx0" brushRef="#br0" timeOffset="4824.4839">470 363 20031 0,'0'0'896'0,"0"0"176"0,0 0-864 0,0 0-208 0,0 0 0 0,0 0 0 16,0 0 272-16,-12 0 16 0,1-2 0 0,-1 2 0 16,-1 0 480-16,1 2 80 0,-1 0 32 0,0 1 0 15,-2 0-64-15,1 2-16 0,-3 0 0 0,4-2 0 16,-2 0-448-16,2 1-96 0,0-1 0 0,2 0-8448 15,-1 1-1664-15</inkml:trace>
        </inkml:traceGroup>
        <inkml:traceGroup>
          <inkml:annotationXML>
            <emma:emma xmlns:emma="http://www.w3.org/2003/04/emma" version="1.0">
              <emma:interpretation id="{69B90996-E65B-445C-8133-268BE4AE5731}" emma:medium="tactile" emma:mode="ink">
                <msink:context xmlns:msink="http://schemas.microsoft.com/ink/2010/main" type="inkWord" rotatedBoundingBox="4521,12606 5388,12605 5389,13190 4521,13191"/>
              </emma:interpretation>
              <emma:one-of disjunction-type="recognition" id="oneOf3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7507.8665">2554 315 13823 0,'0'0'1216'0,"0"0"-960"0,0 0-256 0,0 0 0 15,0 0 1344-15,-12-3 240 0,1-4 32 0,-2 1 16 16,-5-1-1328-16,3 4-304 0,0 0 0 0,0 1 0 16,-1 0 0-16,1 1 0 0,2-1 0 0,-2 4 0 15,1 1 0-15,2 0 0 0,12-3 0 0,-8 2-8704 16</inkml:trace>
          <inkml:trace contextRef="#ctx0" brushRef="#br0" timeOffset="7268.419">2419 217 8287 0,'0'0'368'0,"0"0"80"0,0 0-448 0,0 0 0 0,2-12 0 0,-2 12 0 16,0 0 1568-16,0 0 224 0,0 0 64 0,0 0 0 0,0 0-464 16,0 0-96-16,0 0-16 0,0 0 0 0,0 0-112 0,0 0-16 15,0 0-16-15,0 0 0 0,0 0-480 0,0 0-80 16,0 18-32-16,0-5 0 0,0-13-224 0,-2 15-32 15,2 3-16-15,0 2 0 0,-1-2-272 0,-1 0 160 16,2 0-160-16,3 0 128 0,1 0-128 0,-1 0 0 16,0-1 0-16,2-2 0 0,-5-1 0 0,2-1 0 15,-2-13-160-15,1 14 160 16,-1-14-672-16,2 11-32 0,-2-11-16 0,0 0-10368 0</inkml:trace>
          <inkml:trace contextRef="#ctx0" brushRef="#br0" timeOffset="7932.6424">2659 517 1839 0,'0'0'0'0,"0"0"160"0,0 0-160 0,0 0 0 0,0 0 0 0,0 0 0 16,0 0 2976-16,13-1 560 0,-13 1 112 0,0 0 32 15,13-7-2064-15,-1 0-400 0,-12 7-96 0,11-8-16 16,-11 8-48-16,12-11-16 0,-1-2 0 0,-3-1 0 16,-3 1-176-16,0 0-32 0,0 2-16 0,0-1 0 15,-2-3-480-15,-3 2-80 0,-5 2-32 0,4 1 0 16,1 10-224-16,-3-15 0 0,-1 0 0 0,-1 2 0 16,-3 2 0-16,2-2 0 0,-3-4 0 0,4 4 0 15,-1 2-752-15,6 11-80 0,0 0-32 0,-8-12-6448 16,1 4-1296-16</inkml:trace>
          <inkml:trace contextRef="#ctx0" brushRef="#br0" timeOffset="8247.6998">2844 529 11967 0,'0'0'1072'0,"0"0"-864"0,7 11-208 0,-7-11 0 15,0 0 1952-15,0 0 352 0,0 0 64 16,0 0 0-16,0 0-1792 0,0 0-384 0,-10-11-64 0,2-1 0 16,1 1 464-16,2-1 112 0,1-1 0 0,-3 3 16 15,0 2-176-15,1-2-32 0,-1-1-16 0,2-1 0 16,-1-1-224-16,1 2-32 0,5 11-16 0,-5-15 0 15,0 0-224-15,3 2 0 0,1 1 0 0,1 12 0 16,5-13 0-16,0 0 0 0,0-3 0 0,3 3-160 0,3 4-192 0,2-2-32 16,-1-4-16-16,1 0-7040 15,2-1-1408-15</inkml:trace>
          <inkml:trace contextRef="#ctx0" brushRef="#br0" timeOffset="6561.4229">1983 23 1839 0,'0'0'0'0,"0"0"160"0,0 0-160 0,0 0 0 0,0 0 0 0,0 0 0 15,0 0 3008-15,0 0 560 0,0 0 112 0,0 0 32 16,0 0-2576-16,0 0-512 0,0 0-112 0,0 0 0 15,0 0-64-15,0 0 0 0,0 0 0 0,0 0 0 16,0 0 432-16,0 0 80 0,0 0 0 0,0 0 16 16,0 0-160-16,8 10-48 0,0 1 0 0,-3 3 0 0,-2-1-320 0,1 2-80 15,-6-2-16-15,4 0 0 0,-1 0-112 0,1 2-32 16,0 3 0-16,-1 0 0 0,-1-2-208 0,0-1 176 16,0-15-176-16,0 20 160 0,0 1-160 0,0-3 160 15,-1-5-160-15,2 0 160 0,4 4-16 0,0-3 0 16,-2 1 0-16,-1-2 0 0,-2-13 32 0,0 0 0 15,3 12 0-15,-3-12 0 0,0 0-48 0,5 11 0 16,-5-11 0-16,0 0 0 0,0 0 0 0,0 0-128 16,0 0 192-16,0 0-64 0,17-3 48 0,-4 1 0 15,-13 2 0-15,15-1 0 0,-15 1-176 0,16-5 0 16,0 2 144-16,1 3-144 0,-17 0 160 0,18 0-32 16,-2 0-128-16,-1 0 192 0,-2 0-192 0,-1 5 0 15,-12-5 0-15,13 9 0 16,-3-2-1216-16,-1-1-320 0,-9-6-80 0,12 9-10416 0</inkml:trace>
          <inkml:trace contextRef="#ctx0" brushRef="#br0" timeOffset="6928.8023">2147 92 6447 0,'0'0'576'0,"0"0"-576"16,0 0 0-16,0 0 0 0,5 13 1712 0,-5-13 224 15,3 15 48-15,0 0 16 0,-1 1-528 0,0-1-128 16,-2-15 0-16,1 13-16 0,-1-13-128 0,4 16-32 15,1 1 0-15,-4-2 0 0,-2-2-416 0,1 2-96 16,4 3-16-16,-2-4 0 0,-2-14-368 0,0 17-80 16,0 2 0-16,0 0-16 0,0-3-176 0,0 4 160 15,-2 3-160-15,2 1 160 0,0-1-160 0,2 2 160 16,0-1-160-16,1-1 160 0,0-5-160 0,2 2 160 16,-1 2-160-16,-1-6 160 0,-3-16-160 0,5 11 0 15,-5-11 0-15,0 0 0 16,0 0-1440-16,0 0-320 0,0 0-64 0</inkml:trace>
        </inkml:traceGroup>
        <inkml:traceGroup>
          <inkml:annotationXML>
            <emma:emma xmlns:emma="http://www.w3.org/2003/04/emma" version="1.0">
              <emma:interpretation id="{69A0F498-6577-4886-8DE3-2BEE862698EF}" emma:medium="tactile" emma:mode="ink">
                <msink:context xmlns:msink="http://schemas.microsoft.com/ink/2010/main" type="inkWord" rotatedBoundingBox="6552,12590 7513,12588 7514,13088 6553,13090"/>
              </emma:interpretation>
              <emma:one-of disjunction-type="recognition" id="oneOf4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10851.7777">4601 255 4607 0,'0'0'400'0,"0"0"-400"15,0 0 0-15,0 0 0 0,0 0 2640 0,0 0 448 16,0 0 96-16,-5 13 16 0,0-2-1664 0,5-11-336 0,-13 7-64 16,1-2-16-16,1-5-400 0,-1 0-80 0,-1 0 0 15,0-2-16-15,0-1-304 0,-2 1-64 0,-1 0-16 0,-2 2 0 16,1 0-240-16,1-1 128 0,-2-6-128 0,1 2 0 15,7 2 0-15,1 1-192 0,-3 1 16 0,5-3 0 32,3-2-800-32,4 6-176 0</inkml:trace>
          <inkml:trace contextRef="#ctx0" brushRef="#br0" timeOffset="10600.3014">4471 115 8287 0,'0'0'736'0,"0"0"-592"0,0 0-144 16,0 0 0-16,0 0 1488 0,0 0 272 0,0 0 48 0,0 0 16 15,0 0-1248-15,0 0-256 0,0 0-64 0,0 0 0 16,0 0 624-16,0 0 112 0,0 0 32 0,0 0 0 16,3 20 64-16,2-1 0 0,0-2 16 0,0-1 0 15,0-1-400-15,-2-2-96 0,-3-13-16 0,3 18 0 16,1 0-192-16,1 0-32 0,0-1-16 0,-2-1 0 16,-3 2-144-16,2-1-16 0,-1-3-16 0,-1-14 0 15,2 14-176-15,-2-3 0 0,0-11 0 0,0 15 128 16,5-4-320-16,-5-11-80 0,0 0-16 0,0 0 0 15,1 15-608-15,-1-15-112 16,4 10-16-16,-4-10-16 0,3 13-416 0,3-1-80 0,-6-12 0 16,0 0-7056-16</inkml:trace>
          <inkml:trace contextRef="#ctx0" brushRef="#br0" timeOffset="11417.3216">4684 117 9215 0,'0'0'816'0,"0"0"-656"16,0 0-160-16,0 0 0 0,0 0 1200 0,0 0 208 15,12-9 32-15,-4-2 16 0,-3-2-1056 0,0 1-208 16,-5 12-32-16,0 0-16 0,5-13 256 0,-5 13 48 16,5-13 16-16,-5 13 0 0,8-10 544 0,-8 10 96 15,0 0 32-15,5-10 0 0,-5 10-224 0,10-9-32 16,-10 9-16-16,0 0 0 0,11-5-304 0,-11 5-64 16,13-7-16-16,-13 7 0 0,13 0-256 0,-13 0-48 0,0 0-16 15,15 2 0-15,-15-2-32 0,15 5 0 0,-15-5 0 16,15 6 0-16,-15-6 192 0,13 12 16 0,-5-1 16 15,0 2 0-15,-1 0 16 0,-1 2 0 0,-2-2 0 0,-1 2 0 16,0-2-64-16,1 5-16 0,-1 5 0 0,-2-3 0 16,-1-4-288-16,0-2 160 0,0-14-160 0,0 16 128 15,-1 4-128-15,-1-4 0 0,2-16 0 0,-5 13 128 16,2-1-128-16,0-1 0 0,-2 1 0 0,1-3 0 16,4-9 0-16,-4 12 0 0,4-12 0 0,-5 13 128 15,-2 0-128-15,7-13 0 0,0 0 0 0,-7 10 0 16,1-2 0-16,6-8 0 0,0 0 0 0,0 0 0 15,0 0 0-15,0 0 0 0,0 0 0 0,0 0 0 16,0 0 0-16,0 0 0 0,0 0 0 0,0 0 0 16,0 0 0-16,0 0 0 0,0 0 0 0,0 0 0 0,13-5 0 15,-13 5 0-15,16-6 0 0,-1 3-176 0,0-1 176 0,-2 3-192 16,-13 1 192-16,15-5-192 0,-2-2-112 0,0 2-16 16,0 2-16-16,-13 3-8384 15,13-8-1680-15</inkml:trace>
          <inkml:trace contextRef="#ctx0" brushRef="#br0" timeOffset="9833.4644">4015 432 2815 0,'0'0'128'0,"0"0"16"0,0 0-144 0,0 0 0 16,0 0 0-16,0 0 0 0,0 0 144 0,0 0 0 0,0 0 0 0,0 0 0 16,0 0 976-16,0 0 192 0,0 0 32 0,0 0 16 15,6 10 304-15,-6-10 48 0,0 0 16 0,10 8 0 16,-10-8-608-16,0 0-112 0,0 0-32 0,0 0 0 15,0 0-368-15,12-2-80 0,-12 2-16 0,0 0 0 16,9-5-64-16,-9 5-32 0,14-5 0 0,-5-1 0 16,-2-4 192-16,0 0 32 0,-1-1 16 0,-6 11 0 15,5-14-32-15,-5 14-16 0,8-14 0 0,0 1 0 16,-3-1-256-16,0-4-48 0,-1-5-16 0,-3 5 0 16,-1 4-288-16,0-1 0 0,-1-2 128 0,-3 1-128 15,3 0 0-15,-1-1-192 0,-3 2 16 0,0 2 16 16,2 2-576-16,3 11-112 15,-5-13-32-15,5 13 0 0,0 0-656 0,0 0-144 0,-12-4-32 16,12 4-6928-16</inkml:trace>
          <inkml:trace contextRef="#ctx0" brushRef="#br0" timeOffset="10219.2307">4266 496 5519 0,'0'0'496'0,"0"0"-496"0,8 10 0 0,-8-10 0 15,0 0 2400-15,0 0 384 0,0 0 80 0,0 0 16 16,0 0-1824-16,0 0-352 0,0 0-80 0,-7-9-16 15,-2 3 16-15,9 6 0 0,0 0 0 0,-10-3 0 16,-2-2-272-16,4 0-48 0,0-2-16 0,8 7 0 16,-8-6-128-16,-1-1-32 0,9 7 0 0,-6-10 0 15,1-1 0-15,5 11-128 0,-5-12 192 0,3-1-64 16,2-5 352-16,4 3 64 0,1 2 16 0,-1-2 0 16,1-3 80-16,0 2 0 0,7 1 16 0,-2 2 0 15,-2-2-112-15,-2-1-32 0,3-6 0 0,-1 4 0 16,-2 2-368-16,1 1-144 0,0 2 0 0,-3 2 144 0,-4 11-144 15,0 0-176-15,4-15 48 0,-4 15 0 16,0 0-1840-16,0 0-352 0,0 0-80 16</inkml:trace>
        </inkml:traceGroup>
        <inkml:traceGroup>
          <inkml:annotationXML>
            <emma:emma xmlns:emma="http://www.w3.org/2003/04/emma" version="1.0">
              <emma:interpretation id="{1BB90F40-05C5-4BAF-9752-AD7FEE3DC508}" emma:medium="tactile" emma:mode="ink">
                <msink:context xmlns:msink="http://schemas.microsoft.com/ink/2010/main" type="inkWord" rotatedBoundingBox="8656,12594 9191,12593 9192,13082 8657,13083"/>
              </emma:interpretation>
              <emma:one-of disjunction-type="recognition" id="oneOf5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13012.2801">6119 113 2751 0,'0'0'256'0,"0"0"-256"16,0 0 0-16,0 0 0 0,0 0 2432 0,0 0 448 15,0 0 96-15,10-9 16 0,-10 9-1952 0,9-12-384 0,-2 1-80 0,-7 11 0 16,8-12 16-16,-8 12 16 15,0 0 0-15,10-11 0 0,0-1 272 0,-10 12 48 0,0 0 16 0,0 0 0 16,13-10-112-16,-1 4 0 0,-12 6-16 0,13-7 0 16,-13 7-192-16,0 0-48 0,13-5 0 0,-13 5 0 15,11-6-304-15,-11 6-64 0,15-2-16 0,-15 2 0 16,13 0 80-16,-13 0 16 0,12 7 0 0,-12-7 0 16,13 4 0-16,-13-4 0 0,8 9 0 0,-1 2 0 15,-1 4-32-15,-1-2-16 0,-2-1 0 0,-1 1 0 16,-5 1-240-16,-1 3 144 0,1 1-144 0,0 0 128 15,0-2-128-15,-1 1 0 0,1-1 0 0,-2 4 0 16,-3 0 0-16,1-1 0 0,1-2 0 0,-1-1 0 16,1 1-128-16,-1 1 128 0,-1-2 0 0,3 2 0 15,0-2 0-15,0 1 0 0,2-2 0 0,-1-1 0 16,0 1 0-16,0-2 0 0,1-1 0 0,3-12 0 0,-3 13 0 16,3-13 240-16,0 0-64 0,0 0-16 0,-4 13 32 0,4-13 0 15,0 0 0-15,0 0 0 0,0 0-64 0,0 0-128 16,14-6 192-16,-1-4-64 0,0-3-128 0,-2 4 0 15,-11 9 144-15,13-9-144 0,-3-3 0 0,2 2 0 16,1 4 0-16,-3-1 0 0,-10 7 0 0,0 0 0 16,13-2-144-16,0 2 144 0,-3-3-352 0,0 0 0 15,-10 3 0-15,11 1 0 16,-11-1-1952-16,8 10-400 0</inkml:trace>
          <inkml:trace contextRef="#ctx0" brushRef="#br0" timeOffset="13678.8284">6654 138 12895 0,'0'0'1152'0,"0"0"-928"0,0 0-224 0,-10 8 0 16,-5-3 1552-16,5-2 272 0,10-3 48 0,-11 0 16 15,-4 0-1488-15,-1 4-400 0,-2-1 128 0,3-1-128 16,5-4 176-16,-2 2-32 0,-1 0 0 0,-1 0 0 16,0 0-16-16,3 0-128 0,-1-2 192 0,1 2-64 0,-1 0-400 0,12 0-96 15</inkml:trace>
          <inkml:trace contextRef="#ctx0" brushRef="#br0" timeOffset="13430.0202">6532 21 3679 0,'0'0'320'0,"0"0"-320"0,15 4 0 0,-15-4 0 16,0 0 3440-16,0 0 608 0,0 0 128 0,0 0 32 0,0 0-3088 0,0 0-608 16,12 11-128-16,-8 1-32 0,-4-12 48 0,-1 13 16 15,1-13 0-15,1 13 0 0,-2 2 400 0,1-15 80 16,3 13 0-16,-3-13 16 0,0 0-384 0,-2 15-80 15,-1 1 0-15,3-1-16 0,3-4-224 0,1 6-32 16,-3 4-16-16,1-1 0 0,0-2 0 0,1 2 0 16,0 3 0-16,1 1 0 0,-6 2-32 0,4 1 0 15,2-1 0-15,0-1 0 0,-1-4-128 0,4-5 128 16,2-3-128-16,-4-3 128 0,-5-10-272 0,0 0-64 16,0 0-16-16,0 0 0 15,0 0-672-15,0 0-128 0,0 0-16 0,0 0-6464 16,4-13-1296-16</inkml:trace>
        </inkml:traceGroup>
        <inkml:traceGroup>
          <inkml:annotationXML>
            <emma:emma xmlns:emma="http://www.w3.org/2003/04/emma" version="1.0">
              <emma:interpretation id="{B8BDABFD-F33F-4FC9-82AB-FE4DB4AFE98D}" emma:medium="tactile" emma:mode="ink">
                <msink:context xmlns:msink="http://schemas.microsoft.com/ink/2010/main" type="inkWord" rotatedBoundingBox="9358,12591 9628,12591 9628,13108 9359,13109"/>
              </emma:interpretation>
              <emma:one-of disjunction-type="recognition" id="oneOf6">
                <emma:interpretation id="interp10" emma:lang="" emma:confidence="0">
                  <emma:literal>of</emma:literal>
                </emma:interpretation>
                <emma:interpretation id="interp11" emma:lang="" emma:confidence="0">
                  <emma:literal>or</emma:literal>
                </emma:interpretation>
                <emma:interpretation id="interp12" emma:lang="" emma:confidence="0">
                  <emma:literal>6</emma:literal>
                </emma:interpretation>
                <emma:interpretation id="interp13" emma:lang="" emma:confidence="0">
                  <emma:literal>s</emma:literal>
                </emma:interpretation>
                <emma:interpretation id="interp14" emma:lang="" emma:confidence="0">
                  <emma:literal>f</emma:literal>
                </emma:interpretation>
              </emma:one-of>
            </emma:emma>
          </inkml:annotationXML>
          <inkml:trace contextRef="#ctx0" brushRef="#br0" timeOffset="14142.4585">6859 488 6447 0,'0'0'272'0,"0"0"80"0,0 0-352 0,13 5 0 0,0-5 0 0,-13 0 0 16,0 0 2624-16,0 0 464 0,13-4 96 0,-13 4 16 16,0 0-2176-16,0 0-448 0,15-10-64 0,-5 2-32 0,-10 8 128 0,6-11 32 15,3-2 0-15,-4-1 0 0,-7 1-80 0,2 0-16 16,-2-3 0-16,2-1 0 0,0-1-416 0,-1 0-128 15,-6 0 0-15,2-1 0 0,-1-3 0 0,-1 4 0 16,1 3 0-16,-3 2 0 0,1 0 0 0,0 0-256 16,0-2 32-16,-1 2 0 0,1 0-128 0,0 1-32 15,0 1 0-15,8 11 0 16,-8-10-144-16,8 10-48 0,-12-10 0 0,12 10-8576 0</inkml:trace>
          <inkml:trace contextRef="#ctx0" brushRef="#br0" timeOffset="14501.5629">7054 525 19343 0,'0'0'1728'0,"0"0"-1392"0,0 0-336 0,0 0 0 16,2-11 0-16,-2 11 0 0,-7-12 0 0,1 1 0 15,-1-4 368-15,-1 0 48 0,-2 1 16 0,0-1 0 16,0-3 160-16,1 0 48 0,0 0 0 0,1 1 0 16,-2 1-160-16,2 1-32 0,0 0 0 0,0 1 0 0,1 0-256 15,2-2-64-15,4-5-128 0,-1 4 192 0,0 4-192 0,4-2 0 16,1-3 0-16,0 2 0 0,2 3 176 0,4-2-176 15,2-1 192-15,1-1-192 0,-3 6 128 0,3 1-128 16,1 2 0-16,0-2 0 0,0-2 0 0,0 1 0 16,-1-1 128-16,1 1-128 15,0 1-1232-15,0 2-304 0</inkml:trace>
        </inkml:traceGroup>
      </inkml:traceGroup>
    </inkml:traceGroup>
  </inkml:traceGroup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19:07.435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56F22D9-DA88-4F9C-BD52-EB87FFE61964}" emma:medium="tactile" emma:mode="ink">
          <msink:context xmlns:msink="http://schemas.microsoft.com/ink/2010/main" type="writingRegion" rotatedBoundingBox="3446,13633 8958,13626 8959,14395 3447,14403"/>
        </emma:interpretation>
      </emma:emma>
    </inkml:annotationXML>
    <inkml:traceGroup>
      <inkml:annotationXML>
        <emma:emma xmlns:emma="http://www.w3.org/2003/04/emma" version="1.0">
          <emma:interpretation id="{A7B4ED35-096A-4B9E-A5CC-DB3CEC811927}" emma:medium="tactile" emma:mode="ink">
            <msink:context xmlns:msink="http://schemas.microsoft.com/ink/2010/main" type="paragraph" rotatedBoundingBox="3446,13633 8958,13626 8959,14395 3447,1440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FA76499-DE61-4120-9A7B-0DC4097DE92E}" emma:medium="tactile" emma:mode="ink">
              <msink:context xmlns:msink="http://schemas.microsoft.com/ink/2010/main" type="line" rotatedBoundingBox="3446,13633 8958,13626 8959,14395 3447,14403"/>
            </emma:interpretation>
          </emma:emma>
        </inkml:annotationXML>
        <inkml:traceGroup>
          <inkml:annotationXML>
            <emma:emma xmlns:emma="http://www.w3.org/2003/04/emma" version="1.0">
              <emma:interpretation id="{54FDB518-0965-4B44-B108-78F323ADAFF1}" emma:medium="tactile" emma:mode="ink">
                <msink:context xmlns:msink="http://schemas.microsoft.com/ink/2010/main" type="inkWord" rotatedBoundingBox="3446,13775 4242,13774 4243,14255 3447,14256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510 213 5519 0,'0'0'496'0,"0"0"-496"0,0 0 0 0,0 0 0 16,0 0 2240-16,0 0 368 0,0 0 64 0,-13-1 16 16,3-4-1488-16,10 5-304 0,-13-2-48 0,0 0-16 15,-4 2 160-15,1-3 32 0,0-5 0 0,4 3 0 16,12 5-384-16,-16 0-80 0,-2-3-16 0,5 1 0 16,13 2-320-16,-15 0-64 0,-2-3-16 0,6-1 0 15,11 4-544-15,0 0-112 0,0 0-32 16</inkml:trace>
          <inkml:trace contextRef="#ctx0" brushRef="#br0" timeOffset="-218.4965">394 29 16639 0,'0'0'736'0,"0"0"160"0,0 0-720 0,0 0-176 0,0 0 0 0,0 0 0 15,0 0 0-15,0 0-192 0,0 0 32 0,0 14 16 0,0-14 656 16,0 0 128-16,-4 14 16 0,4-14 16 0,0 13 160 16,0 1 48-16,0-14 0 0,4 18 0 0,-1 1-48 0,-1-1-16 15,-2-1 0-15,0 2 0 0,-2 3-352 0,0-4-64 16,1-5-16-16,1 7 0 0,0 8-192 0,1-4-32 16,3-6-16-16,-4-1 0 0,-2-1-144 0,2-1 0 15,0-15 0-15,3 13 0 0,0-2 0 0,-3-11 0 16,0 0 0-16,0 0 0 15,7 10-688-15,-7-10-64 0,0 0-16 0,0 0-10208 0</inkml:trace>
          <inkml:trace contextRef="#ctx0" brushRef="#br0" timeOffset="432.9425">527 366 11679 0,'0'0'512'0,"0"0"128"0,0 0-512 0,0 0-128 0,0 0 0 0,0 0 0 16,8 10 1088-16,-8-10 192 0,0 0 32 0,0 0 16 16,0 0 16-16,15-4 0 0,-15 4 0 0,13-8 0 15,-2-5-432-15,-3-3-80 0,-1-4 0 0,-1 0-16 16,-2 1-288-16,1 2-48 0,1 4-16 0,-1-3 0 16,0-2-144-16,0 3-48 0,-5 15 0 0,8-13 0 15,-1 1 0-15,-7 12 0 0,3-11 0 0,-3 11 0 16,0 0-112-16,3-12-32 0,-3 12 0 0,0-13 0 15,0 13-128-15,-3-11 0 0,-2-3 0 0,5 14 0 16,-11-4-640-16,-1-1 0 16,2-2 0-16,0-1-7312 0,1-2-1472 0</inkml:trace>
          <inkml:trace contextRef="#ctx0" brushRef="#br0" timeOffset="762.8346">758 440 21071 0,'0'0'928'0,"0"0"208"0,0 0-912 0,0 0-224 0,0 0 0 0,0 0 0 31,0 0-432-31,0 0-128 0,-12-4-16 0,12 4-16 0,-11-6 592 0,1-1 320 0,2-1-48 0,1-3 0 16,2-4 160-16,1 2 16 0,-3 0 16 0,4-4 0 16,1-4 192-16,0 3 48 0,2 3 0 0,4 0 0 15,-3 0-208-15,4 2-48 0,0 0 0 0,2 2 0 16,-1-1-160-16,2-1-32 0,2-2-16 0,-1 2 0 16,-3 0-64-16,2 3-16 0,2 2 0 0,-2 0 0 15,-8 8-160-15,7-13 0 0,-2 1-160 0,1 2-7856 16,-6 10-1584-16</inkml:trace>
          <inkml:trace contextRef="#ctx0" brushRef="#br0" timeOffset="-898.1267">-4 0 1839 0,'0'0'0'15,"0"0"160"-15,0 0-160 0,0 0 0 0,0 0 0 0,0 0 0 0,2-11 2448 16,-2 11 464-16,0 0 96 0,0 0 0 0,0 0-1536 0,0 0-304 16,0 0-64-16,0 0-16 0,0 0-112 0,0 0-16 15,0 0-16-15,0 0 0 0,0 0-368 0,0 0-64 16,0 0 0-16,0 0-16 0,0 0-80 0,3 16-16 16,1-1 0-16,-3-2 0 0,-1-13-80 0,2 13 0 15,-2-13-16-15,-2 15 0 0,2 2 80 0,0-1 32 16,0 0 0-16,0 2 0 0,0 2 80 0,4 3 16 15,-1 2 0-15,-2 3 0 0,-1 3-80 0,4-3-16 16,-1-5 0-16,2 1 0 0,-2 3-224 0,1-4-64 16,-3-5 0-16,4-4 0 0,-3 0-128 0,-2-14 0 15,0 0 0-15,0 0 0 16,0 0-864-16,0 0-48 0,0 0-16 0,-7-17 0 16,2-3-1904-16,0 2-384 0</inkml:trace>
          <inkml:trace contextRef="#ctx0" brushRef="#br0" timeOffset="-567.8992">165 9 1839 0,'0'0'160'0,"0"0"-160"0,0 0 0 0,0 0 0 16,0 0 2224-16,0 0 400 0,0 0 96 0,-1-12 16 0,1 12-1584 15,0 0-304-15,0-11-64 0,0 11-16 0,0 0-144 0,0 0-48 16,0 0 0-16,0 0 0 0,0 0 80 0,0 0 16 16,0 0 0-16,0 0 0 0,-5 10-32 0,5-10-16 15,-3 14 0-15,3 1 0 0,0 2-32 0,3 2 0 16,0 6 0-16,2-1 0 0,0-1 64 0,2 4 16 16,-2 1 0-16,-1 1 0 0,0 1-160 0,1-2-48 15,0-2 0-15,-4-2 0 0,-2 1-16 0,2-4 0 16,2-4 0-16,1 1 0 0,-4 2-288 0,0-4-160 15,0-3 160-15,0-13-160 0,1 12 0 0,-1-12 0 16,0 0-176-16,0 0 176 16,0 0-1920-16,0 0-256 0,-3-15-48 0</inkml:trace>
        </inkml:traceGroup>
        <inkml:traceGroup>
          <inkml:annotationXML>
            <emma:emma xmlns:emma="http://www.w3.org/2003/04/emma" version="1.0">
              <emma:interpretation id="{197F37C2-0D0E-426F-BC32-D4CE7AE5C99F}" emma:medium="tactile" emma:mode="ink">
                <msink:context xmlns:msink="http://schemas.microsoft.com/ink/2010/main" type="inkWord" rotatedBoundingBox="5421,13671 6491,13669 6492,14212 5422,14214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3774.4612">2455 277 11967 0,'2'18'528'0,"-2"-18"112"0,0 0-512 0,0 0-128 16,0 0 0-16,0 0 0 0,0 0 704 0,0 0 96 15,-10-6 32-15,10 6 0 0,0 0 64 0,0 0 32 16,-13-9 0-16,4 3 0 0,9 6-384 0,0 0-80 15,0 0-16-15,0 0 0 0,0 0 64 0,-4-15 16 16,0-3 0-16,4 18 0 0,0 0-288 0,0 0-64 0,0-15-16 16,4 4 0-16,0-1 160 0,-4 12 16 0,5-13 16 0,4-2 0 15,-1-1-64-15,-2 1-16 0,-2 2 0 0,-1 0 0 16,2-2-64-16,-5 15-16 0,6-11 0 0,1-1 0 16,0-4-192-16,-1 3 176 0,-6 13-176 0,0 0 160 15,8-10-160-15,-8 10 128 0,7-13-128 0,-7 13 128 31,0 0-480-31,0 0-96 0,0 0-32 0,13 8-10528 0</inkml:trace>
          <inkml:trace contextRef="#ctx0" brushRef="#br0" timeOffset="4362.1861">2747 220 15663 0,'0'0'1392'0,"0"0"-1120"16,0 0-272-16,0 0 0 0,0 0 512 0,0 0 64 16,-11-4 0-16,-1 1 0 0,-1 2 0 0,2-3 0 15,2-2 0-15,-1 1 0 0,-1 5-304 0,11 0-48 16,-11-8-16-16,11 8 0 0,-14 3-208 0,1 0 0 16,3 0-192-16,10-3-8864 0</inkml:trace>
          <inkml:trace contextRef="#ctx0" brushRef="#br0" timeOffset="4152.3942">2622 87 10127 0,'0'0'448'0,"0"0"96"0,0 0-544 0,0 0 0 15,0 0 0-15,0 0 0 0,0 0 1472 0,0 0 176 16,0 0 32-16,0 0 16 0,0 0-896 0,0 0-176 15,0 0-48-15,0 0 0 0,0 0 416 0,0 0 80 16,0 0 16-16,0 0 0 0,0 0-96 0,0 0-16 16,0 0 0-16,4 13 0 0,-4-13-528 0,1 15-128 15,-1 1 0-15,2-1-16 0,-2-15-144 0,2 18-32 16,-2 2 0-16,1-2 0 0,1-2-128 0,0 1 0 0,1-3 144 16,2 4-144-16,0 2 0 0,0-4 0 15,-5-16 0-15,5 15 0 16,-2 0-384-16,2-4-128 0,-5-11-48 0,0 0-7248 0,0 0-1440 0</inkml:trace>
          <inkml:trace contextRef="#ctx0" brushRef="#br0" timeOffset="4963.7921">3025-64 1839 0,'14'3'0'0,"-14"-3"160"0,0 0-160 0,0 0 0 16,0 0 0-16,0 0 0 0,0 0 2688 0,0 0 496 16,0 0 96-16,0 0 32 0,0 0-2288 0,0 0-448 15,0 0-80-15,0 0-32 0,-8-13-96 0,8 13-32 16,-13-5 0-16,13 5 0 0,-8-8 224 0,8 8 32 16,0 0 16-16,-13 0 0 0,1 5-176 0,12-5-48 15,-13 6 0-15,1 4 0 0,3 2 0 0,0 1 0 16,3-2 0-16,1 4 0 0,0 1 48 0,-2 1 0 15,3-2 0-15,0 1 0 0,1 0-48 0,1 3-16 16,-1-3 0-16,0 2 0 0,-1 2-80 0,0-2-16 16,-1-2 0-16,1 2 0 0,4 2-64 0,0 3-16 15,0 0 0-15,0-3 0 0,0-2-48 0,0 1-16 16,0 3 0-16,4-6 0 0,-4-16 32 0,8 15 0 0,0 0 0 16,2-2 0-16,1-3 224 0,-1-4 64 0,-10-6 0 15,0 0 0-15,17 7-96 0,-1-6-16 0,0-4 0 0,-1-2 0 16,-2-3-336-16,-3-2 128 0,-3-3-128 15,-2 1 0-15,-5 12 0 0,5-16 0 0,-2-2 0 0,-3 3 0 16,0 15 0-16,-3-13 0 0,-4-2 0 0,2 4 0 16,5 11-144-16,-6-8 144 0,-8 1-160 0,0 1 160 31,-1-6-592-31,0 5-32 0,-1 4 0 0,-2 0-7792 0,-7-4-1568 0</inkml:trace>
          <inkml:trace contextRef="#ctx0" brushRef="#br0" timeOffset="2982.0286">1971-20 1839 0,'0'0'160'0,"0"0"-160"0,0 0 0 0,0 0 0 16,0 0 1856-16,0 0 320 0,0 0 80 0,0 0 16 15,0 0-1424-15,0 0-272 0,13-10-64 0,-3 2-16 16,-10 8 32-16,8-11 16 0,-1-3 0 0,-7 14 0 15,0 0 544-15,9-13 128 0,0-1 0 0,-9 14 16 16,0 0-208-16,11-7-32 0,-11 7-16 0,13-8 0 16,-3 0-256-16,-10 8-48 0,0 0-16 0,0 0 0 15,13-4-208-15,-13 4-64 0,0 0 0 0,0 0 0 16,12 4-208-16,-12-4-48 0,14-5-128 0,-14 5 192 16,0 0 0-16,0 0 0 0,0 0 0 0,14 6 0 0,-1-1 144 0,0 2 32 15,-3-4 0-15,-10-3 0 0,6 8 32 0,-6-8 16 16,0 0 0-16,8 10 0 0,1 2-32 0,-4 2 0 15,-2 1 0-15,0-2 0 0,2-1-160 0,-5 1-32 16,-5 3-16-16,0 1 0 0,2-3-176 0,-2 6 0 16,-3 3 144-16,0 0-144 0,-1-3 0 0,1-1 0 15,0 1 0-15,-3 1 0 0,-1 1 0 0,2-1 0 16,0 1 0-16,1-3 0 0,-3 1 0 0,2-2 0 16,5 0 0-16,0-2 0 0,-1 1 0 0,1-7 0 15,5-10 0-15,0 0 0 0,-7 14 0 0,2-2 0 16,5-12 0-16,0 0 0 0,0 0 0 0,0 0 0 15,0 0 128-15,0 0-128 0,9 10 176 0,-1-2-48 16,-8-8 0-16,13 5 0 0,-13-5 0 0,15-2-128 0,-2 2 192 16,-13 0-64-16,13-5-128 0,-13 5 160 0,0 0-160 0,15-3 160 15,-4-2-160-15,-11 5-192 0,10-8 32 0,-10 8 16 32,0 0-2096-32,12-5-432 0</inkml:trace>
          <inkml:trace contextRef="#ctx0" brushRef="#br0" timeOffset="3402.0146">2248 294 6447 0,'3'18'576'0,"-3"-18"-576"16,0 0 0-16,0 0 0 0,0 0 1024 0,0 0 112 16,0 0 16-16,0 0 0 0,7 13 16 0,-7-13 16 15,0 0 0-15,0 0 0 0,0 0-352 0,0 0-64 16,13 1 0-16,-13-1-16 0,0 0-128 0,0 0-32 15,0 0 0-15,15 2 0 0,-15-2 16 0,15-2 0 16,-1 2 0-16,-14 0 0 0,0 0-96 0,0 0 0 16,17-11-16-16,-4 3 0 0,-13 8-112 0,12-10-32 15,-1-5 0-15,-3 2 0 0,-8 13-96 0,5-13-32 16,2-4 0-16,-2-1 0 0,-4-3-224 0,-2 5 128 0,1 1-128 0,-2-2 0 16,0-2 0-16,-1 4 0 0,-4 4 0 0,7 11 0 15,-8-9 0-15,0 1-128 0,-2 0 128 0,4 1-208 31,6 7-496-31,0 0-80 0,-13-6-32 0,13 6-6224 0,0 0-1264 0</inkml:trace>
        </inkml:traceGroup>
        <inkml:traceGroup>
          <inkml:annotationXML>
            <emma:emma xmlns:emma="http://www.w3.org/2003/04/emma" version="1.0">
              <emma:interpretation id="{320BB693-D236-40D0-B29C-63759E755225}" emma:medium="tactile" emma:mode="ink">
                <msink:context xmlns:msink="http://schemas.microsoft.com/ink/2010/main" type="inkWord" rotatedBoundingBox="7604,13628 8203,13627 8204,14310 7605,14311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8965.1041">4154-10 911 0,'0'0'0'0,"0"0"0"16,0 0 0-16,0 0 0 0,0 0 0 0,0 0 0 0,11-7 3440 0,-11 7 592 15,10-8 128-15,-2 2 32 0,-8 6-2944 0,12-12-592 16,-2-3-112-16,-2 2-32 0,-2 2-80 0,1 1-32 15,-1-2 0-15,3 1 0 0,1 1-32 0,-1-1-16 16,1-3 0-16,-10 14 0 0,0 0 208 0,10-4 32 16,-10 4 16-16,12-7 0 0,-12 7-16 0,13 2 0 0,-13-2 0 15,0 0 0-15,16 5-192 0,-3 3-32 0,-3 3-16 0,-3-1 0 16,-7-10-96-16,13 13 0 0,-2 0-16 0,1 0 0 16,-4-1-32-16,2-1 0 0,-10-11 0 0,10 15 0 15,-4 2-16-15,-1-3 0 0,-5-14 0 0,-2 15 0 16,1 3-64-16,-1-1-128 0,2 2 176 0,-6 3-176 15,-6-1 0-15,4 2 0 0,1-2 0 0,-1 4 0 16,-2 1 0-16,2-1 0 0,0-5 0 0,-2 1 0 16,-3 3 0-16,1 1 0 0,3 0 0 0,-1-4 0 15,0-3 0-15,2 2 0 0,-1 1 0 0,1-1 0 16,-2-4 0-16,4-1 0 0,1 0 0 0,2 0 0 16,3-15 0-16,-4 13 0 0,4-13 0 0,-1 13 0 15,1-13 160-15,0 0-160 0,0 0 128 0,0 0-128 0,0 0 256 16,0 0-48-16,13 5 0 0,-13-5 0 0,13-2 16 0,0-3 0 15,2-3 0-15,-2 1 0 0,-1 4-224 0,1-2 0 16,1-1 128-16,1 1-128 0,0 1 0 16,0 3 0-16,-15 1 0 0,15-2 0 15,-15 2-320-15,13 0-128 0,-13 0 0 0,13 2-16 16,-13-2-2208-16,0 0-432 0</inkml:trace>
          <inkml:trace contextRef="#ctx0" brushRef="#br0" timeOffset="9375.8971">4469 397 3679 0,'0'0'320'0,"0"0"-320"0,0 0 0 0,0 0 0 15,0 0 1856-15,0 0 288 0,0 0 64 0,0 0 16 16,0 0-1072-16,0 0-224 0,15 3-32 0,-15-3-16 16,0 0 336-16,0 0 80 0,13-3 16 0,-2 3 0 15,-11 0-192-15,0 0-32 0,0 0-16 0,13-2 0 0,-13 2-304 0,13-3-64 16,-13 3-16-16,14-10 0 0,-6-3-416 0,0 5-80 15,-8 8 0-15,10-13-16 0,-2-12-176 0,-3 5 192 16,-2 6-192-16,1-4 192 0,-1-7-48 0,0 5 0 16,0 4 0-16,-3-1 0 0,-1 1-144 0,-1 0 0 15,2-2 144-15,0 1-144 0,-3 4 0 0,0 0 0 16,-1 0 0-16,4 13 0 0,0 0 0 0,-6-10-240 16,-3 0 48-16,9 10 0 15,-11-6-688-15,11 6-128 0,-10-4-16 0,10 4-9904 0</inkml:trace>
          <inkml:trace contextRef="#ctx0" brushRef="#br0" timeOffset="9761.6374">4700 376 2751 0,'0'0'256'0,"0"0"-256"0,0 0 0 0,5 13 0 15,-6 0 3328-15,1-13 640 0,0 0 112 0,0 0 16 16,0 0-2656-16,0 0-544 0,0 0-96 0,0 0-32 16,0 0 0-16,0 0-16 0,0 0 0 0,0 0 0 15,-12 2-176-15,12-2-48 0,0 0 0 0,0 0 0 16,-11-5-208-16,11 5-64 0,-10-9 0 0,3 0 0 0,2-5-128 0,2 1-128 15,3-1 192-15,-2 4-192 0,2 10 192 0,4-13-192 16,2-5 192-16,-1 3-192 0,0 2 256 0,0-2-64 16,1-3-16-16,3 1 0 0,1 1 32 0,-2 3 16 15,0-2 0-15,-2 0 0 0,3 1-80 0,-4 0-16 16,-4 1 0-16,4 3 0 0,-5 10-128 0,0 0 0 16,0 0 0-16,5-11 0 15,-3-1-544-15,-2 12-32 0,0 0-16 0,0 0 0 16,0 0-1504-16,0 0-288 0,0 0-64 0</inkml:trace>
        </inkml:traceGroup>
        <inkml:traceGroup>
          <inkml:annotationXML>
            <emma:emma xmlns:emma="http://www.w3.org/2003/04/emma" version="1.0">
              <emma:interpretation id="{32867BBC-D2CA-4534-AD6C-B0A57279D39B}" emma:medium="tactile" emma:mode="ink">
                <msink:context xmlns:msink="http://schemas.microsoft.com/ink/2010/main" type="inkWord" rotatedBoundingBox="8347,13659 8958,13658 8959,14395 8348,14396"/>
              </emma:interpretation>
              <emma:one-of disjunction-type="recognition" id="oneOf3">
                <emma:interpretation id="interp3" emma:lang="" emma:confidence="0">
                  <emma:literal>+4</emma:literal>
                </emma:interpretation>
                <emma:interpretation id="interp4" emma:lang="" emma:confidence="0">
                  <emma:literal>+ 4</emma:literal>
                </emma:interpretation>
                <emma:interpretation id="interp5" emma:lang="" emma:confidence="0">
                  <emma:literal>p 4</emma:literal>
                </emma:interpretation>
                <emma:interpretation id="interp6" emma:lang="" emma:confidence="0">
                  <emma:literal>14</emma:literal>
                </emma:interpretation>
                <emma:interpretation id="interp7" emma:lang="" emma:confidence="0">
                  <emma:literal>7 4</emma:literal>
                </emma:interpretation>
              </emma:one-of>
            </emma:emma>
          </inkml:annotationXML>
          <inkml:trace contextRef="#ctx0" brushRef="#br0" timeOffset="10361.8378">5073 231 17503 0,'0'0'1552'0,"1"15"-1232"0,-1-15-320 0,0 0 0 15,0 0 688-15,4 13 80 0,-6 0 0 0,2-13 16 16,0 0-400-16,0 0-64 0,-11 4-32 0,11-4 0 16,-14-4 160-16,3 3 48 0,11 1 0 0,-15-2 0 15,0-3-160-15,1 0-16 0,1 2-16 0,-2 0 0 16,-2-1-304-16,3 3 0 0,2 2 128 0,-1 1-128 16,-2-2-1920-1,15 0-448-15</inkml:trace>
          <inkml:trace contextRef="#ctx0" brushRef="#br0" timeOffset="10134.5866">4996 141 4607 0,'0'0'400'0,"0"0"-400"0,0 0 0 0,0 0 0 16,0 0 3040-16,0 0 528 0,0 0 96 0,0 0 32 15,0 0-2464-15,0 0-480 0,0 0-112 0,0 0 0 16,-12 2 32-16,12-2 16 0,0 0 0 0,0 0 0 0,-11 9 16 15,4 5 0-15,2 0 0 0,2-1 0 0,3-13-112 0,-2 17-16 16,-1-1 0-16,5-1 0 0,1-3-224 0,-1 4-48 16,-2 4-16-16,0-1 0 0,0-2-96 0,3 1 0 15,2 0-16-15,-2 0 0 0,-3-2-176 0,2-1 0 16,-2-15 144-16,1 13-144 0,-1-13 0 0,2 13 0 16,-2-13 0-16,0 0 0 0,-5 15-304 0,5-15-80 15,0 0 0-15,0 0-16 16,0 0-2288-16,0 0-448 0</inkml:trace>
          <inkml:trace contextRef="#ctx0" brushRef="#br0" timeOffset="10856.4644">5334-130 10127 0,'0'0'896'0,"0"0"-704"0,0 0-192 0,5 15 0 16,0 0 1904-16,-2-2 336 0,-3-13 80 0,0 0 16 15,0 13-1696-15,0-13-320 0,3 15-80 0,-1-2-16 16,-2-13-224-16,0 0 144 0,0 15-144 0,1-4 128 15,-1-11 0-15,0 0 0 0,-3 15 0 0,2-2 0 16,1-13 336-16,-2 15 64 0,0 0 16 0,-1-2 0 16,0-2-208-16,3-11-32 0,-4 15-16 0,1 1 0 15,-2 4-32-15,2-2 0 0,0-3 0 0,1 0 0 16,0-1-16-16,-1 1-16 0,3-15 0 0,2 15 0 16,-2-15 16-16,3 13 0 0,0 0 0 0,-3-13 0 15,0 0 16-15,0 0 16 0,8 13 0 0,-8-13 0 16,0 0-32-16,10 10-16 0,-10-10 0 0,13 10 0 0,-13-10 160 0,15 5 16 15,-15-5 16-15,15 3 0 0,-15-3 16 0,13 4 0 16,-13-4 0-16,13 0 0 0,-13 0-208 0,13 0-32 16,-1-5-16-16,-12 5 0 0,8-9-176 0,2 1 0 15,0 0 0-15,-10 8 0 0,8-8-288 0,0 0-32 16,2-4-16-16,-10 12 0 16,10-2-1824-16,0 7-352 0</inkml:trace>
          <inkml:trace contextRef="#ctx0" brushRef="#br0" timeOffset="11151.6626">5365-72 23263 0,'0'0'1024'0,"11"1"224"0,-11-1-992 0,0 0-256 0,0 0 0 0,0 0 0 16,0 0 0-16,7 13 128 0,-7-13-128 0,3 15 0 16,1-2 480-16,-4 2 0 0,0 3 0 0,-2-1 0 15,2-17 96-15,0 18 0 0,2 3 16 0,-2 0 0 16,0-1 32-16,0 3 0 0,0 3 0 0,0 5 0 16,-2 2-272-16,0 5-48 0,-1 5-16 0,0-1 0 15,3-2-112-15,0-1-32 0,1-3 0 0,-1-3 0 16,0-2-144-16,4-5 0 0,1-6 0 0,-2-2-176 15,-3-1-1440-15,1-6-304 0,-1-11-48 0</inkml:trace>
        </inkml:traceGroup>
      </inkml:traceGroup>
    </inkml:traceGroup>
  </inkml:traceGroup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19:37.782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11AF10F-D8B2-4F23-A06C-F54FEC92648A}" emma:medium="tactile" emma:mode="ink">
          <msink:context xmlns:msink="http://schemas.microsoft.com/ink/2010/main" type="writingRegion" rotatedBoundingBox="4385,14770 8059,14726 8066,15356 4392,15400"/>
        </emma:interpretation>
      </emma:emma>
    </inkml:annotationXML>
    <inkml:traceGroup>
      <inkml:annotationXML>
        <emma:emma xmlns:emma="http://www.w3.org/2003/04/emma" version="1.0">
          <emma:interpretation id="{29420079-9276-4AF0-8D78-B934B91917AD}" emma:medium="tactile" emma:mode="ink">
            <msink:context xmlns:msink="http://schemas.microsoft.com/ink/2010/main" type="paragraph" rotatedBoundingBox="4385,14770 8059,14726 8066,15356 4392,1540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A57BDF9-3963-4416-BC47-8C01E267AC3F}" emma:medium="tactile" emma:mode="ink">
              <msink:context xmlns:msink="http://schemas.microsoft.com/ink/2010/main" type="line" rotatedBoundingBox="4385,14770 8059,14726 8066,15356 4392,15400"/>
            </emma:interpretation>
          </emma:emma>
        </inkml:annotationXML>
        <inkml:traceGroup>
          <inkml:annotationXML>
            <emma:emma xmlns:emma="http://www.w3.org/2003/04/emma" version="1.0">
              <emma:interpretation id="{34A20886-A1D9-4E99-97E0-28C1CD9A9146}" emma:medium="tactile" emma:mode="ink">
                <msink:context xmlns:msink="http://schemas.microsoft.com/ink/2010/main" type="inkWord" rotatedBoundingBox="4385,14793 5456,14780 5464,15387 4392,15400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678 292 3679 0,'0'0'160'0,"0"0"32"0,0 0-192 0,0 0 0 0,0 0 0 0,12 7 0 16,-12-7 2704-16,0 0 496 0,0 0 112 0,0 0 16 15,0 0-2400-15,-12-4-480 0,1 4-80 0,-1 0-32 16,-3 0-112-16,2 0-32 0,-2 2 0 0,1 0 0 16,-3-4-192-16,1 4 144 0,-1 1-144 0,3-1 128 15,-1-1-128-15,2-1 0 0,1 0 0 0,2 2 0 16,-1 1-1088-16,11-3-288 16</inkml:trace>
          <inkml:trace contextRef="#ctx0" brushRef="#br0" timeOffset="-245.9863">599 180 7359 0,'0'0'320'0,"0"0"80"0,2 12-400 15,-2-12 0-15,0 0 0 0,6 11 0 0,-6-11 1552 0,4 15 240 16,-4-2 32-16,0-13 16 0,0 0-1008 0,0 17-192 15,-2-1-32-15,0-1-16 0,-1 0-80 0,2-1-32 16,1 1 0-16,0-2 0 0,0-13-160 0,-2 17-48 16,-1-4 0-16,3-13 0 0,-2 13-112 0,2-13-32 15,-2 13 0-15,2-13 0 0,0 0-128 0,0 0 0 16,0 0 0-16,0 0 0 16,0 0-1184-16,0 0-320 0</inkml:trace>
          <inkml:trace contextRef="#ctx0" brushRef="#br0" timeOffset="373.6828">767 98 12031 0,'0'0'528'0,"10"5"112"0,-10-5-512 16,0 0-128-16,0 0 0 0,0 0 0 0,0 0 768 0,3 13 112 0,0 1 16 0,-1-1 16 16,-2-13-528-16,0 18-96 0,-2 0-32 0,-1 0 0 15,0-2 112-15,1 2 16 0,-1 0 0 0,1 0 0 16,-1-1-16-16,-1-1 0 0,1-3 0 0,1 4 0 15,2-1-128-15,-1-1-32 0,1-15 0 0,-5 16 0 16,0-1-16-16,3 2-16 0,4-6 0 0,-2-11 0 16,0 13-176-16,0-13 128 0,-2 15-128 0,2-2 128 15,0-13-128-15,0 13 0 0,0-13 144 0,4 13-144 16,-4-13-304-16,0 0-128 0,0 0-16 16</inkml:trace>
          <inkml:trace contextRef="#ctx0" brushRef="#br0" timeOffset="920.1717">949 69 3679 0,'0'0'320'0,"0"0"-320"0,0 0 0 0,0 0 0 16,0 0 1280-16,0 0 176 0,0 0 32 0,0 0 16 16,0 0-800-16,0 0-176 0,0 0-16 0,5-15-16 15,0 2 16-15,-5 13 0 0,0 0 0 0,6-10 0 16,-6 10-32-16,0 0 0 0,7-10 0 0,-7 10 0 15,0 0 208-15,15-1 32 0,-15 1 16 0,14 1 0 16,-14-1-32-16,15 5-16 0,-15-5 0 0,0 0 0 16,15 3-272-16,-15-3-48 0,0 0-16 0,0 0 0 15,0 0-176-15,13 5-48 0,-13-5 0 0,0 0 0 16,0 0-128-16,0 0 0 0,0 0 0 0,0 0 0 16,0 0 0-16,0 0 0 0,0 0 0 0,0 0 0 15,8 10 0-15,-8-10 0 0,0 0 0 0,4 17 0 0,-1-1 192 0,-2-3-32 16,-1-13-16-16,0 15 0 0,-1 3 0 0,-2-2 0 15,-1-2 0-15,1 2 0 0,-2 2-144 0,0 3 0 16,-1 1 0-16,-1-1 128 0,0 0-128 0,2 4 0 16,1 3 0-16,-3 0 0 0,0 1 0 0,1 3 0 15,1-5 0-15,0 1 128 0,0 2-128 0,2-6 0 16,1-4 0-16,-1-2 128 0,0-1-128 0,-1-4 0 16,4-13 144-16,0 0-144 0,0 0 0 0,0 0-192 15,-13 3 32-15,13-3 0 16,-13-11-960-16,7-3-192 0,-1-7-32 0,4 5-16 0</inkml:trace>
          <inkml:trace contextRef="#ctx0" brushRef="#br0" timeOffset="-1356.8976">0 54 2751 0,'0'0'128'0,"0"0"16"0,0 0-144 0,0 0 0 16,0 0 0-16,0 0 0 0,0-13 2368 0,0 13 448 15,0 0 96-15,0 0 16 0,0 0-1712 0,5-12-352 16,2 1-64-16,-7 11-16 0,0 0-144 0,0 0-16 16,0 0-16-16,0 0 0 0,0 0 48 0,11-7 16 15,1-1 0-15,-12 8 0 0,0 0-32 0,13-1 0 0,-2-3 0 0,-11 4 0 16,13 4-80-16,2-1-32 0,-15-3 0 0,13 0 0 15,-13 0-144-15,12-2-16 0,-12 2-16 0,11 3 0 16,-11-3-128-16,12 5-32 0,-12-5 0 0,0 0 0 16,8 10-192-16,-8-10 176 0,0 0-176 0,5 13 160 15,-5 4-160-15,3-1 0 0,2 1 0 0,-3-3 0 16,-6 0 0-16,1-1 0 0,0 0 0 0,0 0 0 16,3-13 0-16,-5 16 0 0,-2-3 0 0,2-3 0 15,5-10 0-15,0 0 0 0,-8 15 0 0,0-5 0 16,8-10 0-16,0 0 0 0,0 0 0 0,0 0 0 15,-10 5 0-15,10-5 0 0,0 0 0 0,-12 0 0 16,12 0 0-16,-11-2 0 0,11 2 0 0,-10-5 0 16,10 5 0-16,0 0 0 0,0 0 0 0,0 0 0 0,0 0 0 15,0 0 0-15,2-11 0 0,-2 11 0 0,0 0 0 0,0 0 0 16,0 0 0-16,15 3 128 0,-1 2-128 0,-4 2 0 16,-10-7 144-16,7 13-144 0,-2-2 0 0,0 1 0 15,0-1 0-15,-2 2 0 0,-5 0 0 0,2 1 0 16,0-14 0-16,3 14 0 0,1-1 0 0,-4-13 0 15,-4 14 0-15,1-3 0 0,3-11 0 0,-1 15-128 16,-3-2 128-16,4-13 0 0,-6 10 0 0,-1 1 0 16,7-11 0-16,-11 10-128 0,-1-3 128 0,12-7 0 15,-10 6 0-15,-1-1 0 0,-2 0 0 0,1-2 0 16,12-3 0-16,-11 2-128 0,-2-2-64 0,13 0 0 16,-12-2 0-16,12 2 0 15,0 0-2176-15,0 0-448 0</inkml:trace>
          <inkml:trace contextRef="#ctx0" brushRef="#br0" timeOffset="-955.749">248 404 2751 0,'0'0'256'16,"0"0"-256"-16,0 0 0 0,0 0 0 0,0 0 1728 0,0 0 320 15,0 0 48-15,0 0 16 0,0 0-752 0,13 1-144 16,-13-1-16-16,0 0-16 0,13 0-320 0,-13 0-64 15,0 0-16-15,0 0 0 0,0 0-320 0,12-5-64 16,-2-4-16-16,-10 9 0 0,0 0-112 0,8-12-16 16,-3 1-16-16,-5 11 0 0,5-14-240 0,-2 3 0 15,-1-1 128-15,-2 12-128 0,0-11 0 0,0-1 0 16,-2 1 0-16,2 11 0 0,0 0 0 0,-3-12 0 16,1 1 0-16,2 11 0 0,-5-11-128 0,2 1 128 15,3 10-192-15,-3-12 192 16,3 12-656-16,-5-11-32 0,5 11 0 0,-4-12-7232 0</inkml:trace>
          <inkml:trace contextRef="#ctx0" brushRef="#br0" timeOffset="-607.056">373 417 6447 0,'0'0'576'0,"0"0"-576"16,0 0 0-16,0 0 0 0,0 0 1024 16,0 0 80-16,0 0 32 0,0 0 0 0,0 0-448 0,0 0-96 15,0 0-16-15,-8-10 0 0,1-2-176 0,0 1-32 16,1-1-16-16,-1 3 0 0,7 9-224 0,-6-10-128 15,2-2 128-15,4 12-128 0,-4-11 128 0,4 11-128 16,0-12 128-16,0 12-128 0,1-13 208 0,-1 13-16 16,5-13-16-16,2 3 0 0,1 2 224 0,0 0 48 15,-8 8 16-15,12-10 0 0,-3 2-96 0,1 1-32 16,-10 7 0-16,12-8 0 0,-4 0-336 0,-8 8 128 16,8-10-128-16,-8 10-5264 15,7-12-1104-15</inkml:trace>
          <inkml:trace contextRef="#ctx0" brushRef="#br0" timeOffset="1174.7529">1075 331 12895 0,'0'0'1152'15,"0"0"-928"-15,0 0-224 0,0 0 0 16,0 0 1056-16,0 0 160 0,0 0 48 0,0 0 0 16,0 0-304-16,0 0-48 0,-10-11-16 0,1 4 0 15,9 7-640-15,-14-5-256 0,1 1 176 0,0 0-176 0,0 1 0 16,0 3 0-16,-2 2 0 0,4 1-9264 15</inkml:trace>
        </inkml:traceGroup>
        <inkml:traceGroup>
          <inkml:annotationXML>
            <emma:emma xmlns:emma="http://www.w3.org/2003/04/emma" version="1.0">
              <emma:interpretation id="{E4F32094-5DE4-424F-BBC3-6D7631E7333A}" emma:medium="tactile" emma:mode="ink">
                <msink:context xmlns:msink="http://schemas.microsoft.com/ink/2010/main" type="inkWord" rotatedBoundingBox="6578,14743 7221,14736 7227,15227 6584,15234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5018.173">2214 49 911 0,'0'0'0'0,"0"0"0"0,0 0 0 0,0 0 0 15,0 0 0-15,0 0 0 0,0 0 1552 0,0 0 240 16,0 0 32-16,0 0 16 0,0 0-528 0,0 0-96 16,0 0-32-16,0 0 0 0,0 0-336 0,2-13-64 15,-2 13-16-15,0 0 0 0,2-13-288 0,-2 13-64 16,0 0-16-16,0 0 0 0,0 0 0 0,0 0 0 0,0 0 0 0,0 0 0 15,0 0 64-15,0 0 16 0,0 13 0 0,0-13 0 16,-4 15-160-16,3 0-16 0,-1-2-16 0,0 0 0 16,2 0-112-16,0-13-32 0,-1 15 0 0,-1-2 0 15,2-13-144-15,-3 13 160 0,3-13-160 0,-4 11 160 16,4-11-160-16,0 14 0 0,-4-3 144 0,4-11-144 16,0 0 208-16,1 12-16 0,-1-12-16 0,0 0 0 15,5 13 144-15,-5-13 48 0,0 0 0 0,0 0 0 16,8 10 32-16,-8-10 16 0,0 0 0 0,13 6 0 15,-13-6-112-15,15 2-32 0,-15-2 0 0,15-5 0 16,-15 5-80-16,13-8-32 0,2-2 0 0,-2 2 0 16,-13 8-160-16,13-10 0 0,-1 0 0 0,-12 10 128 15,16-7-128-15,-4 2 0 0,-12 5 0 0,14-3 128 16,-14 3-128-16,0 0-192 0,15 3 32 0,-15-3 16 16,13 10-784-16,-3 3-160 0,-5 2-16 15</inkml:trace>
          <inkml:trace contextRef="#ctx0" brushRef="#br0" timeOffset="5461.3584">2349-53 3679 0,'0'0'160'0,"0"0"32"0,3 14-192 0,-3-14 0 0,0 0 0 0,3 11 0 16,-3-11 384-16,0 0 16 0,4 16 16 0,-1-2 0 15,-3-14-192-15,0 0-32 0,3 13-16 0,1 0 0 16,-3 0 768-16,-1-13 144 0,0 0 48 0,3 13 0 16,-3 2 16-16,0-15 16 0,0 0 0 0,2 15 0 15,0-2-480-15,-2-13-112 0,-5 13 0 0,5-13-16 16,0 0-368-16,-2 15-192 0,-1 1 192 0,1-1-192 0,1-2 128 0,-1 0-128 16,-1-1 0-16,1 1 0 0,0 1 0 0,1 1 0 15,-1-2 128-15,0 4-128 0,-1 2 0 0,3 1 0 16,2-2 128-16,-1 2-128 0,-2 0 0 0,1-2 0 15,1 0 0-15,-1-3 0 0,0-4-160 0,0-11 16 16,4 13 0-16,-4-13 0 16,0 0-544-16,0 0-96 0</inkml:trace>
          <inkml:trace contextRef="#ctx0" brushRef="#br0" timeOffset="5933.6991">2562 425 5695 0,'0'0'256'0,"0"0"48"0,0 0-304 0,0 0 0 0,0 0 0 0,0 0 0 0,0 0 1472 0,0 0 224 16,0 0 48-16,0 0 16 0,0 0-784 0,0 0-144 15,0 0-48-15,0 0 0 0,17-3-176 0,-4-1-32 16,-13 4-16-16,11-9 0 0,-3-1-48 0,2-2 0 16,0 2 0-16,0 1 0 0,-2-1 32 0,0 0 0 15,1-2 0-15,-9 12 0 0,6-11-64 0,-1 1-16 16,-2 0 0-16,4 0 0 0,-1 0-240 0,1 2-48 16,-7 8-16-16,3-13 0 0,-4 2-160 0,1-1 0 15,0 12 0-15,-2-13 0 0,-1 2 0 0,-2 1 0 16,-5-2-160-16,2 6 160 15,8 6-704-15,-12-2-32 0,1 0-16 0,1 2-5504 16,10 0-1104-16</inkml:trace>
          <inkml:trace contextRef="#ctx0" brushRef="#br0" timeOffset="6287.9216">2789 427 12895 0,'0'0'1152'0,"0"0"-928"0,0 0-224 0,0 0 0 0,0 0 704 15,0 0 112-15,0 0 16 0,0 0 0 0,0 0-512 0,0 0-80 16,0 0-32-16,0 0 0 0,-12-2 48 0,12 2 16 15,0 0 0-15,-10-10 0 0,2-1 160 0,2-4 16 16,1 2 16-16,1 1 0 0,1 1-208 0,0-1-32 16,0-1-16-16,4 2 0 0,6-1-208 0,-2 1 128 15,-2-1-128-15,2-1 0 0,-2 0 128 0,2 1-128 16,-5 12 0-16,8-13 0 0,-1 2 128 0,1 1-128 16,-1-1 0-16,-7 11 0 0,11-7 0 0,1 0 0 15,-3 1 0-15,-9 6 0 16,0 0-432-16,0 0-176 0,12-7-32 0</inkml:trace>
        </inkml:traceGroup>
        <inkml:traceGroup>
          <inkml:annotationXML>
            <emma:emma xmlns:emma="http://www.w3.org/2003/04/emma" version="1.0">
              <emma:interpretation id="{E07DD36D-36D7-43A8-8292-E4BD78D60432}" emma:medium="tactile" emma:mode="ink">
                <msink:context xmlns:msink="http://schemas.microsoft.com/ink/2010/main" type="inkWord" rotatedBoundingBox="7313,14740 8059,14731 8066,15333 7320,15342"/>
              </emma:interpretation>
              <emma:one-of disjunction-type="recognition" id="oneOf2">
                <emma:interpretation id="interp2" emma:lang="" emma:confidence="0">
                  <emma:literal>HO</emma:literal>
                </emma:interpretation>
                <emma:interpretation id="interp3" emma:lang="" emma:confidence="0">
                  <emma:literal>10</emma:literal>
                </emma:interpretation>
                <emma:interpretation id="interp4" emma:lang="" emma:confidence="0">
                  <emma:literal>110</emma:literal>
                </emma:interpretation>
                <emma:interpretation id="interp5" emma:lang="" emma:confidence="0">
                  <emma:literal>Ho</emma:literal>
                </emma:interpretation>
                <emma:interpretation id="interp6" emma:lang="" emma:confidence="0">
                  <emma:literal>+10</emma:literal>
                </emma:interpretation>
              </emma:one-of>
            </emma:emma>
          </inkml:annotationXML>
          <inkml:trace contextRef="#ctx0" brushRef="#br0" timeOffset="6896.5497">3027 225 911 0,'0'0'0'0,"0"0"0"0,0 0 0 0,0 0 0 16,0 0 2944-16,0 0 496 0,-9-10 96 0,9 10 32 15,-11-8-2416-15,11 8-464 0,-12-7-112 0,1 1 0 16,-1 1-320-16,12 5-48 0,-13-2-16 0,13 2 0 16,0 0-192-16,-14 3 0 0,-1 1 0 0,15-4-7280 15</inkml:trace>
          <inkml:trace contextRef="#ctx0" brushRef="#br0" timeOffset="6675.4293">2987 85 7359 0,'0'0'656'0,"0"0"-528"0,0 0-128 0,0 0 0 15,0 0 1472-15,5-10 272 0,-3-1 48 0,-2 11 16 0,0 0-1248 0,0 0-256 16,0 0-48-16,0 0-16 0,0 0 304 0,0 0 64 15,0 0 16-15,0 0 0 0,0 0 48 0,0 0 16 16,-2 16 0-16,-1-1 0 0,0-3-304 0,-1 1-64 16,1 1-16-16,1 3 0 0,1-2-80 0,-1 1-16 15,-1 2 0-15,0 2 0 0,-1 0-48 0,3-1-16 16,2 1 0-16,-1 0 0 0,0-2-16 0,4-2-128 16,-1-1 192-16,-2 0-64 0,-1-2-128 0,0-13 0 15,0 0 144-15,0 0-144 0,2 13 0 0,-2-13 0 16,0 0-192-16,0 0 64 15,0 0-2368-15,0 0-480 0</inkml:trace>
          <inkml:trace contextRef="#ctx0" brushRef="#br0" timeOffset="7322.2488">3255-58 6447 0,'0'0'272'0,"0"0"80"0,11 9-352 0,-11-9 0 0,10 8 0 0,-10-8 0 15,8 10 1616-15,-8-10 256 0,4 13 48 0,1 0 16 16,-1-3-720-16,-4-10-160 0,5 13-32 0,-3 0 0 15,-4 0-320-15,2-13-64 0,0 15 0 0,-3-2-16 16,-2-1-192-16,2-1-48 0,-4 1 0 0,2 1 0 16,-1 1-112-16,-2 3-16 0,-2-1-16 0,3 2 0 15,1 0 32-15,2 5 16 0,3 4 0 0,1-1 0 16,-2-3 160-16,0 2 16 0,2-1 16 0,0 1 0 16,0-1-112-16,2-4-32 0,0 0 0 0,1-2 0 15,0-2-160-15,1-1-48 0,-4-15 0 0,0 0 0 16,0 0-128-16,5 11 0 0,-5-11 0 0,0 0 0 15,0 0-368-15,0 0-96 0,0 0-32 0,0-13-6928 16,-2-1-1376-16</inkml:trace>
          <inkml:trace contextRef="#ctx0" brushRef="#br0" timeOffset="7747.3276">3532 54 2751 0,'0'0'128'0,"0"0"16"0,0 0-144 0,0 0 0 0,8-10 0 0,-8 10 0 16,0 0 2064-16,7-10 384 0,-7 10 80 0,0 0 16 15,0 0-1584-15,3-11-304 0,-1-1-64 0,-2 12-16 16,0 0-80-16,0 0-32 0,0 0 0 0,0 0 0 15,0 0-16-15,-13 9-16 0,0 0 0 0,-1 0 0 16,3-3-432-16,-1 4 128 0,-1 5-128 0,4 0 0 16,0-2 0-16,3 2 128 0,-2 3-128 0,1 1 0 15,-1 4 128-15,3 0-128 0,2 0 0 0,1 5 128 16,-1 5 0-16,4 0 0 0,4-2 0 0,0 0 0 0,0 0 384 0,3-1 64 16,4-1 0-16,3-4 16 15,-1-7 304-15,3-3 48 0,-3-2 16 0,3-8 0 16,1-5-192-16,0-7-16 0,-2-4-16 0,1-4 0 0,-1-5-432 15,-3-3-96-15,-1-3-16 0,-1-3 0 0,-2-6-192 0,-1 4-256 16,-2 0 48-16,-2-2 16 0,-4-2 192 0,-2 3 0 16,0-1-160-16,-1 2 160 0,-2 1-192 0,0 2 48 15,0 2 0-15,-3 3 0 16,-3 5-784-16,-1 3-160 0</inkml:trace>
        </inkml:traceGroup>
      </inkml:traceGroup>
    </inkml:traceGroup>
  </inkml:traceGroup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19:59.646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6FCC3D8-0CC6-4F5D-8101-D7D5A5956CBA}" emma:medium="tactile" emma:mode="ink">
          <msink:context xmlns:msink="http://schemas.microsoft.com/ink/2010/main" type="writingRegion" rotatedBoundingBox="1340,17062 12177,17249 12159,18298 1322,18111"/>
        </emma:interpretation>
      </emma:emma>
    </inkml:annotationXML>
    <inkml:traceGroup>
      <inkml:annotationXML>
        <emma:emma xmlns:emma="http://www.w3.org/2003/04/emma" version="1.0">
          <emma:interpretation id="{92143C66-84B4-4072-8942-4C0CAA4311ED}" emma:medium="tactile" emma:mode="ink">
            <msink:context xmlns:msink="http://schemas.microsoft.com/ink/2010/main" type="paragraph" rotatedBoundingBox="1340,17062 12177,17249 12159,18298 1322,1811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14E4F38-A951-4A6A-882A-A86A46E50F78}" emma:medium="tactile" emma:mode="ink">
              <msink:context xmlns:msink="http://schemas.microsoft.com/ink/2010/main" type="line" rotatedBoundingBox="1340,17062 12177,17249 12159,18298 1322,18111"/>
            </emma:interpretation>
          </emma:emma>
        </inkml:annotationXML>
        <inkml:traceGroup>
          <inkml:annotationXML>
            <emma:emma xmlns:emma="http://www.w3.org/2003/04/emma" version="1.0">
              <emma:interpretation id="{FE05F0D1-B46D-43CE-84F2-DB594E312121}" emma:medium="tactile" emma:mode="ink">
                <msink:context xmlns:msink="http://schemas.microsoft.com/ink/2010/main" type="inkWord" rotatedBoundingBox="1340,17091 2449,17110 2436,17910 1326,17890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35 35 911 0,'0'0'0'0,"0"0"0"0,0 0 0 0,0 0 0 16,0 0 592-16,0 0 48 0,0 0 0 0,0 0 0 15,0 0-384-15,0 0-80 0,-11 0-16 0,11 0 0 16,0 0 1200-16,-10-5 240 0,10 5 64 0,0 0 0 16,-10-9-272-16,10 9-48 0,0 0-16 0,0 0 0 15,-8-9-432-15,8 9-64 0,0 0-32 0,0 0 0 0,0 0-112 0,0 0-32 16,0 0 0-16,0 0 0 0,0 0 48 0,0 0 16 16,0 0 0-16,0 0 0 0,0 0-192 0,0 0-32 15,0 0-16-15,0 0 0 0,0 0 0 0,0 0 0 16,0 0 0-16,0 0 0 0,0 0 128 0,0 0 32 15,0 0 0-15,0 0 0 0,0 0 96 0,16-3 32 16,-1 2 0-16,-2-1 0 0,0 2 96 0,2 0 32 16,0-2 0-16,0 1 0 0,0-1-256 0,-1 2-64 15,3-2 0-15,-1 2 0 0,1 2-128 0,1-2-16 16,-2 0-16-16,2 2 0 0,2 3-32 0,3-1-16 16,-2-4 0-16,-1 4 0 0,-4 1-32 0,6 0 0 15,1-1 0-15,-5 1 0 0,-4 0-16 0,1 2-16 0,0-1 0 16,3 3 0-16,-2-1-112 0,-1 0 0 0,-2-1-16 15,-3-1 0-15,-10-6-176 0,10 10 0 0,-10-10 0 16,8 8 128-16,-8-8-128 0,0 0 0 0,5 12 0 0,-5-12-176 16,5 13 176-16,-5-2 0 0,0-11-144 0,-3 15 144 15,-1-2 0-15,1 0-176 0,-3 2 176 0,-1 0-128 16,0 1 128-16,1-1-160 0,-2-2 160 0,0 0-160 16,1 1 32-16,0 0 0 0,1 3 0 0,-1 2 0 15,1 4-16-15,-1 0 0 0,-1-3 0 0,0 3 0 16,-4 5-16-16,2 0 0 0,2-2 0 0,2-1 0 15,2-1-32-15,-1-1-16 0,-1 0 0 0,-1-1 0 16,1-4-176 0,2 0-16-16,3 0-16 0,-1-2 0 0,-1-1-576 0,1-2-112 15,2-13-32-15,-3 12 0 0,3-12-528 0,-5 11-96 16,5-11-32-16,-10 8-6992 0,10-8-1408 0</inkml:trace>
          <inkml:trace contextRef="#ctx0" brushRef="#br0" timeOffset="256.8827">505 561 1839 0,'0'0'160'0,"0"0"-160"15,0 0 0-15,-13-2 0 0,0 0 3584 0,-1 1 704 0,0-3 128 0,1 4 16 16,-1 0-3088-16,3 0-608 0,-2-1-128 0,13 1-32 16,-12-4 0-16,-1 1 0 0,-2 0 0 0,4 1 0 15,11 2-272-15,-13-3-64 0,-2-2-16 0,5 2-6880 16,10 3-1360-16</inkml:trace>
          <inkml:trace contextRef="#ctx0" brushRef="#br0" timeOffset="744.0723">784 779 13823 0,'0'0'1216'0,"0"0"-960"0,0 0-256 16,11-2 0-16,2 1 704 0,-13 1 80 0,12-2 32 0,-12 2 0 15,10-7 80-15,-10 7 32 0,13 0 0 0,-13 0 0 16,0 0-112-16,0 0-32 0,13-8 0 0,-5 0 0 16,-3-2-208-16,-5 10-64 0,5-11 0 0,-5 11 0 15,7-12-208-15,1 2-48 0,-2 0-16 0,1 1 0 16,-4-3-112-16,2 1 0 0,0-1-128 0,-5 12 192 15,0-16-192-15,3 1 0 0,1-1 0 0,-4 1 0 16,-2 0 0-16,0 2 0 0,2 0 0 0,-3 0 0 16,-3-2-160-16,-1 2 32 0,-1 0 0 0,0 1 0 15,-1 1-1920-15,9 11-384 16</inkml:trace>
          <inkml:trace contextRef="#ctx0" brushRef="#br0" timeOffset="1097.3463">1092 815 16575 0,'0'0'736'0,"0"0"160"16,0 0-720-16,0 0-176 0,0 0 0 0,0 0 0 0,0 0 176 0,0 0 0 0,-13-2 0 0,2 1 0 15,-2-3 160-15,3 1 48 0,10 3 0 0,-8-10 0 16,-1-1 16-16,3-2 16 0,-1 0 0 0,1-1 0 16,-3 3-144-16,1-1-16 0,2-1-16 0,2 0 0 15,4 2-48-15,2-1-16 0,0-1 0 0,1 0 0 16,0-2-176-16,4 0 192 0,1 1-192 0,-1-1 192 15,-2-3-192-15,1 1 0 0,2 3 0 0,2 0 0 16,0 3 0-16,0 0-192 0,-4-3 0 0,3 6-6208 16,-9 8-1264-16</inkml:trace>
        </inkml:traceGroup>
        <inkml:traceGroup>
          <inkml:annotationXML>
            <emma:emma xmlns:emma="http://www.w3.org/2003/04/emma" version="1.0">
              <emma:interpretation id="{4709D107-1A52-42A1-88C9-8DA761E71EF1}" emma:medium="tactile" emma:mode="ink">
                <msink:context xmlns:msink="http://schemas.microsoft.com/ink/2010/main" type="inkWord" rotatedBoundingBox="2978,17439 3203,17442 3197,17800 2971,17797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575.9491">1634 344 12255 0,'0'0'544'0,"0"0"112"0,0 0-528 0,0 0-128 0,0 0 0 0,0 0 0 15,0 0 1152-15,0 0 208 0,0 0 48 0,10 7 0 16,-10-7-240-16,0 0-32 0,0 0-16 0,0 0 0 16,5 14-288-16,0-2-64 0,-5-12-16 0,1 15 0 15,-2-1-144-15,1 3-32 0,3-1 0 0,-1 4 0 16,-2 1-128-16,1 2-48 0,3 0 0 0,-1 0 0 16,-2-2-160-16,4 1-48 0,0-3 0 0,-1 1 0 0,-6-2-192 15,2-1 128-15,0-4-128 0,0 0 0 0,0-2 0 16,0-11 0-16,0 0 0 0,0 0-160 15,0 0-416-15,0 0-64 0,0 0-32 16,0 0-7264-16,0 0-1472 0</inkml:trace>
          <inkml:trace contextRef="#ctx0" brushRef="#br0" timeOffset="1862.1229">1857 511 12895 0,'0'0'576'0,"0"0"112"0,0 0-560 0,0 0-128 0,0 0 0 0,0 0 0 16,-13 2 1232-16,13-2 224 0,-11 2 32 0,-1-2 16 15,-1-2-480-15,2 2-80 0,1 0-32 0,-2 0 0 16,-3-2-400-16,1 1-96 0,-1-1-16 0,-2 0 0 16,-1-2-400-16,0 0-144 0,-1 1 0 0,-1 1-9968 15</inkml:trace>
        </inkml:traceGroup>
        <inkml:traceGroup>
          <inkml:annotationXML>
            <emma:emma xmlns:emma="http://www.w3.org/2003/04/emma" version="1.0">
              <emma:interpretation id="{C1D42871-31A6-4600-A7B7-8A22DAC4E68D}" emma:medium="tactile" emma:mode="ink">
                <msink:context xmlns:msink="http://schemas.microsoft.com/ink/2010/main" type="inkWord" rotatedBoundingBox="3956,17200 5577,17228 5564,18002 3942,17974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19388.3289">3159 177 2751 0,'0'0'256'0,"0"0"-256"0,0 0 0 0,0 0 0 15,0 0 2208-15,0 0 400 0,0 0 80 0,10 8 0 16,-10-8-1440-16,0 0-288 0,0 0-64 0,11 5-16 16,-11-5-48-16,12 1-16 0,-12-1 0 0,0 0 0 15,14-3-48-15,-2 0-16 0,-2-4 0 0,0 1 0 16,-10 6-48-16,13-7 0 0,0 2 0 0,0 0 0 16,-3-3 48-16,1 1 0 0,2 3 0 0,2-1 0 15,-2 0-16-15,2 1 0 0,0 1 0 0,-2 3 0 0,2 2-160 16,-1 1-48-16,1 0 0 0,-2 2 0 0,1 0-80 15,-3 2 0-15,0-1-16 0,-1 1 0 0,-10-7-240 16,12 8-32-16,-12-8-16 0,8 10 0 0,-8-10-144 0,0 0 0 16,0 0 0-16,7 13 0 0,-7-1-192 0,0-12 48 15,-4 13 0-15,4-13 0 0,-3 14 0 0,0 0 0 16,-2-1 0-16,0-2 0 0,5-11 16 0,-7 18 0 16,1 2 0-16,-1 0 0 0,-1-2 0 0,0 1 0 15,1 1 0-15,1 1 0 0,-3 2-48 0,3-1 0 16,-2-1 0-16,1 0 0 0,2 1-80 0,-1 1 0 15,-1 1-16-15,1 1 0 16,-1 0-176-16,2-1-16 0,2 2-16 0,1 2 0 16,0 0-32-16,1-2-16 0,-1-1 0 0,4 0 0 15,-1 1-256-15,3-1-48 0,-1-4-16 0,0-6 0 16,-3-15-176-16,0 0-48 0,0 0 0 0,0 0 0 16,0 0-448-16,0 0-80 0</inkml:trace>
          <inkml:trace contextRef="#ctx0" brushRef="#br0" timeOffset="19653.5977">3567 518 2751 0,'0'0'128'0,"0"0"16"0,0 0-144 0,0 0 0 0,0 0 0 0,0 0 0 0,0 0 3264 0,0 0 640 16,0 0 112-16,0 0 16 0,0 0-2752 0,0 0-544 16,0 0-112-16,-11-2-32 0,-1-1-48 0,1-2-16 15,1 0 0-15,-3 0 0 0,-3 2-304 0,1 0-64 16,2-1-16-16,0 3 0 0,-2 1-144 0,2 1 0 16,-1 1 0-16,1 1-6528 15,-1 1-1232-15</inkml:trace>
          <inkml:trace contextRef="#ctx0" brushRef="#br0" timeOffset="20083.1506">4227 354 12895 0,'0'0'1152'0,"0"0"-928"16,0 0-224-16,0 0 0 0,0 0 416 0,-13 5 32 15,13-5 16-15,0 0 0 0,-11 8 304 0,1-1 64 16,10-7 16-16,-13 8 0 0,-1-2-336 0,1 1-64 16,2-1 0-16,-1 3-16 0,3-3-208 0,-3 1-32 15,1-2-16-15,-3-4 0 0,0-4-176 0,0 1 0 16,1 1 0-16,2-3 0 0,11 4 0 0,-12-9-192 15,1-1 32-15,1 3 16 16,10 7-496-16,0 0-112 0,-5-13-16 0</inkml:trace>
          <inkml:trace contextRef="#ctx0" brushRef="#br0" timeOffset="20371.8577">4226 585 8863 0,'0'0'384'0,"0"0"96"0,0 0-480 0,0 0 0 0,0 0 0 16,-14-5 0-16,5 4 1280 0,9 1 176 0,0 0 16 0,-12 0 16 15,-1 1-352-15,0 3-80 0,0 1-16 0,1-1 0 0,-1 0-256 0,0-3-48 16,0 1-16-16,0 1 0 0,0 2-480 0,-2 0-112 16,2-2 0-16,1 1-128 15,12-4-336-15,-15 3-176 0,1 0-48 0</inkml:trace>
          <inkml:trace contextRef="#ctx0" brushRef="#br0" timeOffset="18759.6403">2609 301 9663 0,'0'0'432'0,"0"0"80"0,0 0-512 0,0 0 0 0,0 0 0 0,0 0 0 16,0-11 320-16,0 11-64 0,0 0 0 0,0 0 0 16,5-15 96-16,-2 2 16 0,0 0 0 0,-3 13 0 0,0 0 304 0,9-8 64 15,-1-1 16-15,-8 9 0 0,6-9 208 0,-6 9 64 16,9-12 0-16,-1 4 0 0,2 0-208 0,-10 8-48 15,13-10 0-15,-3 2 0 0,-10 8-176 0,11-9-32 16,-1 1-16-16,-10 8 0 0,15-5-16 0,-1 2 0 16,1 0 0-16,-2 1 0 0,1 0 64 0,-1 4 16 15,0 3 0-15,2 0 0 0,-1 0-96 0,-1 3 0 16,1 2-16-16,-3 1 0 0,-1-1-160 0,1 2-16 16,-1-1-16-16,0 4 0 0,-3 0-176 0,-2 1-128 15,0 1 144-15,-2 1-144 0,-3 0 0 0,-2 3 0 16,1 2 0-16,-3 2 0 0,-1-2 0 0,-1 1 0 15,-1-1-144-15,-3 3 144 0,-1 1-128 0,3 1 128 16,3-1 0-16,-2 1-144 0,-3-1 144 0,0-1 0 16,4 0 0-16,-2 0-128 0,-1-3 128 0,1 0 0 0,2-1 0 15,-1-3 0-15,-1-2 0 0,0-1 0 0,0-1 0 16,1 0-128-16,-3-4 128 0,4-1-128 0,6-10 128 0,0 0-128 16,-9 8-64-16,9-8 0 0,0 0 0 0,0 0 0 15,0 0 192-15,0 0 0 0,0 0 0 0,0 0 0 16,0 0 0-16,0 0 176 0,0 0-48 0,0 0 0 15,15-5 80-15,0-1 16 0,0-1 0 0,-1 1 0 16,1-1-96-16,2 4 0 0,2 1-128 0,-1 1 192 16,-3-6-192-16,0 0 128 0,-2 2-128 0,0 2 0 15,2 2 0-15,-5-1-128 0,-10 2-16 0,11-5 0 16,-1 2-2160-16,-10 3-448 16</inkml:trace>
        </inkml:traceGroup>
        <inkml:traceGroup>
          <inkml:annotationXML>
            <emma:emma xmlns:emma="http://www.w3.org/2003/04/emma" version="1.0">
              <emma:interpretation id="{7BD1238E-B075-44FC-BE87-4484C8DC34F2}" emma:medium="tactile" emma:mode="ink">
                <msink:context xmlns:msink="http://schemas.microsoft.com/ink/2010/main" type="inkWord" rotatedBoundingBox="6111,17145 7031,17160 7015,18105 6094,18089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21314.1497">5104 534 14735 0,'0'0'640'0,"0"0"160"0,0 0-640 0,0 0-160 15,0 0 0-15,0 0 0 0,0 0 0 0,-14-8 128 16,3 0-128-16,-1 3 128 0,-1 3 304 0,2 2 48 16,-1 0 16-16,-1 4 0 0,-2 1-304 0,1 1-48 0,1 2-16 0,-1 1 0 15,3-1-128-15,-4 2 192 0,0-1-192 16,2 1 192-16,0 0-192 0,0-2-272 0,-2-3 64 0</inkml:trace>
          <inkml:trace contextRef="#ctx0" brushRef="#br0" timeOffset="21925.9133">5660 78 4607 0,'0'0'192'0,"0"0"64"0,0 0-256 0,0 0 0 16,0 0 0-16,0 0 0 0,0 0 1168 0,-7 12 192 16,1-3 48-16,6-9 0 0,-8 14-352 0,1-3-64 15,7-11-16-15,-6 13 0 0,-3-3-272 0,9-10-64 16,-6 13-16-16,-1-3 0 0,1 0-160 0,-3-2-16 0,1 0-16 0,0 2 0 15,-2 3-160-15,2 0-16 0,-2-1-16 0,2 1 0 16,0 3-240-16,-1 1 144 0,0 1-144 0,-1 2 128 16,-3 1-128-16,3 2 192 0,2 1-192 0,-1 1 192 15,0 0-48-15,0 1 0 0,-1 2 0 0,6 1 0 16,0 1 32-16,1-2 0 0,-2-2 0 0,2 0 0 16,3-1 0-16,1 1 0 0,1 1 0 0,1-5 0 15,1-5 16-15,1-1 16 0,3 2 0 0,2-3 0 16,1-3 64-16,2-3 16 0,2 1 0 0,1 0 0 15,1-2-96-15,1-3 0 0,0-6-16 0,0-1 0 16,0 2-176-16,0-2 0 0,0-3 144 0,-3-3-144 16,-4-3 0-16,-1-1 0 0,-3 2 0 0,-2-3 0 0,-5-3 0 15,-2-1 0-15,-1 1-128 0,-2 1 128 0,-2 1-144 16,1-1 144-16,-2-2-160 0,-2 3 160 0,-3-3 0 0,-1 2-144 16,1 4 144-16,-3-2 0 0,-2-2-256 0,-2 4 48 15,-1-1 0-15,0-1-6224 16,-1 1-1248-16</inkml:trace>
          <inkml:trace contextRef="#ctx0" brushRef="#br0" timeOffset="21061.2261">4767 50 5519 0,'0'0'496'0,"0"0"-496"0,0 0 0 0,0 0 0 16,0 0 1264-16,0 0 144 0,0 0 48 0,13 3 0 0,-13-3-208 16,0 0-32-16,13 4-16 0,-13-4 0 0,0 0-352 0,10 8-64 15,-10-8-16-15,12 5 0 0,-12-5-80 0,10 6-32 16,-10-6 0-16,0 0 0 0,0 0-96 0,14 9-32 16,-1-1 0-16,-13-8 0 0,0 0-16 0,14 3-16 15,-1 2 0-15,-2-3 0 0,-11-2 112 0,17-2 32 16,-3-1 0-16,1 3 0 0,2 1-112 0,-1-1-16 15,0-1 0-15,-1 1 0 0,0 1 0 0,-2 1 0 16,0-2 0-16,0 2 0 0,0-2-176 0,1 0-32 16,-14 0-16-16,11 0 0 0,-11 0-144 0,10 1-16 15,-10-1-128-15,0 0 192 0,0 0-192 0,0 0 0 16,0 0 0-16,0 0 0 0,0 0 0 0,0 0 0 16,11 4 0-16,-11-4 0 0,0 0 0 0,0 0 0 0,0 0 0 0,2 14 0 15,-4 0 0-15,-1-1 0 0,3-13 0 0,-3 18 0 16,0 0 0-16,-4 0 0 0,-3 0 0 0,2 0 0 15,0 0 0-15,-4 2 0 0,-2-1 128 0,-1 6-128 16,-2 3 0-16,3 3 0 0,0 4 0 0,3-1-160 16,-2 2 160-16,1 2 0 0,-1 1 0 0,2 1 0 15,-2 1 0-15,4-2 0 0,3 0-128 0,1-1 128 16,-2-2 0-16,4 2-128 0,0 0 128 0,1-5 0 16,0-9-192-16,4-2 32 0,0-4 16 0,-1-2 0 15,-1-3-112-15,0-13 0 0,0 0-16 0,0 0 0 16,0 0-720-16,0 0-144 0,2-16-16 15,1-4-10768-15</inkml:trace>
        </inkml:traceGroup>
        <inkml:traceGroup>
          <inkml:annotationXML>
            <emma:emma xmlns:emma="http://www.w3.org/2003/04/emma" version="1.0">
              <emma:interpretation id="{8BA1686B-65F4-4C33-BBE1-3F55A432A81E}" emma:medium="tactile" emma:mode="ink">
                <msink:context xmlns:msink="http://schemas.microsoft.com/ink/2010/main" type="inkWord" rotatedBoundingBox="7940,17251 8868,17267 8851,18241 7924,18225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25039.5134">7003 580 10127 0,'0'0'896'0,"0"0"-704"0,0 0-192 0,0 0 0 16,0 0 2784-16,0 0 528 0,0 0 96 0,0 0 32 15,0 0-2784-15,0 0-656 0,-4 12 0 0,4-12 0 0,-5 15 256 0,-1-4 0 16,-1-1 0-16,7-10 0 0,0 0 368 0,0 0 64 15,0 0 16-15,-8 11 0 0,-5-1 0 0,3-3 16 16,10-7 0-16,-11 6 0 0,-3-1-400 0,0 2-96 16,-3-1-16-16,-1 1 0 0,-5-2-208 0,2 1 0 15,0 1 0-15,-1-2 0 0,-1 0-256 0,2 0 48 16,1 0 16-16,0 0 0 16,1-2-272-16,1 0-48 0,0-3-16 0,-2-1 0 15,4-3-752-15,1 1-128 0,3 1-48 0,12 2-8848 0</inkml:trace>
          <inkml:trace contextRef="#ctx0" brushRef="#br0" timeOffset="24656.2871">7111 434 8287 0,'0'0'368'0,"0"0"80"0,0 0-448 0,0 0 0 0,0 0 0 0,-5-10 0 16,0 1 2528-16,-2 0 416 0,1-1 96 0,-1 2 16 16,-1 2-1824-16,8 6-352 0,0 0-80 0,-10-8-16 15,0 3-240-15,1 1-48 0,9 4-16 0,-14-1 0 0,3 2-176 0,-1 1-48 16,-1-2 0-16,0 2 0 0,0 4-256 0,0 2 0 15,0 1 128-15,-2 0-128 0,0 1 0 0,0 0 0 16,-1 2 0-16,3-3 0 0,0 3-256 0,0-2 0 16,-4-4 0-16,1 1 0 0,1-1-16 0,0 3-16 15,1-3 0-15,0-2 0 0,1-4-16 0,13 0 0 16,-11 3 0-16,11-3 0 16,-15-2-144-16,4-3-48 0,11 5 0 0,0 0-5648 15,-12-8-1120-15</inkml:trace>
          <inkml:trace contextRef="#ctx0" brushRef="#br0" timeOffset="25817.892">7055 1135 3679 0,'-18'3'160'0,"18"-3"32"0,0 0-192 16,0 0 0-16,0 0 0 0,0 0 0 0,0 0 1792 0,0 0 320 15,0 0 64-15,0 0 16 0,-8-5-1568 0,8 5-320 16,0 0-64-16,0 0-16 0,-7-9 320 0,7 9 64 15,0 0 16-15,0 0 0 0,-3-15 128 0,1 3 16 16,6 2 16-16,-4 10 0 0,5-9 144 0,-5 9 32 16,0 0 0-16,9-10 0 0,0-5-128 0,0 0 0 15,0-1-16-15,2-2 0 0,4 0-240 0,0-2-32 16,-2 0-16-16,0-1 0 0,2-4-144 0,3-1-16 0,3-2-16 0,-3 0 0 16,2 5-32-16,0-3 0 0,1 0 0 15,-1 0 0-15,-4-4-112 0,0 4-16 0,-1 3-16 0,3 0 0 16,0-2 16-16,-1 4 0 0,-3 3 0 0,0 3 0 15,-5 0 16-15,1 2 16 0,-2 2 0 0,1 1 0 16,1 2-16-16,-10 8 0 0,0 0 0 0,8-12 0 16,-2 4-208-16,-6 8 0 0,8-8 0 0,-8 8 0 15,12-9 0-15,-12 9 0 0,0 0 0 0,8-6 0 16,-8 6 0-16,12-8 0 0,-2 1 0 0,-10 7 0 16,0 0 160-16,0 0-16 0,0 0 0 0,0 0 0 15,0 0 240-15,0 0 64 0,0 0 0 0,0 0 0 16,0 0-176-16,0 0-16 0,0 0-16 0,0 0 0 15,0 0-240-15,0 0 0 0,0 0 0 0,0 0 0 0,0 0 0 16,0 0 128-16,0 0-128 0,-15-2 0 0,0-1 0 0,2 0 0 16,-2 0 0-16,2-1 0 0,0 1 0 0,-2-4 0 15,0 1 0-15,1-1 0 0,-3 1 0 0,2 1 0 16,4 0 0-16,-2-2 0 0,-4-1-224 0,3-3 64 16,2-4 16-16,1 2 0 15,-1-2-352-15,2 0-64 0,0 0-16 0,5 1 0 16,4-1-480-16,-1 0-96 0,-1-1-32 0,1 1 0 15,-1 0-1824-15,0 4-384 0</inkml:trace>
        </inkml:traceGroup>
        <inkml:traceGroup>
          <inkml:annotationXML>
            <emma:emma xmlns:emma="http://www.w3.org/2003/04/emma" version="1.0">
              <emma:interpretation id="{4C0FCCB9-216D-4698-863C-D1646DA60DF1}" emma:medium="tactile" emma:mode="ink">
                <msink:context xmlns:msink="http://schemas.microsoft.com/ink/2010/main" type="inkWord" rotatedBoundingBox="9415,17642 10035,17653 10028,18066 9408,18055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26419.5159">8066 892 7775 0,'0'0'336'0,"0"0"80"0,0 0-416 0,0 0 0 0,0 0 0 0,0 0 0 0,0 0 848 0,0 0 96 16,0 0 16-16,0 0 0 0,0 0-128 0,0 0-32 16,0 0 0-16,0 0 0 0,0 0 160 0,0 0 48 15,0 0 0-15,0 0 0 0,0 0-112 0,0 0-32 16,12 7 0-16,-12-7 0 0,16 5-96 0,-1-5 0 0,-1-4-16 0,3 1 0 16,1-2 128-16,0-1 16 0,-3-3 16 0,1 1 0 15,2-2-208-15,-1-1-32 0,-3-1-16 0,1 1 0 16,2 1-192-16,-4-3-32 0,-5-4-16 0,0 3 0 15,0 1-160-15,2-1-48 0,0 1 0 0,-5-1 0 16,-8-1-208-16,3 0 0 0,6 0 0 0,-2-1 0 16,-8-1-208-16,-2 1-96 0,-3 1-16 0,3 4 0 31,1-1-256-31,-2 1-48 0,-1-1-16 0,0 6 0 0,8 6-400 16,0 0-96-16,-16-4-16 0,2 3 0 0,3 1-208 15,11 0-48-15,-15 6-16 0,5 1 0 0,10-7 192 16,-8 8 32-16</inkml:trace>
          <inkml:trace contextRef="#ctx0" brushRef="#br0" timeOffset="26797.1584">8498 961 12895 0,'0'0'576'0,"0"0"112"0,0 0-560 0,0 0-128 16,0 0 0-16,0 0 0 0,0 0 1264 0,0 0 208 16,0 0 64-16,0 0 0 0,-12 5-1040 0,12-5-208 0,-10 2-32 15,10-2-16-15,-8-7 80 0,0 4 32 0,8 3 0 0,-12-5 0 16,3-8 352-16,-1-2 64 0,3 3 0 0,2-2 16 15,2-6-400-15,0 0-96 0,-2 1-16 0,5 1 0 16,3 0-80-16,-1 1-32 0,-2 1 0 0,5 1 0 16,6 2 272-16,-3 0 48 0,-4 0 16 0,4 1 0 15,7 1 16-15,-1-1 0 0,3 1 0 0,1 2 0 16,5 1-64-16,-2 3-16 0,-1-1 0 0,-4 1 0 16,-1 0-288-16,0 3-144 0,1 2 160 0,-1-1-160 15,-15 1-272 1,15-2-160-16,-2 4-16 0,-3 1-12608 0</inkml:trace>
        </inkml:traceGroup>
        <inkml:traceGroup>
          <inkml:annotationXML>
            <emma:emma xmlns:emma="http://www.w3.org/2003/04/emma" version="1.0">
              <emma:interpretation id="{9B628B5B-36E3-41CD-84EA-BF244B94ACAA}" emma:medium="tactile" emma:mode="ink">
                <msink:context xmlns:msink="http://schemas.microsoft.com/ink/2010/main" type="inkWord" rotatedBoundingBox="10876,17578 11145,17583 11140,17843 10871,17839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40848.7898">9714 515 911 0,'0'0'0'0,"8"9"0"0,0 1 0 0,0-1 0 16,-8-9 1408-16,10 6 208 0,-10-6 48 0,0 0 0 0,13 2-624 15,-13-2-112-15,0 0-32 0,0 0 0 0,12-8-208 0,-12 8-48 16,10-7-16-16,-10 7 0 0,8-10 464 0,0 2 112 15,-8 8 16-15,0 0 0 0,0 0 160 0,2-12 32 16,-2 12 16-16,0 0 0 0,0 0-400 0,0 0-64 16,-3-9-32-16,3 9 0 0,0 0-352 0,0 0-64 15,-12-7 0-15,1 5-16 0,11 2-240 0,0 0-64 16,0 0 0-16,-14 2 0 0,-2 0-16 0,3-1-16 16,1 1 0-16,3-2 0 0,-1 0-160 0,0 3 0 15,10-3 0-15,-13 5 0 0,-2-2 0 0,3 1 128 16,12-4-128-16,-11 1 0 0,0-2 0 0,2 1 0 15,9 0 0-15,-13 0 0 0,2-2 0 0,-1 0 0 16,1-1 0-16,1 2 0 0,10 1-224 0,-12-4-32 0,1-1 0 16,3 2-7984-16,8 3-1600 0</inkml:trace>
          <inkml:trace contextRef="#ctx0" brushRef="#br0" timeOffset="41204.7608">9724 692 17967 0,'13'8'784'0,"-13"-8"176"0,0 0-768 0,0 0-192 0,0 0 0 0,0 0 0 15,0 0 0-15,11 2-128 0,-11-2 128 0,0 0-208 0,0 0 528 0,0 0 96 16,0 0 32-16,7 10 0 0,-7-10 128 0,0 0 16 16,-2 11 16-16,2-11 0 0,0 0 0 0,0 0 0 15,-11 8 0-15,1-1 0 0,10-7-240 0,-13 5-48 16,0-2-16-16,1-3 0 0,-1 0-160 0,0 0-16 16,0 0-128-16,0 0 192 0,0-3-192 0,-1 1 0 15,-2 0 128-15,4 2-128 0,3-1 0 0,9 1 0 16,-13 1 0-16,4-1 0 0,9 0-304 0,-8-4 0 15,-2-1 0-15,10 5 0 16,0 0-1920-16,0 0-384 0</inkml:trace>
        </inkml:traceGroup>
        <inkml:traceGroup>
          <inkml:annotationXML>
            <emma:emma xmlns:emma="http://www.w3.org/2003/04/emma" version="1.0">
              <emma:interpretation id="{4F05A835-0B53-4C60-810E-2FAE7612655F}" emma:medium="tactile" emma:mode="ink">
                <msink:context xmlns:msink="http://schemas.microsoft.com/ink/2010/main" type="inkWord" rotatedBoundingBox="11700,17283 12176,17291 12162,18086 11686,18078"/>
              </emma:interpretation>
              <emma:one-of disjunction-type="recognition" id="oneOf7">
                <emma:interpretation id="interp7" emma:lang="" emma:confidence="0">
                  <emma:literal>7</emma:literal>
                </emma:interpretation>
                <emma:interpretation id="interp8" emma:lang="" emma:confidence="0">
                  <emma:literal>6</emma:literal>
                </emma:interpretation>
                <emma:interpretation id="interp9" emma:lang="" emma:confidence="0">
                  <emma:literal>Y</emma:literal>
                </emma:interpretation>
                <emma:interpretation id="interp10" emma:lang="" emma:confidence="0">
                  <emma:literal>y</emma:literal>
                </emma:interpretation>
                <emma:interpretation id="interp11" emma:lang="" emma:confidence="0">
                  <emma:literal>]</emma:literal>
                </emma:interpretation>
              </emma:one-of>
            </emma:emma>
          </inkml:annotationXML>
          <inkml:trace contextRef="#ctx0" brushRef="#br0" timeOffset="41925.273">10379 231 7647 0,'0'0'336'0,"0"0"80"0,0 0-416 0,0 0 0 16,0 0 0-16,0 0 0 15,0 0-256-15,0 0-128 0,0 0-16 0,0 0-16 16,0 0 416-16,0 0 192 0,0 0 0 0,0 0-16 0,0 0 736 0,0 0 160 16,-12-7 16-16,12 7 16 0,0 0 0 0,0 0 0 15,0 0 0-15,0 0 0 0,-11-8-112 0,11 8-32 16,0 0 0-16,0 0 0 0,0 0-64 0,0 0-32 15,0 0 0-15,0 0 0 0,0 0 16 0,0 0 0 16,0 0 0-16,8-8 0 0,-8 8-272 0,0 0-48 16,15-7-16-16,-1 2 0 0,1 2-80 0,0 1-16 0,1 1 0 0,-1 2 0 15,0 4 0-15,1 0 0 0,-1-2 0 0,3 2 0 16,2 2-48-16,-1 0-16 0,1-3 0 16,0 1 0-16,-2-1-96 0,2-1-32 0,-1-1 0 0,-1-1 0 15,-3 1-112-15,0-1-16 0,-15-1-128 16,16-3 192-16,-3 0-192 0,-13 3 128 0,17 0-128 0,-4-2 0 15,-13 2 208-15,0 0-48 0,15-3-16 0,-15 3 0 16,15 0 112-16,-15 0 0 0,0 0 16 0,13 8 0 16,-13-8 32-16,0 0 0 0,8 13 0 0,0-1 0 15,-8-12-128-15,3 16-32 0,-1-1 0 0,-2-2 0 16,0-13-144-16,0 13 0 0,0-13 144 0,0 0-144 16,0 0 0-16,-5 13 0 0,-2-3 0 0,-1-2 0 15,0 1 0-15,0 2 0 0,-4 2 0 0,-1 2-128 16,0 0 128-16,2 1 0 0,-1 2 0 0,-3 4-128 0,-4 2 128 15,2 2 0-15,1 2 0 0,1 4 0 0,-1-1 0 0,-1 3 0 16,1 2 0-16,1 4 0 0,2 1 0 0,1-2 0 16,-1-4 0-16,5-3 0 0,3 3 0 0,0-9 0 15,0-6 0-15,0-4 128 0,2 1-128 0,3-17 0 16,0 0 0-16,0 0 0 0,0 0-224 0,0 0-64 16,0 0-16-16,0 0 0 15,0 0-576-15,0 0-112 0,0 0-32 0,0 0 0 16,3-17-2128-16,2 3-432 0</inkml:trace>
          <inkml:trace contextRef="#ctx0" brushRef="#br0" timeOffset="42387.6771">10820 616 4607 0,'0'0'400'16,"0"0"-400"-16,0 0 0 0,0 0 0 0,0 0 2368 0,0 0 384 15,5 14 64-15,-5-14 32 0,0 0-2080 0,0 0-400 16,0 0-96-16,0 0-16 0,0 0 0 0,0 0-16 15,0 0 0-15,0 0 0 0,-13-4 320 0,1 1 64 16,-1 1 16-16,2-1 0 0,-2-2 192 0,-2 0 32 16,0 2 16-16,-3 0 0 0,-5-1-384 0,0 1-80 15,0 0-16-15,-5 0 0 0,-6-2-272 0,1 1-128 0,3 1 128 16,-2 0-7120 0,-6-4-1440-16</inkml:trace>
        </inkml:traceGroup>
      </inkml:traceGroup>
    </inkml:traceGroup>
  </inkml:traceGroup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21:09.711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F189A06-BE6E-4B2F-99AE-1CB2529A4B08}" emma:medium="tactile" emma:mode="ink">
          <msink:context xmlns:msink="http://schemas.microsoft.com/ink/2010/main" type="writingRegion" rotatedBoundingBox="22414,11248 23121,11248 23121,11983 22414,11983"/>
        </emma:interpretation>
      </emma:emma>
    </inkml:annotationXML>
    <inkml:traceGroup>
      <inkml:annotationXML>
        <emma:emma xmlns:emma="http://www.w3.org/2003/04/emma" version="1.0">
          <emma:interpretation id="{E7247C95-0F4D-4C82-A94E-57DB09B9DEAD}" emma:medium="tactile" emma:mode="ink">
            <msink:context xmlns:msink="http://schemas.microsoft.com/ink/2010/main" type="paragraph" rotatedBoundingBox="22414,11248 23121,11248 23121,11983 22414,1198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CDEFC85-D509-4F3F-A2AB-99827138DFE1}" emma:medium="tactile" emma:mode="ink">
              <msink:context xmlns:msink="http://schemas.microsoft.com/ink/2010/main" type="line" rotatedBoundingBox="22414,11248 23121,11248 23121,11983 22414,11983"/>
            </emma:interpretation>
          </emma:emma>
        </inkml:annotationXML>
        <inkml:traceGroup>
          <inkml:annotationXML>
            <emma:emma xmlns:emma="http://www.w3.org/2003/04/emma" version="1.0">
              <emma:interpretation id="{717BF2A5-1DC6-4B20-85E0-DBCAD0004381}" emma:medium="tactile" emma:mode="ink">
                <msink:context xmlns:msink="http://schemas.microsoft.com/ink/2010/main" type="inkWord" rotatedBoundingBox="22414,11248 23121,11248 23121,11983 22414,11983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0 42 8287 0,'0'0'736'0,"0"0"-592"0,0 0-144 0,8 13 0 16,2-2 1440-16,-10-11 256 15,0 0 48-15,7 14 16 0,-1-1-1424 0,-6-13-336 16,8 10 0-16,-8-10 0 0,0 0 256 0,10 9 0 16,-10-9 16-16,0 0 0 0,13 4 320 0,-13-4 64 0,0 0 16 0,0 0 0 15,13-4 176-15,-13 4 48 0,12-4 0 0,-12 4 0 16,11-4 0-16,-11 4 16 0,10-11 0 0,-10 11 0 16,0 0-16-16,10-7 0 0,-10 7 0 0,10-6 0 15,-10 6-64-15,0 0-32 0,0 0 0 0,13-5 0 16,-13 5-208-16,12-5-32 0,-12 5-16 0,9-5 0 15,-9 5-160-15,10-7-16 0,0 4-16 0,-10 3 0 16,8-13-64-16,-1 1-16 0,-7 12 0 0,8-9 0 16,0 2 96-16,-8 7 16 0,9-8 0 0,-9 8 0 15,13-5 48-15,-2 3 16 0,1 4 0 0,-1-2 0 16,1 0-64-16,1 0-16 0,-2 0 0 0,-1 1 0 16,0 4-96-16,3-1-16 0,0-1 0 0,2 0 0 15,-4 1-112-15,3-1-16 0,0-2-128 0,-1 1 192 16,-13-2-192-16,19 0 0 0,-3 0 128 0,2 2-128 0,-2-2 192 15,1 0-16-15,-6 1 0 0,2-1 0 0,4-1 16 0,-4 1 0 16,-3 3 0-16,0 0 0 0,-10-3-192 0,13 4 160 16,-13-4-160-16,0 0 160 0,10 8-160 0,-10-8 0 15,0 0 0-15,0 0 128 0,0 0-128 0,8 10 0 16,-8-10 0-16,0 0-176 0,0 11 176 0,0-11-160 16,-5 13 160-16,-2 2-160 0,1 1 160 0,-1 2-128 15,-1 1 128-15,-2 0-128 0,-1-1 128 0,2 5 0 16,3 4 0-16,-2-3 0 0,-5-1 0 0,-1 0 0 15,1 0 0-15,2 2 0 0,1 3 0 0,0 1 0 16,0-3 0-16,0 1 0 0,1-1 0 0,4 0 0 16,-2-1 0-16,1-2 0 0,-3 0 0 0,3-2 0 0,-2-1 0 15,-1-1 128-15,4 0-128 0,2-1 0 0,0-2 0 0,0-1 0 16,-2-5 0-16,5-10 0 0,0 0 0 0,0 0 0 16,-5 9-304-16,5-9-80 0,0 0 0 0,0 0-16 31,0 0-1584-31,-10-4-304 0,2-5-64 0,3-4-16 15,3-3-1024-15,2-1-224 0</inkml:trace>
          <inkml:trace contextRef="#ctx0" brushRef="#br0" timeOffset="274.8771">707 567 3679 0,'0'0'320'0,"0"0"-320"16,-1-13 0-16,-1 1 0 0,0-1 1920 0,2 13 320 15,-3-13 64-15,0 0 16 0,0-2-1072 0,-4 4-224 16,-3 3-32-16,-1-1-16 0,-1 0 0 0,-1 0 0 16,-2 4 0-16,-1 2 0 0,-2-2 16 0,-4 2 0 15,-1 0 0-15,-1 1 0 0,-1 0-352 0,1 1-64 16,-3-1 0-16,1 0-16 0,0 1-240 0,-2-1-32 15,2 0-16-15,1-1 0 0,0-2-144 0,4-1-128 16,1-1 144-16,4 4-7760 16,1 1-1568-16</inkml:trace>
        </inkml:traceGroup>
      </inkml:traceGroup>
    </inkml:traceGroup>
  </inkml:traceGroup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21:11.216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DEFC14F-040A-4E8F-95D1-1C1F95A1C943}" emma:medium="tactile" emma:mode="ink">
          <msink:context xmlns:msink="http://schemas.microsoft.com/ink/2010/main" type="writingRegion" rotatedBoundingBox="26727,11183 27300,11183 27300,11998 26727,11998"/>
        </emma:interpretation>
      </emma:emma>
    </inkml:annotationXML>
    <inkml:traceGroup>
      <inkml:annotationXML>
        <emma:emma xmlns:emma="http://www.w3.org/2003/04/emma" version="1.0">
          <emma:interpretation id="{35D0712F-1569-4A7B-8BB4-62145EE06C3F}" emma:medium="tactile" emma:mode="ink">
            <msink:context xmlns:msink="http://schemas.microsoft.com/ink/2010/main" type="paragraph" rotatedBoundingBox="26727,11183 27300,11183 27300,11998 26727,1199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5485ADC-7AAE-45A0-B00B-EEBAC35D7462}" emma:medium="tactile" emma:mode="ink">
              <msink:context xmlns:msink="http://schemas.microsoft.com/ink/2010/main" type="line" rotatedBoundingBox="26727,11183 27300,11183 27300,11998 26727,11998"/>
            </emma:interpretation>
          </emma:emma>
        </inkml:annotationXML>
        <inkml:traceGroup>
          <inkml:annotationXML>
            <emma:emma xmlns:emma="http://www.w3.org/2003/04/emma" version="1.0">
              <emma:interpretation id="{5764C1C6-AECC-47E4-872F-BA98DF931CB8}" emma:medium="tactile" emma:mode="ink">
                <msink:context xmlns:msink="http://schemas.microsoft.com/ink/2010/main" type="inkWord" rotatedBoundingBox="26727,11183 27300,11183 27300,11998 26727,11998"/>
              </emma:interpretation>
              <emma:one-of disjunction-type="recognition" id="oneOf0">
                <emma:interpretation id="interp0" emma:lang="" emma:confidence="0">
                  <emma:literal>7</emma:literal>
                </emma:interpretation>
                <emma:interpretation id="interp1" emma:lang="" emma:confidence="0">
                  <emma:literal>6</emma:literal>
                </emma:interpretation>
                <emma:interpretation id="interp2" emma:lang="" emma:confidence="0">
                  <emma:literal>]</emma:literal>
                </emma:interpretation>
                <emma:interpretation id="interp3" emma:lang="" emma:confidence="0">
                  <emma:literal>f</emma:literal>
                </emma:interpretation>
                <emma:interpretation id="interp4" emma:lang="" emma:confidence="0">
                  <emma:literal>A</emma:literal>
                </emma:interpretation>
              </emma:one-of>
            </emma:emma>
          </inkml:annotationXML>
          <inkml:trace contextRef="#ctx0" brushRef="#br0">-3 14 911 0,'0'0'0'0,"0"0"0"15,0 0 0-15,0 0 0 0,0 0 1248 0,0 0 160 16,0 0 48-16,0 0 0 0,0 0 32 0,0 0 16 16,0 0 0-16,0 0 0 0,0 0-640 0,0 0-128 15,0 0-32-15,0 0 0 0,0 0-16 0,0 0-16 16,0 0 0-16,0 0 0 0,-2-11 160 0,2 11 48 0,0 0 0 0,0 0 0 16,0 0 32-16,0 0 16 0,0 0 0 0,13 5 0 15,-13-5-96-15,12 5-32 0,-12-5 0 0,13 5 0 16,-13-5-48-16,13 1-16 0,-2-2 0 0,1 1 0 15,1 0-160-15,0 0-48 0,2 0 0 0,0-2 0 16,0 0-80-16,-1 1-32 0,3-1 0 0,2 0 0 16,-1 1-96-16,1-3 0 0,-3 1-16 0,4 2 0 15,-2 2 80-15,1 1 32 0,4-2 0 0,-1 0 0 16,-8-2 32-16,1 4 16 0,0 1 0 0,-2-1 0 0,-1-4-224 0,-1 2-48 16,2 0-16-16,0 0 0 15,-13 0-176-15,14 0 0 0,-14 0 144 0,14 2-144 16,1 1 0-16,-15-3 144 0,0 0-144 0,15 0 0 15,-2 3 192-15,-13-3-64 0,13 4 0 0,-13-4-128 0,0 0 208 16,0 0-64-16,12 6-16 0,-12-6 0 0,0 0-128 16,0 0 0-16,11 7 0 0,-11-7 128 0,7 13-128 0,-7-13 0 15,0 0 0-15,3 15 0 0,-3-2-160 0,0 0 160 16,-5 2 0-16,2-1-144 0,-1-2 144 0,1 3 0 16,-2 1 0-16,0 2-128 0,0-1 128 0,-3 2 0 15,-3 1 0-15,2 5 0 0,5 6 0 0,-3-2 0 16,-1-1 0-16,1 2 0 0,1-1 0 0,-1 1 0 15,2-1 0-15,0-2 0 0,-3-4 0 0,0 0 0 16,1-2 0-16,1-1 0 0,1-1 0 0,0 1 0 16,0 1 0-16,-2-1 0 0,-1 0 0 0,0 1 0 15,3 2 0-15,-2-3 0 0,1-5 0 0,1 1 0 16,0 0 0-16,2-1 0 0,3-15 0 0,-4 13 0 16,4-13 0-16,0 0 0 0,0 0 0 0,0 0-288 0,0 0 48 0,0 0 16 31,0 0-576-31,0 0-112 0,-1-18-32 0,4-2 0 15,4-2-1504-15,-2-3-304 0,-2-1-64 0,2 1-9312 0</inkml:trace>
          <inkml:trace contextRef="#ctx0" brushRef="#br0" timeOffset="343.6941">556 431 17503 0,'0'0'1552'0,"0"13"-1232"16,0-13-320-16,0 0 0 0,-4 15 1232 0,4-15 192 15,0 0 48-15,0 0 0 0,-10 10-1184 0,10-10-288 16,0 0 0-16,-10 8 0 0,10-8 0 0,0 0 0 16,0 0 128-16,0 0-128 0,0 0 256 0,0 0 0 15,-13-3 0-15,13 3 0 0,0 0 64 0,0 0 16 16,-15-5 0-16,15 5 0 0,-15-5-336 0,0 2 0 16,2-1 0-16,-2 1 0 15,2 2-400-15,-3-1-160 0,-2 0-16 0,0 4-6496 0,0 1-1296 0</inkml:trace>
        </inkml:traceGroup>
      </inkml:traceGroup>
    </inkml:traceGroup>
  </inkml:traceGroup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21:44.034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C7727E3-8FDC-4DC9-9671-CF75530515CC}" emma:medium="tactile" emma:mode="ink">
          <msink:context xmlns:msink="http://schemas.microsoft.com/ink/2010/main" type="writingRegion" rotatedBoundingBox="19212,12489 26172,12452 26176,13195 19215,13231"/>
        </emma:interpretation>
      </emma:emma>
    </inkml:annotationXML>
    <inkml:traceGroup>
      <inkml:annotationXML>
        <emma:emma xmlns:emma="http://www.w3.org/2003/04/emma" version="1.0">
          <emma:interpretation id="{D290E1F5-62E2-47AB-9C67-FA59F09B5BA7}" emma:medium="tactile" emma:mode="ink">
            <msink:context xmlns:msink="http://schemas.microsoft.com/ink/2010/main" type="paragraph" rotatedBoundingBox="19212,12489 26172,12452 26176,13195 19215,1323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8269B15-3DF3-46B7-A5A2-BF842956A0F1}" emma:medium="tactile" emma:mode="ink">
              <msink:context xmlns:msink="http://schemas.microsoft.com/ink/2010/main" type="line" rotatedBoundingBox="19212,12489 26172,12452 26176,13195 19215,13231"/>
            </emma:interpretation>
          </emma:emma>
        </inkml:annotationXML>
        <inkml:traceGroup>
          <inkml:annotationXML>
            <emma:emma xmlns:emma="http://www.w3.org/2003/04/emma" version="1.0">
              <emma:interpretation id="{E7AC0DC3-9F8E-4A9F-AABA-3195654990D9}" emma:medium="tactile" emma:mode="ink">
                <msink:context xmlns:msink="http://schemas.microsoft.com/ink/2010/main" type="inkWord" rotatedBoundingBox="19211,12489 19731,12486 19735,13112 19215,13115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-3202 1240 2751 0,'0'0'256'0,"0"0"-256"15,0 0 0-15,8 7 0 0,-8-7 1920 0,0 0 352 16,0 0 64-16,10 6 16 0,-10-6-1328 0,0 0-256 16,0 0-48-16,11 5-16 0,-1 2 64 0,0-2 0 15,-10-5 0-15,13 3 0 0,0 0 80 0,-1 0 32 16,-12-3 0-16,13 0 0 0,-13 0-80 0,13-1-16 15,-1-3 0-15,-12 4 0 0,11-3 64 0,4 2 16 16,3-3 0-16,-3 3 0 0,-15 1-160 0,16 0-48 16,2-2 0-16,-3 0 0 0,-15 2-176 0,18 2-32 15,3 3-16-15,-1-3 0 0,-5-4-80 0,4 2-16 16,4 0 0-16,-1 0 0 0,-6 0 112 0,1-3 32 0,1-1 0 16,-2 1 0-16,-1 1-208 0,-2 1-32 0,-13 1-16 15,13-4 0-15,-13 4-32 0,15-1 0 0,-2 1 0 0,-13 0 0 16,0 0 0-16,0 0-16 0,12-3 0 0,-12 3 0 15,0 0-176-15,0 0 160 0,0 0-160 0,0 0 160 16,0 0-160-16,0 0 128 0,0 0-128 0,1 13 128 16,-1-13-128-16,-3 13 160 0,-4 0-160 0,1 0 160 15,-1-3-160-15,1 0 160 0,1 0-160 0,-2 4 160 16,1 6 32-16,-3-2 0 0,-5-3 0 0,2 3 0 16,2 5 0-16,0 2 16 0,1-2 0 0,-1 3 0 15,-3 2-64-15,1-4-16 0,2-2 0 0,-1 2 0 16,-2 3 0-16,3-1-128 0,3-2 192 0,-4-1-64 0,-7-1-128 15,3-1 0-15,7-1 0 0,1-2 0 0,1 0 0 0,-1-2 0 16,0 1 0-16,1-4 0 0,6-13 0 16,-5 11 0-16,5-11-144 0,0 0 144 15,0 0-656-15,0 0-32 0,0 0 0 0,0 0 0 16,0 0-1456-16,0-14-288 0,0 0-64 0,3 0-6448 16,5-4-1280-16</inkml:trace>
          <inkml:trace contextRef="#ctx0" brushRef="#br0" timeOffset="271.1673">-2769 1632 6447 0,'0'0'272'0,"0"0"80"0,0 0-352 0,0 0 0 0,0 0 0 0,0 0 0 16,0 0 2816-16,0 0 512 0,0 0 80 0,0 0 32 15,-10-5-2784-15,2-3-656 0,0-5 0 0,1 5 0 16,7 8 128-16,0 0-128 0,-8-5 192 0,0 0-192 16,-2-2 832-16,10 7 64 0,-11-1 16 0,-3-1 0 15,-2-1-32-15,-2-1-16 0,2 0 0 0,-2 0 0 16,-2 3-528-16,0-3-96 0,-1-2-32 0,-2-1 0 16,0-1-1520-16,2-2-304 15,-9-10-64-15,5 4-16 0</inkml:trace>
        </inkml:traceGroup>
        <inkml:traceGroup>
          <inkml:annotationXML>
            <emma:emma xmlns:emma="http://www.w3.org/2003/04/emma" version="1.0">
              <emma:interpretation id="{BD1DCDCC-52D4-4D20-B8F1-1985B88DA4E0}" emma:medium="tactile" emma:mode="ink">
                <msink:context xmlns:msink="http://schemas.microsoft.com/ink/2010/main" type="inkWord" rotatedBoundingBox="21538,12556 21886,12554 21890,13217 21541,13219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816.657">-875 1468 2751 0,'0'0'256'0,"0"0"-256"0,0 0 0 0,0 0 0 0,0 0 1824 0,0 0 320 15,0 0 64-15,0 0 16 0,0 0-1296 0,0 0-256 16,0 0-48-16,0 0-16 0,0 0 64 0,0 0 16 16,0 0 0-16,0 0 0 0,0 0-176 0,0 0-48 15,10-8 0-15,-10 8 0 0,5-13 48 0,-2 1 0 16,-3 12 0-16,5-11 0 0,-5 11-80 0,7-10-16 16,-7 10 0-16,0 0 0 0,0 0 64 0,0 0 16 15,0 0 0-15,0 0 0 0,0 0 320 0,0 0 64 0,0 0 16 0,0 0 0 16,0 0-144-16,0 0-32 0,0 0 0 0,0 0 0 15,0 0-176-15,10 16-32 0,-2 4-16 0,-3-4 0 16,-7-2-32-16,0 2 0 0,2 2 0 0,0 5 0 16,0 2-96-16,0-2-32 0,0-2 0 0,-1 2 0 15,-1 0-128-15,-1 3-16 0,0 2-16 0,1-2 0 16,2-3-176-16,0 0 160 0,0 2-160 0,0-2 160 16,2-3-160-16,-2-2 0 0,0-18 0 0,0 13 0 15,0-2 0-15,0-11-256 0,0 0 64 0,0 0 16 16,0 0-720-16,8-10-160 15,-3-1-32-15,0-2 0 0,-2-2-528 0,0 0-112 16,0 0-32-16,1-1-5792 0,-1-2-1168 0</inkml:trace>
          <inkml:trace contextRef="#ctx0" brushRef="#br0" timeOffset="2153.8103">-584 1343 14111 0,'0'0'624'0,"0"0"128"0,10-8-608 0,-2 2-144 16,2-1 0-16,-10 7 0 0,9-11 864 0,-9 11 144 16,0 0 16-16,9-5 16 0,-9 5-96 0,0 0-32 15,0 0 0-15,0 0 0 0,0 0-16 0,0 0 0 16,6 8 0-16,-6-8 0 0,0 0-336 0,2 16-80 0,-1 2-16 0,-1 4 0 15,2 1-80-15,-2 1-32 0,-2 1 0 0,-1 3 0 16,3 3 96-16,-1 2 32 0,-3 0 0 0,3 3 0 16,-3 0 80-16,3 0 16 0,-1 2 0 0,0-2 0 15,-1-2-144-15,1 1-32 0,2-4 0 0,0-2 0 16,4-1-208-16,-3-6-64 0,1-8 0 0,0 0 0 16,1-1-128-16,-3-13-272 0,0 0 64 0,0 0 16 31,0 0-2336-31,0 0-464 0</inkml:trace>
        </inkml:traceGroup>
        <inkml:traceGroup>
          <inkml:annotationXML>
            <emma:emma xmlns:emma="http://www.w3.org/2003/04/emma" version="1.0">
              <emma:interpretation id="{5FEDB05C-E6E4-4D9C-A895-166511C4D650}" emma:medium="tactile" emma:mode="ink">
                <msink:context xmlns:msink="http://schemas.microsoft.com/ink/2010/main" type="inkWord" rotatedBoundingBox="23754,12520 23908,12519 23911,13036 23757,13037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3252.4719">1456 1475 3679 0,'0'0'160'0,"0"0"32"0,0 0-192 0,-10 8 0 0,-2 2 0 0,12-10 0 15,-11 0 3440-15,1 0 640 0,10 0 128 0,-13-5 16 16,1-7-3424-16,3 2-800 0,-3 2 0 0,4-2 0 0,3-1 0 16,2-1 0-16,3 12 0 0,-4-14 0 0,-1-1 0 0,4 2 0 15,2-2 0-15,1 3 0 0,-2 12 304 0,0 0 48 16,8-11 16-16,1 1 0 0,-3 0 208 0,-6 10 64 15,8-11 0-15,1 3 0 0,-9 8-128 0,9-9-32 16,1 1 0-16,-10 8 0 0,13-6-224 0,-13 6-64 16,0 0 0-16,12-7 0 0,-12 7 176 0,11-5 16 15,-11 5 16-15,0 0 0 0,12 0-208 0,-12 0-32 16,0 0-16-16,0 0 0 0,13 7 208 0,-3-1 32 16,-10-6 16-16,10 12 0 0,-4-1-64 0,-1 2-16 15,-5 2 0-15,0 2 0 0,-2 1 96 0,1 5 16 16,-2 3 0-16,1 2 0 0,0 3-48 0,-1-2-16 15,-4-2 0-15,2 2 0 0,1 2-144 0,-1-3-32 16,0-3 0-16,0 0 0 0,-2-2-192 0,2-2 176 0,-1-5-176 16,1-1 160-16,0 0-160 0,2 0 0 0,-2-4 0 15,5-11 0-15,0 0 0 0,0 0 0 0,0 0-192 0,0 0 192 32,0 0-1632-32,0 0-208 0,0 0-32 0</inkml:trace>
        </inkml:traceGroup>
        <inkml:traceGroup>
          <inkml:annotationXML>
            <emma:emma xmlns:emma="http://www.w3.org/2003/04/emma" version="1.0">
              <emma:interpretation id="{FC4F0DB2-80A8-4B0E-9B71-385F8AF5FCB2}" emma:medium="tactile" emma:mode="ink">
                <msink:context xmlns:msink="http://schemas.microsoft.com/ink/2010/main" type="inkWord" rotatedBoundingBox="25983,12553 26173,12552 26175,13025 25986,13026"/>
              </emma:interpretation>
              <emma:one-of disjunction-type="recognition" id="oneOf3">
                <emma:interpretation id="interp3" emma:lang="" emma:confidence="0">
                  <emma:literal>9</emma:literal>
                </emma:interpretation>
                <emma:interpretation id="interp4" emma:lang="" emma:confidence="0">
                  <emma:literal>I</emma:literal>
                </emma:interpretation>
                <emma:interpretation id="interp5" emma:lang="" emma:confidence="0">
                  <emma:literal>i</emma:literal>
                </emma:interpretation>
                <emma:interpretation id="interp6" emma:lang="" emma:confidence="0">
                  <emma:literal>B</emma:literal>
                </emma:interpretation>
                <emma:interpretation id="interp7" emma:lang="" emma:confidence="0">
                  <emma:literal>'</emma:literal>
                </emma:interpretation>
              </emma:one-of>
            </emma:emma>
          </inkml:annotationXML>
          <inkml:trace contextRef="#ctx0" brushRef="#br0" timeOffset="5160.7225">3722 1348 8111 0,'0'0'352'0,"0"0"96"0,0 0-448 0,0 0 0 0,4 13 0 0,-4-13 0 15,0 0 800-15,0 0 80 0,1 14 16 0,-1-14 0 16,-1 13-368-16,1-13-64 0,0 0-16 0,0 0 0 15,-2 13 176-15,2-13 16 0,0 0 16 0,-3 13 0 16,3-13 16-16,-5 11 0 0,5-11 0 0,-8 12 0 16,3-1 64-16,5-11 16 0,-12 7 0 0,2 0 0 15,10-7-368-15,-10 4-80 0,2-2-16 0,8-2 0 16,-11 0-288-16,11 0 160 0,-13-2-160 0,1-2 128 16,12 4 0-16,-8-12-128 0,0 1 192 0,1-1-64 15,1 4 160-15,1-2 32 0,0-1 0 0,1-1 0 16,4 12-48-16,-1-13 0 0,-3-2 0 0,1 2 0 15,3 13-128-15,0 0-16 0,-3-13-128 0,3 13 192 0,-3-13-192 0,3 13 0 16,0 0 128-16,0 0-128 0,0 0 0 0,0 0 0 16,0 0 0-16,0 0 0 0,0 0 0 0,0 0 128 15,0 0-128-15,0 0 0 0,0 0 192 0,13-5-64 16,-13 5-128-16,15-5 192 0,-1 2 96 0,-1 1 16 16,4 4 0-16,-4-2 0 0,-2 0 112 0,1 3 32 15,-12-3 0-15,15 5 0 0,-2 0 96 0,0 1 32 16,2 3 0-16,-7-1 0 0,-8-8-128 0,5 13 0 15,0 2-16-15,-2-2 0 0,-5 0-272 0,2 0-160 16,4-1 192-16,-3 2-192 0,1 4 0 0,-4 0 0 16,-4-6 0-16,4 4 0 0,5 6 0 0,-1-6 0 15,-2-16 0-15,-3 18 0 0,1 3 128 0,-1-1-128 16,-5-2 0-16,1 2 0 0,4 1 192 0,-2-3-192 0,-2-3 192 0,1 1-192 16,-1 4 128-16,-1-2-128 0,-2-3 0 0,0-4 0 15,0-2-176-15,10-9-80 0,0 0-32 0,0 0-13888 16</inkml:trace>
        </inkml:traceGroup>
      </inkml:traceGroup>
    </inkml:traceGroup>
  </inkml:traceGroup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22:07.890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FA82F57-0CF7-452B-926C-9DE58EE22D2D}" emma:medium="tactile" emma:mode="ink">
          <msink:context xmlns:msink="http://schemas.microsoft.com/ink/2010/main" type="writingRegion" rotatedBoundingBox="20261,13515 25424,13466 25432,14234 20268,14283"/>
        </emma:interpretation>
      </emma:emma>
    </inkml:annotationXML>
    <inkml:traceGroup>
      <inkml:annotationXML>
        <emma:emma xmlns:emma="http://www.w3.org/2003/04/emma" version="1.0">
          <emma:interpretation id="{C438C2D8-6339-4113-8701-FD394602412A}" emma:medium="tactile" emma:mode="ink">
            <msink:context xmlns:msink="http://schemas.microsoft.com/ink/2010/main" type="paragraph" rotatedBoundingBox="20261,13515 25424,13466 25432,14234 20268,1428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389163E-13D2-497E-9292-767193C096C7}" emma:medium="tactile" emma:mode="ink">
              <msink:context xmlns:msink="http://schemas.microsoft.com/ink/2010/main" type="line" rotatedBoundingBox="20261,13515 25424,13466 25432,14234 20268,14283"/>
            </emma:interpretation>
          </emma:emma>
        </inkml:annotationXML>
        <inkml:traceGroup>
          <inkml:annotationXML>
            <emma:emma xmlns:emma="http://www.w3.org/2003/04/emma" version="1.0">
              <emma:interpretation id="{7B025466-E665-4A84-BFAD-40D024706067}" emma:medium="tactile" emma:mode="ink">
                <msink:context xmlns:msink="http://schemas.microsoft.com/ink/2010/main" type="inkWord" rotatedBoundingBox="20261,13515 20922,13509 20929,14251 20268,14257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9 84 12031 0,'0'0'528'0,"0"0"112"0,0 0-512 0,0 0-128 0,0 0 0 0,0 0 0 16,0 0 320-16,0-16 16 0,0-4 16 0,2 7 0 15,-2 13 64-15,0 0 16 0,3-13 0 0,-3 13 0 16,0 0 128-16,0 0 16 0,0 0 16 0,2-12 0 16,3 1 272-16,-5 11 48 0,0 0 16 0,0 0 0 15,0 0-112-15,0 0-32 0,0 0 0 0,1 16 0 16,1 1-336-16,-2-6-64 0,0-11 0 0,0 13-16 15,0 4-144-15,0-4-32 0,0-13 0 0,3 13 0 0,-1 2-64 16,-2 1 0-16,0 2-128 0,0 2 192 16,1 3 0-16,-1-2-16 0,-1-6 0 0,-1 3 0 0,-1 5 208 15,1 2 32-15,1-2 16 0,-1 1 0 0,-1 1-96 0,1 1-16 16,4 0 0-16,-4 2 0 0,-1 2-48 0,-1-1-16 16,3-1 0-16,-1-2 0 0,-1-1-128 0,1-5-128 15,2-6 144-15,2 3-144 0,1-2 0 0,0-2 0 16,-3-13 0-16,4 13 0 0,-4-13 0 0,5 10 0 15,-5-10 0-15,0 0-160 0,9 13-144 0,0-2-16 16,-9-11-16-16,8 10 0 16,-2 0-496-16,-6-10-112 0,0 0-16 0,0 0 0 15,0 0-1632-15,0 0-336 0,9 12-64 0</inkml:trace>
          <inkml:trace contextRef="#ctx0" brushRef="#br0" timeOffset="1050.6683">500 46 14223 0,'0'0'624'0,"0"0"144"0,13-3-624 0,-13 3-144 0,0 0 0 16,11-2 0-16,1 1 384 0,-12 1 32 0,0 0 16 15,0 0 0-15,0 0-32 0,0 0 0 0,0 0 0 0,0 0 0 16,0 0-16-16,0 0-16 0,0 0 0 0,0 0 0 16,0 0 144-16,0 0 48 0,0 0 0 0,0 0 0 15,0 0-48-15,0 0 0 0,0 0 0 0,0 0 0 16,-13 1-208-16,13-1-48 0,0 0-16 0,0 0 0 16,-17-1-112-16,17 1 0 0,0 0-128 0,-13-4 192 15,-2 3-48-15,2-2-16 0,2-4 0 0,11 7 0 16,0 0 48-16,-15 2 0 0,-1 1 0 0,4-1 0 15,12-2-16-15,0 0 0 0,-10 9 0 0,10-9 0 16,0 0-16-16,0 0 0 0,-8 12 0 0,2-2 0 16,6-10-144-16,-7 15 160 0,2-1-160 0,2 1 160 0,1-2-160 0,0 0 0 15,2 2 0-15,0 0 0 0,-1 0 192 0,2-1-32 16,3-2-16-16,-1 4 0 0,-1 2 160 0,3-1 16 16,1-2 16-16,2-4 0 0,1-1-80 0,-1-2 0 15,-8-8-16-15,13 12 0 0,2-4 16 0,-2 0 16 16,-13-8 0-16,15 10 0 0,1-2-96 0,-1 2-32 15,-2 5 0-15,-5-1 0 0,-3 0-144 0,3 0 0 16,5-1 144-16,-1 4-144 0,-4-4 128 0,0 2-128 16,-1 0 128-16,-4-2-128 0,-3-13 0 0,-3 18 0 15,1-2 0-15,2 2 128 0,0-5-128 0,0-13 0 16,-3 13 0-16,-5 1-128 0,-4 0 128 0,-3 3 0 16,-3-4-144-16,2 0 144 0,0-3 0 0,-2 0-144 15,-2 0 144-15,3-4 0 0,6-6-160 0,-1 2 160 0,1 1-128 0,-1-6 128 16,1-9 0-16,1 1-160 0,10 11 160 0,-6-15 0 15,1-3 0-15,1 0 0 0,4 0 0 0,0 0 0 16,2 0 0-16,3-4 0 0,3-2 0 0,2 2 0 16,1 4 0-16,3 0 0 0,-1 0 0 0,3 4 0 15,4-3 0-15,0 2 0 0,-1 2 0 0,1 2-160 16,0-1 0-16,-2 2 0 0,-4 1 0 0,3 0 0 16,-1 1 0-16,-3 2 0 0,1 1 0 0,-14 5 0 15,13-7 160-15,-13 7-192 0,0 0 192 0,9-11-192 16,-2-1 192-16,-4-1-160 0,-3-2 160 0,-1-1-160 15,-3-2 160-15,3-4-208 0,-4-1 80 0,2-3 128 16,-4 2-512-16,-3-1 32 16,-5-3 0-16,-3 2-7408 0,-1 1-1488 0</inkml:trace>
        </inkml:traceGroup>
        <inkml:traceGroup>
          <inkml:annotationXML>
            <emma:emma xmlns:emma="http://www.w3.org/2003/04/emma" version="1.0">
              <emma:interpretation id="{E2236543-3575-4B31-8ECB-D3A2FF21A44E}" emma:medium="tactile" emma:mode="ink">
                <msink:context xmlns:msink="http://schemas.microsoft.com/ink/2010/main" type="inkWord" rotatedBoundingBox="22432,13548 23324,13540 23331,14254 22439,14263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3045.3087">2180 163 2751 0,'0'0'256'0,"0"0"-256"16,-5-10 0-16,5 10 0 0,0 0 1664 0,0 0 272 16,0 0 64-16,0 0 16 0,0 0-912 0,0 0-176 0,0 0-32 0,0 0-16 15,0 0 16-15,0 0 16 16,-4-11 0-16,0 2 0 0,4 9 48 0,0-10 0 15,0 1 0-15,4-3 0 0,-4 12-144 0,6-11-32 16,-6 11 0-16,10-12 0 0,3-4-224 0,-1 3-48 0,-3 4-16 0,1 4 0 16,-10 5-160-16,15-3-16 0,1 2-16 0,-2 1 0 15,-14 0 64-15,14 1 16 0,1 1 0 0,-15-2 0 16,15 10-64-16,-2 0 0 0,0-1 0 0,-3 5 0 16,-2-1 0-16,0 0 0 0,-1 0 0 0,0 0 0 15,-1 2-192-15,-1 0-128 0,-2-1 160 0,-1 1-160 16,0-3 0-16,-1 4 0 0,-1-1 0 0,0 1 0 15,-3 1 0-15,1-1 0 0,-3-1 128 0,0 1-128 16,-1 1 0-16,-2 2 0 0,-2 3 0 0,0 1 0 16,-1 1 0-16,-1-1 0 0,1-1 0 0,-3 1 0 15,0 1 0-15,-1-1 128 0,0 0-128 0,2 2 0 16,1 1 128-16,1-3-128 0,-2-7 0 0,1 1 0 16,1-1 160-16,-1-1-160 0,6-5 160 0,6-10-160 15,-3 15 240-15,3-15-48 0,0 0-16 0,0 0 0 0,4 9 16 0,-4-9 0 16,0 0 0-16,0 0 0 0,14 5 128 0,2-5 48 15,-1 4 0-15,0-4 0 0,-1-4-80 0,3 1-16 16,-1-2 0-16,-1 0 0 0,0-1-272 0,1 2 128 16,2 3-128-16,-1-1 0 0,-3-1 0 0,1 0 0 15,-2-1 0-15,-1 3 0 0,-12 1 0 0,13 0 0 16,-13 0-176-16,15 3 176 16,-2 0-624-16,-2 0-16 0,-11-3 0 0,0 0 0 15,12 9-2512-15,-2 2-512 0</inkml:trace>
          <inkml:trace contextRef="#ctx0" brushRef="#br0" timeOffset="3579.3654">2870 66 13823 0,'0'0'1216'0,"0"0"-960"0,0 0-256 0,0 0 0 0,13 0 1024 0,-13 0 144 15,0 0 48-15,0 0 0 0,0 0-896 0,0 0-160 16,0 0-32-16,0 0-128 0,0 0 320 0,0 0-32 16,0 0-16-16,0 0 0 0,0 0-112 0,0 0-32 15,-3 13 0-15,3-13 0 0,-7 13 16 0,0-1 0 16,3-1 0-16,-5-1 0 0,-1-2-16 0,-3 2-128 16,3 3 192-16,-1 0-64 0,0 2-128 0,-3 5 192 15,0 5-192-15,-1 2 192 0,0 6-192 0,0 2 0 16,-1-1 144-16,1 4-144 0,2 1 352 0,1 1 0 15,1-4 0-15,1 2 0 0,0-1 272 0,2-4 48 16,0-8 16-16,5-4 0 0,4-1-48 0,7-2-16 16,4-3 0-16,1-4 0 0,-1-4-112 0,6-2-32 15,5-4 0-15,3-4 0 0,0-5-288 0,2 0-48 0,0-1-16 16,3-4 0-16,-3-5-128 0,-2 2 0 0,-1-1 0 0,-2-6 0 16,0-8 0-16,-2 2-176 0,-3-3 176 0,-3 3-128 15,-2 1-64-15,-1-2-16 0,-6-4 0 0,-3 3 0 31,-1 5-432-31,-4 1-64 0,-2-3-32 0,-3 2-7280 0,-3 1-1456 0</inkml:trace>
        </inkml:traceGroup>
        <inkml:traceGroup>
          <inkml:annotationXML>
            <emma:emma xmlns:emma="http://www.w3.org/2003/04/emma" version="1.0">
              <emma:interpretation id="{ED10E3EC-889D-4ACA-BCE2-D7ACDF7E3252}" emma:medium="tactile" emma:mode="ink">
                <msink:context xmlns:msink="http://schemas.microsoft.com/ink/2010/main" type="inkWord" rotatedBoundingBox="24738,13603 24809,13602 24815,14215 24743,14216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10131.5726">4470 87 8287 0,'0'0'736'0,"0"0"-592"15,0 0-144-15,0 0 0 0,0 0 2064 0,0 0 384 16,11 10 80-16,-11-10 16 0,0 0-2016 0,0 0-400 16,10 7-128-16,-10-7 0 0,0 0 0 0,5 15 0 15,0-4 128-15,-5-11-128 0,0 0 0 0,0 0 0 16,3 13 0-16,-3-13 0 0,0 0 192 0,0 0 0 15,7 12 0-15,-7-12 0 0,0 0 64 0,0 0 32 16,0 0 0-16,0 0 0 0,0 0 336 0,0 0 64 16,0 0 16-16,3 13 0 0,-3-13 48 0,5 15 16 15,-5-15 0-15,5 16 0 0,-2 0-160 0,1-1-32 16,-3-2 0-16,-1 4 0 0,-1 2-176 0,2-2-32 0,4-4-16 16,0 3 0-16,-5 4-176 0,2-2-48 0,-2-5 0 0,0 4 0 15,0 2 48-15,0 3 0 0,-2 1 0 0,-1-4 0 16,0-4 16-16,-1 5 0 0,1 6 0 0,1-3 0 15,1-7-192-15,-1 4 128 0,-3 1-128 0,2-1 128 16,0-3-128-16,-1-1 160 0,1 0-160 0,0-2 160 16,3-14-160-16,0 0 0 0,0 0 0 0,0 0 0 15,0 0-608 1,0 0-96-16,0 0-32 0,0 0-11968 0</inkml:trace>
        </inkml:traceGroup>
        <inkml:traceGroup>
          <inkml:annotationXML>
            <emma:emma xmlns:emma="http://www.w3.org/2003/04/emma" version="1.0">
              <emma:interpretation id="{5EBCC03C-D6D0-438D-9F27-300C4146C5D6}" emma:medium="tactile" emma:mode="ink">
                <msink:context xmlns:msink="http://schemas.microsoft.com/ink/2010/main" type="inkWord" rotatedBoundingBox="25064,13500 25425,13497 25430,14074 25069,14077"/>
              </emma:interpretation>
              <emma:one-of disjunction-type="recognition" id="oneOf3">
                <emma:interpretation id="interp3" emma:lang="" emma:confidence="0">
                  <emma:literal>8</emma:literal>
                </emma:interpretation>
                <emma:interpretation id="interp4" emma:lang="" emma:confidence="0">
                  <emma:literal>9</emma:literal>
                </emma:interpretation>
                <emma:interpretation id="interp5" emma:lang="" emma:confidence="0">
                  <emma:literal>%</emma:literal>
                </emma:interpretation>
                <emma:interpretation id="interp6" emma:lang="" emma:confidence="0">
                  <emma:literal>g</emma:literal>
                </emma:interpretation>
                <emma:interpretation id="interp7" emma:lang="" emma:confidence="0">
                  <emma:literal>&amp;</emma:literal>
                </emma:interpretation>
              </emma:one-of>
            </emma:emma>
          </inkml:annotationXML>
          <inkml:trace contextRef="#ctx0" brushRef="#br0" timeOffset="11440.7685">4974 5 11055 0,'0'0'976'0,"0"0"-784"0,0 0-192 0,0 0 0 16,0 0 592-16,0 0 80 0,0 0 16 0,0 0 0 16,0 0-400-16,0 0-80 0,0 0-16 0,0 0 0 15,0 0 384-15,0 0 80 0,0 0 16 0,0 0 0 16,0 0 96-16,0 0 0 0,0 0 16 0,0 0 0 15,0 0-208-15,0 0-64 0,-12-6 0 0,12 6 0 0,0 0-272 0,-13 3-64 16,13-3-16-16,-15 3 0 0,-1-1 32 0,3 1 16 16,0 2 0-16,1 0 0 0,1-2-16 0,-1 1 0 15,-1-1 0-15,2 0 0 0,11-3-192 0,-13 5 0 16,13-5 128-16,0 0-128 0,-17 5 0 0,17-5 0 16,0 0 128-16,0 0-128 0,-6 12 176 0,6-12-16 15,0 0 0-15,0 0 0 0,0 16 272 0,3 0 48 16,5-1 16-16,4 2 0 0,-1 1-128 0,1 0-32 15,-3-2 0-15,3 2 0 0,1 0-192 0,0 2-144 16,2 0 192-16,-4 1-192 0,-2 0 224 0,-1-1-64 16,-2-2-16-16,1 2 0 0,-1-1-144 0,1 3 0 15,0-1 0-15,-2-3 0 0,-1-3 128 0,-4-15-128 16,4 13 128-16,1 0-128 0,-2 2 144 0,0 0-144 0,-1-2 160 16,0 0-160-16,-2 0 176 0,0-13-176 0,0 0 192 15,0 0-192-15,0 16 0 0,0-16 0 0,0 0 0 16,0 0 0-16,0 0 0 0,0 0 0 0,-14 7 0 0,14-7 0 15,-13-2 0-15,2 1 0 0,-1 1 0 0,12 0 0 16,-15-12 0-16,2 6 0 0,2 1 0 0,-1-2 0 16,-1-1 0-16,3 1-176 0,10 7 176 0,-8-8-160 15,8 8 160-15,-8-8 0 0,8 8 0 0,-7-8-128 16,7 8 128-16,0 0 0 0,-1-13 0 0,-1 1 0 16,2 12 0-16,3-13 128 0,1 0-128 0,2 0 0 15,1 0 128-15,1 1-128 0,4 2 128 0,-1-1-128 16,1-2 128-16,-1 0-128 0,-1 1 128 0,5-3-128 0,3-3 0 15,-2 2 0-15,-3-1 0 0,0 3 128 0,2 2-128 0,0-1 0 16,-4-2 0-16,-1 4 0 16,0 4 256-16,2-1 16 0,-1-5 16 0,-1 3 0 0,-10 10-96 15,11-11-32-15,3-1 0 0,-6 4 0 0,-8 8-160 0,6-8 0 16,2-1 0-16,-8 9 0 0,7-11 0 0,-4 0-144 16,-1-1 144-16,-2 12-208 15,2-11-208-15,-4-1-32 0,-3-3-16 0,-2-1 0 16,1-2-688-16,-4 1-144 0,-5-1-32 0</inkml:trace>
        </inkml:traceGroup>
      </inkml:traceGroup>
    </inkml:traceGroup>
  </inkml:traceGroup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02T04:22:33.650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A422BD8-9168-43D6-AA04-8DEC0756C607}" emma:medium="tactile" emma:mode="ink">
          <msink:context xmlns:msink="http://schemas.microsoft.com/ink/2010/main" type="writingRegion" rotatedBoundingBox="21302,14500 24189,14535 24180,15233 21294,15199"/>
        </emma:interpretation>
      </emma:emma>
    </inkml:annotationXML>
    <inkml:traceGroup>
      <inkml:annotationXML>
        <emma:emma xmlns:emma="http://www.w3.org/2003/04/emma" version="1.0">
          <emma:interpretation id="{6F1D468F-57A3-49B7-9075-6B0E6E8409DA}" emma:medium="tactile" emma:mode="ink">
            <msink:context xmlns:msink="http://schemas.microsoft.com/ink/2010/main" type="paragraph" rotatedBoundingBox="21302,14500 24189,14535 24180,15233 21294,1519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09C98D4-0A91-47C1-9525-76B6D4E6D3B9}" emma:medium="tactile" emma:mode="ink">
              <msink:context xmlns:msink="http://schemas.microsoft.com/ink/2010/main" type="line" rotatedBoundingBox="21302,14500 24189,14535 24180,15233 21294,15199"/>
            </emma:interpretation>
          </emma:emma>
        </inkml:annotationXML>
        <inkml:traceGroup>
          <inkml:annotationXML>
            <emma:emma xmlns:emma="http://www.w3.org/2003/04/emma" version="1.0">
              <emma:interpretation id="{39C86CD3-CB24-4EDE-BB1D-49659BBE3850}" emma:medium="tactile" emma:mode="ink">
                <msink:context xmlns:msink="http://schemas.microsoft.com/ink/2010/main" type="inkWord" rotatedBoundingBox="21302,14545 22146,14555 22138,15209 21294,15199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0 95 3679 0,'0'0'320'0,"0"0"-320"16,0 0 0-16,0 0 0 0,0 0 1696 0,0 0 272 16,0 0 48-16,0 0 16 0,0 0-1248 0,0 0-240 15,12-6-48-15,-12 6-16 0,0 0-208 0,0 0-32 16,0 0-16-16,0 0 0 0,10-12 240 0,-10 12 48 16,0 0 16-16,0 0 0 0,11-10 192 0,-11 10 48 15,0 0 0-15,10-8 0 0,-10 8 0 0,10-10 0 16,-2 2 0-16,0 2 0 0,0-3-128 0,-8 9-32 15,10-5 0-15,0 0 0 0,0-1-80 0,-10 6-16 16,8-5 0-16,-8 5 0 0,0 0-80 0,0 0-32 16,12-5 0-16,-12 5 0 0,0 0-80 0,0 0-32 15,0 0 0-15,0 0 0 0,0 0-288 0,0 0 160 0,11 5-160 0,-11-5 128 16,10 7-128-16,-10-7 0 0,0 0 0 0,6 14 0 16,3-1 0-16,-4-1 0 0,-5-12-144 0,5 15 144 15,3 0 0-15,-3-4 0 0,-5-11 0 0,3 13 0 16,-3-13 0-16,2 13 128 0,-4 0-128 0,2-13 0 15,-5 15 128-15,5-15-128 0,-5 13 0 0,0 2 0 16,-1 1 0-16,1-2 0 0,5-14 0 0,-7 11 0 16,1-1 0-16,-1 1 0 0,0-1 0 0,7-10 0 15,-8 10 0-15,8-10 0 0,-5 10-128 0,5-10 128 16,0 0 0-16,0 0-128 0,-5 10 128 0,5-10 0 16,0 0 0-16,0 0 0 0,0 0 0 0,0 0 0 0,0 0 0 0,12 1 176 15,-1 3-176-15,-11-4 160 0,13-2 80 0,-1 2 16 16,3-2 0-16,-5 2 0 0,-10 0 32 0,14 0 16 15,3-1 0-15,-4 2 0 0,-13-1-304 0,15 7 0 16,-1-2-208-16,-2 3 80 0,-2 4 128 0,-2 1 0 16,0 2 0-16,0-1-128 0,1 3 128 0,-1 2 0 15,0 6 0-15,0-5 0 0,-1-2 0 0,-1-2 0 16,-1 1 0-16,2-3 0 0,-2 0 176 16,-2-1-48-16,-3-13 0 0,-2 14 0 0,2-14-128 0,-3 14 0 15,-3-5 144-15,-1 1-144 0,-1 0 0 0,-2 0 0 16,-2-4 0-16,-1 1 0 0,-3 0 0 0,-2 1 0 15,-4-2-144-15,1 1 144 0,0 0-176 0,1-3 48 16,-1 1 0-16,-1-1 0 16,-2-3-240-16,1-1-32 0,2 0-16 0,2 0 0 15,3-3-256-15,1 0-48 0,4-4-16 0,4 2 0 16,7 5-496-16,0 0-112 0,0-13 0 0</inkml:trace>
          <inkml:trace contextRef="#ctx0" brushRef="#br0" timeOffset="858.1199">781 28 2751 0,'0'0'256'0,"0"0"-256"0,0 0 0 0,0 0 0 16,-11-7 1856-16,11 7 320 0,0 0 64 0,-10-5 0 15,-1 4-1248-15,2 1-256 0,9 0-48 0,-11 3-16 16,-2 2-352-16,0-2-80 0,3-3-16 0,2 0 0 15,-2 0-224-15,0 0 0 0,-2 2 128 0,1-2-128 16,3-3 160-16,8 3-16 0,0 0 0 0,-12-4 0 16,2-2 192-16,10 6 48 0,0 0 0 0,0 0 0 15,-11 0-64-15,11 0-16 0,-12 3 0 0,12-3 0 16,0 0 0-16,-8 10 0 0,8-10 0 0,-3 13 0 16,1 0 32-16,2-13 16 0,4 15 0 0,0 0 0 15,0 0-64-15,1-2-16 0,-5-13 0 0,10 14 0 0,-1 3-80 16,3 1 0-16,-2 2-16 0,3-2 0 0,0-4-176 15,0 3 0-15,-3-1 0 0,-2-1 0 0,0-2 176 16,1 2 0-16,-3 0 0 0,1 1 0 0,-1-1 144 0,-1 0 48 16,0-2 0-16,-2 2 0 0,-4 1-368 0,2-1 128 15,-1-15-128-15,-3 16 0 0,-2-1 0 0,0-2 0 16,5-13 0-16,-8 13-128 0,-3 2 128 0,2-4-208 16,9-11 80-16,-11 10 128 0,1-1-256 0,0-1 64 15,-1-2 0-15,1 1 16 0,0-1 0 0,10-6 0 16,-13 7 0-16,1-4 0 0,12-3 32 0,-11 4 0 15,1 0 0-15,10-4 0 0,-11-3 144 0,11 3 0 16,0 0 0-16,-9-6 0 0,9 6 0 0,-3-12 0 16,3 12 0-16,0-13 0 0,2 0 0 0,3 1 192 0,3 1-32 0,2-1-16 15,-2-1 80-15,3 0 16 0,4 0 0 16,0 0 0-16,-2 0-240 0,2 3 128 0,0-2-128 16,-1 1 0-16,-1-1 0 0,2 1 0 0,-5-2 0 0,0 0 0 15,3 0 0-15,-3 1-128 0,-2 1-16 0,0-3 0 31,2-4-560-31,0 0-128 0,0 0 0 0,-2-1-16 16,-1-1-240-16,-2 3-32 0,-1 1-16 0,0 5 0 0,-4-1 592 0,0 12 112 0,0-13 32 0,0 13 0 31,0 0-112-31,-8-10-32 0,-4 0 0 0</inkml:trace>
        </inkml:traceGroup>
        <inkml:traceGroup>
          <inkml:annotationXML>
            <emma:emma xmlns:emma="http://www.w3.org/2003/04/emma" version="1.0">
              <emma:interpretation id="{6B4249DF-D541-4689-A33E-6A452176299F}" emma:medium="tactile" emma:mode="ink">
                <msink:context xmlns:msink="http://schemas.microsoft.com/ink/2010/main" type="inkWord" rotatedBoundingBox="23566,14530 23784,14533 23776,15155 23559,15152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5512.6553">2290 2 911 0,'0'0'0'0,"0"0"0"0,0 0 0 0,0 0 0 16,0 0 816-16,0 0 80 0,0 0 0 0,0 0 16 15,0 0-336-15,0 0-80 0,0 0-16 0,0 0 0 16,0 0 736-16,0 0 160 0,0 0 32 0,0 0 0 16,0 0-496-16,0 0-80 0,0 0-32 0,11-2 0 15,-11 2-96-15,13-3 0 0,-13 3-16 0,0 0 0 16,13-5-48-16,-1 2-16 0,-12 3 0 0,0 0 0 16,16-4 0-16,-3 4 0 0,-13 0 0 0,15 0 0 0,0 0-272 0,-15 0-48 15,13 7-16-15,0-1 0 0,0 3 80 0,-13-9 16 16,0 0 0-16,14 9 0 0,-5 3-96 0,0-1-16 15,-9-11 0-15,6 15 0 0,-3-2-144 0,-3-13-128 16,4 15 144-16,-4 0-144 0,-2 1 0 0,0-1 0 16,2-15 0-16,-4 17 0 0,-1-3 0 0,-2 1 0 15,-1 0-192-15,1-5 192 0,7-10-144 0,-8 11 144 16,0 4 0-16,0-7-144 0,8-8 144 0,0 0 0 16,-12 3 0-16,12-3-128 0,-13-1 128 0,13 1 0 15,-15-5 0-15,4 2 0 0,-1-1 0 0,12 4 0 16,0 0 128-16,0 0-128 0,0 0 192 0,0 0-16 15,0 0-16-15,0 0 0 0,0 0 176 0,0 0 48 16,0 0 0-16,0 0 0 0,0 0-128 0,13 5 0 0,1 0-16 16,-3 2 0-16,-1-1-80 0,-2 4-16 0,-1 5 0 0,1 1 0 15,0-1-144-15,-1 1 0 0,-2 3 144 16,-1-1-144-16,0-2 144 0,-1 0-144 0,-3 1 192 0,0 1-192 16,0-2 0-16,0 4 0 0,0-4 0 0,0 1 0 15,-2-1 0-15,-1-1 0 0,3-15 0 0,-5 15 0 16,0 0 0-16,-1-2 0 0,-2-2 0 0,-1-1 0 15,9-10 128-15,-13 8 64 0,0-1 0 0,0-4 16 16,-2-1-208-16,0-1 0 0,1-2 0 0,0-1 0 16,14 2-176-16,-11-7 176 0,3-1-160 0,0 2 160 15,-2-1-384-15,2-1 0 0,-1-2 16 0,1 0 0 16,2 0-576-16,6 10-112 16,1-14-32-16,2 2-9696 0</inkml:trace>
        </inkml:traceGroup>
        <inkml:traceGroup>
          <inkml:annotationXML>
            <emma:emma xmlns:emma="http://www.w3.org/2003/04/emma" version="1.0">
              <emma:interpretation id="{7B8072A8-D857-4A8E-954B-73D6ED4B9D04}" emma:medium="tactile" emma:mode="ink">
                <msink:context xmlns:msink="http://schemas.microsoft.com/ink/2010/main" type="inkWord" rotatedBoundingBox="23977,14532 24189,14535 24181,15218 23969,15215"/>
              </emma:interpretation>
              <emma:one-of disjunction-type="recognition" id="oneOf2">
                <emma:interpretation id="interp2" emma:lang="" emma:confidence="0">
                  <emma:literal>8</emma:literal>
                </emma:interpretation>
                <emma:interpretation id="interp3" emma:lang="" emma:confidence="0">
                  <emma:literal>9</emma:literal>
                </emma:interpretation>
                <emma:interpretation id="interp4" emma:lang="" emma:confidence="0">
                  <emma:literal>g</emma:literal>
                </emma:interpretation>
                <emma:interpretation id="interp5" emma:lang="" emma:confidence="0">
                  <emma:literal>f</emma:literal>
                </emma:interpretation>
                <emma:interpretation id="interp6" emma:lang="" emma:confidence="0">
                  <emma:literal>q</emma:literal>
                </emma:interpretation>
              </emma:one-of>
            </emma:emma>
          </inkml:annotationXML>
          <inkml:trace contextRef="#ctx0" brushRef="#br0" timeOffset="6252.1832">2863 82 13823 0,'0'0'1216'0,"0"0"-960"0,0 0-256 0,0 0 0 15,4-11 624-15,-4 11 80 0,0 0 0 0,-3-13 16 16,0-1-400-16,3 14-64 0,-8-11-32 0,-1 1 0 16,0 0-96-16,-1 2-128 0,-2 1 176 0,1 3-176 15,-1-1 176-15,12 5-176 0,-10-2 160 0,-1 4-160 16,-2 1 320-16,1 2-48 0,4-2 0 0,-2 4 0 16,10-7-16-16,-10 9-16 0,1-4 0 0,0 2 0 15,3 0-240-15,6-7 0 0,-5 13 128 0,0 0-128 0,5-13 0 0,-3 15 144 16,1-2-144-16,2-13 128 0,-2 14-128 0,4 3 0 15,1-1 144-15,2 2-144 0,0 0 144 0,2 2-144 16,-1-2 192-16,1 0-192 0,1 0 288 0,2 4-48 16,1 2-16-16,1 1 0 0,-2-2-32 0,1 0-16 15,1-2 0-15,-2 0 0 0,-1-1 0 0,0-2 0 16,-1 0 0-16,0-1 0 0,0-1-176 0,0 1 0 16,-1-3 0-16,3-1 128 0,-4-1-128 0,-6-12 0 15,5 13 0-15,0-1 0 0,-5-12 128 0,4 13-128 16,-4-13 128-16,0 13-128 0,0-13 0 0,-2 15 0 15,-1-2 0-15,3-13 0 0,-12 13 0 0,1-2 128 16,-2-4-128-16,1-2 0 0,12-5 0 0,-15 3 0 16,1-1 0-16,0-2 0 0,3-2 0 0,-1-1 0 0,-1-2-176 15,3 0 176-15,2-2 0 0,0-2 0 0,-2-3 0 0,4-1-128 16,-1-2 128-16,5 0 0 0,1 1 0 0,1-1 128 16,3-2 32-16,2 3 16 0,0 1 0 0,3-1 0 15,2 0-16-15,0-1 0 0,-2 0 0 0,2 0 0 16,3-1-160-16,0-1 0 0,-1 1 0 0,-1 1 128 15,1 2-128-15,-1 2 0 0,1-1 0 0,-4 2 128 16,-2-1-128-16,1-1 0 0,-1 1 0 0,-1 3 128 16,-5 8-128-16,4-13 0 0,-3-2 0 0,3 2-176 15,-4 13-336 1,3-13-80-16,-3-4-16 0,0-3-9568 0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8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7.emf"/><Relationship Id="rId4" Type="http://schemas.openxmlformats.org/officeDocument/2006/relationships/image" Target="../media/image4.emf"/><Relationship Id="rId9" Type="http://schemas.openxmlformats.org/officeDocument/2006/relationships/customXml" Target="../ink/ink4.xml"/><Relationship Id="rId14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customXml" Target="../ink/ink12.xml"/><Relationship Id="rId18" Type="http://schemas.openxmlformats.org/officeDocument/2006/relationships/image" Target="../media/image18.emf"/><Relationship Id="rId3" Type="http://schemas.openxmlformats.org/officeDocument/2006/relationships/customXml" Target="../ink/ink7.xml"/><Relationship Id="rId21" Type="http://schemas.openxmlformats.org/officeDocument/2006/relationships/customXml" Target="../ink/ink16.xml"/><Relationship Id="rId7" Type="http://schemas.openxmlformats.org/officeDocument/2006/relationships/customXml" Target="../ink/ink9.xml"/><Relationship Id="rId12" Type="http://schemas.openxmlformats.org/officeDocument/2006/relationships/image" Target="../media/image15.emf"/><Relationship Id="rId17" Type="http://schemas.openxmlformats.org/officeDocument/2006/relationships/customXml" Target="../ink/ink14.xml"/><Relationship Id="rId2" Type="http://schemas.openxmlformats.org/officeDocument/2006/relationships/image" Target="../media/image10.png"/><Relationship Id="rId16" Type="http://schemas.openxmlformats.org/officeDocument/2006/relationships/image" Target="../media/image17.emf"/><Relationship Id="rId20" Type="http://schemas.openxmlformats.org/officeDocument/2006/relationships/image" Target="../media/image1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emf"/><Relationship Id="rId11" Type="http://schemas.openxmlformats.org/officeDocument/2006/relationships/customXml" Target="../ink/ink11.xml"/><Relationship Id="rId24" Type="http://schemas.openxmlformats.org/officeDocument/2006/relationships/image" Target="../media/image21.emf"/><Relationship Id="rId5" Type="http://schemas.openxmlformats.org/officeDocument/2006/relationships/customXml" Target="../ink/ink8.xml"/><Relationship Id="rId15" Type="http://schemas.openxmlformats.org/officeDocument/2006/relationships/customXml" Target="../ink/ink13.xml"/><Relationship Id="rId23" Type="http://schemas.openxmlformats.org/officeDocument/2006/relationships/customXml" Target="../ink/ink17.xml"/><Relationship Id="rId10" Type="http://schemas.openxmlformats.org/officeDocument/2006/relationships/image" Target="../media/image14.emf"/><Relationship Id="rId19" Type="http://schemas.openxmlformats.org/officeDocument/2006/relationships/customXml" Target="../ink/ink15.xml"/><Relationship Id="rId4" Type="http://schemas.openxmlformats.org/officeDocument/2006/relationships/image" Target="../media/image11.emf"/><Relationship Id="rId9" Type="http://schemas.openxmlformats.org/officeDocument/2006/relationships/customXml" Target="../ink/ink10.xml"/><Relationship Id="rId14" Type="http://schemas.openxmlformats.org/officeDocument/2006/relationships/image" Target="../media/image16.emf"/><Relationship Id="rId22" Type="http://schemas.openxmlformats.org/officeDocument/2006/relationships/image" Target="../media/image20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customXml" Target="../ink/ink23.xml"/><Relationship Id="rId18" Type="http://schemas.openxmlformats.org/officeDocument/2006/relationships/image" Target="../media/image30.emf"/><Relationship Id="rId26" Type="http://schemas.openxmlformats.org/officeDocument/2006/relationships/image" Target="../media/image34.emf"/><Relationship Id="rId3" Type="http://schemas.openxmlformats.org/officeDocument/2006/relationships/customXml" Target="../ink/ink18.xml"/><Relationship Id="rId21" Type="http://schemas.openxmlformats.org/officeDocument/2006/relationships/customXml" Target="../ink/ink27.xml"/><Relationship Id="rId7" Type="http://schemas.openxmlformats.org/officeDocument/2006/relationships/customXml" Target="../ink/ink20.xml"/><Relationship Id="rId12" Type="http://schemas.openxmlformats.org/officeDocument/2006/relationships/image" Target="../media/image27.emf"/><Relationship Id="rId17" Type="http://schemas.openxmlformats.org/officeDocument/2006/relationships/customXml" Target="../ink/ink25.xml"/><Relationship Id="rId25" Type="http://schemas.openxmlformats.org/officeDocument/2006/relationships/customXml" Target="../ink/ink29.xml"/><Relationship Id="rId2" Type="http://schemas.openxmlformats.org/officeDocument/2006/relationships/image" Target="../media/image22.png"/><Relationship Id="rId16" Type="http://schemas.openxmlformats.org/officeDocument/2006/relationships/image" Target="../media/image29.emf"/><Relationship Id="rId20" Type="http://schemas.openxmlformats.org/officeDocument/2006/relationships/image" Target="../media/image3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emf"/><Relationship Id="rId11" Type="http://schemas.openxmlformats.org/officeDocument/2006/relationships/customXml" Target="../ink/ink22.xml"/><Relationship Id="rId24" Type="http://schemas.openxmlformats.org/officeDocument/2006/relationships/image" Target="../media/image33.emf"/><Relationship Id="rId5" Type="http://schemas.openxmlformats.org/officeDocument/2006/relationships/customXml" Target="../ink/ink19.xml"/><Relationship Id="rId15" Type="http://schemas.openxmlformats.org/officeDocument/2006/relationships/customXml" Target="../ink/ink24.xml"/><Relationship Id="rId23" Type="http://schemas.openxmlformats.org/officeDocument/2006/relationships/customXml" Target="../ink/ink28.xml"/><Relationship Id="rId28" Type="http://schemas.openxmlformats.org/officeDocument/2006/relationships/image" Target="../media/image35.emf"/><Relationship Id="rId10" Type="http://schemas.openxmlformats.org/officeDocument/2006/relationships/image" Target="../media/image26.emf"/><Relationship Id="rId19" Type="http://schemas.openxmlformats.org/officeDocument/2006/relationships/customXml" Target="../ink/ink26.xml"/><Relationship Id="rId4" Type="http://schemas.openxmlformats.org/officeDocument/2006/relationships/image" Target="../media/image23.emf"/><Relationship Id="rId9" Type="http://schemas.openxmlformats.org/officeDocument/2006/relationships/customXml" Target="../ink/ink21.xml"/><Relationship Id="rId14" Type="http://schemas.openxmlformats.org/officeDocument/2006/relationships/image" Target="../media/image28.emf"/><Relationship Id="rId22" Type="http://schemas.openxmlformats.org/officeDocument/2006/relationships/image" Target="../media/image32.emf"/><Relationship Id="rId27" Type="http://schemas.openxmlformats.org/officeDocument/2006/relationships/customXml" Target="../ink/ink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222709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Pyramid Puzzles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918" y="869740"/>
            <a:ext cx="4524375" cy="25336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806" y="3800036"/>
            <a:ext cx="4610100" cy="26574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5986" y="826158"/>
            <a:ext cx="65017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The pyramid pattern is completed by adding the 2 and the 5 and putting the answer in the box below, adding the 5 and the 7 and putting the answer in the box below and so on.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373935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22709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Pyramid Puzzles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39" y="747279"/>
            <a:ext cx="8252799" cy="60290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1661855" y="1485221"/>
              <a:ext cx="148320" cy="218520"/>
            </p14:xfrm>
          </p:contentPart>
        </mc:Choice>
        <mc:Fallback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48175" y="1467221"/>
                <a:ext cx="18000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/>
              <p14:cNvContentPartPr/>
              <p14:nvPr/>
            </p14:nvContentPartPr>
            <p14:xfrm>
              <a:off x="1661855" y="1604021"/>
              <a:ext cx="195480" cy="21600"/>
            </p14:xfrm>
          </p:contentPart>
        </mc:Choice>
        <mc:Fallback>
          <p:pic>
            <p:nvPicPr>
              <p:cNvPr id="8" name="Ink 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52135" y="1587461"/>
                <a:ext cx="2131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/>
              <p14:cNvContentPartPr/>
              <p14:nvPr/>
            </p14:nvContentPartPr>
            <p14:xfrm>
              <a:off x="1751135" y="3347141"/>
              <a:ext cx="109080" cy="18468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37095" y="3332741"/>
                <a:ext cx="1393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/>
              <p14:cNvContentPartPr/>
              <p14:nvPr/>
            </p14:nvContentPartPr>
            <p14:xfrm>
              <a:off x="2664095" y="3319781"/>
              <a:ext cx="13320" cy="178920"/>
            </p14:xfrm>
          </p:contentPart>
        </mc:Choice>
        <mc:Fallback>
          <p:pic>
            <p:nvPicPr>
              <p:cNvPr id="13" name="Ink 1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50775" y="3310061"/>
                <a:ext cx="4176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Ink 13"/>
              <p14:cNvContentPartPr/>
              <p14:nvPr/>
            </p14:nvContentPartPr>
            <p14:xfrm>
              <a:off x="2764175" y="3308261"/>
              <a:ext cx="125640" cy="194040"/>
            </p14:xfrm>
          </p:contentPart>
        </mc:Choice>
        <mc:Fallback>
          <p:pic>
            <p:nvPicPr>
              <p:cNvPr id="14" name="Ink 13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52295" y="3293861"/>
                <a:ext cx="15264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6" name="Ink 15"/>
              <p14:cNvContentPartPr/>
              <p14:nvPr/>
            </p14:nvContentPartPr>
            <p14:xfrm>
              <a:off x="3198695" y="2774741"/>
              <a:ext cx="150840" cy="217800"/>
            </p14:xfrm>
          </p:contentPart>
        </mc:Choice>
        <mc:Fallback>
          <p:pic>
            <p:nvPicPr>
              <p:cNvPr id="16" name="Ink 15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80335" y="2757461"/>
                <a:ext cx="183240" cy="25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558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9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207" y="928852"/>
            <a:ext cx="4770224" cy="54610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0"/>
            <a:ext cx="222709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Pyramid Puzzles</a:t>
            </a:r>
            <a:endParaRPr lang="en-AU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/>
              <p14:cNvContentPartPr/>
              <p14:nvPr/>
            </p14:nvContentPartPr>
            <p14:xfrm>
              <a:off x="4341154" y="1166981"/>
              <a:ext cx="125280" cy="441360"/>
            </p14:xfrm>
          </p:contentPart>
        </mc:Choice>
        <mc:Fallback>
          <p:pic>
            <p:nvPicPr>
              <p:cNvPr id="9" name="Ink 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8554" y="1147901"/>
                <a:ext cx="158400" cy="47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Ink 14"/>
              <p14:cNvContentPartPr/>
              <p14:nvPr/>
            </p14:nvContentPartPr>
            <p14:xfrm>
              <a:off x="2496154" y="1828301"/>
              <a:ext cx="2763000" cy="378000"/>
            </p14:xfrm>
          </p:contentPart>
        </mc:Choice>
        <mc:Fallback>
          <p:pic>
            <p:nvPicPr>
              <p:cNvPr id="15" name="Ink 1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82834" y="1812101"/>
                <a:ext cx="279360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7" name="Ink 26"/>
              <p14:cNvContentPartPr/>
              <p14:nvPr/>
            </p14:nvContentPartPr>
            <p14:xfrm>
              <a:off x="2684434" y="2433821"/>
              <a:ext cx="2826720" cy="421560"/>
            </p14:xfrm>
          </p:contentPart>
        </mc:Choice>
        <mc:Fallback>
          <p:pic>
            <p:nvPicPr>
              <p:cNvPr id="27" name="Ink 26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70034" y="2419781"/>
                <a:ext cx="285840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6" name="Ink 45"/>
              <p14:cNvContentPartPr/>
              <p14:nvPr/>
            </p14:nvContentPartPr>
            <p14:xfrm>
              <a:off x="4313074" y="3849341"/>
              <a:ext cx="273960" cy="219960"/>
            </p14:xfrm>
          </p:contentPart>
        </mc:Choice>
        <mc:Fallback>
          <p:pic>
            <p:nvPicPr>
              <p:cNvPr id="46" name="Ink 45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02994" y="3832061"/>
                <a:ext cx="30132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0" name="Ink 49"/>
              <p14:cNvContentPartPr/>
              <p14:nvPr/>
            </p14:nvContentPartPr>
            <p14:xfrm>
              <a:off x="2455114" y="4450181"/>
              <a:ext cx="2851200" cy="304920"/>
            </p14:xfrm>
          </p:contentPart>
        </mc:Choice>
        <mc:Fallback>
          <p:pic>
            <p:nvPicPr>
              <p:cNvPr id="50" name="Ink 49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44674" y="4442261"/>
                <a:ext cx="287928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5" name="Ink 64"/>
              <p14:cNvContentPartPr/>
              <p14:nvPr/>
            </p14:nvContentPartPr>
            <p14:xfrm>
              <a:off x="2884954" y="5064341"/>
              <a:ext cx="2269800" cy="313560"/>
            </p14:xfrm>
          </p:contentPart>
        </mc:Choice>
        <mc:Fallback>
          <p:pic>
            <p:nvPicPr>
              <p:cNvPr id="65" name="Ink 64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864434" y="5047762"/>
                <a:ext cx="2307240" cy="3423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81" name="Ink 80"/>
              <p14:cNvContentPartPr/>
              <p14:nvPr/>
            </p14:nvContentPartPr>
            <p14:xfrm>
              <a:off x="2282314" y="6332981"/>
              <a:ext cx="2387520" cy="429480"/>
            </p14:xfrm>
          </p:contentPart>
        </mc:Choice>
        <mc:Fallback>
          <p:pic>
            <p:nvPicPr>
              <p:cNvPr id="81" name="Ink 80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268994" y="6311741"/>
                <a:ext cx="242064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99" name="Ink 98"/>
              <p14:cNvContentPartPr/>
              <p14:nvPr/>
            </p14:nvContentPartPr>
            <p14:xfrm>
              <a:off x="4892674" y="6389861"/>
              <a:ext cx="1397880" cy="356040"/>
            </p14:xfrm>
          </p:contentPart>
        </mc:Choice>
        <mc:Fallback>
          <p:pic>
            <p:nvPicPr>
              <p:cNvPr id="99" name="Ink 98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881514" y="6375101"/>
                <a:ext cx="1421640" cy="383760"/>
              </a:xfrm>
              <a:prstGeom prst="rect">
                <a:avLst/>
              </a:prstGeom>
            </p:spPr>
          </p:pic>
        </mc:Fallback>
      </mc:AlternateContent>
      <p:pic>
        <p:nvPicPr>
          <p:cNvPr id="101" name="Picture 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167" y="928851"/>
            <a:ext cx="4770224" cy="546100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03" name="Ink 102"/>
              <p14:cNvContentPartPr/>
              <p14:nvPr/>
            </p14:nvContentPartPr>
            <p14:xfrm>
              <a:off x="9378274" y="3755021"/>
              <a:ext cx="212040" cy="298440"/>
            </p14:xfrm>
          </p:contentPart>
        </mc:Choice>
        <mc:Fallback>
          <p:pic>
            <p:nvPicPr>
              <p:cNvPr id="103" name="Ink 102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367474" y="3739181"/>
                <a:ext cx="23364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07" name="Ink 106"/>
              <p14:cNvContentPartPr/>
              <p14:nvPr/>
            </p14:nvContentPartPr>
            <p14:xfrm>
              <a:off x="7557754" y="4401581"/>
              <a:ext cx="2637000" cy="280080"/>
            </p14:xfrm>
          </p:contentPart>
        </mc:Choice>
        <mc:Fallback>
          <p:pic>
            <p:nvPicPr>
              <p:cNvPr id="107" name="Ink 106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546954" y="4391861"/>
                <a:ext cx="265752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17" name="Ink 116"/>
              <p14:cNvContentPartPr/>
              <p14:nvPr/>
            </p14:nvContentPartPr>
            <p14:xfrm>
              <a:off x="8125474" y="5008901"/>
              <a:ext cx="1524960" cy="254520"/>
            </p14:xfrm>
          </p:contentPart>
        </mc:Choice>
        <mc:Fallback>
          <p:pic>
            <p:nvPicPr>
              <p:cNvPr id="117" name="Ink 116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109634" y="4990181"/>
                <a:ext cx="1559520" cy="28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162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22709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Pyramid Puzzles</a:t>
            </a:r>
            <a:endParaRPr lang="en-AU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212"/>
            <a:ext cx="6120716" cy="51940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113" y="934099"/>
            <a:ext cx="6230441" cy="52871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26329" y="0"/>
            <a:ext cx="281519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do exercise 7A</a:t>
            </a:r>
            <a:endParaRPr lang="en-AU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8" name="Ink 17"/>
              <p14:cNvContentPartPr/>
              <p14:nvPr/>
            </p14:nvContentPartPr>
            <p14:xfrm>
              <a:off x="897034" y="1554341"/>
              <a:ext cx="2140560" cy="586800"/>
            </p14:xfrm>
          </p:contentPart>
        </mc:Choice>
        <mc:Fallback>
          <p:pic>
            <p:nvPicPr>
              <p:cNvPr id="18" name="Ink 1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3714" y="1538861"/>
                <a:ext cx="2170080" cy="61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0" name="Ink 29"/>
              <p14:cNvContentPartPr/>
              <p14:nvPr/>
            </p14:nvContentPartPr>
            <p14:xfrm>
              <a:off x="1155335" y="2304941"/>
              <a:ext cx="1213560" cy="230040"/>
            </p14:xfrm>
          </p:contentPart>
        </mc:Choice>
        <mc:Fallback>
          <p:pic>
            <p:nvPicPr>
              <p:cNvPr id="30" name="Ink 2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5255" y="2297021"/>
                <a:ext cx="123156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6" name="Ink 45"/>
              <p14:cNvContentPartPr/>
              <p14:nvPr/>
            </p14:nvContentPartPr>
            <p14:xfrm>
              <a:off x="203135" y="3097661"/>
              <a:ext cx="4269960" cy="396360"/>
            </p14:xfrm>
          </p:contentPart>
        </mc:Choice>
        <mc:Fallback>
          <p:pic>
            <p:nvPicPr>
              <p:cNvPr id="46" name="Ink 45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5215" y="3083621"/>
                <a:ext cx="4288680" cy="42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7" name="Ink 76"/>
              <p14:cNvContentPartPr/>
              <p14:nvPr/>
            </p14:nvContentPartPr>
            <p14:xfrm>
              <a:off x="6933335" y="1485941"/>
              <a:ext cx="2145600" cy="945720"/>
            </p14:xfrm>
          </p:contentPart>
        </mc:Choice>
        <mc:Fallback>
          <p:pic>
            <p:nvPicPr>
              <p:cNvPr id="77" name="Ink 76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15695" y="1470101"/>
                <a:ext cx="2175120" cy="9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1" name="Ink 100"/>
              <p14:cNvContentPartPr/>
              <p14:nvPr/>
            </p14:nvContentPartPr>
            <p14:xfrm>
              <a:off x="913775" y="4099181"/>
              <a:ext cx="2859120" cy="650160"/>
            </p14:xfrm>
          </p:contentPart>
        </mc:Choice>
        <mc:Fallback>
          <p:pic>
            <p:nvPicPr>
              <p:cNvPr id="101" name="Ink 100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99375" y="4081541"/>
                <a:ext cx="2888640" cy="68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2" name="Ink 121"/>
              <p14:cNvContentPartPr/>
              <p14:nvPr/>
            </p14:nvContentPartPr>
            <p14:xfrm>
              <a:off x="1242455" y="4906301"/>
              <a:ext cx="1983240" cy="276840"/>
            </p14:xfrm>
          </p:contentPart>
        </mc:Choice>
        <mc:Fallback>
          <p:pic>
            <p:nvPicPr>
              <p:cNvPr id="122" name="Ink 121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29495" y="4892261"/>
                <a:ext cx="201132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43" name="Ink 142"/>
              <p14:cNvContentPartPr/>
              <p14:nvPr/>
            </p14:nvContentPartPr>
            <p14:xfrm>
              <a:off x="1579055" y="5305541"/>
              <a:ext cx="1324440" cy="234360"/>
            </p14:xfrm>
          </p:contentPart>
        </mc:Choice>
        <mc:Fallback>
          <p:pic>
            <p:nvPicPr>
              <p:cNvPr id="143" name="Ink 142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67175" y="5298701"/>
                <a:ext cx="135180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58" name="Ink 157"/>
              <p14:cNvContentPartPr/>
              <p14:nvPr/>
            </p14:nvContentPartPr>
            <p14:xfrm>
              <a:off x="483935" y="6154421"/>
              <a:ext cx="3898080" cy="407520"/>
            </p14:xfrm>
          </p:contentPart>
        </mc:Choice>
        <mc:Fallback>
          <p:pic>
            <p:nvPicPr>
              <p:cNvPr id="158" name="Ink 157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67375" y="6134981"/>
                <a:ext cx="393408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81" name="Ink 180"/>
              <p14:cNvContentPartPr/>
              <p14:nvPr/>
            </p14:nvContentPartPr>
            <p14:xfrm>
              <a:off x="8069283" y="4049861"/>
              <a:ext cx="254880" cy="263880"/>
            </p14:xfrm>
          </p:contentPart>
        </mc:Choice>
        <mc:Fallback>
          <p:pic>
            <p:nvPicPr>
              <p:cNvPr id="181" name="Ink 180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061723" y="4029701"/>
                <a:ext cx="26820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84" name="Ink 183"/>
              <p14:cNvContentPartPr/>
              <p14:nvPr/>
            </p14:nvContentPartPr>
            <p14:xfrm>
              <a:off x="9623763" y="4026101"/>
              <a:ext cx="204840" cy="293760"/>
            </p14:xfrm>
          </p:contentPart>
        </mc:Choice>
        <mc:Fallback>
          <p:pic>
            <p:nvPicPr>
              <p:cNvPr id="184" name="Ink 183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610083" y="4007381"/>
                <a:ext cx="23904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91" name="Ink 190"/>
              <p14:cNvContentPartPr/>
              <p14:nvPr/>
            </p14:nvContentPartPr>
            <p14:xfrm>
              <a:off x="6916563" y="4496261"/>
              <a:ext cx="2506680" cy="262800"/>
            </p14:xfrm>
          </p:contentPart>
        </mc:Choice>
        <mc:Fallback>
          <p:pic>
            <p:nvPicPr>
              <p:cNvPr id="191" name="Ink 190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911163" y="4479701"/>
                <a:ext cx="253008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95" name="Ink 194"/>
              <p14:cNvContentPartPr/>
              <p14:nvPr/>
            </p14:nvContentPartPr>
            <p14:xfrm>
              <a:off x="7296723" y="4859501"/>
              <a:ext cx="1857240" cy="274320"/>
            </p14:xfrm>
          </p:contentPart>
        </mc:Choice>
        <mc:Fallback>
          <p:pic>
            <p:nvPicPr>
              <p:cNvPr id="195" name="Ink 194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279803" y="4844381"/>
                <a:ext cx="189108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03" name="Ink 202"/>
              <p14:cNvContentPartPr/>
              <p14:nvPr/>
            </p14:nvContentPartPr>
            <p14:xfrm>
              <a:off x="7668603" y="5231381"/>
              <a:ext cx="1037880" cy="247320"/>
            </p14:xfrm>
          </p:contentPart>
        </mc:Choice>
        <mc:Fallback>
          <p:pic>
            <p:nvPicPr>
              <p:cNvPr id="203" name="Ink 202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659243" y="5218061"/>
                <a:ext cx="1061280" cy="27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321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51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LEVITT Megan [Harrisdale Senior High School]</cp:lastModifiedBy>
  <cp:revision>43</cp:revision>
  <dcterms:created xsi:type="dcterms:W3CDTF">2020-12-09T06:24:59Z</dcterms:created>
  <dcterms:modified xsi:type="dcterms:W3CDTF">2021-07-02T04:23:38Z</dcterms:modified>
</cp:coreProperties>
</file>