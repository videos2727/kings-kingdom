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59" r:id="rId4"/>
    <p:sldId id="260"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66"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2T02:25:30.285"/>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-3 60 911 0,'0'0'0'0,"0"0"0"0,0 0 0 0,11-5 0 0,-11 5 1344 0,0 0 176 15,0 0 32-15,11-13 16 0,-11 13-880 0,0 0-176 16,0 0-48-16,0 0 0 0,10-13 448 0,-10 13 96 15,0 0 16-15,0 0 0 0,0 0-48 0,0 0 0 16,0 0 0-16,0 0 0 0,11-8-480 0,-11 8-112 16,0 0 0-16,0 0-16 0,13-10-368 0,-13 10-208 15,0 0 16-15,13-6 16 16,-13 6-480-16,0 0-112 0,0 0 0 0,0 0-16 16,0 0 208-16,0 0 64 0,13-5 0 0,-13 5 0 0,0 0 512 0,0 0 0 0,0 0 0 0,0 0 0 15,0 0 304-15,0 0 160 0,0 0 48 0,0 0 0 16,0 0 192-16,0 0 32 0,0 0 16 0,0 0 0 15,0 0 16-15,0 0 16 0,0 0 0 0,-5 6 0 16,5-6-64-16,-4 8-16 0,0 0 0 0,4-8 0 16,0 0-128-16,0 0-16 0,0 0-16 0,0 0 0 15,0 10-16-15,-1-2 0 0,1-8 0 0,0 0 0 16,0 0-112-16,0 0-32 0,0 0 0 0,0 0 0 16,0 0-64-16,0 0 0 0,0 0-16 0,0 0 0 15,0 0 0-15,0 0 0 0,0 0 0 0,0 0 0 16,0 0-80-16,0 0-16 0,0 8 0 0,0 0 0 15,0-8-16-15,0 0 0 0,0 9 0 0,0-9 0 16,0 0 112-16,0 0 16 0,0 0 0 0,0 0 0 0,6 11-80 0,-6-11-16 16,0 0 0-16,8 6 0 0,-8-6 32 0,10 8 16 15,-3 1 0-15,-7-9 0 0,0 0-16 0,11 3-16 16,-11-3 0-16,0 0 0 0,14 3-32 0,-2 2 0 16,-12-5 0-16,14 0 0 0,-4 3-48 0,-10-3-16 15,0 0 0-15,16-1 0 0,2 2 0 0,-3-1 0 16,-15 0 0-16,13-1 0 0,0-3 0 0,1 3 0 15,3-3 0-15,-1 3 0 0,2-1 64 0,-2 2 16 16,0-3 0-16,-1 0 0 0,-2-1-48 0,0 3-16 16,0-1 0-16,1-1 0 0,-1-2 32 0,2 2 16 15,-1 0 0-15,-1-1 0 0,-13 4-208 0,15-4 144 16,1 0-144-16,-1 1 128 0,-2-2-128 0,0 2 0 16,0 0 0-16,1 1 0 0,1-1 0 0,-1 3 0 0,-1 0 0 15,4 0 0-15,0-2 0 0,1 2 0 0,-2-1 0 0,2 1 0 16,0 0 0-16,0 0 0 0,-2 0 0 0,2 0 0 15,1 0 0-15,4 1 0 0,0 2 0 0,-4-1 0 16,-1-2 0-16,-2 0 0 0,1-3 0 0,-1 3 0 16,2 1 0-16,-2-1 0 0,-2-3 0 0,3 0 0 15,-1 0 0-15,-2 3 0 0,1 1 0 0,1-1 0 16,0-1 0-16,1-1 0 0,-3 0 0 0,1 1 0 16,1-1 0-16,-3 2 0 0,-13 0 0 0,15-1 0 15,2-1 0-15,-2 2 0 0,-15 0 0 0,16 3 0 16,-1 2 0-16,-1-2 0 0,1-3 0 0,-2 0 0 15,-13 0 0-15,16 2 0 0,-1 1 0 0,-2-1 0 16,-13-2 0-16,16 0 0 0,0 0 0 0,-1 0 0 16,-15 0 0-16,16 0 0 0,-1-2 0 0,-1 2 128 0,-1 0-128 0,0 2 0 15,-13-2 0-15,18 3 0 0,0-1 0 0,0 1 0 16,-1 2 0-16,1-2 0 0,0 0 0 0,-2-3 0 16,-3-1 0-16,0 2 128 0,-3 3-128 0,5-3 0 15,-1-2 0-15,1 1 128 0,-1 3-128 0,1 2 0 16,0-2 0-16,-1-1 0 0,-1-2 0 0,0 1 0 15,0 2 0-15,0-1 0 0,-2-2 0 0,2 0 0 16,2-2 0-16,0 2 0 0,-1 5 0 0,1-3 0 16,-2-4 0-16,1 4 0 0,-1 4 0 0,-1-2 0 15,-12-4 0-15,16 1 0 0,0-1 0 0,-1 2 0 16,-15-2 0-16,16 3 0 0,-2-1 0 0,-1-2 0 16,-1-5 0-16,1 3 0 0,0 2 0 0,0-1 0 15,-13 1 0-15,14-2 0 0,-1 5 0 0,0-1 0 0,-1-2 0 16,1-2 0-16,-1-1 0 0,1 1 0 0,2 1 0 0,-2-1 0 15,-2-1 0-15,4 1 0 0,3 1 0 0,-4 1 0 16,-14 0 0-16,15 1 0 0,-2 1 0 0,3-2 0 16,0 0 0-16,-16 0 0 0,0 0 0 0,15 1 0 15,0 3 0-15,-2-1 0 0,-13-3 0 0,16 0 0 16,2 2 0-16,-2-2 0 0,-3 0 0 0,-13 0 0 16,14 1 0-16,-1 2 0 0,-1 1 0 0,-12-4 0 15,0 0 0-15,14 1 0 0,-1-1 0 0,-13 0 0 16,15 0 0-16,-4 0 0 0,-11 0 0 0,12 0 0 15,-12 0 0-15,14 0 0 0,-14 0 0 0,13 2 0 16,-13-2 0-16,13 2 0 0,-13-2 0 0,13 1 0 16,-13-1 0-16,11 0 0 0,-11 0 0 0,13 2 0 0,-1-1 0 0,-12-1 0 15,0 0 0-15,0 0 0 0,14-1 0 0,-14 1 0 16,0 0 0-16,12 1 0 0,-12-1 0 0,0 0 0 16,0 0 128-16,0 0-128 0,0 0 0 0,13-1 0 15,-4-4 0-15,-9 5 0 0,0 0 0 0,0 0 0 16,0 0 0-16,0 0 0 0,0 0 0 0,0 0 0 15,0 0 0-15,0 0 0 0,0 0-192 0,0 0 16 16,0 0 16-16,0 0 0 0,0 0-64 0,0 0-16 16,0 0 0-16,0 0 0 0,0 0 32 0,0 0 0 15,0 0 0-15,15 2 0 0,-15-2-96 0,0 0-16 16,13 4 0-16,-13-4 0 16,0 0-192-16,14 4-32 0,-14-4-16 0,13 5 0 15,-13-5-32-15,13 6-16 0,-13-6 0 0,13 8 0 16,-3 2 112-16,-10-10 32 0,0 0 0 0,13 5 0 0,-13-5 288 0,11 5 176 0,-11-5-192 0,0 0-8608 15,13-2-1728-15</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2T02:27:26.060"/>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-8 22 2751 0,'0'0'256'0,"0"0"-256"16,0-8 0-16,0 8 0 0,0 0 1424 0,0 0 240 16,0 0 64-16,0 0 0 0,0 0-1536 0,0 0-192 15,0 0-240-15,0 0 48 0,0 0 192 0,0 0 256 16,0 0-64-16,0 0-16 0,0 0 656 0,0 0 144 15,0 0 32-15,7-5 0 0,-7 5-112 0,0 0 0 16,0 0-16-16,0 0 0 0,0 0-368 0,0 0-64 16,0 0 0-16,0 0-16 0,0 0-128 0,0 0-32 15,0 0 0-15,0 0 0 0,13 3 96 0,-13-3 16 0,11-3 0 0,-11 3 0 16,0 0-64-16,15 3 0 0,-2-6 0 0,-13 3 0 16,13-1-64-16,0 4 0 0,-13-3-16 0,16 3 0 15,-2-5-16-15,-1 2 0 0,-13 0 0 0,15 0 0 16,1-3-224-16,0 2 0 0,-1 1 0 0,0-4 0 15,-2 4 0-15,1 0 0 0,1 4 0 0,-2-3 0 16,-13-1 0-16,13-1 0 0,-13 1 0 0,16-2 0 16,-2 0 0-16,1 1 0 0,-2 1 0 0,-13 0 0 15,15 0 144-15,-1 0 48 0,1-2 0 0,-1 2 0 16,-1 0 0-16,2 0 0 0,1 2 0 0,0-1 0 16,-3-1-192-16,2 4 160 0,1-1-160 0,2 0 160 15,0-3-16-15,-2-2 0 0,-3-1 0 0,0 3 0 0,0 2 128 16,0-1 32-16,0-1 0 0,0 4 0 0,0 1-112 0,1-2-32 15,3-2 0-15,-3 3 0 0,-1 2-160 0,0-1 0 16,2 0 0-16,1-2 128 0,-1-3-128 0,1 0 0 16,0 0 0-16,0 3 0 0,0 4 0 0,-1-4 0 15,-2-3-144-15,3 2 144 0,4-2 0 0,-4 0 0 16,-2 3 0-16,3-1 0 0,2-4 0 0,-1 4 0 16,-3 1 0-16,2 0 0 0,6-3 0 0,-3 0 0 15,-3-3 0-15,1 3 0 0,0 5 0 0,0-2 0 16,-2-3 0-16,2 3 0 0,0 0 0 0,0-1 0 15,-2-4 0-15,-2 1 0 0,-1-1 0 0,0 2 0 16,0-1 128-16,0 1-128 0,0 1 0 0,0-1 0 16,0-3 128-16,0 1-128 0,0 2 0 0,-1 2 0 0,-12-2 0 15,16 3 0-15,0-4 0 0,-1-1 0 0,-15 2 0 16,17-2 0-16,1-1 0 0,0 3 0 0,-3 3 128 16,-1 2-128-16,1-2 0 0,1-3 0 0,0-1 0 0,0 2-160 15,-1 4 160-15,0 0-128 0,1-3 128 0,2-1-128 16,0 3 128-16,-1-6 0 0,-2-1 0 0,3 1 0 15,1 2 0-15,-1 0 0 0,-2-3 0 0,2 0 0 16,2 3 0-16,-3 0 0 0,-2 0 0 0,1 0 0 16,0-2 0-16,1-1 0 0,-1-2 0 0,-2 0 0 15,1 3 0-15,-2 1 0 0,0 1 0 0,2-2 0 16,-2 1 0-16,1 1 0 0,-1 0 0 0,0 0 0 16,-2-4 0-16,1 6 0 0,-12-2 0 0,14 3 0 15,-1-4 0-15,0-1 0 0,-1 2 0 0,-12 0 0 0,13-3 0 16,0-2 0-16,0-3 0 0,-2 4 0 0,-11 4 128 0,15 2-128 15,-2-4 128-15,1 1-128 0,1 1 0 0,-1 0 0 16,1 0 0-16,-1 1-128 0,3-1 128 0,-3 2 0 16,-1 0 0-16,2-2-128 0,1-2 128 0,0 2 0 15,0 5 0-15,-1-2 0 0,-4 0 0 0,2-3 0 16,2-1 0-16,0-1 0 0,-1-1 0 0,-1 3 0 16,2 3 0-16,-1 0 0 0,1-1 0 0,0-2 0 15,-1-2 0-15,1 4 0 0,-1 3-144 0,2-3 144 16,1-4-160-16,-3 4 160 0,1 2 0 0,-2 1 0 15,-13-5 0-15,18 4 0 0,0-6 0 0,-4 2 0 16,-3 0 0-16,2-2 0 0,-1-1 0 0,1-2 0 16,-2 2 0-16,-11 3 0 0,13-2 0 0,0 6 0 15,0 0 0-15,2 0 0 0,-4-3 0 0,2 1 0 0,0 0 0 0,-13-2 0 16,15 0 0-16,-3 0 0 0,-12 0 0 0,17 1 0 16,-3-1 0-16,-1 0 0 0,-13 0 0 0,15 5 0 15,-1 0 0-15,1-5 0 0,1-3 0 0,2 3 0 16,-2 3 0-16,-1 0 0 0,-15-3 0 0,16 0 0 15,0-3 0-15,-4 3 0 0,-12 0 0 0,0 0 0 16,16-5 0-16,-2 3 0 0,-1 6 0 0,0-4 0 16,0-5 0-16,0 3 0 0,0 2 0 0,-13 0 0 15,12-1 0-15,-12 1 0 0,14 1 0 0,-1-1 0 16,-1-1 0-16,-1 1 0 0,2 1 0 0,-13-1 0 16,11 0 0-16,-11 0 0 0,12-5 128 0,-1 4-128 15,0-1 0-15,-11 2 0 0,0 0 0 0,12 0 0 0,-3-3 0 16,-9 3 0-16,13 1 0 0,-13-1 0 0,12-4 0 15,-3 0 0-15,-9 4 0 0,10-1 0 0,-10 1 0 0,0 0 0 16,12 1 0-16,-12-1 0 0,0 0 0 0,11-1 0 16,-11 1 0-16,0 0 0 0,13 1 0 0,-13-1 0 15,13-3 0-15,-3 1 0 0,-10 2 0 0,0 0 0 16,9-1 0-16,-9 1 0 0,13 6 0 0,-13-6 0 16,0 0 0-16,13 2-144 0,-1-4 144 0,-12 2 0 15,0 0 0-15,14-3 0 0,-1-3 0 0,-13 6 0 16,0 0 0-16,13-2 0 0,-2-5 0 0,-11 7 128 15,0 0-128-15,12 0 0 0,-12 0 0 0,0 0 0 16,11-3 0-16,-11 3-192 16,8-5-560-16,-8 5-112 0,0 0-32 0</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2T02:31:26.637"/>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-1 424 6047 0,'0'0'256'0,"0"0"64"0,0 0-320 0,0 0 0 0,0 0 0 0,0 0 0 16,0 0 896-16,0 0 128 0,0 0 0 0,0 0 16 15,0 0-592-15,13-2-112 0,-1-3-16 0,-12 5-16 16,0 0-64-16,15-1-16 0,-15 1 0 0,13-4 0 15,-13 4 48-15,13-4 16 0,-13 4 0 0,13-4 0 16,-13 4 48-16,0 0 16 0,0 0 0 0,13 0 0 16,-13 0 272-16,0 0 48 0,13-3 16 0,-13 3 0 15,15-2-144-15,-15 2-32 0,0 0 0 0,0 0 0 0,0 0-384 0,0 0-128 16,9-6 0-16,-9 6 0 0,0 0 144 0,0 0-144 16,0 0 0-16,10-10 144 0,-10 10 128 0,10-8 32 15,-10 8 0-15,0 0 0 0,0 0 208 0,0 0 32 16,9-10 16-16,-9 10 0 0,0 0-112 0,0 0 0 15,0 0-16-15,0 0 0 0,9-9-240 0,-9 9-32 16,0 0-16-16,0 0 0 0,0 0-144 0,8-8 0 16,-2-1 0-16,-6 9 128 0,0 0-128 0,0 0 0 15,0 0 0-15,0 0 0 0,0 0 0 0,0 0 192 16,10-6-192-16,-10 6 192 0,0 0 144 0,0 0 48 16,0 0 0-16,0 0 0 0,0 0-48 0,6-10 0 15,2 2 0-15,-8 8 0 0,0 0-96 0,10-8-32 16,-10 8 0-16,10-8 0 0,1 3-208 0,-11 5 0 15,10-6 128-15,-10 6-128 0,13-5 0 0,0 0 0 0,-13 5 128 16,13-5-128-16,0-2 0 0,-13 7 0 0,0 0 0 0,13-4 0 16,-2-1 0-16,2 1 224 0,0 3-64 0,-2-1-16 15,-11 2 80-15,13-5 16 0,-13 5 0 0,15-6 0 16,-2-1-48-16,0 4-16 0,2 3 0 0,-1-3 0 16,-2-5 0-16,0 1 0 0,1 2 0 0,0 2 0 15,0 2-32-15,2-1 0 0,1 2 0 0,0 0 0 16,-3 0-144-16,0 0 160 0,-13 0-160 0,17 0 160 15,0 0-160-15,0-2 0 0,-3-1 0 0,2 1 128 16,2 2-128-16,-2 0 0 0,-4-3 0 0,4 0 0 16,4 0 160-16,-1 3-160 0,-1 3 192 0,0-3-192 15,-4-6 272-15,1-1-48 0,1 7-16 0,2-3 0 0,1-4 16 16,1 1 0-16,-1 3 0 0,-1-1 0 0,0 1-96 0,0 1 0 16,0 1-128-16,-1-1 192 0,0 1-192 0,0 1 0 15,0-2 128-15,-1 0-128 0,2 1 0 0,-2-1 0 16,0 0 0-16,0 1 0 0,2 1 128 0,2 0-128 15,-4-2 0-15,2 2 0 0,-2-1 128 0,2-1-128 16,1 0 0-16,-1 1 144 0,-3-1-144 0,1 1 0 16,2 1 0-16,0 0 0 0,-2-2 0 0,2 0 0 15,-1 1 0-15,1-1 0 0,-2-1 0 16,1 1 0-16,-3 1 144 0,2 1-144 0,2 0 128 0,2 0-128 16,-1 0 160-16,-1-2-160 0,0-1 160 0,-2-1-160 15,0 1 160-15,2 0-160 0,2 0 0 0,-1-2 128 0,-1 3-128 16,1 1 0-16,2-3 0 0,1 1 0 0,-1 2 0 0,0-1 0 15,0 0 0-15,0 2 0 0,0 4 0 0,0-3 0 16,0-2 0-16,2 1 0 0,-1 3 0 0,0 2 0 16,-3-1 0-16,2 0 0 0,2-3 0 0,-1 3 0 15,0-1 0-15,2-2 0 0,2-2 0 0,-4 1 0 16,-5 0 0-16,-1 3 0 0,2 0 0 0,0-1 0 16,3-4 0-16,1 1 0 0,1 1 128 0,1-2-128 15,-1 0 0-15,1-1 0 0,-1 0 0 0,1 0 0 16,-1 1 0-16,0 4 0 0,-2-2 0 0,0 0 0 15,0 0 0-15,2 0 144 0,-2-2-144 0,2 2 128 16,-1 0 0-16,1 0-128 0,-2 0 192 0,0 0-64 16,-3 0-128-16,3 0 0 0,2-3 0 0,-4 0-176 15,-3-1 176-15,4 3 0 0,1 2 0 0,0-1 0 0,0-3 0 16,2 2 0-16,-2-1 0 0,2 0 0 0,-1-1 0 16,-1 1 0-16,-3 2 0 0,2 0 0 0,1 0 128 0,-2-1-128 15,1-2 160-15,-3 1-160 0,1 2 128 0,-2 0-128 16,1 0 0-16,1-2 144 0,-1-1-144 0,1 1 0 15,0 1 0-15,-2 1 0 0,0-2 0 0,2 1 0 16,2-3 0-16,-1 3 0 0,-1-1 0 0,0 0 0 16,1 2 0-16,1-1 0 0,-2-1 0 0,-1-1 0 15,1 0 0-15,2 1 0 0,-1 0 0 0,1 2 0 16,-1-1 0-16,-1 1 128 0,-5 0-128 0,3-2 0 16,4-1 0-16,2 0 0 0,3 4 0 0,-3-1 0 15,1-3 0-15,-2 0 0 0,0 3 0 0,2 0 0 16,0 0 0-16,-1 0 0 0,-2-2 0 0,1 1 0 15,1-1 0-15,0 0 0 0,-3 1 0 0,0 1 0 0,1 1 0 16,1-1 0-16,-2-3 0 0,3 3 0 0,-1 0 0 0,0 2 0 16,-2-4 0-16,1 4 0 0,-3 4 0 0,3-2 0 15,3-6 0-15,1 0 0 0,-1-1 0 0,-2 0 0 16,-2 3 0-16,1 0 0 0,2-2 0 0,1 1 0 16,0-1 0-16,-1 2 0 0,-1 2 0 0,2-2 0 15,-2-2 0-15,0 2 0 0,-1 3 0 0,-1-1 0 16,-3-4 0-16,2 1 0 0,2 2 0 0,-1 1 0 15,-3-1 0-15,2-1 0 0,-2 0 0 0,-1 0 0 16,0 2 0-16,1 0 0 0,0 3 0 0,0-2 0 16,1 0 0-16,-1-3 0 0,-2-2 0 0,1 2 0 15,1 2 0-15,2-2 0 0,0-2 0 0,0 2 0 16,-1 7 0-16,0-4 0 0,-1-5 0 0,-2 1 0 0,-1-1 0 0,2 2 0 16,1 2 0-16,0-1 0 0,-1-2 0 15,-2 1 0-15,-13 0 0 0,16-2 0 0,-1 1 0 0,-15 1 0 16,11-2 0-16,-11 2 0 0,16 2 0 0,-1-1 128 15,-2 1-128-15,-2-2 0 0,-11 0 0 0,0 0 0 16,0 0 0-16,13-3 0 0,0 1 0 0,-13 2 0 16,10-2 0-16,0 1 0 0,-10 1 0 0,0 0-144 15,0 0 144-15,9 1 0 0,-9-1-192 0,0 0 64 16,0 0 128-16,0 0-208 0,0 0-80 0,0 0-16 16,0 0 0-16,0 0 0 15,0 0-480-15,0 0-112 0,0 0 0 0,0 0-13536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2T02:31:32.051"/>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47 183 8863 0,'0'0'384'0,"0"0"96"0,0 0-480 0,0 0 0 0,0 0 0 0,0 0 0 15,-12 2 1184-15,12-2 144 0,0 0 16 0,0 0 16 16,-6-7-928-16,6 7-192 0,-12-3-48 0,12 3 0 16,-8-6-192-16,8 6 0 0,-9-7 0 0,9 7 0 15,0 0 0-15,0 0 0 0,0 0 0 0,0 0 0 16,4-11 192-16,-4 11-16 0,0 0 0 0,0 0 0 15,4-13 144-15,-4 13 16 0,0 0 16 0,8-10 0 16,-8 10-16-16,0 0 0 0,8-10 0 0,-8 10 0 16,0 0-96-16,13-6-32 0,-13 6 0 0,11-7 0 0,-11 7-48 0,13-4-16 15,-13 4 0-15,16-4 0 0,-1 1 80 0,-15 3 16 16,0 0 0-16,15-2 0 0,1 1-48 0,-2-1-16 16,-14 2 0-16,15-3 0 0,1 0-32 0,-1 1 0 15,-15 2 0-15,16 0 0 0,-1-2 112 0,-2 1 32 16,-13 1 0-16,16-2 0 0,0 2 0 0,-1-1 0 15,-1-6 0-15,-3 4 0 0,2 1-96 0,0 1 0 16,0-1-16-16,0 0 0 0,0-1-48 0,0 1-128 16,-13 2 192-16,17-1-64 0,-3-2 16 0,1 1 0 15,1 0 0-15,-1 1 0 0,-15 1-144 0,17-2 160 16,3 4-160-16,-1-2 160 0,-1-5-32 0,-2 3-128 16,-1 4 192-16,3 1-64 0,3-4 128 0,-2-1 0 15,-3 0 16-15,4 1 0 0,3 1-16 0,-4 0-16 16,-3-4 0-16,1 6 0 0,-1 1-64 0,2-1-16 0,-1-2 0 15,1-2 0-15,0 1-160 0,0-1 160 0,-3 0-160 16,-1 1 160-16,-1-1-160 0,0 2 160 0,0-1-160 0,-13 1 160 16,13-2-32-16,0-1 0 0,-2-2 0 0,1 2 0 15,-12 3 0-15,14-2-128 0,-14 2 192 0,13-2-64 16,-13 2 16-16,13-3 0 0,-13 3 0 0,15 0 0 16,-15 0 0-16,13-2 0 0,-13 2 0 0,13-3 0 15,-13 3-144-15,13 0 0 0,-13 0 0 0,11-1 0 16,-11 1 0-16,0 0 0 0,13-2-144 0,-13 2 144 15,0 0 0-15,13 3 0 0,-13-3 0 0,15 2 0 16,-2 1-128-16,-13-3 128 0,13 5 0 0,-13-5 0 16,14 3 0-16,-1 2 0 0,-13-5 0 0,15 8 0 15,-2-3 0-15,-2 0 0 0,-11-5 0 0,13 5 0 0,-13-5 0 0,0 0 0 16,13 6 144-16,-3 2-144 0,-10-8 272 0,0 0-16 16,0 0-16-16,13 5 0 0,-2 7-240 0,-11-12 144 15,0 0-144-15,11 8 128 0,-11-8-128 0,12 11 0 16,-3 2 0-16,-9-13 0 0,0 0 800 0,0 0 176 15,7 13 48-15,-7-13 0 16,0 0-1648-16,6 16-320 0,1-1-64 0,-7-15-16 0,0 14 800 0,1-1 224 16,-1-13 0-16,5 17 0 0,-3-3 0 0,0 1 0 15,-1-2 0-15,1 0 0 0,-1 0 0 0,-1-13 0 16,0 0 0-16,2 14 0 0,1 1 0 0,-3-15 0 16,0 0 0-16,0 14 0 0,0 3 0 0,0-3 0 15,0-14 0-15,-1 15 0 0,1-15 0 0,-4 18 0 16,1-4 0-16,0-1 0 0,3-13 0 0,-3 15 0 15,3-15 0-15,-4 14 0 0,0-1 0 0,4-13 0 0,0 0 0 16,0 0 0-16,-8 13 0 0,-1 0 0 0,0-3 0 0,9-10 0 16,-10 7 0-16,-1-1 0 0,-2-1 0 0,1 0 0 15,1 0 0-15,0-1 0 0,-2 0 0 0,0-1 0 16,-2 0 0-16,2-1 0 0,-2-1 0 0,1 1 128 16,-2 1-128-16,-1 1 0 0,0 0 0 0,0 0 128 15,3-1-128-15,-1 0 0 0,2 0 0 0,-1 1 0 16,-1-1 0-16,2-2 0 0,2 1 0 0,-2-2 0 15,0 0 0-15,1 0 0 0,1 0 0 0,-2 0 0 16,0-2 128-16,-1 2-128 0,-1-1 0 0,2-1 128 16,0-3-128-16,-2 4 0 0,-2-1 144 0,0 1-144 15,1-3 128-15,2 3-128 0,1-1 128 0,-2 0-128 16,-1-1 0-16,1 0 0 0,2 0 0 0,0 1 0 0,2 0 896 16,-2 1 96-16,-3 1 32 0,1-2 0 15,2-3-1648-15,-1 2-320 0,-3 0-64 0,3 1-16 0,-1 1 832 0,-1 1 192 16,0 1 0-16,-2-1 0 0,0 0 0 0,2-1 0 15,0-1 0-15,1-1-144 0,2-1 144 0,0 3 0 16,-1-1 0-16,1 1 0 0,3-3 0 0,-1 3 0 16,-2-1 0-16,0 2 0 0,1 0 0 0,-1-1 0 15,-1-3 0-15,1 4 0 0,0 4 0 0,1-4 0 16,12 0 0-16,-13 0 0 0,0 3 0 0,2-3 0 16,0-2 0-16,-1 1-128 0,12 1 128 0,-13 3 0 15,13-3-144-15,-13 0 144 0,2 0-352 0,11 0 0 16,0 0 0-16,0 0 0 15,-15-2-416-15,3 1-96 0,-1 1-16 0,1 1 0 16,12-1-400-16,-13 3-96 0,13-3-16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2/11/2021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2/11/2021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2/11/2021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2/11/2021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2/11/2021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2/11/2021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2/11/2021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2/11/2021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emf"/><Relationship Id="rId10" Type="http://schemas.openxmlformats.org/officeDocument/2006/relationships/image" Target="../media/image15.png"/><Relationship Id="rId4" Type="http://schemas.openxmlformats.org/officeDocument/2006/relationships/customXml" Target="../ink/ink1.xml"/><Relationship Id="rId9" Type="http://schemas.openxmlformats.org/officeDocument/2006/relationships/image" Target="../media/image14.emf"/></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5.png"/><Relationship Id="rId3" Type="http://schemas.openxmlformats.org/officeDocument/2006/relationships/image" Target="../media/image17.png"/><Relationship Id="rId7" Type="http://schemas.openxmlformats.org/officeDocument/2006/relationships/image" Target="../media/image20.emf"/><Relationship Id="rId12"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emf"/></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2A</a:t>
            </a:r>
            <a:endParaRPr lang="en-AU" sz="2400" dirty="0"/>
          </a:p>
        </p:txBody>
      </p:sp>
      <p:sp>
        <p:nvSpPr>
          <p:cNvPr id="3" name="TextBox 2"/>
          <p:cNvSpPr txBox="1"/>
          <p:nvPr/>
        </p:nvSpPr>
        <p:spPr>
          <a:xfrm>
            <a:off x="105295" y="543098"/>
            <a:ext cx="11853949" cy="1107996"/>
          </a:xfrm>
          <a:prstGeom prst="rect">
            <a:avLst/>
          </a:prstGeom>
          <a:noFill/>
        </p:spPr>
        <p:txBody>
          <a:bodyPr wrap="square" rtlCol="0">
            <a:spAutoFit/>
          </a:bodyPr>
          <a:lstStyle/>
          <a:p>
            <a:r>
              <a:rPr lang="en-AU" sz="2200" dirty="0"/>
              <a:t>T</a:t>
            </a:r>
            <a:r>
              <a:rPr lang="en-AU" sz="2200" dirty="0" smtClean="0"/>
              <a:t>en students took both a physics test and a mathematics test; their scores were shown in a table and a scatterplot drawn. The oval going from lower left to upper right indicates that for students who did well in the physics test also tended to do well in the mathematics test and vice versa.</a:t>
            </a:r>
            <a:endParaRPr lang="en-AU" sz="2200" dirty="0"/>
          </a:p>
        </p:txBody>
      </p:sp>
      <p:pic>
        <p:nvPicPr>
          <p:cNvPr id="4" name="Picture 3"/>
          <p:cNvPicPr>
            <a:picLocks noChangeAspect="1"/>
          </p:cNvPicPr>
          <p:nvPr/>
        </p:nvPicPr>
        <p:blipFill>
          <a:blip r:embed="rId2"/>
          <a:stretch>
            <a:fillRect/>
          </a:stretch>
        </p:blipFill>
        <p:spPr>
          <a:xfrm>
            <a:off x="160020" y="1658914"/>
            <a:ext cx="8458200" cy="962025"/>
          </a:xfrm>
          <a:prstGeom prst="rect">
            <a:avLst/>
          </a:prstGeom>
        </p:spPr>
      </p:pic>
      <p:pic>
        <p:nvPicPr>
          <p:cNvPr id="5" name="Picture 4"/>
          <p:cNvPicPr>
            <a:picLocks noChangeAspect="1"/>
          </p:cNvPicPr>
          <p:nvPr/>
        </p:nvPicPr>
        <p:blipFill>
          <a:blip r:embed="rId3"/>
          <a:stretch>
            <a:fillRect/>
          </a:stretch>
        </p:blipFill>
        <p:spPr>
          <a:xfrm>
            <a:off x="228255" y="2710554"/>
            <a:ext cx="4686300" cy="3343275"/>
          </a:xfrm>
          <a:prstGeom prst="rect">
            <a:avLst/>
          </a:prstGeom>
        </p:spPr>
      </p:pic>
      <p:sp>
        <p:nvSpPr>
          <p:cNvPr id="6" name="Oval 5"/>
          <p:cNvSpPr/>
          <p:nvPr/>
        </p:nvSpPr>
        <p:spPr>
          <a:xfrm rot="19637306">
            <a:off x="1647208" y="3370510"/>
            <a:ext cx="2990846" cy="1457133"/>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4914555" y="2812530"/>
            <a:ext cx="6916189" cy="3139321"/>
          </a:xfrm>
          <a:prstGeom prst="rect">
            <a:avLst/>
          </a:prstGeom>
          <a:noFill/>
        </p:spPr>
        <p:txBody>
          <a:bodyPr wrap="square" rtlCol="0">
            <a:spAutoFit/>
          </a:bodyPr>
          <a:lstStyle/>
          <a:p>
            <a:r>
              <a:rPr lang="en-AU" sz="2200" dirty="0" smtClean="0"/>
              <a:t>We say that the scatter graph shows positive correlation between the physics scores and the maths scores.</a:t>
            </a:r>
          </a:p>
          <a:p>
            <a:r>
              <a:rPr lang="en-AU" sz="2200" dirty="0" smtClean="0"/>
              <a:t>If positive correlation exists between two variables, as one increase the other increases and our ‘line of best fit’ will have a positive gradient.</a:t>
            </a:r>
          </a:p>
          <a:p>
            <a:r>
              <a:rPr lang="en-AU" sz="2200" dirty="0" smtClean="0"/>
              <a:t>If the points had formed an oval from upper left to lower right, that would have suggested negative correlation, where one variables increases as the other decreases (the ‘line of best fit’ would have a negative gradient).</a:t>
            </a:r>
            <a:endParaRPr lang="en-AU" sz="2200" dirty="0"/>
          </a:p>
        </p:txBody>
      </p:sp>
    </p:spTree>
    <p:extLst>
      <p:ext uri="{BB962C8B-B14F-4D97-AF65-F5344CB8AC3E}">
        <p14:creationId xmlns:p14="http://schemas.microsoft.com/office/powerpoint/2010/main" val="171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9875" y="3709055"/>
            <a:ext cx="3346719" cy="2638425"/>
          </a:xfrm>
          <a:prstGeom prst="rect">
            <a:avLst/>
          </a:prstGeom>
        </p:spPr>
      </p:pic>
      <p:pic>
        <p:nvPicPr>
          <p:cNvPr id="3" name="Picture 2"/>
          <p:cNvPicPr>
            <a:picLocks noChangeAspect="1"/>
          </p:cNvPicPr>
          <p:nvPr/>
        </p:nvPicPr>
        <p:blipFill>
          <a:blip r:embed="rId3"/>
          <a:stretch>
            <a:fillRect/>
          </a:stretch>
        </p:blipFill>
        <p:spPr>
          <a:xfrm>
            <a:off x="3161982" y="3775730"/>
            <a:ext cx="3393989" cy="2571750"/>
          </a:xfrm>
          <a:prstGeom prst="rect">
            <a:avLst/>
          </a:prstGeom>
        </p:spPr>
      </p:pic>
      <p:pic>
        <p:nvPicPr>
          <p:cNvPr id="4" name="Picture 3"/>
          <p:cNvPicPr>
            <a:picLocks noChangeAspect="1"/>
          </p:cNvPicPr>
          <p:nvPr/>
        </p:nvPicPr>
        <p:blipFill>
          <a:blip r:embed="rId4"/>
          <a:stretch>
            <a:fillRect/>
          </a:stretch>
        </p:blipFill>
        <p:spPr>
          <a:xfrm>
            <a:off x="5949314" y="3839272"/>
            <a:ext cx="3524250" cy="2571750"/>
          </a:xfrm>
          <a:prstGeom prst="rect">
            <a:avLst/>
          </a:prstGeom>
        </p:spPr>
      </p:pic>
      <p:pic>
        <p:nvPicPr>
          <p:cNvPr id="5" name="Picture 4"/>
          <p:cNvPicPr>
            <a:picLocks noChangeAspect="1"/>
          </p:cNvPicPr>
          <p:nvPr/>
        </p:nvPicPr>
        <p:blipFill>
          <a:blip r:embed="rId5"/>
          <a:stretch>
            <a:fillRect/>
          </a:stretch>
        </p:blipFill>
        <p:spPr>
          <a:xfrm>
            <a:off x="9003346" y="3858322"/>
            <a:ext cx="3257550" cy="2533650"/>
          </a:xfrm>
          <a:prstGeom prst="rect">
            <a:avLst/>
          </a:prstGeom>
        </p:spPr>
      </p:pic>
      <p:pic>
        <p:nvPicPr>
          <p:cNvPr id="6" name="Picture 5"/>
          <p:cNvPicPr>
            <a:picLocks noChangeAspect="1"/>
          </p:cNvPicPr>
          <p:nvPr/>
        </p:nvPicPr>
        <p:blipFill>
          <a:blip r:embed="rId6"/>
          <a:stretch>
            <a:fillRect/>
          </a:stretch>
        </p:blipFill>
        <p:spPr>
          <a:xfrm>
            <a:off x="604058" y="899391"/>
            <a:ext cx="3257550" cy="2581275"/>
          </a:xfrm>
          <a:prstGeom prst="rect">
            <a:avLst/>
          </a:prstGeom>
        </p:spPr>
      </p:pic>
      <p:pic>
        <p:nvPicPr>
          <p:cNvPr id="7" name="Picture 6"/>
          <p:cNvPicPr>
            <a:picLocks noChangeAspect="1"/>
          </p:cNvPicPr>
          <p:nvPr/>
        </p:nvPicPr>
        <p:blipFill>
          <a:blip r:embed="rId7"/>
          <a:stretch>
            <a:fillRect/>
          </a:stretch>
        </p:blipFill>
        <p:spPr>
          <a:xfrm>
            <a:off x="4346430" y="956541"/>
            <a:ext cx="3152775" cy="2552700"/>
          </a:xfrm>
          <a:prstGeom prst="rect">
            <a:avLst/>
          </a:prstGeom>
        </p:spPr>
      </p:pic>
      <p:pic>
        <p:nvPicPr>
          <p:cNvPr id="8" name="Picture 7"/>
          <p:cNvPicPr>
            <a:picLocks noChangeAspect="1"/>
          </p:cNvPicPr>
          <p:nvPr/>
        </p:nvPicPr>
        <p:blipFill>
          <a:blip r:embed="rId8"/>
          <a:stretch>
            <a:fillRect/>
          </a:stretch>
        </p:blipFill>
        <p:spPr>
          <a:xfrm>
            <a:off x="8382173" y="1013691"/>
            <a:ext cx="3067050" cy="2495550"/>
          </a:xfrm>
          <a:prstGeom prst="rect">
            <a:avLst/>
          </a:prstGeom>
        </p:spPr>
      </p:pic>
      <p:sp>
        <p:nvSpPr>
          <p:cNvPr id="9" name="TextBox 8"/>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2A</a:t>
            </a:r>
            <a:endParaRPr lang="en-AU" sz="2400" dirty="0"/>
          </a:p>
        </p:txBody>
      </p:sp>
    </p:spTree>
    <p:extLst>
      <p:ext uri="{BB962C8B-B14F-4D97-AF65-F5344CB8AC3E}">
        <p14:creationId xmlns:p14="http://schemas.microsoft.com/office/powerpoint/2010/main" val="138459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2A</a:t>
            </a:r>
            <a:endParaRPr lang="en-AU" sz="2400" dirty="0"/>
          </a:p>
        </p:txBody>
      </p:sp>
      <p:sp>
        <p:nvSpPr>
          <p:cNvPr id="3" name="TextBox 2"/>
          <p:cNvSpPr txBox="1"/>
          <p:nvPr/>
        </p:nvSpPr>
        <p:spPr>
          <a:xfrm>
            <a:off x="288175" y="532015"/>
            <a:ext cx="11599025" cy="3139321"/>
          </a:xfrm>
          <a:prstGeom prst="rect">
            <a:avLst/>
          </a:prstGeom>
          <a:noFill/>
        </p:spPr>
        <p:txBody>
          <a:bodyPr wrap="square" rtlCol="0">
            <a:spAutoFit/>
          </a:bodyPr>
          <a:lstStyle/>
          <a:p>
            <a:r>
              <a:rPr lang="en-AU" sz="2200" dirty="0" smtClean="0"/>
              <a:t>So far we have drawn lines of best fit by ‘eye-balling’ the scatter plot and drawing the straight line that seemed to best fit the data. This is not the strongest method as what one person considers the best line may be different to another.</a:t>
            </a:r>
          </a:p>
          <a:p>
            <a:endParaRPr lang="en-AU" sz="2200" dirty="0"/>
          </a:p>
          <a:p>
            <a:r>
              <a:rPr lang="en-AU" sz="2200" dirty="0" smtClean="0"/>
              <a:t>We can use a calculator to determine the line considered to be the best straight line, give its equation and use it to predict values.</a:t>
            </a:r>
          </a:p>
          <a:p>
            <a:endParaRPr lang="en-AU" sz="2200" dirty="0"/>
          </a:p>
          <a:p>
            <a:r>
              <a:rPr lang="en-AU" sz="2200" dirty="0" smtClean="0"/>
              <a:t>Looking at the maths and physics test results again, we would enter these values into a Class Pad first.</a:t>
            </a:r>
          </a:p>
        </p:txBody>
      </p:sp>
      <p:pic>
        <p:nvPicPr>
          <p:cNvPr id="5" name="Picture 4"/>
          <p:cNvPicPr>
            <a:picLocks noChangeAspect="1"/>
          </p:cNvPicPr>
          <p:nvPr/>
        </p:nvPicPr>
        <p:blipFill>
          <a:blip r:embed="rId2"/>
          <a:stretch>
            <a:fillRect/>
          </a:stretch>
        </p:blipFill>
        <p:spPr>
          <a:xfrm>
            <a:off x="1351511" y="3509881"/>
            <a:ext cx="8458200" cy="962025"/>
          </a:xfrm>
          <a:prstGeom prst="rect">
            <a:avLst/>
          </a:prstGeom>
        </p:spPr>
      </p:pic>
      <p:pic>
        <p:nvPicPr>
          <p:cNvPr id="6" name="Picture 5"/>
          <p:cNvPicPr>
            <a:picLocks noChangeAspect="1"/>
          </p:cNvPicPr>
          <p:nvPr/>
        </p:nvPicPr>
        <p:blipFill>
          <a:blip r:embed="rId3"/>
          <a:stretch>
            <a:fillRect/>
          </a:stretch>
        </p:blipFill>
        <p:spPr>
          <a:xfrm>
            <a:off x="238471" y="4766154"/>
            <a:ext cx="3025660" cy="1783496"/>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p14:cNvContentPartPr/>
              <p14:nvPr/>
            </p14:nvContentPartPr>
            <p14:xfrm>
              <a:off x="1876080" y="6204567"/>
              <a:ext cx="969120" cy="56880"/>
            </p14:xfrm>
          </p:contentPart>
        </mc:Choice>
        <mc:Fallback>
          <p:pic>
            <p:nvPicPr>
              <p:cNvPr id="2" name="Ink 1"/>
              <p:cNvPicPr/>
              <p:nvPr/>
            </p:nvPicPr>
            <p:blipFill>
              <a:blip r:embed="rId5"/>
              <a:stretch>
                <a:fillRect/>
              </a:stretch>
            </p:blipFill>
            <p:spPr>
              <a:xfrm>
                <a:off x="1800120" y="5976327"/>
                <a:ext cx="1137240" cy="508680"/>
              </a:xfrm>
              <a:prstGeom prst="rect">
                <a:avLst/>
              </a:prstGeom>
            </p:spPr>
          </p:pic>
        </mc:Fallback>
      </mc:AlternateContent>
      <p:pic>
        <p:nvPicPr>
          <p:cNvPr id="4" name="Picture 3"/>
          <p:cNvPicPr>
            <a:picLocks noChangeAspect="1"/>
          </p:cNvPicPr>
          <p:nvPr/>
        </p:nvPicPr>
        <p:blipFill>
          <a:blip r:embed="rId6"/>
          <a:stretch>
            <a:fillRect/>
          </a:stretch>
        </p:blipFill>
        <p:spPr>
          <a:xfrm>
            <a:off x="3578661" y="4471906"/>
            <a:ext cx="1808295" cy="2328949"/>
          </a:xfrm>
          <a:prstGeom prst="rect">
            <a:avLst/>
          </a:prstGeom>
        </p:spPr>
      </p:pic>
      <p:pic>
        <p:nvPicPr>
          <p:cNvPr id="7" name="Picture 6"/>
          <p:cNvPicPr>
            <a:picLocks noChangeAspect="1"/>
          </p:cNvPicPr>
          <p:nvPr/>
        </p:nvPicPr>
        <p:blipFill>
          <a:blip r:embed="rId7"/>
          <a:stretch>
            <a:fillRect/>
          </a:stretch>
        </p:blipFill>
        <p:spPr>
          <a:xfrm>
            <a:off x="5580611" y="4471906"/>
            <a:ext cx="2652928" cy="1480363"/>
          </a:xfrm>
          <a:prstGeom prst="rect">
            <a:avLst/>
          </a:prstGeom>
        </p:spPr>
      </p:pic>
      <mc:AlternateContent xmlns:mc="http://schemas.openxmlformats.org/markup-compatibility/2006">
        <mc:Choice xmlns:p14="http://schemas.microsoft.com/office/powerpoint/2010/main" Requires="p14">
          <p:contentPart p14:bwMode="auto" r:id="rId8">
            <p14:nvContentPartPr>
              <p14:cNvPr id="8" name="Ink 7"/>
              <p14:cNvContentPartPr/>
              <p14:nvPr/>
            </p14:nvContentPartPr>
            <p14:xfrm>
              <a:off x="6909600" y="4924047"/>
              <a:ext cx="1247760" cy="37080"/>
            </p14:xfrm>
          </p:contentPart>
        </mc:Choice>
        <mc:Fallback>
          <p:pic>
            <p:nvPicPr>
              <p:cNvPr id="8" name="Ink 7"/>
              <p:cNvPicPr/>
              <p:nvPr/>
            </p:nvPicPr>
            <p:blipFill>
              <a:blip r:embed="rId9"/>
              <a:stretch>
                <a:fillRect/>
              </a:stretch>
            </p:blipFill>
            <p:spPr>
              <a:xfrm>
                <a:off x="6843360" y="4755927"/>
                <a:ext cx="1399680" cy="381240"/>
              </a:xfrm>
              <a:prstGeom prst="rect">
                <a:avLst/>
              </a:prstGeom>
            </p:spPr>
          </p:pic>
        </mc:Fallback>
      </mc:AlternateContent>
      <p:pic>
        <p:nvPicPr>
          <p:cNvPr id="9" name="Picture 8"/>
          <p:cNvPicPr>
            <a:picLocks noChangeAspect="1"/>
          </p:cNvPicPr>
          <p:nvPr/>
        </p:nvPicPr>
        <p:blipFill>
          <a:blip r:embed="rId10"/>
          <a:stretch>
            <a:fillRect/>
          </a:stretch>
        </p:blipFill>
        <p:spPr>
          <a:xfrm>
            <a:off x="8427927" y="4471906"/>
            <a:ext cx="2269201" cy="1850421"/>
          </a:xfrm>
          <a:prstGeom prst="rect">
            <a:avLst/>
          </a:prstGeom>
        </p:spPr>
      </p:pic>
    </p:spTree>
    <p:extLst>
      <p:ext uri="{BB962C8B-B14F-4D97-AF65-F5344CB8AC3E}">
        <p14:creationId xmlns:p14="http://schemas.microsoft.com/office/powerpoint/2010/main" val="359921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2A</a:t>
            </a:r>
            <a:endParaRPr lang="en-AU" sz="2400" dirty="0"/>
          </a:p>
        </p:txBody>
      </p:sp>
      <p:pic>
        <p:nvPicPr>
          <p:cNvPr id="5" name="Picture 4"/>
          <p:cNvPicPr>
            <a:picLocks noChangeAspect="1"/>
          </p:cNvPicPr>
          <p:nvPr/>
        </p:nvPicPr>
        <p:blipFill>
          <a:blip r:embed="rId2"/>
          <a:stretch>
            <a:fillRect/>
          </a:stretch>
        </p:blipFill>
        <p:spPr>
          <a:xfrm>
            <a:off x="2900708" y="85785"/>
            <a:ext cx="7157691" cy="2207234"/>
          </a:xfrm>
          <a:prstGeom prst="rect">
            <a:avLst/>
          </a:prstGeom>
        </p:spPr>
      </p:pic>
      <p:pic>
        <p:nvPicPr>
          <p:cNvPr id="13" name="Picture 12"/>
          <p:cNvPicPr>
            <a:picLocks noChangeAspect="1"/>
          </p:cNvPicPr>
          <p:nvPr/>
        </p:nvPicPr>
        <p:blipFill>
          <a:blip r:embed="rId3"/>
          <a:stretch>
            <a:fillRect/>
          </a:stretch>
        </p:blipFill>
        <p:spPr>
          <a:xfrm>
            <a:off x="262573" y="1801699"/>
            <a:ext cx="590550" cy="552450"/>
          </a:xfrm>
          <a:prstGeom prst="rect">
            <a:avLst/>
          </a:prstGeom>
        </p:spPr>
      </p:pic>
      <p:pic>
        <p:nvPicPr>
          <p:cNvPr id="15" name="Picture 14"/>
          <p:cNvPicPr>
            <a:picLocks noChangeAspect="1"/>
          </p:cNvPicPr>
          <p:nvPr/>
        </p:nvPicPr>
        <p:blipFill>
          <a:blip r:embed="rId4"/>
          <a:stretch>
            <a:fillRect/>
          </a:stretch>
        </p:blipFill>
        <p:spPr>
          <a:xfrm>
            <a:off x="243753" y="2415279"/>
            <a:ext cx="2984935" cy="1790961"/>
          </a:xfrm>
          <a:prstGeom prst="rect">
            <a:avLst/>
          </a:prstGeom>
        </p:spPr>
      </p:pic>
      <p:pic>
        <p:nvPicPr>
          <p:cNvPr id="16" name="Picture 15"/>
          <p:cNvPicPr>
            <a:picLocks noChangeAspect="1"/>
          </p:cNvPicPr>
          <p:nvPr/>
        </p:nvPicPr>
        <p:blipFill>
          <a:blip r:embed="rId5"/>
          <a:stretch>
            <a:fillRect/>
          </a:stretch>
        </p:blipFill>
        <p:spPr>
          <a:xfrm>
            <a:off x="3308466" y="2415279"/>
            <a:ext cx="2438400" cy="1905000"/>
          </a:xfrm>
          <a:prstGeom prst="rect">
            <a:avLst/>
          </a:prstGeom>
        </p:spPr>
      </p:pic>
      <mc:AlternateContent xmlns:mc="http://schemas.openxmlformats.org/markup-compatibility/2006">
        <mc:Choice xmlns:p14="http://schemas.microsoft.com/office/powerpoint/2010/main" Requires="p14">
          <p:contentPart p14:bwMode="auto" r:id="rId6">
            <p14:nvContentPartPr>
              <p14:cNvPr id="17" name="Ink 16"/>
              <p14:cNvContentPartPr/>
              <p14:nvPr/>
            </p14:nvContentPartPr>
            <p14:xfrm>
              <a:off x="3382451" y="3642698"/>
              <a:ext cx="1817280" cy="154800"/>
            </p14:xfrm>
          </p:contentPart>
        </mc:Choice>
        <mc:Fallback>
          <p:pic>
            <p:nvPicPr>
              <p:cNvPr id="17" name="Ink 16"/>
              <p:cNvPicPr/>
              <p:nvPr/>
            </p:nvPicPr>
            <p:blipFill>
              <a:blip r:embed="rId7"/>
              <a:stretch>
                <a:fillRect/>
              </a:stretch>
            </p:blipFill>
            <p:spPr>
              <a:xfrm>
                <a:off x="3333851" y="3418418"/>
                <a:ext cx="1978200" cy="520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8" name="Ink 17"/>
              <p14:cNvContentPartPr/>
              <p14:nvPr/>
            </p14:nvContentPartPr>
            <p14:xfrm>
              <a:off x="303731" y="1954298"/>
              <a:ext cx="474120" cy="197640"/>
            </p14:xfrm>
          </p:contentPart>
        </mc:Choice>
        <mc:Fallback>
          <p:pic>
            <p:nvPicPr>
              <p:cNvPr id="18" name="Ink 17"/>
              <p:cNvPicPr/>
              <p:nvPr/>
            </p:nvPicPr>
            <p:blipFill>
              <a:blip r:embed="rId9"/>
              <a:stretch>
                <a:fillRect/>
              </a:stretch>
            </p:blipFill>
            <p:spPr>
              <a:xfrm>
                <a:off x="243611" y="1760258"/>
                <a:ext cx="634320" cy="598680"/>
              </a:xfrm>
              <a:prstGeom prst="rect">
                <a:avLst/>
              </a:prstGeom>
            </p:spPr>
          </p:pic>
        </mc:Fallback>
      </mc:AlternateContent>
      <p:pic>
        <p:nvPicPr>
          <p:cNvPr id="19" name="Picture 18"/>
          <p:cNvPicPr>
            <a:picLocks noChangeAspect="1"/>
          </p:cNvPicPr>
          <p:nvPr/>
        </p:nvPicPr>
        <p:blipFill>
          <a:blip r:embed="rId10"/>
          <a:stretch>
            <a:fillRect/>
          </a:stretch>
        </p:blipFill>
        <p:spPr>
          <a:xfrm>
            <a:off x="5881935" y="2415279"/>
            <a:ext cx="2727281" cy="2016323"/>
          </a:xfrm>
          <a:prstGeom prst="rect">
            <a:avLst/>
          </a:prstGeom>
        </p:spPr>
      </p:pic>
      <p:pic>
        <p:nvPicPr>
          <p:cNvPr id="20" name="Picture 19"/>
          <p:cNvPicPr>
            <a:picLocks noChangeAspect="1"/>
          </p:cNvPicPr>
          <p:nvPr/>
        </p:nvPicPr>
        <p:blipFill>
          <a:blip r:embed="rId11"/>
          <a:stretch>
            <a:fillRect/>
          </a:stretch>
        </p:blipFill>
        <p:spPr>
          <a:xfrm>
            <a:off x="8744285" y="2415279"/>
            <a:ext cx="3221314" cy="2314019"/>
          </a:xfrm>
          <a:prstGeom prst="rect">
            <a:avLst/>
          </a:prstGeom>
        </p:spPr>
      </p:pic>
      <p:pic>
        <p:nvPicPr>
          <p:cNvPr id="21" name="Picture 20"/>
          <p:cNvPicPr>
            <a:picLocks noChangeAspect="1"/>
          </p:cNvPicPr>
          <p:nvPr/>
        </p:nvPicPr>
        <p:blipFill>
          <a:blip r:embed="rId12"/>
          <a:stretch>
            <a:fillRect/>
          </a:stretch>
        </p:blipFill>
        <p:spPr>
          <a:xfrm>
            <a:off x="262573" y="4320279"/>
            <a:ext cx="2939729" cy="1841982"/>
          </a:xfrm>
          <a:prstGeom prst="rect">
            <a:avLst/>
          </a:prstGeom>
        </p:spPr>
      </p:pic>
      <mc:AlternateContent xmlns:mc="http://schemas.openxmlformats.org/markup-compatibility/2006">
        <mc:Choice xmlns:a14="http://schemas.microsoft.com/office/drawing/2010/main" Requires="a14">
          <p:sp>
            <p:nvSpPr>
              <p:cNvPr id="22" name="TextBox 21"/>
              <p:cNvSpPr txBox="1"/>
              <p:nvPr/>
            </p:nvSpPr>
            <p:spPr>
              <a:xfrm>
                <a:off x="3382451" y="4926140"/>
                <a:ext cx="8583148" cy="1107996"/>
              </a:xfrm>
              <a:prstGeom prst="rect">
                <a:avLst/>
              </a:prstGeom>
              <a:noFill/>
            </p:spPr>
            <p:txBody>
              <a:bodyPr wrap="square" rtlCol="0">
                <a:spAutoFit/>
              </a:bodyPr>
              <a:lstStyle/>
              <a:p>
                <a:pPr algn="ctr"/>
                <a:r>
                  <a:rPr lang="en-AU" sz="2200" dirty="0" smtClean="0"/>
                  <a:t>The ‘line of best fit’ linear relationship between Physics scores (x) and Maths scores (y) is </a:t>
                </a:r>
                <a14:m>
                  <m:oMath xmlns:m="http://schemas.openxmlformats.org/officeDocument/2006/math">
                    <m:r>
                      <a:rPr lang="en-AU" sz="2200" i="1" dirty="0" smtClean="0">
                        <a:latin typeface="Cambria Math" panose="02040503050406030204" pitchFamily="18" charset="0"/>
                      </a:rPr>
                      <m:t>𝑦</m:t>
                    </m:r>
                    <m:r>
                      <a:rPr lang="en-AU" sz="2200" i="1" dirty="0" smtClean="0">
                        <a:latin typeface="Cambria Math" panose="02040503050406030204" pitchFamily="18" charset="0"/>
                      </a:rPr>
                      <m:t> = 1.98</m:t>
                    </m:r>
                    <m:r>
                      <a:rPr lang="en-AU" sz="2200" i="1" dirty="0" smtClean="0">
                        <a:latin typeface="Cambria Math" panose="02040503050406030204" pitchFamily="18" charset="0"/>
                      </a:rPr>
                      <m:t>𝑥</m:t>
                    </m:r>
                    <m:r>
                      <a:rPr lang="en-AU" sz="2200" i="1" dirty="0" smtClean="0">
                        <a:latin typeface="Cambria Math" panose="02040503050406030204" pitchFamily="18" charset="0"/>
                      </a:rPr>
                      <m:t> + 4.83</m:t>
                    </m:r>
                  </m:oMath>
                </a14:m>
                <a:r>
                  <a:rPr lang="en-AU" sz="2200" dirty="0" smtClean="0"/>
                  <a:t> </a:t>
                </a:r>
              </a:p>
              <a:p>
                <a:pPr algn="ctr"/>
                <a:r>
                  <a:rPr lang="en-AU" sz="2200" dirty="0" smtClean="0"/>
                  <a:t>Where 1.98 is the gradient of the straight line and 4.83 is the y-intercept.</a:t>
                </a:r>
                <a:endParaRPr lang="en-AU" sz="2200" dirty="0"/>
              </a:p>
            </p:txBody>
          </p:sp>
        </mc:Choice>
        <mc:Fallback>
          <p:sp>
            <p:nvSpPr>
              <p:cNvPr id="22" name="TextBox 21"/>
              <p:cNvSpPr txBox="1">
                <a:spLocks noRot="1" noChangeAspect="1" noMove="1" noResize="1" noEditPoints="1" noAdjustHandles="1" noChangeArrowheads="1" noChangeShapeType="1" noTextEdit="1"/>
              </p:cNvSpPr>
              <p:nvPr/>
            </p:nvSpPr>
            <p:spPr>
              <a:xfrm>
                <a:off x="3382451" y="4926140"/>
                <a:ext cx="8583148" cy="1107996"/>
              </a:xfrm>
              <a:prstGeom prst="rect">
                <a:avLst/>
              </a:prstGeom>
              <a:blipFill>
                <a:blip r:embed="rId13"/>
                <a:stretch>
                  <a:fillRect l="-71" t="-3846" r="-71" b="-10440"/>
                </a:stretch>
              </a:blipFill>
            </p:spPr>
            <p:txBody>
              <a:bodyPr/>
              <a:lstStyle/>
              <a:p>
                <a:r>
                  <a:rPr lang="en-AU">
                    <a:noFill/>
                  </a:rPr>
                  <a:t> </a:t>
                </a:r>
              </a:p>
            </p:txBody>
          </p:sp>
        </mc:Fallback>
      </mc:AlternateContent>
    </p:spTree>
    <p:extLst>
      <p:ext uri="{BB962C8B-B14F-4D97-AF65-F5344CB8AC3E}">
        <p14:creationId xmlns:p14="http://schemas.microsoft.com/office/powerpoint/2010/main" val="201929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71651" cy="461665"/>
          </a:xfrm>
          <a:prstGeom prst="rect">
            <a:avLst/>
          </a:prstGeom>
          <a:solidFill>
            <a:srgbClr val="FFFF00"/>
          </a:solidFill>
        </p:spPr>
        <p:txBody>
          <a:bodyPr wrap="square" rtlCol="0">
            <a:spAutoFit/>
          </a:bodyPr>
          <a:lstStyle/>
          <a:p>
            <a:r>
              <a:rPr lang="en-AU" sz="2400" dirty="0" smtClean="0"/>
              <a:t>Unit </a:t>
            </a:r>
            <a:r>
              <a:rPr lang="en-AU" sz="2400" smtClean="0"/>
              <a:t>3 Chapter 2A</a:t>
            </a:r>
            <a:endParaRPr lang="en-AU" sz="2400" dirty="0"/>
          </a:p>
        </p:txBody>
      </p:sp>
      <p:pic>
        <p:nvPicPr>
          <p:cNvPr id="20" name="Picture 19"/>
          <p:cNvPicPr>
            <a:picLocks noChangeAspect="1"/>
          </p:cNvPicPr>
          <p:nvPr/>
        </p:nvPicPr>
        <p:blipFill>
          <a:blip r:embed="rId2"/>
          <a:stretch>
            <a:fillRect/>
          </a:stretch>
        </p:blipFill>
        <p:spPr>
          <a:xfrm>
            <a:off x="331805" y="858028"/>
            <a:ext cx="3221314" cy="2314019"/>
          </a:xfrm>
          <a:prstGeom prst="rect">
            <a:avLst/>
          </a:prstGeom>
        </p:spPr>
      </p:pic>
      <p:pic>
        <p:nvPicPr>
          <p:cNvPr id="21" name="Picture 20"/>
          <p:cNvPicPr>
            <a:picLocks noChangeAspect="1"/>
          </p:cNvPicPr>
          <p:nvPr/>
        </p:nvPicPr>
        <p:blipFill>
          <a:blip r:embed="rId3"/>
          <a:stretch>
            <a:fillRect/>
          </a:stretch>
        </p:blipFill>
        <p:spPr>
          <a:xfrm>
            <a:off x="472597" y="3568410"/>
            <a:ext cx="2939729" cy="1841982"/>
          </a:xfrm>
          <a:prstGeom prst="rect">
            <a:avLst/>
          </a:prstGeom>
        </p:spPr>
      </p:pic>
      <mc:AlternateContent xmlns:mc="http://schemas.openxmlformats.org/markup-compatibility/2006">
        <mc:Choice xmlns:a14="http://schemas.microsoft.com/office/drawing/2010/main" Requires="a14">
          <p:sp>
            <p:nvSpPr>
              <p:cNvPr id="22" name="TextBox 21"/>
              <p:cNvSpPr txBox="1"/>
              <p:nvPr/>
            </p:nvSpPr>
            <p:spPr>
              <a:xfrm>
                <a:off x="3705606" y="337515"/>
                <a:ext cx="8240683"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AU" sz="2200" i="1" dirty="0" smtClean="0">
                          <a:latin typeface="Cambria Math" panose="02040503050406030204" pitchFamily="18" charset="0"/>
                        </a:rPr>
                        <m:t>𝑦</m:t>
                      </m:r>
                      <m:r>
                        <a:rPr lang="en-AU" sz="2200" i="1" dirty="0" smtClean="0">
                          <a:latin typeface="Cambria Math" panose="02040503050406030204" pitchFamily="18" charset="0"/>
                        </a:rPr>
                        <m:t> = 1.98</m:t>
                      </m:r>
                      <m:r>
                        <a:rPr lang="en-AU" sz="2200" i="1" dirty="0" smtClean="0">
                          <a:latin typeface="Cambria Math" panose="02040503050406030204" pitchFamily="18" charset="0"/>
                        </a:rPr>
                        <m:t>𝑥</m:t>
                      </m:r>
                      <m:r>
                        <a:rPr lang="en-AU" sz="2200" i="1" dirty="0" smtClean="0">
                          <a:latin typeface="Cambria Math" panose="02040503050406030204" pitchFamily="18" charset="0"/>
                        </a:rPr>
                        <m:t> + 4.83</m:t>
                      </m:r>
                    </m:oMath>
                  </m:oMathPara>
                </a14:m>
                <a:endParaRPr lang="en-AU" sz="2200" dirty="0"/>
              </a:p>
            </p:txBody>
          </p:sp>
        </mc:Choice>
        <mc:Fallback>
          <p:sp>
            <p:nvSpPr>
              <p:cNvPr id="22" name="TextBox 21"/>
              <p:cNvSpPr txBox="1">
                <a:spLocks noRot="1" noChangeAspect="1" noMove="1" noResize="1" noEditPoints="1" noAdjustHandles="1" noChangeArrowheads="1" noChangeShapeType="1" noTextEdit="1"/>
              </p:cNvSpPr>
              <p:nvPr/>
            </p:nvSpPr>
            <p:spPr>
              <a:xfrm>
                <a:off x="3705606" y="337515"/>
                <a:ext cx="8240683" cy="430887"/>
              </a:xfrm>
              <a:prstGeom prst="rect">
                <a:avLst/>
              </a:prstGeom>
              <a:blipFill>
                <a:blip r:embed="rId4"/>
                <a:stretch>
                  <a:fillRect b="-845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3705605" y="945067"/>
                <a:ext cx="8240683" cy="2462213"/>
              </a:xfrm>
              <a:prstGeom prst="rect">
                <a:avLst/>
              </a:prstGeom>
              <a:noFill/>
            </p:spPr>
            <p:txBody>
              <a:bodyPr wrap="square" rtlCol="0">
                <a:spAutoFit/>
              </a:bodyPr>
              <a:lstStyle/>
              <a:p>
                <a:pPr algn="ctr"/>
                <a:r>
                  <a:rPr lang="en-AU" sz="2200" dirty="0" smtClean="0"/>
                  <a:t>We can substitute into this line of best fit to predict a score in the maths test based on a score in the physics test. </a:t>
                </a:r>
              </a:p>
              <a:p>
                <a:pPr algn="ctr"/>
                <a:r>
                  <a:rPr lang="en-AU" sz="2200" dirty="0" smtClean="0"/>
                  <a:t>For a physics score of 13, </a:t>
                </a:r>
                <a14:m>
                  <m:oMath xmlns:m="http://schemas.openxmlformats.org/officeDocument/2006/math">
                    <m:r>
                      <a:rPr lang="en-AU" sz="2200" b="0" i="1" smtClean="0">
                        <a:latin typeface="Cambria Math" panose="02040503050406030204" pitchFamily="18" charset="0"/>
                      </a:rPr>
                      <m:t>𝑦</m:t>
                    </m:r>
                    <m:r>
                      <a:rPr lang="en-AU" sz="2200" b="0" i="1" smtClean="0">
                        <a:latin typeface="Cambria Math" panose="02040503050406030204" pitchFamily="18" charset="0"/>
                      </a:rPr>
                      <m:t>=1.98</m:t>
                    </m:r>
                    <m:d>
                      <m:dPr>
                        <m:ctrlPr>
                          <a:rPr lang="en-AU" sz="2200" b="0" i="1" smtClean="0">
                            <a:latin typeface="Cambria Math" panose="02040503050406030204" pitchFamily="18" charset="0"/>
                          </a:rPr>
                        </m:ctrlPr>
                      </m:dPr>
                      <m:e>
                        <m:r>
                          <a:rPr lang="en-AU" sz="2200" b="0" i="1" smtClean="0">
                            <a:latin typeface="Cambria Math" panose="02040503050406030204" pitchFamily="18" charset="0"/>
                          </a:rPr>
                          <m:t>13</m:t>
                        </m:r>
                      </m:e>
                    </m:d>
                    <m:r>
                      <a:rPr lang="en-AU" sz="2200" b="0" i="1" smtClean="0">
                        <a:latin typeface="Cambria Math" panose="02040503050406030204" pitchFamily="18" charset="0"/>
                      </a:rPr>
                      <m:t>+4.83=30.6</m:t>
                    </m:r>
                  </m:oMath>
                </a14:m>
                <a:endParaRPr lang="en-AU" sz="2200" b="0" dirty="0" smtClean="0"/>
              </a:p>
              <a:p>
                <a:pPr algn="ctr"/>
                <a:endParaRPr lang="en-AU" sz="2200" b="0" dirty="0" smtClean="0"/>
              </a:p>
              <a:p>
                <a:pPr algn="ctr"/>
                <a:r>
                  <a:rPr lang="en-AU" sz="2200" dirty="0" smtClean="0"/>
                  <a:t>Remember though that if the data we are predicting from lies outside the known range (extrapolation) rather than within the known range (interpolation), any prediction would have to be considered carefully.</a:t>
                </a:r>
                <a:endParaRPr lang="en-AU" sz="2200" b="0" dirty="0" smtClean="0"/>
              </a:p>
            </p:txBody>
          </p:sp>
        </mc:Choice>
        <mc:Fallback>
          <p:sp>
            <p:nvSpPr>
              <p:cNvPr id="23" name="TextBox 22"/>
              <p:cNvSpPr txBox="1">
                <a:spLocks noRot="1" noChangeAspect="1" noMove="1" noResize="1" noEditPoints="1" noAdjustHandles="1" noChangeArrowheads="1" noChangeShapeType="1" noTextEdit="1"/>
              </p:cNvSpPr>
              <p:nvPr/>
            </p:nvSpPr>
            <p:spPr>
              <a:xfrm>
                <a:off x="3705605" y="945067"/>
                <a:ext cx="8240683" cy="2462213"/>
              </a:xfrm>
              <a:prstGeom prst="rect">
                <a:avLst/>
              </a:prstGeom>
              <a:blipFill>
                <a:blip r:embed="rId5"/>
                <a:stretch>
                  <a:fillRect t="-1733" r="-592" b="-4208"/>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3955773" y="3505200"/>
                <a:ext cx="7990515" cy="3500125"/>
              </a:xfrm>
              <a:prstGeom prst="rect">
                <a:avLst/>
              </a:prstGeom>
              <a:noFill/>
            </p:spPr>
            <p:txBody>
              <a:bodyPr wrap="square" rtlCol="0">
                <a:spAutoFit/>
              </a:bodyPr>
              <a:lstStyle/>
              <a:p>
                <a:pPr algn="ctr"/>
                <a:r>
                  <a:rPr lang="en-AU" sz="2200" dirty="0" smtClean="0"/>
                  <a:t>To distinguish between the actual y values in our data and the predicted y values obtained from the regression line, the predicted values are known as </a:t>
                </a:r>
                <a:r>
                  <a:rPr lang="cy-GB" sz="2200" dirty="0" smtClean="0"/>
                  <a:t>ŷ ‘y hat’.</a:t>
                </a:r>
              </a:p>
              <a:p>
                <a:pPr algn="ctr"/>
                <a:endParaRPr lang="cy-GB" sz="2200" dirty="0"/>
              </a:p>
              <a:p>
                <a:pPr algn="ctr"/>
                <a:r>
                  <a:rPr lang="cy-GB" sz="2200" dirty="0" smtClean="0"/>
                  <a:t>So when </a:t>
                </a:r>
                <a14:m>
                  <m:oMath xmlns:m="http://schemas.openxmlformats.org/officeDocument/2006/math">
                    <m:r>
                      <a:rPr lang="cy-GB" sz="2200" i="1" dirty="0" smtClean="0">
                        <a:latin typeface="Cambria Math" panose="02040503050406030204" pitchFamily="18" charset="0"/>
                      </a:rPr>
                      <m:t>𝑥</m:t>
                    </m:r>
                    <m:r>
                      <a:rPr lang="cy-GB" sz="2200" i="1" dirty="0" smtClean="0">
                        <a:latin typeface="Cambria Math" panose="02040503050406030204" pitchFamily="18" charset="0"/>
                      </a:rPr>
                      <m:t> = 13, ŷ = </m:t>
                    </m:r>
                    <m:r>
                      <a:rPr lang="cy-GB" sz="2200" i="1" dirty="0" smtClean="0">
                        <a:latin typeface="Cambria Math" panose="02040503050406030204" pitchFamily="18" charset="0"/>
                      </a:rPr>
                      <m:t>30.6</m:t>
                    </m:r>
                  </m:oMath>
                </a14:m>
                <a:r>
                  <a:rPr lang="en-AU" sz="2200" dirty="0" smtClean="0"/>
                  <a:t>   </a:t>
                </a:r>
              </a:p>
              <a:p>
                <a:pPr algn="ctr"/>
                <a:r>
                  <a:rPr lang="en-AU" sz="2200" dirty="0" smtClean="0"/>
                  <a:t>And the equation of the regression line is </a:t>
                </a:r>
                <a14:m>
                  <m:oMath xmlns:m="http://schemas.openxmlformats.org/officeDocument/2006/math">
                    <m:r>
                      <a:rPr lang="cy-GB" sz="2400" i="1" dirty="0" smtClean="0">
                        <a:latin typeface="Cambria Math" panose="02040503050406030204" pitchFamily="18" charset="0"/>
                      </a:rPr>
                      <m:t>ŷ=1.98</m:t>
                    </m:r>
                    <m:r>
                      <a:rPr lang="cy-GB" sz="2400" i="1" dirty="0" smtClean="0">
                        <a:latin typeface="Cambria Math" panose="02040503050406030204" pitchFamily="18" charset="0"/>
                      </a:rPr>
                      <m:t>𝑥</m:t>
                    </m:r>
                    <m:r>
                      <a:rPr lang="cy-GB" sz="2400" i="1" dirty="0" smtClean="0">
                        <a:latin typeface="Cambria Math" panose="02040503050406030204" pitchFamily="18" charset="0"/>
                      </a:rPr>
                      <m:t>+4.83</m:t>
                    </m:r>
                  </m:oMath>
                </a14:m>
                <a:r>
                  <a:rPr lang="en-AU" sz="2200" dirty="0" smtClean="0"/>
                  <a:t> </a:t>
                </a:r>
              </a:p>
              <a:p>
                <a:pPr algn="ctr"/>
                <a:endParaRPr lang="en-AU" sz="2200" dirty="0"/>
              </a:p>
              <a:p>
                <a:pPr algn="ctr"/>
                <a:r>
                  <a:rPr lang="en-AU" sz="2200" dirty="0" smtClean="0"/>
                  <a:t>This shows that the equation gives a predicted y value from a known x value.</a:t>
                </a:r>
              </a:p>
              <a:p>
                <a:endParaRPr lang="en-AU" sz="2200" dirty="0"/>
              </a:p>
            </p:txBody>
          </p:sp>
        </mc:Choice>
        <mc:Fallback>
          <p:sp>
            <p:nvSpPr>
              <p:cNvPr id="4" name="TextBox 3"/>
              <p:cNvSpPr txBox="1">
                <a:spLocks noRot="1" noChangeAspect="1" noMove="1" noResize="1" noEditPoints="1" noAdjustHandles="1" noChangeArrowheads="1" noChangeShapeType="1" noTextEdit="1"/>
              </p:cNvSpPr>
              <p:nvPr/>
            </p:nvSpPr>
            <p:spPr>
              <a:xfrm>
                <a:off x="3955773" y="3505200"/>
                <a:ext cx="7990515" cy="3500125"/>
              </a:xfrm>
              <a:prstGeom prst="rect">
                <a:avLst/>
              </a:prstGeom>
              <a:blipFill>
                <a:blip r:embed="rId6"/>
                <a:stretch>
                  <a:fillRect l="-610" t="-1220" r="-1373"/>
                </a:stretch>
              </a:blipFill>
            </p:spPr>
            <p:txBody>
              <a:bodyPr/>
              <a:lstStyle/>
              <a:p>
                <a:r>
                  <a:rPr lang="en-AU">
                    <a:noFill/>
                  </a:rPr>
                  <a:t> </a:t>
                </a:r>
              </a:p>
            </p:txBody>
          </p:sp>
        </mc:Fallback>
      </mc:AlternateContent>
      <p:sp>
        <p:nvSpPr>
          <p:cNvPr id="24" name="TextBox 23"/>
          <p:cNvSpPr txBox="1"/>
          <p:nvPr/>
        </p:nvSpPr>
        <p:spPr>
          <a:xfrm>
            <a:off x="2601884" y="-1"/>
            <a:ext cx="2751512" cy="461665"/>
          </a:xfrm>
          <a:prstGeom prst="rect">
            <a:avLst/>
          </a:prstGeom>
          <a:solidFill>
            <a:srgbClr val="FFFF00"/>
          </a:solidFill>
        </p:spPr>
        <p:txBody>
          <a:bodyPr wrap="square" rtlCol="0">
            <a:spAutoFit/>
          </a:bodyPr>
          <a:lstStyle/>
          <a:p>
            <a:r>
              <a:rPr lang="en-AU" sz="2400" dirty="0" smtClean="0"/>
              <a:t>Now try Chapter </a:t>
            </a:r>
            <a:r>
              <a:rPr lang="en-AU" sz="2400" dirty="0" smtClean="0"/>
              <a:t>2A</a:t>
            </a:r>
            <a:endParaRPr lang="en-AU" sz="2400" dirty="0"/>
          </a:p>
        </p:txBody>
      </p:sp>
    </p:spTree>
    <p:extLst>
      <p:ext uri="{BB962C8B-B14F-4D97-AF65-F5344CB8AC3E}">
        <p14:creationId xmlns:p14="http://schemas.microsoft.com/office/powerpoint/2010/main" val="295897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462</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23</cp:revision>
  <dcterms:created xsi:type="dcterms:W3CDTF">2021-06-15T06:02:12Z</dcterms:created>
  <dcterms:modified xsi:type="dcterms:W3CDTF">2021-11-02T05:15:39Z</dcterms:modified>
</cp:coreProperties>
</file>