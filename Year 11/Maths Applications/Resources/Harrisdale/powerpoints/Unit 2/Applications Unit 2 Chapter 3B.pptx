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1T02:19:58.797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383 29 1839 0,'0'0'160'0,"0"0"-160"15,0 0 0-15,0 0 0 0,0 0 2976 0,0 0 560 0,0 0 112 0,0 0 32 16,0 0-1824-16,0 0-352 0,0 0-80 0,0 0-16 15,0 0-384-15,0 0-96 0,0 0-16 0,0 0 0 16,0 0-240-16,0 0-48 0,0 0-16 0,0 0 0 16,0 0-256-16,0 0-48 0,4-7-16 0,-4 7 0 15,0 0-128-15,12-5-32 0,-12 5 0 0,12-3 0 16,-1-1 96-16,-11 4 16 0,11-3 0 0,-11 3 0 16,15 0 32-16,-1-1 16 0,-2 0 0 0,-12 1 0 15,13 0-112-15,1 0-32 0,0-2 0 0,1 1 0 16,2-1-144-16,1 2 128 0,0 0-128 0,2 0 128 15,0 0-128-15,3 3 128 0,-1 0-128 0,3-2 128 16,0-2 0-16,3 1 0 0,1 0 0 0,1 2 0 0,1 3 80 16,0-1 16-16,3 1 0 0,-1-1 0 0,1 2 32 0,1 1 0 15,-2-3 0-15,2 2 0 0,0 2-128 0,2-4-128 16,1-5 176-16,1 4-176 0,-1 1 176 0,0-1-176 16,-1-3 160-16,1 0-160 0,1 3 208 0,1-1-48 15,-1-2-16-15,1-2 0 0,-2-1 80 0,0 2 16 16,0-1 0-16,0-1 0 0,-2-1 48 0,4 2 16 15,1 1 0-15,3 1 0 0,-2-2-48 0,4 1 0 16,1 1 0-16,0-2 0 0,0 1-256 0,0-1 128 16,1 1-128-16,-3-1 0 0,-1 1 0 0,0-1 0 15,0-1 0-15,2 3 0 0,1 3 0 0,-1-3 0 16,-2-3 0-16,0 0 0 0,0 0 0 0,-3 0 0 0,-2-3 0 16,3 3 0-16,2 1 0 0,-3 1 0 15,0-1 0-15,-2 1 0 0,1-2 128 0,0 3-128 0,0 4 144 0,4-1-144 16,3-3 256-16,0 0-32 0,-1 2-16 0,1 1 0 15,3 3-80-15,-1-3 0 0,-2-2-128 0,-2 3 192 16,-1 0-192-16,-1-1 0 0,-3-3 0 0,1 2 0 16,0 1 0-16,0-2 0 0,1-1 0 0,-1 3 0 15,0 2 0-15,0-2 0 0,-1 0 0 0,1-2 0 16,-2 4 0-16,-1 0 0 0,-1-2 0 0,-4 1 0 16,-1-3 128-16,0 1-128 0,0-2 0 0,3 0 0 15,-3 1 0-15,1-2 0 0,2-3 0 0,0 3 0 16,0 1 0-16,-1 0 128 0,-4 0-128 0,4 0 0 15,2 1 0-15,-3 1 0 0,-2 0 0 0,-1-1 0 16,2-1 0-16,-3-1 0 0,-3-3 0 0,0 4 0 16,0 4 0-16,-2-4 0 0,-1-5 0 0,-2 0 0 0,0 0 0 0,1 2 0 15,-1 1 0-15,0 1 0 0,-1 1 0 0,1 1 0 16,3 1 0-16,-1-2 0 0,0-2 0 0,1 2 0 16,1 3 0-16,-1 0 0 0,-1-1 0 0,-5 1 0 15,-4-1 0-15,2 1 0 0,6-2 0 0,-1-1 0 16,-3 0 0-16,2 3 0 0,-2 0 0 0,2 0 0 15,-2 0 0-15,1 0 0 0,-1 0 0 0,-2 0 0 16,0 0 0-16,-1-2 0 0,2 1 0 0,1 0 0 16,-3-6 0-16,0 6 0 0,0 4 0 0,2 0-128 15,1 0 128-15,1-1 0 0,-4-2 0 0,2 1 0 16,-2 1 0-16,1-2 0 0,1-1 0 0,-2 1 0 16,-2 0 0-16,-1 0 0 0,0-1 0 0,-12-2 0 0,0 0 0 0,0 0 0 15,12 4 0-15,-12-4 0 0,0 0 0 0,0 0 0 16,9 6 128-16,-9-6-128 0,0 0 0 0,0 0 0 15,0 0 128-15,0 0-128 0,0 0 0 0,0 0 144 16,0 0-16-16,0 0 0 0,0 0 0 0,-7 12 0 16,-4-2 0-16,2-3-128 0,9-7 192 0,-12 6-64 15,-5-1-128-15,3-2 0 0,-1-3 144 0,-2 0-144 16,-4 0 0-16,-2 1 0 0,-1 2 0 0,-3-1 0 16,-1-4 0-16,-2 1 128 0,-4-1-128 0,1 1 0 15,-2-2 224-15,-2-2-32 0,-2 1 0 0,-4-1 0 16,-2 1 0-16,-2-1-16 0,-2-1 0 0,2 1 0 15,3 2-176-15,0-1 0 0,0-4 0 0,0 2 128 16,0 2-128-16,-2-2 0 0,-4 2 0 0,1-1 0 0,2 1 0 0,-3-1 0 16,-5 1 0-16,3 1 0 0,1-2 0 0,2 1 0 15,4-1 0-15,-1 0 0 0,0 1 0 0,-2 2 0 16,-4-1 0-16,0-1 0 0,2-2 0 0,-3 2 0 16,-3 2 0-16,3 1 0 0,2-6 0 0,3 0 128 15,1-1-128-15,1 5 128 0,0 2 0 0,1-1-128 16,-1-2 192-16,-1 1-64 0,-2 0-128 0,2 1 160 15,3 2-160-15,-4-2 160 0,-6-2-160 0,4 2 0 16,3 1 0-16,1-1 0 0,2 1 0 0,-1-2 0 16,-2 0 128-16,0 0-128 0,0 1 0 0,-3 1 0 15,-2-2 0-15,3 1 128 0,2 2-128 0,-3 0 0 16,-3-1 0-16,3 1 0 0,4 0 0 0,4 0 0 16,-1 1 0-16,2 2 0 0,-1 0 144 0,-1 0-144 15,-1 0 160-15,0 0-160 0,0 0 128 0,1-1-128 0,4-1 0 16,-4-1 0-16,-4 0 128 0,1 3-128 0,2 2 0 0,0 0 0 15,-1-2 0-15,1-2 0 0,-1-1 0 0,0 2 0 16,-2 1 0-16,0 1 0 0,-2 2 0 0,5 0 0 16,3-1 0-16,0-4 128 0,-2-2-128 0,4 4 0 15,4 2 0-15,1 0 0 0,1 3 0 0,2-4 0 16,3-1 0-16,0-1 0 0,1-2 0 0,3 1 0 16,-1 2 0-16,-1 0 0 0,-2-1 0 0,-1 3 0 15,0-1 0-15,0-1 0 0,2-1 0 0,-2 2 0 16,-2-1 0-16,4 0 0 0,3 0 0 0,-2 0 0 15,-3 0 0-15,1 0 0 0,1 1 0 0,1-2 0 16,5 1 0-16,0 0 0 0,-2 1 0 0,0-1 0 16,2-1 0-16,0-2 0 0,-1-2 0 0,1 4 0 0,-2-4 0 15,0 2 0-15,1-3 0 0,0 2 0 0,1 2 0 0,1-2 128 16,-1-4-128-16,1 2 0 0,2 2 0 0,1-1 0 16,-1 2 0-16,1-2 0 0,4 0 0 0,-1 2 0 15,2 4 0-15,1-1 0 0,11-3-144 0,-12 5 144 16,0-2 0-16,0 1-144 0,-4-1 144 0,6 0-160 15,10-3 160-15,0 0-160 0,-12 2 160 0,1 2-208 16,-1 2 80-16,12-6 128 0,0 0-272 0,-11 8 64 16,1 0 16-16,10-8 0 0,-6 9 192 0,6-9-144 15,0 0 144-15,0 0-128 0,-5 9 128 0,5-9 0 16,0 0 0-16,0 0 0 0,0 0 0 0,0 0 128 16,14 4-128-16,-1-1 128 0,1-2-128 0,1 1 0 15,2-1 128-15,1 1-128 0,0-2 0 0,5 0 0 0,0-2 0 16,1 2 0-16,-1 5 0 0,3-1 0 0,4-1 0 15,1 2-128-15,-2-2 128 0,0 2 0 0,-1 1 0 0,4-3 0 16,2 0 0-16,-1-1-128 0,1-1 128 0,1 2 0 16,1 2 0-16,2-5 0 0,0-3 0 0,-3 1 0 15,0 2 0-15,0 0 0 0,0-1 0 0,1-1 0 16,1-2 0-16,-1-1 128 0,1 0-128 0,-1 1 128 16,-1-1 0-16,2 0 16 0,-2 1 0 0,4-2 0 15,4-3-144-15,4 2 0 0,5 1 0 0,-2 0 0 16,-3-3 0-16,0 3 0 0,0-1 0 0,2 4 0 15,1 2 0-15,-3 2 0 0,-3-2 0 0,0-1 0 16,2 1 0-16,-1 1 0 0,1 0 0 0,4-2 0 16,3 2 0-16,-2 0 0 0,-7 2 0 0,3-2 0 0,3-3-160 0,0 4 160 15,0 2 0-15,0 0-144 0,-3-1 144 0,5 1 0 16,3 0 0-16,3 0 0 0,-2-1 0 0,-1-1 0 16,-4-1 0-16,4 3 0 0,1 0 128 0,-3 2-128 15,-2 2 160-15,2-2-160 0,-2-5 224 0,1 0-48 16,-1-2-16-16,4 1 0 0,3-2-160 0,-5 0 0 15,-6 0-192-15,2 1 192 0,1 2 0 0,-1 0 0 16,-2-1 0-16,-2-1 0 0,1 2 0 0,0 0 0 16,-1 2 0-16,2-2 0 0,0 0 0 0,2-2 0 15,-2-1 0-15,-1 0 0 0,-2 0 0 0,0 3 0 16,-2-1 0-16,-1 2 128 0,-1 1-128 0,-2 2 0 16,-2 1 0-16,4-1 0 0,1-2 0 0,2-1 0 15,2 1 0-15,2 2 0 0,3 4 0 0,-1-3 0 0,-2-2-160 16,2 2 160-16,1 2 0 0,-3 0 0 0,-3-1 0 15,-3-2 0-15,-1-4 0 0,-2 2 0 0,-2 1 0 0,2-3 0 16,-1-1 0-16,-2 1 0 0,-2-4 0 0,-1 3 0 16,0 1 0-16,-2 0 0 0,1-2 0 0,-1 1 0 15,1-1 0-15,-1 4 0 0,0-2 0 0,1 0 0 16,1 0 0-16,-2 3 0 0,-1 2 160 0,1-2-160 16,-1-3 0-16,-1 0 0 0,-3 3 0 0,1 0-176 15,5 1 176-15,-4 1 0 0,-1-2 0 0,0 0 0 16,0 0 0-16,-1 0-128 0,1-3 128 0,-4 0 0 15,-9-2 0-15,2 2 0 0,2 3 0 0,0-1 0 16,0-2 0-16,-1 2 0 0,3 1 0 0,-6-1 0 16,-13-2 0-16,14-2 0 0,0 2 0 0,-14 0 0 15,0 0 0-15,0 0 0 0,9 5 0 0,-9-5 0 16,0 0 0-16,0 0 0 0,0 0 0 0,0 0 0 16,0 0 0-16,-5 10-240 0,-9-2 48 0,-2-1 0 0,-2 3 192 0,-2-3-192 15,0-1 192-15,-3 0-192 0,-6 0 192 0,-1 3 0 16,0 0 0-16,-2-2 0 0,-3-1 0 0,3 0 128 15,0 1-128-15,0-1 160 0,1-1-32 0,0-1-128 16,-1-1 192-16,-3 0-64 0,0-3-128 0,-3 3 128 16,-2 0-128-16,1-1 128 0,1-1-128 0,-2-1 0 15,-1 2 0-15,-1 0 0 0,-3 1 128 0,1-3-128 16,2-2 128-16,1 4-128 0,1 3 0 0,1-2 0 16,-4 0 0-16,-1 0 0 0,-1 0 0 0,-3-2 0 15,-2 1 0-15,2-1 0 0,0-1 0 0,0 0 0 16,-2 0 128-16,1-1-128 0,0-2 0 0,1 1 0 15,-2-1 128-15,1 2-128 0,-1-1 0 0,0 1 0 0,-2-1 0 16,0 1 128-16,-1-2-128 0,0-1 0 0,-2 1 0 0,7 1 128 16,3 1-128-16,1-2 192 0,0-2-192 0,0 5 192 15,0 3-192-15,0-1 128 0,0-5-128 0,0 1 128 16,-2 2-128-16,1 0 0 0,-1 0 0 0,-1-1 0 16,-2-4 0-16,1 4 128 0,-1 1-128 0,3 0 0 15,4 0 0-15,-2 0 0 0,2 3 0 0,-4-2 0 16,-3-1 0-16,4 2 0 0,1 1 144 0,-2 0-144 15,-5 0 176-15,-1-2-48 0,0 1 0 0,4 1 0 16,2 1-128-16,0-3 192 0,-2-1-192 0,2 0 192 16,2 0-192-16,-2 0 0 0,1-1 0 0,-4-3 128 15,-1 4-128-15,0-1 0 0,-2-1 0 0,2-3 0 0,1 2 0 0,1 0 0 16,1 2 0-16,1-1 0 0,0 1 0 0,2-1 0 16,0 2 0-16,-1-1 0 0,-4-2 128 0,6 0-128 15,5 1 128-15,0 1-128 0,-1-2 144 0,1 1-144 16,1 1 160-16,2 1-160 0,1 0 128 0,0 0-128 15,2-1 0-15,0-1 144 0,0 2-144 0,0-1 0 16,2-2 0-16,0 1 0 0,-1 2 128 0,2 0-128 16,2-1 128-16,3 1-128 0,-1-2 0 0,4 2 0 15,1-1 0-15,-1 1-176 0,-3 3 176 0,2-2 0 16,4 1 0-16,0-2 0 0,-3 0 0 0,2 1 0 16,4 2 0-16,2-1 0 0,0-2 0 0,0 1 0 15,-1 0 0-15,2-1 0 0,1 0 0 0,1-1 0 16,-1 0 0-16,0 1 0 0,1 1 0 0,-1-1 0 15,0-1 0-15,1 1 0 0,1 1-192 0,-2 0 32 0,-1-1 16 16,1 2 0-16,2-2-48 0,0 1 0 0,0-1 0 0,-2 0 0 16,-1 0 0-16,0 0 0 0,1 2 0 0,-1 1 0 15,-5 1-64-15,2-1 0 0,-2-1-16 0,4-2 0 32,1 0-336-32,1 1-64 0,0 2-16 0,11-3-11424 0,0 0-2288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1T02:20:04.230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284 276 1839 0,'0'0'0'0,"0"0"160"0,0 0-160 0,0 0 0 16,0 0 0-16,0 0 0 0,-9-6 2528 0,9 6 480 15,-8-5 80-15,8 5 32 0,0 0-2000 0,0 0-400 16,-6-8-80-16,6 8 0 0,0 0-64 0,0 0-16 0,0 0 0 0,2-10 0 16,-2 10 192-16,0 0 32 0,0 0 16 0,0 0 0 15,0 0 80-15,0 0 16 0,1-9 0 0,-1 9 0 16,0 0-64-16,0 0 0 0,0 0 0 0,0 0 0 16,0 0-64-16,0 0-32 0,0 0 0 0,10-5 0 15,0 2-144-15,-10 3-16 0,0 0-16 0,15 2 0 16,1-1-144-16,-3 1-32 0,-1-2 0 0,2 1 0 15,0 1-80-15,1-1-32 0,0 1 0 0,2 2 0 16,-2-1-64-16,6 0-16 0,4-1 0 0,-1 1 0 16,-1-2 32-16,1 2 0 0,2 1 0 0,3-1 0 15,1 0 32-15,1 0 0 0,-2 0 0 0,1 0 0 16,0-2-48-16,2 1 0 0,0-1 0 0,2 1 0 0,-1-4 0 16,0 4 0-16,2 1 0 0,3 0 0 15,3-3-16-15,-1 1 0 0,0 2 0 0,-2 0 0 0,0-3 0 16,1 2-16-16,2-2 0 0,0 3 0 0,-1 0 16 15,1 2 0-15,1-5 0 0,1 3 0 0,-2 1-32 0,1-2 0 16,2-5 0-16,1 1 0 0,-1 7-160 0,1-4 0 16,1 1 0-16,-1-1 128 0,-2-1-128 0,-2 0 0 15,2 0 0-15,-2 2 128 0,0-2-128 0,-3 0 0 16,-2 0 0-16,2 0 0 0,3 0 0 0,2 0 160 16,-1-2-160-16,2 4 160 0,0 1-160 0,1 0 192 15,-3 1-192-15,1 0 192 0,-2-6-192 0,1 5 0 16,1 0 0-16,-2 0 128 0,-2-4-128 0,1-1 0 15,-1-1 0-15,1 3 0 0,-4 2 0 0,4-2 0 16,1-3 0-16,-1-1 0 0,-4 6 0 0,0-2 0 16,2-2 0-16,2-1 128 0,0-3 48 0,1 5 0 0,1 4 0 0,-2-5 0 15,-2-5 0-15,1 2 0 0,1 5 0 0,-1 0 0 16,2-3-176-16,0 0 0 0,0-1 0 0,3 1 0 16,2-1-128-16,0 3 128 0,-2 1 0 0,0-2 0 15,0-2 0-15,-2 1 0 0,-2 1 0 0,-2 1 128 16,-2-1-128-16,2-1 0 0,-1 0 0 0,1 3 0 15,1 3 0-15,6-3 0 0,0-1 0 0,-1-1-176 16,0 1 176-16,3 1 0 0,-1 0 0 0,0 0 0 16,-2-3 0-16,-3 3 0 0,-3 0 0 0,1 0 0 15,1-3 0-15,-2 1 0 0,0 1 128 0,0-1-128 16,0 1 0-16,1 1 0 0,1 0 0 0,-1 0 0 16,-1 0 0-16,2 1 0 0,-1 1 0 0,-1-1 0 15,-1-2 176-15,-1 1-48 0,1 3 0 0,-1 0 0 0,-1 0-128 16,-1-3 0-16,1-2 0 0,1 2 0 0,1 2 0 0,-1-2 0 15,1 0 0-15,-2-2 0 0,-4 1 0 0,3 1 0 16,-2 1-192-16,3-1 192 0,3-4 0 0,-5 2 0 16,-4 2 0-16,0 0 0 0,0-1 0 0,-2 1 0 15,-1 0 0-15,-2 0 0 0,1 0 0 0,-1 0 0 16,2 0 144-16,-2-2-144 0,-1-1 144 0,1 0-144 16,4 0 192-16,-1 0-192 0,-1-2 0 0,0 2 0 15,-4 0 0-15,4 0 0 0,0 2 0 0,2-1 0 16,-1 1 0-16,2-2 0 0,0 1 0 0,-5 1 0 15,-3-1 0-15,2 1 0 0,3-3 0 0,0 1 0 16,-3 0 0-16,-1-1 0 0,1 4 0 0,0-2 0 16,0 1 0-16,0-1 0 0,1-1 0 0,0 2 0 0,-1 1 0 15,0 0 160-15,0-2-160 0,1 1 0 0,2-1 0 16,0 2 0-16,-4 0 0 0,0 0 0 0,-4-3-160 0,-1 2 160 16,-2 1 0-16,3 0 0 0,3 0 0 0,1 0 0 15,0 1 0-15,-2 2 0 0,-2 0 0 0,2-3 0 16,0-1 0-16,-2 1 0 0,-3 1 0 0,2-1 0 15,1 2 0-15,-1-2 0 0,-2-2-160 0,0-2 160 16,2-1-160-16,0 5 160 0,0 0 0 0,-2 0-144 16,-1-1 144-16,1 1-128 0,1 1 128 0,0-1-128 15,-3 0 128-15,1-1 0 0,-2-1 0 0,0 2 0 16,-12 0 0-16,17 0 0 0,1-3 0 0,1 1 0 16,-4 4 0-16,0-2 0 0,0 0 0 0,-3 0 0 15,-12 0 0-15,12-3 0 0,-12 3 0 0,14-2 0 16,0-1 0-16,-14 3 0 0,0 0 0 0,13-3 0 0,4 0 0 15,-3 0 144-15,-14 3-144 0,12-1 160 0,0 1-160 16,2-2 0-16,0 1 0 0,1-2-176 0,-3-2 176 16,2 4 0-16,-1-1 0 0,1 2 128 0,-2 0-128 0,2-1 0 15,1-2-176-15,0 1 176 0,0 5 0 0,1-1 0 16,-4-4 0-16,1 2 0 0,3 0 0 0,-3 2 0 16,-1-2 0-16,1 1 0 0,-1-1 0 0,0 0 0 15,0 0 0-15,0-1 0 0,0-2 0 0,-12 3 0 16,16 0 0-16,-3 0 0 0,-1-2 0 0,1 0 0 15,-13 2 0-15,12-3 0 0,-2 2 0 0,3-1 0 16,0 1 0-16,1-1 0 0,-3-1 0 0,1 0 0 16,1 2-128-16,1 1 128 0,-2 0 0 0,0 0 0 0,1-2 0 15,-13 2 0-15,0 0 0 0,13 3 0 0,-13-3 0 16,14 3 0-16,-14-3 0 0,0 0 0 0,0 0 0 0,0 0 0 16,0 0 0-16,0 0 0 0,0 0 0 0,0 0-144 15,0 0 144-15,0 0 0 0,0 0-144 0,-9 5 144 16,-5-4 0-16,0 1 0 0,1 1 0 0,1 0 128 15,-1 0-128-15,1-3 0 0,-3-1 0 0,-2 1 0 16,-2 1 0-16,0-1 208 0,3-1-16 0,-3-3-16 16,0 4-176-16,-3-1 0 0,0-1 0 0,-1 1 0 15,0-2 0-15,-4 1 0 0,-4 1 0 0,1-2 0 16,1-2 0-16,-6 1 0 0,-6-2 0 0,3 1 0 16,5 0 0-16,-2 2 0 0,-2 2 0 0,-2-1 0 15,-6-1 0-15,4 3 0 0,3 3 0 0,0 0 0 16,-1-1 128-16,1-1-128 0,0-1 128 0,-2-1-128 0,-2-2 128 15,-1 0-128-15,-1 0 128 0,-1 0-128 0,-4 0 0 16,0 0 0-16,-1 0 0 0,1 1 0 0,1 2 0 0,1 0 0 16,0-3 0-16,1 0 128 0,2-1 64 0,-2 0 16 15,-1 0 0-15,0-1 0 0,-2 1-80 0,2 2-128 16,-1-1 176-16,1 3-176 0,-1 3 192 0,4-3-192 16,3-1 192-16,0 1-192 0,-1 0 192 0,1 0-192 15,1 1 192-15,-2-1-192 0,-4 0 0 0,2-1 0 16,0-2 0-16,1 3 0 0,2 1 0 0,-1-1 0 15,-1-1 0-15,-1 1-144 0,0 1 144 0,0 2 0 16,0 0 0-16,1-3 128 0,2-3 16 0,-3 2 16 16,-1 2 0-16,0 1 0 0,1-2 16 0,0-2 0 15,0-1 0-15,-3 3 0 0,-5 3-48 0,2-3 0 0,3-4 0 16,0-1 0-16,0 2-128 0,1 0 0 0,1 0 0 0,-2-2 128 16,-4-2-128-16,6 1 0 0,2 1 144 0,-2 4-144 15,-4-1 0-15,2 1 0 0,3-1 0 0,1 2 0 16,1 0 0-16,1 2 128 0,0 1-128 0,3-3 176 15,0 0-176-15,-2 0 0 0,-2 0 0 0,-1-2 0 16,-1-2 0-16,1 2 0 0,1 2 0 0,-2 0 0 16,-5 2 0-16,2 1 0 0,1 0 0 0,2 1 0 15,2 1 0-15,2-1 0 0,1-1 0 0,1 0 0 16,0-1 0-16,-2 0 0 0,-2 1 0 0,-1 0 0 16,0-2 0-16,5 4 0 0,6-1 0 0,-2 1 0 15,-6 1 0-15,2-2 0 0,2 1 0 0,1 0 0 16,3-1 0-16,-2-1 0 0,-1 0 0 0,3 0 0 15,0-3 0-15,-3 0 0 0,-3-3 0 0,2 0 0 16,1 0 0-16,5 3 0 0,1-1 0 0,-3 1 0 0,-6 0 176 16,1 3-48-16,4 0-128 0,1 0 192 0,-1-3-64 0,1 3-128 15,0 0 176-15,0 0-176 0,1-2 128 0,1-2-128 16,1-4 0-16,0 2 0 0,-1 3 128 0,-1-1-128 16,-1-2 0-16,1 0 0 0,-3-2 0 0,1 4 0 15,-1 4 0-15,4-3 0 0,1-2 0 0,-3 2 0 16,-4 0 0-16,2 0 0 0,4 0 0 0,-1 0 0 15,1-1 128-15,1-1-128 0,0 4 0 0,2-1 160 16,1 2-160-16,2-3 128 0,-1-1-128 0,1 1 0 16,-3 3 0-16,1 0 128 0,0-2-128 0,0 1 0 15,-1-2 0-15,1 1 0 0,-1 1 0 0,2-2 0 16,4-2 0-16,-2-1 0 0,0 3 0 0,1 0 0 0,-1 0 128 16,1 0-128-16,3 0 0 0,-1 2 160 0,-1 1-160 15,1-2 160-15,2-2-160 0,1 1 128 0,2 3-128 16,0-2 128-16,-1-1-128 0,1 0 0 0,0 0 0 0,1 2 128 15,-2-2-128-15,2 0 0 0,0 1 0 0,1-1 0 16,-4-1 0-16,0 2 0 0,-3 2 0 0,2-1 0 16,0-1 0-16,-2-1 0 0,-1 0 0 0,-2 2 0 15,0-2 0-15,2 0 0 0,1-2 0 0,3 2 0 16,1-1 0-16,-1 1 0 0,-3 1 0 0,2 2 0 16,1-1 0-16,-2 1 128 0,-3 2-128 0,2-2 0 15,4-5 128-15,1 2-128 0,-1 5 0 0,1-2 128 16,0-2-128-16,0-1 0 0,1 2 0 0,0-1 0 15,-1 1 0-15,0-4 0 0,1 1 0 0,1 1 0 0,0-2 0 16,0 2 0-16,-1 2 0 0,2-1 0 0,0 2 0 0,0-1 0 16,-1-2 0-16,1 1 0 0,-1 2 0 0,2-1 0 15,0-2 0-15,1 0 0 0,-4 0 0 0,2 3 0 16,0 2 0-16,1-5 0 0,11 0 0 0,-11 0 0 16,2 4-144-16,9-4 144 0,0 0 0 0,0 0-192 15,0 0 192-15,0 0-160 0,-10 5 160 0,10-5 0 16,0 0-144-16,-6 9 144 0,6-9-128 0,0 0 128 15,-6 7-160-15,6-7 160 0,-7 8-128 0,7-8 128 16,0 0 0-16,-9 11-144 0,9-11 144 0,-7 7 0 16,-1 2-144-16,8-9 144 0,-7 9 0 0,7-9 0 15,-8 11 0-15,8-11 0 0,0 0 0 0,0 0 0 16,-8 8 0-16,8-8 0 0,0 0 0 0,0 0 0 16,0 0 0-16,0 0 0 0,0 0 0 0,0 0-144 0,0 0 144 0,0 0 0 15,0 0-176-15,8 13 176 0,-4 0-160 0,-4-13 160 16,0 0 0-16,0 0-144 0,11 10 144 0,-11-10 0 15,9 12 0-15,-1-3-128 0,-8-9 128 0,0 0 0 16,10 8 0-16,-10-8 0 0,10 6 0 0,-10-6 0 16,0 0 0-16,9 11 0 0,-2-2 0 0,-7-9 0 15,0 0 0-15,0 0 0 0,0 0 0 0,0 0 0 16,11 6 0-16,-11-6 0 0,0 0 0 0,0 0 0 16,0 0 0-16,12 9 0 0,-3 0 0 0,-9-9 0 15,0 0 0-15,0 0 0 0,11 8 0 0,-11-8 0 16,0 0 0-16,0 0 0 0,0 0 0 0,0 0 0 15,11 7 0-15,-11-7 0 0,0 0 0 0,0 0 0 16,12 5 0-16,-12-5 0 0,0 0 0 0,0 0 0 0,0 0 0 16,0 0 0-16,0 0 0 0,0 0 0 0,0 0 0 0,0 0 0 15,0 0 0-15,0 0 0 0,10 5 0 0,-10-5 0 16,9 4 0-16,-9-4 0 0,0 0 0 0,0 0 0 16,0 0 0-16,0 0 0 0,0 0 0 0,0 0 0 15,0 0 0-15,0 0 0 0,7 12 0 0,-7-12 0 16,0 0 0-16,0 0 0 0,0 0 0 0,6 12 0 15,-6-12 0-15,0 0 0 0,0 0 0 0,0 0 0 16,0 0 0-16,0 0 0 0,7 10 0 0,-7-10 0 16,0 0 0-16,0 0 0 0,9 10 0 0,-9-10 0 15,0 0 0-15,8 9 0 0,-8-9 0 0,0 0 0 16,8 11 0-16,-8-11 0 0,0 0 0 0,0 0 0 0,0 0 0 0,0 0 0 16,0 0 0-16,0 0 0 0,0 0 0 0,0 0 0 15,0 0 0-15,0 0 0 0,0 0 0 0,0 0 0 16,0 0 0-16,0 0 0 0,0 0 0 0,0 0 0 15,0 0 0-15,9 11 0 0,-9-11 0 0,0 0 0 16,0 0 0-16,13 4 192 0,-13-4-64 0,14 5 0 16,-14-5-128-16,12 0 0 0,-12 0 0 0,15 0-128 15,-15 0 128-15,17 0 0 0,0-2 0 0,-2 2 0 16,-15 0 0-16,18-1 0 0,0-7 0 0,1 5 128 16,-3 6-128-16,3-1 0 0,-3-4 0 0,3 2 0 15,3 3 0-15,1-1 0 0,0-2 0 0,-2 0 0 16,-1-3 0-16,0 1 144 0,1 1-144 0,0-3 0 15,1 0 144-15,-3-1-144 0,1 2 0 0,0 0 144 16,0 0-144-16,1 0 128 0,0-1-128 0,-1 1 128 0,-3 1-128 16,-1-1 0-16,4 0 144 0,0-2-144 0,-2 1 128 15,4-1-128-15,-1 1 128 0,2 2-128 0,-1 1 0 0,1-1 0 16,-2-1 0-16,4 3 0 0,4 2 0 0,0-2 0 16,-1-2 0-16,1 1 0 0,0 1 0 0,0 0 0 15,0 3 0-15,0-2 0 0,0 1 0 0,0-2 0 16,-1-2 0-16,0 4 0 0,-1-2 0 0,-1 0 0 15,0 0 0-15,0-2 0 0,-3 1 0 0,2 1 0 16,4 3 0-16,0-3 0 0,-2-5 0 0,2 2 0 16,3 3 0-16,2 0 0 0,-2 0 0 0,0-1 0 15,-2-2 0-15,2 3 0 0,0 1 0 0,0-1 0 16,0 2 0-16,-2-2 0 0,0-3 0 0,-1 3 0 0,-3 1 0 16,0-2 128-16,0 1-128 0,0 0 0 0,-4-2 0 15,3 2 0-15,-1 0 0 0,0 0 0 0,-2-1 0 0,2 1 0 16,2-2 0-16,0 4 0 0,-2 1 0 0,2-2 0 15,1-2 144-15,1 2-144 0,-3 2 192 0,-2 2-192 16,-5-4 176-16,5-1-176 0,3-1 160 0,0 1-160 16,-2 1 128-16,-1-2-128 0,-3-4 0 0,0 2 0 15,1 3 0-15,0-1 0 0,2-2 0 0,0 1 0 16,-2 2 0-16,0 0 128 0,1 0-128 0,0-2 0 16,4 1 0-16,0-1 0 0,0 1 128 0,1-1-128 15,2 1 0-15,0-1 0 0,0 2 128 0,-5-1-128 16,-4-1 0-16,3 1 0 0,4-1 0 0,-1 1 0 15,-2-1 0-15,2 1 0 0,0-1 0 0,0 2 0 16,0-1 0-16,0-1 0 0,-2 1 0 0,0 1 0 0,1 1 0 16,-1-1 0-16,-1-1 0 0,1 1 0 0,0 1 0 0,1 1 0 15,-1-2 0-15,2 0 0 0,1-2 0 0,-1 1 0 16,-2 1 0-16,1 0 0 0,0-2 128 0,3 2-128 16,-1 3 0-16,-1-1 144 0,-3-4-144 0,3 1 0 15,1 1 0-15,-1 3 128 0,-2 0-128 0,0-3 0 16,1-3 0-16,-1 3 0 0,-1 3 0 0,0 0 0 15,-2-2 0-15,0-1 0 0,1 0 0 0,-1 0 0 16,-1-1 0-16,2 2 0 0,3 2 0 0,-1-1 0 16,0-2 0-16,4 0 0 0,1 0 0 0,-1 1 0 15,0 4 0-15,-4-4 0 0,-3-4 0 0,1 5 0 16,-1-2 0-16,2 1 0 0,1-1 0 0,-1 3 0 16,-2-1 0-16,0 0 0 0,-2-4 0 0,0 2 0 0,1 0 128 15,-2 2-128-15,-1-1 0 0,1-1 0 0,2-6 0 16,0 4 0-16,-2 5 0 0,0-1 0 0,1 0 0 0,0-2 0 15,1 0 0-15,-2 1 0 0,-1 1 0 0,3 1 0 16,-2-2 0-16,2-1 0 0,0-3 0 16,1 2 0-16,-1-1 0 0,-2 2 0 0,-1 0 0 0,-1 0 0 15,3 0 0-15,-1 3 0 0,0 2 0 0,0-2 0 16,1-6 0-16,-1 1 0 0,3 8 0 0,-1-3 0 16,0-3 0-16,-1-3 0 0,0-1 0 0,-1 4 0 15,0 6 0-15,0-3 0 0,-1-3 0 0,1 1 0 16,-1 2 0-16,0 0 0 0,-1-3 0 0,3 0 0 15,-4-1 0-15,0-1 0 0,-3 2 0 0,3 0 0 16,4-1 0-16,-1 1 0 0,-3 1 0 0,2-1 0 0,1-1 0 16,2 1 0-16,1 1 0 0,0-1 0 0,-1 0 0 15,-2 0 0-15,-2 0 0 0,-3 0 0 0,-1 0 0 0,5-1 0 16,6 1 0-16,-2 1 0 0,-4 1 0 0,1-2 0 16,0-3 0-16,2 1 0 0,0 4 0 0,-2-2 0 15,-3-3 0-15,2 0 0 0,1 1 0 0,-1 1 0 16,-2-2 0-16,2 0 0 0,3 0 0 0,-3 1 0 15,-2 2 128-15,1-1-128 0,3-4 0 0,-1 2 0 16,-1 1 0-16,1 1 0 0,0-1 0 0,0 2 0 16,1 0 0-16,0 0 0 0,3-1 0 0,-1-1 0 15,0 1 0-15,0 1 0 0,2 0 0 0,-1 0 0 16,-4 0 0-16,2-2 0 0,-1-1 0 0,0 0 0 16,-3 0 0-16,3 2 0 0,2 1 0 0,-1-2 0 0,-4 2 0 15,3-1 0-15,-1-2 0 0,-2 1 0 0,0 1 0 0,0-1 0 16,1 0 0-16,0 2 0 0,1 0 0 0,-3 4 0 15,0 0 0-15,1-1 0 0,-1-1 0 0,0-2 0 16,2 0 0-16,0 0 0 0,-2 1 0 0,0-1 0 16,0 0 0-16,2-1 0 0,1-2 0 0,-1 1 0 15,-2 2 0-15,3 0 0 0,2 0 0 0,-2-1 0 16,-3 1 0-16,2 1 0 0,0-1 0 0,0 0 0 16,1 0 0-16,-1 0 0 0,-4-1 0 0,5 1 0 15,4 0 0-15,-2 0 0 0,-5 0 0 0,1 0 0 16,3 0 0-16,-3 0 0 0,-2 1 0 0,1 1 0 15,-1 1 0-15,0-3 0 0,-1-2 0 0,1 2 0 16,-2 0 0-16,0-3 0 0,2-1 0 0,0 2 0 16,-14 2 0-16,15 3 0 0,-1-4 0 0,-1 1 0 0,1 0 0 15,0 0 0-15,1 0 0 0,0 0 0 0,0 0 0 0,-1 1 0 16,-2 1 0-16,2-2 0 0,1-2 0 0,0 1 0 16,-3-1 0-16,2 2 0 0,1 0 0 0,2-2 0 15,0-1 0-15,-1 0 0 0,0 2 0 0,-3 1 0 16,-1 0 0-16,-12 0 0 0,11-3 0 0,1 1 0 15,3 4 0-15,-1-2 0 0,-14 0 0 0,17-2 0 16,0 1 0-16,-2-1 0 0,-2 2 0 0,1-1 0 16,0-2 0-16,-1 3 0 0,3 0 0 0,-1 0 0 15,-3 0 0-15,-1-2 0 0,-1-2 0 0,-10 4 0 16,14 1 0-16,0-1 0 0,-2-4 0 0,-2 1 0 16,-10 3 0-16,14 0 0 0,0-2 0 0,-2 2 0 15,-12 0 0-15,14 0 0 0,-2 0 0 0,0 0 0 0,-12 0 0 16,12 2 0-16,-12-2 0 0,14-3 0 0,-1 1 0 0,0 2 0 15,-13 0 0-15,13 0 0 0,-1-3 0 0,1 3 0 16,-1 1 0-16,-12-1 0 0,12 0 0 0,2 0 0 16,-1 0 0-16,-13 0 0 0,0 0 0 0,14 0 0 15,-14 0 0-15,14-1 0 0,-2 4 0 0,0-3 0 16,-12 0-128-16,12 0 128 0,-12 0 0 0,12 5 0 16,-12-5-192-16,12 1 16 0,-12-1 16 0,16 3 0 15,-1-1-304 1,-15-2-64-16,0 0-16 0,0 0 0 0,11 4-304 0,1 4-64 15,1-2-16-15,4 0 0 0,1 3-1360 0,4 0-272 16,0 0-48-16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1T03:23:43.317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182 264 7023 0,'0'0'304'0,"0"0"80"0,0 0-384 0,0 0 0 0,0 0 0 0,0 0 0 16,8-7 448-16,-1-1 32 0,-2-2 0 0,-5 10 0 31,7-11-720-31,-1 1-144 0,-1-3-16 0,0 5-16 0,-5 8 416 0,0 0 144 0,0 0 0 0,7-10 0 16,-7 10 1328-16,6-9 256 0,-6 9 48 0,0 0 16 16,0 0-480-16,0 0-96 0,0 0 0 0,0 0-16 15,0 0-800-15,0 0-144 0,15 2-48 0,-2 5 0 16,-2 4-208-16,-1-1 0 0,-1-2 0 0,0 0 0 15,-9-8 0-15,15 9 0 0,-3-3 0 0,1 2 0 16,2 2 192-16,-2-3 112 0,-13-7 16 0,14 8 0 16,1-1 432-16,-3-1 80 0,-12-6 32 0,14 7 0 15,1-4-144-15,0 0-16 0,0 1-16 0,-2-1 0 16,-13-3-192-16,20 5-48 0,3 0 0 0,0 0 0 0,-5 0-320 0,1-1-128 16,4 1 0-16,0 0 144 0,2 2-144 0,-1-2 0 15,-2-4 0-15,1 1 0 0,0 1 0 16,0-3 0-16,-4-5 144 0,1 2-144 0,0 0 224 0,0 1-32 15,-1 1 0-15,1 1 0 0,0 0 128 0,-1 0 32 16,1 0 0-16,0-2 0 0,-2 0 144 0,0 2 16 16,2 0 16-16,-1-1 0 0,-1-3-80 0,5 3 0 15,2-1-16-15,-1 2 0 0,-1 0-240 0,2 0-32 16,3-2-16-16,0 1 0 0,-2-2-144 0,0 1 0 16,2 2 0-16,0-2 0 0,2-1 128 0,-2 0-128 15,-4-2 0-15,3 1 128 0,0 3 0 0,0-4 0 16,-4-2 0-16,1 2 0 0,3 2 0 0,-1 2 0 15,0-3 0-15,0 3 0 0,-1 1 96 0,3-2 16 16,1-3 0-16,3 2 0 0,-1 3 16 0,5 3 16 0,7-1 0 16,-1-2 0-16,-4-2-272 0,1-1 160 0,1-1-160 0,-1 1 128 15,-1 5-128-15,-2-2 0 0,-2-2 0 16,1 2 128-16,-1 0-128 0,1 0 0 0,-1 3 0 0,1-1 0 16,-4 0 0-16,3-2 0 0,-1 0 0 0,8 1 0 15,4 3 0-15,-3-1 0 0,-2 0 0 0,1 2 0 16,5 0 0-16,-2 0 0 0,-1-2 0 0,-1-3 0 15,-1-1 0-15,0 2 0 0,0 6 0 0,0-4 0 16,-3-6 0-16,3 1 0 0,2 2 0 0,0 2 0 16,-2 1 0-16,1-1 0 0,3-6 0 0,-1 3 0 15,-1 2 0-15,-2-2 0 0,-2-2 0 0,-1-1 0 16,-2 4 128-16,-2 0-128 0,-3 0 128 0,2-1-128 16,0-4 128-16,0 1-128 0,0 1 0 0,0 2 128 0,-2 2-128 15,3 1 128-15,4-5-128 0,0 1 128 0,-1 2-128 0,1 0 192 16,-2 0-192-16,-1 2 192 0,-2-1-192 0,1 1 0 15,1-1 144-15,-1-1-144 0,-1 0 0 0,-2-1 0 16,-1-2 0-16,1 1 0 0,-2 4 0 0,3-1 0 16,-1-2 0-16,0-1 0 0,0 0 0 0,2 2 0 15,0 2 0-15,3-2 0 0,2 0 0 0,-2 0 0 16,-4-2 0-16,6 2 0 0,3 4 0 0,-1-1 0 16,-4-5 0-16,-2 2 128 0,-1 0-128 0,-3 0 0 15,-2-1 0-15,1-1 0 0,-1 2 0 0,0-2 0 16,0 1 0-16,0-4 0 0,-2-2 0 0,2 2 0 15,5 2 0-15,-2 3 0 0,0 0 0 0,2-2 0 0,1-4 0 16,-1 2 0-16,-2 6 0 0,-3-4 144 0,-2-4-144 0,4 3 0 16,3 3 224-16,-4 0-64 0,-4 0-16 15,1 0 0-15,1 0-144 0,-3 0 0 0,1 0 0 0,-2-2 0 16,0-3 0-16,1 0 0 0,-1-1 0 0,2-1 0 16,-5 2 0-16,4 2 0 0,2-1 0 0,-1 0 0 15,-2-6 0-15,5 1 0 0,5 1 0 0,0 2 0 16,-4 1 0-16,4 5 0 0,3 3 0 0,0-1 0 15,0-2 0-15,-1 0 0 0,-6 0 0 0,3 1 0 16,-1 1 0-16,-2-2 0 0,-2-5 0 0,2 2 0 16,-1 0 0-16,0 3 0 0,-2 3 0 0,0-3 0 15,-1-5 0-15,3 2 0 0,1 1 0 0,1 2 0 16,-2 2 0-16,3-1 0 0,4-1 0 0,-8 2 0 16,-7 0 0-16,8 2 0 0,10 5 0 0,-4-3 0 15,-8-3 0-15,4 1 0 0,1-1 0 0,-1 0 0 0,-4-1 0 16,-1 1 0-16,-2 1 0 0,1 0 0 0,1 0 0 15,-1-1 0-15,-2-1 0 0,1-2 0 0,-2 0 0 0,0-2 0 16,-1-3 0-16,0 5 0 0,0 0 0 0,-1 2 0 16,-1-6 0-16,0 3 0 0,0 1 0 0,4 3 0 15,1 4 0-15,-4-4 0 0,-2-6 0 0,3 3 0 16,6 1 0-16,-3 3 0 0,-7 1 0 0,1-2 0 16,1-3 0-16,0 3 0 0,1 2 0 0,-1-2 0 15,-1-3-144-15,1 2 144 0,0 1 0 0,-2-1-192 16,1-4 192-16,-2 1-160 0,-1-1 160 0,-1 0 0 15,-3-1-144-15,0 3 144 0,2 2 0 0,-12-2 0 16,13 3 0-16,0-1 0 0,-2-6 0 0,3 3 0 0,-1-1 0 16,0-1 0-16,-2-1 0 0,2 3 0 0,2 1 0 15,0-2 0-15,0-1 0 0,3 1 0 0,1 1 0 16,3 1 0-16,-1 1 0 0,-1-1 0 0,-2-3 0 16,0 5 0-16,2 4 0 0,-1-4 0 0,-1-5 0 0,2 1 0 15,0 4 0-15,-4-2 0 0,-3-2 0 0,2 2 0 16,1 3 0-16,-1 0 0 0,0-1 0 0,-2-2 0 15,0 0 0-15,0-2 0 0,2 1 0 0,-2 1 0 16,-13 0 0-16,13 0 0 0,1-2 0 0,-14 2 0 16,0 0 0-16,0 0 0 0,11-1 0 0,-11 1 0 15,0 0 0-15,0 0 0 0,0 0 0 0,12 3 0 16,-12-3 0-16,0 0-176 0,0 0 176 0,0 0-128 16,0 0-64-16,0 0 0 0,0 0 0 0,0 0 0 15,0 0 192-15,0 0-128 0,0 0 128 0,0 0-128 0,-14 6 128 16,3 1 0-16,11-7 0 0,-13 3 0 0,-2-3 128 0,15 0-128 15,-11 5 160-15,-3 0-160 0,0-3 144 0,1-1-144 16,13-1 128-16,-17 0-128 0,-1 0 128 0,-2 0-128 16,-1-1 128-16,3 1-128 0,2 0 128 0,1 1-128 15,-5 1 0-15,0 1 128 0,-1-1-128 0,1 0 0 16,2-2 0-16,0 3 0 0,2 2 0 0,-5-4 0 16,-4-2 0-16,4 2 0 0,1 4 0 0,-1-1 0 15,-2-1 0-15,1-1 0 0,-1-2 144 0,0 3 0 16,2 0 0-16,-5-3 0 0,-7-3 80 0,3 0 16 15,4-1 0-15,-4 1 0 0,-2-2-48 0,2 0 0 16,4 2 0-16,-2 1 0 0,-3 7-192 0,0-3 176 16,-2-4-176-16,2 0 160 0,-2 1-160 0,3 2 128 15,2-1-128-15,0 4 128 0,-1 1-128 0,-1 0 0 0,1-2 0 0,-1 0 0 16,2 0 0-16,0 4 0 0,-1 0 0 16,-1-3 0-16,-1-2 0 0,0-2 0 0,0 0 0 0,-2 0 0 15,-1-2 128-15,-1 1-128 0,2-2 128 0,0-1-128 16,-1 1 192-16,-1 0-32 0,3 1-16 0,-1-1 0 15,0-2 32-15,3 0 0 0,1-2 0 0,3 6 0 16,-1 4-48-16,1 0-128 0,0-1 192 0,0 1-64 16,-1 1-128-16,-1 0 0 0,-3 1 144 0,0 0-144 15,2-1 0-15,-3 2 0 0,-2 1 0 0,-1 1 0 16,-2 2 0-16,1 0 0 0,1-1 0 0,-3-2 0 16,2-9 128-16,3 1-128 0,2 1 128 0,-2 3-128 15,-3 0 0-15,3-1 0 0,6-4 0 0,-3 2 0 0,-3 2 0 16,0-2 224-16,-1-2-48 0,-1 1-16 0,1 1 32 15,-5 0 0-15,-7 0 0 0,5 0 0 0,6-2-192 0,1 0 160 16,-2-1-160-16,-1 1 160 0,-2 4-160 0,1-2 0 16,1-3 0-16,2 1 0 0,1 2 0 0,-1 2 0 15,-1-2 0-15,0 1 0 0,-3 1 0 0,1-2 0 16,-2 0 0-16,-2-3 0 0,-4 0 0 0,3-2 0 16,4 0 0-16,-1 3 0 0,-1 4 160 0,0-4-160 15,0-5 192-15,2 1-192 0,-1 1 144 0,3 2-144 16,-3-1 0-16,4 1 144 0,2-3-144 0,-2-1 192 15,-5 2-192-15,3 2 192 0,2 0-192 0,1-1 0 16,-1-2 0-16,-3 2 0 0,-4 4 0 0,2 0 0 16,2 0 128-16,-1-3-128 0,-1-2 0 0,2 2 128 0,1 0-128 15,2 1 128-15,0-1-128 0,1 1 0 0,1-1 0 16,-4 1-176-16,-3 0 176 0,0 1 0 0,-3-2 0 0,0-1 0 16,-1 3 0-16,-1 2 0 0,-1 1 0 0,1 1 0 15,1 2 0-15,3 0 0 0,-1-5 128 0,4 0-128 16,-1 3 0-16,3-3 0 0,-3-1 0 0,2 1 0 15,1 1 0-15,-3 1 0 0,-1-2 0 0,5 0-128 16,5 0 128-16,-3 2 0 0,-6-1 0 0,2 1 0 16,-1 1 0-16,3 2 0 0,3 2 128 0,0 1-128 15,4-3 0-15,-1-2 0 0,2 0 0 0,0 2 0 16,-1 0 0-16,-1-2 0 0,2 1 0 0,0-1 0 16,1 2 0-16,-3-2 0 0,-4-3 0 0,2 0-128 15,3-1 128-15,-2 1 0 0,-2 0 0 0,0 1 0 16,-1 3 0-16,1 0 0 0,2 0 0 0,-1 1 0 0,-1 0 0 0,2 0 0 15,2-1 0-15,-1 3 0 0,1-5 0 16,2 3 0-16,1 0 0 0,0-1 0 0,-2 0 0 0,0-3 0 16,0 1 0-16,-1 1 0 0,-1 1 0 0,2-1 0 15,2-3 0-15,-2 0 0 0,-1 3 0 0,1 0 0 16,0-1 0-16,1 3 0 0,1 0 0 0,0-3 0 16,-2-4 0-16,3 0 0 0,1 7 0 0,1-2 128 15,-2-1-128-15,2 1 0 0,0 1 0 0,2-4 128 16,1-2-128-16,-1 0 0 0,-4 1 0 0,2 1 0 15,2 5 0-15,-4-2 0 0,2-1 0 0,0-4 0 16,2-3 0-16,1 2 128 0,-3-2-128 0,0 3 0 16,-1 4 0-16,2 1 128 0,4-1-128 0,0 1 0 15,-1-1 0-15,2-1 0 0,4 1 0 0,-3 1 0 0,-4 2 128 16,2 0-128-16,2 0 0 0,-3-3 0 0,-4-6 0 0,2 4 0 16,3 2 0-16,0 1 0 0,0 1 0 0,2-6 128 15,-2-3-128-15,3 5 0 0,0 3 0 0,2-3 0 16,-2-3 0-16,2 3 0 0,0 2 0 0,0-1 0 15,1-1 0-15,1 0 0 0,-2 0 0 0,1 0 0 16,1 2 0-16,11-2 0 0,-14 0 0 0,14 0 0 16,-13 3 0-16,13-3 0 0,-13 2 0 0,13-2 0 15,-11 0 0-15,11 0 0 0,0 0 0 0,0 0 0 16,0 0 0-16,0 0 0 0,-12 5 0 0,12-5 0 16,0 0 0-16,0 0 0 0,0 0 0 0,0 0 0 15,0 0 0-15,0 0 0 0,0 0 0 0,0 0 0 16,-8 6 0-16,8-6 0 0,0 0 0 0,0 0 0 15,0 0 0-15,0 0 0 0,-5 17 0 0,5-17 0 0,0 11-128 16,0-11 128-16,0 0-128 0,0 0 128 0,0 0-176 0,5 13 176 16,-5-13-208-16,0 0 80 0,7 13 128 0,-2-3 0 15,-5-10 0-15,0 0-128 0,11 5 128 0,-11-5 0 16,10 12 0-16,-2-4 0 0,-8-8 0 0,0 0 0 16,0 0 0-16,15 5 0 0,-2 1 0 0,-2 1 0 15,-11-7 0-15,15 8 0 0,-2 0 0 0,-1-1 0 16,-2 1 0-16,1-1 0 0,-11-7 0 0,15 8 0 15,-4 0 0-15,1-3 0 0,-12-5 0 0,13 0 0 16,-13 0 0-16,15-2 0 0,-2 2 0 0,2 2 0 16,-1-5 0-16,1 0 0 0,-15 3 0 0,18-2 128 15,2 2-128-15,-2-3 0 0,0-6 0 0,2 4 128 16,3 7-128-16,-2-2 0 0,-3-3 0 0,2-2 128 0,0-3-128 16,-1 3 0-16,-4 8 0 0,5-3 0 0,-1-6 0 15,3-1 0-15,-1 0 0 0,-1 4 0 0,-2 3 0 0,2 0 0 16,1-2 0-16,0 1 0 0,-1-1 0 0,1 1 0 15,1-3 0-15,-1 4 0 0,0 4 0 0,2-3 0 16,-1 6 0-16,-1-4 0 0,2-3 0 0,0 0 0 16,0-2 0-16,3 2 0 0,2 0 0 0,0 0 0 15,-3 0 0-15,1 0 0 0,5 0 0 0,2 0 128 16,0 2-128-16,-1-4 0 0,-2-4 0 0,0 4 0 16,-3 5 0-16,3 1 0 0,1-6 0 0,0 0 0 15,1 2 0-15,-3 0 0 0,-1-3 0 0,2 5 0 16,1 6 0-16,0-5 0 0,0-3 0 0,2-5 128 0,0 0-128 15,3 5 0-15,3 9 0 0,-4-4 0 0,-7-7 0 0,3 0 0 16,3 1 0-16,-1-1 0 0,-3 0 0 0,-1 2 0 16,1 0 0-16,-2 0 0 0,-4 0 0 0,2 0 0 15,-1-1 0-15,1 1 0 0,1 0 0 0,-1 0 0 16,2 0 0-16,0 1 0 0,0 3 0 0,-2-3 0 16,-6 3 0-16,6-3 0 0,8-1 0 0,-3 0 0 15,-4 0 0-15,-4 0 0 0,-5 2 0 0,3 0 0 16,4-4 0-16,-1 2 0 0,-1-3 0 0,2 1 0 15,-1 4 0-15,-1-2 0 0,0-9 0 0,-1 4 0 16,-1 4 0-16,0 1 0 0,1 0 0 0,-3-3 0 16,1-6 0-16,0 1 0 0,-2 6 0 0,0 2 0 15,-2-3 0-15,2 0 0 0,-1 1 0 0,-1 2 0 16,-1 0 0-16,1-1 0 0,3-3 0 0,-3 1 0 0,-1-2 0 16,1 0 128-16,1 2-128 0,1 1 0 0,0 1 0 0,1-3 0 15,-1-1 0-15,4 2 0 0,2 0 0 0,-1 0 128 16,-5-1-128-16,0 4 0 0,0 4 0 0,1-3 0 15,-1-4 0-15,1-2 0 0,1-3 0 0,0 6 0 16,-2 4 0-16,0-2 0 0,1-2 0 0,3 2 0 16,-4 0 0-16,0-1 0 0,-2-3 0 0,1 1 0 15,1 0 0-15,0 1 0 0,0 2 0 0,0 0 0 16,0-2 0-16,2 1 0 0,1 1 0 0,0 0 0 16,-1-2 0-16,3 2 0 0,2 3 0 0,-1-3-128 15,-1-1 128-15,2 1 0 0,-1 3 128 0,-1 0-128 16,-3-3 0-16,0-3 0 0,0-4 0 0,1 7-128 15,2 5 128-15,1-1 0 0,1-6 0 0,0 2 0 16,-2 2 0-16,1-2 0 0,-4-4 0 0,1 3 0 0,2 1 0 16,-1 1 0-16,-3 3 0 0,3-4 0 0,-1-4 0 0,0 4 0 15,-1 4 0-15,0-3 0 0,3-1 0 0,0 4 0 16,1 1 0-16,-1-5 0 0,-1-5 0 0,-1 3 0 16,-1 4 0-16,3 3 0 0,3-1 0 0,0 0 0 15,-3-4 0-15,-3 0 0 0,-4 0 0 0,4 0 0 16,3 0 0-16,2 0 0 0,-1 0 0 0,-1-2 0 15,-3-1 0-15,0 1 0 0,1 4 0 0,0-1 0 16,1 1 0-16,1-2 0 0,-2-3 0 0,3 0 0 16,-2-2 0-16,1 3 0 0,-2 4 0 0,2 1 0 15,2 0 0-15,-2-1 0 0,-2-2 0 0,2 0 0 16,-2 0 0-16,2 0 0 0,0-2 0 0,0 1 0 16,2-1 0-16,1 2 0 0,4 0 0 0,-4-2 0 0,-5-3 0 15,2 4 0-15,2 1 0 0,3 0 0 0,1 0 0 0,1-2 0 16,-2-1 0-16,-4 3 0 0,-1 1 0 0,4 3-128 15,-1-3 128-15,-1-1 0 0,-3-3 0 0,1 3 0 16,2 2 0-16,0 3 0 0,-1 1 0 0,3-1-128 16,-3-5 128-16,1 0 0 0,-1 0 0 0,3 3 0 15,2 2 0-15,2-1 0 0,2-4 0 0,-2 3-128 16,-6 0 128-16,0-3-128 0,-1-3 128 0,3 0-128 16,-1 4 128-16,0-2 0 0,0-3 0 0,-1 3 0 15,0 1 0-15,-4 1 0 0,-1 1 0 0,3-2 0 16,1-2 0-16,-1 2 0 0,-3 0 0 0,1 2 0 15,1 3 0-15,-1-5 0 0,-1-5 0 0,1 2 0 0,0 8 0 16,1-4 0-16,1-4 0 0,0 0 0 0,-2-1 0 16,2 1 0-16,1 1 0 0,1 2 0 0,0 2 0 15,-2 0 0-15,-4-2 0 0,1-2 0 0,-2 0 0 0,3-1 0 16,6-3 0-16,-3 4 0 0,-1 4 0 0,-1-1 0 16,-3-2 0-16,1-3 0 0,0-1 0 0,-2 4 0 15,-2 2 0-15,2-1 0 0,0-3 0 0,0 0 0 16,0-2 0-16,-1 0 0 0,-1 0 0 0,-1 2 0 15,0 1 0-15,1-1 0 0,2 0 0 0,0-1 0 16,-1 3 0-16,1-3 0 0,1 1 0 0,3 0 0 16,1 1 0-16,-2 1 0 0,-4 1 0 0,1-2 0 15,5-3 0-15,-4 2 0 0,-2 1 0 0,-1 0 0 16,-1-1 0-16,3 0 0 0,3 0 0 0,-1-2 0 16,-4-2 0-16,2 2 0 0,2 4 0 0,-2-1 0 15,-3-1 0-15,1-1 0 0,2-1 0 0,-1 0 0 0,-1 1 0 16,1-1 0-16,-3-2 0 0,1 4 0 0,0 3 0 0,0 0 0 15,1-5 0-15,-1 3 0 0,-2 1 0 0,0-1 0 16,0-1 0-16,2 1 0 0,0-1 0 0,0 1 0 16,-2 0 0-16,0 1 0 0,0 1 128 0,2-2-128 15,3-3 0-15,-2 2 0 0,-1 3-160 0,1 2 160 16,2-1-144-16,1-1 144 0,-5-1 0 0,1 1-144 16,1 1 144-16,3 2 0 0,-1 1 0 0,-2-3-128 15,-5-1 128-15,4 2 0 0,2 1 0 0,-1 1 0 16,-3-3 0-16,2 3 0 0,0-1 0 0,0 0 0 15,-2 0 0-15,1 1 0 0,1-3 0 0,0 4 0 16,-2 0 0-16,0 0 0 0,0 0 0 0,0-2-128 0,1 1 128 0,-1-1 0 16,-13-3 0-16,16 5-128 0,1-2 128 15,-4 0 0-15,-13-3 0 0,14 2 0 0,0-2 0 0,-14 0 0 16,13-3 0-16,-2 1 0 0,-11 2 0 0,13 0 0 16,-1 0 0-16,-12 0 0 0,11 0 0 0,-11 0 0 15,13 2 0-15,-13-2 0 0,14 0 128 0,-14 0-128 16,13 3 160-16,-13-3-160 0,0 0 0 0,11-3 0 15,-3-4 0-15,-8 7-160 0,0 0 160 0,0 0 0 16,0 0 0-16,0 0 0 0,12-8 0 0,-4 1 0 16,-8 7 0-16,0 0 0 0,0 0 0 0,3-9 0 15,-3-1 0-15,0 10 0 0,-3-10 0 0,0 0 0 16,3 10 0-16,-3-12 0 0,3 12 0 0,-7-11 0 16,0 0 0-16,1 1-128 0,-1 0 128 0,1 2 0 15,6 8 0-15,-10-12-128 0,0-1 128 0,2 0 0 0,1 0 0 16,1 3 0-16,-1 3 0 0,-1-3 0 0,-2 2 0 15,4 0 0-15,6 8 0 0,-9-13 0 0,-2-2 0 0,3 4 0 16,-1 2 0-16,9 9 0 0,-8-11 0 0,2 1 0 16,-3 2 0-16,9 8 0 0,-8-8 0 0,2 0 0 15,-3-6 0-15,9 14 0 0,0 0 0 0,-9-5 0 16,-1-6 0-16,0-1 0 0,0 3 0 0,2 4-128 16,8 5 128-16,-13-5 0 0,1-3 0 0,12 8 0 15,-13 1 0-15,2 4 0 0,-1-2 0 0,2-3-128 16,10 0 128-16,-13-6 0 0,-3 6 0 0,1 3 0 15,15-3 0-15,-16 5 0 0,-9-3 0 0,7-2 0 16,6 1 0-16,-2 1 0 0,-4-2 0 0,0 0 0 16,-1-2 0-16,1 4 0 0,0 1 128 0,-5-3-128 15,-1-5 0-15,1 5 0 0,3 5 0 0,0-1 0 0,1-3 0 0,1 1 0 16,-4 1 0-16,1 2-128 0,0 2 128 0,-1-2 0 16,1-4 0-16,0 4 0 0,-1 0 0 0,-1-2 0 15,-1 2 0-15,-1-3 0 0,0-2 0 0,-2-2 0 16,-6 1 0-16,2 1 0 0,3 3 0 0,3-1 128 15,2-2-128-15,0 0 0 0,-3-2 128 0,0 2-128 16,1-2 160-16,-1 2-160 0,-1-1 176 0,6 6-176 16,-4 4 192-16,2 0-192 0,-1-5 0 0,3 3 0 15,2 3 0-15,0-2 0 0,-6-5 0 0,2 1 0 16,2-1 0-16,-2 2 0 0,-2 1 0 0,1-2 0 16,-4-4 0-16,1 0 0 0,4 0 0 0,-6-2 0 15,-7-3 0-15,3 4 0 0,7 2 0 0,-1 2 128 0,3-1-128 16,-6-2 0-16,-2-2 192 0,0 1-64 0,3 1 0 15,-1 3-128-15,1 2 144 0,1 0-144 0,0-2 0 0,0 2 144 16,-2-2-144-16,4 1 0 0,0-3 0 0,0 4 128 16,-2 3-128-16,-2-4 0 0,-1-1 0 0,-2-1 128 15,0-1-128-15,1 1 0 0,-1 0 0 0,0-1 0 16,-2 1 0-16,-1-2 0 0,-1-2 0 0,0 1 0 16,1 1 0-16,4-2 0 0,-1-3 176 0,2 3-176 15,-1 4 192-15,3 0-48 0,1-1-16 0,2-1 0 16,1-1 0-16,2 2-128 0,-2 4 192 0,1-3-64 15,-2-2-128-15,1-2 0 0,2 2 0 0,-3 0 0 16,-7 0 0-16,2-1 0 0,1-1 128 0,2 2-128 16,2 0 0-16,-4 3 0 0,-2 1 0 0,0-4 128 15,5-4-128-15,-1 1 0 0,-2 0 0 0,4 3 0 0,0-2 0 16,1 2 0-16,0-3 0 0,1 1 0 0,-1 2 0 16,0-2 160-16,3-1-160 0,-3 0 160 0,-1 1-160 15,1 2 192-15,0 2-192 0,-1-2 192 0,-2-3-192 0,4-1 0 16,1 1 144-16,-2 1-144 15,-1 1-736-15,-1-1-224 0,3-1-32 0,-1 0-16 0,-4-2 1632 16,1 1 320-16,2 1 64 0,1 0 16 0,0 1-832 0,-1-1-192 16,-2-2 0-16,4 2 0 0,2-1 0 0,1 1 176 15,-2 0-176-15,2 1 160 0,-1 1-160 0,1-1 192 16,-2 0-192-16,0-1 192 0,2-2-192 0,-2 0 0 16,-2 0 144-16,0 0-144 0,-1-1 0 0,0 2 0 15,1 4 0-15,-1-3 128 0,0-3-128 0,3 4 0 16,3 4 0-16,0-2 0 0,-1-5 0 0,-4 1 0 0,-1 4 0 15,0 2 0-15,0-4 0 0,-1 1 0 0,3-3 0 0,1 3 0 16,0 1 0-16,0 0 0 0,-2-3 0 0,2 3 0 16,2 3 0-16,-2 2 0 0,0 0 0 0,0-4 0 15,0-2 0-15,-2 1 0 0,-1 1 0 0,0 1 128 16,0-5-128-16,-4 1 0 0,-3 0 0 0,2 2 0 16,0 0 0-16,0-1 0 0,4-3 0 0,-2 6 0 15,-2 3 0-15,-1 2 0 0,6-4 0 0,2-3 0 16,-3-3 0-16,1 3 0 0,1 3 0 0,1 0 128 15,-1-4-128-15,2 1 128 0,-1 1-128 0,1 1 128 16,0-1-128-16,-2-1 0 0,-1-1 0 0,0-1 128 16,1 1-128-16,-5 1 0 0,-2 3 0 0,2-5 0 15,4-6 0-15,3 3 0 0,1 5 0 0,-1 2 0 0,-1-4 0 16,1 5 0-16,2 2 0 0,-4-1 0 0,-3-3 0 0,3 1 0 16,6-1 0-16,-1 3 0 0,-1-1 128 0,-1-1-128 15,1-4 160-15,1 5-160 0,2 4 128 0,0-4-128 16,-2-5 0-16,2 2 144 0,0 5-144 0,-1-1 0 15,-3-6 0-15,3 2 128 0,2 3-128 0,-1-3 0 16,-5-5 0-16,5 5 0 0,3 5 0 0,-1-1 0 16,-4-4 0-16,2 0 0 0,2 0 0 0,-1 1 0 15,1 1 128-15,-2 0-128 0,-2-2 0 0,4 3 0 16,3 2 144-16,-2-2-144 0,-3-5 0 0,-2 2 128 16,-3 2-128-16,2 1 0 0,1 1 0 0,-1-1 128 15,-5-1-128-15,3-2 0 0,5 1 0 0,-2-1 0 16,-1-3 0-16,2 3 0 0,3 0 0 0,0 2 0 15,-1-2 0-15,1 1 0 0,-1 1 0 0,3-2 0 0,-1 0 0 0,0 0 0 16,-3 0 0-16,0 0 0 0,0 3 0 16,2-3 0-16,-1-3 0 0,1 1 0 0,-4 1 0 0,-1 1 0 15,-1 1 0-15,1-1 0 0,-2-1 0 0,5-1 128 16,3-1-128-16,-1 1 0 0,-2 0 0 0,-2 2 0 16,-1 0 0-16,1 0 128 0,2 5-128 0,0-3 128 15,1 0-128-15,-1-1 0 0,0-1 0 0,0 2-128 16,2-1 128-16,-1-1 0 0,1-1 0 0,0 2 0 15,-2-1 0-15,1 4 0 0,-1-1 0 0,2-3 0 16,-2-3 0-16,-2 1 0 0,2 2 0 0,0 0 0 16,1 0 0-16,-1-2 0 0,0-1 0 0,0 2 0 15,2 1 0-15,-1 1 0 0,1 1 0 0,0-2 0 16,1-2 0-16,0 2 0 0,-1 2 0 0,-1-4 0 0,1-3 0 16,1 4 0-16,0 2 0 0,-1 1 128 0,-2-2-128 0,3-2 0 15,2-3 0-15,0 2 0 0,-4 3 0 0,3 0 0 16,1 0 0-16,-1 2 0 0,0-2 0 0,0-2 0 15,14 2 0-15,-14-2 128 0,-3-1-128 0,1 0 0 16,4-4 0-16,12 7 0 0,-14 4 0 0,2-4 0 16,1-2 0-16,11 2 0 0,-13 2 0 0,1 1 0 15,1-3 0-15,-1 1 128 0,-1-1-128 0,3 0 0 16,10 0 0-16,-11-1 0 0,-1 2 0 0,1-1 0 16,1-1 0-16,10 1 0 0,-15 3 0 0,3-1 0 15,3-1 0-15,9-1 0 0,-12-1 0 0,12 1 0 16,-13-4 0-16,2 4 0 0,11 0 0 0,-12 4 0 15,12-4 0-15,0 0 0 0,-11-4 0 0,11 4 0 0,-12 0 0 16,12 0 0-16,-11-1 0 0,11 1 0 0,0 0 0 16,0 0 0-16,0 0-176 0,0 0 0 0,-12-5 0 0,12 5 0 31,0 0-400-31,0 0-64 0,-11 0-32 0,11 0 0 16,0 0-1584-16,-15 8-320 0,-2 2-64 0,-2 0-16 15,-4 0-1664-15,-5 1-336 0,-23 6-64 0,0-13-16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6-21T03:23:48.428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60 147 15311 0,'-8'-12'672'0,"8"12"160"0,0 0-672 0,-7-11-160 15,-1-4 0-15,0 2 0 0,-4-5-240 0,6 4-80 16,6 14 0-16,0 0-16 0,-9-16 144 0,6 5 16 16,3 11 16-16,0 0 0 0,0 0 368 0,0 0 80 15,0 0 16-15,0 0 0 0,0 0 448 0,0 0 80 16,0 0 32-16,0 0 0 0,0 0-416 0,3 13-96 16,2-2-16-16,-1-1 0 0,-4-10-336 0,0 0 0 0,0 0 0 0,0 0 0 15,5 13 192-15,-1-1-48 0,-4-12 0 0,0 0 0 16,0 0 624-16,0 0 128 0,0 0 32 0,0 0 0 15,0 0 224-15,0 0 32 0,0 0 16 0,0 0 0 16,0 0-240-16,0 0-32 0,10-10-16 0,-10 10 0 16,0 0-304-16,0 0-64 0,10-7-16 0,-10 7 0 15,0 0-80-15,0 0 0 0,0 0-16 0,0 0 0 16,10-10-208-16,2 5-32 0,-12 5-16 0,16-3 0 16,-1-2-176-16,-15 5 0 0,0 0 0 0,18-1 0 15,0-4 0-15,-3-2 0 0,-15 7 0 0,13-6 0 16,-3 1 0-16,-10 5 256 0,11-9 0 0,-1 3-16 15,0 1 128-15,-10 5 16 0,10-8 16 0,1 1 0 16,2 9-16-16,0-4-16 0,0-3 0 0,2 9 0 16,0 4-240-16,1-2-128 0,1-2 160 0,-1-1-160 0,-1 0 128 15,0 0-128-15,-2-4 0 0,0 4 0 0,0 2 0 0,-1 0 0 16,-12-5 0-16,13 5 0 0,-13-5 0 0,15 1 0 16,-2 1 0-16,-13-2 0 0,0 0 0 0,14 5 0 15,-14-5 0-15,15 2 144 0,-15-2 48 0,15 1 16 16,-2-1 0-16,-13 0 0 0,13 0 128 0,-13 0 32 15,15 4 0-15,-15-4 0 0,13-2-128 0,0 0-32 16,0 2 0-16,-13 0 0 0,15 0-208 0,0 0 144 16,-2-1-144-16,2-1 128 0,1 0-128 0,-3 2 0 15,-13 0 0-15,14 0 0 0,0-1 0 0,1 1 0 16,0-2 0-16,-15 2 0 0,0 0 0 0,15 3 0 16,-1 2 0-16,-2-1 128 0,-12-4 32 0,15-5 0 15,-2 3 0-15,-2 0 0 0,-11 2-32 0,15-1 0 0,-2-4 0 0,0 3 0 16,0 5-128-16,-13-3 0 0,17-4 144 0,-2 2-144 15,-1 4 0-15,0-1 128 0,-14-1-128 0,14 0 0 16,1 0 160-16,-2 0-32 0,-13 0-128 0,15 0 192 16,0 2 16-16,-2-1 0 0,-2 1 0 0,-11-2 0 15,12-2-32-15,-1 2-16 0,1-1 0 0,-12 1 0 16,13-3-160-16,0 1 0 0,2 4 0 0,-4-2 128 16,-11 0-128-16,13-2 128 0,-1 0-128 0,3 6 128 15,-4 4-128-15,2 0 0 0,-13-8 0 0,15 2 0 16,0 3 0-16,0-2 0 0,-2-5 0 0,3 5 0 15,1 4 0-15,-1 1 0 0,0 0 0 0,-1-3 0 16,0-5 0-16,-2 4 0 0,-13-4-160 0,15 6 160 0,-2-3 0 16,-1 1 0-16,-1-1 0 0,-11-3 0 15,0 0 0-15,12-3 0 0,6 1 0 0,-2 0 0 0,-16 2 0 0,15-1 0 16,0-4 0-16,-2 3 0 0,0 4 0 0,0 0 160 16,-13-2-160-16,16 1 128 0,1 1-128 0,-3-2 160 15,-14 0-160-15,17 0 160 0,-1 0-160 0,-1 1 0 16,-15-1 0-16,13 2 0 0,-13-2 0 0,13-2 0 15,0 1 0-15,-13 1 0 0,12 0 0 0,-12 0 0 16,13-3 0-16,-1 1 0 0,-12 2 0 0,13 3 0 16,-2 4 0-16,-11-7 128 0,13-4-128 0,-1 1 160 15,-1 0-160-15,-11 3 160 0,13 0-160 0,-13 0 0 16,14-3 0-16,-3-1 0 0,-11 4 0 0,13-1 128 16,-1-6-128-16,-12 7 128 0,14 0-128 0,-2-1 0 15,-12 1 0-15,15 1 0 0,-2-2 0 0,0-3 0 0,-3-2 0 16,3 4 0-16,0 5 0 0,2 1 0 0,-2-6 0 0,2 2 0 15,0 0 0-15,1 2 0 0,0 3 0 0,1-7 0 16,-1-3 0-16,2 2 0 0,2 8 0 0,-4 1 0 16,-3 1 0-16,1-2 0 0,5-10 0 0,-1 5 0 15,2 3 0-15,-2-1 0 0,-1-6 0 0,1 4 0 16,0 5 0-16,-2 2 0 0,-1-2 0 0,1-5 0 16,1-4 0-16,-1 1 0 0,-1 0 0 0,1 1 0 15,1 1 0-15,1 2 0 0,-2-1 0 0,-1 0 0 16,-2-3 0-16,2 3 0 0,0 0 0 0,-1 0 128 15,-1-2-128-15,2 1 0 0,2-1 144 0,-1 2-144 16,-1 3 0-16,1-3 128 0,1-5-128 0,-1 4 0 16,-1 1 0-16,0 0 0 0,-1-3 0 0,1 6 0 0,2 2 0 15,-1 0 0-15,-1-9 0 0,1 3 0 0,1-1 0 0,-3 2 0 16,-1-2 0-16,2 2 0 0,2-1 0 0,-3 2 128 16,-14-1-128-16,17 4 0 0,1-4 128 0,0-2-128 15,-3-1 160-15,-2 3-160 0,-2 3 128 0,1-1-128 16,1-4 0-16,-13 2 0 0,0 0 128 0,16-3-128 15,-1-2 0-15,-3 2 144 0,-12 3-144 0,13-7 0 16,-2 2 0-16,-1 2 0 0,-10 3 0 0,0 0 0 16,12 0 128-16,1 0-128 0,1 1 0 0,-14-1 0 15,14-8 0-15,-1 2 128 0,0-3-128 0,0 8 0 16,-13 1 0-16,13 5 0 0,-13-5 128 0,15 5-128 16,-2-4 128-16,-13-1-128 0,12-1 0 0,-1 1 0 15,-11 0 0-15,15 1 0 0,-15-1 0 0,16-5 0 0,1-3 0 16,-3 5 0-16,-1 6 0 0,1-3 0 0,-1-5 0 15,0 2 0-15,-13 3 0 0,16 0 0 0,1 0 128 0,1 0-128 16,0-2 0-16,-2 4 0 0,-1 1 0 0,3 1 0 16,2-3 0-16,-1 1 0 0,-1-1 0 0,1 3 0 15,-1-1 0-15,0 0 0 0,-2-1 0 0,-1-2 0 16,0 0 0-16,-1 2 0 0,3 1 0 0,-2 0 0 16,-4-3 0-16,4 0 0 0,1-1 0 0,-1-1 0 15,-2-1 0-15,2 4 0 0,0 4 0 0,-1 2 0 16,0-1 0-16,0-2 0 0,3-6 0 0,-2 4 128 15,-1 3-128-15,1 1 0 0,1 1 0 0,-1-2 0 16,0-7 0-16,-2 2 0 0,-13 0 128 0,15 3-128 16,1 2 0-16,1-2 0 0,-2-4 0 0,-2 1 0 15,0 5 0-15,0-5 0 0,-13 0 128 0,16-4-128 0,1 3 0 16,-1 4 0-16,-1 5 0 0,0-3 0 0,-15-5 128 0,19-1-128 16,4 2 0-16,-3-1 128 0,-2-1-128 0,-6 1 0 15,-12 0 0-15,14 4 128 0,3 1-128 0,-4-3 0 16,-13-2 144-16,13-3-144 0,3 4 0 0,1-2 0 15,-4-3 0-15,-2 1 128 0,-11 3-128 0,14 0 0 16,-14 0 0-16,14-3 128 0,1-2-128 0,0 3 0 16,-2 6 0-16,-13-4 128 0,16-2-128 0,-1 4 128 15,-3 3-128-15,-12-5 128 0,13 0-128 0,0 0 128 16,0 0-128-16,-1 0 128 0,-12 0-128 0,13-4 0 16,0 1 128-16,-2 1-128 0,1 1 0 0,-12 1 0 15,13-4 0-15,0 3 0 0,0 1 0 0,-13 0 0 0,13 1 0 16,1 3 0-16,0-1 0 0,-1-5 0 0,-3-4 0 0,2-1 128 15,-1-1-128-15,2 6 0 0,2 6 0 0,-2-1 0 16,-13-3 0-16,17 0 0 0,-1-2 0 16,-1 1 0-16,-2-1 0 0,2 2 0 0,1 0 0 0,1-2 0 15,-3 1 0-15,3-1 0 0,1 0 0 0,0 1 0 16,-3-2 0-16,-4-1 0 0,-11 4 0 0,15-5 0 16,5-1 0-16,-4 1 0 0,-16 5 0 0,18-2 0 15,0 2 0-15,-5 0 0 0,-3-1 0 0,2-1 128 16,2 0-128-16,1 2 0 0,0 0 0 0,1 0 0 15,1-3 0-15,-1 1 0 0,-4-1 0 0,-12 3 0 16,14 3 0-16,1-1 0 0,-2-2 0 0,-1 0 0 16,-12 0 0-16,13-2 0 0,0-3 0 0,0 4 0 15,-1 1 0-15,-1 1 0 0,-11-1 0 0,17 0 0 16,-3-1 0-16,-1 1 0 0,-13 0 0 0,15 3 0 0,0 0 0 0,-2 1 0 16,-1-4 0-16,-1 1 0 0,2 1 0 0,-1-2 0 15,-1-2 0-15,-11 2 0 0,12-3 0 0,-1 1 0 16,2 4 0-16,-13-2 0 0,13 0 0 0,-1 0 0 15,-12 0 0-15,15 3 0 0,-2 1 0 0,0-4 0 16,-2-5 0-16,-1 0 0 0,-10 5 0 0,13-4 0 16,-13 4 0-16,0 0 0 0,14-5 0 0,-14 5 0 15,0 0 0-15,14 0 0 0,1 4 0 0,-2-4 0 16,-13 0 0-16,10-7 0 0,-2 1 0 0,-8 6 0 16,0 0 0-16,15 3 0 0,0 2 0 0,-15-5 0 15,0 0 0-15,0 0 0 0,16 0 0 0,-3 1 0 16,-13-1 0-16,0 0 0 0,14 0 0 0,-14 0 0 0,0 0 0 15,13 2 0-15,-13-2 0 0,11 0 0 0,-11 0 0 0,13 2 0 16,0-1 0-16,-13-1 0 0,0 0 0 0,14 2 0 16,-1 1 0-16,-13-3 0 0,0 0 0 0,13 4-128 15,-2-1 128-15,-11-3 0 0,0 0 0 0,0 0 0 16,12 5 0-16,-12-5 0 0,11 6 0 0,-11-6-128 16,10 0 128-16,-10 0 0 0,13 7 0 0,-3 1 0 15,-10-8 0-15,0 0 0 0,13-3 0 0,-13 3 0 16,13 6 0-16,-13-6 0 0,12-1 0 0,-2-1 0 15,-10 2 0-15,0 0 0 0,0 0 0 0,13 0 0 16,-2 0 0-16,-11 0 0 0,0 0 0 0,0 0 128 16,0 0-128-16,12-1 0 0,-12 1 0 0,10-4 0 15,-2 1-208-15,-8 3-16 0,0 0 0 0,0 0 0 16,0 0-1136-16,10-7-240 0,-10 7-32 16,0 0-16-16,0 0-1504 0,0 0-304 0,0 0-64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29/06/2021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emf"/><Relationship Id="rId4" Type="http://schemas.openxmlformats.org/officeDocument/2006/relationships/image" Target="../media/image3.png"/><Relationship Id="rId9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8.emf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87908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Standard Deviation on a Class Pad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5" y="1983976"/>
            <a:ext cx="2561165" cy="28124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341" y="1983976"/>
            <a:ext cx="2498089" cy="28124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141" y="1983976"/>
            <a:ext cx="2522614" cy="28124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466" y="806440"/>
            <a:ext cx="3248025" cy="3248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466" y="4054465"/>
            <a:ext cx="3603396" cy="20041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/>
              <p14:cNvContentPartPr/>
              <p14:nvPr/>
            </p14:nvContentPartPr>
            <p14:xfrm>
              <a:off x="8439554" y="1983731"/>
              <a:ext cx="2125440" cy="1692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15074" y="1936211"/>
                <a:ext cx="21747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/>
              <p14:cNvContentPartPr/>
              <p14:nvPr/>
            </p14:nvContentPartPr>
            <p14:xfrm>
              <a:off x="8505074" y="2682131"/>
              <a:ext cx="2952360" cy="16632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76994" y="2627051"/>
                <a:ext cx="3003840" cy="2775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/>
          <p:cNvSpPr txBox="1"/>
          <p:nvPr/>
        </p:nvSpPr>
        <p:spPr>
          <a:xfrm>
            <a:off x="8909800" y="1894458"/>
            <a:ext cx="134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MEAN</a:t>
            </a:r>
            <a:endParaRPr lang="en-AU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937341" y="2569461"/>
            <a:ext cx="134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SD</a:t>
            </a:r>
            <a:endParaRPr lang="en-A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1707" y="941838"/>
            <a:ext cx="77583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Find the mean and standard deviation of 3, 5, 2, 0 and 2.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82859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Standard Deviation on a Class Pad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4880" y="942449"/>
            <a:ext cx="1207793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Standard deviation is a measure of spread. </a:t>
            </a:r>
          </a:p>
          <a:p>
            <a:endParaRPr lang="en-AU" sz="2200" dirty="0"/>
          </a:p>
          <a:p>
            <a:r>
              <a:rPr lang="en-AU" sz="2200" dirty="0" smtClean="0"/>
              <a:t>For most data sets, very few, if any scores would be more than 3 standard deviations away from the mean.</a:t>
            </a:r>
          </a:p>
          <a:p>
            <a:endParaRPr lang="en-AU" sz="2200" dirty="0"/>
          </a:p>
          <a:p>
            <a:r>
              <a:rPr lang="en-AU" sz="2200" dirty="0" smtClean="0"/>
              <a:t>This means the vast majority of scores (probably all of them) lie between: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r>
              <a:rPr lang="en-AU" sz="2200" dirty="0" smtClean="0"/>
              <a:t>Frequently, approximately two-thirds of the scores would be within 1 standard deviation of the mean.</a:t>
            </a:r>
          </a:p>
          <a:p>
            <a:endParaRPr lang="en-AU" sz="2000" dirty="0"/>
          </a:p>
          <a:p>
            <a:endParaRPr lang="en-AU" sz="2000" dirty="0" smtClean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66" y="3255700"/>
            <a:ext cx="3071374" cy="6174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454" y="5026453"/>
            <a:ext cx="2970397" cy="50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582859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Standard Deviation on a Class Pad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466" y="806440"/>
            <a:ext cx="3248025" cy="32480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466" y="4054465"/>
            <a:ext cx="3603396" cy="20041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8455954" y="2909381"/>
              <a:ext cx="3080520" cy="2289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40114" y="2856101"/>
                <a:ext cx="31230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/>
              <p14:cNvContentPartPr/>
              <p14:nvPr/>
            </p14:nvContentPartPr>
            <p14:xfrm>
              <a:off x="9399874" y="3090461"/>
              <a:ext cx="2110680" cy="522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86554" y="3044741"/>
                <a:ext cx="2151000" cy="1501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211986" y="1026596"/>
            <a:ext cx="759569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1.62 is the standard deviation of the 5 scores.</a:t>
            </a:r>
          </a:p>
          <a:p>
            <a:endParaRPr lang="en-AU" sz="2200" dirty="0"/>
          </a:p>
          <a:p>
            <a:r>
              <a:rPr lang="en-AU" sz="2200" dirty="0" smtClean="0"/>
              <a:t>The other value (</a:t>
            </a:r>
            <a:r>
              <a:rPr lang="en-AU" sz="2200" dirty="0" err="1" smtClean="0"/>
              <a:t>sx</a:t>
            </a:r>
            <a:r>
              <a:rPr lang="en-AU" sz="2200" dirty="0" smtClean="0"/>
              <a:t> = 1.82) is the standard deviation we use if our values are a sample of a larger data set and we want to use the standard deviation of the sample to estimate the standard deviation of the whole data set.</a:t>
            </a:r>
          </a:p>
          <a:p>
            <a:endParaRPr lang="en-AU" sz="2200" dirty="0"/>
          </a:p>
          <a:p>
            <a:r>
              <a:rPr lang="en-AU" sz="2200" dirty="0" smtClean="0"/>
              <a:t>Only use </a:t>
            </a:r>
            <a:r>
              <a:rPr lang="en-AU" sz="2200" dirty="0" err="1" smtClean="0"/>
              <a:t>sx</a:t>
            </a:r>
            <a:r>
              <a:rPr lang="en-AU" sz="2200" dirty="0" smtClean="0"/>
              <a:t> if you are asked to.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582859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Calculating Standard Deviation on a Class Pad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099753" y="0"/>
            <a:ext cx="265250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3B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00977" y="611470"/>
            <a:ext cx="117076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Find the mean and standard deviation for the set of scores.</a:t>
            </a:r>
          </a:p>
          <a:p>
            <a:endParaRPr lang="en-AU" sz="2200" dirty="0"/>
          </a:p>
          <a:p>
            <a:r>
              <a:rPr lang="en-AU" sz="2200" dirty="0" smtClean="0"/>
              <a:t>	9, 10, 11, 13, 19, 20, 21, 21, 22, 24, 25, 31, 31, 32, 44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r>
              <a:rPr lang="en-AU" sz="2200" dirty="0" smtClean="0"/>
              <a:t>How many of the scores lie between 1 standard deviation of the mean?</a:t>
            </a:r>
          </a:p>
          <a:p>
            <a:endParaRPr lang="en-AU" sz="2200" dirty="0"/>
          </a:p>
          <a:p>
            <a:endParaRPr lang="en-AU" sz="2200" dirty="0" smtClean="0"/>
          </a:p>
          <a:p>
            <a:endParaRPr lang="en-AU" sz="2200" dirty="0"/>
          </a:p>
          <a:p>
            <a:endParaRPr lang="en-AU" sz="2200" dirty="0" smtClean="0"/>
          </a:p>
          <a:p>
            <a:r>
              <a:rPr lang="en-AU" sz="2200" dirty="0" smtClean="0"/>
              <a:t>How many scores lie between 2 standard </a:t>
            </a:r>
            <a:r>
              <a:rPr lang="en-AU" sz="2200" dirty="0" smtClean="0"/>
              <a:t>deviations </a:t>
            </a:r>
            <a:r>
              <a:rPr lang="en-AU" sz="2200" dirty="0" smtClean="0"/>
              <a:t>of the mean?</a:t>
            </a:r>
            <a:endParaRPr lang="en-AU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427" y="930323"/>
            <a:ext cx="3333750" cy="401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977" y="1783922"/>
            <a:ext cx="80781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Using Class Pad, we get a mean of 22.2 and a standard deviation of 9.27 (to 2dp).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9392" y="3091009"/>
                <a:ext cx="584542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22.2−9.27=12.93 </m:t>
                    </m:r>
                  </m:oMath>
                </a14:m>
                <a:r>
                  <a:rPr lang="en-AU" sz="2200" dirty="0" smtClean="0"/>
                  <a:t>and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22.2+9.27=31.47</m:t>
                    </m:r>
                  </m:oMath>
                </a14:m>
                <a:endParaRPr lang="en-AU" sz="2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92" y="3091009"/>
                <a:ext cx="5845428" cy="430887"/>
              </a:xfrm>
              <a:prstGeom prst="rect">
                <a:avLst/>
              </a:prstGeom>
              <a:blipFill>
                <a:blip r:embed="rId3"/>
                <a:stretch>
                  <a:fillRect l="-104" t="-9859" b="-28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2210267" y="1694164"/>
            <a:ext cx="4050288" cy="112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391" y="3628655"/>
            <a:ext cx="7994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10 of the 15 scores lie between 1 standard deviation of the mean.</a:t>
            </a:r>
            <a:endParaRPr lang="en-AU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00978" y="4859909"/>
                <a:ext cx="661958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22.2−2(9.27)=3.66 </m:t>
                    </m:r>
                  </m:oMath>
                </a14:m>
                <a:r>
                  <a:rPr lang="en-AU" sz="2200" dirty="0" smtClean="0"/>
                  <a:t>and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22.2+2(9.27)=40.74</m:t>
                    </m:r>
                  </m:oMath>
                </a14:m>
                <a:endParaRPr lang="en-AU" sz="2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8" y="4859909"/>
                <a:ext cx="6619582" cy="430887"/>
              </a:xfrm>
              <a:prstGeom prst="rect">
                <a:avLst/>
              </a:prstGeom>
              <a:blipFill>
                <a:blip r:embed="rId4"/>
                <a:stretch>
                  <a:fillRect l="-92" t="-9859" b="-28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00977" y="5397555"/>
            <a:ext cx="79948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14 </a:t>
            </a:r>
            <a:r>
              <a:rPr lang="en-AU" sz="2200" dirty="0" smtClean="0"/>
              <a:t>of the 15 scores lie between </a:t>
            </a:r>
            <a:r>
              <a:rPr lang="en-AU" sz="2200" dirty="0" smtClean="0"/>
              <a:t>2 </a:t>
            </a:r>
            <a:r>
              <a:rPr lang="en-AU" sz="2200" dirty="0" smtClean="0"/>
              <a:t>standard </a:t>
            </a:r>
            <a:r>
              <a:rPr lang="en-AU" sz="2200" dirty="0" smtClean="0"/>
              <a:t>deviations </a:t>
            </a:r>
            <a:r>
              <a:rPr lang="en-AU" sz="2200" dirty="0" smtClean="0"/>
              <a:t>of the mean.</a:t>
            </a:r>
            <a:endParaRPr lang="en-AU" sz="2200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99524" y="1694164"/>
            <a:ext cx="5621036" cy="112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3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311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43</cp:revision>
  <dcterms:created xsi:type="dcterms:W3CDTF">2020-12-09T06:24:59Z</dcterms:created>
  <dcterms:modified xsi:type="dcterms:W3CDTF">2021-06-29T02:10:17Z</dcterms:modified>
</cp:coreProperties>
</file>