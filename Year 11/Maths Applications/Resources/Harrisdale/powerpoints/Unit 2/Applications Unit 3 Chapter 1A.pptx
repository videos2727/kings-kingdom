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8" r:id="rId3"/>
    <p:sldId id="259" r:id="rId4"/>
    <p:sldId id="260" r:id="rId5"/>
    <p:sldId id="261" r:id="rId6"/>
    <p:sldId id="262" r:id="rId7"/>
    <p:sldId id="263" r:id="rId8"/>
    <p:sldId id="265" r:id="rId9"/>
    <p:sldId id="264" r:id="rId10"/>
    <p:sldId id="266"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96" autoAdjust="0"/>
    <p:restoredTop sz="94660"/>
  </p:normalViewPr>
  <p:slideViewPr>
    <p:cSldViewPr snapToGrid="0">
      <p:cViewPr>
        <p:scale>
          <a:sx n="86" d="100"/>
          <a:sy n="86" d="100"/>
        </p:scale>
        <p:origin x="84" y="1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ink/ink1.xml><?xml version="1.0" encoding="utf-8"?>
<inkml:ink xmlns:inkml="http://www.w3.org/2003/InkML">
  <inkml:definitions>
    <inkml:context xml:id="ctx0">
      <inkml:inkSource xml:id="inkSrc0">
        <inkml:traceFormat>
          <inkml:channel name="X" type="integer" max="25977" units="cm"/>
          <inkml:channel name="Y" type="integer" max="17318" units="cm"/>
          <inkml:channel name="F" type="integer" max="65535" units="dev"/>
          <inkml:channel name="T" type="integer" max="2.14748E9" units="dev"/>
        </inkml:traceFormat>
        <inkml:channelProperties>
          <inkml:channelProperty channel="X" name="resolution" value="1000.26953" units="1/cm"/>
          <inkml:channelProperty channel="Y" name="resolution" value="1000.46216" units="1/cm"/>
          <inkml:channelProperty channel="F" name="resolution" value="0" units="1/dev"/>
          <inkml:channelProperty channel="T" name="resolution" value="1" units="1/dev"/>
        </inkml:channelProperties>
      </inkml:inkSource>
      <inkml:timestamp xml:id="ts0" timeString="2021-10-27T01:35:57.070"/>
    </inkml:context>
    <inkml:brush xml:id="br0">
      <inkml:brushProperty name="width" value="0.09333" units="cm"/>
      <inkml:brushProperty name="height" value="0.09333" units="cm"/>
      <inkml:brushProperty name="color" value="#3165BB"/>
      <inkml:brushProperty name="fitToCurve" value="1"/>
    </inkml:brush>
    <inkml:brush xml:id="br1">
      <inkml:brushProperty name="width" value="0.09333" units="cm"/>
      <inkml:brushProperty name="height" value="0.09333" units="cm"/>
      <inkml:brushProperty name="color" value="#177D36"/>
      <inkml:brushProperty name="fitToCurve" value="1"/>
    </inkml:brush>
    <inkml:brush xml:id="br2">
      <inkml:brushProperty name="width" value="0.09333" units="cm"/>
      <inkml:brushProperty name="height" value="0.09333" units="cm"/>
      <inkml:brushProperty name="color" value="#ED1C24"/>
      <inkml:brushProperty name="fitToCurve" value="1"/>
    </inkml:brush>
  </inkml:definitions>
  <inkml:traceGroup>
    <inkml:annotationXML>
      <emma:emma xmlns:emma="http://www.w3.org/2003/04/emma" version="1.0">
        <emma:interpretation id="{157F3300-383A-49A1-8C9D-05A10DF5A353}" emma:medium="tactile" emma:mode="ink">
          <msink:context xmlns:msink="http://schemas.microsoft.com/ink/2010/main" type="writingRegion" rotatedBoundingBox="18146,5622 19331,5843 18956,7858 17771,7638"/>
        </emma:interpretation>
      </emma:emma>
    </inkml:annotationXML>
    <inkml:traceGroup>
      <inkml:annotationXML>
        <emma:emma xmlns:emma="http://www.w3.org/2003/04/emma" version="1.0">
          <emma:interpretation id="{2D356D5D-32D3-4AC6-899A-8FB313B4409D}" emma:medium="tactile" emma:mode="ink">
            <msink:context xmlns:msink="http://schemas.microsoft.com/ink/2010/main" type="paragraph" rotatedBoundingBox="18123,5745 19298,5770 19288,6286 18112,6262" alignmentLevel="1"/>
          </emma:interpretation>
        </emma:emma>
      </inkml:annotationXML>
      <inkml:traceGroup>
        <inkml:annotationXML>
          <emma:emma xmlns:emma="http://www.w3.org/2003/04/emma" version="1.0">
            <emma:interpretation id="{DEC56CCD-5AD2-4AF6-B3C3-69CB39B0422A}" emma:medium="tactile" emma:mode="ink">
              <msink:context xmlns:msink="http://schemas.microsoft.com/ink/2010/main" type="line" rotatedBoundingBox="18123,5745 19298,5770 19288,6286 18112,6262"/>
            </emma:interpretation>
          </emma:emma>
        </inkml:annotationXML>
        <inkml:traceGroup>
          <inkml:annotationXML>
            <emma:emma xmlns:emma="http://www.w3.org/2003/04/emma" version="1.0">
              <emma:interpretation id="{E224F170-49D1-4481-AD5E-162420855109}" emma:medium="tactile" emma:mode="ink">
                <msink:context xmlns:msink="http://schemas.microsoft.com/ink/2010/main" type="inkWord" rotatedBoundingBox="18123,5745 19298,5770 19288,6286 18112,6262"/>
              </emma:interpretation>
              <emma:one-of disjunction-type="recognition" id="oneOf0">
                <emma:interpretation id="interp0" emma:lang="" emma:confidence="0">
                  <emma:literal>04</emma:literal>
                </emma:interpretation>
                <emma:interpretation id="interp1" emma:lang="" emma:confidence="0">
                  <emma:literal>0 4</emma:literal>
                </emma:interpretation>
                <emma:interpretation id="interp2" emma:lang="" emma:confidence="0">
                  <emma:literal>O 4</emma:literal>
                </emma:interpretation>
                <emma:interpretation id="interp3" emma:lang="" emma:confidence="0">
                  <emma:literal>o 4</emma:literal>
                </emma:interpretation>
                <emma:interpretation id="interp4" emma:lang="" emma:confidence="0">
                  <emma:literal>1 4</emma:literal>
                </emma:interpretation>
              </emma:one-of>
            </emma:emma>
          </inkml:annotationXML>
          <inkml:trace contextRef="#ctx0" brushRef="#br0">440 109 911 0,'0'0'0'0,"0"0"0"0,0 0 0 0,0 0 0 16,0 0 896-16,0 0 80 0,0 0 32 0,0 0 0 16,0 0-560-16,0 0-96 0,0 0-32 0,0 0 0 15,0 0 576-15,0 0 128 0,0 0 0 0,0 0 16 16,0 0 32-16,0 0 0 0,0 0 0 0,0 0 0 16,0 0-288-16,0 0-48 0,0 0-16 0,0 0 0 0,0 0-128 0,0 0-16 15,0 0-16-15,0 0 0 0,0 0-192 0,0 0-48 16,0 0 0-16,0 0 0 0,0 0 0 0,0 0 0 15,0 0 0-15,0 0 0 0,0 0 0 0,-11-5 0 16,11 5 0-16,0 0 0 0,-13-1 0 0,2-1 0 16,11 2 0-16,-13 0 0 0,1 0-64 0,12 0-32 15,0 0 0-15,-13 5 0 0,13-5-96 0,-11 10-128 16,3 1 176-16,8-11-176 0,-10 13 176 0,4-2-176 16,6-11 160-16,-7 16-160 0,-1-1 304 0,3 0-48 15,2-1 0-15,-2-1 0 0,-1-3-64 0,6-10-32 16,-8 13 0-16,1-2 0 0,7-11-32 0,-6 8 0 15,6-8 0-15,0 0 0 0,-9 13 80 0,5-3 16 16,4-10 0-16,-5 11 0 0,2 1-16 0,3-12 0 0,-2 14 0 16,2 1 0-16,0-2 32 0,3 1 0 0,2 1 0 15,1 0 0-15,-2-1-240 0,2 1 144 0,1-1-144 0,-1 1 128 16,-1-2-128-16,2-2 0 0,-7-11 0 0,9 12 0 16,-1-1 0-16,-8-11 0 0,10 11 0 0,-10-11 0 15,11 8 128-15,-11-8 112 0,15 0 16 0,-4-1 0 16,-11 1 448-16,15-3 80 0,0-7 32 0,-1 2 0 15,-4 0-384-15,0 1-80 0,-10 7-16 0,13-11 0 16,1-4-336-16,-1 2-128 0,-1 0 0 0,-3 5 0 16,-9 8-208-16,13-6-48 0,-3-6 0 0,-2 4 0 15,-8 8 128-15,10-8 32 0,-10 8 0 0,5-13 0 16,-2-1 16-16,-3 1 0 0,-3 1 0 0,1-1 0 16,-1-3 64-16,0 2 16 0,-1-1 0 0,-1 0 0 15,1-1-48-15,-1 2 0 0,1-1 0 0,1 4 0 0,0 1-80 16,3 10 0-16,-2-15-16 0,2 4 0 15,0 11-176-15,0 0-16 0,-9-7-16 0,9 7 0 16,-10-4-864-16,10 4-160 0,-15-2-32 0,2 2-8624 16</inkml:trace>
          <inkml:trace contextRef="#ctx0" brushRef="#br0" timeOffset="731.4471">818 25 11567 0,'0'0'512'0,"0"0"112"0,0 0-496 16,0 0-128-16,0 0 0 0,0 0 0 0,0 0 960 0,0 0 160 16,0 0 32-16,0 0 16 0,0 0-688 0,0 0-144 15,0 0-16-15,0 0-16 0,0 0-112 0,0 0-32 16,0 0 0-16,0 0 0 0,10 6 160 0,-10-6 48 16,10 10 0-16,-10-10 0 0,8 11 176 0,-2 2 32 15,-1 2 16-15,-2-1 0 0,-1-1-64 0,-2 0-16 16,0-13 0-16,-3 18 0 0,3 2-256 0,0-2-48 15,-4-4-16-15,4-1 0 0,0 0-192 0,2 2 0 16,-4 2 0-16,2-2 0 0,0-2 0 0,0-13 0 16,4 13 0-16,-4 0 0 0,-4-2 0 0,4-11 0 0,0 0 0 15,0 0 0-15,0 15 128 0,0-4 64 0,0-11 32 16,0 0 0-16,0 0 160 0,0 0 16 0,0 0 16 16,0 0 0-16,0 0-32 0,0 0 0 0,12 2 0 0,-12-2 0 15,0 0-128-15,13-5-48 0,-2-1 0 0,-11 6 0 16,13-5-208-16,-3 0 144 0,-10 5-144 0,13-7 128 15,-2 2-128-15,0 2 0 0,1 3 0 0,-1-1 0 16,-1-3 240-16,1 4-48 0,2 2 0 0,-1 0 0 16,-12-2 80-16,13 1 16 0,-2-2 0 0,-11 1 0 15,13 3 48-15,-2 0 16 0,-11-3 0 0,13-2 0 16,-13 2-352-16,13-1 0 0,-13 1 0 0,15-2 128 16,-2-3-368-16,-13 5-64 0,11-1-16 0,-11 1 0 15,13 0-320-15,-13 0-80 0,13 1-16 16,-13-1 0-16,0 0 112 0,11 4 32 0,-11-4 0 0,0 0 0 15,0 0-208-15,0 0-32 0,0 0-16 0,0 0-6112 16,0 0-1216-16</inkml:trace>
          <inkml:trace contextRef="#ctx0" brushRef="#br0" timeOffset="1095.3345">1027 90 8287 0,'0'0'368'0,"0"0"80"0,0 0-448 0,0 0 0 0,0 0 0 0,0 0 0 16,0 0 1712-16,0 0 256 0,0 0 48 0,0 0 16 15,0 0-1664-15,0 0-368 0,0 0 0 0,8 11 0 16,-8-11-288-16,0 0-16 0,9 10 0 0,-9-10 0 15,3 18 304-15,0-6 0 0,-3-12 128 0,0 13-128 16,0-13 1024-16,0 15 128 0,0-2 0 0,0-2 16 16,0 1-384-16,0 1-80 0,-2 0 0 0,2 1-16 15,0 2-368-15,0 4-80 0,-3-2-16 0,3 3 0 16,0 3-224-16,2 0 0 0,-1-4 128 0,3 1-128 16,-1 0 0-16,0-1 0 0,0-4 0 0,1 0 0 15,-1 0 0-15,0-1-128 0,-3-15 128 0,7 14-208 16,-3-2-400-16,-4-12-80 15,0 0-16-15,0 0 0 0</inkml:trace>
          <inkml:trace contextRef="#ctx0" brushRef="#br0" timeOffset="-867.2056">-1 0 2751 0,'0'0'256'0,"0"0"-256"16,0 0 0-16,0 0 0 0,0 0 2416 0,0 0 432 16,0 0 96-16,-1 15 0 0,1-15-2144 0,1 13-432 15,-1-13-96-15,0 0-16 0,4 15-256 0,0-4 0 16,-4-11 0-16,0 0-144 0,7 11 144 0,-7-11-192 15,6 13 192-15,1-1-192 0,-7-12 448 0,5 13 96 16,-5-13 16-16,5 13 0 0,0 0 608 0,-2-2 128 16,-3-11 32-16,3 13 0 0,3 0-176 0,-1 1-16 0,-5 4-16 0,2-3 0 15,0-1-240-15,-2 1-48 0,-2 0-16 0,2 1 0 16,0-2-240-16,0-1-64 0,0 0 0 0,-2 4 0 16,-1 2-160-16,1-1-32 0,1-2-128 0,1-1 192 15,0-15-192-15,-2 16 0 0,-3 0 128 0,1-3-128 16,4-13 0-16,0 0 0 0,0 0 0 0,0 0 0 15,-7 15 0-15,7-15 0 0,0 0-128 0,0 0 128 16,0 0-448 0,0 0-16-16,-6 8-16 0,6-8 0 0,0 0-2016 15,0 0-416-15</inkml:trace>
        </inkml:traceGroup>
      </inkml:traceGroup>
    </inkml:traceGroup>
    <inkml:traceGroup>
      <inkml:annotationXML>
        <emma:emma xmlns:emma="http://www.w3.org/2003/04/emma" version="1.0">
          <emma:interpretation id="{673E5205-B276-473D-B300-8F2455AD16BF}" emma:medium="tactile" emma:mode="ink">
            <msink:context xmlns:msink="http://schemas.microsoft.com/ink/2010/main" type="paragraph" rotatedBoundingBox="18048,6477 18996,6685 18888,7174 17940,6966" alignmentLevel="1"/>
          </emma:interpretation>
        </emma:emma>
      </inkml:annotationXML>
      <inkml:traceGroup>
        <inkml:annotationXML>
          <emma:emma xmlns:emma="http://www.w3.org/2003/04/emma" version="1.0">
            <emma:interpretation id="{483A88CD-C4EC-4F6E-8FA6-73D88E3F1468}" emma:medium="tactile" emma:mode="ink">
              <msink:context xmlns:msink="http://schemas.microsoft.com/ink/2010/main" type="line" rotatedBoundingBox="18048,6477 18996,6685 18888,7174 17940,6966"/>
            </emma:interpretation>
          </emma:emma>
        </inkml:annotationXML>
        <inkml:traceGroup>
          <inkml:annotationXML>
            <emma:emma xmlns:emma="http://www.w3.org/2003/04/emma" version="1.0">
              <emma:interpretation id="{9735BD0D-A7B4-4631-81B0-0C2F5415C0E3}" emma:medium="tactile" emma:mode="ink">
                <msink:context xmlns:msink="http://schemas.microsoft.com/ink/2010/main" type="inkWord" rotatedBoundingBox="18048,6477 18996,6685 18888,7174 17940,6966"/>
              </emma:interpretation>
              <emma:one-of disjunction-type="recognition" id="oneOf1">
                <emma:interpretation id="interp5" emma:lang="" emma:confidence="1">
                  <emma:literal/>
                </emma:interpretation>
              </emma:one-of>
            </emma:emma>
          </inkml:annotationXML>
          <inkml:trace contextRef="#ctx0" brushRef="#br1" timeOffset="12689.0887">-104 855 9215 0,'0'0'400'0,"0"0"96"0,0 0-496 0,0 0 0 0,0 0 0 0,0 0 0 16,0 0 1264-16,0 0 144 0,0 0 48 0,0 0 0 15,0 0-832-15,0 0-176 0,0 0-16 0,0 0-16 16,0 0-416-16,0 0 0 0,0 0 128 0,0 0-128 0,0 0 0 0,0 0 192 15,0 0-192-15,0 0 192 0,0 0 384 0,0 0 96 16,0 0 16-16,0 0 0 0,0 0 16 0,13-3 0 16,-13 3 0-16,13-4 0 0,0 0-128 0,-13 4-32 15,16-5 0-15,-3 3 0 0,-13 2-160 0,14 3-48 16,1-1 0-16,-15-2 0 0,0 0-112 0,0 0-32 16,14 6 0-16,-1 1 0 0,-13-7 96 0,15 5 16 15,-15-5 0-15,15 5 0 0,-15-5-32 0,0 0 0 16,13 3 0-16,-13-3 0 0,13-2 48 0,-13 2 0 15,0 0 0-15,16 0 0 0,-16 0 0 0,14-3 16 16,-14 3 0-16,15-2 0 0,-15 2 0 0,15-3 0 16,-15 3 0-16,13-3 0 0,-2-2 16 0,-1 2 0 15,-10 3 0-15,9-5 0 0,-9 5-112 0,0 0-32 0,0 0 0 16,0 0 0-16,10-7-208 0,-10 7 176 0,0 0-176 0,0 0 160 16,0 0-160-16,0 0 0 0,10-4 0 0,-10 4 128 15,0 0-128-15,0 0 0 0,0 0 0 0,0 0 0 16,0 0 0-16,0 0 0 0,0 0 0 0,0 0 0 15,0 0 0-15,0 0-144 0,0 0 144 0,0 0-208 16,0 0-32-16,3 13 0 0,-3 1 0 0,0-1 0 16,0-13 16-16,0 16 0 0,0-1 0 0,-2 1 0 15,1 0 80-15,-1 2 16 0,1 2 0 0,-1-3 0 16,-1 0 128-16,1-3 0 0,2-1 0 0,-3 3 0 16,-4 2 0-16,2-3 0 0,5-15 0 0,-4 14 0 15,-1 4 0-15,0-1 0 0,2-3 0 0,-1 1 0 16,1-4 0-16,3-11 0 0,-6 10 0 0,6-10 0 15,0 0 0-15,0 0 0 0,0 0 0 0,-7 13 0 0,1 0-192 16,1-4 64-16,5-9 0 0,0 0 0 0,0 0-192 0,-7 13-48 16,1-3 0-16,1-2 0 15,5-8-64-15,0 0-16 0,0 0 0 0,-2 13 0 16,2-13-96-16,0 0-32 0,0 0 0 0,0 0 0 16,-1 13-16-16,1-13-16 0,0 0 0 0,6 12 0 15,-6-12-448-15,0 0-96 0,0 0 0 0</inkml:trace>
          <inkml:trace contextRef="#ctx0" brushRef="#br1" timeOffset="13131.4871">251 1072 911 0,'0'0'0'0,"0"0"0"0,0 0 0 0,0 0 0 15,0 0 2624-15,0 0 448 0,8-8 96 0,-8 8 16 16,0 0-1824-16,0 0-352 0,0 0-80 0,0 0-16 0,0 0-384 0,0 0-80 15,0 0 0-15,0 0-16 0,0 0-256 0,0 0-48 16,5-11-128-16,-5 11 192 0,0 0 0 0,0 0 0 16,0 0 0-16,0 0 0 0,0 0 272 0,-8-8 48 15,-1-1 16-15,9 9 0 0,-11-4-16 0,1-1-16 16,10 5 0-16,-11-4 0 0,11 4-320 0,-15-1-176 16,1-1 192-16,2 1-192 0,12 1 0 0,-13-4 0 15,1 1 0-15,0 2 0 0,-1 1 128 0,2 3-128 16,-1 2 0-16,1-2 0 0,0-5 0 0,-1 1 0 15,-1-3 0-15,2 3 0 0,3-1 0 0,0-1 0 16,-2-4 0-16,10 7 0 16,0 0-416-16,0 0-96 0,0 0 0 0,0 0-5792 15,0 0-1152-15</inkml:trace>
          <inkml:trace contextRef="#ctx0" brushRef="#br1" timeOffset="14146.2301">486 892 3679 0,'0'0'160'0,"0"0"32"0,0 0-192 0,0 0 0 0,0 0 0 16,0 0 0-16,0 0 1824 0,0 0 320 0,0 0 64 0,0 0 16 15,9-8-1776-15,-2 2-448 0,-7 6 0 0,0 0 0 16,0 0 192-16,0 0-64 0,0 0 0 0,0 0 0 16,0 0 608-16,13-4 112 0,-13 4 32 0,0 0 0 15,0 0 272-15,15-1 64 0,-15 1 16 0,14 0 0 16,-14 0-832-16,16 1-160 0,1 1-48 0,-4 0 0 16,-13-2-192-16,0 0 0 0,16 8 128 0,0-2-128 15,-16-6 0-15,15 2 0 0,-15-2 128 0,0 0-128 16,0 0 336-16,17 5 32 0,0-2 0 0,-17-3 0 15,0 0 320-15,0 0 64 0,14 3 16 0,-14-3 0 16,15 3-336-16,-15-3-64 0,14 7-16 0,-14-7 0 16,0 0-352-16,0 0 144 0,0 0-144 0,0 0 0 0,8 11 0 15,-8-11 0-15,0 0 0 0,0 16 0 0,0-1 0 0,-1-2 0 16,-2 0 0-16,-4-3 0 0,-1-2 0 0,-2-2 0 16,10-6 0-16,-8 7 0 0,8-7 0 0,-13 3 0 15,-3-1 0-15,5-1 0 0,11-1 0 0,-12 2 0 16,-1-2 0-16,2-3 0 0,1-4 160 0,10 7-160 15,0 0 128-15,0 0-128 0,-11-6 128 0,11 6-128 16,-13-5 0-16,13 5 128 0,0 0 0 0,0 0-128 16,-11-2 192-16,11 2-64 0,0 0-128 0,0 0 0 15,0 0 0-15,0 0 128 0,0 0 64 0,0 0 0 16,0 0 0-16,0 0 0 0,3 16-64 0,3-3 0 16,2-3 0-16,-8-10 0 0,0 0-128 0,0 0 0 15,17 7 0-15,-3-3 0 0,-14-4 176 0,15 5-48 0,-15-5-128 0,14 5 192 16,1-2 128-16,-15-3 0 0,0 0 16 0,16 5 0 15,2 0-16-15,-3 3-16 0,-15-8 0 0,14 8 0 16,-2-1-176-16,1 1-128 0,0 2 192 0,-4 1-192 16,-2 0 0-16,-1 1 0 0,-6-12 0 0,10 14 0 15,0-1 0-15,-10-13 0 0,0 0-160 0,6 15 160 16,-1-2 0-16,-5-13 0 0,0 16 0 0,0-16 0 16,0 0 0-16,0 0 0 0,-6 13 0 0,6-13 0 15,-10 10 0-15,0-2 0 0,10-8 0 0,-11 6 0 16,11-6 0-16,-13 7 0 0,-2-4-128 0,1-1 128 15,1-2 0-15,13 0-176 0,-12 3 176 0,1-1-128 16,-4-4 0-16,2 2 0 0,13 0 0 0,-14 3 0 16,-2-1-192-16,3-4-48 0,1-3 0 0,-1 4-8368 15,-3 4-1680-15</inkml:trace>
        </inkml:traceGroup>
      </inkml:traceGroup>
    </inkml:traceGroup>
    <inkml:traceGroup>
      <inkml:annotationXML>
        <emma:emma xmlns:emma="http://www.w3.org/2003/04/emma" version="1.0">
          <emma:interpretation id="{EBD7317B-F2A1-4333-A644-39A858979242}" emma:medium="tactile" emma:mode="ink">
            <msink:context xmlns:msink="http://schemas.microsoft.com/ink/2010/main" type="paragraph" rotatedBoundingBox="18060,7139 18890,7294 18791,7828 17960,7673" alignmentLevel="1"/>
          </emma:interpretation>
        </emma:emma>
      </inkml:annotationXML>
      <inkml:traceGroup>
        <inkml:annotationXML>
          <emma:emma xmlns:emma="http://www.w3.org/2003/04/emma" version="1.0">
            <emma:interpretation id="{79E60835-5FE6-4EB5-B5EA-024EA4A9C18C}" emma:medium="tactile" emma:mode="ink">
              <msink:context xmlns:msink="http://schemas.microsoft.com/ink/2010/main" type="line" rotatedBoundingBox="18060,7139 18890,7294 18791,7828 17960,7673"/>
            </emma:interpretation>
          </emma:emma>
        </inkml:annotationXML>
        <inkml:traceGroup>
          <inkml:annotationXML>
            <emma:emma xmlns:emma="http://www.w3.org/2003/04/emma" version="1.0">
              <emma:interpretation id="{0FD71C69-1137-42E8-98E2-57E4FD7B1879}" emma:medium="tactile" emma:mode="ink">
                <msink:context xmlns:msink="http://schemas.microsoft.com/ink/2010/main" type="inkWord" rotatedBoundingBox="18037,7263 18518,7352 18442,7763 17960,7673"/>
              </emma:interpretation>
              <emma:one-of disjunction-type="recognition" id="oneOf2">
                <emma:interpretation id="interp6" emma:lang="" emma:confidence="1">
                  <emma:literal/>
                </emma:interpretation>
              </emma:one-of>
            </emma:emma>
          </inkml:annotationXML>
          <inkml:trace contextRef="#ctx0" brushRef="#br2" timeOffset="25728.7841">-93 1546 1839 0,'0'0'160'0,"0"0"-160"0,0 0 0 0,0 0 0 0,0 0 2320 0,0 0 432 16,0 0 96-16,0 0 16 0,0 0-2016 0,0 0-400 16,0 0-64-16,0 0-32 0,0 14-352 0,0-14 0 15,0 0 0-15,0 0-128 0,0 0 128 0,0 0 0 16,11 7 0-16,-11-7 0 0,0 0 512 0,0 0 144 15,0 0 32-15,0 0 0 0,15-7 288 0,-15 7 64 16,0 0 16-16,0 0 0 0,10-8-320 0,-10 8-64 16,9-11-16-16,-9 11 0 0,0 0-256 0,0 0-48 15,10-10-16-15,-10 10 0 0,0 0-128 0,0 0-16 16,0 0-16-16,0 0 0 0,13-2 160 0,-13 2 48 16,0 0 0-16,0 0 0 0,0 0 128 0,13 4 16 15,-13-4 16-15,0 0 0 0,0 0-160 0,0 0-16 0,0 0-16 0,0 0 0 16,3 13-224-16,0 0-128 0,-1 1 160 0,0-4-160 15,-2-10 0-15,0 0 0 0,0 0 0 0,-2 14 0 16,2 1 0-16,0-15 0 0,0 0 0 0,3 21 0 16,-4 3 0-16,1-1 0 0,0-5 0 0,1 0 0 15,-1 0 0-15,2 1 0 0,-7 1 0 0,5-3 0 16,5 0 0-16,-5-17 0 0,-2 14 0 0,2-1 0 16,4 0 0-16,-4-13 0 0,0 0 0 0,0 0 0 15,0 0 0-15,0 13 0 0,0-13 0 0,0 0 0 16,0 0 128-16,11 3 16 0,-11-3 16 0,0 0 0 15,15 4 176-15,-1-4 48 0,1-2 0 0,-4 0 0 16,-11 2-96-16,11-6-16 0,2 1 0 0,-13 5 0 16,13 0-272-16,0-2 0 0,0-1 0 0,2 0 0 0,-2 1 0 15,0 1 0-15,1 2-128 0,-1 3 128 0,0-1 0 0,0-3 0 16,0-2 0-16,0 2 0 0,-13 0 0 0,13 3 0 16,-3-4 0-16,-10 1 160 0,0 0-160 0,13 3 0 15,-13-3 0-15,0 0 128 0,0 0-368 0,11-5-80 16,-11 5 0-16,0 0-16 15,8-11-640-15,-3-1-128 0,-1 1-32 0,-4 11-7152 16,0 0-1440-16</inkml:trace>
          <inkml:trace contextRef="#ctx0" brushRef="#br2" timeOffset="26160.6735">220 1709 3679 0,'0'0'320'0,"0"0"-320"0,0 0 0 0,0 0 0 16,-5-11 2496-16,2 0 448 0,1-2 64 0,2 13 32 15,0 0-1712-15,0 0-352 0,0 0-64 0,0 0-16 16,0 0-512-16,0 0-128 0,-5-8 0 0,5 8-16 0,-1-10-48 16,1 10-16-16,0 0 0 0,0 0 0 0,0 0 240 0,0 0 48 15,0 0 16-15,0 0 0 0,0 0 288 0,0 0 64 16,6 14 16-16,-6-14 0 0,7 13-224 0,-7-13-48 16,9 13-16-16,-1 4 0 0,-1 0-304 0,-2 0-48 15,0-3-16-15,0 4 0 0,-1 3 112 0,1-3 16 16,0 0 0-16,2-2 0 0,-4 0-80 0,2 2-16 15,-2 0 0-15,2 0 0 0,-2 0-224 0,0-2 144 16,-3-16-144-16,5 18 128 0,-2-4-128 0,2 1 0 16,-5-15 0-16,0 0 0 0,0 0 0 0,5 14 0 15,-5-14-160-15,0 0 160 16,0 0-848-16,0 0-80 0,0 0-16 0,0 0-10896 0</inkml:trace>
        </inkml:traceGroup>
        <inkml:traceGroup>
          <inkml:annotationXML>
            <emma:emma xmlns:emma="http://www.w3.org/2003/04/emma" version="1.0">
              <emma:interpretation id="{906CD74B-B60D-4A0F-97AB-4BBA85FFA9DC}" emma:medium="tactile" emma:mode="ink">
                <msink:context xmlns:msink="http://schemas.microsoft.com/ink/2010/main" type="inkWord" rotatedBoundingBox="18588,7238 18890,7294 18807,7744 18504,7687"/>
              </emma:interpretation>
              <emma:one-of disjunction-type="recognition" id="oneOf3">
                <emma:interpretation id="interp7" emma:lang="" emma:confidence="0">
                  <emma:literal>\</emma:literal>
                </emma:interpretation>
                <emma:interpretation id="interp8" emma:lang="" emma:confidence="0">
                  <emma:literal>`</emma:literal>
                </emma:interpretation>
                <emma:interpretation id="interp9" emma:lang="" emma:confidence="0">
                  <emma:literal>/</emma:literal>
                </emma:interpretation>
                <emma:interpretation id="interp10" emma:lang="" emma:confidence="0">
                  <emma:literal>'</emma:literal>
                </emma:interpretation>
                <emma:interpretation id="interp11" emma:lang="" emma:confidence="0">
                  <emma:literal>.</emma:literal>
                </emma:interpretation>
              </emma:one-of>
            </emma:emma>
          </inkml:annotationXML>
          <inkml:trace contextRef="#ctx0" brushRef="#br2" timeOffset="26599.9672">463 1492 19807 0,'0'0'880'0,"0"0"176"0,0 0-848 15,7 16-208-15,-3 2 0 0,3-5 0 0,-7-13 608 0,8 11 80 16,0-1 16-16,-8-10 0 0,0 0-480 0,0 0-96 16,10 8 0-16,-10-8-128 0,6 16 0 0,-6-16 0 15,12 4 0-15,-12-4 0 0,0 0 0 0,9 11 0 16,1 4 0-16,-2-2 0 0,-8-13 560 0,10 16 0 16,-4 8 0-16,4-1 0 0,2-4-272 0,0 6-48 15,-2 5-16-15,2 1 0 0,-1 3-224 0,-1-3 0 16,-4-3-192-16,1-2 192 0,1-2-320 0,-2-1 32 15,1-2 16-15,-4-5-10672 0</inkml:trace>
        </inkml:traceGroup>
      </inkml:traceGroup>
    </inkml:traceGroup>
  </inkml:traceGroup>
</inkml:ink>
</file>

<file path=ppt/ink/ink2.xml><?xml version="1.0" encoding="utf-8"?>
<inkml:ink xmlns:inkml="http://www.w3.org/2003/InkML">
  <inkml:definitions>
    <inkml:context xml:id="ctx0">
      <inkml:inkSource xml:id="inkSrc0">
        <inkml:traceFormat>
          <inkml:channel name="X" type="integer" max="25977" units="cm"/>
          <inkml:channel name="Y" type="integer" max="17318" units="cm"/>
          <inkml:channel name="F" type="integer" max="65535" units="dev"/>
          <inkml:channel name="T" type="integer" max="2.14748E9" units="dev"/>
        </inkml:traceFormat>
        <inkml:channelProperties>
          <inkml:channelProperty channel="X" name="resolution" value="1000.26953" units="1/cm"/>
          <inkml:channelProperty channel="Y" name="resolution" value="1000.46216" units="1/cm"/>
          <inkml:channelProperty channel="F" name="resolution" value="0" units="1/dev"/>
          <inkml:channelProperty channel="T" name="resolution" value="1" units="1/dev"/>
        </inkml:channelProperties>
      </inkml:inkSource>
      <inkml:timestamp xml:id="ts0" timeString="2021-10-27T01:36:54.090"/>
    </inkml:context>
    <inkml:brush xml:id="br0">
      <inkml:brushProperty name="width" value="0.09333" units="cm"/>
      <inkml:brushProperty name="height" value="0.09333" units="cm"/>
      <inkml:brushProperty name="color" value="#3165BB"/>
      <inkml:brushProperty name="fitToCurve" value="1"/>
    </inkml:brush>
  </inkml:definitions>
  <inkml:traceGroup>
    <inkml:annotationXML>
      <emma:emma xmlns:emma="http://www.w3.org/2003/04/emma" version="1.0">
        <emma:interpretation id="{1E858821-DF4D-4A47-9635-6B52BDF0932D}" emma:medium="tactile" emma:mode="ink">
          <msink:context xmlns:msink="http://schemas.microsoft.com/ink/2010/main" type="writingRegion" rotatedBoundingBox="1081,8349 2540,8349 2540,9250 1081,9250"/>
        </emma:interpretation>
      </emma:emma>
    </inkml:annotationXML>
    <inkml:traceGroup>
      <inkml:annotationXML>
        <emma:emma xmlns:emma="http://www.w3.org/2003/04/emma" version="1.0">
          <emma:interpretation id="{EEF75640-E6CC-43D0-8C6D-99DB1DDEE17E}" emma:medium="tactile" emma:mode="ink">
            <msink:context xmlns:msink="http://schemas.microsoft.com/ink/2010/main" type="paragraph" rotatedBoundingBox="1081,8349 2540,8349 2540,9250 1081,9250" alignmentLevel="1"/>
          </emma:interpretation>
        </emma:emma>
      </inkml:annotationXML>
      <inkml:traceGroup>
        <inkml:annotationXML>
          <emma:emma xmlns:emma="http://www.w3.org/2003/04/emma" version="1.0">
            <emma:interpretation id="{F8B0EC19-853B-4538-A54B-A52DE1903ECE}" emma:medium="tactile" emma:mode="ink">
              <msink:context xmlns:msink="http://schemas.microsoft.com/ink/2010/main" type="line" rotatedBoundingBox="1081,8349 2540,8349 2540,9250 1081,9250"/>
            </emma:interpretation>
          </emma:emma>
        </inkml:annotationXML>
        <inkml:traceGroup>
          <inkml:annotationXML>
            <emma:emma xmlns:emma="http://www.w3.org/2003/04/emma" version="1.0">
              <emma:interpretation id="{E186716F-C065-4850-9B47-BBA7D9E44359}" emma:medium="tactile" emma:mode="ink">
                <msink:context xmlns:msink="http://schemas.microsoft.com/ink/2010/main" type="inkWord" rotatedBoundingBox="1081,8349 2540,8349 2540,9250 1081,9250"/>
              </emma:interpretation>
              <emma:one-of disjunction-type="recognition" id="oneOf0">
                <emma:interpretation id="interp0" emma:lang="" emma:confidence="1">
                  <emma:literal/>
                </emma:interpretation>
              </emma:one-of>
            </emma:emma>
          </inkml:annotationXML>
          <inkml:trace contextRef="#ctx0" brushRef="#br0">1 177 911 0,'0'0'0'0,"0"0"0"0,0 0 0 0,0 0 0 16,0 0 2432-16,0 0 384 0,0 0 96 0,0 0 16 16,0 0-1584-16,0 0-304 0,0 0-64 0,0 0-16 15,0 0-256-15,0 0-48 0,0 0-16 0,0 0 0 16,-2-13 160-16,2 3 32 0,0 2 0 0,0 0 0 15,0 8-336-15,2-10-64 0,-2 0-16 0,0 2 0 16,0 8-272-16,0 0-144 0,0 0 160 0,0 0-160 16,3-11 176-16,0-1-176 0,-3 12 192 0,7-11-192 15,-1-4 320-15,1 7-32 0,-7 8-16 0,0 0 0 16,8-9 288-16,2-1 48 0,-1-2 16 0,1 4 0 16,-10 8-64-16,15-4-16 0,-2 0 0 0,0 3 0 15,-1-3-224-15,3 3-64 0,-2 1 0 0,-13 0 0 0,15 1 64 16,-2 3 16-16,-13-4 0 0,16 5 0 0,-3 1-64 15,-13-6-16-15,13 3 0 0,-13-3 0 0,9 13-80 0,0-1-32 16,-9-12 0-16,4 13 0 0,-4-13-144 0,5 17 160 16,-1 0-160-16,-3-3 160 0,-1-1-160 0,-1 2 0 15,-4 1 0-15,0-1 0 0,5-15 0 0,-3 13 0 16,-2-2 0-16,0-1 0 0,-2-1-192 0,1 8 192 16,-1 0-192-16,1-4 192 0,6-13-192 0,-7 13 192 15,1 4-160-15,1-3 160 0,-1-1 0 0,1 0 0 16,5-13 0-16,-5 16 0 0,-2-1 0 0,1-4 0 15,6-11 0-15,-8 13 160 0,1 5-160 0,1-5 0 16,6-13 144-16,-10 6-144 0,2 1 0 0,-2-1 0 0,-1-1 0 16,11-5 0-16,0 0 0 0,-10 8-128 0,10-8 0 15,-10 9 0-15,10-9 128 0,-6 9 0 0,-1-1 0 0,7-8 0 16,0 0 0-16,0 0 0 0,0 0 0 0,0 0 0 16,0 0 0-16,0 0 176 0,15 7-48 0,0-1 0 15,-1-1 80-15,2-3 16 0,1-4 0 0,-1 2 0 16,0 5-48-16,0-3-16 0,-1-4 0 0,1 2 0 15,2-3-160-15,-2 3 0 0,-1 1 0 0,1 1 0 16,0-5-192-16,0 0 16 0,-1-2 16 0,0 3 0 16,1 2-432-1,-2-2-96-15,-1-1-16 0,-13 3-8272 0,0 0-1664 0</inkml:trace>
          <inkml:trace contextRef="#ctx0" brushRef="#br0" timeOffset="909.1684">860-112 1839 0,'0'0'160'0,"0"0"-160"0,-11-5 0 0,1 2 0 0,10 3 1952 0,0 0 352 15,-13 0 80-15,2-2 16 0,-1-1-1600 0,12 3-320 16,-11-3-64-16,11 3-16 0,-13 0 304 0,2 1 64 16,11-1 16-16,-12 4 0 0,12-4-96 0,-11 0-32 15,11 0 0-15,-13 3 0 0,2 0-144 0,-1 2-16 16,4 0-16-16,8-5 0 0,-10 6-80 0,1-1-16 16,-1 2 0-16,2-1 0 0,-2 1-128 0,10-7-48 15,0 0 0-15,-11 9 0 0,3 1 48 0,1 0 0 16,2 1 0-16,5-11 0 0,-8 10 16 0,3 3 16 15,2 1 0-15,-2-2 0 0,-3-6-96 0,8-6 0 16,-6 13-16-16,6-13 0 0,-8 10-176 0,8-10 192 16,-7 11-192-16,1 2 192 0,-3 2-192 0,3-1 0 15,6-14 0-15,-3 13-176 0,0 2 176 0,3-2 0 16,-2-2 0-16,4 2 0 0,1-1 0 0,0 1 0 0,0 1 0 0,2 2 0 16,3 1 0-16,2 0 176 0,0 0-176 0,-2 2 192 15,-2 2-64-15,2 0-128 0,4-4 192 0,-3-5-64 16,-9-12-128-16,12 10 160 0,-1 0-160 0,-1-4 160 15,-10-6 96-15,13 2 0 0,-13-2 16 0,14 3 0 16,-2 5 176-16,-12-8 16 0,14 0 16 0,1-3 0 16,-2 0-96-16,0 0-32 0,-13 3 0 0,15-7 0 15,-1 2-224-15,-3-1-128 0,-11 6 160 0,12-8-160 16,-2 0 0-16,-10 8 128 0,9-8-128 0,-9 8 0 16,0 0 272-16,0 0 16 0,0 0 0 0,0 0 0 15,2-17 80-15,-5 4 16 0,-2 2 0 0,-3 3 0 16,-2 1-384-16,0 1-256 0,-1-5 32 0,0 2 16 0,-2 1-112 15,0 0-32-15,-2-3 0 0,0 4 0 0,1 6 96 0,-1 1 32 16,1 0 0-16,-1 0 0 0,2-2 224 0,0 2-192 16,0 0 192-16,0 3-192 0,2 1 192 0,-1 0 0 15,-1 1 0-15,2-1 0 0,0-3-224 0,-1 4 48 16,1 3 16-16,11-8 0 16,-10 7-448-16,10-7-96 0,-6 16 0 0,1-6-7072 15,5-10-1408-15</inkml:trace>
          <inkml:trace contextRef="#ctx0" brushRef="#br0" timeOffset="1888.0212">972 749 1839 0,'0'0'160'0,"-15"0"-160"16,-1-2 0-16,2 1 0 0,2-4 1792 0,1 1 336 15,-1 3 64-15,1 2 16 0,11-1-288 0,-13 4-64 16,2-4-16-16,-1-2 0 0,1 4-624 0,0-1-128 15,-1-1-32-15,1 2 0 0,-2-2-480 0,-1 3-112 16,-1 2-16-16,0-2 0 0,-1-3-144 0,0 0-48 16,-2 0 0-16,-3 2 0 0,-2 0 256 0,-1-1 32 15,-2-1 16-15,-3 3 0 0,-2 1-48 0,-1-1 0 16,-1-5 0-16,-1 2 0 0,-3 2-16 0,0 1-16 16,-2-3 0-16,1-1 0 0,1 1-64 0,0-2-16 15,-2 0 0-15,0 2 0 0,2 4-240 0,-1-3-160 0,3-1 192 16,-1-1-192-16,2-3 176 0,0 3-176 0,-2 4 160 15,1-1-160-15,-1-4 128 0,7 2-128 0,6-2 0 0,-3 1 144 16,-5-1-144-16,4 0 0 0,2-1 0 0,3 2 128 16,1 1-128-16,0 0 0 0,-1 0 0 0,5 1-176 31,2 1-240-31,2 1-48 0,13-3-16 0,0 0-8256 0,-11 0-1648 0</inkml:trace>
        </inkml:traceGroup>
      </inkml:traceGroup>
    </inkml:traceGroup>
  </inkml:traceGroup>
</inkml:ink>
</file>

<file path=ppt/ink/ink3.xml><?xml version="1.0" encoding="utf-8"?>
<inkml:ink xmlns:inkml="http://www.w3.org/2003/InkML">
  <inkml:definitions>
    <inkml:context xml:id="ctx0">
      <inkml:inkSource xml:id="inkSrc0">
        <inkml:traceFormat>
          <inkml:channel name="X" type="integer" max="25977" units="cm"/>
          <inkml:channel name="Y" type="integer" max="17318" units="cm"/>
          <inkml:channel name="F" type="integer" max="65535" units="dev"/>
          <inkml:channel name="T" type="integer" max="2.14748E9" units="dev"/>
        </inkml:traceFormat>
        <inkml:channelProperties>
          <inkml:channelProperty channel="X" name="resolution" value="1000.26953" units="1/cm"/>
          <inkml:channelProperty channel="Y" name="resolution" value="1000.46216" units="1/cm"/>
          <inkml:channelProperty channel="F" name="resolution" value="0" units="1/dev"/>
          <inkml:channelProperty channel="T" name="resolution" value="1" units="1/dev"/>
        </inkml:channelProperties>
      </inkml:inkSource>
      <inkml:timestamp xml:id="ts0" timeString="2021-10-27T01:36:58.947"/>
    </inkml:context>
    <inkml:brush xml:id="br0">
      <inkml:brushProperty name="width" value="0.09333" units="cm"/>
      <inkml:brushProperty name="height" value="0.09333" units="cm"/>
      <inkml:brushProperty name="color" value="#3165BB"/>
      <inkml:brushProperty name="fitToCurve" value="1"/>
    </inkml:brush>
    <inkml:brush xml:id="br1">
      <inkml:brushProperty name="width" value="0.09333" units="cm"/>
      <inkml:brushProperty name="height" value="0.09333" units="cm"/>
      <inkml:brushProperty name="color" value="#177D36"/>
      <inkml:brushProperty name="fitToCurve" value="1"/>
    </inkml:brush>
    <inkml:brush xml:id="br2">
      <inkml:brushProperty name="width" value="0.09333" units="cm"/>
      <inkml:brushProperty name="height" value="0.09333" units="cm"/>
      <inkml:brushProperty name="fitToCurve" value="1"/>
    </inkml:brush>
  </inkml:definitions>
  <inkml:traceGroup>
    <inkml:annotationXML>
      <emma:emma xmlns:emma="http://www.w3.org/2003/04/emma" version="1.0">
        <emma:interpretation id="{0EC5AA26-4F51-4966-A464-6E7E9AB46564}" emma:medium="tactile" emma:mode="ink">
          <msink:context xmlns:msink="http://schemas.microsoft.com/ink/2010/main" type="writingRegion" rotatedBoundingBox="3038,8861 19086,7891 19179,9424 3130,10395"/>
        </emma:interpretation>
      </emma:emma>
    </inkml:annotationXML>
    <inkml:traceGroup>
      <inkml:annotationXML>
        <emma:emma xmlns:emma="http://www.w3.org/2003/04/emma" version="1.0">
          <emma:interpretation id="{5075B228-E496-4C91-9EAF-AEA372677F3D}" emma:medium="tactile" emma:mode="ink">
            <msink:context xmlns:msink="http://schemas.microsoft.com/ink/2010/main" type="paragraph" rotatedBoundingBox="3038,8877 11401,8354 11453,9180 3090,9703" alignmentLevel="1"/>
          </emma:interpretation>
        </emma:emma>
      </inkml:annotationXML>
      <inkml:traceGroup>
        <inkml:annotationXML>
          <emma:emma xmlns:emma="http://www.w3.org/2003/04/emma" version="1.0">
            <emma:interpretation id="{D9D60FD2-7D14-4B46-8A2A-B9ED67C5FB12}" emma:medium="tactile" emma:mode="ink">
              <msink:context xmlns:msink="http://schemas.microsoft.com/ink/2010/main" type="line" rotatedBoundingBox="3038,8877 11401,8354 11453,9180 3090,9703"/>
            </emma:interpretation>
          </emma:emma>
        </inkml:annotationXML>
        <inkml:traceGroup>
          <inkml:annotationXML>
            <emma:emma xmlns:emma="http://www.w3.org/2003/04/emma" version="1.0">
              <emma:interpretation id="{8798EA74-437A-461F-B92D-023BE7316AD2}" emma:medium="tactile" emma:mode="ink">
                <msink:context xmlns:msink="http://schemas.microsoft.com/ink/2010/main" type="inkWord" rotatedBoundingBox="3050,9061 3354,9042 3374,9369 3070,9388"/>
              </emma:interpretation>
            </emma:emma>
          </inkml:annotationXML>
          <inkml:trace contextRef="#ctx0" brushRef="#br0">1484 617 14111 0,'0'0'624'0,"0"0"128"15,0 0-608-15,7 13-144 0,-1 2 0 0,-6-15 0 0,0 0 2000 0,10 8 368 16,0 3 80-16,-1-1 16 0,-9-10-1536 0,13 10-304 16,-1-4-64-16,-12-6-16 0,6 15-384 0,2-4-160 15,2-3 128-15,-2 0-128 0,-8-8 0 0,10 13 0 16,-4-1 0-16,3-3 0 0,0 1 0 0,-1 2 0 15,-3-1 0-15,2 2 0 0,-1 0 0 0,1-3 0 0,-7-10 0 16,0 0 0-16,5 11 0 0,-5-11-224 0,3 11 32 0,-3-11-10816 16</inkml:trace>
          <inkml:trace contextRef="#ctx0" brushRef="#br0" timeOffset="-320.2211">1786 568 14447 0,'0'0'640'0,"0"0"128"0,0 0-608 0,0 0-160 15,0 0 0-15,0 0 0 0,0 0 1296 0,0 0 240 16,0 0 32-16,0 0 16 0,0 0-832 0,0 0-176 16,0 0-16-16,-7 10-16 0,7-10-48 0,-11 8-16 15,5 0 0-15,-1 0 0 0,7-8 128 0,-10 9 32 16,2-1 0-16,-2 3 0 0,-1 2-368 0,0 2-64 15,1-2-16-15,-1 3 0 0,-2 0-192 0,0 0 0 16,-2 2 0-16,2 0 0 0,2 0 0 0,0-2 0 0,-1 0-128 0,-1-1 128 16,2 0-160-16,1-2 32 0,2 0 0 15,0-2 0-15,1 0-80 0,3-1-16 0,0 0 0 0,4-10 0 32,0 0-240-32,0 0-48 0,0 0-16 0,0 0 0 15,-6 10-720-15,6-10-144 0,0 0-16 0</inkml:trace>
          <inkml:trace contextRef="#ctx0" brushRef="#br0" timeOffset="-154.03">1586 677 13647 0,'0'0'592'0,"0"0"144"0,-11-5-592 0,1 0-144 16,1 2 0-16,9 3 0 15,-13-6-1408-15,1 1-320 0</inkml:trace>
        </inkml:traceGroup>
        <inkml:traceGroup>
          <inkml:annotationXML>
            <emma:emma xmlns:emma="http://www.w3.org/2003/04/emma" version="1.0">
              <emma:interpretation id="{1DD7F9E4-5E14-4B48-ABAF-9367D0B05BBB}" emma:medium="tactile" emma:mode="ink">
                <msink:context xmlns:msink="http://schemas.microsoft.com/ink/2010/main" type="inkWord" rotatedBoundingBox="3839,8927 5003,8854 5034,9341 3869,9414"/>
              </emma:interpretation>
              <emma:one-of disjunction-type="recognition" id="oneOf0">
                <emma:interpretation id="interp0" emma:lang="" emma:confidence="1">
                  <emma:literal/>
                </emma:interpretation>
              </emma:one-of>
            </emma:emma>
          </inkml:annotationXML>
          <inkml:trace contextRef="#ctx0" brushRef="#br0" timeOffset="488.7264">2271 453 4607 0,'0'0'400'0,"0"0"-400"16,0 0 0-16,0 0 0 0,0 0 3744 0,0 0 672 15,0 0 128-15,0 0 16 0,0 0-3472 0,0 0-688 16,0 0-144-16,0 0-16 0,0 0-240 0,0 0 0 15,0 0 0-15,3 11 0 0,-3-11-128 0,0 0 128 16,5 17 0-16,-2-1 0 0,0-2 368 0,2 1 176 0,2 1 32 16,-3 2 16-16,0 0-16 0,-1 0-16 0,-1 0 0 0,-1 3 0 15,1 2-384-15,1-1-176 0,0-1 160 0,-1 2-160 16,-2-2 0-16,2 0 0 0,-1-1 0 0,2-2 0 16,2 0 128-16,0-2-128 0,0 0 0 0,-2 0 0 15,-1-1 0-15,-2-2 128 0,0-13-128 0,1 11 0 16,-1-11 0-16,2 15 0 0,0-2 0 0,-2-13 0 15,0 0-256-15,0 0-80 0,0 0-32 0,0 0 0 16,0 0-880 0,0 0-176-16,0 0-48 0</inkml:trace>
          <inkml:trace contextRef="#ctx0" brushRef="#br0" timeOffset="1088.7161">2845 500 8287 0,'0'0'368'0,"0"0"80"0,0 0-448 0,0 0 0 16,0 0 0-16,0 0 0 0,0 0 3168 0,0 0 544 15,0 0 128-15,0 0 0 0,0 0-2816 0,0 0-560 16,0 0-112-16,0 0-32 0,0 0-32 0,0 0-16 0,-10 7 0 16,10-7 0-16,-11 4-112 0,11-4-32 0,-17 4 0 0,4-1 0 15,13-3 128-15,-13 6 0 0,2 1 16 0,0-1 0 16,11-6-16-16,-13 7-16 0,3 1 0 0,2 0 0 16,-2 2-240-16,2 0 0 0,0-1 128 0,8-9-128 15,0 0 0-15,-7 13 0 0,7-13 128 0,-8 15-128 16,2 3 0-16,3-2 0 0,3-16 0 0,-4 16 0 15,-1-1 0-15,2-2 0 0,2-2 0 0,1 1 0 16,1 1 160-16,1 0-160 0,-2-2 160 0,0-11-160 16,5 13 0-16,0 2 0 0,-1-4 0 0,-4-11 0 15,5 13 0-15,0-3 0 0,-5-10 0 0,8 10 0 16,-8-10 0-16,12 8 0 0,-3 0 0 0,-9-8 0 16,0 0 0-16,15 3 0 0,0 0 0 0,-1-1 0 15,1-2 240-15,-2 0 0 0,3 0 0 0,-1 0 0 16,-1-2-96-16,-1 1-16 0,0 1 0 0,0-4 0 0,0-2-128 0,0-2 160 15,-3-2-160-15,-1-1 160 0,0-1-160 0,-1-2 0 16,-2-6 0-16,-1 4 0 0,-2 1 0 0,0-3 0 16,-1-3-160-16,-2 2 160 0,-2 1-128 0,-1 3 128 15,-2 4 0-15,0-4-144 0,1-6 144 0,-1 7 0 16,0 2 0-16,-2 3 128 0,-2-3-128 0,-1 2 144 16,-1 2-144-16,-1 0 160 0,-1 2-288 0,2-4-64 15,1-3-16-15,0 5 0 16,-1 5-688-16,11 3-144 0,0 0-32 0,-10-5 0 15,10 5-624-15,0 0-128 0,0 0-32 0</inkml:trace>
          <inkml:trace contextRef="#ctx0" brushRef="#br0" timeOffset="1742.7203">3402 537 1839 0,'0'0'160'0,"0"0"-160"16,0 0 0-16,0 0 0 0,-9-8 3232 0,1 3 608 0,8 5 128 0,-12-3 32 0,2-2-2240 0,10 5-448 15,-9-9-96-15,1 2 0 0,8 7-752 0,-10-5-144 16,2-1-16-16,8 6-16 0,-12-4-288 0,12 4 0 16,-11-3 0-16,11 3 0 0,-11 0 208 0,11 0-16 15,-13 3 0-15,13-3 0 0,-12 7 128 0,3-1 32 16,9-6 0-16,-10 9 0 0,0-1-160 0,2 1-16 15,0 3-16-15,0-2 0 0,8-10-160 0,-11 9 0 16,-1 1 0-16,2 0 128 0,-1 0-128 0,3-2 0 16,8-8 0-16,-6 11 128 0,1 2-128 0,0-3 0 15,5-10 0-15,-5 13 0 0,0 1 0 0,3-2 0 0,1-3-144 0,1 1 144 16,1 3 0-16,1-1 0 0,0-1 0 16,1 0 0-16,3 1 0 0,1 1 0 0,-2-2 0 0,0 0 0 15,1 2-224-15,2 0 64 0,0-1 16 0,0-2 0 16,2-1-32-16,2-1 0 0,0-1 0 0,3-1 0 15,-2-2 400-15,-13-4 80 0,15 1 16 0,-1-1 0 16,-1-5 480-16,0 1 96 0,-3-3 32 0,0-1 0 16,-1-3-272-16,3-1-48 0,-1 1-16 0,0-2 0 15,-2 0-592-15,-1-2 0 0,-2 1 0 0,2-1 0 16,2 2-512-16,0 0-128 16,-2-2-32-16,0 7 0 0,-8 8 224 0,0 0 32 0,6-6 16 0,-6 6 0 15,5-8 400-15,-5 8 0 0,0 0 0 0,0 0 0 16,-3-15 0-16,-4 5 128 0,7 10 0 0,-11-11 0 0,-2-4-128 0,0-1 0 15,0-2 0-15,-1 0 0 16,-3 5-624-16,3 2-144 0,1 0-16 0,2-1-9984 16</inkml:trace>
        </inkml:traceGroup>
        <inkml:traceGroup>
          <inkml:annotationXML>
            <emma:emma xmlns:emma="http://www.w3.org/2003/04/emma" version="1.0">
              <emma:interpretation id="{0DFD24FB-9F4E-4537-BBBE-18857B3BB642}" emma:medium="tactile" emma:mode="ink">
                <msink:context xmlns:msink="http://schemas.microsoft.com/ink/2010/main" type="inkWord" rotatedBoundingBox="5684,8804 8081,8654 8127,9388 5730,9538"/>
              </emma:interpretation>
              <emma:one-of disjunction-type="recognition" id="oneOf1">
                <emma:interpretation id="interp1" emma:lang="" emma:confidence="1">
                  <emma:literal/>
                </emma:interpretation>
              </emma:one-of>
            </emma:emma>
          </inkml:annotationXML>
          <inkml:trace contextRef="#ctx0" brushRef="#br0" timeOffset="3469.6045">4309 612 3679 0,'0'0'160'0,"0"0"32"0,0 0-192 0,0 0 0 16,0 0 0-16,-12 10 0 0,12-10 3792 0,-11 6 720 15,11-6 144-15,0 0 16 0,0 0-3664 0,0 0-752 16,-11-1-128-16,11 1-128 0,0 0 0 0,0 0 0 16,0 0 0-16,0 0 0 0,-12 3 192 0,12-3 96 15,0 0 32-15,-11 5 0 0,11-5 544 0,0 0 112 16,0 0 32-16,-11 6 0 0,-2-2-464 0,13-4-96 16,-15 3 0-16,15-3-16 0,0 0-432 0,-13 5-304 15,2-2 48-15,11-3 16 16,-15 2-880-16,2-2-176 0,0-2-48 0,13 2 0 15,0 0-464-15,-11-3-112 0</inkml:trace>
          <inkml:trace contextRef="#ctx0" brushRef="#br0" timeOffset="3058.0716">4386 409 1839 0,'0'0'0'0,"0"0"160"0,0 0-160 0,0 0 0 0,0 0 0 0,0 0 0 16,0 0 1728-16,0 0 304 0,0 0 64 0,0 0 16 15,0 0-1536-15,0 0-320 0,0 0-48 0,0 0-16 16,0 0 656-16,0 0 128 0,0 0 32 0,0 0 0 15,0 0 16-15,0 0 0 0,0 0 0 0,0 0 0 16,0 0-352-16,0 0-64 0,0 0-16 0,0 0 0 16,0 0-32-16,0 0-16 0,0 0 0 0,0 0 0 0,0 0-96 0,0 0 0 15,0 0-16-15,0 0 0 0,-11 5 64 0,11-5 16 16,-11 2 0-16,11-2 0 0,-12 5-240 0,12-5-32 16,-13 0-16-16,13 0 0 0,-12 3-80 0,0 0-16 15,1 2 0-15,11-5 0 0,-13-2 80 0,1 4 16 16,1-1 0-16,11-1 0 0,-14 0 32 0,2 0 16 15,12 0 0-15,-13 2 0 0,0 0-16 0,0-2 0 16,0-4 0-16,13 4 0 0,-11 4-112 0,11-4-16 16,0 0-128-16,0 0 192 0,-15 0-192 0,15 0 0 15,-13 0 0-15,13 0-160 0,0 0-80 0,0 0-16 16,0 0 0-16,0 0 0 16,0 0-448-16,0 0-112 0,0 0-16 0,0 0 0 15,0 0-1616-15,0 0-336 0</inkml:trace>
          <inkml:trace contextRef="#ctx0" brushRef="#br0" timeOffset="4656.1573">4730 456 2751 0,'0'0'256'0,"0"0"-256"16,0 0 0-16,0 0 0 0,0 0 2592 0,0 0 480 16,0 0 80-16,0 0 32 0,0 0-2032 0,0 0-416 15,0 0-80-15,0 0-16 0,-1-16 0 0,2 6 0 0,-1 10 0 16,0 0 0-16,0-11-144 0,3 1-48 0,2 0 0 0,-5 10 0 15,0 0 64-15,0 0 16 0,8-11 0 0,-8 11 0 16,13-5 48-16,-13 5 16 0,0 0 0 0,15-5 0 16,1 2-32-16,-3 0-16 0,-13 3 0 0,15-5 0 15,-2 0 80-15,0-3 16 0,-2-3 0 0,-1 1 0 16,0 0-176-16,-10 10-16 0,12-2-16 0,-12 2 0 16,13-4-176-16,-3 2-16 0,-10 2-16 0,0 0 0 15,0 0 16-15,13 0 0 0,-3-5 0 0,-10 5 0 16,11 13-240-16,-1-5 128 0,-10-8-128 0,13 12 0 15,-2 4 0-15,-1 0 0 0,-2-1 0 0,-1-2 0 16,-7-13 0-16,4 13 0 0,-4-13 0 0,4 14 144 16,-1 1-16-16,-3-15 0 0,0 0 0 0,3 18 0 15,-3 0 16-15,-1-2 0 0,-3-3 0 0,1 1 0 0,0 3-144 16,-2-3 160-16,-1-1-160 0,1 0 160 0,5-13-160 16,-8 15 0-16,1 1 0 0,-1-3 0 0,0-6 0 0,0 2 0 15,-2 4 0-15,2-1 0 0,1-3 0 0,-1 1 0 16,-3-2 0-16,1 2 0 0,0 0 0 0,1 0 0 15,-1-2 0-15,2 1 0 0,8-9 0 0,-11 7 0 16,-1-2 0-16,12-5 0 0,0 0 0 0,-8 8 0 16,8-8 0-16,0 0 0 0,-8 10-176 0,8-10 176 15,0 0-128-15,0 0 128 0,0 0 0 0,0 0 0 16,0 0 0-16,0 0 0 0,0 0 0 0,0 0 0 16,0 0 0-16,8 13 0 0,-8-13 0 0,8 9 0 15,-8-9 0-15,12 9 128 0,-3-1-128 0,-9-8 0 16,15 5 0-16,-2-2 0 0,0 0 0 0,-13-3 128 15,14 5-128-15,-1-5 0 0,0-2 0 0,2 1 0 0,1-1 0 0,-1 0 128 16,-15 2-128-16,13-3 0 0,-13 3 0 0,0 0 0 16,14-3 0-16,-14 3-192 0,0 0 64 0,13-3 0 31,-13 3-576-31,13-4-128 0,-13 4 0 0,0 0-8448 0,8-8-1696 0</inkml:trace>
          <inkml:trace contextRef="#ctx0" brushRef="#br0" timeOffset="9264.7466">5648 273 11103 0,'0'0'240'0,"0"0"48"0,0 0 16 0,0 0 16 0,0 0-320 0,0 0 0 0,0 0 0 15,0 0 0-15,13-4 128 0,-13 4-128 0,13-11 128 16,-3 5-128-16,-10 6 192 0,0 0-16 0,0 0-16 0,0 0 0 15,0 0 288-15,0 0 48 0,11 4 16 0,-11-4 0 16,0 0 272-16,0 0 64 0,0 0 16 0,0 0 0 16,0 0-96-16,0 0 0 0,0 0-16 0,0 0 0 15,0 0-256-15,0 0-48 0,0 0-16 0,0 0 0 16,0 0-160-16,0 0-16 0,0 0-16 0,0 0 0 16,0 0-32-16,0 0 0 0,0 0 0 0,0 0 0 15,0 0-16-15,0 0 0 0,0 0 0 0,0 0 0 16,0 0-64-16,0 0 0 0,0 0-128 0,0 0 192 15,0 0-192-15,0 0 176 0,-13 2-176 0,13-2 160 16,-15 0-32-16,15 0-128 0,0 0 192 0,-11 2-64 0,11-2 48 0,-11 3 0 16,1 2 0-16,10-5 0 0,-15 3 48 0,4-3 16 15,0-3 0-15,11 3 0 0,-10-5-16 0,10 5 0 16,-13-3 0-16,2-1 0 0,1 0-80 0,10 4-16 16,-11 3 0-16,11-3 0 0,-13-5-128 0,13 5 0 15,-13 0 144-15,13 0-144 0,-13 0 128 0,13 0-128 16,0 0 160-16,0 0-160 0,-15 0 128 0,15 0-128 15,-11-5 0-15,11 5 0 0,-10 7 128 0,10-7-128 16,0 0 0-16,0 0 0 0,0 0 0 0,0 0 0 16,0 0 0-16,0 0 0 0,0 0 128 0,0 0-128 15,0 0 0-15,0 0 144 0,-11 4 16 0,11-4 0 16,0 0 0-16,0 0 0 0,0 0 32 0,0 0 16 16,0 0 0-16,0 0 0 0,0 0-80 0,-7 10-128 0,7-10 176 15,0 0-176-15,0 0 0 0,-3 13 0 0,1 3 0 16,2-16 0-16,0 0 0 0,0 0 0 0,0 0 0 0,0 0 0 15,2 22 0-15,-2-5 0 0,-2-2 0 0,1-2 0 16,1-13 0-16,0 0 0 0,0 0 0 0,0 0 0 16,-5 16 0-16,2-3 0 0,3-13 0 0,0 0 0 15,0 0 0-15,0 0 0 0,0 0 0 0,0 0 0 16,0 0 0-16,0 0 0 0,0 0 0 0,0 0 0 16,0 0 0-16,-4 13 0 0,4-13 0 0,0 0 0 15,0 0 0-15,0 0 0 0,0 0 0 0,0 0 0 16,0 0 0-16,0 0 128 0,0 0-128 0,0 0 0 15,0 0 128-15,0 0-128 0,0 0 0 0,0 0 0 16,0 0 0-16,0 0 0 0,0 0 128 0,5-9-128 16,-5 9 0-16,0 0 0 0,0 0 128 0,13-5-128 0,-13 5 0 15,11-12 0-15,-1-1 0 0,0 8 0 16,-10 5 128-16,13 5-128 0,-13-5 0 0,11 4 0 0,-1-4 0 16,-10 0 0-16,13 9 0 0,-3-2 0 0,-10-7 0 0,11 3 0 15,-1 0 0-15,-10-3 0 0,8 8 0 0,-8-8 0 16,0 0 0-16,10 13 0 0,-2 2 128 0,-3-2-128 15,-5-13 0-15,4 11 0 0,-4-11 128 0,5 13-128 16,-5-13 144-16,2 13-144 0,-2-13 128 0,0 0-128 16,-2 13 0-16,2-13 0 0,0 0 0 0,-3 15 0 15,-2-2 0-15,5-13 0 0,-8 10 128 0,8-10-128 16,-10 14 0-16,-1-2 144 0,0-6-144 0,11-6 0 16,-12 8 0-16,1 0 0 0,1 2 0 0,0-2 0 0,10-8 0 15,-12 8 0-15,0 2 0 0,1-2 0 0,-1-3 0 16,12-5 0-16,-11 5 0 0,0-2 0 0,-1 1 0 15,1-3 0-15,11-1 0 0,-13-6-176 0,2-2 48 0,-1 1 0 32,12 7-240-32,-11-6-32 0,3-6-16 0,1 2 0 15,1 2-2016-15,1-1-384 0</inkml:trace>
          <inkml:trace contextRef="#ctx0" brushRef="#br0" timeOffset="10251.776">6517 237 3679 0,'0'0'320'0,"0"0"-320"0,0 0 0 0,0 0 0 16,0 0 3104-16,0 0 544 0,0 0 128 0,0 0 0 15,0 0-2816-15,0 0-576 0,-10 10-128 0,10-10 0 16,0 0 32-16,0 0 16 0,0 0 0 0,-11 6 0 16,0 1 80-16,1 1 0 0,-2 3 16 0,1-3 0 15,1-1 240-15,10-7 64 0,-8 10 0 0,0 1 0 16,-3 2-240-16,1-3-32 0,0-4-16 0,-1 6 0 15,-2 7-112-15,0-3-32 0,2-4 0 0,-2 1 0 16,-2 4-112-16,2 0-32 0,0-3 0 0,0 1 0 16,0-2 64-16,0 0 0 0,-1-3 0 0,1-1 0 0,0 1-64 15,0 3-128-15,-2 0 192 0,2 0-64 0,0-3 0 0,0 3-128 16,-1 0 192-16,1-2-64 0,0-1 0 0,1 0 0 16,1-2 0-16,1 0 0 0,-1-2 0 0,0 1 0 15,-1-1 0-15,3 3 0 0,-1 2-128 0,0-1 0 16,2-2 0-16,0 0 128 0,0 0-128 0,1 2-272 15,1-2 64-15,6-8 16 16,0 0-384-16,0 0-80 0,-7 10-16 0,7-10 0 16,0 0-592-16,0 0-112 0,0 0-32 0</inkml:trace>
          <inkml:trace contextRef="#ctx0" brushRef="#br0" timeOffset="9693.6449">6045 285 16575 0,'3'-8'1472'0,"-3"8"-1168"0,0 0-304 0,0 0 0 16,0 0 2112-16,-6-6 384 0,6 6 64 0,0 0 0 16,-8-7-1552-16,8 7-320 0,0 0-64 0,-8-8-16 15,1-3-352-15,7 11-80 0,0 0-16 0,0 0 0 16,-6-8 0-16,6 8 0 0,0 0 0 0,0 0 0 31,0-10-528-31,0 10-96 0,-2-10-32 0,2 10-7856 0,0 0-1568 0</inkml:trace>
          <inkml:trace contextRef="#ctx0" brushRef="#br0" timeOffset="10607.5249">6517 917 19343 0,'0'0'1728'0,"0"0"-1392"15,0 0-336-15,0 0 0 0,0 0 3392 0,0 0 624 16,0 0 112-16,0 0 32 0,0 0-2784 0,-11-6-544 15,-1-6-128-15,6 1 0 16,3 0-2592-16,1-1-512 0</inkml:trace>
        </inkml:traceGroup>
        <inkml:traceGroup>
          <inkml:annotationXML>
            <emma:emma xmlns:emma="http://www.w3.org/2003/04/emma" version="1.0">
              <emma:interpretation id="{AC2F40A0-FE43-4B8C-90A1-1CD9D9ABB56D}" emma:medium="tactile" emma:mode="ink">
                <msink:context xmlns:msink="http://schemas.microsoft.com/ink/2010/main" type="inkWord" rotatedBoundingBox="10196,8429 11401,8354 11451,9142 10245,9217"/>
              </emma:interpretation>
              <emma:one-of disjunction-type="recognition" id="oneOf2">
                <emma:interpretation id="interp2" emma:lang="" emma:confidence="0">
                  <emma:literal>g</emma:literal>
                </emma:interpretation>
                <emma:interpretation id="interp3" emma:lang="" emma:confidence="0">
                  <emma:literal>5</emma:literal>
                </emma:interpretation>
                <emma:interpretation id="interp4" emma:lang="" emma:confidence="0">
                  <emma:literal>S</emma:literal>
                </emma:interpretation>
                <emma:interpretation id="interp5" emma:lang="" emma:confidence="0">
                  <emma:literal>s</emma:literal>
                </emma:interpretation>
                <emma:interpretation id="interp6" emma:lang="" emma:confidence="0">
                  <emma:literal>9</emma:literal>
                </emma:interpretation>
              </emma:one-of>
            </emma:emma>
          </inkml:annotationXML>
          <inkml:trace contextRef="#ctx0" brushRef="#br1" timeOffset="21261.0607">9557-49 7359 0,'0'0'320'0,"0"0"80"0,13 3-400 0,-13-3 0 15,11-5 0-15,-11 5 0 0,0 0 2272 0,0 0 368 16,0 0 80-16,0 0 16 0,5-9-2192 0,-5 9-544 16,0 0 0-16,0 0 0 0,0 0 0 0,-6-9 0 15,-1-2 0-15,7 11 0 0,-10-5 176 0,10 5 16 16,-11-5 16-16,11 5 0 0,-13 0 464 0,13 0 96 15,-13 5 0-15,2 2 16 0,-1 1-160 0,12-8-48 0,-9 10 0 0,9-10 0 16,-15 6-96-16,2-1-32 0,-1-2 0 0,1 0 0 16,0 2 48-16,0 0 0 0,-2-3 0 0,4-1 0 15,1 1-80-15,10-2-16 0,-13 0 0 0,2-2 0 16,-2 1-208-16,13 1-64 0,0 0 0 0,0 0 0 16,0 0-128-16,-12-4 128 0,12 4-128 0,0 0 128 15,0 0-128-15,0 0 160 0,0 0-160 0,0 0 160 16,0 0-160-16,0 0 128 0,0 0-128 0,0 0 128 15,0 0-128-15,0 0 0 0,0 0 0 0,0 0 0 16,0 0 0-16,0 0 0 0,0 0 0 0,0 0-176 16,4 13 176-16,-4-13-128 0,1 13 128 0,-1-13-128 15,0 0 128-15,8 10 0 0,-8-10 0 0,8 13 0 0,-8-13 0 16,9 10 0-16,-9-10 0 0,8 11 0 0,-2 1 0 16,-6-12 0-16,7 13 128 0,-7-13-128 0,0 0 0 0,8 12 0 15,-8-12 0-15,9 15 128 0,0-2-128 0,-9-13 0 16,0 0 0-16,4 10 128 0,-4-10-128 0,0 0 0 15,0 0 0-15,0 0 0 0,0 0 0 0,0 0 0 16,0 0 0-16,0 0 0 0,0 0 0 0,0 0 0 16,0 0 0-16,0 0 176 0,0 0-48 0,13-2-128 15,-13 2 192-15,0 0-64 0,12-6-128 0,-12 6 192 16,9-8-192-16,-9 8 192 0,12-12-192 0,-2 4 0 16,-10 8 144-16,9-5-144 0,-9 5 0 0,13-3 128 15,-13 3-128-15,13 0 0 0,-13 0 192 0,13 3-48 16,-13-3 0-16,13 5 0 0,-1 2-144 0,-12-7 128 15,0 0-128-15,12 4 128 0,-12-4-128 0,13 7 0 16,-3-4 0-16,0 4 0 0,0 1 0 0,-2 3 0 0,-2 4 0 0,1-2 0 16,-1-2 0-16,2 4 0 0,2 4 0 0,-2-1 0 15,-6-2 0-15,1-3 0 0,-3-13 0 0,3 20 0 16,-4 4 128-16,-3-6-128 0,0-7 0 0,-3 2 128 16,1 2-128-16,-3-2 0 0,0-2 0 0,-1-3 128 15,10-8-128-15,-15 8 0 0,-1 0 0 0,2 0 0 16,-1 2 0-16,0 0 0 0,1-4 0 0,-1-1 0 15,1-2 0-15,-1-1-224 0,2-4 48 0,0 1 16 16,0-1-448 0,2 2-96-16,-2-1 0 0,1-3-16 0,0-2-1744 15,0 3-352-15</inkml:trace>
          <inkml:trace contextRef="#ctx0" brushRef="#br1" timeOffset="20331.6642">8725-12 7887 0,'0'0'160'0,"0"0"32"0,0 0 16 0,0 0 48 0,0 0-256 0,0 0 0 0,0 0 0 0,0 0 0 16,0 0 368-16,0 0 16 0,0 0 16 0,0 0 0 15,0 0-160-15,0 0-48 0,0 0 0 0,0 0 0 16,0 0 656-16,0 0 128 0,0 0 32 0,0 0 0 16,0 0 208-16,0 0 32 0,12-3 16 0,-12 3 0 0,0 0-304 15,0 0-64-15,0 0-16 0,0 0 0 0,8-8-336 0,-8 8-64 16,0 0-16-16,0 0 0 0,0 0-128 0,0 0-16 16,11-8-16-16,-11 8 0 0,0 0 16 0,0 0 16 15,13-5 0-15,-13 5 0 0,0 0 64 0,13-3 16 16,-13 3 0-16,13-5 0 0,-2-2-32 0,1 4-16 15,-12 3 0-15,13-2 0 0,-13 2-96 0,16-1-16 16,-2-1 0-16,-1 2 0 0,-13 0-128 0,13 3-128 16,-13-3 144-16,12 0-144 0,-12 0 160 0,0 0-160 15,14 9 160-15,-14-9-160 0,0 0 192 0,0 0-48 16,10 6-16-16,-10-6 0 0,0 0-128 0,0 0 0 16,13 8 0-16,-3 2 0 0,-5 1 0 0,-5-11 0 15,0 0 0-15,4 13 0 0,-2 0 0 0,-2-13 0 0,2 10 0 0,-2-10 0 16,-4 11 0-16,4-11 0 0,0 0 0 15,-6 12 0-15,-1-3 0 0,1 0 0 0,-2-3 0 0,8-6 0 16,-13 5 0-16,3-2 0 0,10-3 0 0,-11 0 0 16,11 0 0-16,0 0 0 0,0 0 0 0,-11 2 0 15,11-2 0-15,0 0 0 0,0 0 0 0,0 0 0 16,-10 3 0-16,10-3 0 0,0 0 0 0,0 0 0 16,0 0 0-16,0 0 0 0,0 0 0 0,0 0 0 15,0 0 0-15,0 0 0 0,0 0 144 0,0 0-144 16,13 8 0-16,-13-8 0 0,13 7 0 0,0-2 0 15,1 1 0-15,1 1 0 0,-2-1 0 0,-13-6 0 16,16 5 0-16,0 1 0 0,2-1 0 0,-2-1 0 0,-1-4 0 16,-2 4 128-16,0 6-128 0,-13-10 128 0,0 0 128 0,14 3 48 15,-1 1 0-15,-13-4 0 0,15 9-112 0,-15-9 0 16,0 0-16-16,0 0 0 0,13 10-176 0,-13-10 0 16,0 0 0-16,5 12 128 0,3-3-128 0,-8-9 0 15,0 0 0-15,3 13 0 0,-4 0 0 0,-1 0 128 16,2-13-128-16,-3 15 0 0,-1-2 0 0,0-3 0 15,4-10 0-15,-10 9 0 0,0-1 0 0,2 2 0 16,-2 2 0-16,-1 1 0 0,0-5 0 0,11-8 0 16,-12 8-144-16,12-8 144 0,-16 8 0 0,6 0 0 15,10-8 0-15,-9 7 0 0,9-7-192 0,-13 1 64 16,1-2 128-16,12 1-208 16,0 0-224-16,-11 1-32 0,-2-4-16 0,13 3 0 15,0 0-608-15,-10-2-112 0,10 2-16 0,0 0-16 16,-8-9-1568-16,2 0-304 0</inkml:trace>
          <inkml:trace contextRef="#ctx0" brushRef="#br1" timeOffset="21852.7081">9883 668 911 0,'0'0'0'0,"0"0"0"0,0 0 0 0,0 0 0 0,0 0 0 0,0 0 0 16,0 0 3600-16,-13-5 640 0,13 5 128 0,-15-4 32 16,15 4-3312-16,-13-4-640 0,0-1-144 0,-1 1-32 15,-4 0-272-15,2 0 0 0,-4 1 128 0,1 1-128 16,-2 1 448-16,3-1 16 0,-3 4 16 0,0-1 0 0,-2-1 480 0,2 2 80 16,-3-4 32-16,-1 4 0 0,1 0-288 0,3-2-48 15,-2-2-16-15,-1 2 0 0,-4-3-336 0,1 1-64 16,-2 1 0-16,-2-1-16 0,-2-1-304 0,-2 0 0 15,-1-2 0-15,0 1 0 0,1 3 224 0,1-1-64 16,0-1-16-16,1 3 0 0,1 2 112 0,1 1 32 16,0 0 0-16,4 0 0 0,2-1 96 0,1 0 32 15,1-1 0-15,2 1 0 0,3-1 0 0,0 1 0 16,1 1 0-16,-1 0 0 0,3 2-224 0,2 0-64 16,0-2 0-16,0 1 0 0,0-3-128 0,0 1 0 15,0 0 0-15,2-2 0 0,11 0 0 0,0 0-256 16,-13 0 64-16,2 1 16 15,11-1-352-15,0 0-80 0,0 0-16 0,0 0 0 16,0 0-2256-16,0 0-464 0</inkml:trace>
        </inkml:traceGroup>
      </inkml:traceGroup>
    </inkml:traceGroup>
    <inkml:traceGroup>
      <inkml:annotationXML>
        <emma:emma xmlns:emma="http://www.w3.org/2003/04/emma" version="1.0">
          <emma:interpretation id="{57068632-1BAD-434D-9108-6B752EBAFA70}" emma:medium="tactile" emma:mode="ink">
            <msink:context xmlns:msink="http://schemas.microsoft.com/ink/2010/main" type="paragraph" rotatedBoundingBox="10283,8919 19116,8385 19179,9424 10346,9958" alignmentLevel="2"/>
          </emma:interpretation>
        </emma:emma>
      </inkml:annotationXML>
      <inkml:traceGroup>
        <inkml:annotationXML>
          <emma:emma xmlns:emma="http://www.w3.org/2003/04/emma" version="1.0">
            <emma:interpretation id="{2A105993-C8F0-44FF-BB7A-9616E060BD86}" emma:medium="tactile" emma:mode="ink">
              <msink:context xmlns:msink="http://schemas.microsoft.com/ink/2010/main" type="inkBullet" rotatedBoundingBox="10315,9446 10601,9429 10627,9859 10341,9876"/>
            </emma:interpretation>
            <emma:one-of disjunction-type="recognition" id="oneOf3">
              <emma:interpretation id="interp7" emma:lang="" emma:confidence="0">
                <emma:literal>•</emma:literal>
              </emma:interpretation>
            </emma:one-of>
          </emma:emma>
        </inkml:annotationXML>
        <inkml:trace contextRef="#ctx0" brushRef="#br1" timeOffset="22930.8849">9051 1248 911 0,'0'0'0'0,"0"0"0"0,0 0 0 0,0 0 0 0,0 0 0 0,0 0 0 16,0 0 3952-16,0 0 704 0,0 0 144 0,-13 2 16 15,13-2-3344-15,-13 0-688 0,2-4-128 0,-1 1-16 0,12 3 0 0,-12-2 16 16,12 2 0-16,-13-1 0 0,0-2-16 0,1 1 0 15,12 2 0-15,-14 0 0 0,-1-3-496 0,2 1-144 16,0 1 0-16,13 1 0 0,-16 1 0 0,1-1 0 16,2 0 0-16,0 2-128 0,2-1 128 0,0-1-160 15,11 0 160-15,-17 2-160 0,4 0 160 0,13-2 0 16,-13 1 0-16,13-1 0 0,0 0-320 0,-11 2-48 16,11-2 0-16,0 0-6736 15,0 0-1360-15</inkml:trace>
        <inkml:trace contextRef="#ctx0" brushRef="#br1" timeOffset="22602.7344">8759 972 12895 0,'0'0'1152'0,"0"0"-928"16,0 0-224-16,0 0 0 0,10 8 1408 0,-10-8 256 0,0 0 32 0,11 0 16 16,-11 0-1280-16,0 0-256 0,13-3-48 0,-13 3-128 15,15-3 0-15,0 1 0 0,-15 2-240 0,14 0 80 16,-1-1 160-16,0 1 256 0,2 3-64 0,-1-1-16 16,1-4 528-16,-1 2 128 0,1 2 0 0,0 2 16 15,-4 1-16-15,2 0 0 0,-13-5 0 0,18 5 0 16,-4 0-528-16,-14-5-112 0,0 0-32 0,15 0 0 15,-15 0-160-15,11 3 0 0,-11-3 0 0,0 0 0 16,0 0 0-16,0 0 0 0,0 0-192 0,0 0 192 16,0 0 0-16,0 0 0 0,0 0 0 0,0 0 0 15,0 0 0-15,0 0 0 0,0 0 0 0,0 0 0 16,0 0 0-16,0 0 0 0,0 0 0 0,0 0 0 16,-8 15 0-16,0-4 0 0,2-1 0 0,6-10 0 0,-10 10-176 15,0-2 176-15,-1 0-128 0,11-8 128 0,-8 8 0 16,0 2 0-16,8-10 0 0,-10 13-128 0,10-13 128 0,-10 16 0 15,2-2 0-15,2 1 0 0,6-15 0 16,-4 18 0-16,1-2 0 0,1 0 0 0,1-1 0 0,1-2 0 16,0 1 0-16,-2 1 128 0,2-15-128 0,0 18 0 15,0-2 0-15,0-1 128 0,0-1-128 0,-1-1 128 16,1-13-128-16,0 16 128 0,0 1-128 0,0-4 0 16,-2-2-128-16,2-11 128 0,0 0 0 0,-2 13 0 15,2-13 144-15,0 0-144 0,0 0 0 0,0 0-176 16,0 0 0-16,0 0 0 15,0 0-336-15,0 0-64 0,0 0 0 0,0 0-16 16,0 0-1456-16,0 0-304 0</inkml:trace>
      </inkml:traceGroup>
      <inkml:traceGroup>
        <inkml:annotationXML>
          <emma:emma xmlns:emma="http://www.w3.org/2003/04/emma" version="1.0">
            <emma:interpretation id="{1A1F600D-241F-4BCA-AF89-5E14D7FD1336}" emma:medium="tactile" emma:mode="ink">
              <msink:context xmlns:msink="http://schemas.microsoft.com/ink/2010/main" type="line" rotatedBoundingBox="10889,8882 19116,8385 19179,9424 10952,9922"/>
            </emma:interpretation>
          </emma:emma>
        </inkml:annotationXML>
        <inkml:traceGroup>
          <inkml:annotationXML>
            <emma:emma xmlns:emma="http://www.w3.org/2003/04/emma" version="1.0">
              <emma:interpretation id="{9CAB1A40-B6DC-4055-8112-2F672D6DCBBF}" emma:medium="tactile" emma:mode="ink">
                <msink:context xmlns:msink="http://schemas.microsoft.com/ink/2010/main" type="inkWord" rotatedBoundingBox="10925,9471 11188,9455 11215,9906 10952,9922"/>
              </emma:interpretation>
              <emma:one-of disjunction-type="recognition" id="oneOf4">
                <emma:interpretation id="interp8" emma:lang="" emma:confidence="1">
                  <emma:literal/>
                </emma:interpretation>
              </emma:one-of>
            </emma:emma>
          </inkml:annotationXML>
          <inkml:trace contextRef="#ctx0" brushRef="#br1" timeOffset="23714.0902">9361 1055 13983 0,'0'0'624'0,"0"0"128"16,0 0-608-16,0 0-144 0,0 0 0 0,10-3 0 0,-10 3 1296 0,9-7 240 16,-9 7 32-16,8-8 16 0,-8 8-1136 0,10-8-208 15,-10 8-48-15,7-10-16 0,-3-1 144 0,3 1 16 16,-7 10 16-16,0 0 0 0,0 0 464 0,0 0 80 16,10-5 32-16,-10 5 0 0,0 0 160 0,0 0 48 15,14 0 0-15,-14 0 0 0,12-1-560 0,-12 1-128 16,0 0 0-16,13 6-16 0,-2 1-432 0,-11-7 0 15,0 0 0-15,8 14 0 0,-1 1 0 0,-7-15 0 16,0 0-176-16,6 15 176 0,-1 2 0 0,-2-2-128 16,-3-15 128-16,0 0 0 0,2 15 0 0,-2-2 0 15,-2 0 0-15,2-13 0 0,0 0 0 0,0 0 0 0,-3 14 0 16,3-14 0-16,-3 15-144 0,3-15 144 0,0 0-160 16,-8 13 160-16,-1-5-304 0,9-8 48 0,-8 9 0 0,8-9 0 15,0 0 0-15,-11 9 16 0,1-3 0 0,10-6 0 16,0 0 240-16,0 0 0 0,-11 3 0 0,11-3 0 15,0 0 0-15,0 0 0 0,0 0 0 0,0 0 0 16,0 0 0-16,0 0 0 0,0 0 0 0,0 0 0 16,0 0 0-16,0 0 0 0,0 0 0 0,0 0 0 15,0 0 0-15,0 0 128 0,14-1-128 0,-1 1 0 16,0 1 256-16,0-1-48 0,-1 0-16 0,1 4 0 16,-2 2-192-16,2 1 176 0,-2-1-176 0,2-1 160 15,-13-5-160-15,15 6 0 0,-5 2 0 0,-1 1 0 16,-9-9 0-16,10 9 0 0,-10-9 0 0,8 12 0 0,0-3 0 0,-8-9 0 15,7 12 0-15,-7-12 0 0,0 0 0 0,5 14 0 16,-4-2 0-16,-1-12 0 0,0 0 0 0,0 0-144 16,-3 13 144-16,-3-2 0 0,-3-3-128 0,1 0 128 15,0 0 0-15,-3 2 0 0,-2 0 0 0,0-2 0 16,2 0 0-16,-2 2 0 0,-4-4-128 0,4 1 128 16,2-1 0-16,0-1 0 0,-1-2-320 0,1 1 64 15,0-4 0-15,1 0 0 16,10 0-448-16,-11-2-96 0,1-1-16 0,10 3 0 15,0 0-1680-15,0 0-320 0</inkml:trace>
        </inkml:traceGroup>
        <inkml:traceGroup>
          <inkml:annotationXML>
            <emma:emma xmlns:emma="http://www.w3.org/2003/04/emma" version="1.0">
              <emma:interpretation id="{12EF919E-FDD7-4B13-899F-4576E40B8010}" emma:medium="tactile" emma:mode="ink">
                <msink:context xmlns:msink="http://schemas.microsoft.com/ink/2010/main" type="inkWord" rotatedBoundingBox="11754,9051 12013,9036 12030,9322 11771,9338"/>
              </emma:interpretation>
              <emma:one-of disjunction-type="recognition" id="oneOf5">
                <emma:interpretation id="interp9" emma:lang="" emma:confidence="1">
                  <emma:literal/>
                </emma:interpretation>
              </emma:one-of>
            </emma:emma>
          </inkml:annotationXML>
          <inkml:trace contextRef="#ctx0" brushRef="#br1" timeOffset="24814.8677">10202 645 7359 0,'0'0'656'0,"0"0"-528"0,0 0-128 0,0 0 0 15,0 0 2944-15,0 0 544 0,0 0 112 0,0 0 32 16,0 0-2816-16,0 0-560 0,0 0-128 0,-3-10 0 16,0 2-128-16,3 8-256 0,0 0 64 0,0 0 0 15,-7-8 192-15,7 8-208 0,0 0 80 0,0 0 128 16,0 0 416-16,0 0 208 0,0 0 32 0,0 0 16 16,0 0 400-16,0 0 80 0,0 0 0 0,7 11 16 15,-1 2-528-15,-6-13-96 0,8 13-32 0,0-1 0 16,-1 0-256-16,1 1-64 0,0 0-16 0,0-3 0 15,2-2-16-15,0 2 0 0,-1 1 0 0,1-1 0 0,-2-2-160 16,2 2 192-16,3 1-192 0,0 1 192 16,0-3-192-16,2 1 0 0,1 1 0 0,-7-1 0 0,-9-10 0 0,10 10 0 15,2-4-160-15,-12-6 160 0,0 0-240 0,0 0 48 16,0 0 16-16,0 0 0 16,0 0-1936-16,0 0-400 0,0 0-80 0,11-14-16 0</inkml:trace>
          <inkml:trace contextRef="#ctx0" brushRef="#br1" timeOffset="24459.1299">10395 577 1839 0,'0'0'160'0,"0"0"-160"0,0 0 0 0,0 0 0 15,0 0 2928-15,0 0 544 0,0 0 112 0,0 0 32 16,12-4-2560-16,-12 4-512 0,0 0-96 0,0 0-32 16,14-4-272-16,-14 4-144 0,12-4 160 0,-12 4-160 15,0 0 368-15,0 0-32 0,0 0 0 0,0 0 0 16,0 0 496-16,0 0 112 0,12-3 16 0,-12 3 0 16,0 0-96-16,0 0-16 0,0 0 0 0,0 0 0 15,0 0-368-15,0 0-80 0,0 0-16 0,0 0 0 16,-1 16-80-16,-4-3-32 0,5-13 0 0,-8 13 0 0,1 0-48 0,1-1-16 15,-2 1 0-15,1-2 0 0,1 0-48 0,-1 1-16 16,-2-3 0-16,-3 3 0 0,1-1-144 0,0-1 0 16,-1 0 0-16,3-1 0 0,-3 1 0 0,2 0 128 15,1-2-128-15,-1 0 0 0,-1 0 0 0,11-8 0 16,-8 11 0-16,1-3 0 0,7-8-320 0,0 0 16 16,0 0 0-16,-8 12 0 15,0-4-208-15,8-8-32 0,0 0-16 0,0 0 0 16,-3 11-1648-16,3-11-336 0</inkml:trace>
        </inkml:traceGroup>
        <inkml:traceGroup>
          <inkml:annotationXML>
            <emma:emma xmlns:emma="http://www.w3.org/2003/04/emma" version="1.0">
              <emma:interpretation id="{76921D1A-3A21-4B4D-B697-788906C0D2EC}" emma:medium="tactile" emma:mode="ink">
                <msink:context xmlns:msink="http://schemas.microsoft.com/ink/2010/main" type="inkWord" rotatedBoundingBox="12463,8948 14312,8837 14340,9298 12490,9410"/>
              </emma:interpretation>
              <emma:one-of disjunction-type="recognition" id="oneOf6">
                <emma:interpretation id="interp10" emma:lang="" emma:confidence="1">
                  <emma:literal/>
                </emma:interpretation>
              </emma:one-of>
            </emma:emma>
          </inkml:annotationXML>
          <inkml:trace contextRef="#ctx0" brushRef="#br1" timeOffset="25883.1942">11318 564 6447 0,'0'0'576'0,"6"-7"-576"0,2-1 0 0,-8 8 0 16,5-6 2400-16,0-1 368 0,0-4 80 0,0 3 16 15,-5 8-2112-15,5-8-432 0,-5 8-64 0,0 0-32 16,0 0-64-16,5-8-16 0,-5 8 0 0,0 0 0 16,0 0 320-16,0 0 64 0,0 0 16 0,0 0 0 0,0-9 208 0,0 9 32 15,0 0 16-15,0 0 0 0,0 0-80 0,0 0-16 16,0 0 0-16,0 0 0 0,0 0-336 0,0 0-80 16,0 0-16-16,-12 10 0 0,1-3-272 0,11-7 0 15,0 0 0-15,-15 6 0 0,1 4 0 0,-1 0 0 16,4-2 0-16,11-8 0 0,-8 9 160 0,1 1-32 15,-3 0 0-15,4 3 0 0,-2-2 0 0,1 2-128 16,1-1 192-16,3 0-64 0,1 1 32 0,2-13 0 16,-3 13 0-16,-1 0 0 0,0 2 80 0,0-2 16 15,1 0 0-15,3-2 0 0,0-11-96 0,2 13-16 16,-2 2 0-16,1-4 0 0,-1-11-144 0,0 0 0 16,8 13 0-16,1 0 0 0,-3-2 128 0,1 1-128 15,-7-12 0-15,13 10 128 0,-2-2-128 0,2 0 0 16,0-2 0-16,1 1 128 0,3-2 0 0,-1-1 0 0,-2 3 0 15,3-4 0-15,-1-3 48 0,0 0 0 0,-1 0 0 0,-1-1 0 16,-1-3-176-16,-1-2 192 0,-1-6-192 0,0 1 192 16,-3 0-192-16,0-1 128 0,-1 1-128 0,-1-3 128 15,-1-4-128-15,0 1 0 0,-2 4 0 0,-1-1 0 16,1-4-144-16,-1 0 144 0,0-1-192 0,-4 3 192 16,-1 4-208-16,-1-1 64 0,4-3 16 0,-1 1 0 15,-2 2 128-15,-2 2-160 0,-2 3 160 0,7 8-160 16,-6-11-32-16,6 11-16 0,-10-10 0 0,10 10 0 15,-8-11-256-15,1-1-48 0,-1-1-16 16,0 4 0-16,8 9-320 0,-13-7-64 0,2 1-16 0,0-3 0 16,1 0-352-16,2 2-80 0,8 7-16 0,0 0-7968 15</inkml:trace>
          <inkml:trace contextRef="#ctx0" brushRef="#br1" timeOffset="26501.7017">12010 436 11055 0,'0'0'976'0,"0"0"-784"0,0 0-192 0,0 0 0 16,0 0 1872-16,0 0 336 0,0 0 64 0,0 0 16 15,0 0-1696-15,0 0-336 0,0 0-64 0,0 0 0 16,0 0-192-16,0 0 0 0,0 0 144 0,0 0-144 16,-13 9 544-16,13-9 32 0,0 0 16 0,-11 7 0 15,-1 1 272-15,3-2 48 0,-3-2 16 0,12-4 0 16,-14 5-400-16,1-1-80 0,0 1 0 0,0 0-16 15,1-2-432-15,12-3 0 0,-9 9 128 0,-1-1-128 16,-5 1 0-16,4 1 0 0,0-2 0 0,4 2 0 16,-4 3 0-16,3 0 0 0,-2-2 0 0,2 2 0 15,1 0 0-15,3 0 0 0,-1-2 0 0,5-11 0 0,1 15 0 16,-1-2 0-16,0-13 0 0,-1 18 0 0,1 0 0 16,3-4 0-16,2-2 0 0,0 1 128 0,1 3-128 15,1-2 0-15,-2-1 144 0,3-1-144 0,-8-12 128 0,11 13-128 16,2 0 128-16,0 0-128 0,-2-4 128 0,2-1-128 15,2-1 160-15,-2-1-160 0,-3 1 256 0,3-2-32 16,1-7-16-16,-1 4 0 0,-13-2 80 0,16 1 16 16,1-2 0-16,-1-4 0 0,-2-2 32 0,-1-1 16 15,-1-1 0-15,-1-3 0 0,-1 1-160 0,-1-2-16 16,0-2-16-16,-3 1 0 0,-1-1-160 0,0 1 0 16,-2-1 0-16,-1 0 0 0,-1 2 0 0,1-1 0 15,-4-1 0-15,-1 1 0 0,-2-3-288 0,2 4 64 0,-2 1 16 0,0-1 0 16,-3 0-112-16,0 0-32 0,1 0 0 0,-1 3 0 31,0 2-272-31,-1-2-48 0,-3 0-16 0,-1 2 0 16,0 3-1552-16,2-1-304 0,0-2-64 0</inkml:trace>
          <inkml:trace contextRef="#ctx0" brushRef="#br1" timeOffset="25260.6172">10927 473 19743 0,'0'0'880'0,"0"0"176"0,0 0-848 0,0 0-208 0,0 0 0 0,0 0 0 15,0 0 144-15,0 0-16 0,0 0 0 0,0 0 0 16,0 0-304-16,0 0-64 0,0 0-16 0,0 15 0 16,0-1 112-16,-2-1 16 0,2-13 0 0,-4 13 0 0,4-13 304 0,-4 16 64 15,1 2 16-15,-2-5 0 0,5-13 144 0,0 0 48 16,-1 16 0-16,1 1 0 0,0-3-288 0,0 2-160 16,1-1 192-16,1 1-192 0,-4 2 0 0,2 0 0 15,2-2 0-15,-1 0 0 0,-1 2 144 0,4 0-144 16,-1 0 0-16,0-2 144 0,0-3 128 0,2 0 32 15,0-2 0-15,-5-11 0 0,0 12-176 0,0-12-128 16,0 0 192-16,5 11-192 16,-5-1-320-16,0-10-192 0,0 0-16 0,0 0-6064 15,0 0-1200-15</inkml:trace>
          <inkml:trace contextRef="#ctx0" brushRef="#br1" timeOffset="27433.4312">12762 653 17727 0,'0'0'784'0,"0"0"176"0,0 0-768 0,0 0-192 0,-11 6 0 0,11-6 0 16,0 0 224-16,-13 0 16 0,3-4 0 0,1-1 0 15,-1-2-240-15,0 2 0 0,-1 2 0 0,11 3 0 16,0 0 0-16,-10-5 144 0,0 2-144 0,10 3 128 15,-11-2 512-15,11 2 112 0,-11 2 16 0,-1 1 0 16,-1-1 112-16,13-2 16 0,0 0 16 0,-13 5 0 16,-1 1-352-16,-1-1-80 0,1-2-16 0,1 2 0 15,1 0-272-15,-1-2-48 0,-3-1-16 0,0 3 0 0,1 1 0 0,1-1-128 16,-4-5 192-16,3 0-64 16,4 0-1568-16,11 0-320 0,-20-3-64 0,20 3-16 0</inkml:trace>
          <inkml:trace contextRef="#ctx0" brushRef="#br1" timeOffset="27106.4644">12707 462 911 0,'0'0'0'0,"0"0"0"0,0 0 0 0,0 0 0 16,0 0 3488-16,0 0 608 0,0 0 128 0,-9 6 32 15,9-6-2304-15,0 0-464 0,-10-6-80 0,10 6-32 16,-13 3-832-16,1-3-160 0,3-2-48 0,-3-1 0 16,1 0-336-16,11 3 128 0,-11 0-128 0,-1-2 0 15,1 1 128-15,0 2-128 0,-1 4 160 0,-1 0-160 0,0-2 528 16,13-3 16-16,0 0 0 0,0 0 0 16,-8 10 96-16,-1-4 32 0,-4-1 0 0,1-2 0 0,-1-1-416 0,13-2-64 15,-11 0-32-15,11 0 0 0,0 0-336 0,0 0-64 16,-16 0-16-16,3 0 0 15,13 0-832-15,-12 2-192 0,12-2-16 0,0 0-5872 16,0 0-1152-16</inkml:trace>
        </inkml:traceGroup>
        <inkml:traceGroup>
          <inkml:annotationXML>
            <emma:emma xmlns:emma="http://www.w3.org/2003/04/emma" version="1.0">
              <emma:interpretation id="{1E0DC175-F131-407B-BF6F-E94754DAD701}" emma:medium="tactile" emma:mode="ink">
                <msink:context xmlns:msink="http://schemas.microsoft.com/ink/2010/main" type="inkWord" rotatedBoundingBox="14878,8641 16510,8542 16559,9356 14927,9454"/>
              </emma:interpretation>
              <emma:one-of disjunction-type="recognition" id="oneOf7">
                <emma:interpretation id="interp11" emma:lang="" emma:confidence="1">
                  <emma:literal/>
                </emma:interpretation>
              </emma:one-of>
            </emma:emma>
          </inkml:annotationXML>
          <inkml:trace contextRef="#ctx0" brushRef="#br1" timeOffset="29622.3713">13315 249 16351 0,'28'-21'352'0,"-28"21"80"0,0 0 16 0,0 0 16 0,0 0-464 0,0 0 0 0,0 0 0 0,0 0 0 16,0 0 256-16,5-10-32 0,-5 10-16 0,5-13 0 16,-2 2-48-16,0 0-16 0,0 1 0 0,-3 10 0 15,0 0 352-15,0 0 64 0,0 0 16 0,0 0 0 16,0 0 256-16,0 0 48 0,10-8 16 0,-10 8 0 15,0 0-288-15,0 0-48 0,11-2-16 0,-11 2 0 0,0 0-400 0,10 10-144 16,-10-10 0-16,8 16 144 0,-1 4-144 0,-2-4 0 16,-1-3 0-16,0 3 0 0,-4 4 0 0,1-3 0 15,3 1 0-15,-1 0 0 0,-2 2 0 0,3-1 0 16,0-1 0-16,1 1 0 0,-1 1 0 0,-1 1 0 16,2 0 0-16,-2 3 0 0,0 2 0 0,0 0 0 15,1-2 0-15,-1-1 0 0,-1-2 0 0,-2-1 0 16,0-1 0-16,0-1 0 0,0-4 0 0,0-14 0 15,0 0 0-15,-2 15 0 0,2-2 0 0,0-13 128 16,0 0-128-16,0 0 128 0,0 0 0 0,0 0-128 16,0 0 192-16,0 0-64 0,0 0 288 0,18 0 48 15,-2 0 16-15,0-2 0 0,-3-1-48 0,3 0-16 0,2 0 0 16,0-1 0-16,-2 1-224 0,0 0-64 0,1-2 0 0,-1 3 0 16,2 4-128-16,-4-2 0 0,-2-5 0 0,1 2 0 15,1 1 0-15,-14 2 0 0,13-1-176 0,0-1 176 16,0 2 0-16,-13 0-160 0,0 0 160 0,13-3 0 31,-13 3-576-31,13-5 0 0,-13 5 0 0,15-3 0 16,-6-2-1840-16,1 0-368 0</inkml:trace>
          <inkml:trace contextRef="#ctx0" brushRef="#br1" timeOffset="29974.1623">13700 434 22975 0,'0'0'1024'0,"0"0"192"0,0 0-960 15,0 0-256-15,0 0 0 0,0 0 0 0,0 0 880 0,0 0 128 16,0 0 16-16,0 0 16 0,0 0-784 0,0 0-256 15,8 15 128-15,-8-15-128 0,0 0-192 0,0 0-112 16,8 11-16-16,-3 2 0 0,-5 3 144 0,3-1 32 16,-3-15 0-16,6 16 0 0,-2 0 320 0,-3-1 64 15,-2-2 16-15,1 1 0 0,1 4 128 0,-1 0 48 16,-1 1 0-16,1 4 0 0,1 3-240 0,1 0-64 0,-4-3 0 0,1-1 0 16,1 3-128-16,0-1 0 0,0-3-160 15,3 0 160 1,3 0-480-16,1 2 0 0,-2 1 0 0,0-6 0 15,-4-5-448-15,-1-13-96 0,8 13 0 0,-8-13-16 16,0 0-1376-16,0 0-272 0</inkml:trace>
          <inkml:trace contextRef="#ctx0" brushRef="#br1" timeOffset="30731.8389">14108 205 2751 0,'0'0'256'0,"0"0"-256"15,0 0 0-15,0 0 0 0,0 0 2880 0,-10 2 544 16,10-2 96-16,0 0 32 0,0 0-1664 0,0 0-336 16,-11 7-64-16,11-7-16 0,-10 4-528 0,2 1-112 15,0 2-32-15,0-1 0 0,-2-3-560 0,5 7-112 16,2 2-128-16,-2-3 176 0,-3-1-176 0,0 1 0 0,0 0 0 0,0-1 0 16,0-1-208-16,8-7 16 0,0 0 16 0,0 0 0 15,-5 8-32-15,5-8-16 0,-5 10 0 0,3 1 0 16,2-11 224-16,4 11-176 0,-4-11 176 0,5 12-160 15,3-3 160-15,1 1-192 0,-1 0 192 0,2 0-192 16,2-2 192-16,-1 0-208 0,0 2 80 0,2 1 128 16,-1 4-144-16,-1-1 144 0,0 2 0 0,-1-1 0 15,-4-2 0-15,3 1 0 0,-1 1 0 0,-2-4 0 16,-6-11 144-16,7 12 144 0,-7-12 32 0,6 14 0 16,-3 1-80-16,2 0-16 0,-2-2 0 0,-3-13 0 15,0 16-224-15,0-2 0 0,0-1 0 0,0-13 0 16,0 16 0-16,-1-3 0 0,1-13 0 0,-5 13 0 15,5-13 0-15,0 0 0 0,0 0 0 0,-10 10 0 0,2 0 0 16,8-10 0-16,-11 3 0 0,11-3 0 0,0 0 208 0,-13 7 48 16,1-3 16-16,3 0 0 0,9-4-64 0,-13 0-16 15,1-2 0-15,3-1 0 0,9 3-192 0,0 0-160 16,-12 1 32-16,12-1 0 0,-13-3-48 0,4 2 0 16,9 1 0-16,0 0 0 0,0 0 176 0,-12-5 0 15,1 2 0-15,11 3 0 0,0 0 528 0,0 0 48 16,3-13 0-16,-3 13 0 0,5-12 192 0,0 1 64 15,-2-2 0-15,2-2 0 0,2 1-560 0,-1 1-96 16,-1 1-32-16,3 1 0 0,2-2-288 0,1 2-64 16,-3-1-16-16,0 1 0 0,-1 0-32 0,-2-1-16 15,-1-1 0-15,1 4 0 0,-5 9 272 0,7-15-128 16,-1-3 128-16,-1 4 0 0,-5 14 0 0,3-17 0 16,1-4 0-16,-4 0 0 0,-2 0 0 0,0 2-240 0,-1 1 80 0,0-3 16 31,-2-4-368-31,0 3-64 0,0 1 0 0,0 1-16 15,2 2-720-15,-2 4-144 0,-1 1-16 0,1 1-16 16,2 3-128-16,3 9-32 0,0 0 0 0,0 0-5456 0</inkml:trace>
          <inkml:trace contextRef="#ctx0" brushRef="#br1" timeOffset="31479.2353">14953 246 11967 0,'0'0'528'16,"0"0"112"-16,0 0-512 0,-10 2-128 0,-1-1 0 0,1 2 0 0,10-3 1632 0,-11 10 288 15,1 0 64-15,-1 3 16 0,-2 1-1408 0,1-2-272 16,1-4-64-16,1 5-16 0,-1 6-240 0,0 1 0 15,2-2 0-15,1-1 0 0,-1 3 0 0,-1-1 0 16,-2 2 128-16,3 2-128 0,1 1 464 0,0 1 0 16,-1-2 0-16,0 1 0 0,-1 2 48 0,2 1 0 15,0 3 0-15,-2-1 0 0,-1 0-208 0,1 0-48 16,-1-1 0-16,3-6 0 0,1-4-128 0,1 2-128 16,-3-1 144-16,1-1-144 0,2-7 0 0,3-3 0 15,3-8 0-15,0 0 0 0,0 0 0 0,0 0-288 0,0 0 32 16,0 0 16-1,0 0-656-15,0 0-144 0,0 0-32 0,9-11-8560 0</inkml:trace>
          <inkml:trace contextRef="#ctx0" brushRef="#br1" timeOffset="31073.9706">14565 186 27407 0,'0'0'1216'0,"0"0"256"0,0 0-1184 0,0 0-288 16,0 0 0-16,0 0 0 0,0 0 0 0,0 0 0 15,0 0 0-15,0 0 0 16,0 0-1920-16,0 0-512 0,0 0-80 0</inkml:trace>
        </inkml:traceGroup>
        <inkml:traceGroup>
          <inkml:annotationXML>
            <emma:emma xmlns:emma="http://www.w3.org/2003/04/emma" version="1.0">
              <emma:interpretation id="{7B44C356-33C8-40EE-BD4F-9A7CB37DAFAA}" emma:medium="tactile" emma:mode="ink">
                <msink:context xmlns:msink="http://schemas.microsoft.com/ink/2010/main" type="inkWord" rotatedBoundingBox="17611,9054 17848,9040 17869,9376 17631,9390"/>
              </emma:interpretation>
              <emma:one-of disjunction-type="recognition" id="oneOf8">
                <emma:interpretation id="interp12" emma:lang="" emma:confidence="1">
                  <emma:literal/>
                </emma:interpretation>
              </emma:one-of>
            </emma:emma>
          </inkml:annotationXML>
          <inkml:trace contextRef="#ctx0" brushRef="#br2" timeOffset="34415.5442">16107 705 911 0,'0'0'0'0,"0"0"0"0,0 0 0 0,0 0 0 16,0 0 0-16,0 0 0 0,0 0 512 0,0 0 0 15,0 0 16-15,12 3 0 0,-12-3-400 0,0 0-128 16,13 0 0-16,-13 0 0 0,0 0 1040 0,13 0 112 15,-13 0 0-15,11-3 16 0,-11 3 560 0,0 0 128 16,0 0 0-16,11-7 16 0,1-1-912 0,-4 2-192 16,-8 6-48-16,8-10 0 0,-2-1-720 0,-6 11 0 15,0 0 0-15,0 0 0 0,0 0-208 0,0 0 64 0,0 0 16 0,0 0 0 16,4-12 352-16,-4 12 80 0,0 0 16 0,-4-9 0 16,4 9 480-16,-5-12 96 0,-3 6 32 0,8 6 0 15,-6-13-368-15,-1 3-80 0,-1 5-16 0,8 5 0 16,-8-8-336-16,8 8-128 0,-14-5 0 0,14 5 0 15,-13-3 0-15,1 0 0 0,12 3 0 0,-11 0 0 16,11 0 0-16,-13 3 0 0,0 2 0 0,3 1 0 16,10-6 0-16,-8 8 0 0,8-8 0 0,-5 12 0 15,-1-1 0-15,6-11 0 0,0 0 0 0,-2 16 0 16,0 1 144-16,2-3-144 0,0-1 128 0,0 0-128 16,4 3 0-16,1-1 0 0,1-1 0 0,1 3 0 15,-3-3 0-15,3-1 0 0,1-3 0 0,0 1 0 16,0 4 0-16,0-2 0 0,0-2 0 0,2 1 0 0,2-3 0 15,-1-1 0-15,-11-8 0 0,13 9 0 0,0-5 208 0,-2 3-32 16,1 1-16-16,-12-8 0 0,12 2 80 0,0-1 16 16,-1 1 0-16,-11-2 0 0,0 0-128 0,10-10 0 15,0 0-128-15,-2 1 192 16,0-3-480-16,-2 4-96 0,-6 8-32 0,8-11-6496 16,-1-2-1280-16</inkml:trace>
        </inkml:traceGroup>
        <inkml:traceGroup>
          <inkml:annotationXML>
            <emma:emma xmlns:emma="http://www.w3.org/2003/04/emma" version="1.0">
              <emma:interpretation id="{442FB241-4538-4BCB-8229-7E707242DA2D}" emma:medium="tactile" emma:mode="ink">
                <msink:context xmlns:msink="http://schemas.microsoft.com/ink/2010/main" type="inkWord" rotatedBoundingBox="18022,8741 19134,8673 19169,9254 18057,9321"/>
              </emma:interpretation>
              <emma:one-of disjunction-type="recognition" id="oneOf9">
                <emma:interpretation id="interp13" emma:lang="" emma:confidence="0">
                  <emma:literal>t.</emma:literal>
                </emma:interpretation>
                <emma:interpretation id="interp14" emma:lang="" emma:confidence="0">
                  <emma:literal>tc.</emma:literal>
                </emma:interpretation>
                <emma:interpretation id="interp15" emma:lang="" emma:confidence="0">
                  <emma:literal>t</emma:literal>
                </emma:interpretation>
                <emma:interpretation id="interp16" emma:lang="" emma:confidence="0">
                  <emma:literal>t,</emma:literal>
                </emma:interpretation>
                <emma:interpretation id="interp17" emma:lang="" emma:confidence="0">
                  <emma:literal>tr.</emma:literal>
                </emma:interpretation>
              </emma:one-of>
            </emma:emma>
          </inkml:annotationXML>
          <inkml:trace contextRef="#ctx0" brushRef="#br2" timeOffset="34895.2591">16454 267 1839 0,'5'13'160'0,"-5"-13"-160"0,0 0 0 0,0 0 0 16,0 0 4144-16,0 0 784 0,5 13 176 0,-5-13 16 15,0 0-3776-15,6 10-768 0,3 1-160 0,-9-11-32 16,0 0-384-16,4 15 0 0,1-1 0 0,0 1 0 0,-2-1-128 0,1 1-16 15,-4-15 0-15,4 21 0 0,-4 3 144 0,5-1-128 16,2-5 128-16,1 0-128 0,0 1 128 0,-3-1 0 16,-2 0 0-16,2 0 0 0,0 0 0 0,0-1 0 15,-2 0 0-15,2-1 0 0,-2 0 272 0,2 2-16 16,-2 0 0-16,-3 0 0 0,-1-2 240 0,1-2 32 16,1 1 16-16,6 0 0 0,-1-4-144 0,4 0-16 15,-2 1-16-15,-8-12 0 0,10 11-192 0,-10-11-48 16,14 10 0-16,-1-2 0 0,0-3-128 0,-13-5 0 15,12 3 0-15,-12-3 0 0,13 0-176 0,-13 0-16 16,0 0 0-16,14-5 0 0,-4-1-64 0,-2-4-32 16,-2-5 0-16,1 2 0 15,-1 0-352-15,-1 0-80 0,-1 0-16 0,-1-1-5888 16,0-1-1184-16</inkml:trace>
          <inkml:trace contextRef="#ctx0" brushRef="#br2" timeOffset="35142.7604">16757 507 10127 0,'0'0'896'0,"0"0"-704"0,0 0-192 0,0 0 0 15,-16 8 3040-15,5-5 576 0,11-3 112 0,0 0 32 16,-13-1-2816-16,13 1-560 0,-11-4-128 0,-1 3 0 0,12 1-256 0,-11 0 0 15,11 0 0-15,-12 3 0 0,12-3-400 0,-11 3 16 16,11-3 16-16,-11 4 0 16,1 2-256-16,10-6-48 0,0 0-16 0,0 0 0 15,-15 3-560-15,2 1-112 0</inkml:trace>
          <inkml:trace contextRef="#ctx0" brushRef="#br2" timeOffset="35646.5005">17142 525 1839 0,'0'0'0'0,"0"0"160"0,0 0-160 0,11-2 0 0,-11 2 0 0,11-3 0 15,-11 3 1344-15,0 0 256 0,10-3 32 0,-10 3 16 16,0 0-144-16,0 0-32 0,7-7 0 0,-7 7 0 0,0 0-304 0,0 0-64 15,0 0-16-15,0 0 0 0,0 0-480 0,0 0-96 16,-2 13-32-16,2-13 0 0,-10 10-256 0,10-10-48 16,0 0-16-16,-8 13 0 0,0 0-160 0,0-2 0 15,8-11 144-15,-8 13-144 0,0-1 288 0,3-3-16 16,5-9 0-16,-3 15 0 0,-2-2-128 0,0-2-16 16,5-11-128-16,-3 15 192 0,3-15-192 0,0 14 0 15,0-14 0-15,0 13 0 0,0-13 128 0,0 0-128 16,6 15 0-16,-6-15 144 0,0 0 304 0,11 10 48 15,1-2 16-15,-12-8 0 0,0 0-96 0,16 6-16 16,2 1 0-16,-2-2 0 0,-3-2-400 0,2-5 0 16,4-3 0-16,-3 2 0 15,-16 3-512-15,17-3-176 0,-5-4-32 0,1 3-6064 16,-1-1-1200-16</inkml:trace>
          <inkml:trace contextRef="#ctx0" brushRef="#br2" timeOffset="35830.2882">17591 766 23039 0,'0'0'2048'0,"10"9"-1648"0,-10-9-400 0,0 0 0 16,0 0 784-16,0 0 80 0</inkml:trace>
        </inkml:traceGroup>
      </inkml:traceGroup>
    </inkml:traceGroup>
  </inkml:traceGroup>
</inkml:ink>
</file>

<file path=ppt/ink/ink4.xml><?xml version="1.0" encoding="utf-8"?>
<inkml:ink xmlns:inkml="http://www.w3.org/2003/InkML">
  <inkml:definitions>
    <inkml:context xml:id="ctx0">
      <inkml:inkSource xml:id="inkSrc0">
        <inkml:traceFormat>
          <inkml:channel name="X" type="integer" max="25977" units="cm"/>
          <inkml:channel name="Y" type="integer" max="17318" units="cm"/>
          <inkml:channel name="F" type="integer" max="65535" units="dev"/>
          <inkml:channel name="T" type="integer" max="2.14748E9" units="dev"/>
        </inkml:traceFormat>
        <inkml:channelProperties>
          <inkml:channelProperty channel="X" name="resolution" value="1000.26953" units="1/cm"/>
          <inkml:channelProperty channel="Y" name="resolution" value="1000.46216" units="1/cm"/>
          <inkml:channelProperty channel="F" name="resolution" value="0" units="1/dev"/>
          <inkml:channelProperty channel="T" name="resolution" value="1" units="1/dev"/>
        </inkml:channelProperties>
      </inkml:inkSource>
      <inkml:timestamp xml:id="ts0" timeString="2021-10-27T01:37:30.617"/>
    </inkml:context>
    <inkml:brush xml:id="br0">
      <inkml:brushProperty name="width" value="0.09333" units="cm"/>
      <inkml:brushProperty name="height" value="0.09333" units="cm"/>
      <inkml:brushProperty name="color" value="#177D36"/>
      <inkml:brushProperty name="fitToCurve" value="1"/>
    </inkml:brush>
  </inkml:definitions>
  <inkml:trace contextRef="#ctx0" brushRef="#br0">-6 0 17503 0,'0'0'1552'16,"6"13"-1232"-16,-6-13-320 0,0 0 0 0,0 0 2832 16,-2 15 512-16,2-2 112 0,0-13 0 0,0 0-2464 0,0 0-496 15,0 0-112-15,0 0 0 16,0 0-736-16,0 0-144 0,0 0-16 0,-6-10-12896 16</inkml:trace>
</inkml:ink>
</file>

<file path=ppt/ink/ink5.xml><?xml version="1.0" encoding="utf-8"?>
<inkml:ink xmlns:inkml="http://www.w3.org/2003/InkML">
  <inkml:definitions>
    <inkml:context xml:id="ctx0">
      <inkml:inkSource xml:id="inkSrc0">
        <inkml:traceFormat>
          <inkml:channel name="X" type="integer" max="25977" units="cm"/>
          <inkml:channel name="Y" type="integer" max="17318" units="cm"/>
          <inkml:channel name="F" type="integer" max="65535" units="dev"/>
          <inkml:channel name="T" type="integer" max="2.14748E9" units="dev"/>
        </inkml:traceFormat>
        <inkml:channelProperties>
          <inkml:channelProperty channel="X" name="resolution" value="1000.26953" units="1/cm"/>
          <inkml:channelProperty channel="Y" name="resolution" value="1000.46216" units="1/cm"/>
          <inkml:channelProperty channel="F" name="resolution" value="0" units="1/dev"/>
          <inkml:channelProperty channel="T" name="resolution" value="1" units="1/dev"/>
        </inkml:channelProperties>
      </inkml:inkSource>
      <inkml:timestamp xml:id="ts0" timeString="2021-10-27T01:36:56.611"/>
    </inkml:context>
    <inkml:brush xml:id="br0">
      <inkml:brushProperty name="width" value="0.09333" units="cm"/>
      <inkml:brushProperty name="height" value="0.09333" units="cm"/>
      <inkml:brushProperty name="color" value="#3165BB"/>
      <inkml:brushProperty name="fitToCurve" value="1"/>
    </inkml:brush>
  </inkml:definitions>
  <inkml:traceGroup>
    <inkml:annotationXML>
      <emma:emma xmlns:emma="http://www.w3.org/2003/04/emma" version="1.0">
        <emma:interpretation id="{E9F8B182-6F4D-4E33-B197-22B58F78611C}" emma:medium="tactile" emma:mode="ink">
          <msink:context xmlns:msink="http://schemas.microsoft.com/ink/2010/main" type="writingRegion" rotatedBoundingBox="1377,9583 2572,9583 2572,10210 1377,10210"/>
        </emma:interpretation>
      </emma:emma>
    </inkml:annotationXML>
    <inkml:traceGroup>
      <inkml:annotationXML>
        <emma:emma xmlns:emma="http://www.w3.org/2003/04/emma" version="1.0">
          <emma:interpretation id="{BFF1A417-CC62-4257-A18A-71310E341DE9}" emma:medium="tactile" emma:mode="ink">
            <msink:context xmlns:msink="http://schemas.microsoft.com/ink/2010/main" type="paragraph" rotatedBoundingBox="1377,9583 2572,9583 2572,10210 1377,10210" alignmentLevel="1"/>
          </emma:interpretation>
        </emma:emma>
      </inkml:annotationXML>
      <inkml:traceGroup>
        <inkml:annotationXML>
          <emma:emma xmlns:emma="http://www.w3.org/2003/04/emma" version="1.0">
            <emma:interpretation id="{13BEC762-3C36-4EA9-B695-5152E1F17E06}" emma:medium="tactile" emma:mode="ink">
              <msink:context xmlns:msink="http://schemas.microsoft.com/ink/2010/main" type="line" rotatedBoundingBox="1377,9583 2572,9583 2572,10210 1377,10210"/>
            </emma:interpretation>
          </emma:emma>
        </inkml:annotationXML>
        <inkml:traceGroup>
          <inkml:annotationXML>
            <emma:emma xmlns:emma="http://www.w3.org/2003/04/emma" version="1.0">
              <emma:interpretation id="{862BE6AD-9077-45EF-916B-D3A40F0E50DB}" emma:medium="tactile" emma:mode="ink">
                <msink:context xmlns:msink="http://schemas.microsoft.com/ink/2010/main" type="inkWord" rotatedBoundingBox="1377,9583 2572,9583 2572,10210 1377,10210"/>
              </emma:interpretation>
              <emma:one-of disjunction-type="recognition" id="oneOf0">
                <emma:interpretation id="interp0" emma:lang="" emma:confidence="1">
                  <emma:literal/>
                </emma:interpretation>
              </emma:one-of>
            </emma:emma>
          </inkml:annotationXML>
          <inkml:trace contextRef="#ctx0" brushRef="#br0">-153 1112 9215 0,'0'0'400'0,"0"0"96"0,0 0-496 0,0 0 0 0,0 0 0 0,0 0 0 16,0 0 2512-16,-10-3 416 0,10 3 80 0,0 0 0 15,0 0-2256-15,0 0-464 0,0 0-96 0,0 0 0 16,0 0 96-16,0 0 32 0,0 0 0 0,0 0 0 0,-6 0 128 0,2 2 48 16,4-2 0-16,-1 5 0 0,-3 3-48 0,3 3-16 15,-1 2 0-15,2 0 0 0,0 3-176 0,2 2-16 16,-1-2-16-16,1 4 0 0,0-1-224 0,-6 1 0 16,0 1 0-16,2 3 0 0,5 2 0 0,-3-1 0 15,-5-1 0-15,4-1 0 0,1 0 0 0,1-2 128 16,-1-2-128-16,-1-1 0 0,1-18 0 0,-2 18 0 15,0-2 0-15,2-16 0 0,0 16 0 0,0-1 0 16,0-15 0-16,4 18 0 0,1-4 0 0,-2-1 0 16,0-3-208-16,-1 2 64 15,-2-12-400-15,0 0-80 0,1 11-16 0,-1-11 0 16,2 13-256-16,-2-13-64 0,5 13-16 0,-5-13-5392 16,6 11-1072-16</inkml:trace>
          <inkml:trace contextRef="#ctx0" brushRef="#br0" timeOffset="624.723">262 1322 13295 0,'0'0'576'0,"0"0"144"0,0 0-576 0,0 0-144 0,0 0 0 0,0 0 0 16,8-8 1088-16,-8 8 192 0,0 0 48 0,0 0 0 0,0 0-816 0,0 0-176 16,0 0-16-16,0 0-16 0,0 0 240 0,0 0 48 15,-3-12 16-15,3 12 0 0,0 0 0 0,0 0 0 16,0 0 0-16,0 0 0 0,-12 0-64 0,12 0-16 15,-8 7 0-15,8-7 0 0,-11 6-256 0,11-6-48 16,-8 8-16-16,0-1 0 0,8-7-208 0,-12 6 0 16,3-1 0-16,-1 2 0 0,0 3 0 0,2-2 0 15,0-2 0-15,8-6 0 0,-11 8 0 0,2 2 0 16,3 1 0-16,1-1 0 0,0 0 0 0,2 0 0 16,0-1 0-16,1 4 0 0,0 0-176 0,2 0 176 15,-1 0-160-15,1 4 160 0,1 4-208 0,4 0 48 16,2 0 16-16,1-3 0 0,-3 0-48 0,1-2 0 0,1 0 0 15,-1 0 0-15,2-4 0 0,0-2-16 0,1-1 0 16,0 3 0-16,4-1-16 0,0-3 0 0,-1-1 0 0,1-3 0 16,0 1 224-16,1-3-192 0,2-4 192 0,1 2-192 15,-3-3 192-15,1-2 128 0,-1-3 0 0,1-2-128 16,0-1 432-16,-3-2-32 0,0 0 0 0,-2-3 0 16,-1-2-272-16,1 0-128 0,1 0 0 0,-3 2 128 15,-3-4-128-15,0-1-192 0,-2 0 32 0,1 2 16 16,-4 1-80-16,0 0-16 0,1-3 0 0,-1 5 0 15,-3 1 96-15,-2 4 16 0,-1-1 0 0,-1 3 0 16,1-3 128-16,-1 6 0 0,-1 1 128 0,0 2-128 16,-2-2 0-16,-1 1-208 0,-2 1 16 0,2 2 16 15,-1 1-208-15,12 0-64 0,-13-2 0 0,0 2 0 16,-3 0-1680-16,2 0-352 0</inkml:trace>
          <inkml:trace contextRef="#ctx0" brushRef="#br0" timeOffset="1172.305">623 1263 5519 0,'0'0'240'0,"0"0"64"0,0 0-304 0,0 0 0 0,4-8 0 0,-1 2 0 15,-3 6 1760-15,0 0 288 0,0 0 64 0,3-10 16 16,-3 10-1568-16,0 0-320 0,0 0-64 0,0 0-16 16,3-10 896-16,-3 10 176 0,0 0 48 0,0 0 0 15,0 0 288-15,0 0 64 0,5-6 16 0,-5 6 0 16,0 0-688-16,0 0-128 0,0 0-16 0,0 0-16 15,0 0-464-15,0 0-80 0,0 0-32 0,3 13 0 16,-3-13-224-16,4 14 0 0,-4 3-144 0,0-4 144 16,0-13-144-16,3 16 144 0,-1-3-128 0,-1 0 128 0,-1-2 0 0,0 1 0 15,-3-3 0-15,1 3 0 16,2-12 0-16,0 14 0 0,2-1 0 0,-2-3 0 0,0-10 0 0,0 15 0 16,0-15 0-16,3 13 0 0,2-5 0 0,1 0 0 15,-6-8 0-15,9 10 0 0,-9-10 0 0,8 9 0 16,-8-9 0-16,13 7 0 0,-13-7 0 0,13 3 176 15,-13-3-48-15,14 2 0 0,-14-2 384 0,16 0 64 16,-1-3 0-16,0-1 16 0,-2-2-48 0,-13 6-16 16,14-5 0-16,1 2 0 0,-1-2-192 0,-1 0-32 15,4 0-16-15,-3 0 0 0,-2 0-288 0,2 2 0 16,2 0 0-16,-1 1 0 0,-2 2 0 0,0 2-224 16,0-1 64-16,-13-1 16 0,13 2-176 0,-13-2-48 15,14 5 0-15,-14-5 0 16,13 2-560-16,-13-2-112 0,0 0-32 0,0 0 0 15,0 0-1808-15,0 0-352 0</inkml:trace>
          <inkml:trace contextRef="#ctx0" brushRef="#br0" timeOffset="1483.7289">868 1289 12895 0,'0'0'1152'0,"0"0"-928"0,0 0-224 0,0 0 0 16,0 0 2688-16,0 0 480 0,0 0 96 0,0 0 32 16,0 0-2448-16,0 0-480 0,0 0-112 0,0 0 0 15,0 0-256-15,0 0 0 0,0 0 0 0,0 0 0 0,0 0 416 0,0 0-16 16,-3 8 0-16,3-8 0 0,0 0 304 0,-3 12 48 16,-1-1 16-16,3 2 0 0,1-1-368 0,0 2-64 15,0-1-16-15,0 2 0 0,0 4-320 0,0-1 0 16,0 0 0-16,0 3 0 0,0 2 0 0,0 4-192 15,-2 8 192-15,2-6-192 0,2-6 192 0,-2-4 0 16,-2 1 0-16,1-3-128 0,-3-2-80 0,3-4-16 16,1-11 0-16,-4 10 0 15,4-10-1376-15,0 0-288 0,0 0-48 0,0 0-9296 0</inkml:trace>
        </inkml:traceGroup>
      </inkml:traceGroup>
    </inkml:traceGroup>
  </inkml:traceGroup>
</inkml:ink>
</file>

<file path=ppt/ink/ink6.xml><?xml version="1.0" encoding="utf-8"?>
<inkml:ink xmlns:inkml="http://www.w3.org/2003/InkML">
  <inkml:definitions>
    <inkml:context xml:id="ctx0">
      <inkml:inkSource xml:id="inkSrc0">
        <inkml:traceFormat>
          <inkml:channel name="X" type="integer" max="25977" units="cm"/>
          <inkml:channel name="Y" type="integer" max="17318" units="cm"/>
          <inkml:channel name="F" type="integer" max="65535" units="dev"/>
          <inkml:channel name="T" type="integer" max="2.14748E9" units="dev"/>
        </inkml:traceFormat>
        <inkml:channelProperties>
          <inkml:channelProperty channel="X" name="resolution" value="1000.26953" units="1/cm"/>
          <inkml:channelProperty channel="Y" name="resolution" value="1000.46216" units="1/cm"/>
          <inkml:channelProperty channel="F" name="resolution" value="0" units="1/dev"/>
          <inkml:channelProperty channel="T" name="resolution" value="1" units="1/dev"/>
        </inkml:channelProperties>
      </inkml:inkSource>
      <inkml:timestamp xml:id="ts0" timeString="2021-10-27T01:38:25.605"/>
    </inkml:context>
    <inkml:brush xml:id="br0">
      <inkml:brushProperty name="width" value="0.09333" units="cm"/>
      <inkml:brushProperty name="height" value="0.09333" units="cm"/>
      <inkml:brushProperty name="color" value="#3165BB"/>
      <inkml:brushProperty name="fitToCurve" value="1"/>
    </inkml:brush>
    <inkml:brush xml:id="br1">
      <inkml:brushProperty name="width" value="0.09333" units="cm"/>
      <inkml:brushProperty name="height" value="0.09333" units="cm"/>
      <inkml:brushProperty name="color" value="#177D36"/>
      <inkml:brushProperty name="fitToCurve" value="1"/>
    </inkml:brush>
    <inkml:brush xml:id="br2">
      <inkml:brushProperty name="width" value="0.09333" units="cm"/>
      <inkml:brushProperty name="height" value="0.09333" units="cm"/>
      <inkml:brushProperty name="color" value="#ED1C24"/>
      <inkml:brushProperty name="fitToCurve" value="1"/>
    </inkml:brush>
  </inkml:definitions>
  <inkml:traceGroup>
    <inkml:annotationXML>
      <emma:emma xmlns:emma="http://www.w3.org/2003/04/emma" version="1.0">
        <emma:interpretation id="{887F6882-507F-471F-9F7C-6D095969880A}" emma:medium="tactile" emma:mode="ink">
          <msink:context xmlns:msink="http://schemas.microsoft.com/ink/2010/main" type="writingRegion" rotatedBoundingBox="12897,9448 24451,9237 24466,10048 12911,10259"/>
        </emma:interpretation>
      </emma:emma>
    </inkml:annotationXML>
    <inkml:traceGroup>
      <inkml:annotationXML>
        <emma:emma xmlns:emma="http://www.w3.org/2003/04/emma" version="1.0">
          <emma:interpretation id="{291837F2-3033-4AE6-A052-572D52F3226A}" emma:medium="tactile" emma:mode="ink">
            <msink:context xmlns:msink="http://schemas.microsoft.com/ink/2010/main" type="paragraph" rotatedBoundingBox="12897,9448 24451,9237 24466,10048 12911,10259" alignmentLevel="1"/>
          </emma:interpretation>
        </emma:emma>
      </inkml:annotationXML>
      <inkml:traceGroup>
        <inkml:annotationXML>
          <emma:emma xmlns:emma="http://www.w3.org/2003/04/emma" version="1.0">
            <emma:interpretation id="{1F88759A-F38D-416C-AC11-F875EF659782}" emma:medium="tactile" emma:mode="ink">
              <msink:context xmlns:msink="http://schemas.microsoft.com/ink/2010/main" type="line" rotatedBoundingBox="12897,9448 24451,9237 24466,10048 12911,10259"/>
            </emma:interpretation>
          </emma:emma>
        </inkml:annotationXML>
        <inkml:traceGroup>
          <inkml:annotationXML>
            <emma:emma xmlns:emma="http://www.w3.org/2003/04/emma" version="1.0">
              <emma:interpretation id="{DD7BD97F-A332-4F0D-9224-9FBB775662B2}" emma:medium="tactile" emma:mode="ink">
                <msink:context xmlns:msink="http://schemas.microsoft.com/ink/2010/main" type="inkWord" rotatedBoundingBox="12898,9516 13750,9501 13761,10102 12909,10118"/>
              </emma:interpretation>
              <emma:one-of disjunction-type="recognition" id="oneOf0">
                <emma:interpretation id="interp0" emma:lang="" emma:confidence="1">
                  <emma:literal/>
                </emma:interpretation>
              </emma:one-of>
            </emma:emma>
          </inkml:annotationXML>
          <inkml:trace contextRef="#ctx0" brushRef="#br0">4 129 911 0,'0'0'0'0,"0"0"0"16,0 0 0-16,0 0 0 0,0 0 2480 0,0 0 400 15,-2-14 96-15,2 2 16 0,0 12-1712 0,-2-11-352 16,2 11-64-16,0-11-16 0,0 11-288 0,2-12-64 16,-2 12-16-16,0 0 0 0,5-11-80 0,-5 11-16 15,6-8 0-15,-6 8 0 0,0 0 112 0,7-8 16 0,-7 8 0 16,10-5 0-16,-10 5 144 0,0 0 48 0,11-3 0 16,-11 3 0-16,0 0 80 0,11-5 32 15,-1 1 0-15,-10 4 0 0,13-4-32 0,-2-1 0 0,1-2 0 0,-3 4 0 16,-9 3-128-16,13-2-16 0,-13 2-16 0,15-1 0 15,-2-2-368-15,-13 3-64 0,13 0 0 0,-13 0-16 16,0 0-176-16,13 6 192 0,0 1-192 0,-13-7 192 16,6 12-192-16,-1 1 160 0,-5-13-160 0,7 17 160 15,-4 0-160-15,-1 1 0 0,2-2 0 0,-2 2 0 16,-4 2 0-16,1-2 0 0,-1-1 0 0,-1 0 0 16,0-1 0-16,-1 0 0 0,0 2 0 0,-1-2 0 15,0-1-176-15,-2-3 176 0,1 1-128 0,-2 2 128 16,0 1 0-16,0 0 0 0,1-1 0 0,-1 3 0 15,-2 1 0-15,2-1 0 0,2-2 0 0,-1-1-128 0,-1-1 128 16,3-1 0-16,5-13 0 0,-5 15 0 0,5-15 0 16,-6 15 0-16,1-3 0 0,5-12 0 0,0 0 0 15,0 0 0-15,-3 15 0 0,3-15 0 0,0 13 0 0,0-13 0 16,0 0 0-16,3 15 128 0,-3-15-128 0,6 9 144 16,-6-9-144-16,12 7 160 0,-12-7-32 0,13 6 0 15,-13-6 0-15,14 5 0 0,1 0 64 0,3-2 16 16,0-3 0-16,-2 0 0 0,-2 0-32 0,1 0-16 15,0 2 0-15,1-2 0 0,2-2-16 0,1 1 0 16,1 1 0-16,-3 0 0 0,-2-4-400 0,1 1-64 16,-1 0-32-16,-2 1 0 15,-13 2-256-15,13-1-48 0,-13 1-16 0,0 0 0 16,11-5-1856-16,-11 5-368 0</inkml:trace>
          <inkml:trace contextRef="#ctx0" brushRef="#br0" timeOffset="872.8632">514 116 2751 0,'0'0'256'0,"0"0"-256"16,0 0 0-16,0 0 0 0,5-8 2240 0,-5 8 384 0,0 0 96 15,0 0 16-15,8-6-1248 0,-8 6-240 0,0 0-48 0,10-5-16 16,-10 5-432-16,0 0-96 0,0 0-16 0,13-2 0 15,-13 2-256-15,0 0-48 0,0 0-16 0,13 0 0 16,-13 0 96-16,11-1 16 0,-3-4 0 0,-8 5 0 16,0 0 144-16,12-2 48 0,-12 2 0 0,13-5 0 15,-4-1-16-15,1 2 0 0,-10 4 0 0,0 0 0 16,11-6-144-16,1 1-16 0,1 4-16 0,-13 1 0 16,10-5-160-16,-10 5-16 0,13 0-16 0,-2-2 0 15,-11 2-64-15,13-2-16 0,-13 2 0 0,13 0 0 16,-13 0 32-16,0 0 0 0,13-1 0 0,-13 1 0 15,11-2-32-15,-11 2 0 0,0 0 0 0,0 0 0 16,0 0-160-16,0 0 192 0,11-5-192 0,-11 5 192 0,0 0-192 16,0 0 160-16,0 0-160 0,0 0 160 0,0 0-160 15,0 0 0-15,0 0 144 0,0 0-144 0,0 0 144 16,12 2-144-16,-12-2 192 0,0 0-192 0,0 0 160 0,0 0-160 16,0 0 128-16,0 0-128 0,0 0 0 0,0 0 0 15,0 0 0-15,1 15 0 0,-1-15 0 0,-1 12 0 16,1-12 0-16,-2 15 0 0,2-15 0 0,0 0 0 15,0 0 0-15,-5 16 0 0,2-3 0 0,3-13 0 16,-5 13 0-16,2 2 0 0,-2 3 0 0,2-2 0 16,1-3 0-16,2-13 0 0,0 0 0 0,0 14 0 15,0 4 0-15,0-2 0 0,0-1 0 0,0 1 0 16,2 2 0-16,-2 0 0 0,0-1 0 0,-2 0 0 0,1-3 0 16,1 2 0-16,-2 1 0 0,0-3 0 0,1 1 128 15,-1-1-128-15,2-1 0 0,0-13 0 0,-3 13 0 16,0 0 0-16,3-13 0 0,-2 15 0 0,2-15 0 15,-2 11 0-15,-1 4 0 0,3-15 0 0,0 0-160 0,0 0 160 16,-3 11-256-16,3-11 64 0,0 0 0 0,0 0 0 31,0 0-192-31,0 0-48 0,0 0 0 0,0 0 0 16,0 0-592-16,0 0-128 0,0 0-32 0,0 0-6848 0,0 0-1376 0</inkml:trace>
          <inkml:trace contextRef="#ctx0" brushRef="#br0" timeOffset="1243.6505">856 302 2751 0,'0'0'256'0,"-13"2"-256"16,13-2 0-16,-11 0 0 0,11 0 2736 0,-10 3 496 16,-4-1 96-16,14-2 32 0,-12 5-2368 0,12-5-480 15,0 0-80-15,-11 5-32 0,11-5-80 0,-10 8-32 0,10-8 0 0,-9 8 0 16,9-8 208-16,-12 8 32 0,4 0 16 0,8-8 0 15,0 0 288-15,-11 7 48 0,11-7 16 0,-15 4 0 16,1 0-128-16,2-3-32 0,1-1 0 0,11 0 0 16,-13-1-464-16,0-1-80 0,0 0-32 0,2 1 0 31,-1-1-592-31,3 1-112 0,-1-4-32 0</inkml:trace>
        </inkml:traceGroup>
        <inkml:traceGroup>
          <inkml:annotationXML>
            <emma:emma xmlns:emma="http://www.w3.org/2003/04/emma" version="1.0">
              <emma:interpretation id="{9BAA080F-7CD0-4EB6-8B25-8007EAF63127}" emma:medium="tactile" emma:mode="ink">
                <msink:context xmlns:msink="http://schemas.microsoft.com/ink/2010/main" type="inkWord" rotatedBoundingBox="17971,9355 19540,9326 19554,10137 17986,10166"/>
              </emma:interpretation>
              <emma:one-of disjunction-type="recognition" id="oneOf1">
                <emma:interpretation id="interp1" emma:lang="" emma:confidence="1">
                  <emma:literal/>
                </emma:interpretation>
              </emma:one-of>
            </emma:emma>
          </inkml:annotationXML>
          <inkml:trace contextRef="#ctx0" brushRef="#br1" timeOffset="18559.2915">5624-44 2751 0,'0'0'256'0,"0"0"-256"15,0 0 0-15,0 0 0 0,0 0 2288 0,0 0 400 16,0 0 96-16,0 0 16 0,0 0-1840 0,0 0-384 16,0 0-64-16,0 0 0 0,0 0 64 0,0 0 0 15,0 0 16-15,0 0 0 0,-14-5-128 0,14 5-16 16,0 0-16-16,0 0 0 0,-16-3-128 0,16 3-32 16,-13 1 0-16,13-1 0 0,-17 4-272 0,4-1 0 0,0 0 0 0,13-3-144 15,-13 8 144-15,13-8 0 0,-11 7 0 0,11-7-128 16,0 0 128-16,-8 11-128 0,8-11 128 0,0 0-128 15,-8 15 128-15,1-4 0 0,7-11 0 0,0 0 0 16,0 0 0-16,0 0 224 0,-4 13-48 0,4-13-16 16,0 0-160-16,3 14 160 0,0-1-160 0,2 0 160 15,-5-13-160-15,10 17-256 0,3-1 64 0,-2-2 16 16,-3-1-48-16,2 2-16 0,3 3 0 0,-2-2 0 16,-1-3 240-16,1 1 0 0,2 1 0 0,0-2-144 15,-3-3 144-15,0-2 144 0,-10-8-16 0,13 8-128 16,-1-3 192-16,-12-5-192 0,13 3 192 0,2 0-192 15,0-1 448-15,-1-2-32 0,1-3 0 0,-2 3 0 16,-2 0-160-16,0 3-48 0,-11-3 0 0,15 5 0 0,-2-2-208 16,-13-3 0-16,8 11 0 0,2-1 0 0,0-4 0 0,-1 4 0 15,-2 3 0-15,-2 2 0 0,-4-1 128 0,3 2-128 16,-3-1 176-16,2 1-176 0,-3-3 176 0,-3 0-176 16,-5 0 160-16,2-3-160 0,6-10 0 0,0 0 0 15,-13 8 0-15,0-2 0 0,0-2 0 0,-2-4 0 16,-3-2 0-16,2-1 0 0,3-2 240 0,-2-2-48 15,-1-1-16-15,0 2 0 0,0-4-176 0,3 0 0 16,2 1 0-16,1 1 0 0,-2 0-208 0,4 1-128 16,8 7-32-16,-8-8 0 15,0 1-144-15,8 7-48 0,0 0 0 0,0 0 0 16,0 0-80-16,0 0-32 0,0 0 0 0,0 0 0 0,10-9 544 0,-10 9 128 16,0 0 0-16,13-8 0 0,1 1 480 0,1-3 128 15,-2-3 32-15,2 4 0 0,4 1-96 0,-1-4-16 0,-4-2 0 0,3 1 0 16,0-3-224-16,0 1-48 0,-4 0-16 0,0-6 0 15,1-6-240-15,1 1-240 0,-4 5 48 0,-1 3 16 16,-2 0 176-16,-2 4 192 0,-1-1-32 0,0 1-16 16,-5-1 0-16,-1 0 0 0,-3 1 0 0,-1-2 0 15,-1 1-144-15,0-1 0 0,-6 0-160 0,-1 1 160 32,-1 1-496-32,-4 1 0 0,-2 0 0 0,2 1 0 15,2 1-384-15,-2 0-80 0,-1 4 0 0,-2 1-16 0,0 1 192 16,1 3 32-16,3 2 16 0,-1 5 0 0,0 1 48 0,-2 4 16 15,1 3 0-15,1 2-4768 0</inkml:trace>
          <inkml:trace contextRef="#ctx0" brushRef="#br1" timeOffset="19264.1028">6124-125 3679 0,'0'0'320'0,"0"0"-320"0,0 0 0 0,0 0 0 16,0 0 2432-16,0 0 432 0,0 0 80 0,0 0 0 16,0 0-1664-16,0 0-320 0,0 0-80 0,0 0-16 15,0 0-496-15,0 0-112 0,0 0 0 0,0 0-16 0,0 0-240 0,0 0-256 16,1 14 48-16,3-1 16 0,-4-13 192 0,1 17 0 16,-1-17 0-16,3 17 160 0,-7 1 448 0,2 0 96 15,4-3 0-15,-2-1 16 0,-2 2 96 0,2-1 16 16,2 0 0-16,-2 1 0 0,0 0-496 0,0 0-80 15,1-3-32-15,2 5 0 0,-1 3-224 0,-2-5 0 16,0-16 128-16,3 15-128 0,2-1-160 0,0-2-80 16,-5-12-16-16,0 0 0 0,8 11 256 0,-8-11 0 15,11 6 0-15,-11-6 0 0,0 0 192 0,13 5 64 16,-13-5 32-16,13 4 0 0,-13-4 304 0,17 0 64 16,0-5 16-16,-2 1 0 0,-15 4-128 0,16 0-32 15,4 2 0-15,-4-2 0 0,-16 0-176 0,16-2-32 16,2 1-16-16,0-1 0 0,-2 1-288 0,2-1 0 15,0-3 0-15,-1 2 0 0,1 1 0 0,-1 1 0 0,-3-4 0 0,2 3 0 16,2 2 144-16,-2 0-144 0,-1-3 0 0,0-2 144 16,-1-3-144-16,2 3 0 0,-3 3 0 0,-13 2 0 31,13-8-448-31,-1 4 16 0,-3 0 16 0,-1-1 0 16,1-3-576-16,-9 8-112 0,8-6-32 0,-8 6-10320 0</inkml:trace>
          <inkml:trace contextRef="#ctx0" brushRef="#br1" timeOffset="19564.9239">6445-81 12895 0,'0'0'1152'0,"0"0"-928"15,0 11-224-15,0-11 0 0,0 0 2304 0,0 0 400 16,8 11 96-16,-8-11 16 0,0 0-2208 0,5 15-432 16,0-4-176-16,-2 2 128 0,-2 0-128 0,3 2 0 15,-4-15 0-15,3 16 0 0,-3 0 0 0,0 2 192 16,0 0-32-16,1 1 0 0,-1 1 416 0,0-3 64 16,2 1 32-16,-2 0 0 0,0 0-480 0,3 1-192 15,2 2 176-15,-2 4-176 0,-1 1 0 0,1-1-336 16,-1 1 48-16,3 4 16 15,3 0-704-15,0 3-144 0,0 1-32 0,0-2-9008 0</inkml:trace>
          <inkml:trace contextRef="#ctx0" brushRef="#br1" timeOffset="17664.3191">5073-15 12831 0,'0'0'576'0,"0"0"112"0,0 0-560 0,0 0-128 0,0 0 0 0,0 0 0 15,0 0 1200-15,0 0 208 0,0 0 32 0,0 0 16 0,0 0-624 16,0 0-112-16,0 0-16 0,0 0-16 16,0 0-144-16,0 0-32 0,0 0 0 0,0 0 0 0,0 0-64 0,0 0 0 15,0 0-16-15,0 0 0 0,0 0-64 0,0 0-16 16,0 0 0-16,8 11 0 0,-8-11-32 0,12 12-16 16,-6-1 0-16,2 0 0 0,0 1 128 0,0 2 16 15,0 2 16-15,-1 2 0 0,-1 0 0 0,3 6 0 16,-5 7 0-16,1 0 0 0,0-4-80 0,0 4-32 15,-2 2 0-15,1-1 0 0,-3 0-192 0,2 1-32 16,1-1-128-16,-1 1 192 0,0-3-192 0,0-2 0 16,1-1 0-16,-1-1 0 0,0-3 0 0,0-4 0 15,-1-1 0-15,1-2 0 0,0-1 0 0,-3-15 0 16,0 0-128-16,0 0 128 0,0 0-128 0,0 0 128 0,0 0-192 0,0 0 192 31,0 0-640-31,0 0-32 0,-3-15 0 0,0-2-8032 0,0-6-1616 0</inkml:trace>
        </inkml:traceGroup>
        <inkml:traceGroup>
          <inkml:annotationXML>
            <emma:emma xmlns:emma="http://www.w3.org/2003/04/emma" version="1.0">
              <emma:interpretation id="{A4FB2582-DF34-4EF2-AC51-8684BB04EA5A}" emma:medium="tactile" emma:mode="ink">
                <msink:context xmlns:msink="http://schemas.microsoft.com/ink/2010/main" type="inkWord" rotatedBoundingBox="23988,9362 24453,9354 24464,9949 23999,9957"/>
              </emma:interpretation>
              <emma:one-of disjunction-type="recognition" id="oneOf2">
                <emma:interpretation id="interp2" emma:lang="" emma:confidence="0">
                  <emma:literal>5</emma:literal>
                </emma:interpretation>
                <emma:interpretation id="interp3" emma:lang="" emma:confidence="0">
                  <emma:literal>4</emma:literal>
                </emma:interpretation>
                <emma:interpretation id="interp4" emma:lang="" emma:confidence="0">
                  <emma:literal>g</emma:literal>
                </emma:interpretation>
                <emma:interpretation id="interp5" emma:lang="" emma:confidence="0">
                  <emma:literal>s</emma:literal>
                </emma:interpretation>
                <emma:interpretation id="interp6" emma:lang="" emma:confidence="0">
                  <emma:literal>S</emma:literal>
                </emma:interpretation>
              </emma:one-of>
            </emma:emma>
          </inkml:annotationXML>
          <inkml:trace contextRef="#ctx0" brushRef="#br2" timeOffset="23437.9508">11519-158 911 0,'0'0'0'0,"0"0"0"0,0 0 0 0,0 0 0 0,0 0 0 0,0 0 0 16,0 0 2176-16,0 0 368 0,0 0 64 0,0 0 16 16,0 0-1680-16,0 0-336 0,0 0-64 0,0 0-16 15,0 0 48-15,0 0 0 0,0 0 0 0,0 0 0 16,0 0-16-16,0 0 0 0,0 0 0 0,11-1 0 16,-11 1 464-16,0 0 80 0,0 0 32 0,0 0 0 15,13 0-400-15,-13 0-80 0,0 0-16 0,0 0 0 16,0 0-352-16,0 0-80 0,0 0-16 0,10 6 0 15,-10-6-64-15,0 0 0 0,0 0-128 0,0 0 192 16,0 0 272-16,0 0 48 0,0 0 16 0,0 0 0 0,0 0 16 16,0 0 0-16,0 0 0 0,-10 8 0 0,-1-4-96 0,0-4-32 15,-1-2 0-15,1 0 0 0,0 1-160 0,-1-2-16 16,1-2-16-16,0 3 0 0,-2 0-224 0,13 2 176 16,-12 2-176-16,3-2 160 0,-1-2-32 0,10 2-128 15,-13 2 192-15,2 3-64 0,1 0-128 0,10-5 128 16,-13 3-128-16,13-3 128 0,-12 5-128 0,4 0 0 15,0 0 0-15,0-1 0 0,8-4 0 0,-10 5 0 16,10-5 0-16,-9 4 0 0,-1-4 0 0,10 0 0 16,-10 0 0-16,10 0 128 0,0 0 48 0,-13 0 0 15,2-2 0-15,11 2 0 0,0 0 224 0,0 0 48 16,0 0 16-16,0 0 0 0,0 0-224 0,0 0-48 16,0 0-16-16,0 0 0 0,0 0-176 0,0 0 0 0,0 0 0 0,0 0 0 15,0 0-192-15,0 0 48 0,0 0 0 16,-2 13 0-16,2 0 144 0,0-13-192 0,2 14 192 0,-2-14-192 15,2 15 192-15,1-2 0 0,-2 0-144 0,-1-13 144 16,0 0 0-16,0 0 0 0,0 0 0 0,-3 15 0 16,0-6 0-16,3-9 0 0,0 0 0 0,-5 10 0 15,5-10 0-15,0 0 0 0,0 0 0 0,0 13 0 16,0-13 0-16,0 0 0 0,0 0 0 0,0 0 0 16,2 13 0-16,-2-13-144 0,0 0 144 0,0 0 0 15,3 13-144-15,-3-13 144 0,3 13 0 0,-3-13-144 16,0 0 144-16,0 0 0 0,0 0-144 0,0 0 144 15,0 0-128-15,0 0 128 0,0 0-160 0,0 0 160 16,0 0 0-16,15-3 0 0,-15 3 0 0,16-2 0 16,-3 0 0-16,0 1 0 0,-13 1 0 0,16-4 0 15,-1 1 0-15,-2 3 128 0,-13 0-128 0,13 3 0 0,0-1 128 0,1 1-128 16,1 4 0-16,-2 1 0 0,-2-2 0 0,0 2 0 16,1 1 0-16,-1-1-192 0,-1-2-96 0,0 1-16 15,-10-7 0-15,11 4 0 0,-11-4 112 0,11 10 0 16,1 5 16-16,-6-4 0 0,-6-11 176 0,0 0 0 15,7 16 0-15,-3-3 0 0,-4-13 0 0,4 15 256 16,-3-2-64-16,-1 0-16 0,0 0 32 0,0-13 16 16,-3 13 0-16,0 0 0 0,0 1-224 0,-2 1 128 15,-3-2-128-15,1-4 0 0,-4 3 0 0,-1-3 0 16,1 1 0-16,-2 2 0 0,-1-3 0 0,-1 1 0 16,0 0 0-16,-1-1 0 0,-3 1 0 0,-1 0-128 0,-1-2 128 0,0 0-208 15,-3-1 48-15,-2-3 16 0,-3 1 0 0,-1-2 0 16,0 1-48-16,-3-4-16 0,-2-4 0 0,1 0-13392 15</inkml:trace>
        </inkml:traceGroup>
      </inkml:traceGroup>
    </inkml:traceGroup>
  </inkml:traceGroup>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AU"/>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AU"/>
          </a:p>
        </p:txBody>
      </p:sp>
      <p:sp>
        <p:nvSpPr>
          <p:cNvPr id="4" name="Date Placeholder 3"/>
          <p:cNvSpPr>
            <a:spLocks noGrp="1"/>
          </p:cNvSpPr>
          <p:nvPr>
            <p:ph type="dt" sz="half" idx="10"/>
          </p:nvPr>
        </p:nvSpPr>
        <p:spPr/>
        <p:txBody>
          <a:bodyPr/>
          <a:lstStyle/>
          <a:p>
            <a:fld id="{0670257F-139A-4C64-8FF0-C28BA2020A88}" type="datetimeFigureOut">
              <a:rPr lang="en-AU" smtClean="0"/>
              <a:t>27/10/2021</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93F2D087-B4D1-44FD-A108-C1A3608A0FC7}" type="slidenum">
              <a:rPr lang="en-AU" smtClean="0"/>
              <a:t>‹#›</a:t>
            </a:fld>
            <a:endParaRPr lang="en-AU"/>
          </a:p>
        </p:txBody>
      </p:sp>
    </p:spTree>
    <p:extLst>
      <p:ext uri="{BB962C8B-B14F-4D97-AF65-F5344CB8AC3E}">
        <p14:creationId xmlns:p14="http://schemas.microsoft.com/office/powerpoint/2010/main" val="18320626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0670257F-139A-4C64-8FF0-C28BA2020A88}" type="datetimeFigureOut">
              <a:rPr lang="en-AU" smtClean="0"/>
              <a:t>27/10/2021</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93F2D087-B4D1-44FD-A108-C1A3608A0FC7}" type="slidenum">
              <a:rPr lang="en-AU" smtClean="0"/>
              <a:t>‹#›</a:t>
            </a:fld>
            <a:endParaRPr lang="en-AU"/>
          </a:p>
        </p:txBody>
      </p:sp>
    </p:spTree>
    <p:extLst>
      <p:ext uri="{BB962C8B-B14F-4D97-AF65-F5344CB8AC3E}">
        <p14:creationId xmlns:p14="http://schemas.microsoft.com/office/powerpoint/2010/main" val="7834302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AU"/>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0670257F-139A-4C64-8FF0-C28BA2020A88}" type="datetimeFigureOut">
              <a:rPr lang="en-AU" smtClean="0"/>
              <a:t>27/10/2021</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93F2D087-B4D1-44FD-A108-C1A3608A0FC7}" type="slidenum">
              <a:rPr lang="en-AU" smtClean="0"/>
              <a:t>‹#›</a:t>
            </a:fld>
            <a:endParaRPr lang="en-AU"/>
          </a:p>
        </p:txBody>
      </p:sp>
    </p:spTree>
    <p:extLst>
      <p:ext uri="{BB962C8B-B14F-4D97-AF65-F5344CB8AC3E}">
        <p14:creationId xmlns:p14="http://schemas.microsoft.com/office/powerpoint/2010/main" val="35336448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Date Placeholder 4"/>
          <p:cNvSpPr>
            <a:spLocks noGrp="1"/>
          </p:cNvSpPr>
          <p:nvPr>
            <p:ph type="dt" sz="half" idx="10"/>
          </p:nvPr>
        </p:nvSpPr>
        <p:spPr/>
        <p:txBody>
          <a:bodyPr/>
          <a:lstStyle/>
          <a:p>
            <a:fld id="{0670257F-139A-4C64-8FF0-C28BA2020A88}" type="datetimeFigureOut">
              <a:rPr lang="en-AU" smtClean="0"/>
              <a:t>27/10/2021</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93F2D087-B4D1-44FD-A108-C1A3608A0FC7}" type="slidenum">
              <a:rPr lang="en-AU" smtClean="0"/>
              <a:t>‹#›</a:t>
            </a:fld>
            <a:endParaRPr lang="en-AU"/>
          </a:p>
        </p:txBody>
      </p:sp>
    </p:spTree>
    <p:extLst>
      <p:ext uri="{BB962C8B-B14F-4D97-AF65-F5344CB8AC3E}">
        <p14:creationId xmlns:p14="http://schemas.microsoft.com/office/powerpoint/2010/main" val="10476485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AU"/>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7" name="Date Placeholder 6"/>
          <p:cNvSpPr>
            <a:spLocks noGrp="1"/>
          </p:cNvSpPr>
          <p:nvPr>
            <p:ph type="dt" sz="half" idx="10"/>
          </p:nvPr>
        </p:nvSpPr>
        <p:spPr/>
        <p:txBody>
          <a:bodyPr/>
          <a:lstStyle/>
          <a:p>
            <a:fld id="{0670257F-139A-4C64-8FF0-C28BA2020A88}" type="datetimeFigureOut">
              <a:rPr lang="en-AU" smtClean="0"/>
              <a:t>27/10/2021</a:t>
            </a:fld>
            <a:endParaRPr lang="en-AU"/>
          </a:p>
        </p:txBody>
      </p:sp>
      <p:sp>
        <p:nvSpPr>
          <p:cNvPr id="8" name="Footer Placeholder 7"/>
          <p:cNvSpPr>
            <a:spLocks noGrp="1"/>
          </p:cNvSpPr>
          <p:nvPr>
            <p:ph type="ftr" sz="quarter" idx="11"/>
          </p:nvPr>
        </p:nvSpPr>
        <p:spPr/>
        <p:txBody>
          <a:bodyPr/>
          <a:lstStyle/>
          <a:p>
            <a:endParaRPr lang="en-AU"/>
          </a:p>
        </p:txBody>
      </p:sp>
      <p:sp>
        <p:nvSpPr>
          <p:cNvPr id="9" name="Slide Number Placeholder 8"/>
          <p:cNvSpPr>
            <a:spLocks noGrp="1"/>
          </p:cNvSpPr>
          <p:nvPr>
            <p:ph type="sldNum" sz="quarter" idx="12"/>
          </p:nvPr>
        </p:nvSpPr>
        <p:spPr/>
        <p:txBody>
          <a:bodyPr/>
          <a:lstStyle/>
          <a:p>
            <a:fld id="{93F2D087-B4D1-44FD-A108-C1A3608A0FC7}" type="slidenum">
              <a:rPr lang="en-AU" smtClean="0"/>
              <a:t>‹#›</a:t>
            </a:fld>
            <a:endParaRPr lang="en-AU"/>
          </a:p>
        </p:txBody>
      </p:sp>
    </p:spTree>
    <p:extLst>
      <p:ext uri="{BB962C8B-B14F-4D97-AF65-F5344CB8AC3E}">
        <p14:creationId xmlns:p14="http://schemas.microsoft.com/office/powerpoint/2010/main" val="454006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Date Placeholder 2"/>
          <p:cNvSpPr>
            <a:spLocks noGrp="1"/>
          </p:cNvSpPr>
          <p:nvPr>
            <p:ph type="dt" sz="half" idx="10"/>
          </p:nvPr>
        </p:nvSpPr>
        <p:spPr/>
        <p:txBody>
          <a:bodyPr/>
          <a:lstStyle/>
          <a:p>
            <a:fld id="{0670257F-139A-4C64-8FF0-C28BA2020A88}" type="datetimeFigureOut">
              <a:rPr lang="en-AU" smtClean="0"/>
              <a:t>27/10/2021</a:t>
            </a:fld>
            <a:endParaRPr lang="en-AU"/>
          </a:p>
        </p:txBody>
      </p:sp>
      <p:sp>
        <p:nvSpPr>
          <p:cNvPr id="4" name="Footer Placeholder 3"/>
          <p:cNvSpPr>
            <a:spLocks noGrp="1"/>
          </p:cNvSpPr>
          <p:nvPr>
            <p:ph type="ftr" sz="quarter" idx="11"/>
          </p:nvPr>
        </p:nvSpPr>
        <p:spPr/>
        <p:txBody>
          <a:bodyPr/>
          <a:lstStyle/>
          <a:p>
            <a:endParaRPr lang="en-AU"/>
          </a:p>
        </p:txBody>
      </p:sp>
      <p:sp>
        <p:nvSpPr>
          <p:cNvPr id="5" name="Slide Number Placeholder 4"/>
          <p:cNvSpPr>
            <a:spLocks noGrp="1"/>
          </p:cNvSpPr>
          <p:nvPr>
            <p:ph type="sldNum" sz="quarter" idx="12"/>
          </p:nvPr>
        </p:nvSpPr>
        <p:spPr/>
        <p:txBody>
          <a:bodyPr/>
          <a:lstStyle/>
          <a:p>
            <a:fld id="{93F2D087-B4D1-44FD-A108-C1A3608A0FC7}" type="slidenum">
              <a:rPr lang="en-AU" smtClean="0"/>
              <a:t>‹#›</a:t>
            </a:fld>
            <a:endParaRPr lang="en-AU"/>
          </a:p>
        </p:txBody>
      </p:sp>
    </p:spTree>
    <p:extLst>
      <p:ext uri="{BB962C8B-B14F-4D97-AF65-F5344CB8AC3E}">
        <p14:creationId xmlns:p14="http://schemas.microsoft.com/office/powerpoint/2010/main" val="158170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670257F-139A-4C64-8FF0-C28BA2020A88}" type="datetimeFigureOut">
              <a:rPr lang="en-AU" smtClean="0"/>
              <a:t>27/10/2021</a:t>
            </a:fld>
            <a:endParaRPr lang="en-AU"/>
          </a:p>
        </p:txBody>
      </p:sp>
      <p:sp>
        <p:nvSpPr>
          <p:cNvPr id="3" name="Footer Placeholder 2"/>
          <p:cNvSpPr>
            <a:spLocks noGrp="1"/>
          </p:cNvSpPr>
          <p:nvPr>
            <p:ph type="ftr" sz="quarter" idx="11"/>
          </p:nvPr>
        </p:nvSpPr>
        <p:spPr/>
        <p:txBody>
          <a:bodyPr/>
          <a:lstStyle/>
          <a:p>
            <a:endParaRPr lang="en-AU"/>
          </a:p>
        </p:txBody>
      </p:sp>
      <p:sp>
        <p:nvSpPr>
          <p:cNvPr id="4" name="Slide Number Placeholder 3"/>
          <p:cNvSpPr>
            <a:spLocks noGrp="1"/>
          </p:cNvSpPr>
          <p:nvPr>
            <p:ph type="sldNum" sz="quarter" idx="12"/>
          </p:nvPr>
        </p:nvSpPr>
        <p:spPr/>
        <p:txBody>
          <a:bodyPr/>
          <a:lstStyle/>
          <a:p>
            <a:fld id="{93F2D087-B4D1-44FD-A108-C1A3608A0FC7}" type="slidenum">
              <a:rPr lang="en-AU" smtClean="0"/>
              <a:t>‹#›</a:t>
            </a:fld>
            <a:endParaRPr lang="en-AU"/>
          </a:p>
        </p:txBody>
      </p:sp>
    </p:spTree>
    <p:extLst>
      <p:ext uri="{BB962C8B-B14F-4D97-AF65-F5344CB8AC3E}">
        <p14:creationId xmlns:p14="http://schemas.microsoft.com/office/powerpoint/2010/main" val="6637230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AU"/>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0670257F-139A-4C64-8FF0-C28BA2020A88}" type="datetimeFigureOut">
              <a:rPr lang="en-AU" smtClean="0"/>
              <a:t>27/10/2021</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93F2D087-B4D1-44FD-A108-C1A3608A0FC7}" type="slidenum">
              <a:rPr lang="en-AU" smtClean="0"/>
              <a:t>‹#›</a:t>
            </a:fld>
            <a:endParaRPr lang="en-AU"/>
          </a:p>
        </p:txBody>
      </p:sp>
    </p:spTree>
    <p:extLst>
      <p:ext uri="{BB962C8B-B14F-4D97-AF65-F5344CB8AC3E}">
        <p14:creationId xmlns:p14="http://schemas.microsoft.com/office/powerpoint/2010/main" val="39159230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AU"/>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0670257F-139A-4C64-8FF0-C28BA2020A88}" type="datetimeFigureOut">
              <a:rPr lang="en-AU" smtClean="0"/>
              <a:t>27/10/2021</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93F2D087-B4D1-44FD-A108-C1A3608A0FC7}" type="slidenum">
              <a:rPr lang="en-AU" smtClean="0"/>
              <a:t>‹#›</a:t>
            </a:fld>
            <a:endParaRPr lang="en-AU"/>
          </a:p>
        </p:txBody>
      </p:sp>
    </p:spTree>
    <p:extLst>
      <p:ext uri="{BB962C8B-B14F-4D97-AF65-F5344CB8AC3E}">
        <p14:creationId xmlns:p14="http://schemas.microsoft.com/office/powerpoint/2010/main" val="28447893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0670257F-139A-4C64-8FF0-C28BA2020A88}" type="datetimeFigureOut">
              <a:rPr lang="en-AU" smtClean="0"/>
              <a:t>27/10/2021</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93F2D087-B4D1-44FD-A108-C1A3608A0FC7}" type="slidenum">
              <a:rPr lang="en-AU" smtClean="0"/>
              <a:t>‹#›</a:t>
            </a:fld>
            <a:endParaRPr lang="en-AU"/>
          </a:p>
        </p:txBody>
      </p:sp>
    </p:spTree>
    <p:extLst>
      <p:ext uri="{BB962C8B-B14F-4D97-AF65-F5344CB8AC3E}">
        <p14:creationId xmlns:p14="http://schemas.microsoft.com/office/powerpoint/2010/main" val="33437897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AU"/>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0670257F-139A-4C64-8FF0-C28BA2020A88}" type="datetimeFigureOut">
              <a:rPr lang="en-AU" smtClean="0"/>
              <a:t>27/10/2021</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93F2D087-B4D1-44FD-A108-C1A3608A0FC7}" type="slidenum">
              <a:rPr lang="en-AU" smtClean="0"/>
              <a:t>‹#›</a:t>
            </a:fld>
            <a:endParaRPr lang="en-AU"/>
          </a:p>
        </p:txBody>
      </p:sp>
    </p:spTree>
    <p:extLst>
      <p:ext uri="{BB962C8B-B14F-4D97-AF65-F5344CB8AC3E}">
        <p14:creationId xmlns:p14="http://schemas.microsoft.com/office/powerpoint/2010/main" val="29399323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AU"/>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670257F-139A-4C64-8FF0-C28BA2020A88}" type="datetimeFigureOut">
              <a:rPr lang="en-AU" smtClean="0"/>
              <a:t>27/10/2021</a:t>
            </a:fld>
            <a:endParaRPr lang="en-AU"/>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AU"/>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3F2D087-B4D1-44FD-A108-C1A3608A0FC7}" type="slidenum">
              <a:rPr lang="en-AU" smtClean="0"/>
              <a:t>‹#›</a:t>
            </a:fld>
            <a:endParaRPr lang="en-AU"/>
          </a:p>
        </p:txBody>
      </p:sp>
    </p:spTree>
    <p:extLst>
      <p:ext uri="{BB962C8B-B14F-4D97-AF65-F5344CB8AC3E}">
        <p14:creationId xmlns:p14="http://schemas.microsoft.com/office/powerpoint/2010/main" val="54071503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8" Type="http://schemas.openxmlformats.org/officeDocument/2006/relationships/image" Target="../media/image14.emf"/><Relationship Id="rId13" Type="http://schemas.openxmlformats.org/officeDocument/2006/relationships/customXml" Target="../ink/ink5.xml"/><Relationship Id="rId3" Type="http://schemas.openxmlformats.org/officeDocument/2006/relationships/image" Target="../media/image11.png"/><Relationship Id="rId7" Type="http://schemas.openxmlformats.org/officeDocument/2006/relationships/customXml" Target="../ink/ink2.xml"/><Relationship Id="rId12" Type="http://schemas.openxmlformats.org/officeDocument/2006/relationships/image" Target="../media/image16.emf"/><Relationship Id="rId2" Type="http://schemas.openxmlformats.org/officeDocument/2006/relationships/image" Target="../media/image10.png"/><Relationship Id="rId1" Type="http://schemas.openxmlformats.org/officeDocument/2006/relationships/slideLayout" Target="../slideLayouts/slideLayout1.xml"/><Relationship Id="rId6" Type="http://schemas.openxmlformats.org/officeDocument/2006/relationships/image" Target="../media/image13.emf"/><Relationship Id="rId11" Type="http://schemas.openxmlformats.org/officeDocument/2006/relationships/customXml" Target="../ink/ink4.xml"/><Relationship Id="rId5" Type="http://schemas.openxmlformats.org/officeDocument/2006/relationships/customXml" Target="../ink/ink1.xml"/><Relationship Id="rId10" Type="http://schemas.openxmlformats.org/officeDocument/2006/relationships/image" Target="../media/image15.emf"/><Relationship Id="rId4" Type="http://schemas.openxmlformats.org/officeDocument/2006/relationships/image" Target="../media/image12.png"/><Relationship Id="rId9" Type="http://schemas.openxmlformats.org/officeDocument/2006/relationships/customXml" Target="../ink/ink3.xml"/><Relationship Id="rId14" Type="http://schemas.openxmlformats.org/officeDocument/2006/relationships/image" Target="../media/image17.emf"/></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1.xml"/><Relationship Id="rId5" Type="http://schemas.openxmlformats.org/officeDocument/2006/relationships/image" Target="../media/image20.emf"/><Relationship Id="rId4" Type="http://schemas.openxmlformats.org/officeDocument/2006/relationships/customXml" Target="../ink/ink6.xml"/></Relationships>
</file>

<file path=ppt/slides/_rels/slide1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Box 13"/>
          <p:cNvSpPr txBox="1"/>
          <p:nvPr/>
        </p:nvSpPr>
        <p:spPr>
          <a:xfrm>
            <a:off x="0" y="0"/>
            <a:ext cx="2471651" cy="461665"/>
          </a:xfrm>
          <a:prstGeom prst="rect">
            <a:avLst/>
          </a:prstGeom>
          <a:solidFill>
            <a:srgbClr val="FFFF00"/>
          </a:solidFill>
        </p:spPr>
        <p:txBody>
          <a:bodyPr wrap="square" rtlCol="0">
            <a:spAutoFit/>
          </a:bodyPr>
          <a:lstStyle/>
          <a:p>
            <a:r>
              <a:rPr lang="en-AU" sz="2400" dirty="0" smtClean="0"/>
              <a:t>Unit </a:t>
            </a:r>
            <a:r>
              <a:rPr lang="en-AU" sz="2400" smtClean="0"/>
              <a:t>3 Chapter 1A</a:t>
            </a:r>
            <a:endParaRPr lang="en-AU" sz="2400" dirty="0"/>
          </a:p>
        </p:txBody>
      </p:sp>
      <p:sp>
        <p:nvSpPr>
          <p:cNvPr id="2" name="TextBox 1"/>
          <p:cNvSpPr txBox="1"/>
          <p:nvPr/>
        </p:nvSpPr>
        <p:spPr>
          <a:xfrm>
            <a:off x="1451956" y="2488277"/>
            <a:ext cx="9121833" cy="1631216"/>
          </a:xfrm>
          <a:prstGeom prst="rect">
            <a:avLst/>
          </a:prstGeom>
          <a:noFill/>
        </p:spPr>
        <p:txBody>
          <a:bodyPr wrap="square" rtlCol="0">
            <a:spAutoFit/>
          </a:bodyPr>
          <a:lstStyle/>
          <a:p>
            <a:pPr algn="ctr"/>
            <a:r>
              <a:rPr lang="en-AU" sz="10000" dirty="0" smtClean="0">
                <a:latin typeface="Bahnschrift Light SemiCondensed" panose="020B0502040204020203" pitchFamily="34" charset="0"/>
              </a:rPr>
              <a:t>BIVARIATE DATA</a:t>
            </a:r>
            <a:endParaRPr lang="en-AU" sz="10000" dirty="0">
              <a:latin typeface="Bahnschrift Light SemiCondensed" panose="020B0502040204020203" pitchFamily="34" charset="0"/>
            </a:endParaRPr>
          </a:p>
        </p:txBody>
      </p:sp>
    </p:spTree>
    <p:extLst>
      <p:ext uri="{BB962C8B-B14F-4D97-AF65-F5344CB8AC3E}">
        <p14:creationId xmlns:p14="http://schemas.microsoft.com/office/powerpoint/2010/main" val="17113957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Box 13"/>
          <p:cNvSpPr txBox="1"/>
          <p:nvPr/>
        </p:nvSpPr>
        <p:spPr>
          <a:xfrm>
            <a:off x="0" y="0"/>
            <a:ext cx="2471651" cy="461665"/>
          </a:xfrm>
          <a:prstGeom prst="rect">
            <a:avLst/>
          </a:prstGeom>
          <a:solidFill>
            <a:srgbClr val="FFFF00"/>
          </a:solidFill>
        </p:spPr>
        <p:txBody>
          <a:bodyPr wrap="square" rtlCol="0">
            <a:spAutoFit/>
          </a:bodyPr>
          <a:lstStyle/>
          <a:p>
            <a:r>
              <a:rPr lang="en-AU" sz="2400" dirty="0" smtClean="0"/>
              <a:t>Unit </a:t>
            </a:r>
            <a:r>
              <a:rPr lang="en-AU" sz="2400" smtClean="0"/>
              <a:t>3 Chapter 1A</a:t>
            </a:r>
            <a:endParaRPr lang="en-AU" sz="2400" dirty="0"/>
          </a:p>
        </p:txBody>
      </p:sp>
      <p:sp>
        <p:nvSpPr>
          <p:cNvPr id="4" name="TextBox 3"/>
          <p:cNvSpPr txBox="1"/>
          <p:nvPr/>
        </p:nvSpPr>
        <p:spPr>
          <a:xfrm>
            <a:off x="127461" y="537556"/>
            <a:ext cx="11715403" cy="769441"/>
          </a:xfrm>
          <a:prstGeom prst="rect">
            <a:avLst/>
          </a:prstGeom>
          <a:noFill/>
        </p:spPr>
        <p:txBody>
          <a:bodyPr wrap="square" rtlCol="0">
            <a:spAutoFit/>
          </a:bodyPr>
          <a:lstStyle/>
          <a:p>
            <a:r>
              <a:rPr lang="en-AU" sz="2200" dirty="0" smtClean="0"/>
              <a:t>A statistician is asked to investigate whether countries with higher levels of consumption of a particular type of food had higher rates of heart disease deaths. </a:t>
            </a:r>
            <a:endParaRPr lang="en-AU" sz="2200" dirty="0"/>
          </a:p>
        </p:txBody>
      </p:sp>
      <p:pic>
        <p:nvPicPr>
          <p:cNvPr id="5" name="Picture 4"/>
          <p:cNvPicPr>
            <a:picLocks noChangeAspect="1"/>
          </p:cNvPicPr>
          <p:nvPr/>
        </p:nvPicPr>
        <p:blipFill>
          <a:blip r:embed="rId2"/>
          <a:stretch>
            <a:fillRect/>
          </a:stretch>
        </p:blipFill>
        <p:spPr>
          <a:xfrm>
            <a:off x="127461" y="1257625"/>
            <a:ext cx="6756735" cy="5447975"/>
          </a:xfrm>
          <a:prstGeom prst="rect">
            <a:avLst/>
          </a:prstGeom>
        </p:spPr>
      </p:pic>
      <p:sp>
        <p:nvSpPr>
          <p:cNvPr id="6" name="TextBox 5"/>
          <p:cNvSpPr txBox="1"/>
          <p:nvPr/>
        </p:nvSpPr>
        <p:spPr>
          <a:xfrm>
            <a:off x="6949440" y="1396538"/>
            <a:ext cx="4993178" cy="430887"/>
          </a:xfrm>
          <a:prstGeom prst="rect">
            <a:avLst/>
          </a:prstGeom>
          <a:noFill/>
        </p:spPr>
        <p:txBody>
          <a:bodyPr wrap="square" rtlCol="0">
            <a:spAutoFit/>
          </a:bodyPr>
          <a:lstStyle/>
          <a:p>
            <a:r>
              <a:rPr lang="en-AU" sz="2200" dirty="0" smtClean="0"/>
              <a:t>What do you think?</a:t>
            </a:r>
            <a:endParaRPr lang="en-AU" sz="2200" dirty="0"/>
          </a:p>
        </p:txBody>
      </p:sp>
      <p:sp>
        <p:nvSpPr>
          <p:cNvPr id="9" name="TextBox 8"/>
          <p:cNvSpPr txBox="1"/>
          <p:nvPr/>
        </p:nvSpPr>
        <p:spPr>
          <a:xfrm>
            <a:off x="6949440" y="1859394"/>
            <a:ext cx="4993178" cy="1107996"/>
          </a:xfrm>
          <a:prstGeom prst="rect">
            <a:avLst/>
          </a:prstGeom>
          <a:noFill/>
        </p:spPr>
        <p:txBody>
          <a:bodyPr wrap="square" rtlCol="0">
            <a:spAutoFit/>
          </a:bodyPr>
          <a:lstStyle/>
          <a:p>
            <a:r>
              <a:rPr lang="en-AU" sz="2200" dirty="0" smtClean="0"/>
              <a:t>This situation involves two variables:</a:t>
            </a:r>
          </a:p>
          <a:p>
            <a:r>
              <a:rPr lang="en-AU" sz="2200" dirty="0" smtClean="0"/>
              <a:t>Consumption of one type of food</a:t>
            </a:r>
          </a:p>
          <a:p>
            <a:r>
              <a:rPr lang="en-AU" sz="2200" dirty="0" smtClean="0"/>
              <a:t>And death rates due to heart disease</a:t>
            </a:r>
            <a:endParaRPr lang="en-AU" sz="2200" dirty="0"/>
          </a:p>
        </p:txBody>
      </p:sp>
      <p:sp>
        <p:nvSpPr>
          <p:cNvPr id="10" name="TextBox 9"/>
          <p:cNvSpPr txBox="1"/>
          <p:nvPr/>
        </p:nvSpPr>
        <p:spPr>
          <a:xfrm>
            <a:off x="6949440" y="2967390"/>
            <a:ext cx="4993178" cy="769441"/>
          </a:xfrm>
          <a:prstGeom prst="rect">
            <a:avLst/>
          </a:prstGeom>
          <a:noFill/>
        </p:spPr>
        <p:txBody>
          <a:bodyPr wrap="square" rtlCol="0">
            <a:spAutoFit/>
          </a:bodyPr>
          <a:lstStyle/>
          <a:p>
            <a:r>
              <a:rPr lang="en-AU" sz="2200" dirty="0" smtClean="0"/>
              <a:t>As we are investigating two different variables, we now have </a:t>
            </a:r>
            <a:r>
              <a:rPr lang="en-AU" sz="2200" b="1" dirty="0" smtClean="0"/>
              <a:t>bivariate data</a:t>
            </a:r>
            <a:r>
              <a:rPr lang="en-AU" sz="2200" dirty="0" smtClean="0"/>
              <a:t>.</a:t>
            </a:r>
            <a:endParaRPr lang="en-AU" sz="2200" dirty="0"/>
          </a:p>
        </p:txBody>
      </p:sp>
    </p:spTree>
    <p:extLst>
      <p:ext uri="{BB962C8B-B14F-4D97-AF65-F5344CB8AC3E}">
        <p14:creationId xmlns:p14="http://schemas.microsoft.com/office/powerpoint/2010/main" val="26438352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9" grpId="0"/>
      <p:bldP spid="10"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Box 13"/>
          <p:cNvSpPr txBox="1"/>
          <p:nvPr/>
        </p:nvSpPr>
        <p:spPr>
          <a:xfrm>
            <a:off x="0" y="0"/>
            <a:ext cx="2471651" cy="461665"/>
          </a:xfrm>
          <a:prstGeom prst="rect">
            <a:avLst/>
          </a:prstGeom>
          <a:solidFill>
            <a:srgbClr val="FFFF00"/>
          </a:solidFill>
        </p:spPr>
        <p:txBody>
          <a:bodyPr wrap="square" rtlCol="0">
            <a:spAutoFit/>
          </a:bodyPr>
          <a:lstStyle/>
          <a:p>
            <a:r>
              <a:rPr lang="en-AU" sz="2400" dirty="0" smtClean="0"/>
              <a:t>Unit </a:t>
            </a:r>
            <a:r>
              <a:rPr lang="en-AU" sz="2400" smtClean="0"/>
              <a:t>3 Chapter 1A</a:t>
            </a:r>
            <a:endParaRPr lang="en-AU" sz="2400" dirty="0"/>
          </a:p>
        </p:txBody>
      </p:sp>
      <mc:AlternateContent xmlns:mc="http://schemas.openxmlformats.org/markup-compatibility/2006" xmlns:a14="http://schemas.microsoft.com/office/drawing/2010/main">
        <mc:Choice Requires="a14">
          <p:sp>
            <p:nvSpPr>
              <p:cNvPr id="2" name="TextBox 1"/>
              <p:cNvSpPr txBox="1"/>
              <p:nvPr/>
            </p:nvSpPr>
            <p:spPr>
              <a:xfrm>
                <a:off x="177338" y="592975"/>
                <a:ext cx="11565775" cy="5509200"/>
              </a:xfrm>
              <a:prstGeom prst="rect">
                <a:avLst/>
              </a:prstGeom>
              <a:noFill/>
            </p:spPr>
            <p:txBody>
              <a:bodyPr wrap="square" rtlCol="0">
                <a:spAutoFit/>
              </a:bodyPr>
              <a:lstStyle/>
              <a:p>
                <a:r>
                  <a:rPr lang="en-AU" sz="2200" dirty="0" smtClean="0"/>
                  <a:t>When we are investigating bivariate data, we are usually investigating whether there is a relationship between the two variables (whether one affects the other).</a:t>
                </a:r>
              </a:p>
              <a:p>
                <a:endParaRPr lang="en-AU" sz="2200" dirty="0"/>
              </a:p>
              <a:p>
                <a:r>
                  <a:rPr lang="en-AU" sz="2200" dirty="0" smtClean="0"/>
                  <a:t>The two variables in this example each involved numerical data. We can use a </a:t>
                </a:r>
                <a:r>
                  <a:rPr lang="en-AU" sz="2200" dirty="0" err="1" smtClean="0"/>
                  <a:t>scattergraph</a:t>
                </a:r>
                <a:r>
                  <a:rPr lang="en-AU" sz="2200" dirty="0" smtClean="0"/>
                  <a:t> (or scatterplot) to consider the relationship between the two variables by plotting the bivariate data with one variable on the </a:t>
                </a:r>
                <a14:m>
                  <m:oMath xmlns:m="http://schemas.openxmlformats.org/officeDocument/2006/math">
                    <m:r>
                      <a:rPr lang="en-AU" sz="2200" b="0" i="1" smtClean="0">
                        <a:latin typeface="Cambria Math" panose="02040503050406030204" pitchFamily="18" charset="0"/>
                      </a:rPr>
                      <m:t>𝑥</m:t>
                    </m:r>
                  </m:oMath>
                </a14:m>
                <a:r>
                  <a:rPr lang="en-AU" sz="2200" dirty="0" smtClean="0"/>
                  <a:t> axis, and the other variable on the </a:t>
                </a:r>
                <a14:m>
                  <m:oMath xmlns:m="http://schemas.openxmlformats.org/officeDocument/2006/math">
                    <m:r>
                      <a:rPr lang="en-AU" sz="2200" b="0" i="1" smtClean="0">
                        <a:latin typeface="Cambria Math" panose="02040503050406030204" pitchFamily="18" charset="0"/>
                      </a:rPr>
                      <m:t>𝑦</m:t>
                    </m:r>
                  </m:oMath>
                </a14:m>
                <a:r>
                  <a:rPr lang="en-AU" sz="2200" dirty="0" smtClean="0"/>
                  <a:t> axis.</a:t>
                </a:r>
              </a:p>
              <a:p>
                <a:endParaRPr lang="en-AU" sz="2200" dirty="0"/>
              </a:p>
              <a:p>
                <a:r>
                  <a:rPr lang="en-AU" sz="2200" dirty="0" smtClean="0"/>
                  <a:t>For now, let us look at bivariate data where one or both variables involve categorical data.</a:t>
                </a:r>
              </a:p>
              <a:p>
                <a:endParaRPr lang="en-AU" sz="2200" dirty="0" smtClean="0"/>
              </a:p>
              <a:p>
                <a:r>
                  <a:rPr lang="en-AU" sz="2200" dirty="0" err="1" smtClean="0"/>
                  <a:t>Eg</a:t>
                </a:r>
                <a:r>
                  <a:rPr lang="en-AU" sz="2200" dirty="0" smtClean="0"/>
                  <a:t>. Male-Female</a:t>
                </a:r>
              </a:p>
              <a:p>
                <a:r>
                  <a:rPr lang="en-AU" sz="2200" dirty="0" smtClean="0"/>
                  <a:t>Low-Medium-High</a:t>
                </a:r>
              </a:p>
              <a:p>
                <a:r>
                  <a:rPr lang="en-AU" sz="2200" dirty="0" smtClean="0"/>
                  <a:t>States and Territories of Australia etc.</a:t>
                </a:r>
              </a:p>
              <a:p>
                <a:endParaRPr lang="en-AU" sz="2200" dirty="0" smtClean="0"/>
              </a:p>
              <a:p>
                <a:endParaRPr lang="en-AU" sz="2200" dirty="0"/>
              </a:p>
              <a:p>
                <a:endParaRPr lang="en-AU" sz="2200" dirty="0"/>
              </a:p>
              <a:p>
                <a:r>
                  <a:rPr lang="en-AU" sz="2200" dirty="0" smtClean="0"/>
                  <a:t>For these, we would use a two-way frequency table to display the data.</a:t>
                </a:r>
                <a:endParaRPr lang="en-AU" sz="2200" dirty="0"/>
              </a:p>
            </p:txBody>
          </p:sp>
        </mc:Choice>
        <mc:Fallback xmlns="">
          <p:sp>
            <p:nvSpPr>
              <p:cNvPr id="2" name="TextBox 1"/>
              <p:cNvSpPr txBox="1">
                <a:spLocks noRot="1" noChangeAspect="1" noMove="1" noResize="1" noEditPoints="1" noAdjustHandles="1" noChangeArrowheads="1" noChangeShapeType="1" noTextEdit="1"/>
              </p:cNvSpPr>
              <p:nvPr/>
            </p:nvSpPr>
            <p:spPr>
              <a:xfrm>
                <a:off x="177338" y="592975"/>
                <a:ext cx="11565775" cy="5509200"/>
              </a:xfrm>
              <a:prstGeom prst="rect">
                <a:avLst/>
              </a:prstGeom>
              <a:blipFill>
                <a:blip r:embed="rId2"/>
                <a:stretch>
                  <a:fillRect l="-685" t="-664" b="-1327"/>
                </a:stretch>
              </a:blipFill>
            </p:spPr>
            <p:txBody>
              <a:bodyPr/>
              <a:lstStyle/>
              <a:p>
                <a:r>
                  <a:rPr lang="en-AU">
                    <a:noFill/>
                  </a:rPr>
                  <a:t> </a:t>
                </a:r>
              </a:p>
            </p:txBody>
          </p:sp>
        </mc:Fallback>
      </mc:AlternateContent>
    </p:spTree>
    <p:extLst>
      <p:ext uri="{BB962C8B-B14F-4D97-AF65-F5344CB8AC3E}">
        <p14:creationId xmlns:p14="http://schemas.microsoft.com/office/powerpoint/2010/main" val="32353449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Box 13"/>
          <p:cNvSpPr txBox="1"/>
          <p:nvPr/>
        </p:nvSpPr>
        <p:spPr>
          <a:xfrm>
            <a:off x="0" y="0"/>
            <a:ext cx="2471651" cy="461665"/>
          </a:xfrm>
          <a:prstGeom prst="rect">
            <a:avLst/>
          </a:prstGeom>
          <a:solidFill>
            <a:srgbClr val="FFFF00"/>
          </a:solidFill>
        </p:spPr>
        <p:txBody>
          <a:bodyPr wrap="square" rtlCol="0">
            <a:spAutoFit/>
          </a:bodyPr>
          <a:lstStyle/>
          <a:p>
            <a:r>
              <a:rPr lang="en-AU" sz="2400" dirty="0" smtClean="0"/>
              <a:t>Unit </a:t>
            </a:r>
            <a:r>
              <a:rPr lang="en-AU" sz="2400" smtClean="0"/>
              <a:t>3 Chapter 1A</a:t>
            </a:r>
            <a:endParaRPr lang="en-AU" sz="2400" dirty="0"/>
          </a:p>
        </p:txBody>
      </p:sp>
      <p:sp>
        <p:nvSpPr>
          <p:cNvPr id="2" name="TextBox 1"/>
          <p:cNvSpPr txBox="1"/>
          <p:nvPr/>
        </p:nvSpPr>
        <p:spPr>
          <a:xfrm>
            <a:off x="121920" y="570807"/>
            <a:ext cx="7708669" cy="5509200"/>
          </a:xfrm>
          <a:prstGeom prst="rect">
            <a:avLst/>
          </a:prstGeom>
          <a:noFill/>
        </p:spPr>
        <p:txBody>
          <a:bodyPr wrap="square" rtlCol="0">
            <a:spAutoFit/>
          </a:bodyPr>
          <a:lstStyle/>
          <a:p>
            <a:r>
              <a:rPr lang="en-AU" sz="2200" dirty="0" smtClean="0"/>
              <a:t>The number of male and female MPs from two major political parties are shown in the table on the right.</a:t>
            </a:r>
          </a:p>
          <a:p>
            <a:endParaRPr lang="en-AU" sz="2200" dirty="0"/>
          </a:p>
          <a:p>
            <a:r>
              <a:rPr lang="en-AU" sz="2200" dirty="0" smtClean="0"/>
              <a:t>Observations we could make include:</a:t>
            </a:r>
          </a:p>
          <a:p>
            <a:pPr marL="342900" indent="-342900">
              <a:buFont typeface="Arial" panose="020B0604020202020204" pitchFamily="34" charset="0"/>
              <a:buChar char="•"/>
            </a:pPr>
            <a:r>
              <a:rPr lang="en-AU" sz="2200" dirty="0" smtClean="0"/>
              <a:t>A and B each have more male MPs than female MPs</a:t>
            </a:r>
          </a:p>
          <a:p>
            <a:pPr marL="342900" indent="-342900">
              <a:buFont typeface="Arial" panose="020B0604020202020204" pitchFamily="34" charset="0"/>
              <a:buChar char="•"/>
            </a:pPr>
            <a:r>
              <a:rPr lang="en-AU" sz="2200" dirty="0" smtClean="0"/>
              <a:t>B has less MPs than A overall but has more female MPs than A</a:t>
            </a:r>
          </a:p>
          <a:p>
            <a:pPr marL="342900" indent="-342900">
              <a:buFont typeface="Arial" panose="020B0604020202020204" pitchFamily="34" charset="0"/>
              <a:buChar char="•"/>
            </a:pPr>
            <a:endParaRPr lang="en-AU" sz="2200" dirty="0"/>
          </a:p>
          <a:p>
            <a:pPr marL="342900" indent="-342900">
              <a:buFont typeface="Arial" panose="020B0604020202020204" pitchFamily="34" charset="0"/>
              <a:buChar char="•"/>
            </a:pPr>
            <a:endParaRPr lang="en-AU" sz="2200" dirty="0" smtClean="0"/>
          </a:p>
          <a:p>
            <a:r>
              <a:rPr lang="en-AU" sz="2200" dirty="0" smtClean="0"/>
              <a:t>It might be clearer if the entries were given as proportions or </a:t>
            </a:r>
          </a:p>
          <a:p>
            <a:r>
              <a:rPr lang="en-AU" sz="2200" dirty="0"/>
              <a:t>p</a:t>
            </a:r>
            <a:r>
              <a:rPr lang="en-AU" sz="2200" dirty="0" smtClean="0"/>
              <a:t>ercentages of the total (422). </a:t>
            </a:r>
          </a:p>
          <a:p>
            <a:endParaRPr lang="en-AU" sz="2200" dirty="0" smtClean="0"/>
          </a:p>
          <a:p>
            <a:endParaRPr lang="en-AU" sz="2200" dirty="0"/>
          </a:p>
          <a:p>
            <a:r>
              <a:rPr lang="en-AU" sz="2200" dirty="0" smtClean="0"/>
              <a:t>Now we can easily state:</a:t>
            </a:r>
          </a:p>
          <a:p>
            <a:pPr marL="342900" indent="-342900">
              <a:buFont typeface="Arial" panose="020B0604020202020204" pitchFamily="34" charset="0"/>
              <a:buChar char="•"/>
            </a:pPr>
            <a:r>
              <a:rPr lang="en-AU" sz="2200" dirty="0" smtClean="0"/>
              <a:t>51% of all MPs are males from A</a:t>
            </a:r>
          </a:p>
          <a:p>
            <a:pPr marL="342900" indent="-342900">
              <a:buFont typeface="Arial" panose="020B0604020202020204" pitchFamily="34" charset="0"/>
              <a:buChar char="•"/>
            </a:pPr>
            <a:r>
              <a:rPr lang="en-AU" sz="2200" dirty="0" smtClean="0"/>
              <a:t>76% of all MPs from both parties are male</a:t>
            </a:r>
          </a:p>
          <a:p>
            <a:pPr marL="342900" indent="-342900">
              <a:buFont typeface="Arial" panose="020B0604020202020204" pitchFamily="34" charset="0"/>
              <a:buChar char="•"/>
            </a:pPr>
            <a:r>
              <a:rPr lang="en-AU" sz="2200" dirty="0" smtClean="0"/>
              <a:t>39% of MPs are from B</a:t>
            </a:r>
            <a:endParaRPr lang="en-AU" sz="2200" dirty="0"/>
          </a:p>
        </p:txBody>
      </p:sp>
      <p:pic>
        <p:nvPicPr>
          <p:cNvPr id="11" name="Picture 10"/>
          <p:cNvPicPr>
            <a:picLocks noChangeAspect="1"/>
          </p:cNvPicPr>
          <p:nvPr/>
        </p:nvPicPr>
        <p:blipFill>
          <a:blip r:embed="rId2"/>
          <a:stretch>
            <a:fillRect/>
          </a:stretch>
        </p:blipFill>
        <p:spPr>
          <a:xfrm>
            <a:off x="8165609" y="223669"/>
            <a:ext cx="3552825" cy="1371600"/>
          </a:xfrm>
          <a:prstGeom prst="rect">
            <a:avLst/>
          </a:prstGeom>
        </p:spPr>
      </p:pic>
      <p:pic>
        <p:nvPicPr>
          <p:cNvPr id="12" name="Picture 11"/>
          <p:cNvPicPr>
            <a:picLocks noChangeAspect="1"/>
          </p:cNvPicPr>
          <p:nvPr/>
        </p:nvPicPr>
        <p:blipFill>
          <a:blip r:embed="rId3"/>
          <a:stretch>
            <a:fillRect/>
          </a:stretch>
        </p:blipFill>
        <p:spPr>
          <a:xfrm>
            <a:off x="7582264" y="1497864"/>
            <a:ext cx="4193234" cy="1400507"/>
          </a:xfrm>
          <a:prstGeom prst="rect">
            <a:avLst/>
          </a:prstGeom>
        </p:spPr>
      </p:pic>
      <p:pic>
        <p:nvPicPr>
          <p:cNvPr id="13" name="Picture 12"/>
          <p:cNvPicPr>
            <a:picLocks noChangeAspect="1"/>
          </p:cNvPicPr>
          <p:nvPr/>
        </p:nvPicPr>
        <p:blipFill>
          <a:blip r:embed="rId4"/>
          <a:stretch>
            <a:fillRect/>
          </a:stretch>
        </p:blipFill>
        <p:spPr>
          <a:xfrm>
            <a:off x="7557082" y="3261849"/>
            <a:ext cx="4161352" cy="1365570"/>
          </a:xfrm>
          <a:prstGeom prst="rect">
            <a:avLst/>
          </a:prstGeom>
        </p:spPr>
      </p:pic>
      <p:pic>
        <p:nvPicPr>
          <p:cNvPr id="16" name="Picture 15"/>
          <p:cNvPicPr>
            <a:picLocks noChangeAspect="1"/>
          </p:cNvPicPr>
          <p:nvPr/>
        </p:nvPicPr>
        <p:blipFill>
          <a:blip r:embed="rId5"/>
          <a:stretch>
            <a:fillRect/>
          </a:stretch>
        </p:blipFill>
        <p:spPr>
          <a:xfrm>
            <a:off x="7664654" y="4906587"/>
            <a:ext cx="4110843" cy="1438795"/>
          </a:xfrm>
          <a:prstGeom prst="rect">
            <a:avLst/>
          </a:prstGeom>
        </p:spPr>
      </p:pic>
    </p:spTree>
    <p:extLst>
      <p:ext uri="{BB962C8B-B14F-4D97-AF65-F5344CB8AC3E}">
        <p14:creationId xmlns:p14="http://schemas.microsoft.com/office/powerpoint/2010/main" val="27255765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7" end="7"/>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6"/>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11" end="11"/>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
                                            <p:txEl>
                                              <p:pRg st="12" end="12"/>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
                                            <p:txEl>
                                              <p:pRg st="13" end="13"/>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2">
                                            <p:txEl>
                                              <p:pRg st="14" end="1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Box 13"/>
          <p:cNvSpPr txBox="1"/>
          <p:nvPr/>
        </p:nvSpPr>
        <p:spPr>
          <a:xfrm>
            <a:off x="0" y="0"/>
            <a:ext cx="2471651" cy="461665"/>
          </a:xfrm>
          <a:prstGeom prst="rect">
            <a:avLst/>
          </a:prstGeom>
          <a:solidFill>
            <a:srgbClr val="FFFF00"/>
          </a:solidFill>
        </p:spPr>
        <p:txBody>
          <a:bodyPr wrap="square" rtlCol="0">
            <a:spAutoFit/>
          </a:bodyPr>
          <a:lstStyle/>
          <a:p>
            <a:r>
              <a:rPr lang="en-AU" sz="2400" dirty="0" smtClean="0"/>
              <a:t>Unit </a:t>
            </a:r>
            <a:r>
              <a:rPr lang="en-AU" sz="2400" smtClean="0"/>
              <a:t>3 Chapter 1A</a:t>
            </a:r>
            <a:endParaRPr lang="en-AU" sz="2400" dirty="0"/>
          </a:p>
        </p:txBody>
      </p:sp>
      <p:sp>
        <p:nvSpPr>
          <p:cNvPr id="4" name="TextBox 3"/>
          <p:cNvSpPr txBox="1"/>
          <p:nvPr/>
        </p:nvSpPr>
        <p:spPr>
          <a:xfrm>
            <a:off x="266007" y="653935"/>
            <a:ext cx="11543608" cy="5509200"/>
          </a:xfrm>
          <a:prstGeom prst="rect">
            <a:avLst/>
          </a:prstGeom>
          <a:noFill/>
        </p:spPr>
        <p:txBody>
          <a:bodyPr wrap="square" rtlCol="0">
            <a:spAutoFit/>
          </a:bodyPr>
          <a:lstStyle/>
          <a:p>
            <a:r>
              <a:rPr lang="en-AU" sz="2200" dirty="0" smtClean="0"/>
              <a:t>We could also consider percentages of the rows (row percentages) and percentages of the columns (column percentages).</a:t>
            </a:r>
          </a:p>
          <a:p>
            <a:endParaRPr lang="en-AU" sz="2200" dirty="0"/>
          </a:p>
          <a:p>
            <a:endParaRPr lang="en-AU" sz="2200" dirty="0" smtClean="0"/>
          </a:p>
          <a:p>
            <a:endParaRPr lang="en-AU" sz="2200" dirty="0"/>
          </a:p>
          <a:p>
            <a:endParaRPr lang="en-AU" sz="2200" dirty="0" smtClean="0"/>
          </a:p>
          <a:p>
            <a:endParaRPr lang="en-AU" sz="2200" dirty="0"/>
          </a:p>
          <a:p>
            <a:endParaRPr lang="en-AU" sz="2200" dirty="0"/>
          </a:p>
          <a:p>
            <a:r>
              <a:rPr lang="en-AU" sz="2200" dirty="0" smtClean="0"/>
              <a:t>The row percentage tells us what proportion of the male and female MPs belongs to each party etc.</a:t>
            </a:r>
          </a:p>
          <a:p>
            <a:r>
              <a:rPr lang="en-AU" sz="2200" dirty="0" smtClean="0"/>
              <a:t>The column percentage tells us what proportion of each party’s MPs are male and female.</a:t>
            </a:r>
          </a:p>
          <a:p>
            <a:endParaRPr lang="en-AU" sz="2200" dirty="0"/>
          </a:p>
          <a:p>
            <a:r>
              <a:rPr lang="en-AU" sz="2200" dirty="0" smtClean="0"/>
              <a:t>Now we can state:</a:t>
            </a:r>
          </a:p>
          <a:p>
            <a:endParaRPr lang="en-AU" sz="2200" dirty="0"/>
          </a:p>
          <a:p>
            <a:pPr marL="342900" indent="-342900">
              <a:buFont typeface="Arial" panose="020B0604020202020204" pitchFamily="34" charset="0"/>
              <a:buChar char="•"/>
            </a:pPr>
            <a:r>
              <a:rPr lang="en-AU" sz="2200" dirty="0" smtClean="0"/>
              <a:t>Out of the male MPs, 67% are from A.</a:t>
            </a:r>
          </a:p>
          <a:p>
            <a:pPr marL="342900" indent="-342900">
              <a:buFont typeface="Arial" panose="020B0604020202020204" pitchFamily="34" charset="0"/>
              <a:buChar char="•"/>
            </a:pPr>
            <a:r>
              <a:rPr lang="en-AU" sz="2200" dirty="0" smtClean="0"/>
              <a:t>Out of the female MPs, 59% are from B.</a:t>
            </a:r>
          </a:p>
          <a:p>
            <a:pPr marL="342900" indent="-342900">
              <a:buFont typeface="Arial" panose="020B0604020202020204" pitchFamily="34" charset="0"/>
              <a:buChar char="•"/>
            </a:pPr>
            <a:r>
              <a:rPr lang="en-AU" sz="2200" dirty="0" smtClean="0"/>
              <a:t>37% of MPs from B are female compared to only 16% from A.</a:t>
            </a:r>
          </a:p>
        </p:txBody>
      </p:sp>
      <p:pic>
        <p:nvPicPr>
          <p:cNvPr id="7" name="Picture 6"/>
          <p:cNvPicPr>
            <a:picLocks noChangeAspect="1"/>
          </p:cNvPicPr>
          <p:nvPr/>
        </p:nvPicPr>
        <p:blipFill>
          <a:blip r:embed="rId2"/>
          <a:stretch>
            <a:fillRect/>
          </a:stretch>
        </p:blipFill>
        <p:spPr>
          <a:xfrm>
            <a:off x="1071216" y="1582535"/>
            <a:ext cx="9705975" cy="1409700"/>
          </a:xfrm>
          <a:prstGeom prst="rect">
            <a:avLst/>
          </a:prstGeom>
        </p:spPr>
      </p:pic>
      <p:sp>
        <p:nvSpPr>
          <p:cNvPr id="8" name="Rectangle 7"/>
          <p:cNvSpPr/>
          <p:nvPr/>
        </p:nvSpPr>
        <p:spPr>
          <a:xfrm>
            <a:off x="1071216" y="2903913"/>
            <a:ext cx="2486631" cy="149629"/>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6202387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7" end="7"/>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
                                            <p:txEl>
                                              <p:pRg st="10" end="10"/>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
                                            <p:txEl>
                                              <p:pRg st="12" end="1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
                                            <p:txEl>
                                              <p:pRg st="13" end="13"/>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
                                            <p:txEl>
                                              <p:pRg st="14" end="1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Box 13"/>
          <p:cNvSpPr txBox="1"/>
          <p:nvPr/>
        </p:nvSpPr>
        <p:spPr>
          <a:xfrm>
            <a:off x="0" y="0"/>
            <a:ext cx="2471651" cy="461665"/>
          </a:xfrm>
          <a:prstGeom prst="rect">
            <a:avLst/>
          </a:prstGeom>
          <a:solidFill>
            <a:srgbClr val="FFFF00"/>
          </a:solidFill>
        </p:spPr>
        <p:txBody>
          <a:bodyPr wrap="square" rtlCol="0">
            <a:spAutoFit/>
          </a:bodyPr>
          <a:lstStyle/>
          <a:p>
            <a:r>
              <a:rPr lang="en-AU" sz="2400" dirty="0" smtClean="0"/>
              <a:t>Unit </a:t>
            </a:r>
            <a:r>
              <a:rPr lang="en-AU" sz="2400" smtClean="0"/>
              <a:t>3 Chapter 1A</a:t>
            </a:r>
            <a:endParaRPr lang="en-AU" sz="2400" dirty="0"/>
          </a:p>
        </p:txBody>
      </p:sp>
      <p:sp>
        <p:nvSpPr>
          <p:cNvPr id="4" name="TextBox 3"/>
          <p:cNvSpPr txBox="1"/>
          <p:nvPr/>
        </p:nvSpPr>
        <p:spPr>
          <a:xfrm>
            <a:off x="207730" y="1169324"/>
            <a:ext cx="6677891" cy="4154984"/>
          </a:xfrm>
          <a:prstGeom prst="rect">
            <a:avLst/>
          </a:prstGeom>
          <a:noFill/>
        </p:spPr>
        <p:txBody>
          <a:bodyPr wrap="square" rtlCol="0">
            <a:spAutoFit/>
          </a:bodyPr>
          <a:lstStyle/>
          <a:p>
            <a:r>
              <a:rPr lang="en-AU" sz="2200" dirty="0" smtClean="0"/>
              <a:t>We can display this data more visually in a stacked 100% column graph, where we can easily see that as we move from A to B, the male-female proportions change noticeably.</a:t>
            </a:r>
          </a:p>
          <a:p>
            <a:endParaRPr lang="en-AU" sz="2200" dirty="0"/>
          </a:p>
          <a:p>
            <a:r>
              <a:rPr lang="en-AU" sz="2200" dirty="0" smtClean="0"/>
              <a:t>As the proportion of MPs who are female is much greater in B than in A, suggesting there is a relationship between the two categorical variables, Party and Gender of MP. </a:t>
            </a:r>
          </a:p>
          <a:p>
            <a:endParaRPr lang="en-AU" sz="2200" dirty="0"/>
          </a:p>
          <a:p>
            <a:r>
              <a:rPr lang="en-AU" sz="2200" dirty="0" smtClean="0"/>
              <a:t>If there was no relationship, the proportions would not change so noticeably from A to B.</a:t>
            </a:r>
            <a:endParaRPr lang="en-AU" sz="2200" dirty="0"/>
          </a:p>
        </p:txBody>
      </p:sp>
      <p:pic>
        <p:nvPicPr>
          <p:cNvPr id="6" name="Picture 5"/>
          <p:cNvPicPr>
            <a:picLocks noChangeAspect="1"/>
          </p:cNvPicPr>
          <p:nvPr/>
        </p:nvPicPr>
        <p:blipFill>
          <a:blip r:embed="rId2"/>
          <a:stretch>
            <a:fillRect/>
          </a:stretch>
        </p:blipFill>
        <p:spPr>
          <a:xfrm>
            <a:off x="7814050" y="461665"/>
            <a:ext cx="3590925" cy="1514475"/>
          </a:xfrm>
          <a:prstGeom prst="rect">
            <a:avLst/>
          </a:prstGeom>
        </p:spPr>
      </p:pic>
      <p:pic>
        <p:nvPicPr>
          <p:cNvPr id="7" name="Picture 6"/>
          <p:cNvPicPr>
            <a:picLocks noChangeAspect="1"/>
          </p:cNvPicPr>
          <p:nvPr/>
        </p:nvPicPr>
        <p:blipFill>
          <a:blip r:embed="rId3"/>
          <a:stretch>
            <a:fillRect/>
          </a:stretch>
        </p:blipFill>
        <p:spPr>
          <a:xfrm>
            <a:off x="7302776" y="2424459"/>
            <a:ext cx="4255292" cy="3300239"/>
          </a:xfrm>
          <a:prstGeom prst="rect">
            <a:avLst/>
          </a:prstGeom>
        </p:spPr>
      </p:pic>
    </p:spTree>
    <p:extLst>
      <p:ext uri="{BB962C8B-B14F-4D97-AF65-F5344CB8AC3E}">
        <p14:creationId xmlns:p14="http://schemas.microsoft.com/office/powerpoint/2010/main" val="15400137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Box 13"/>
          <p:cNvSpPr txBox="1"/>
          <p:nvPr/>
        </p:nvSpPr>
        <p:spPr>
          <a:xfrm>
            <a:off x="0" y="0"/>
            <a:ext cx="3757353" cy="461665"/>
          </a:xfrm>
          <a:prstGeom prst="rect">
            <a:avLst/>
          </a:prstGeom>
          <a:solidFill>
            <a:srgbClr val="FFFF00"/>
          </a:solidFill>
        </p:spPr>
        <p:txBody>
          <a:bodyPr wrap="square" rtlCol="0">
            <a:spAutoFit/>
          </a:bodyPr>
          <a:lstStyle/>
          <a:p>
            <a:r>
              <a:rPr lang="en-AU" sz="2400" dirty="0" smtClean="0"/>
              <a:t>Unit 3 Chapter </a:t>
            </a:r>
            <a:r>
              <a:rPr lang="en-AU" sz="2400" dirty="0" smtClean="0"/>
              <a:t>1A Example 1</a:t>
            </a:r>
            <a:endParaRPr lang="en-AU" sz="2400" dirty="0"/>
          </a:p>
        </p:txBody>
      </p:sp>
      <p:sp>
        <p:nvSpPr>
          <p:cNvPr id="3" name="TextBox 2"/>
          <p:cNvSpPr txBox="1"/>
          <p:nvPr/>
        </p:nvSpPr>
        <p:spPr>
          <a:xfrm>
            <a:off x="116378" y="598516"/>
            <a:ext cx="11759738" cy="769441"/>
          </a:xfrm>
          <a:prstGeom prst="rect">
            <a:avLst/>
          </a:prstGeom>
          <a:noFill/>
        </p:spPr>
        <p:txBody>
          <a:bodyPr wrap="square" rtlCol="0">
            <a:spAutoFit/>
          </a:bodyPr>
          <a:lstStyle/>
          <a:p>
            <a:r>
              <a:rPr lang="en-AU" sz="2200" dirty="0" smtClean="0"/>
              <a:t>A number of people were asked whether they preferred crime, romance or horror movies best. The data was sorted according the age of the person asked.</a:t>
            </a:r>
            <a:endParaRPr lang="en-AU" sz="2200" dirty="0"/>
          </a:p>
        </p:txBody>
      </p:sp>
      <p:sp>
        <p:nvSpPr>
          <p:cNvPr id="5" name="TextBox 4"/>
          <p:cNvSpPr txBox="1"/>
          <p:nvPr/>
        </p:nvSpPr>
        <p:spPr>
          <a:xfrm>
            <a:off x="7220990" y="1504808"/>
            <a:ext cx="4910050" cy="1446550"/>
          </a:xfrm>
          <a:prstGeom prst="rect">
            <a:avLst/>
          </a:prstGeom>
          <a:noFill/>
        </p:spPr>
        <p:txBody>
          <a:bodyPr wrap="square" rtlCol="0">
            <a:spAutoFit/>
          </a:bodyPr>
          <a:lstStyle/>
          <a:p>
            <a:r>
              <a:rPr lang="en-AU" sz="2200" dirty="0" smtClean="0"/>
              <a:t>a) Draw the frequency table showing row percentages.</a:t>
            </a:r>
          </a:p>
          <a:p>
            <a:r>
              <a:rPr lang="en-AU" sz="2200" dirty="0" smtClean="0"/>
              <a:t>b) Draw a proportional column graph for each of the age groups.</a:t>
            </a:r>
          </a:p>
        </p:txBody>
      </p:sp>
      <p:pic>
        <p:nvPicPr>
          <p:cNvPr id="9" name="Picture 8"/>
          <p:cNvPicPr>
            <a:picLocks noChangeAspect="1"/>
          </p:cNvPicPr>
          <p:nvPr/>
        </p:nvPicPr>
        <p:blipFill>
          <a:blip r:embed="rId2"/>
          <a:stretch>
            <a:fillRect/>
          </a:stretch>
        </p:blipFill>
        <p:spPr>
          <a:xfrm>
            <a:off x="284971" y="1381698"/>
            <a:ext cx="6248832" cy="1444341"/>
          </a:xfrm>
          <a:prstGeom prst="rect">
            <a:avLst/>
          </a:prstGeom>
        </p:spPr>
      </p:pic>
      <p:pic>
        <p:nvPicPr>
          <p:cNvPr id="10" name="Picture 9"/>
          <p:cNvPicPr>
            <a:picLocks noChangeAspect="1"/>
          </p:cNvPicPr>
          <p:nvPr/>
        </p:nvPicPr>
        <p:blipFill>
          <a:blip r:embed="rId3"/>
          <a:stretch>
            <a:fillRect/>
          </a:stretch>
        </p:blipFill>
        <p:spPr>
          <a:xfrm>
            <a:off x="396326" y="4077946"/>
            <a:ext cx="6277340" cy="1423041"/>
          </a:xfrm>
          <a:prstGeom prst="rect">
            <a:avLst/>
          </a:prstGeom>
        </p:spPr>
      </p:pic>
      <p:pic>
        <p:nvPicPr>
          <p:cNvPr id="11" name="Picture 10"/>
          <p:cNvPicPr>
            <a:picLocks noChangeAspect="1"/>
          </p:cNvPicPr>
          <p:nvPr/>
        </p:nvPicPr>
        <p:blipFill>
          <a:blip r:embed="rId4"/>
          <a:stretch>
            <a:fillRect/>
          </a:stretch>
        </p:blipFill>
        <p:spPr>
          <a:xfrm>
            <a:off x="6955068" y="3513831"/>
            <a:ext cx="5114925" cy="2638425"/>
          </a:xfrm>
          <a:prstGeom prst="rect">
            <a:avLst/>
          </a:prstGeom>
        </p:spPr>
      </p:pic>
      <mc:AlternateContent xmlns:mc="http://schemas.openxmlformats.org/markup-compatibility/2006">
        <mc:Choice xmlns:p14="http://schemas.microsoft.com/office/powerpoint/2010/main" Requires="p14">
          <p:contentPart p14:bwMode="auto" r:id="rId5">
            <p14:nvContentPartPr>
              <p14:cNvPr id="19" name="Ink 18"/>
              <p14:cNvContentPartPr/>
              <p14:nvPr/>
            </p14:nvContentPartPr>
            <p14:xfrm>
              <a:off x="6487909" y="2068887"/>
              <a:ext cx="458280" cy="726480"/>
            </p14:xfrm>
          </p:contentPart>
        </mc:Choice>
        <mc:Fallback>
          <p:pic>
            <p:nvPicPr>
              <p:cNvPr id="19" name="Ink 18"/>
              <p:cNvPicPr/>
              <p:nvPr/>
            </p:nvPicPr>
            <p:blipFill>
              <a:blip r:embed="rId6"/>
              <a:stretch>
                <a:fillRect/>
              </a:stretch>
            </p:blipFill>
            <p:spPr>
              <a:xfrm>
                <a:off x="6475309" y="2060247"/>
                <a:ext cx="486360" cy="751680"/>
              </a:xfrm>
              <a:prstGeom prst="rect">
                <a:avLst/>
              </a:prstGeom>
            </p:spPr>
          </p:pic>
        </mc:Fallback>
      </mc:AlternateContent>
      <mc:AlternateContent xmlns:mc="http://schemas.openxmlformats.org/markup-compatibility/2006">
        <mc:Choice xmlns:p14="http://schemas.microsoft.com/office/powerpoint/2010/main" Requires="p14">
          <p:contentPart p14:bwMode="auto" r:id="rId7">
            <p14:nvContentPartPr>
              <p14:cNvPr id="30" name="Ink 29"/>
              <p14:cNvContentPartPr/>
              <p14:nvPr/>
            </p14:nvContentPartPr>
            <p14:xfrm>
              <a:off x="391309" y="3005607"/>
              <a:ext cx="523800" cy="325080"/>
            </p14:xfrm>
          </p:contentPart>
        </mc:Choice>
        <mc:Fallback>
          <p:pic>
            <p:nvPicPr>
              <p:cNvPr id="30" name="Ink 29"/>
              <p:cNvPicPr/>
              <p:nvPr/>
            </p:nvPicPr>
            <p:blipFill>
              <a:blip r:embed="rId8"/>
              <a:stretch>
                <a:fillRect/>
              </a:stretch>
            </p:blipFill>
            <p:spPr>
              <a:xfrm>
                <a:off x="378349" y="2995887"/>
                <a:ext cx="541800" cy="351720"/>
              </a:xfrm>
              <a:prstGeom prst="rect">
                <a:avLst/>
              </a:prstGeom>
            </p:spPr>
          </p:pic>
        </mc:Fallback>
      </mc:AlternateContent>
      <mc:AlternateContent xmlns:mc="http://schemas.openxmlformats.org/markup-compatibility/2006">
        <mc:Choice xmlns:p14="http://schemas.microsoft.com/office/powerpoint/2010/main" Requires="p14">
          <p:contentPart p14:bwMode="auto" r:id="rId9">
            <p14:nvContentPartPr>
              <p14:cNvPr id="52" name="Ink 51"/>
              <p14:cNvContentPartPr/>
              <p14:nvPr/>
            </p14:nvContentPartPr>
            <p14:xfrm>
              <a:off x="1099069" y="3018927"/>
              <a:ext cx="5802480" cy="551880"/>
            </p14:xfrm>
          </p:contentPart>
        </mc:Choice>
        <mc:Fallback>
          <p:pic>
            <p:nvPicPr>
              <p:cNvPr id="52" name="Ink 51"/>
              <p:cNvPicPr/>
              <p:nvPr/>
            </p:nvPicPr>
            <p:blipFill>
              <a:blip r:embed="rId10"/>
              <a:stretch>
                <a:fillRect/>
              </a:stretch>
            </p:blipFill>
            <p:spPr>
              <a:xfrm>
                <a:off x="1088989" y="3006687"/>
                <a:ext cx="5827320" cy="580320"/>
              </a:xfrm>
              <a:prstGeom prst="rect">
                <a:avLst/>
              </a:prstGeom>
            </p:spPr>
          </p:pic>
        </mc:Fallback>
      </mc:AlternateContent>
      <mc:AlternateContent xmlns:mc="http://schemas.openxmlformats.org/markup-compatibility/2006">
        <mc:Choice xmlns:p14="http://schemas.microsoft.com/office/powerpoint/2010/main" Requires="p14">
          <p:contentPart p14:bwMode="auto" r:id="rId11">
            <p14:nvContentPartPr>
              <p14:cNvPr id="71" name="Ink 70"/>
              <p14:cNvContentPartPr/>
              <p14:nvPr/>
            </p14:nvContentPartPr>
            <p14:xfrm>
              <a:off x="5975269" y="3306927"/>
              <a:ext cx="0" cy="10440"/>
            </p14:xfrm>
          </p:contentPart>
        </mc:Choice>
        <mc:Fallback>
          <p:pic>
            <p:nvPicPr>
              <p:cNvPr id="71" name="Ink 70"/>
              <p:cNvPicPr/>
              <p:nvPr/>
            </p:nvPicPr>
            <p:blipFill>
              <a:blip r:embed="rId12"/>
              <a:stretch>
                <a:fillRect/>
              </a:stretch>
            </p:blipFill>
            <p:spPr>
              <a:xfrm>
                <a:off x="0" y="0"/>
                <a:ext cx="0" cy="10440"/>
              </a:xfrm>
              <a:prstGeom prst="rect">
                <a:avLst/>
              </a:prstGeom>
            </p:spPr>
          </p:pic>
        </mc:Fallback>
      </mc:AlternateContent>
      <mc:AlternateContent xmlns:mc="http://schemas.openxmlformats.org/markup-compatibility/2006">
        <mc:Choice xmlns:p14="http://schemas.microsoft.com/office/powerpoint/2010/main" Requires="p14">
          <p:contentPart p14:bwMode="auto" r:id="rId13">
            <p14:nvContentPartPr>
              <p14:cNvPr id="75" name="Ink 74"/>
              <p14:cNvContentPartPr/>
              <p14:nvPr/>
            </p14:nvContentPartPr>
            <p14:xfrm>
              <a:off x="496069" y="3450207"/>
              <a:ext cx="430560" cy="226080"/>
            </p14:xfrm>
          </p:contentPart>
        </mc:Choice>
        <mc:Fallback>
          <p:pic>
            <p:nvPicPr>
              <p:cNvPr id="75" name="Ink 74"/>
              <p:cNvPicPr/>
              <p:nvPr/>
            </p:nvPicPr>
            <p:blipFill>
              <a:blip r:embed="rId14"/>
              <a:stretch>
                <a:fillRect/>
              </a:stretch>
            </p:blipFill>
            <p:spPr>
              <a:xfrm>
                <a:off x="480589" y="3436527"/>
                <a:ext cx="463320" cy="253800"/>
              </a:xfrm>
              <a:prstGeom prst="rect">
                <a:avLst/>
              </a:prstGeom>
            </p:spPr>
          </p:pic>
        </mc:Fallback>
      </mc:AlternateContent>
    </p:spTree>
    <p:extLst>
      <p:ext uri="{BB962C8B-B14F-4D97-AF65-F5344CB8AC3E}">
        <p14:creationId xmlns:p14="http://schemas.microsoft.com/office/powerpoint/2010/main" val="33567752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2"/>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Box 13"/>
          <p:cNvSpPr txBox="1"/>
          <p:nvPr/>
        </p:nvSpPr>
        <p:spPr>
          <a:xfrm>
            <a:off x="0" y="0"/>
            <a:ext cx="3823855" cy="461665"/>
          </a:xfrm>
          <a:prstGeom prst="rect">
            <a:avLst/>
          </a:prstGeom>
          <a:solidFill>
            <a:srgbClr val="FFFF00"/>
          </a:solidFill>
        </p:spPr>
        <p:txBody>
          <a:bodyPr wrap="square" rtlCol="0">
            <a:spAutoFit/>
          </a:bodyPr>
          <a:lstStyle/>
          <a:p>
            <a:r>
              <a:rPr lang="en-AU" sz="2400" dirty="0" smtClean="0"/>
              <a:t>Unit 3 Chapter </a:t>
            </a:r>
            <a:r>
              <a:rPr lang="en-AU" sz="2400" dirty="0" smtClean="0"/>
              <a:t>1A Example 1</a:t>
            </a:r>
            <a:endParaRPr lang="en-AU" sz="2400" dirty="0"/>
          </a:p>
        </p:txBody>
      </p:sp>
      <p:sp>
        <p:nvSpPr>
          <p:cNvPr id="3" name="TextBox 2"/>
          <p:cNvSpPr txBox="1"/>
          <p:nvPr/>
        </p:nvSpPr>
        <p:spPr>
          <a:xfrm>
            <a:off x="116378" y="598516"/>
            <a:ext cx="11759738" cy="769441"/>
          </a:xfrm>
          <a:prstGeom prst="rect">
            <a:avLst/>
          </a:prstGeom>
          <a:noFill/>
        </p:spPr>
        <p:txBody>
          <a:bodyPr wrap="square" rtlCol="0">
            <a:spAutoFit/>
          </a:bodyPr>
          <a:lstStyle/>
          <a:p>
            <a:r>
              <a:rPr lang="en-AU" sz="2200" dirty="0" smtClean="0"/>
              <a:t>A number of people were asked whether they preferred crime, romance or horror movies best. The data was sorted according the age of the person asked.</a:t>
            </a:r>
            <a:endParaRPr lang="en-AU" sz="2200" dirty="0"/>
          </a:p>
        </p:txBody>
      </p:sp>
      <p:sp>
        <p:nvSpPr>
          <p:cNvPr id="5" name="TextBox 4"/>
          <p:cNvSpPr txBox="1"/>
          <p:nvPr/>
        </p:nvSpPr>
        <p:spPr>
          <a:xfrm>
            <a:off x="6478385" y="1381698"/>
            <a:ext cx="5774575" cy="769441"/>
          </a:xfrm>
          <a:prstGeom prst="rect">
            <a:avLst/>
          </a:prstGeom>
          <a:noFill/>
        </p:spPr>
        <p:txBody>
          <a:bodyPr wrap="square" rtlCol="0">
            <a:spAutoFit/>
          </a:bodyPr>
          <a:lstStyle/>
          <a:p>
            <a:r>
              <a:rPr lang="en-AU" sz="2200" dirty="0" smtClean="0"/>
              <a:t>c) Comment on  and describe any association between the variables.</a:t>
            </a:r>
            <a:endParaRPr lang="en-AU" sz="2200" dirty="0"/>
          </a:p>
        </p:txBody>
      </p:sp>
      <p:pic>
        <p:nvPicPr>
          <p:cNvPr id="10" name="Picture 9"/>
          <p:cNvPicPr>
            <a:picLocks noChangeAspect="1"/>
          </p:cNvPicPr>
          <p:nvPr/>
        </p:nvPicPr>
        <p:blipFill>
          <a:blip r:embed="rId2"/>
          <a:stretch>
            <a:fillRect/>
          </a:stretch>
        </p:blipFill>
        <p:spPr>
          <a:xfrm>
            <a:off x="0" y="1283971"/>
            <a:ext cx="6277340" cy="1423041"/>
          </a:xfrm>
          <a:prstGeom prst="rect">
            <a:avLst/>
          </a:prstGeom>
        </p:spPr>
      </p:pic>
      <p:pic>
        <p:nvPicPr>
          <p:cNvPr id="11" name="Picture 10"/>
          <p:cNvPicPr>
            <a:picLocks noChangeAspect="1"/>
          </p:cNvPicPr>
          <p:nvPr/>
        </p:nvPicPr>
        <p:blipFill>
          <a:blip r:embed="rId3"/>
          <a:stretch>
            <a:fillRect/>
          </a:stretch>
        </p:blipFill>
        <p:spPr>
          <a:xfrm>
            <a:off x="66503" y="3008450"/>
            <a:ext cx="4455622" cy="2298338"/>
          </a:xfrm>
          <a:prstGeom prst="rect">
            <a:avLst/>
          </a:prstGeom>
        </p:spPr>
      </p:pic>
      <p:sp>
        <p:nvSpPr>
          <p:cNvPr id="12" name="TextBox 11"/>
          <p:cNvSpPr txBox="1"/>
          <p:nvPr/>
        </p:nvSpPr>
        <p:spPr>
          <a:xfrm>
            <a:off x="4472248" y="2707012"/>
            <a:ext cx="7719752" cy="3816429"/>
          </a:xfrm>
          <a:prstGeom prst="rect">
            <a:avLst/>
          </a:prstGeom>
          <a:noFill/>
        </p:spPr>
        <p:txBody>
          <a:bodyPr wrap="square" rtlCol="0">
            <a:spAutoFit/>
          </a:bodyPr>
          <a:lstStyle/>
          <a:p>
            <a:r>
              <a:rPr lang="en-AU" sz="2200" dirty="0" smtClean="0"/>
              <a:t>The ages of 36 to 50 and 51 to 65 show similar proportions of preferred genre but there is an obvious difference in the proportions of the first age category to the other two, suggesting there is an association between age and preferred genre.</a:t>
            </a:r>
          </a:p>
          <a:p>
            <a:r>
              <a:rPr lang="en-AU" sz="2200" dirty="0" smtClean="0"/>
              <a:t>The percentage of each age category preferring romance films is almost the same.</a:t>
            </a:r>
          </a:p>
          <a:p>
            <a:r>
              <a:rPr lang="en-AU" sz="2200" dirty="0" smtClean="0"/>
              <a:t>About 2/3 of 21 to 35 year olds prefer horror movies; whereas only 1/3 of 51 to 65 year old preferred horrors.</a:t>
            </a:r>
          </a:p>
          <a:p>
            <a:r>
              <a:rPr lang="en-AU" sz="2200" dirty="0" smtClean="0"/>
              <a:t>This was the opposite of crime movies, where just 1/4 of 21 to 35 year olds preferred them compared to over half of 51 to 65 year olds.</a:t>
            </a:r>
            <a:endParaRPr lang="en-AU" sz="2200" dirty="0"/>
          </a:p>
        </p:txBody>
      </p:sp>
    </p:spTree>
    <p:extLst>
      <p:ext uri="{BB962C8B-B14F-4D97-AF65-F5344CB8AC3E}">
        <p14:creationId xmlns:p14="http://schemas.microsoft.com/office/powerpoint/2010/main" val="32331968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a:stretch>
            <a:fillRect/>
          </a:stretch>
        </p:blipFill>
        <p:spPr>
          <a:xfrm>
            <a:off x="300470" y="4467225"/>
            <a:ext cx="9896475" cy="2390775"/>
          </a:xfrm>
          <a:prstGeom prst="rect">
            <a:avLst/>
          </a:prstGeom>
        </p:spPr>
      </p:pic>
      <p:sp>
        <p:nvSpPr>
          <p:cNvPr id="14" name="TextBox 13"/>
          <p:cNvSpPr txBox="1"/>
          <p:nvPr/>
        </p:nvSpPr>
        <p:spPr>
          <a:xfrm>
            <a:off x="0" y="0"/>
            <a:ext cx="3879273" cy="461665"/>
          </a:xfrm>
          <a:prstGeom prst="rect">
            <a:avLst/>
          </a:prstGeom>
          <a:solidFill>
            <a:srgbClr val="FFFF00"/>
          </a:solidFill>
        </p:spPr>
        <p:txBody>
          <a:bodyPr wrap="square" rtlCol="0">
            <a:spAutoFit/>
          </a:bodyPr>
          <a:lstStyle/>
          <a:p>
            <a:r>
              <a:rPr lang="en-AU" sz="2400" dirty="0" smtClean="0"/>
              <a:t>Unit 3 Chapter </a:t>
            </a:r>
            <a:r>
              <a:rPr lang="en-AU" sz="2400" dirty="0" smtClean="0"/>
              <a:t>1A Example 2</a:t>
            </a:r>
            <a:endParaRPr lang="en-AU" sz="2400" dirty="0"/>
          </a:p>
        </p:txBody>
      </p:sp>
      <p:sp>
        <p:nvSpPr>
          <p:cNvPr id="2" name="TextBox 1"/>
          <p:cNvSpPr txBox="1"/>
          <p:nvPr/>
        </p:nvSpPr>
        <p:spPr>
          <a:xfrm>
            <a:off x="66502" y="581891"/>
            <a:ext cx="11909367" cy="4154984"/>
          </a:xfrm>
          <a:prstGeom prst="rect">
            <a:avLst/>
          </a:prstGeom>
          <a:noFill/>
        </p:spPr>
        <p:txBody>
          <a:bodyPr wrap="square" rtlCol="0">
            <a:spAutoFit/>
          </a:bodyPr>
          <a:lstStyle/>
          <a:p>
            <a:r>
              <a:rPr lang="en-AU" sz="2200" dirty="0" smtClean="0"/>
              <a:t>Classifying people as one of three categories (left handed, right handed or ambidextrous), a survey looking at whether the ‘handedness’ of a firstborn child could be explained by the ‘handedness’ of the mother, produced the following.</a:t>
            </a:r>
          </a:p>
          <a:p>
            <a:endParaRPr lang="en-AU" sz="2200" dirty="0"/>
          </a:p>
          <a:p>
            <a:endParaRPr lang="en-AU" sz="2200" dirty="0" smtClean="0"/>
          </a:p>
          <a:p>
            <a:endParaRPr lang="en-AU" sz="2200" dirty="0"/>
          </a:p>
          <a:p>
            <a:endParaRPr lang="en-AU" sz="2200" dirty="0" smtClean="0"/>
          </a:p>
          <a:p>
            <a:endParaRPr lang="en-AU" sz="2200" dirty="0"/>
          </a:p>
          <a:p>
            <a:endParaRPr lang="en-AU" sz="2200" dirty="0" smtClean="0"/>
          </a:p>
          <a:p>
            <a:r>
              <a:rPr lang="en-AU" sz="2200" dirty="0" smtClean="0"/>
              <a:t>Draw the above table showing column percentages and use it to identify and describe any patterns shown and whether an association between the handedness of a child and the handedness of the mother is suggested.</a:t>
            </a:r>
            <a:endParaRPr lang="en-AU" sz="2200" dirty="0"/>
          </a:p>
        </p:txBody>
      </p:sp>
      <p:pic>
        <p:nvPicPr>
          <p:cNvPr id="4" name="Picture 3"/>
          <p:cNvPicPr>
            <a:picLocks noChangeAspect="1"/>
          </p:cNvPicPr>
          <p:nvPr/>
        </p:nvPicPr>
        <p:blipFill>
          <a:blip r:embed="rId3"/>
          <a:stretch>
            <a:fillRect/>
          </a:stretch>
        </p:blipFill>
        <p:spPr>
          <a:xfrm>
            <a:off x="194743" y="1681525"/>
            <a:ext cx="9763125" cy="1666875"/>
          </a:xfrm>
          <a:prstGeom prst="rect">
            <a:avLst/>
          </a:prstGeom>
        </p:spPr>
      </p:pic>
      <mc:AlternateContent xmlns:mc="http://schemas.openxmlformats.org/markup-compatibility/2006">
        <mc:Choice xmlns:p14="http://schemas.microsoft.com/office/powerpoint/2010/main" Requires="p14">
          <p:contentPart p14:bwMode="auto" r:id="rId4">
            <p14:nvContentPartPr>
              <p14:cNvPr id="10" name="Ink 9"/>
              <p14:cNvContentPartPr/>
              <p14:nvPr/>
            </p14:nvContentPartPr>
            <p14:xfrm>
              <a:off x="4644349" y="3364778"/>
              <a:ext cx="4160520" cy="292680"/>
            </p14:xfrm>
          </p:contentPart>
        </mc:Choice>
        <mc:Fallback>
          <p:pic>
            <p:nvPicPr>
              <p:cNvPr id="10" name="Ink 9"/>
              <p:cNvPicPr/>
              <p:nvPr/>
            </p:nvPicPr>
            <p:blipFill>
              <a:blip r:embed="rId5"/>
              <a:stretch>
                <a:fillRect/>
              </a:stretch>
            </p:blipFill>
            <p:spPr>
              <a:xfrm>
                <a:off x="4633549" y="3351474"/>
                <a:ext cx="4188960" cy="323602"/>
              </a:xfrm>
              <a:prstGeom prst="rect">
                <a:avLst/>
              </a:prstGeom>
            </p:spPr>
          </p:pic>
        </mc:Fallback>
      </mc:AlternateContent>
    </p:spTree>
    <p:extLst>
      <p:ext uri="{BB962C8B-B14F-4D97-AF65-F5344CB8AC3E}">
        <p14:creationId xmlns:p14="http://schemas.microsoft.com/office/powerpoint/2010/main" val="10684798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a:stretch>
            <a:fillRect/>
          </a:stretch>
        </p:blipFill>
        <p:spPr>
          <a:xfrm>
            <a:off x="112048" y="1319472"/>
            <a:ext cx="9896475" cy="2390775"/>
          </a:xfrm>
          <a:prstGeom prst="rect">
            <a:avLst/>
          </a:prstGeom>
        </p:spPr>
      </p:pic>
      <p:sp>
        <p:nvSpPr>
          <p:cNvPr id="14" name="TextBox 13"/>
          <p:cNvSpPr txBox="1"/>
          <p:nvPr/>
        </p:nvSpPr>
        <p:spPr>
          <a:xfrm>
            <a:off x="0" y="0"/>
            <a:ext cx="3879273" cy="461665"/>
          </a:xfrm>
          <a:prstGeom prst="rect">
            <a:avLst/>
          </a:prstGeom>
          <a:solidFill>
            <a:srgbClr val="FFFF00"/>
          </a:solidFill>
        </p:spPr>
        <p:txBody>
          <a:bodyPr wrap="square" rtlCol="0">
            <a:spAutoFit/>
          </a:bodyPr>
          <a:lstStyle/>
          <a:p>
            <a:r>
              <a:rPr lang="en-AU" sz="2400" dirty="0" smtClean="0"/>
              <a:t>Unit 3 Chapter </a:t>
            </a:r>
            <a:r>
              <a:rPr lang="en-AU" sz="2400" dirty="0" smtClean="0"/>
              <a:t>1A Example 2</a:t>
            </a:r>
            <a:endParaRPr lang="en-AU" sz="2400" dirty="0"/>
          </a:p>
        </p:txBody>
      </p:sp>
      <p:sp>
        <p:nvSpPr>
          <p:cNvPr id="2" name="TextBox 1"/>
          <p:cNvSpPr txBox="1"/>
          <p:nvPr/>
        </p:nvSpPr>
        <p:spPr>
          <a:xfrm>
            <a:off x="66502" y="581891"/>
            <a:ext cx="11909367" cy="1107996"/>
          </a:xfrm>
          <a:prstGeom prst="rect">
            <a:avLst/>
          </a:prstGeom>
          <a:noFill/>
        </p:spPr>
        <p:txBody>
          <a:bodyPr wrap="square" rtlCol="0">
            <a:spAutoFit/>
          </a:bodyPr>
          <a:lstStyle/>
          <a:p>
            <a:r>
              <a:rPr lang="en-AU" sz="2200" dirty="0" smtClean="0"/>
              <a:t>Draw the above table showing column percentages and use it to identify and describe any patterns shown and whether an association between the handedness of a child and the handedness of the mother is suggested.</a:t>
            </a:r>
            <a:endParaRPr lang="en-AU" sz="2200" dirty="0"/>
          </a:p>
        </p:txBody>
      </p:sp>
      <p:sp>
        <p:nvSpPr>
          <p:cNvPr id="7" name="TextBox 6"/>
          <p:cNvSpPr txBox="1"/>
          <p:nvPr/>
        </p:nvSpPr>
        <p:spPr>
          <a:xfrm>
            <a:off x="210589" y="3646516"/>
            <a:ext cx="9698182" cy="3139321"/>
          </a:xfrm>
          <a:prstGeom prst="rect">
            <a:avLst/>
          </a:prstGeom>
          <a:noFill/>
        </p:spPr>
        <p:txBody>
          <a:bodyPr wrap="square" rtlCol="0">
            <a:spAutoFit/>
          </a:bodyPr>
          <a:lstStyle/>
          <a:p>
            <a:r>
              <a:rPr lang="en-AU" sz="2200" dirty="0" smtClean="0"/>
              <a:t>The biggest variations are in the ambidextrous column; however the percentages are based on a very small amount of data (5) so this column is limited in its use.</a:t>
            </a:r>
          </a:p>
          <a:p>
            <a:r>
              <a:rPr lang="en-AU" sz="2200" dirty="0" smtClean="0"/>
              <a:t>The changes in proportions in the first two columns are not large. There is a greater percentage of right handed mothers </a:t>
            </a:r>
            <a:r>
              <a:rPr lang="en-AU" sz="2200" dirty="0" err="1" smtClean="0"/>
              <a:t>whith</a:t>
            </a:r>
            <a:r>
              <a:rPr lang="en-AU" sz="2200" dirty="0" smtClean="0"/>
              <a:t> right handed children (84%) compared to left handed mothers with right handed children (78%) but the difference is only 6%. More left handed mothers had left handed children (15%) than right handed mothers (11%) but again, this is not a large difference.</a:t>
            </a:r>
          </a:p>
          <a:p>
            <a:r>
              <a:rPr lang="en-AU" sz="2200" dirty="0" smtClean="0"/>
              <a:t>The table suggests that the handedness of the mother and firstborn child could be associated to a limited extent, but this association is not particularly strong.</a:t>
            </a:r>
          </a:p>
        </p:txBody>
      </p:sp>
      <p:sp>
        <p:nvSpPr>
          <p:cNvPr id="10" name="TextBox 9"/>
          <p:cNvSpPr txBox="1"/>
          <p:nvPr/>
        </p:nvSpPr>
        <p:spPr>
          <a:xfrm>
            <a:off x="4231179" y="8313"/>
            <a:ext cx="2718261" cy="461665"/>
          </a:xfrm>
          <a:prstGeom prst="rect">
            <a:avLst/>
          </a:prstGeom>
          <a:solidFill>
            <a:srgbClr val="FFFF00"/>
          </a:solidFill>
        </p:spPr>
        <p:txBody>
          <a:bodyPr wrap="square" rtlCol="0">
            <a:spAutoFit/>
          </a:bodyPr>
          <a:lstStyle/>
          <a:p>
            <a:r>
              <a:rPr lang="en-AU" sz="2400" dirty="0" smtClean="0"/>
              <a:t>Now try Exercise 1A</a:t>
            </a:r>
            <a:endParaRPr lang="en-AU" sz="2400" dirty="0"/>
          </a:p>
        </p:txBody>
      </p:sp>
    </p:spTree>
    <p:extLst>
      <p:ext uri="{BB962C8B-B14F-4D97-AF65-F5344CB8AC3E}">
        <p14:creationId xmlns:p14="http://schemas.microsoft.com/office/powerpoint/2010/main" val="22179048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155</TotalTime>
  <Words>993</Words>
  <Application>Microsoft Office PowerPoint</Application>
  <PresentationFormat>Widescreen</PresentationFormat>
  <Paragraphs>87</Paragraphs>
  <Slides>10</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Arial</vt:lpstr>
      <vt:lpstr>Bahnschrift Light SemiCondensed</vt:lpstr>
      <vt:lpstr>Calibri</vt:lpstr>
      <vt:lpstr>Calibri Light</vt:lpstr>
      <vt:lpstr>Cambria Math</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Department of Education Western Australia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LEVITT Megan [Harrisdale Senior High School]</dc:creator>
  <cp:lastModifiedBy>LEVITT Megan [Harrisdale Senior High School]</cp:lastModifiedBy>
  <cp:revision>18</cp:revision>
  <dcterms:created xsi:type="dcterms:W3CDTF">2021-06-15T06:02:12Z</dcterms:created>
  <dcterms:modified xsi:type="dcterms:W3CDTF">2021-10-27T02:59:28Z</dcterms:modified>
</cp:coreProperties>
</file>