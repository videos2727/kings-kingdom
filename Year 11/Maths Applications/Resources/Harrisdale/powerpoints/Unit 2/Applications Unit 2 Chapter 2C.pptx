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85" d="100"/>
          <a:sy n="85" d="100"/>
        </p:scale>
        <p:origin x="81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18/06/2021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Describing distribution of data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33909"/>
            <a:ext cx="1165719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If asked to write a description of a set of scores, we should comment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dirty="0" smtClean="0"/>
              <a:t>The location of the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dirty="0" smtClean="0"/>
              <a:t>How spread out the scores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dirty="0" smtClean="0"/>
              <a:t>The ‘shape’ of the distribution’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200" dirty="0" smtClean="0"/>
              <a:t>Anything else relevant</a:t>
            </a:r>
            <a:endParaRPr lang="en-AU" sz="2200" dirty="0"/>
          </a:p>
        </p:txBody>
      </p:sp>
      <p:sp>
        <p:nvSpPr>
          <p:cNvPr id="6" name="TextBox 5"/>
          <p:cNvSpPr txBox="1"/>
          <p:nvPr/>
        </p:nvSpPr>
        <p:spPr>
          <a:xfrm>
            <a:off x="151465" y="2877358"/>
            <a:ext cx="85437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/>
              <a:t>Location: </a:t>
            </a:r>
            <a:r>
              <a:rPr lang="en-AU" sz="2200" dirty="0" smtClean="0"/>
              <a:t>The mean and the median gives information about location.</a:t>
            </a:r>
          </a:p>
          <a:p>
            <a:endParaRPr lang="en-AU" sz="2200" dirty="0" smtClean="0"/>
          </a:p>
          <a:p>
            <a:r>
              <a:rPr lang="en-AU" sz="2200" b="1" dirty="0" smtClean="0"/>
              <a:t>Spread: </a:t>
            </a:r>
            <a:r>
              <a:rPr lang="en-AU" sz="2200" dirty="0" smtClean="0"/>
              <a:t>The range gives information about spread.</a:t>
            </a:r>
          </a:p>
          <a:p>
            <a:endParaRPr lang="en-AU" sz="2200" dirty="0" smtClean="0"/>
          </a:p>
          <a:p>
            <a:r>
              <a:rPr lang="en-AU" sz="2200" b="1" dirty="0" smtClean="0"/>
              <a:t>Shape: </a:t>
            </a:r>
            <a:r>
              <a:rPr lang="en-AU" sz="2200" dirty="0" smtClean="0"/>
              <a:t>Symmetry, gaps, clustering, more dense/less dense areas, outliers, modality (does the data have one mode or is it bimodal) gives information about the shape of a distribution.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8" y="581521"/>
            <a:ext cx="6087315" cy="31041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-1"/>
            <a:ext cx="406150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Describing distribution of data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001" y="195376"/>
            <a:ext cx="6026478" cy="26253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9588" y="3674427"/>
            <a:ext cx="69561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The histogram shows the exam scores achieved by 109 students.</a:t>
            </a:r>
          </a:p>
          <a:p>
            <a:r>
              <a:rPr lang="en-AU" sz="2000" dirty="0" smtClean="0"/>
              <a:t>The estimated mean is 55.3 and the median class is between 55 and 65. </a:t>
            </a:r>
          </a:p>
          <a:p>
            <a:r>
              <a:rPr lang="en-AU" sz="2000" dirty="0" smtClean="0"/>
              <a:t>The scores were well spread out with an estimated range of </a:t>
            </a:r>
          </a:p>
          <a:p>
            <a:r>
              <a:rPr lang="en-AU" sz="2000" dirty="0" smtClean="0"/>
              <a:t>95-5 = 90.</a:t>
            </a:r>
          </a:p>
          <a:p>
            <a:r>
              <a:rPr lang="en-AU" sz="2000" dirty="0" smtClean="0"/>
              <a:t>The scores were reasonably symmetrically spread about a mid point of about 55. The distribution was bimodal with a high amount of scores around 30 and again around 80.</a:t>
            </a:r>
          </a:p>
          <a:p>
            <a:r>
              <a:rPr lang="en-AU" sz="2000" dirty="0" smtClean="0"/>
              <a:t>About a third of the students scored less than 35 and about a third scored more than 75.</a:t>
            </a:r>
            <a:endParaRPr lang="en-A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412071" y="3674427"/>
            <a:ext cx="418902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 smtClean="0"/>
              <a:t>Describe what it is you are describing.</a:t>
            </a:r>
            <a:endParaRPr lang="en-AU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412072" y="4174636"/>
            <a:ext cx="25734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 smtClean="0"/>
              <a:t>Describe the location.</a:t>
            </a:r>
            <a:endParaRPr lang="en-AU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12072" y="4674845"/>
            <a:ext cx="236022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 smtClean="0"/>
              <a:t>Describe the spread.</a:t>
            </a:r>
            <a:endParaRPr lang="en-AU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412072" y="5315299"/>
            <a:ext cx="236022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 smtClean="0"/>
              <a:t>Describe the shape.</a:t>
            </a:r>
            <a:endParaRPr lang="en-AU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412071" y="6157706"/>
            <a:ext cx="297730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 smtClean="0"/>
              <a:t>Anything else you notice.</a:t>
            </a:r>
            <a:endParaRPr lang="en-AU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349795" y="2890093"/>
            <a:ext cx="263567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2C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225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34</cp:revision>
  <dcterms:created xsi:type="dcterms:W3CDTF">2020-12-09T06:24:59Z</dcterms:created>
  <dcterms:modified xsi:type="dcterms:W3CDTF">2021-06-18T02:28:13Z</dcterms:modified>
</cp:coreProperties>
</file>