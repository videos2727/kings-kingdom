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2" r:id="rId6"/>
    <p:sldId id="268" r:id="rId7"/>
    <p:sldId id="269" r:id="rId8"/>
    <p:sldId id="271" r:id="rId9"/>
    <p:sldId id="272" r:id="rId10"/>
    <p:sldId id="273" r:id="rId11"/>
    <p:sldId id="274" r:id="rId12"/>
    <p:sldId id="275" r:id="rId13"/>
    <p:sldId id="276" r:id="rId14"/>
    <p:sldId id="259" r:id="rId15"/>
    <p:sldId id="263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85" d="100"/>
          <a:sy n="85" d="100"/>
        </p:scale>
        <p:origin x="81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10:50.807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1">
      <inkml:brushProperty name="width" value="0.13333" units="cm"/>
      <inkml:brushProperty name="height" value="0.13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DA3AC2F1-9492-47CB-AAF8-D0DA97CD74A0}" emma:medium="tactile" emma:mode="ink">
          <msink:context xmlns:msink="http://schemas.microsoft.com/ink/2010/main" type="writingRegion" rotatedBoundingBox="6322,7309 5600,11291 4940,11171 5662,7189"/>
        </emma:interpretation>
      </emma:emma>
    </inkml:annotationXML>
    <inkml:traceGroup>
      <inkml:annotationXML>
        <emma:emma xmlns:emma="http://www.w3.org/2003/04/emma" version="1.0">
          <emma:interpretation id="{045A11C8-E559-4B63-AFB1-CF1CDAC0E0D8}" emma:medium="tactile" emma:mode="ink">
            <msink:context xmlns:msink="http://schemas.microsoft.com/ink/2010/main" type="paragraph" rotatedBoundingBox="6322,7309 5600,11291 4940,11171 5662,71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4B3E19C-C644-4CEC-8CB7-FC6FFD883CB4}" emma:medium="tactile" emma:mode="ink">
              <msink:context xmlns:msink="http://schemas.microsoft.com/ink/2010/main" type="line" rotatedBoundingBox="6322,7309 5600,11291 4940,11171 5662,7189"/>
            </emma:interpretation>
          </emma:emma>
        </inkml:annotationXML>
        <inkml:traceGroup>
          <inkml:annotationXML>
            <emma:emma xmlns:emma="http://www.w3.org/2003/04/emma" version="1.0">
              <emma:interpretation id="{D8CCE138-7BEB-4DA7-AC10-9E9A1D6AB1FA}" emma:medium="tactile" emma:mode="ink">
                <msink:context xmlns:msink="http://schemas.microsoft.com/ink/2010/main" type="inkWord" rotatedBoundingBox="6135,7275 6020,7910 5546,7824 5662,718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 19 1839 0,'0'0'160'0,"5"-10"-160"15,-5-3 0-15,0 13 0 0,0 0 2560 0,0 0 464 16,0 0 112-16,0 0 0 0,0 0-2224 0,0 0-448 0,15 7-80 0,-15-7-32 15,0 0 96-15,0 0 0 0,0 0 16 0,0 0 0 16,0 0-16-16,0 0-16 0,0 0 0 0,0 0 0 16,0 0-160-16,0 0-16 0,0 0-16 0,0 0 0 15,0 0-240-15,10 8 176 0,-10-8-176 0,8 15 160 16,-8-15 144-16,8 18 16 0,-5 5 16 0,0-2 0 16,1-2 80-16,1 3 16 15,0 2 0-15,0 2 0 0,-1 4-208 0,1 1-32 16,2 0-16-16,-2-3 0 0,-3-4-176 0,1 2 0 0,3 4 144 0,-1-4-144 15,-1-7 240-15,-1 6-32 0,-2 3 0 0,-1-5 0 16,-1-9 128-16,-1-1 32 0,1 0 0 0,1 4 0 16,0-17-128-16,-4 14-32 0,-2 1 0 0,4-2 0 15,2-13-208-15,0 0 128 0,0 0-128 0,-2 13 0 16,2-13-160-16,-1 12-128 0,1-12-32 0,0 0 0 16,0 0-576-16,0 0-128 0,0 0-32 0,0 0-5488 15,0 0-1104-15</inkml:trace>
          <inkml:trace contextRef="#ctx0" brushRef="#br0" timeOffset="369.9308">373 290 12895 0,'0'0'1152'0,"0"0"-928"0,0 0-224 0,0 0 0 15,-2-11 1872-15,2 11 336 0,0 0 64 0,0 0 16 16,-5-8-1056-16,0 0-208 0,5 8-32 0,-6-10-16 16,-2 0-336-16,1 4-80 0,7 6-16 0,0 0 0 15,-12-2-352-15,1-3-64 0,0-2 0 0,-1 6-128 16,1 9 0-16,-1 2 0 0,-1-2 0 0,1-1 0 0,3 2 0 0,-5 4-144 15,-2 2 144-15,1-2-128 0,4-1-64 0,-1 1 0 16,1-2 0-16,-2 2 0 0,0-3 0 0,-1-4 0 16,1-2 0-16,2-1 0 0,-1 0 192 0,12-3 0 15,-13 5 0-15,2-3 0 0,-1-5-400 0,12 3 0 16,0 0 0-16,0 0 0 31,-8-12-1632-31,8 12-320 0</inkml:trace>
          <inkml:trace contextRef="#ctx0" brushRef="#br0" timeOffset="802.0746">294 63 11967 0,'0'-11'1072'0,"0"11"-864"0,0 0-208 0,0 0 0 16,0 0 1664-16,0 0 304 0,0 0 48 0,-2-7 16 15,1-1-1552-15,1 8-304 0,0 0-176 0,0 0 192 16,-2-8-32-16,0 2 0 0,2 6 0 0,0 0 0 16,0 0-160-16,0 0 128 0,-1-10-128 0,1 10 128 0,0-8-128 0,0 8 160 15,0 0-160-15,0 0 160 0,0 0-160 0,0 0-192 16,13 0 32-16,-13 0 16 0,11 8 272 0,-11-8 64 16,0 0 16-16,10 13 0 0,0-2 384 0,-2 1 80 15,-1 2 16-15,-1-1 0 16,3-1-288-16,-1 1-48 0,-2 3-16 0,-1 1 0 0,0-1 176 0,0 0 48 15,0-1 0-15,0-2 0 16,-5-13-32-16,7 15 0 0,-2-1 0 0,-2 0 0 16,-3-1-208-16,1 0-64 0,-1-13 0 0,4 16 0 15,-1-1-256-15,-3-15 128 0,0 0-128 0,0 21 0 16,0 2 0-16,-2-2 0 0,1-1 0 0,-1-2 0 0,0-4 128 0,-1-1-128 16,3-13 0-16,-5 15 0 0,5-15 0 0,-3 16 0 15,3-16 0-15,0 0-144 16,-5 12-336-16,5-12-64 0,0 0-16 0,0 0 0 15,0 0-272-15,0 0-48 0,0 0-16 0,0 0 0 16,0 0-272-16,0 0-64 0,0 0-16 0,0 0 0 0</inkml:trace>
        </inkml:traceGroup>
        <inkml:traceGroup>
          <inkml:annotationXML>
            <emma:emma xmlns:emma="http://www.w3.org/2003/04/emma" version="1.0">
              <emma:interpretation id="{AB7E67A5-A523-4F37-BF30-52A7DB870D5D}" emma:medium="tactile" emma:mode="ink">
                <msink:context xmlns:msink="http://schemas.microsoft.com/ink/2010/main" type="inkWord" rotatedBoundingBox="5245,10352 5092,11199 4952,11174 5105,10326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1" timeOffset="6603.2021">-425 3135 8287 0,'0'0'736'0,"0"0"-592"16,0 0-144-16,0 0 0 0,0 0 1536 0,0 0 288 31,0 0 48-31,0 0 16 0,0 0-992 0,0 0-192 16,0 0-32-16,0 0-16 0,0 0-112 0,0 0-32 0,-1-12 0 0,1 12 0 15,0 0-80-15,0 0-32 0,0 0 0 0,0 0 0 16,0-11-32-16,0 11-16 0,0 0 0 0,0 0 0 15,0 0-96-15,0 0-32 0,0 0 0 0,0 0 0 16,0 0-16-16,-2 10 0 0,2 3 0 0,0 0 0 16,0 0 192-16,0 2 48 0,0 1 0 0,-2 1 0 0,1-1 128 0,-1 5 48 15,0 1 0-15,-3-1 0 0,-3 0-208 0,0 1-32 16,1-3-16-16,-1 3 0 0,0-3-176 0,0 4-16 16,-2-1-16-16,0 1 0 0,0 0-160 0,2 3 0 15,0 0 144-15,0 2-144 0,-2 0 0 0,0 0 0 16,-2-2 0-16,3 4 128 0,-3 1-128 0,-1 2 0 15,-5-7 0-15,3 2 0 16,4 1 0-16,1-4 0 0,0-5 0 0,3-2 0 16,-1 0 0-16,2-2-208 0,2-6 80 0,-1-2 128 15,5-8-544 1,0 0 16-16,0 0 0 0,0 0 0 0,0 0-416 0,0 0-80 0,0 0 0 0,0 0-10032 16</inkml:trace>
        </inkml:traceGroup>
        <inkml:traceGroup>
          <inkml:annotationXML>
            <emma:emma xmlns:emma="http://www.w3.org/2003/04/emma" version="1.0">
              <emma:interpretation id="{E78CC808-F36A-4637-9EEA-505A08D4CD8C}" emma:medium="tactile" emma:mode="ink">
                <msink:context xmlns:msink="http://schemas.microsoft.com/ink/2010/main" type="inkWord" rotatedBoundingBox="5748,10475 5638,11082 5040,10974 5150,10367"/>
              </emma:interpretation>
              <emma:one-of disjunction-type="recognition" id="oneOf2">
                <emma:interpretation id="interp2" emma:lang="" emma:confidence="0">
                  <emma:literal>5</emma:literal>
                </emma:interpretation>
                <emma:interpretation id="interp3" emma:lang="" emma:confidence="0">
                  <emma:literal>A</emma:literal>
                </emma:interpretation>
                <emma:interpretation id="interp4" emma:lang="" emma:confidence="0">
                  <emma:literal>^</emma:literal>
                </emma:interpretation>
                <emma:interpretation id="interp5" emma:lang="" emma:confidence="0">
                  <emma:literal>S</emma:literal>
                </emma:interpretation>
                <emma:interpretation id="interp6" emma:lang="" emma:confidence="0">
                  <emma:literal>H</emma:literal>
                </emma:interpretation>
              </emma:one-of>
            </emma:emma>
          </inkml:annotationXML>
          <inkml:trace contextRef="#ctx0" brushRef="#br1" timeOffset="7241.1816">-387 3205 1839 0,'0'0'160'0,"0"0"-160"0,0 0 0 0,0 0 0 16,0 0 2176-16,0 0 384 16,-5-6 96-16,5 6 16 15,0 0-1680-15,0 0-336 0,0 0-64 0,0 0-16 16,-2-12-272-16,1 4-64 0,1 8-16 0,0 0 0 16,0 0 208-16,-4-11 32 0,1 1 16 0,3 10 0 15,0 0 96-15,0 0 0 0,-2-10 16 0,2 10 0 0,0 0 32 0,0 0 0 16,0 0 0-16,0 0 0 0,0 0-64 0,0 0-16 15,0 0 0-15,0 0 0 0,0 0-544 0,14 3 0 16,-1 5 0-16,-2 2 0 0,-1 0 128 0,-2 3-128 0,1 2 0 0,0 0 0 16,1 0 208-16,2 1-64 0,1 2-16 0,-2 0 0 15,-2 0-128-15,0 0 0 0,3 0 0 0,1 2 0 16,-2 1 0-16,3 1 192 0,-1-3-192 0,-2 4 192 16,-1 8 192-16,0-4 64 0,-2-6 0 0,2 5 0 15,1 2-128-15,1 0 0 0,1 0-16 0,-1-2 0 16,-6-1-304-16,2-1 128 0,4 1-128 0,-4-4 0 0,-3-4 0 0,0-2 0 15,-2-2 0-15,-3-13 0 0,2 13 0 0,1 0 0 16,-3-13 0-16,0 0-144 0,7 11 144 0,-7-11 0 16,0 0-144-16,0 0 144 0,0 0-128 0,0 0 128 15,0 0-160-15,11-4 160 16,-11 4-720-16,12-9-48 0,-3 1-16 0,-2-3-9760 0</inkml:trace>
          <inkml:trace contextRef="#ctx0" brushRef="#br1" timeOffset="7595.2598">-190 3593 14623 0,'0'0'640'0,"0"0"144"0,0 0-624 0,0 0-160 16,0 0 0-16,0 0 0 0,-7-7 448 0,7 7 64 16,-8-3 16-16,8 3 0 0,-11-5 48 0,-1 3 0 15,1 2 0-15,11 0 0 0,-12 0 32 0,12 0 16 16,-15 7 0-16,2-1 0 0,2-1-160 0,11-5-16 15,-15 7-16-15,0 1 0 0,0 2-240 0,2-5-64 0,13-5 0 0,-13 6 0 16,0 3-128-16,0-3 0 0,-4-4 0 0,3 1 0 16,-1 0 0-16,0-3 0 0,-3-3 0 0,0 0 0 0,0 0 0 0,0-1-176 15,-3-1 48-15,1 0 0 16,2 0-448-16,5 2-96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10:54.476"/>
    </inkml:context>
    <inkml:brush xml:id="br0">
      <inkml:brushProperty name="width" value="0.13333" units="cm"/>
      <inkml:brushProperty name="height" value="0.13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469B5E0-948F-4B8A-B055-432F56CD91A6}" emma:medium="tactile" emma:mode="ink">
          <msink:context xmlns:msink="http://schemas.microsoft.com/ink/2010/main" type="writingRegion" rotatedBoundingBox="11686,9144 12008,9144 12008,9756 11686,9756"/>
        </emma:interpretation>
      </emma:emma>
    </inkml:annotationXML>
    <inkml:traceGroup>
      <inkml:annotationXML>
        <emma:emma xmlns:emma="http://www.w3.org/2003/04/emma" version="1.0">
          <emma:interpretation id="{EB0C6C4C-B00E-4BD8-A1C2-E569226C3ADA}" emma:medium="tactile" emma:mode="ink">
            <msink:context xmlns:msink="http://schemas.microsoft.com/ink/2010/main" type="paragraph" rotatedBoundingBox="11686,9144 12008,9144 12008,9756 11686,97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0732B8-0CCC-4928-9A7C-93703B104063}" emma:medium="tactile" emma:mode="ink">
              <msink:context xmlns:msink="http://schemas.microsoft.com/ink/2010/main" type="line" rotatedBoundingBox="11686,9144 12008,9144 12008,9756 11686,9756"/>
            </emma:interpretation>
          </emma:emma>
        </inkml:annotationXML>
        <inkml:traceGroup>
          <inkml:annotationXML>
            <emma:emma xmlns:emma="http://www.w3.org/2003/04/emma" version="1.0">
              <emma:interpretation id="{F9452666-4623-4FF8-B94C-0E5185E20C49}" emma:medium="tactile" emma:mode="ink">
                <msink:context xmlns:msink="http://schemas.microsoft.com/ink/2010/main" type="inkWord" rotatedBoundingBox="11686,9144 12008,9144 12008,9756 11686,9756"/>
              </emma:interpretation>
              <emma:one-of disjunction-type="recognition" id="oneOf0">
                <emma:interpretation id="interp0" emma:lang="" emma:confidence="0">
                  <emma:literal>0</emma:literal>
                </emma:interpretation>
                <emma:interpretation id="interp1" emma:lang="" emma:confidence="0">
                  <emma:literal>O</emma:literal>
                </emma:interpretation>
                <emma:interpretation id="interp2" emma:lang="" emma:confidence="0">
                  <emma:literal>o</emma:literal>
                </emma:interpretation>
                <emma:interpretation id="interp3" emma:lang="" emma:confidence="0">
                  <emma:literal>8</emma:literal>
                </emma:interpretation>
                <emma:interpretation id="interp4" emma:lang="" emma:confidence="0">
                  <emma:literal>1</emma:literal>
                </emma:interpretation>
              </emma:one-of>
            </emma:emma>
          </inkml:annotationXML>
          <inkml:trace contextRef="#ctx0" brushRef="#br0">261 76 2751 0,'0'0'256'16,"0"0"-256"-16,0 0 0 0,0 0 0 15,0 0 1664-15,0 0 272 0,0 0 64 0,0 0 16 16,0 0-1088-16,0 0-224 16,0 0-32-16,0 0-16 0,-2-12-32 0,2 12-16 15,0 0 0-15,0 0 0 0,0 0-320 0,-3-11-64 0,3 11-16 0,0 0 0 16,0 0-208-16,0 0 144 0,-3-10-144 0,3 10 128 16,-4-13 144-16,4 13 32 0,0-12 0 0,0 12 0 15,0 0 240-15,0 0 48 0,0 0 16 0,0 0 0 16,-6-8 96-16,6 8 32 0,0 0 0 0,-12-5 0 15,-1 0-96-15,13 5-32 0,0 0 0 0,0 0 0 0,-13 0-256 0,1 0-48 16,12 0-16-16,-13 3 0 0,2 2-288 0,11-5 0 16,0 0 0-16,-13 9 0 0,-2 0 0 0,2-2 0 15,0-4 0-15,3 4 0 0,2 3 224 0,1-1-64 16,-1 3-16-16,0-1 0 0,1 3 64 0,1 0 16 16,-3-2 0-16,1 1 0 0,0 0-48 0,3 2-16 15,2 1 0-15,-2 2 0 16,2-3-160-16,-1 2 0 0,1-3 0 0,-2 4 128 15,0-1-128-15,3 1 0 0,2 0 0 0,0 0 128 16,0-2-128-16,4 4 0 0,1-2 0 0,-2 0 128 16,-5 2-128-16,2 0 0 0,-1-4 0 0,2 0 128 15,1 1-128-15,0-1 192 0,1 1-192 0,2-3 192 0,0-1-192 16,-5-13 0-16,0 0 0 0,6 15 0 0,1-2 0 0,-7-13 0 16,8 12 176-16,-8-12-176 0,15 8 224 0,0-3-48 0,1-2-16 0,0-3 0 15,-1 0 144-15,0-1 16 0,-2-1 16 0,2-1 0 16,0-4-192-16,-1-1-144 0,0-2 192 0,-3 0-192 15,-1 0 304-15,1-1-48 0,-1-1-16 0,0 1 0 16,0 1-112-16,-2-1-128 0,-1-4 176 0,-1-2-176 16,1-2 128-16,-2-3-128 0,-2 1 0 0,0-2 0 15,2-3 0-15,-1 0 0 16,-4-2 0-16,0-2 0 0,0 1-192 0,0-1 48 16,0 2 16-16,1 4 0 0,-1-1-112 0,0 5-16 15,0 2 0-15,-1 3 0 0,1 2-64 0,-2 2 0 0,0 3-16 16,2 8 0-1,-5-10-112-15,0 0-32 0,-1 2 0 0,6 8 0 16,-17-4-272-16,3 3-48 0,-3 1-16 0,-4 0-6576 0,-5 0-1312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24:21.92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57 45 2751 0,'0'0'256'0,"0"0"-256"16,0 0 0-16,0 0 0 0,0 0 1472 0,0 0 256 16,0 0 64-16,0 0 0 0,0 0-816 0,0 0-144 15,0 0-48-15,0 0 0 0,0 0 48 0,0 0 16 16,0 0 0-16,0 0 0 0,0 0-48 0,0 0-16 15,0 0 0-15,0 0 0 0,0 0-400 0,0 0-64 16,0 0-32-16,-10 5 0 0,10-5 48 0,0 0 16 16,0 0 0-16,0 0 0 0,0 0 288 0,0 0 48 15,0 0 16-15,0 0 0 0,0 0 32 0,0 0 16 16,0 0 0-16,0 0 0 0,0 0-64 0,-8-5-16 16,-2-3 0-16,10 8 0 0,0 0-176 0,0 0-48 15,-10-7 0-15,10 7 0 0,-10-5-240 0,10 5-48 0,0 0-16 0,0 0 0 16,-8-5-144-16,8 5 128 0,0 0-128 0,0 0 128 15,0 0 80-15,0 0 16 0,0 0 0 0,0 0 0 16,-2-9 32-16,2 9 0 0,0 0 0 0,0 0 0 16,0 0 0-16,0 0 0 0,14-5 0 0,-14 5 0 15,14-2-48-15,-14 2 0 0,13-5 0 0,2 3 0 16,2 4-32-16,-17-2-16 0,0 0 0 0,0 0 0 16,0 0 32-16,16 0 16 0,-1-2 0 0,-15 2 0 15,13 0 64-15,-13 0 16 0,16 5 0 0,-3-3 0 16,-13-2-128-16,15 0-32 0,-15 0 0 0,15 2 0 15,0-4-128-15,0 4 160 0,-1 1-160 0,-1 0 160 16,-13-3-160-16,17-1 128 0,-2 4-128 0,-1-2 128 16,0-1 48-16,0-1 0 0,-1-4 0 0,1 5 0 0,-14 0-48 0,16 3 0 15,-3-6 0-15,-13 3 0 0,17 3 0 0,-4-3-128 16,-13 0 192-16,13-1-64 0,-13 1-128 0,16 1 128 16,1-2-128-16,-4-1 128 0,-13 2-128 15,13 0 0-15,-13 0 0 0,16 3 128 0,-1-1-128 0,0-2 0 16,0-2 0-16,-1 2 0 0,-14 0 0 0,15 2 192 15,0 1-192-15,-2 0 192 0,-13-3-64 0,16 0 0 16,1 0 0-16,-1 4 0 0,1 1 32 0,-1-1 0 16,-1-2 0-16,1 1 0 0,2 1-160 0,-1-3 192 15,-4-1-192-15,0 4 192 0,2-1-192 0,0 0 0 16,-1 0 0-16,3-3 128 0,-1-3-128 0,1 3 0 16,-1 2 0-16,-1 1 0 0,-2-1 0 0,0-1 0 15,2-4 0-15,-15 3 0 0,15 3 128 0,-1 2-128 0,1 2 128 0,-2-2-128 16,0-5 0-16,-13 0 128 0,13 5-128 0,-13-5 0 15,0 0 0-15,15-4 128 0,-2 3-128 0,-13 1 0 16,12-3 192-16,-12 3-64 0,13-9 0 0,-2 4 0 16,-11 5 64-16,0 0 0 0,14 0 0 0,-14 0 0 15,13-1-192-15,-13 1 0 0,11-4 0 0,-11 4 128 16,0 0-128-16,13-4 0 0,-13 4 0 0,0 0 128 16,13-4-128-16,-1 3 0 0,-12 1 0 0,13 1 0 15,-13-1 0-15,0 0 0 0,13 0 0 0,-13 0 0 16,13 0 0-16,-13 0 0 0,14-1 0 0,-14 1 0 15,13 3 0-15,-13-3 0 0,11-5 0 0,-11 5 0 16,15 7 128-16,-15-7-128 0,13 0 0 0,-13 0 128 16,0 0-128-16,13 3 0 0,-13-3 0 0,0 0 128 15,0 0-128-15,13 0 0 0,-13 0 0 0,13 0 0 0,-13 0 0 16,0 0 0-16,15 1 0 0,-15-1 0 0,0 0 0 0,13 4 0 16,-13-4 0-16,15 1 0 0,-15-1 0 0,15 4 0 15,-4 1 0-15,-11-5 0 0,0 0 0 0,0 0 0 16,0 0 128-16,15 1-128 0,0-1 0 0,-15 0 0 15,13-1 144-15,-13 1-144 0,15 5 0 0,-15-5 0 16,0 0 0-16,0 0 128 0,0 0-128 0,0 0 0 16,15 1 0-16,-15-1 0 0,0 0 0 0,0 0 0 15,0 0 0-15,0 0 0 0,0 0-176 0,0 0 0 16,6-11 0-16,-6 11 0 16,2-12-1488-16,-2 12-288 0,-2-13-64 0,-4 0-14880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24:24.440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6 2 911 0,'0'0'0'0,"0"0"0"16,0 0 0-16,0 0 0 0,0 0 1792 0,0 0 256 0,0 0 64 0,0 0 16 16,0 0-1504-16,0 0-304 0,0 0-64 0,0 0-16 15,0 0-464-15,0 0-96 0,0 0 0 0,0 0-16 16,-11 8 608-16,11-8 128 0,0 0 32 0,0 0 0 16,0 0 656-16,0 0 144 0,0 0 32 0,0 0 0 15,0 0-240-15,0 0-32 0,0 0-16 0,0 0 0 16,0 0-144-16,0 0-48 0,0 0 0 0,0 0 0 15,0 0-128-15,0 0-16 0,0 0-16 0,0 0 0 16,0 0-176-16,0 0-48 0,0 0 0 0,0 0 0 16,0 0 208-16,0 0 32 0,0 0 16 0,0 0 0 15,0 0-16-15,0 0 0 0,0 0 0 0,0 0 0 16,0 0-256-16,0 0-64 0,0 0-16 0,0 0 0 16,0 0 64-16,0 0 16 0,0 0 0 0,0 0 0 15,11-4-64-15,-11 4 0 0,0 0 0 0,0 0 0 0,12-5-64 0,-12 5-32 16,13-4 0-16,-13 4 0 15,0 0 32-15,0 0 0 0,15-1 0 0,-15 1 0 0,0 0 64 0,0 0 32 16,13-2 0-16,-13 2 0 0,0 0-80 0,13 3-16 16,-13-3 0-16,15 4 0 0,-15-4 128 0,13 0 0 15,-13 0 16-15,0 0 0 0,15 3-176 0,-15-3-32 16,0 0-16-16,14 5 0 0,3-2-176 0,-4-1 128 16,-13-2-128-16,15 1 128 0,-2-1-128 0,-13 0 128 15,13 0-128-15,-13 0 128 0,13-1 0 0,-13 1 0 16,15-7 0-16,-15 7 0 0,13 2 48 0,-13-2 0 15,13-2 0-15,-13 2 0 0,13 2-176 0,0-1 160 16,0 3-160-16,-13-4 160 0,14 1-160 0,-1 1 0 0,1-2 144 0,0 3-144 16,-3 2 0-16,-11-5 0 0,15 0 0 0,-2 2 128 15,0 3-128-15,0-2 0 0,-13-3 0 0,13 0 0 16,-13 0 128-16,15 0-128 0,-2 2 128 0,0 1-128 16,2-6 144-16,-2 3-144 0,-13 0 192 0,15 1-192 15,-2-1 192-15,0 0-64 0,-13 0 0 0,17 2-128 16,-4-4 160-16,0 1-160 0,-13 1 128 0,15 0-128 15,-15 0 144-15,15 0-144 0,-2 1 160 0,-13-1-160 16,14-1 0-16,0 1 128 0,-1 3-128 0,0 0 0 16,2 1 0-16,-2-3 0 0,-13-1 0 0,13 3 0 15,-2 4 0-15,1-2 0 0,-1-10 0 0,1 3 0 16,-12 2 0-16,13 4 0 0,-13-4 0 0,13 0 0 16,-13 0 160-16,13 0-160 0,-13 0 160 0,13-2-160 15,-13 2 208-15,13-3-48 0,1 1-16 0,-14 2 0 0,11 2-144 0,1-2 128 16,1-4-128-16,0 3 128 0,0-2-128 15,-2 4 0-15,-11-1 0 0,15 5 128 0,-2-5-128 0,-13 0 0 16,13 2 0-16,-1-1 0 0,-1 1 0 0,-11-2 0 16,0 0 0-16,14 2 0 0,-3-1 0 0,-11-1 0 15,13-6 0-15,-1-1 0 0,-1 4 0 0,-11 3 0 16,0 0 0-16,13-2 0 0,-3-1 0 0,-10 3 0 16,13 7 0-16,0-4 0 0,-13-3 0 0,14 0 0 15,-3 3 0-15,-11-3 0 0,15 2 0 0,-2-1 0 16,-2 1 0-16,-11-2 0 0,15 2 0 0,-2-2 0 15,-1-2 0-15,-12 2 0 0,13 2 0 0,0 1 0 16,-13-3 0-16,13 5 0 0,-13-5 0 0,15 5 0 16,-2-4 0-16,-1 1 0 0,-12-2 0 0,13 0 0 15,-13 0 0-15,15-2 0 0,-2 1 0 0,-13 1 0 0,14-5 0 0,0 2 0 16,-1-1 0-16,-13 4 0 0,11 5 128 0,-11-5-128 16,15 0 0-16,-15 0 0 0,11-3 0 0,3 0 0 15,-1-2 0-15,-13 5 0 0,10-8 128 0,-10 8-128 16,11-5 0-16,-11 5 0 0,0 0 0 0,11-5 128 15,1 1-128-15,-12 4 0 0,0 0 0 0,0 0 0 16,0 0 0-16,0 0 0 0,13-3 0 0,-13 3 0 16,0 0 0-16,0 0 0 0,13-8 0 0,-13 8 0 15,0 0 0-15,0 0-176 0,0 0 48 0,0 0 0 16,0 0-48-16,0 0 0 0,0 0 0 0,0 0 0 16,0 0-192-1,0 0-32-15,0 0-16 0,-13 3 0 0,2 2-2672 0,-3 2-544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24:26.505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-14 77 911 0,'0'0'0'0,"0"0"0"15,0 0 0-15,0 0 0 0,0 0 0 0,14 3 0 0,-14-3 1984 0,13 8 304 16,-13-8 64-16,13 2 16 0,-13-2-2000 0,13 1-368 16,-13-1-128-16,0 0 0 15,0 0 384-15,13-3 64 0,-13 3 32 0,0 0 0 0,0 0 320 0,0 0 64 16,13-2 16-16,-13 2 0 0,0 0 272 0,0 0 48 16,12 7 16-16,-12-7 0 15,0 0-272-15,13 2-48 0,-13-2-16 0,13 8 0 0,0-2-352 0,-13-6-64 16,0 0-16-16,0 0 0 0,13 9 288 0,-13-9 48 15,0 0 16-15,0 0 0 0,0 0 224 0,0 0 32 16,0 0 16-16,0 0 0 0,0 0-112 0,0 0 0 16,0 0-16-16,0 0 0 0,0 0-240 0,0 0-64 15,0 0 0-15,0 0 0 0,0 0-208 0,0 0-48 16,0 0-16-16,0 0 0 0,0 0-48 0,0 0 0 0,0 0 0 0,0 0 0 16,0 0 144-16,0 0 32 15,0 0 0-15,0 0 0 0,0 0 144 0,0 0 16 0,0 0 16 0,0 0 0 16,0 0-112-16,0 0-32 0,0 0 0 0,0 0 0 15,0 0-176-15,0 0-32 0,0 0-16 0,0 0 0 16,0 0-176-16,0 0 128 0,0 0-128 0,0 0 128 16,0 0-128-16,0 0 128 0,15-4-128 0,-15 4 128 15,10-5 32-15,-10 5 0 0,11-4 0 0,1 0 0 16,-2 1-16-16,-10 3 0 0,10-3 0 0,-1-1 0 16,4 1-144-16,-13 3 128 0,0 0-128 0,10-6 128 15,0 1-128-15,-10 5 0 0,10-5 0 0,0 1 0 16,-10 4 160-16,11-5-160 0,-11 5 192 0,14-3-192 15,-3 0 224-15,2 1-64 0,-13 2-16 0,0 0 0 16,13 0-144-16,-13 0 192 0,0 0-192 0,15-1 192 0,-2-1-192 0,0 0 0 16,-1-1 0-16,-2 1 0 0,-10 2 0 0,0 0 128 15,14-3-128-15,0 2 0 0,-1 1 0 0,-2-2 0 16,-11 2 128-16,17 0-128 0,-3 3 0 0,1-1 0 16,-2-4 144-16,0 4-144 0,-1 3 0 0,1-2 144 15,0-5-144-15,-1 4 0 0,-12-2 208 0,18 5-64 16,1-5-16-16,-2 2 0 0,-4-1-128 0,0-1 160 15,0 2-160-15,2-2 160 0,0-2-160 0,-2 2 0 16,0 7 0-16,-13-7 0 0,0 0 0 0,16-2 0 16,2 4 0-16,-1-2 0 0,-4-4 0 0,0 3 128 15,0 1-128-15,0-2 0 0,2-1 176 0,-2 1-48 16,-13 2-128-16,18-1 192 0,2-1-64 0,-4 0-128 16,-6-3 176-16,3 2-176 0,4 2 144 0,-2-1-144 0,-1 0 0 0,-1-3 144 15,1 0-144-15,-3 2 0 0,-1 0 0 0,1 0 0 16,-11 3 0-16,15-5 128 0,-2 0-128 0,-1 1 0 15,-12 4 0-15,13-1 0 0,-2-3 0 0,-1 3 0 16,-10 1 0-16,13 1 0 0,-1 1 0 0,-1 0 0 16,-11-2 0-16,15 3 0 0,-15-3 0 0,15 3 0 15,-2 1 0-15,-13-4 0 0,0 0 0 0,13 5 0 16,0-2 0-16,-13-3 0 0,15 1 0 0,-15-1 0 16,0 0 0-16,16 0 0 0,1 4 0 0,-4-3 0 15,-13-1 0-15,13 2 0 0,-13-2 0 0,17 3 0 16,1-1 0-16,-4 0 0 0,1-2 0 0,-2 0 0 15,-1 0 0-15,-12 0 0 0,13 3 0 0,-13-3 0 16,13 0 0-16,-13 0 0 0,0 0 0 0,16 2 0 16,-1-2 0-16,-15 0 0 0,0 0 0 0,13 3 0 0,1-2-128 15,-14-1 128-15,0 0 0 0,13 4 0 0,1-3 0 16,-2 1-144-16,-12-2 144 0,0 0 0 0,0 0-128 0,11 3 128 16,-11-3 0-16,12 7 0 0,-12-7 0 0,0 0 0 15,13 3 0-15,-13-3 0 0,0 0 0 0,15-2 0 16,0-1 0-16,-6 3 0 0,-9 0 0 0,0 0 0 15,0 0 0-15,0 0 0 0,0 0-192 0,10 7 192 16,-10-7-192-16,0 0 192 16,12 6-704-16,-12-6-16 0,0 0-16 0,0 0-11552 15,0 0-2320-15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30:26.03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761DAC9-146C-451C-AD05-809E77EF21D1}" emma:medium="tactile" emma:mode="ink">
          <msink:context xmlns:msink="http://schemas.microsoft.com/ink/2010/main" type="inkDrawing" rotatedBoundingBox="22031,9314 23541,10220 23394,10464 21885,9558" semanticType="callout" shapeName="Other"/>
        </emma:interpretation>
      </emma:emma>
    </inkml:annotationXML>
    <inkml:trace contextRef="#ctx0" brushRef="#br0">1481 950 2751 0,'0'0'256'0,"0"0"-256"16,0 0 0-16,0 0 0 0,0 0 1456 0,0 0 240 0,0 0 48 0,0 0 16 31,0 0-1760-31,0 0-416 0,1-12-48 0,-1 12-16 0,0 0 176 0,5-9 48 0,-5 9 0 0,0 0 0 16,0 0 1120-16,0 0 224 0,0 0 64 0,0 0 0 15,0 0 64-15,0 0 32 0,0 0 0 0,0 0 0 16,0 0-416-16,0 0-64 0,13-5-32 0,-13 5 0 15,0 0-352-15,0 0-64 0,10-9 0 0,-10 9-16 16,0 0-304-16,0 0 0 0,0 0 0 0,0 0 0 16,13-11 0-16,-8 3 0 0,-5 8 128 0,0 0-128 15,-1-10 192-15,1 10 0 0,-4-10-16 0,4 10 0 0,0 0 256 0,0 0 48 16,0 0 16-16,0 0 0 0,-6-11 208 0,6 11 32 16,0-12 16-16,-4 2 0 0,-4 0-336 0,8 10-64 15,-3-10-16-15,-4 2 0 0,-4-3-336 16,1 1 144-16,3 0-144 0,1 0 0 0,-6 0 0 0,6 2 0 15,1 0 0-15,-2-2 0 0,-2-1 176 0,-1 1-176 16,0 2 160-16,2-1-160 0,-1 0 224 0,1-1-48 16,-3 0-16-16,1 2 0 0,2 3 96 0,-2-4 0 15,2-2 16-15,-1 3 0 0,-2 3-48 0,-1-2-16 16,3-4 0-16,-1 1 0 0,-2 0-80 0,1 0 0 16,-4 0-128-16,2-3 192 0,0-3-64 0,0-1-128 15,-1 1 176-15,0 1-176 0,-1-1 256 0,2-1-48 16,0 1-16-16,1 1 0 0,1 2 0 0,-1 3-16 0,-3 4 0 0,4-2 0 15,-1-1 80-15,1-2 0 0,-2-2 16 16,1 3 0-16,4 3-16 0,-3 1-16 0,-2-1 0 0,-1 1 0 16,0-3-240-16,0 3 0 0,1-1 0 0,2 1 0 15,3-1 0-15,-5 2 0 0,-4 0 0 0,2-1 0 16,2-4 0-16,2 2 0 0,1 1 0 0,-3 1 0 16,-7-3 128-16,4 1-128 0,7-2 0 0,0 4 0 15,-3-1 192-15,1 4-64 0,-1 0-128 0,1-1 192 16,-1 1 96-16,1 1 16 0,-2 1 0 0,1-1 0 15,1 0-96-15,-1 1-16 0,-1-2 0 0,1-1 0 16,-1 3-192-16,2-3 0 0,-1-4 0 0,-1 3 0 16,0 0 0-16,-2 0 0 0,2 0 0 0,0 1 0 15,0-1 128-15,0 1-128 0,1 3 0 0,2-4 0 16,2-2 0-16,-2 1 0 0,-1-1 0 0,11 7 0 0,-13 0 0 0,3 0 128 16,10 0-128-16,0 0 0 0,-13-3 128 0,1 1-128 15,1 0 176-15,-1-1-176 0,2-2 128 0,10 5-128 16,-13 0 0-16,2-3 0 0,-1-4 0 0,3 1 0 15,-3 1 0-15,2 2 0 0,2-1 0 0,-2 1 0 16,2 0 0-16,8 3 0 0,0 0 0 0,-12-3 0 16,1-2 0-16,3 1 0 0,8 4 0 0,-12-1 0 15,12 1 0-15,-10 0 0 0,10 0 0 0,-9-2 0 16,0-6 0-16,9 8 0 0,-14 1 0 0,2-1 0 16,1-3 0-16,1 0-144 0,0-2-48 0,10 5-16 15,-8-5 0-15,-2 2 0 0,-2-1 64 0,12 4 16 16,-9 0 0-16,9 0 0 0,-14-3 128 0,3 0-208 15,11 3 80-15,-12-2 128 0,1 4-256 0,11-2 80 0,-12 3 16 16,1 4 0-16,-2 1 160 0,13-8-128 0,0 0 128 0,0 0-128 16,-13 2-64-16,13-2-16 0,0 0 0 0,-12 3 0 31,12-3-304-31,0 0-48 0,0 0-16 0,0 0-8432 0,0 0-1680 0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30:28.83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D553E27-759B-4853-ADC1-CD98C0C81AE0}" emma:medium="tactile" emma:mode="ink">
          <msink:context xmlns:msink="http://schemas.microsoft.com/ink/2010/main" type="inkDrawing" rotatedBoundingBox="25257,9733 26602,10783 26468,10954 25123,9905" semanticType="callout" shapeName="Other"/>
        </emma:interpretation>
      </emma:emma>
    </inkml:annotationXML>
    <inkml:trace contextRef="#ctx0" brushRef="#br0">0-5 911 0,'0'0'0'0,"0"0"0"0,0 0 0 0,0 0 0 16,0 0 1392-16,0 0 192 0,0 0 32 0,0 0 16 15,0 0-352-15,0 0-64 0,0 0 0 0,0 0-16 16,10-1-448-16,-10 1-96 0,0 0-16 0,0 0 0 0,0 0-80 15,0 0-32-15,0 0 0 0,0 0 0 0,10 8 80 0,-10-8 16 16,0 0 0-16,0 0 0 0,10 8-144 0,-10-8-32 16,0 0 0-16,0 0 0 0,10 12-448 15,-10-12 0-15,0 0 0 0,6 11 0 0,-6-11 0 0,0 0 0 16,0 0 0-16,5 13 0 0,-5-13 192 0,5 13-64 16,-5-13-128-16,5 13 192 0,-5-13 112 0,7 14 16 15,-7-14 0-15,3 13 0 0,-3-13 0 0,5 13 0 16,1 0 0-16,-6-13 0 0,2 13-64 0,-2-13-16 15,5 13 0-15,-5-13 0 0,7 13-80 0,-7-13-16 16,9 10 0-16,-9-10 0 0,10 13-144 0,-2-1 0 0,-8-12 144 16,12 15-144-16,-1-1 0 0,-2-4 0 15,-9-10 0-15,5 12 0 0,1 2 0 0,1-2 128 0,-7-12-128 16,8 11 0-16,-8-11 128 0,10 14-128 0,0-6 160 0,-10-8-160 16,4 13 256-16,0-2-64 0,-4-11 0 0,6 13 0 15,-6-13-64-15,10 12 0 0,0-2-128 0,0-2 192 16,-5 5-192-16,3-1 144 0,2-3-144 0,-2 1 128 15,-8-10-128-15,10 13 0 0,-4 2 0 0,3-3 0 16,2-4 192-16,-11-8-32 0,0 0-16 0,12 11 0 16,-2-2-16-16,-10-9 0 0,9 8 0 0,-9-8 0 15,10 8 16-15,-10-8 0 0,0 0 0 0,0 0 0 16,12 10-144-16,-2-2 160 0,-10-8-160 0,0 0 160 16,11 8-32-16,-3 1-128 0,-8-9 192 0,10 13-64 15,-2-2-128-15,-8-11 0 0,0 0 0 0,10 12 0 16,-2-3 0-16,-8-9 0 0,9 12 0 0,-9-12 0 0,11 8 0 0,-11-8 0 15,0 0 0-15,0 0 0 0,10 8 0 0,-10-8 128 16,0 0-128-16,0 0 0 0,13 9 0 0,-13-9 0 16,0 0 0-16,0 0 0 0,12 8 0 0,-12-8 0 15,8 10 0-15,-8-10 0 0,0 0 0 0,10 8 0 16,-10-8 0-16,0 0 0 0,0 0 0 0,13 10 0 16,-13-10 0-16,0 0 0 0,11 8 0 0,-11-8 0 15,0 0 0-15,10 10 0 0,-10-10 0 0,10 8 0 16,-10-8 0-16,0 0 0 0,11 10 0 0,-11-10-176 15,0 0 176-15,13 6-128 0,1 1 128 0,-3-1 0 16,-11-6 0-16,12 7 0 0,-1 3 0 0,-1 0 0 16,-10-10 128-16,11 11-128 0,-1-3 208 0,0-1-16 15,-10-7-16-15,0 0 0 0,10 8-176 0,3-1 160 0,0-1-160 0,-3-2 160 16,-10-4-160-16,0 0 0 0,12 3 0 0,-1 0 0 16,-11-3 0-16,15 7 0 0,-2-1 0 0,-2-1 0 15,-11-5-160-15,12 7 160 0,-12-7 0 0,15 8-144 16,-1-1 144-16,-2-2 0 0,-12-5 0 0,13 3 0 15,0 0 176-15,-13-3 16 0,10 10 0 0,-10-10 0 16,0 0-192-16,0 0 0 0,8 10 0 0,-8-10 0 16,15 6 0-16,-3 1 0 0,-12-7 0 0,8 10 0 15,-8-10 0-15,0 0 0 0,16 1-144 0,-3 3 144 16,-13-4-144-16,13 5 144 0,1-5 0 0,-14 0-144 16,9 8 144-16,1 0 0 0,-10-8 0 0,12 7 0 15,-12-7 144-15,13 6 16 0,-13-6 0 0,11 8 0 16,-1 1-160-16,-10-9 160 0,0 0-160 0,13 9 160 15,-3-2-160-15,-10-7 0 0,13 2 0 0,-13-2 128 0,0 0-128 16,13 6 0-16,-13-6 0 0,0 0-176 0,14 5 176 0,-14-5 0 16,0 0 0-16,0 0 0 0,0 0 0 0,14 3 0 15,-1-3 0-15,-13 0 0 0,0 0 0 0,10 10 0 16,-10-10 0-16,0 0 0 0,13 7 0 0,-13-7 0 16,0 0 0-16,10 8 0 0,-10-8 0 0,0 0-128 15,12 5 128-15,-12-5 0 0,0 0-160 0,0 0 160 16,0 0-192-16,10 0 192 0,-10 0-240 0,0 0 64 15,9 3 16-15,-9-3 0 0,0 0 160 0,0 0 0 16,0 0 0-16,12 5-128 0,-12-5 128 0,10 7 0 16,-10-7 0-16,11 5 0 0,-11-5 0 0,12 8 0 15,-12-8 0-15,11 5 0 0,-11-5 0 0,0 0 0 0,0 0-144 0,15 3 144 16,-3 0-128-16,-12-3 128 16,0 0-160-16,0 0 160 0,11 0-192 0,-1 0 192 0,-10 0-208 0,0 0 80 15,13-1 128-15,-13 1 0 0,10-2 0 0,-10 2 0 16,10-2 0-16,-10 2 0 0,0 0 0 0,0 0 0 15,0 0 0-15,10-1 0 0,-10 1 0 0,0 0 0 16,0 0 0-16,0 0-160 0,0 0 160 0,0 0-160 16,0 0-96-16,0 0 0 0,0 0-16 0,0 0 0 31,0 0-112-31,0 0-32 0,0 0 0 0,0 0 0 0,9-7 64 0,-9 7 16 0,0 0 0 0,0 0 0 16,0 0 144-16,10 2 48 0,-10-2 0 0,0 0 0 15,0 0 144-15,0 0 0 0,10 0 0 0,-10 0-128 16,0 0-256-16,0 0-32 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30:51.08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690F80C-E589-4BF0-9B7A-AA0DAB1BEBBA}" emma:medium="tactile" emma:mode="ink">
          <msink:context xmlns:msink="http://schemas.microsoft.com/ink/2010/main" type="writingRegion" rotatedBoundingBox="26742,10515 27209,10515 27209,10637 26742,10637"/>
        </emma:interpretation>
      </emma:emma>
    </inkml:annotationXML>
    <inkml:traceGroup>
      <inkml:annotationXML>
        <emma:emma xmlns:emma="http://www.w3.org/2003/04/emma" version="1.0">
          <emma:interpretation id="{C1589D6F-AFC5-453D-B78D-6118FC8A569A}" emma:medium="tactile" emma:mode="ink">
            <msink:context xmlns:msink="http://schemas.microsoft.com/ink/2010/main" type="paragraph" rotatedBoundingBox="26742,10515 27209,10515 27209,10637 26742,106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C3AB94-2153-4873-AFBB-F635C2B23E26}" emma:medium="tactile" emma:mode="ink">
              <msink:context xmlns:msink="http://schemas.microsoft.com/ink/2010/main" type="line" rotatedBoundingBox="26742,10515 27209,10515 27209,10637 26742,10637"/>
            </emma:interpretation>
          </emma:emma>
        </inkml:annotationXML>
        <inkml:traceGroup>
          <inkml:annotationXML>
            <emma:emma xmlns:emma="http://www.w3.org/2003/04/emma" version="1.0">
              <emma:interpretation id="{9B60B47E-45DD-4C0B-87CE-956817A7D4BD}" emma:medium="tactile" emma:mode="ink">
                <msink:context xmlns:msink="http://schemas.microsoft.com/ink/2010/main" type="inkWord" rotatedBoundingBox="26742,10515 27209,10515 27209,10637 26742,10637"/>
              </emma:interpretation>
              <emma:one-of disjunction-type="recognition" id="oneOf0">
                <emma:interpretation id="interp0" emma:lang="" emma:confidence="0">
                  <emma:literal>~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+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_</emma:literal>
                </emma:interpretation>
              </emma:one-of>
            </emma:emma>
          </inkml:annotationXML>
          <inkml:trace contextRef="#ctx0" brushRef="#br0">449 0 911 0,'0'0'0'0,"0"0"0"16,0 0 0-16,0 0 0 0,0 0 1520 0,0 0 208 16,0 0 64-16,2 13 0 0,-2-13-832 0,0 0-144 15,0 0-48-15,5 14 0 0,-5-14-208 0,0 0-48 0,0 0-16 0,0 0 0 16,0 0 160-16,0 0 48 0,0 0 0 0,0 0 0 16,6 9 0-16,-6-9 0 0,0 0 0 0,0 0 0 15,0 0-112-15,0 0-16 0,0 0 0 0,0 0 0 16,0 0-96-16,0 0-32 0,0 0 0 0,0 0 0 15,0 0-96-15,0 0-32 0,0 0 0 0,0 0 0 16,0 0-128-16,0 0-16 0,0 0-16 0,0 0 0 16,0 0-160-16,0 0 128 0,0 0-128 0,0 0 128 15,5 14-128-15,-5-14 0 0,0 0 0 0,0 0 128 16,0 0 80-16,0 0 16 0,0 0 0 0,0 0 0 16,0 0 160-16,0 0 16 0,0 0 16 0,0 0 0 15,0 0-112-15,0 0-32 0,0 0 0 0,-8 8 0 16,8-8-128-16,-8 6-16 0,8-6-128 0,0 0 192 15,-12 5-192-15,12-5 0 0,-8 5 0 0,8-5 0 16,-11 0 0-16,11 0 0 0,-10 5 0 0,10-5 0 0,-12 3 0 0,12-3 0 16,-11 4 128-16,11-4-128 0,-10 5 0 0,10-5 176 15,-11 4-176-15,11-4 160 0,-10 7 0 0,10-7 0 16,-12 7 0-16,4-4 0 0,8-3 0 0,0 0 0 16,0 0 0-16,-11 3 0 0,11-3-160 0,-10 0 0 15,10 0 0-15,0 0 0 0,-12 3 0 0,2-1 128 16,10-2-128-16,0 0 0 0,0 0 176 0,0 0-48 15,-11 2-128-15,1-2 192 0,10 0-64 0,0 0-128 16,0 0 176-16,-11-2-176 0,1-3 208 0,10 5-64 16,0 0-16-16,-12 0 0 0,12 0-128 0,0 0 160 15,-13-3-160-15,13 3 160 0,-10-2-160 0,10 2 0 0,0 0 0 0,0 0 0 16,0 0 0-16,0 0 0 0,0 0 0 0,-11 0 0 16,11 0 0-16,-12-1 0 0,12 1 0 0,-11-2 0 15,11 2 0-15,0 0 0 0,0 0 0 0,-13 0 128 16,-2-3-128-16,15 3 128 0,0 0-128 0,-12-2 128 15,1-1 32-15,11 3 0 0,-12-8 0 0,12 8 0 16,-11-9-160-16,11 9 160 0,-8-8-160 0,8 8 160 16,0 0-160-16,0 0 0 0,-10-8 0 0,10 8 0 15,0 0 0-15,-7-8 0 0,7 8 0 0,0 0 0 16,-8-10-352-16,8 10 48 0,-6-10 16 0,6 10 0 16,-15-5 32-16,3-1 16 0,12 6 0 0,-8-9 0 15,8 9 240-15,-11-5-192 0,-1 0 192 0,12 5-192 16,-11-3-192-16,11 3-48 0,0 0 0 0,0 0-11792 15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4:37:11.857"/>
    </inkml:context>
    <inkml:brush xml:id="br0">
      <inkml:brushProperty name="width" value="0.09333" units="cm"/>
      <inkml:brushProperty name="height" value="0.09333" units="cm"/>
      <inkml:brushProperty name="color" value="#7030A0"/>
      <inkml:brushProperty name="fitToCurve" value="1"/>
    </inkml:brush>
  </inkml:definitions>
  <inkml:traceGroup>
    <inkml:annotationXML>
      <emma:emma xmlns:emma="http://www.w3.org/2003/04/emma" version="1.0">
        <emma:interpretation id="{7785EFB2-F50B-4CDB-B5EF-F367D8E229CA}" emma:medium="tactile" emma:mode="ink">
          <msink:context xmlns:msink="http://schemas.microsoft.com/ink/2010/main" type="writingRegion" rotatedBoundingBox="24862,10666 24092,9770 24820,9145 25590,10041"/>
        </emma:interpretation>
      </emma:emma>
    </inkml:annotationXML>
    <inkml:traceGroup>
      <inkml:annotationXML>
        <emma:emma xmlns:emma="http://www.w3.org/2003/04/emma" version="1.0">
          <emma:interpretation id="{200DEA02-486E-41EF-9036-C4FA6E858908}" emma:medium="tactile" emma:mode="ink">
            <msink:context xmlns:msink="http://schemas.microsoft.com/ink/2010/main" type="paragraph" rotatedBoundingBox="24862,10666 24092,9770 24820,9145 25590,100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086765E-A718-4B6F-9FE0-A1BB22CEF42C}" emma:medium="tactile" emma:mode="ink">
              <msink:context xmlns:msink="http://schemas.microsoft.com/ink/2010/main" type="line" rotatedBoundingBox="24862,10666 24092,9770 24820,9145 25590,10041"/>
            </emma:interpretation>
          </emma:emma>
        </inkml:annotationXML>
        <inkml:traceGroup>
          <inkml:annotationXML>
            <emma:emma xmlns:emma="http://www.w3.org/2003/04/emma" version="1.0">
              <emma:interpretation id="{6379152A-0B40-4ABF-B25D-AAD462FB0A1C}" emma:medium="tactile" emma:mode="ink">
                <msink:context xmlns:msink="http://schemas.microsoft.com/ink/2010/main" type="inkWord" rotatedBoundingBox="25109,10455 24339,9558 24820,9145 25590,1004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0 3679 0,'0'0'320'0,"0"0"-320"0,0 0 0 0,0 0 0 0,0 0 1952 0,0 0 320 16,0 0 64-16,0 0 16 0,0 0-1472 0,0 0-304 16,0 0-48-16,0 0-16 0,0 0-240 0,0 0-48 0,0 0-16 15,0 0 0-15,0 0 16 0,0 0 0 16,0 0 0-16,10 10 0 0,-10-10-32 0,9 10 0 0,-9-10 0 0,0 0 0 15,0 0 208-15,8 9 48 0,-8-9 0 0,0 0 0 16,0 0 320-16,10 9 80 0,-1 2 16 0,-9-11 0 16,0 0 96-16,0 0 0 0,0 0 16 0,0 0 0 15,0 0-336-15,0 0-80 0,0 0-16 0,0 0 0 16,7 13-336-16,-7-13-64 0,0 0-16 0,0 0 0 16,0 0-128-16,0 0 0 0,0 0 0 0,0 0 128 15,11 2-128-15,-11-2 0 0,0 0 0 0,0 0 128 16,17 2 32-16,-17-2 0 0,0 0 0 0,10-5 0 15,-10 5 96-15,0 0 32 0,0 0 0 0,0 0 0 16,15-4-32-16,-2 4 0 0,-13 0 0 0,0 0 0 16,0 0 112-16,14-1 16 0,-14 1 0 0,14 1 0 15,-14-1-64-15,0 0 0 0,13 0 0 0,-13 0 0 0,11 13-192 16,-1-3-128-16,-10-10 160 0,12 10-160 0,-3 0 0 0,1-2 0 16,-10-8 0-16,13 12 0 0,-3-2 0 0,-10-10 128 15,0 0-128-15,0 0 0 0,13 11 208 0,-3-1 0 16,-10-10 0-16,7 13 0 0,1-2-208 0,0 4 144 15,0 2-144-15,1-1 128 0,-1 2-128 0,-2 0 0 16,-1-1 0-16,2-1 0 0,-1-1 0 0,3 0 0 16,-1-4 0-16,0 4 0 0,-1 3 0 0,-3-2 160 15,0-3-160-15,-1 2 160 0,0 2-160 0,2-3 0 16,2-1 0-16,-4 2 0 0,0 2 0 0,-1-1 0 16,0-3 0-16,-1 4 0 0,1-1 0 0,1 0 0 15,4-1 0-15,-4 2 0 0,0 1 0 0,-3 0 0 16,0 0 144-16,4-2-144 0,-1 1 160 0,2 2-32 0,0 4-128 15,-2-1 192-15,-3-1-192 0,2-3 144 0,1-2-144 0,0 1 128 16,-3-1-128-16,0 1 0 0,0-3 0 0,0 1 128 16,0-2-128-16,0 0 0 0,0-13 0 0,0 19 0 15,-1-3 0-15,-3 0 0 0,3 1 0 0,-1-2 0 16,2-2 0-16,0 0 0 0,0-13 0 0,-2 16 0 16,1 1 0-16,-1-3 0 0,-3 0 0 0,5-14 0 15,-1 14 0-15,-1 1 0 0,-1-2 0 0,3-13 0 16,-5 12 0-16,5-12 0 0,-4 14 0 0,0-2 0 15,4-12 0-15,0 0 128 0,0 0-128 0,-2 15 0 16,-5-2 0-16,7-13 0 0,0 0 0 0,-5 11 0 16,0 1 0-16,5-12 0 0,-6 10 0 0,6-10 0 15,0 0 0-15,0 0 0 0,-7 10 128 0,7-10-128 0,0 0 0 0,0 0 0 16,-8 8 0-16,8-8 0 0,0 0 0 0,0 0 0 16,0 0 0-16,0 0 0 0,-6 10 0 0,6-10 0 15,0 0 0-15,0 0 0 0,0 0-144 0,0 0-16 16,0 0 0-16,0 0 0 15,0 0-304-15,0 0-64 0,0 0-16 0,0 0 0 16,0 0-1376-16,0 0-256 0,0 0-64 0</inkml:trace>
        </inkml:traceGroup>
        <inkml:traceGroup>
          <inkml:annotationXML>
            <emma:emma xmlns:emma="http://www.w3.org/2003/04/emma" version="1.0">
              <emma:interpretation id="{7C9F5524-C5C8-46A6-A227-C160BC8D2622}" emma:medium="tactile" emma:mode="ink">
                <msink:context xmlns:msink="http://schemas.microsoft.com/ink/2010/main" type="inkWord" rotatedBoundingBox="24743,10101 24518,9839 24804,9592 25029,9854"/>
              </emma:interpretation>
              <emma:one-of disjunction-type="recognition" id="oneOf1">
                <emma:interpretation id="interp1" emma:lang="" emma:confidence="0">
                  <emma:literal>7</emma:literal>
                </emma:interpretation>
                <emma:interpretation id="interp2" emma:lang="" emma:confidence="0">
                  <emma:literal>6</emma:literal>
                </emma:interpretation>
                <emma:interpretation id="interp3" emma:lang="" emma:confidence="0">
                  <emma:literal>1</emma:literal>
                </emma:interpretation>
                <emma:interpretation id="interp4" emma:lang="" emma:confidence="0">
                  <emma:literal>0</emma:literal>
                </emma:interpretation>
                <emma:interpretation id="interp5" emma:lang="" emma:confidence="0">
                  <emma:literal>9</emma:literal>
                </emma:interpretation>
              </emma:one-of>
            </emma:emma>
          </inkml:annotationXML>
          <inkml:trace contextRef="#ctx0" brushRef="#br0" timeOffset="1774.5265">51 830 13983 0,'0'0'624'0,"0"0"128"0,0 15-608 0,0-15-144 15,0 0 0-15,0 0 0 0,0 0 560 0,0 0 80 16,0 0 0-16,0 0 16 0,-14-2-512 0,-1 1-144 16,2-1 0-16,0-3 0 0,1-6 0 0,2 4 0 15,10 7 0-15,-13-6 0 0,0-4 0 0,3 2 192 16,0-1-64-16,10 9 0 0,-10-5 496 0,10 5 96 15,-11-4 32-15,11 4 0 0,0 0-80 0,-12-10-16 16,-1-2 0-16,2 1 0 0,-1-1-304 0,2 1-64 16,4-1-16-16,-2 2 0 0,-2 2-272 0,0 0 0 15,2-2 128-15,1 2-128 0,7 8 0 0,0 0 0 16,0 0 128-16,-6-10-128 0,1-1 0 0,5 11 160 16,1-10-160-16,-1 10 128 0,4-10 0 0,-4 10-128 0,10-10 192 0,1 2-64 15,2 0 144-15,2-1 32 0,0 0 0 0,1 0 0 16,1 3 64-16,1-2 16 0,-2-4 0 0,0 1 0 15,1-3 64-15,-1 1 32 0,1 0 0 0,-3 0 0 16,-4 2-480-16,0-3 0 0,0-2 0 0,-2 1 0 31,-1 1-736-31,-2 0-240 0,-2 3-48 0</inkml:trace>
        </inkml:traceGroup>
        <inkml:traceGroup>
          <inkml:annotationXML>
            <emma:emma xmlns:emma="http://www.w3.org/2003/04/emma" version="1.0">
              <emma:interpretation id="{5DBFC0CB-A8A2-475A-B17F-7C125F35FB2C}" emma:medium="tactile" emma:mode="ink">
                <msink:context xmlns:msink="http://schemas.microsoft.com/ink/2010/main" type="inkWord" rotatedBoundingBox="24319,10034 24134,9819 24771,9272 24956,9488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172.7478">-484 760 911 0,'0'0'0'0,"0"0"0"15,0 0 0-15,0 0 0 0,0 0 1824 0,0 0 288 16,0 0 48-16,0 0 16 0,0 0-1296 0,0 0-256 15,0 0-48-15,0 0-16 0,0 0-144 0,0 0-32 16,0 0 0-16,0 0 0 0,0 0 0 0,0 0 0 0,10 6 0 0,-10-6 0 16,0 0 368-16,0 0 64 0,0 0 16 0,10 0 0 15,-10 0-16-15,0 0 0 0,0 0 0 0,13 2 0 16,-3 3-240-16,-10-5-64 0,0 0 0 0,13 6 0 16,-3 1-272-16,-10-7-64 0,0 0-16 0,11 0 0 15,-11 0-32-15,12 0 0 0,-1-3 0 0,-11 3 0 16,9-5 0-16,-1 0 0 0,-8 5 0 0,10-8 0 15,-10 8 192-15,10-9 16 0,-2 0 16 0,0 0 0 16,-8 9 272-16,8-8 48 0,0-2 16 0,2 4 0 16,-10 6-192-16,8-8-48 0,1-2 0 0,-3 2 0 15,-6 8 32-15,0 0 0 0,0 0 0 0,5-12 0 16,0-4-480-16,-2 1 0 0,-1 0 0 0,0 4 0 16,-1 1 0-16,-1-2 0 0,-6-3 0 0,1 2 0 15,5 13-128-15,-5-11 128 0,0-1 0 0,0 3 0 0,5 9 0 0,-5-10-128 16,5 10 128-16,-7-12 0 0,-1 2 0 0,2 2 0 15,6 8-128-15,-8-8 128 0,-1 1 0 0,9 7 0 16,-10-8 0-16,2 2 0 0,0 1-384 0,8 5 16 16,-11-4 16-16,11 4 0 15,0 0-608-15,0 0-112 0,-15-1-16 0,5 1-16 16,10 0-1520-16,0 0-288 0,-10 8-64 0</inkml:trace>
          <inkml:trace contextRef="#ctx0" brushRef="#br0" timeOffset="-764.0246">19 82 1839 0,'0'0'0'0,"0"0"160"0,0 0-160 0,0 0 0 16,0 0 0-16,0 0 0 0,0 0 800 0,-2-12 128 15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customXml" Target="../ink/ink2.xml"/><Relationship Id="rId10" Type="http://schemas.openxmlformats.org/officeDocument/2006/relationships/image" Target="../media/image15.png"/><Relationship Id="rId4" Type="http://schemas.openxmlformats.org/officeDocument/2006/relationships/image" Target="../media/image10.emf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customXml" Target="../ink/ink4.xml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customXml" Target="../ink/ink9.xml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41.png"/><Relationship Id="rId17" Type="http://schemas.openxmlformats.org/officeDocument/2006/relationships/image" Target="../media/image45.png"/><Relationship Id="rId2" Type="http://schemas.openxmlformats.org/officeDocument/2006/relationships/image" Target="../media/image34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emf"/><Relationship Id="rId11" Type="http://schemas.openxmlformats.org/officeDocument/2006/relationships/image" Target="../media/image40.png"/><Relationship Id="rId5" Type="http://schemas.openxmlformats.org/officeDocument/2006/relationships/customXml" Target="../ink/ink7.xml"/><Relationship Id="rId15" Type="http://schemas.openxmlformats.org/officeDocument/2006/relationships/image" Target="../media/image43.png"/><Relationship Id="rId10" Type="http://schemas.openxmlformats.org/officeDocument/2006/relationships/image" Target="../media/image39.png"/><Relationship Id="rId4" Type="http://schemas.openxmlformats.org/officeDocument/2006/relationships/image" Target="../media/image35.emf"/><Relationship Id="rId9" Type="http://schemas.openxmlformats.org/officeDocument/2006/relationships/image" Target="../media/image38.png"/><Relationship Id="rId14" Type="http://schemas.openxmlformats.org/officeDocument/2006/relationships/image" Target="../media/image4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269" y="1045417"/>
            <a:ext cx="72254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angle of elevation from A to B is the angle between the line AB and the horizontal.</a:t>
            </a:r>
          </a:p>
          <a:p>
            <a:r>
              <a:rPr lang="en-AU" sz="2200" dirty="0" smtClean="0"/>
              <a:t>If you were positioned at A, you would need to raise your eyes from a horizontal line of sight to view an object at B.</a:t>
            </a:r>
            <a:endParaRPr lang="en-AU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724" y="413797"/>
            <a:ext cx="3986334" cy="2094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364" y="3590836"/>
            <a:ext cx="72254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angle of depression from C to D is the angle between the line CD and the horizontal.</a:t>
            </a:r>
          </a:p>
          <a:p>
            <a:r>
              <a:rPr lang="en-AU" sz="2200" dirty="0" smtClean="0"/>
              <a:t>If you were positioned at C, you would need to lower your eyes from a horizontal line of sight to view an object at D.</a:t>
            </a:r>
            <a:endParaRPr lang="en-AU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74" y="3574060"/>
            <a:ext cx="3986334" cy="17410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82395" y="5713388"/>
            <a:ext cx="3220035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Elevation: look up.</a:t>
            </a:r>
          </a:p>
          <a:p>
            <a:pPr algn="ctr"/>
            <a:r>
              <a:rPr lang="en-AU" sz="2400" dirty="0" smtClean="0"/>
              <a:t>Depression: look down.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0"/>
            <a:ext cx="575006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Angles of elevation and angles of depression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6303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971965" y="0"/>
            <a:ext cx="3220035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Elevation: look up.</a:t>
            </a:r>
          </a:p>
          <a:p>
            <a:pPr algn="ctr"/>
            <a:r>
              <a:rPr lang="en-AU" sz="2400" dirty="0" smtClean="0"/>
              <a:t>Depression: look down.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53541" y="1952559"/>
                <a:ext cx="616969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200" dirty="0" smtClean="0"/>
                  <a:t>The angle of depressions may not always be inside the triangle you draw. </a:t>
                </a:r>
              </a:p>
              <a:p>
                <a:pPr algn="ctr"/>
                <a:endParaRPr lang="en-AU" sz="2200" dirty="0"/>
              </a:p>
              <a:p>
                <a:pPr algn="ctr"/>
                <a:r>
                  <a:rPr lang="en-AU" sz="2200" dirty="0" smtClean="0"/>
                  <a:t>However, you can use alternate (Z) angles to find an angle inside the triangle.</a:t>
                </a:r>
              </a:p>
              <a:p>
                <a:pPr algn="ctr"/>
                <a:endParaRPr lang="en-AU" sz="2200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2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200" dirty="0" smtClean="0"/>
                  <a:t> are alternate angles on parallel lines (same size).</a:t>
                </a:r>
                <a:endParaRPr lang="en-AU" sz="2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1" y="1952559"/>
                <a:ext cx="6169698" cy="2800767"/>
              </a:xfrm>
              <a:prstGeom prst="rect">
                <a:avLst/>
              </a:prstGeom>
              <a:blipFill>
                <a:blip r:embed="rId2"/>
                <a:stretch>
                  <a:fillRect l="-198" t="-1304" r="-1285" b="-3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994" y="1952559"/>
            <a:ext cx="4863635" cy="2767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575006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Angles of elevation and angles of depression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0045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432"/>
              </p:ext>
            </p:extLst>
          </p:nvPr>
        </p:nvGraphicFramePr>
        <p:xfrm>
          <a:off x="7792034" y="0"/>
          <a:ext cx="4399966" cy="1559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b="0" dirty="0" smtClean="0"/>
                        <a:t>Reminders:</a:t>
                      </a:r>
                      <a:endParaRPr lang="en-AU" b="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1: </a:t>
                      </a:r>
                      <a:r>
                        <a:rPr lang="en-AU" sz="1800" b="0" dirty="0" smtClean="0"/>
                        <a:t>Draw a diagram from the picture or worded description.</a:t>
                      </a:r>
                      <a:endParaRPr lang="en-AU" b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2: </a:t>
                      </a:r>
                      <a:r>
                        <a:rPr lang="en-AU" sz="1800" b="0" dirty="0" smtClean="0"/>
                        <a:t>Label and decide which ratio to use.</a:t>
                      </a:r>
                      <a:endParaRPr lang="en-AU" b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3: </a:t>
                      </a:r>
                      <a:r>
                        <a:rPr lang="en-AU" sz="1800" b="0" dirty="0" smtClean="0"/>
                        <a:t>Calculate the unknown.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367" y="762935"/>
            <a:ext cx="75003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swimmer, 320 m from the base of a cliff, looks up and waves to her friend who is at the top of the 110 m cliff. </a:t>
            </a:r>
          </a:p>
          <a:p>
            <a:r>
              <a:rPr lang="en-AU" sz="2200" dirty="0" smtClean="0"/>
              <a:t>Find the angle of elevation from the swimmer to the top of the cliff. 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52947" y="2954312"/>
                <a:ext cx="554228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947" y="2954312"/>
                <a:ext cx="5542280" cy="7838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071109" y="3034480"/>
            <a:ext cx="1227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00B050"/>
                </a:solidFill>
              </a:rPr>
              <a:t>T A N</a:t>
            </a:r>
            <a:endParaRPr lang="en-AU" sz="36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117001" y="3879197"/>
                <a:ext cx="554228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110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001" y="3879197"/>
                <a:ext cx="5542280" cy="7862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90550" y="4717000"/>
                <a:ext cx="3649843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𝑇𝑎𝑛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320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550" y="4717000"/>
                <a:ext cx="3649843" cy="92217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76547" y="5701563"/>
                <a:ext cx="4277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=18.9704… </m:t>
                      </m:r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547" y="5701563"/>
                <a:ext cx="4277851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290883" y="6269991"/>
            <a:ext cx="5983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The angle of elevation is 19°.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-73953" y="2761144"/>
            <a:ext cx="6067811" cy="3808588"/>
            <a:chOff x="91812" y="2812706"/>
            <a:chExt cx="6067811" cy="3808588"/>
          </a:xfrm>
        </p:grpSpPr>
        <p:grpSp>
          <p:nvGrpSpPr>
            <p:cNvPr id="2" name="Group 1"/>
            <p:cNvGrpSpPr/>
            <p:nvPr/>
          </p:nvGrpSpPr>
          <p:grpSpPr>
            <a:xfrm>
              <a:off x="91812" y="2812706"/>
              <a:ext cx="6067811" cy="3808588"/>
              <a:chOff x="223072" y="2692235"/>
              <a:chExt cx="6067811" cy="3808588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0987" y="2692235"/>
                <a:ext cx="344140" cy="3290172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53284" y="5401380"/>
                <a:ext cx="937599" cy="590097"/>
              </a:xfrm>
              <a:prstGeom prst="rect">
                <a:avLst/>
              </a:prstGeom>
            </p:spPr>
          </p:pic>
          <p:sp>
            <p:nvSpPr>
              <p:cNvPr id="16" name="Right Triangle 15"/>
              <p:cNvSpPr/>
              <p:nvPr/>
            </p:nvSpPr>
            <p:spPr>
              <a:xfrm>
                <a:off x="1462841" y="2737114"/>
                <a:ext cx="3848334" cy="3245451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767123" y="5982407"/>
                <a:ext cx="1239769" cy="375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320 m</a:t>
                </a:r>
                <a:endParaRPr lang="en-AU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23072" y="4149392"/>
                <a:ext cx="1239769" cy="375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110 m</a:t>
                </a:r>
                <a:endParaRPr lang="en-AU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194903" y="3780060"/>
                <a:ext cx="34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>
                    <a:solidFill>
                      <a:srgbClr val="FF0000"/>
                    </a:solidFill>
                  </a:rPr>
                  <a:t>H</a:t>
                </a:r>
                <a:endParaRPr lang="en-AU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01751" y="3854123"/>
                <a:ext cx="34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>
                    <a:solidFill>
                      <a:srgbClr val="FF0000"/>
                    </a:solidFill>
                  </a:rPr>
                  <a:t>O</a:t>
                </a:r>
                <a:endParaRPr lang="en-AU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455647" y="6131491"/>
                <a:ext cx="34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331581" y="5474385"/>
              <a:ext cx="3058671" cy="628493"/>
              <a:chOff x="1462841" y="5362984"/>
              <a:chExt cx="3058671" cy="628493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462841" y="5738627"/>
                <a:ext cx="230457" cy="2528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4268315" y="5362984"/>
                <a:ext cx="253197" cy="617080"/>
              </a:xfrm>
              <a:custGeom>
                <a:avLst/>
                <a:gdLst>
                  <a:gd name="connsiteX0" fmla="*/ 253197 w 253197"/>
                  <a:gd name="connsiteY0" fmla="*/ 0 h 617080"/>
                  <a:gd name="connsiteX1" fmla="*/ 225148 w 253197"/>
                  <a:gd name="connsiteY1" fmla="*/ 16829 h 617080"/>
                  <a:gd name="connsiteX2" fmla="*/ 208318 w 253197"/>
                  <a:gd name="connsiteY2" fmla="*/ 22439 h 617080"/>
                  <a:gd name="connsiteX3" fmla="*/ 191489 w 253197"/>
                  <a:gd name="connsiteY3" fmla="*/ 33659 h 617080"/>
                  <a:gd name="connsiteX4" fmla="*/ 157830 w 253197"/>
                  <a:gd name="connsiteY4" fmla="*/ 44879 h 617080"/>
                  <a:gd name="connsiteX5" fmla="*/ 146610 w 253197"/>
                  <a:gd name="connsiteY5" fmla="*/ 61708 h 617080"/>
                  <a:gd name="connsiteX6" fmla="*/ 129781 w 253197"/>
                  <a:gd name="connsiteY6" fmla="*/ 72928 h 617080"/>
                  <a:gd name="connsiteX7" fmla="*/ 107341 w 253197"/>
                  <a:gd name="connsiteY7" fmla="*/ 106587 h 617080"/>
                  <a:gd name="connsiteX8" fmla="*/ 84902 w 253197"/>
                  <a:gd name="connsiteY8" fmla="*/ 140245 h 617080"/>
                  <a:gd name="connsiteX9" fmla="*/ 73683 w 253197"/>
                  <a:gd name="connsiteY9" fmla="*/ 173904 h 617080"/>
                  <a:gd name="connsiteX10" fmla="*/ 68073 w 253197"/>
                  <a:gd name="connsiteY10" fmla="*/ 190734 h 617080"/>
                  <a:gd name="connsiteX11" fmla="*/ 56853 w 253197"/>
                  <a:gd name="connsiteY11" fmla="*/ 230003 h 617080"/>
                  <a:gd name="connsiteX12" fmla="*/ 45633 w 253197"/>
                  <a:gd name="connsiteY12" fmla="*/ 246832 h 617080"/>
                  <a:gd name="connsiteX13" fmla="*/ 34414 w 253197"/>
                  <a:gd name="connsiteY13" fmla="*/ 319760 h 617080"/>
                  <a:gd name="connsiteX14" fmla="*/ 23194 w 253197"/>
                  <a:gd name="connsiteY14" fmla="*/ 375858 h 617080"/>
                  <a:gd name="connsiteX15" fmla="*/ 17584 w 253197"/>
                  <a:gd name="connsiteY15" fmla="*/ 403907 h 617080"/>
                  <a:gd name="connsiteX16" fmla="*/ 6365 w 253197"/>
                  <a:gd name="connsiteY16" fmla="*/ 431956 h 617080"/>
                  <a:gd name="connsiteX17" fmla="*/ 755 w 253197"/>
                  <a:gd name="connsiteY17" fmla="*/ 448785 h 617080"/>
                  <a:gd name="connsiteX18" fmla="*/ 755 w 253197"/>
                  <a:gd name="connsiteY18" fmla="*/ 617080 h 61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3197" h="617080">
                    <a:moveTo>
                      <a:pt x="253197" y="0"/>
                    </a:moveTo>
                    <a:cubicBezTo>
                      <a:pt x="243847" y="5610"/>
                      <a:pt x="234900" y="11953"/>
                      <a:pt x="225148" y="16829"/>
                    </a:cubicBezTo>
                    <a:cubicBezTo>
                      <a:pt x="219859" y="19474"/>
                      <a:pt x="213607" y="19794"/>
                      <a:pt x="208318" y="22439"/>
                    </a:cubicBezTo>
                    <a:cubicBezTo>
                      <a:pt x="202288" y="25454"/>
                      <a:pt x="197650" y="30921"/>
                      <a:pt x="191489" y="33659"/>
                    </a:cubicBezTo>
                    <a:cubicBezTo>
                      <a:pt x="180682" y="38462"/>
                      <a:pt x="157830" y="44879"/>
                      <a:pt x="157830" y="44879"/>
                    </a:cubicBezTo>
                    <a:cubicBezTo>
                      <a:pt x="154090" y="50489"/>
                      <a:pt x="151377" y="56941"/>
                      <a:pt x="146610" y="61708"/>
                    </a:cubicBezTo>
                    <a:cubicBezTo>
                      <a:pt x="141843" y="66475"/>
                      <a:pt x="134221" y="67854"/>
                      <a:pt x="129781" y="72928"/>
                    </a:cubicBezTo>
                    <a:cubicBezTo>
                      <a:pt x="120901" y="83076"/>
                      <a:pt x="107341" y="106587"/>
                      <a:pt x="107341" y="106587"/>
                    </a:cubicBezTo>
                    <a:cubicBezTo>
                      <a:pt x="88786" y="162259"/>
                      <a:pt x="119917" y="77217"/>
                      <a:pt x="84902" y="140245"/>
                    </a:cubicBezTo>
                    <a:cubicBezTo>
                      <a:pt x="79159" y="150583"/>
                      <a:pt x="77423" y="162684"/>
                      <a:pt x="73683" y="173904"/>
                    </a:cubicBezTo>
                    <a:cubicBezTo>
                      <a:pt x="71813" y="179514"/>
                      <a:pt x="69507" y="184997"/>
                      <a:pt x="68073" y="190734"/>
                    </a:cubicBezTo>
                    <a:cubicBezTo>
                      <a:pt x="66276" y="197922"/>
                      <a:pt x="60877" y="221956"/>
                      <a:pt x="56853" y="230003"/>
                    </a:cubicBezTo>
                    <a:cubicBezTo>
                      <a:pt x="53838" y="236033"/>
                      <a:pt x="49373" y="241222"/>
                      <a:pt x="45633" y="246832"/>
                    </a:cubicBezTo>
                    <a:cubicBezTo>
                      <a:pt x="34656" y="290744"/>
                      <a:pt x="43645" y="250527"/>
                      <a:pt x="34414" y="319760"/>
                    </a:cubicBezTo>
                    <a:cubicBezTo>
                      <a:pt x="28918" y="360976"/>
                      <a:pt x="30626" y="342415"/>
                      <a:pt x="23194" y="375858"/>
                    </a:cubicBezTo>
                    <a:cubicBezTo>
                      <a:pt x="21126" y="385166"/>
                      <a:pt x="20324" y="394774"/>
                      <a:pt x="17584" y="403907"/>
                    </a:cubicBezTo>
                    <a:cubicBezTo>
                      <a:pt x="14691" y="413552"/>
                      <a:pt x="9901" y="422527"/>
                      <a:pt x="6365" y="431956"/>
                    </a:cubicBezTo>
                    <a:cubicBezTo>
                      <a:pt x="4289" y="437493"/>
                      <a:pt x="934" y="442875"/>
                      <a:pt x="755" y="448785"/>
                    </a:cubicBezTo>
                    <a:cubicBezTo>
                      <a:pt x="-944" y="504858"/>
                      <a:pt x="755" y="560982"/>
                      <a:pt x="755" y="617080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972574" y="5369295"/>
                <a:ext cx="2667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>
                    <a:solidFill>
                      <a:srgbClr val="FF0000"/>
                    </a:solidFill>
                  </a:rPr>
                  <a:t>Ɵ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6" name="TextBox 25"/>
          <p:cNvSpPr txBox="1"/>
          <p:nvPr/>
        </p:nvSpPr>
        <p:spPr>
          <a:xfrm>
            <a:off x="0" y="0"/>
            <a:ext cx="575006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Angles of elevation and angles of depression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2980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828432"/>
              </p:ext>
            </p:extLst>
          </p:nvPr>
        </p:nvGraphicFramePr>
        <p:xfrm>
          <a:off x="7792034" y="0"/>
          <a:ext cx="4399966" cy="1559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b="0" dirty="0" smtClean="0"/>
                        <a:t>Reminders:</a:t>
                      </a:r>
                      <a:endParaRPr lang="en-AU" b="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1: </a:t>
                      </a:r>
                      <a:r>
                        <a:rPr lang="en-AU" sz="1800" b="0" dirty="0" smtClean="0"/>
                        <a:t>Draw a diagram from the picture or worded description.</a:t>
                      </a:r>
                      <a:endParaRPr lang="en-AU" b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2: </a:t>
                      </a:r>
                      <a:r>
                        <a:rPr lang="en-AU" sz="1800" b="0" dirty="0" smtClean="0"/>
                        <a:t>Label and decide which ratio to use.</a:t>
                      </a:r>
                      <a:endParaRPr lang="en-AU" b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3: </a:t>
                      </a:r>
                      <a:r>
                        <a:rPr lang="en-AU" sz="1800" b="0" dirty="0" smtClean="0"/>
                        <a:t>Calculate the unknown.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367" y="762935"/>
            <a:ext cx="75003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ranger at the top of a lookout spots a small fire at an angle of depression of 12.5°. </a:t>
            </a:r>
          </a:p>
          <a:p>
            <a:r>
              <a:rPr lang="en-AU" sz="2200" dirty="0" smtClean="0"/>
              <a:t>If the tower is 76 m high, what is the distance from the base of the lookout to the fire. 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312020" y="3294288"/>
            <a:ext cx="6535435" cy="3026423"/>
            <a:chOff x="312020" y="3294288"/>
            <a:chExt cx="6535435" cy="3026423"/>
          </a:xfrm>
        </p:grpSpPr>
        <p:grpSp>
          <p:nvGrpSpPr>
            <p:cNvPr id="2" name="Group 1"/>
            <p:cNvGrpSpPr/>
            <p:nvPr/>
          </p:nvGrpSpPr>
          <p:grpSpPr>
            <a:xfrm>
              <a:off x="312020" y="3294288"/>
              <a:ext cx="6535435" cy="3026423"/>
              <a:chOff x="190734" y="2520909"/>
              <a:chExt cx="6535435" cy="3026423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7083" y="2520909"/>
                <a:ext cx="289036" cy="2653442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0280" y="4486904"/>
                <a:ext cx="1615889" cy="627842"/>
              </a:xfrm>
              <a:prstGeom prst="rect">
                <a:avLst/>
              </a:prstGeom>
            </p:spPr>
          </p:pic>
          <p:sp>
            <p:nvSpPr>
              <p:cNvPr id="9" name="Right Triangle 8"/>
              <p:cNvSpPr/>
              <p:nvPr/>
            </p:nvSpPr>
            <p:spPr>
              <a:xfrm>
                <a:off x="1178061" y="2580515"/>
                <a:ext cx="3848334" cy="2534231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2" name="Straight Connector 11"/>
              <p:cNvCxnSpPr>
                <a:stCxn id="9" idx="0"/>
              </p:cNvCxnSpPr>
              <p:nvPr/>
            </p:nvCxnSpPr>
            <p:spPr>
              <a:xfrm>
                <a:off x="1178061" y="2580515"/>
                <a:ext cx="3848334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2159779" y="2667894"/>
                <a:ext cx="1783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12.5°</a:t>
                </a:r>
                <a:endParaRPr lang="en-AU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378044" y="4754326"/>
                <a:ext cx="1783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12.5°</a:t>
                </a:r>
                <a:endParaRPr lang="en-AU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90734" y="3662964"/>
                <a:ext cx="656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76 m</a:t>
                </a:r>
                <a:endParaRPr lang="en-A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2625394" y="5168466"/>
                    <a:ext cx="476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AU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25394" y="5168466"/>
                    <a:ext cx="47683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TextBox 18"/>
              <p:cNvSpPr txBox="1"/>
              <p:nvPr/>
            </p:nvSpPr>
            <p:spPr>
              <a:xfrm>
                <a:off x="3027988" y="3434610"/>
                <a:ext cx="34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>
                    <a:solidFill>
                      <a:srgbClr val="FF0000"/>
                    </a:solidFill>
                  </a:rPr>
                  <a:t>H</a:t>
                </a:r>
                <a:endParaRPr lang="en-AU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37402" y="3293632"/>
                <a:ext cx="34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>
                    <a:solidFill>
                      <a:srgbClr val="FF0000"/>
                    </a:solidFill>
                  </a:rPr>
                  <a:t>O</a:t>
                </a:r>
                <a:endParaRPr lang="en-AU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451490" y="5178000"/>
                <a:ext cx="347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299347" y="3378642"/>
              <a:ext cx="3023691" cy="2509484"/>
              <a:chOff x="1178061" y="2614174"/>
              <a:chExt cx="3023691" cy="250948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178061" y="4870808"/>
                <a:ext cx="230457" cy="2528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1929777" y="2614174"/>
                <a:ext cx="230002" cy="460005"/>
              </a:xfrm>
              <a:custGeom>
                <a:avLst/>
                <a:gdLst>
                  <a:gd name="connsiteX0" fmla="*/ 230002 w 230002"/>
                  <a:gd name="connsiteY0" fmla="*/ 0 h 460005"/>
                  <a:gd name="connsiteX1" fmla="*/ 224392 w 230002"/>
                  <a:gd name="connsiteY1" fmla="*/ 95367 h 460005"/>
                  <a:gd name="connsiteX2" fmla="*/ 207563 w 230002"/>
                  <a:gd name="connsiteY2" fmla="*/ 134636 h 460005"/>
                  <a:gd name="connsiteX3" fmla="*/ 201953 w 230002"/>
                  <a:gd name="connsiteY3" fmla="*/ 157075 h 460005"/>
                  <a:gd name="connsiteX4" fmla="*/ 190733 w 230002"/>
                  <a:gd name="connsiteY4" fmla="*/ 213173 h 460005"/>
                  <a:gd name="connsiteX5" fmla="*/ 185124 w 230002"/>
                  <a:gd name="connsiteY5" fmla="*/ 235613 h 460005"/>
                  <a:gd name="connsiteX6" fmla="*/ 173904 w 230002"/>
                  <a:gd name="connsiteY6" fmla="*/ 252442 h 460005"/>
                  <a:gd name="connsiteX7" fmla="*/ 157075 w 230002"/>
                  <a:gd name="connsiteY7" fmla="*/ 308540 h 460005"/>
                  <a:gd name="connsiteX8" fmla="*/ 123416 w 230002"/>
                  <a:gd name="connsiteY8" fmla="*/ 336589 h 460005"/>
                  <a:gd name="connsiteX9" fmla="*/ 78537 w 230002"/>
                  <a:gd name="connsiteY9" fmla="*/ 387078 h 460005"/>
                  <a:gd name="connsiteX10" fmla="*/ 72927 w 230002"/>
                  <a:gd name="connsiteY10" fmla="*/ 403907 h 460005"/>
                  <a:gd name="connsiteX11" fmla="*/ 56098 w 230002"/>
                  <a:gd name="connsiteY11" fmla="*/ 415127 h 460005"/>
                  <a:gd name="connsiteX12" fmla="*/ 33659 w 230002"/>
                  <a:gd name="connsiteY12" fmla="*/ 431956 h 460005"/>
                  <a:gd name="connsiteX13" fmla="*/ 22439 w 230002"/>
                  <a:gd name="connsiteY13" fmla="*/ 448786 h 460005"/>
                  <a:gd name="connsiteX14" fmla="*/ 5610 w 230002"/>
                  <a:gd name="connsiteY14" fmla="*/ 454395 h 460005"/>
                  <a:gd name="connsiteX15" fmla="*/ 0 w 230002"/>
                  <a:gd name="connsiteY15" fmla="*/ 460005 h 46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0002" h="460005">
                    <a:moveTo>
                      <a:pt x="230002" y="0"/>
                    </a:moveTo>
                    <a:cubicBezTo>
                      <a:pt x="228132" y="31789"/>
                      <a:pt x="227560" y="63681"/>
                      <a:pt x="224392" y="95367"/>
                    </a:cubicBezTo>
                    <a:cubicBezTo>
                      <a:pt x="223125" y="108038"/>
                      <a:pt x="211548" y="124010"/>
                      <a:pt x="207563" y="134636"/>
                    </a:cubicBezTo>
                    <a:cubicBezTo>
                      <a:pt x="204856" y="141855"/>
                      <a:pt x="203332" y="149489"/>
                      <a:pt x="201953" y="157075"/>
                    </a:cubicBezTo>
                    <a:cubicBezTo>
                      <a:pt x="185192" y="249259"/>
                      <a:pt x="205137" y="162754"/>
                      <a:pt x="190733" y="213173"/>
                    </a:cubicBezTo>
                    <a:cubicBezTo>
                      <a:pt x="188615" y="220587"/>
                      <a:pt x="188161" y="228526"/>
                      <a:pt x="185124" y="235613"/>
                    </a:cubicBezTo>
                    <a:cubicBezTo>
                      <a:pt x="182468" y="241810"/>
                      <a:pt x="177644" y="246832"/>
                      <a:pt x="173904" y="252442"/>
                    </a:cubicBezTo>
                    <a:cubicBezTo>
                      <a:pt x="171659" y="261423"/>
                      <a:pt x="161171" y="305809"/>
                      <a:pt x="157075" y="308540"/>
                    </a:cubicBezTo>
                    <a:cubicBezTo>
                      <a:pt x="142115" y="318513"/>
                      <a:pt x="135045" y="321637"/>
                      <a:pt x="123416" y="336589"/>
                    </a:cubicBezTo>
                    <a:cubicBezTo>
                      <a:pt x="84739" y="386315"/>
                      <a:pt x="119425" y="356410"/>
                      <a:pt x="78537" y="387078"/>
                    </a:cubicBezTo>
                    <a:cubicBezTo>
                      <a:pt x="76667" y="392688"/>
                      <a:pt x="76621" y="399290"/>
                      <a:pt x="72927" y="403907"/>
                    </a:cubicBezTo>
                    <a:cubicBezTo>
                      <a:pt x="68715" y="409172"/>
                      <a:pt x="61584" y="411208"/>
                      <a:pt x="56098" y="415127"/>
                    </a:cubicBezTo>
                    <a:cubicBezTo>
                      <a:pt x="48490" y="420561"/>
                      <a:pt x="41139" y="426346"/>
                      <a:pt x="33659" y="431956"/>
                    </a:cubicBezTo>
                    <a:cubicBezTo>
                      <a:pt x="29919" y="437566"/>
                      <a:pt x="27704" y="444574"/>
                      <a:pt x="22439" y="448786"/>
                    </a:cubicBezTo>
                    <a:cubicBezTo>
                      <a:pt x="17822" y="452480"/>
                      <a:pt x="10899" y="451751"/>
                      <a:pt x="5610" y="454395"/>
                    </a:cubicBezTo>
                    <a:cubicBezTo>
                      <a:pt x="3245" y="455578"/>
                      <a:pt x="1870" y="458135"/>
                      <a:pt x="0" y="460005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4004693" y="4605659"/>
                <a:ext cx="197059" cy="471224"/>
              </a:xfrm>
              <a:custGeom>
                <a:avLst/>
                <a:gdLst>
                  <a:gd name="connsiteX0" fmla="*/ 197059 w 197059"/>
                  <a:gd name="connsiteY0" fmla="*/ 0 h 471224"/>
                  <a:gd name="connsiteX1" fmla="*/ 146571 w 197059"/>
                  <a:gd name="connsiteY1" fmla="*/ 50488 h 471224"/>
                  <a:gd name="connsiteX2" fmla="*/ 112912 w 197059"/>
                  <a:gd name="connsiteY2" fmla="*/ 67318 h 471224"/>
                  <a:gd name="connsiteX3" fmla="*/ 96082 w 197059"/>
                  <a:gd name="connsiteY3" fmla="*/ 78537 h 471224"/>
                  <a:gd name="connsiteX4" fmla="*/ 73643 w 197059"/>
                  <a:gd name="connsiteY4" fmla="*/ 89757 h 471224"/>
                  <a:gd name="connsiteX5" fmla="*/ 51204 w 197059"/>
                  <a:gd name="connsiteY5" fmla="*/ 129026 h 471224"/>
                  <a:gd name="connsiteX6" fmla="*/ 39984 w 197059"/>
                  <a:gd name="connsiteY6" fmla="*/ 145855 h 471224"/>
                  <a:gd name="connsiteX7" fmla="*/ 34374 w 197059"/>
                  <a:gd name="connsiteY7" fmla="*/ 173904 h 471224"/>
                  <a:gd name="connsiteX8" fmla="*/ 23155 w 197059"/>
                  <a:gd name="connsiteY8" fmla="*/ 207563 h 471224"/>
                  <a:gd name="connsiteX9" fmla="*/ 17545 w 197059"/>
                  <a:gd name="connsiteY9" fmla="*/ 263661 h 471224"/>
                  <a:gd name="connsiteX10" fmla="*/ 11935 w 197059"/>
                  <a:gd name="connsiteY10" fmla="*/ 291710 h 471224"/>
                  <a:gd name="connsiteX11" fmla="*/ 6325 w 197059"/>
                  <a:gd name="connsiteY11" fmla="*/ 347808 h 471224"/>
                  <a:gd name="connsiteX12" fmla="*/ 716 w 197059"/>
                  <a:gd name="connsiteY12" fmla="*/ 364638 h 471224"/>
                  <a:gd name="connsiteX13" fmla="*/ 716 w 197059"/>
                  <a:gd name="connsiteY13" fmla="*/ 471224 h 471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7059" h="471224">
                    <a:moveTo>
                      <a:pt x="197059" y="0"/>
                    </a:moveTo>
                    <a:cubicBezTo>
                      <a:pt x="180230" y="16829"/>
                      <a:pt x="166374" y="37286"/>
                      <a:pt x="146571" y="50488"/>
                    </a:cubicBezTo>
                    <a:cubicBezTo>
                      <a:pt x="98346" y="82638"/>
                      <a:pt x="159356" y="44097"/>
                      <a:pt x="112912" y="67318"/>
                    </a:cubicBezTo>
                    <a:cubicBezTo>
                      <a:pt x="106882" y="70333"/>
                      <a:pt x="101936" y="75192"/>
                      <a:pt x="96082" y="78537"/>
                    </a:cubicBezTo>
                    <a:cubicBezTo>
                      <a:pt x="88821" y="82686"/>
                      <a:pt x="81123" y="86017"/>
                      <a:pt x="73643" y="89757"/>
                    </a:cubicBezTo>
                    <a:cubicBezTo>
                      <a:pt x="46303" y="130768"/>
                      <a:pt x="79682" y="79191"/>
                      <a:pt x="51204" y="129026"/>
                    </a:cubicBezTo>
                    <a:cubicBezTo>
                      <a:pt x="47859" y="134880"/>
                      <a:pt x="43724" y="140245"/>
                      <a:pt x="39984" y="145855"/>
                    </a:cubicBezTo>
                    <a:cubicBezTo>
                      <a:pt x="38114" y="155205"/>
                      <a:pt x="36883" y="164705"/>
                      <a:pt x="34374" y="173904"/>
                    </a:cubicBezTo>
                    <a:cubicBezTo>
                      <a:pt x="31262" y="185314"/>
                      <a:pt x="25334" y="195939"/>
                      <a:pt x="23155" y="207563"/>
                    </a:cubicBezTo>
                    <a:cubicBezTo>
                      <a:pt x="19692" y="226034"/>
                      <a:pt x="20029" y="245033"/>
                      <a:pt x="17545" y="263661"/>
                    </a:cubicBezTo>
                    <a:cubicBezTo>
                      <a:pt x="16285" y="273112"/>
                      <a:pt x="13195" y="282259"/>
                      <a:pt x="11935" y="291710"/>
                    </a:cubicBezTo>
                    <a:cubicBezTo>
                      <a:pt x="9451" y="310338"/>
                      <a:pt x="9182" y="329234"/>
                      <a:pt x="6325" y="347808"/>
                    </a:cubicBezTo>
                    <a:cubicBezTo>
                      <a:pt x="5426" y="353653"/>
                      <a:pt x="984" y="358731"/>
                      <a:pt x="716" y="364638"/>
                    </a:cubicBezTo>
                    <a:cubicBezTo>
                      <a:pt x="-897" y="400130"/>
                      <a:pt x="716" y="435695"/>
                      <a:pt x="716" y="471224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38374" y="2791628"/>
                <a:ext cx="554228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374" y="2791628"/>
                <a:ext cx="5542280" cy="7838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7156536" y="2871796"/>
            <a:ext cx="1227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00B050"/>
                </a:solidFill>
              </a:rPr>
              <a:t>T A N</a:t>
            </a:r>
            <a:endParaRPr lang="en-AU" sz="36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202428" y="3716513"/>
                <a:ext cx="554228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12.5°= 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76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428" y="3716513"/>
                <a:ext cx="5542280" cy="7838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275977" y="4554316"/>
                <a:ext cx="3649843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76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𝑇𝑎𝑛</m:t>
                          </m:r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12.5°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977" y="4554316"/>
                <a:ext cx="3649843" cy="78380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961974" y="5538879"/>
                <a:ext cx="4277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=342.8138… </m:t>
                      </m:r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74" y="5538879"/>
                <a:ext cx="4277851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7573602" y="6145849"/>
            <a:ext cx="3666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The distance is 343 m.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0"/>
            <a:ext cx="575006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Angles of elevation and angles of depression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1374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11" y="2075633"/>
            <a:ext cx="4349746" cy="19579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575006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Angles of elevation and angles of depression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3904" y="650739"/>
            <a:ext cx="72703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From a point on level ground, 40 metres from a tree, the angle of elevation to the top of the tree is 27°. Calculate the height of the tree.</a:t>
            </a:r>
            <a:endParaRPr lang="en-AU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565320"/>
              </p:ext>
            </p:extLst>
          </p:nvPr>
        </p:nvGraphicFramePr>
        <p:xfrm>
          <a:off x="7792034" y="0"/>
          <a:ext cx="4399966" cy="1559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b="0" dirty="0" smtClean="0"/>
                        <a:t>Reminders:</a:t>
                      </a:r>
                      <a:endParaRPr lang="en-AU" b="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1: </a:t>
                      </a:r>
                      <a:r>
                        <a:rPr lang="en-AU" sz="1800" b="0" dirty="0" smtClean="0"/>
                        <a:t>Draw a diagram from the picture or worded description.</a:t>
                      </a:r>
                      <a:endParaRPr lang="en-AU" b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2: </a:t>
                      </a:r>
                      <a:r>
                        <a:rPr lang="en-AU" sz="1800" b="0" dirty="0" smtClean="0"/>
                        <a:t>Label and decide which ratio to use.</a:t>
                      </a:r>
                      <a:endParaRPr lang="en-AU" b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 smtClean="0"/>
                        <a:t>Step 3: </a:t>
                      </a:r>
                      <a:r>
                        <a:rPr lang="en-AU" sz="1800" b="0" dirty="0" smtClean="0"/>
                        <a:t>Calculate the unknown.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/>
              <p14:cNvContentPartPr/>
              <p14:nvPr/>
            </p14:nvContentPartPr>
            <p14:xfrm>
              <a:off x="1782815" y="2604461"/>
              <a:ext cx="404640" cy="141876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9055" y="2588981"/>
                <a:ext cx="452520" cy="14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4206695" y="3292061"/>
              <a:ext cx="117360" cy="22068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4375" y="3271181"/>
                <a:ext cx="1645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38374" y="2791628"/>
                <a:ext cx="554228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374" y="2791628"/>
                <a:ext cx="5542280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156536" y="2871796"/>
            <a:ext cx="1227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00B050"/>
                </a:solidFill>
              </a:rPr>
              <a:t>T A N</a:t>
            </a:r>
            <a:endParaRPr lang="en-AU" sz="36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202428" y="3716513"/>
                <a:ext cx="5542280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27°= </m:t>
                      </m:r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428" y="3716513"/>
                <a:ext cx="5542280" cy="7248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275977" y="4554316"/>
                <a:ext cx="36498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𝑇𝑎𝑛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27°</m:t>
                      </m:r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977" y="4554316"/>
                <a:ext cx="364984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961972" y="5179850"/>
                <a:ext cx="4277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=20.381… </m:t>
                      </m:r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72" y="5179850"/>
                <a:ext cx="4277851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6567132" y="5983164"/>
            <a:ext cx="481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The tree is approximately 20 m tall. 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46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2181" y="996544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4 directions on a compass are:</a:t>
            </a:r>
            <a:endParaRPr lang="en-AU" sz="2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313" t="48485" r="58134" b="14666"/>
          <a:stretch/>
        </p:blipFill>
        <p:spPr>
          <a:xfrm>
            <a:off x="1939636" y="2274907"/>
            <a:ext cx="4406101" cy="3790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76927" y="2274907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North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433931" y="3855167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East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776926" y="5436514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South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56193" y="3855167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West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10273" y="6065819"/>
            <a:ext cx="99363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These can be remembered as Never “Eat Soggy </a:t>
            </a:r>
            <a:r>
              <a:rPr lang="en-AU" sz="2200" dirty="0" err="1" smtClean="0"/>
              <a:t>Weetbix</a:t>
            </a:r>
            <a:r>
              <a:rPr lang="en-AU" sz="2200" dirty="0" smtClean="0"/>
              <a:t>” or Never Eat </a:t>
            </a:r>
            <a:r>
              <a:rPr lang="en-AU" sz="2200" smtClean="0"/>
              <a:t>Slimy Worms</a:t>
            </a:r>
            <a:endParaRPr lang="en-AU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816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2181" y="996544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In between the 4 directions on a compass are:</a:t>
            </a:r>
            <a:endParaRPr lang="en-AU" sz="2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313" t="48485" r="58134" b="14666"/>
          <a:stretch/>
        </p:blipFill>
        <p:spPr>
          <a:xfrm>
            <a:off x="1737536" y="2017111"/>
            <a:ext cx="4810299" cy="413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76927" y="2042150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North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611269" y="3764857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East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776925" y="5494734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South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919240" y="3764857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West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4839189" y="2883727"/>
            <a:ext cx="118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N East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19971" y="4751166"/>
            <a:ext cx="118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</a:t>
            </a:r>
            <a:r>
              <a:rPr lang="en-AU" dirty="0" smtClean="0">
                <a:solidFill>
                  <a:srgbClr val="FF0000"/>
                </a:solidFill>
              </a:rPr>
              <a:t> East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50760" y="2883727"/>
            <a:ext cx="118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N West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0760" y="4730672"/>
            <a:ext cx="118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 West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4182" y="6155786"/>
            <a:ext cx="83626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Note:  The ‘N’ and ‘S’ come before the East and West</a:t>
            </a:r>
            <a:endParaRPr lang="en-AU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8177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011" y="689856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>
                <a:cs typeface="Aharoni" pitchFamily="2" charset="-79"/>
              </a:rPr>
              <a:t>True </a:t>
            </a:r>
            <a:r>
              <a:rPr lang="en-GB" sz="2200" dirty="0" smtClean="0">
                <a:cs typeface="Aharoni" pitchFamily="2" charset="-79"/>
              </a:rPr>
              <a:t>bearings </a:t>
            </a:r>
            <a:r>
              <a:rPr lang="en-GB" sz="2200" dirty="0">
                <a:cs typeface="Aharoni" pitchFamily="2" charset="-79"/>
              </a:rPr>
              <a:t>give the angle in a clockwise direction from North</a:t>
            </a:r>
            <a:endParaRPr lang="en-AU" sz="2200" dirty="0"/>
          </a:p>
        </p:txBody>
      </p:sp>
      <p:pic>
        <p:nvPicPr>
          <p:cNvPr id="3074" name="Picture 2" descr="Image result for true bearing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9" r="70801" b="17472"/>
          <a:stretch/>
        </p:blipFill>
        <p:spPr bwMode="auto">
          <a:xfrm>
            <a:off x="4322433" y="1410201"/>
            <a:ext cx="2901775" cy="287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234946" y="4752241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True </a:t>
            </a:r>
            <a:r>
              <a:rPr lang="en-GB" sz="2200" dirty="0" smtClean="0">
                <a:cs typeface="Aharoni" pitchFamily="2" charset="-79"/>
              </a:rPr>
              <a:t>bearing </a:t>
            </a:r>
            <a:r>
              <a:rPr lang="en-GB" sz="2200" dirty="0" smtClean="0">
                <a:cs typeface="Aharoni" pitchFamily="2" charset="-79"/>
              </a:rPr>
              <a:t>of B from A is 060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</a:t>
            </a:r>
            <a:r>
              <a:rPr lang="en-GB" sz="2200" dirty="0" smtClean="0">
                <a:cs typeface="Aharoni" pitchFamily="2" charset="-79"/>
              </a:rPr>
              <a:t>T</a:t>
            </a:r>
            <a:endParaRPr lang="en-AU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6582323" y="2615631"/>
            <a:ext cx="1283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B</a:t>
            </a:r>
            <a:endParaRPr lang="en-AU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589953" y="3893109"/>
            <a:ext cx="1283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4946" y="5433241"/>
            <a:ext cx="120406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True </a:t>
            </a:r>
            <a:r>
              <a:rPr lang="en-GB" sz="2200" dirty="0" smtClean="0">
                <a:cs typeface="Aharoni" pitchFamily="2" charset="-79"/>
              </a:rPr>
              <a:t>bearings are </a:t>
            </a:r>
            <a:r>
              <a:rPr lang="en-GB" sz="2200" dirty="0" smtClean="0">
                <a:cs typeface="Aharoni" pitchFamily="2" charset="-79"/>
              </a:rPr>
              <a:t>always written with three digits so </a:t>
            </a:r>
            <a:r>
              <a:rPr lang="en-GB" sz="2200" dirty="0" smtClean="0">
                <a:cs typeface="Aharoni" pitchFamily="2" charset="-79"/>
              </a:rPr>
              <a:t>it is </a:t>
            </a:r>
            <a:r>
              <a:rPr lang="en-GB" sz="2200" dirty="0" smtClean="0">
                <a:cs typeface="Aharoni" pitchFamily="2" charset="-79"/>
              </a:rPr>
              <a:t>060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T</a:t>
            </a:r>
            <a:endParaRPr lang="en-AU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8364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011" y="689856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>
                <a:cs typeface="Aharoni" pitchFamily="2" charset="-79"/>
              </a:rPr>
              <a:t>True </a:t>
            </a:r>
            <a:r>
              <a:rPr lang="en-GB" sz="2200" dirty="0" smtClean="0">
                <a:cs typeface="Aharoni" pitchFamily="2" charset="-79"/>
              </a:rPr>
              <a:t>bearings </a:t>
            </a:r>
            <a:r>
              <a:rPr lang="en-GB" sz="2200" dirty="0">
                <a:cs typeface="Aharoni" pitchFamily="2" charset="-79"/>
              </a:rPr>
              <a:t>give the angle in a clockwise direction from North</a:t>
            </a:r>
            <a:endParaRPr lang="en-AU" sz="2200" dirty="0"/>
          </a:p>
        </p:txBody>
      </p:sp>
      <p:pic>
        <p:nvPicPr>
          <p:cNvPr id="3074" name="Picture 2" descr="Image result for true bearing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6295" r="39867" b="13537"/>
          <a:stretch/>
        </p:blipFill>
        <p:spPr bwMode="auto">
          <a:xfrm>
            <a:off x="4322433" y="1410201"/>
            <a:ext cx="2901775" cy="318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234946" y="4752241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true bearing </a:t>
            </a:r>
            <a:r>
              <a:rPr lang="en-GB" sz="2200" dirty="0" smtClean="0">
                <a:cs typeface="Aharoni" pitchFamily="2" charset="-79"/>
              </a:rPr>
              <a:t>of B from A is 240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</a:t>
            </a:r>
            <a:r>
              <a:rPr lang="en-GB" sz="2200" dirty="0" smtClean="0">
                <a:cs typeface="Aharoni" pitchFamily="2" charset="-79"/>
              </a:rPr>
              <a:t>T</a:t>
            </a:r>
            <a:endParaRPr lang="en-AU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4444984" y="4188752"/>
            <a:ext cx="1283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B</a:t>
            </a:r>
            <a:endParaRPr lang="en-AU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261381" y="3051231"/>
            <a:ext cx="1283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052" y="5398555"/>
            <a:ext cx="120406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True </a:t>
            </a:r>
            <a:r>
              <a:rPr lang="en-GB" sz="2200" dirty="0" smtClean="0">
                <a:cs typeface="Aharoni" pitchFamily="2" charset="-79"/>
              </a:rPr>
              <a:t>bearings are </a:t>
            </a:r>
            <a:r>
              <a:rPr lang="en-GB" sz="2200" dirty="0" smtClean="0">
                <a:cs typeface="Aharoni" pitchFamily="2" charset="-79"/>
              </a:rPr>
              <a:t>always written with three digits so </a:t>
            </a:r>
            <a:r>
              <a:rPr lang="en-GB" sz="2200" dirty="0" smtClean="0">
                <a:cs typeface="Aharoni" pitchFamily="2" charset="-79"/>
              </a:rPr>
              <a:t>it is </a:t>
            </a:r>
            <a:r>
              <a:rPr lang="en-GB" sz="2200" dirty="0" smtClean="0">
                <a:cs typeface="Aharoni" pitchFamily="2" charset="-79"/>
              </a:rPr>
              <a:t>240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T</a:t>
            </a:r>
            <a:endParaRPr lang="en-AU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3964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011" y="594489"/>
            <a:ext cx="99906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>
                <a:cs typeface="Aharoni" pitchFamily="2" charset="-79"/>
              </a:rPr>
              <a:t>b</a:t>
            </a:r>
            <a:r>
              <a:rPr lang="en-GB" sz="2200" dirty="0" smtClean="0">
                <a:cs typeface="Aharoni" pitchFamily="2" charset="-79"/>
              </a:rPr>
              <a:t>earings </a:t>
            </a:r>
            <a:r>
              <a:rPr lang="en-GB" sz="2200" dirty="0">
                <a:cs typeface="Aharoni" pitchFamily="2" charset="-79"/>
              </a:rPr>
              <a:t>give the </a:t>
            </a:r>
            <a:r>
              <a:rPr lang="en-GB" sz="2200" dirty="0" smtClean="0">
                <a:cs typeface="Aharoni" pitchFamily="2" charset="-79"/>
              </a:rPr>
              <a:t>angle: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 smtClean="0">
                <a:cs typeface="Aharoni" pitchFamily="2" charset="-79"/>
              </a:rPr>
              <a:t>Which starts from the North or South (whichever is closer) – </a:t>
            </a:r>
            <a:r>
              <a:rPr lang="en-GB" sz="2200" dirty="0" smtClean="0">
                <a:solidFill>
                  <a:srgbClr val="FF0000"/>
                </a:solidFill>
                <a:cs typeface="Aharoni" pitchFamily="2" charset="-79"/>
              </a:rPr>
              <a:t>N</a:t>
            </a:r>
            <a:endParaRPr lang="en-GB" sz="2200" dirty="0" smtClean="0">
              <a:cs typeface="Aharoni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 smtClean="0">
                <a:cs typeface="Aharoni" pitchFamily="2" charset="-79"/>
              </a:rPr>
              <a:t>Which moves to the East or West (whichever is closer) - </a:t>
            </a:r>
            <a:r>
              <a:rPr lang="en-GB" sz="2200" dirty="0" smtClean="0">
                <a:solidFill>
                  <a:srgbClr val="FF0000"/>
                </a:solidFill>
                <a:cs typeface="Aharoni" pitchFamily="2" charset="-79"/>
              </a:rPr>
              <a:t>E </a:t>
            </a:r>
            <a:endParaRPr lang="en-AU" sz="2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0801" y="5391855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 smtClean="0">
                <a:cs typeface="Aharoni" pitchFamily="2" charset="-79"/>
              </a:rPr>
              <a:t>direction is North-East 60</a:t>
            </a:r>
            <a:r>
              <a:rPr lang="en-GB" sz="2200" dirty="0">
                <a:cs typeface="Aharoni" pitchFamily="2" charset="-79"/>
                <a:sym typeface="Symbol" panose="05050102010706020507" pitchFamily="18" charset="2"/>
              </a:rPr>
              <a:t> </a:t>
            </a:r>
            <a:endParaRPr lang="en-AU" sz="2200" dirty="0"/>
          </a:p>
        </p:txBody>
      </p:sp>
      <p:sp>
        <p:nvSpPr>
          <p:cNvPr id="16" name="Rectangle 15"/>
          <p:cNvSpPr/>
          <p:nvPr/>
        </p:nvSpPr>
        <p:spPr>
          <a:xfrm>
            <a:off x="420736" y="5971424"/>
            <a:ext cx="120406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 smtClean="0">
                <a:cs typeface="Aharoni" pitchFamily="2" charset="-79"/>
              </a:rPr>
              <a:t>bearing is N60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</a:t>
            </a:r>
            <a:r>
              <a:rPr lang="en-GB" sz="2200" dirty="0" smtClean="0">
                <a:cs typeface="Aharoni" pitchFamily="2" charset="-79"/>
              </a:rPr>
              <a:t>E</a:t>
            </a:r>
            <a:endParaRPr lang="en-AU" sz="2200" dirty="0"/>
          </a:p>
        </p:txBody>
      </p:sp>
      <p:pic>
        <p:nvPicPr>
          <p:cNvPr id="5122" name="Picture 2" descr="Image result for compass bear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726" y="1842554"/>
            <a:ext cx="3333750" cy="31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0371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011" y="594489"/>
            <a:ext cx="99906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>
                <a:cs typeface="Aharoni" pitchFamily="2" charset="-79"/>
              </a:rPr>
              <a:t>b</a:t>
            </a:r>
            <a:r>
              <a:rPr lang="en-GB" sz="2200" dirty="0" smtClean="0">
                <a:cs typeface="Aharoni" pitchFamily="2" charset="-79"/>
              </a:rPr>
              <a:t>earings </a:t>
            </a:r>
            <a:r>
              <a:rPr lang="en-GB" sz="2200" dirty="0">
                <a:cs typeface="Aharoni" pitchFamily="2" charset="-79"/>
              </a:rPr>
              <a:t>give the </a:t>
            </a:r>
            <a:r>
              <a:rPr lang="en-GB" sz="2200" dirty="0" smtClean="0">
                <a:cs typeface="Aharoni" pitchFamily="2" charset="-79"/>
              </a:rPr>
              <a:t>angle: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 smtClean="0">
                <a:cs typeface="Aharoni" pitchFamily="2" charset="-79"/>
              </a:rPr>
              <a:t>Which starts from the North or South (whichever is closer) – </a:t>
            </a:r>
            <a:r>
              <a:rPr lang="en-GB" sz="2200" dirty="0">
                <a:solidFill>
                  <a:srgbClr val="FF0000"/>
                </a:solidFill>
                <a:cs typeface="Aharoni" pitchFamily="2" charset="-79"/>
              </a:rPr>
              <a:t>S</a:t>
            </a:r>
            <a:endParaRPr lang="en-GB" sz="2200" dirty="0" smtClean="0">
              <a:cs typeface="Aharoni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 smtClean="0">
                <a:cs typeface="Aharoni" pitchFamily="2" charset="-79"/>
              </a:rPr>
              <a:t>Which moves to the East or West (whichever is closer) - </a:t>
            </a:r>
            <a:r>
              <a:rPr lang="en-GB" sz="2200" dirty="0" smtClean="0">
                <a:solidFill>
                  <a:srgbClr val="FF0000"/>
                </a:solidFill>
                <a:cs typeface="Aharoni" pitchFamily="2" charset="-79"/>
              </a:rPr>
              <a:t>E </a:t>
            </a:r>
            <a:endParaRPr lang="en-AU" sz="2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1044" y="5425515"/>
            <a:ext cx="94484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 smtClean="0">
                <a:cs typeface="Aharoni" pitchFamily="2" charset="-79"/>
              </a:rPr>
              <a:t>direction is South-East 50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</a:t>
            </a:r>
            <a:endParaRPr lang="en-AU" sz="2200" dirty="0"/>
          </a:p>
        </p:txBody>
      </p:sp>
      <p:sp>
        <p:nvSpPr>
          <p:cNvPr id="16" name="Rectangle 15"/>
          <p:cNvSpPr/>
          <p:nvPr/>
        </p:nvSpPr>
        <p:spPr>
          <a:xfrm>
            <a:off x="330979" y="6005084"/>
            <a:ext cx="120406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 smtClean="0">
                <a:cs typeface="Aharoni" pitchFamily="2" charset="-79"/>
              </a:rPr>
              <a:t>bearing is S50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E</a:t>
            </a:r>
            <a:endParaRPr lang="en-AU" sz="2200" dirty="0"/>
          </a:p>
        </p:txBody>
      </p:sp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473" y="2339209"/>
            <a:ext cx="33909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7146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69276" y="2244183"/>
            <a:ext cx="70514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 smtClean="0">
                <a:cs typeface="Aharoni" pitchFamily="2" charset="-79"/>
              </a:rPr>
              <a:t>bearing is S58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E</a:t>
            </a:r>
            <a:endParaRPr lang="en-AU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50" y="1218346"/>
            <a:ext cx="4375750" cy="433560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7011" y="594489"/>
            <a:ext cx="99906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Determine the </a:t>
            </a:r>
          </a:p>
          <a:p>
            <a:pPr marL="571500" indent="-571500">
              <a:buAutoNum type="romanLcParenBoth"/>
            </a:pPr>
            <a:r>
              <a:rPr lang="en-GB" sz="2200" dirty="0" smtClean="0">
                <a:cs typeface="Aharoni" pitchFamily="2" charset="-79"/>
              </a:rPr>
              <a:t>Compass bearing</a:t>
            </a:r>
          </a:p>
          <a:p>
            <a:pPr marL="571500" indent="-571500">
              <a:buAutoNum type="romanLcParenBoth"/>
            </a:pPr>
            <a:r>
              <a:rPr lang="en-GB" sz="2200" dirty="0" smtClean="0">
                <a:cs typeface="Aharoni" pitchFamily="2" charset="-79"/>
              </a:rPr>
              <a:t>True </a:t>
            </a:r>
            <a:r>
              <a:rPr lang="en-GB" sz="2200" dirty="0" smtClean="0">
                <a:cs typeface="Aharoni" pitchFamily="2" charset="-79"/>
              </a:rPr>
              <a:t>bearing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69276" y="3550581"/>
                <a:ext cx="705143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200" dirty="0" smtClean="0">
                    <a:cs typeface="Aharoni" pitchFamily="2" charset="-79"/>
                  </a:rPr>
                  <a:t>The </a:t>
                </a:r>
                <a:r>
                  <a:rPr lang="en-GB" sz="2200" dirty="0" smtClean="0">
                    <a:cs typeface="Aharoni" pitchFamily="2" charset="-79"/>
                  </a:rPr>
                  <a:t>true </a:t>
                </a:r>
                <a:r>
                  <a:rPr lang="en-GB" sz="2200" dirty="0" smtClean="0">
                    <a:cs typeface="Aharoni" pitchFamily="2" charset="-79"/>
                  </a:rPr>
                  <a:t>bearing is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  <a:cs typeface="Aharoni" pitchFamily="2" charset="-79"/>
                      </a:rPr>
                      <m:t>180−58=122°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cs typeface="Aharoni" pitchFamily="2" charset="-79"/>
                      </a:rPr>
                      <m:t>𝑇</m:t>
                    </m:r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76" y="3550581"/>
                <a:ext cx="7051432" cy="430887"/>
              </a:xfrm>
              <a:prstGeom prst="rect">
                <a:avLst/>
              </a:prstGeom>
              <a:blipFill>
                <a:blip r:embed="rId3"/>
                <a:stretch>
                  <a:fillRect l="-1125" t="-8451" b="-28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5078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69276" y="2244183"/>
            <a:ext cx="70514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The </a:t>
            </a:r>
            <a:r>
              <a:rPr lang="en-GB" sz="2200" dirty="0" smtClean="0">
                <a:cs typeface="Aharoni" pitchFamily="2" charset="-79"/>
              </a:rPr>
              <a:t>compass </a:t>
            </a:r>
            <a:r>
              <a:rPr lang="en-GB" sz="2200" dirty="0" smtClean="0">
                <a:cs typeface="Aharoni" pitchFamily="2" charset="-79"/>
              </a:rPr>
              <a:t>bearing is N77</a:t>
            </a:r>
            <a:r>
              <a:rPr lang="en-GB" sz="2200" dirty="0" smtClean="0">
                <a:cs typeface="Aharoni" pitchFamily="2" charset="-79"/>
                <a:sym typeface="Symbol" panose="05050102010706020507" pitchFamily="18" charset="2"/>
              </a:rPr>
              <a:t>W</a:t>
            </a:r>
            <a:endParaRPr lang="en-AU" sz="2200" dirty="0"/>
          </a:p>
        </p:txBody>
      </p:sp>
      <p:sp>
        <p:nvSpPr>
          <p:cNvPr id="18" name="Rectangle 17"/>
          <p:cNvSpPr/>
          <p:nvPr/>
        </p:nvSpPr>
        <p:spPr>
          <a:xfrm>
            <a:off x="107011" y="594489"/>
            <a:ext cx="99906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cs typeface="Aharoni" pitchFamily="2" charset="-79"/>
              </a:rPr>
              <a:t>Determine the </a:t>
            </a:r>
          </a:p>
          <a:p>
            <a:pPr marL="571500" indent="-571500">
              <a:buAutoNum type="romanLcParenBoth"/>
            </a:pPr>
            <a:r>
              <a:rPr lang="en-GB" sz="2200" dirty="0" smtClean="0">
                <a:cs typeface="Aharoni" pitchFamily="2" charset="-79"/>
              </a:rPr>
              <a:t>Compass bearing</a:t>
            </a:r>
          </a:p>
          <a:p>
            <a:pPr marL="571500" indent="-571500">
              <a:buAutoNum type="romanLcParenBoth"/>
            </a:pPr>
            <a:r>
              <a:rPr lang="en-GB" sz="2200" dirty="0" smtClean="0">
                <a:cs typeface="Aharoni" pitchFamily="2" charset="-79"/>
              </a:rPr>
              <a:t>True </a:t>
            </a:r>
            <a:r>
              <a:rPr lang="en-GB" sz="2200" dirty="0" smtClean="0">
                <a:cs typeface="Aharoni" pitchFamily="2" charset="-79"/>
              </a:rPr>
              <a:t>bearing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69276" y="3623509"/>
                <a:ext cx="705143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200" dirty="0" smtClean="0">
                    <a:cs typeface="Aharoni" pitchFamily="2" charset="-79"/>
                  </a:rPr>
                  <a:t>The </a:t>
                </a:r>
                <a:r>
                  <a:rPr lang="en-GB" sz="2200" dirty="0" smtClean="0">
                    <a:cs typeface="Aharoni" pitchFamily="2" charset="-79"/>
                  </a:rPr>
                  <a:t>true </a:t>
                </a:r>
                <a:r>
                  <a:rPr lang="en-GB" sz="2200" dirty="0" smtClean="0">
                    <a:cs typeface="Aharoni" pitchFamily="2" charset="-79"/>
                  </a:rPr>
                  <a:t>bearing is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  <a:cs typeface="Aharoni" pitchFamily="2" charset="-79"/>
                      </a:rPr>
                      <m:t>270+13=283°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cs typeface="Aharoni" pitchFamily="2" charset="-79"/>
                      </a:rPr>
                      <m:t>𝑇</m:t>
                    </m:r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76" y="3623509"/>
                <a:ext cx="7051432" cy="430887"/>
              </a:xfrm>
              <a:prstGeom prst="rect">
                <a:avLst/>
              </a:prstGeom>
              <a:blipFill>
                <a:blip r:embed="rId2"/>
                <a:stretch>
                  <a:fillRect l="-1125" t="-8451" b="-28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683" y="1286986"/>
            <a:ext cx="4331317" cy="43534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6301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23" y="1579221"/>
            <a:ext cx="10999271" cy="32895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393" y="600250"/>
            <a:ext cx="116067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bearing can be described as the direction we would need to travel </a:t>
            </a:r>
            <a:r>
              <a:rPr lang="en-AU" sz="2200" b="1" dirty="0" smtClean="0"/>
              <a:t>from</a:t>
            </a:r>
            <a:r>
              <a:rPr lang="en-AU" sz="2200" dirty="0" smtClean="0"/>
              <a:t> one location to reach a 2</a:t>
            </a:r>
            <a:r>
              <a:rPr lang="en-AU" sz="2200" baseline="30000" dirty="0" smtClean="0"/>
              <a:t>nd</a:t>
            </a:r>
            <a:r>
              <a:rPr lang="en-AU" sz="2200" dirty="0" smtClean="0"/>
              <a:t> location. These are angles, expressed as three figures, and are measured clockwise from North (for true bearings).</a:t>
            </a:r>
            <a:endParaRPr lang="en-AU" sz="2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2504615" y="4316981"/>
              <a:ext cx="517680" cy="2988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1655" y="4078661"/>
                <a:ext cx="74844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6418895" y="4310501"/>
              <a:ext cx="534600" cy="2772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8095" y="4058501"/>
                <a:ext cx="76644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/>
              <p14:cNvContentPartPr/>
              <p14:nvPr/>
            </p14:nvContentPartPr>
            <p14:xfrm>
              <a:off x="10108175" y="4251821"/>
              <a:ext cx="570240" cy="4284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41575" y="3990101"/>
                <a:ext cx="764280" cy="5457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863912" y="5138592"/>
            <a:ext cx="2614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Compass bearing of B from A is N55°E</a:t>
            </a:r>
            <a:endParaRPr lang="en-AU"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4875865" y="5138592"/>
            <a:ext cx="2614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Compass bearing of B from A is S70°E</a:t>
            </a:r>
            <a:endParaRPr lang="en-AU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8634442" y="5138592"/>
            <a:ext cx="2614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Compass bearing of B from A is S50°W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6268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Vocabulary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01" y="2280302"/>
            <a:ext cx="8058150" cy="2600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7077" y="751715"/>
            <a:ext cx="11359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If a question talks about a line subtending an angle at a point, this is the angle formed by joining each end of the line to the point.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5307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381467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Bearings – true and compass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374" y="1481818"/>
            <a:ext cx="3889824" cy="342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77" y="775696"/>
            <a:ext cx="10978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Town B lies 7.2 km away from town A, on a bearing of 070°T. Town C lies 8.4 km away from town B, on a bearing of 160°T. Find the distance and bearing of town C from town A.</a:t>
            </a:r>
            <a:endParaRPr lang="en-AU" sz="2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8384449" y="2990210"/>
              <a:ext cx="549720" cy="34236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66809" y="2971850"/>
                <a:ext cx="57960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9589729" y="3076250"/>
              <a:ext cx="486720" cy="37692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80729" y="3065450"/>
                <a:ext cx="50940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/>
              <p14:cNvContentPartPr/>
              <p14:nvPr/>
            </p14:nvContentPartPr>
            <p14:xfrm>
              <a:off x="10126489" y="3352730"/>
              <a:ext cx="168120" cy="442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10289" y="3338330"/>
                <a:ext cx="1994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9501" y="1750263"/>
                <a:ext cx="755081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Using alternate angles and supplementary angles, we </a:t>
                </a:r>
              </a:p>
              <a:p>
                <a:r>
                  <a:rPr lang="en-AU" sz="2200" dirty="0" smtClean="0"/>
                  <a:t>Know that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=90°</m:t>
                    </m:r>
                  </m:oMath>
                </a14:m>
                <a:r>
                  <a:rPr lang="en-AU" sz="2200" dirty="0" smtClean="0"/>
                  <a:t> (70 + 20) so </a:t>
                </a:r>
                <a14:m>
                  <m:oMath xmlns:m="http://schemas.openxmlformats.org/officeDocument/2006/math">
                    <m:r>
                      <a:rPr lang="en-AU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200" dirty="0" smtClean="0"/>
                  <a:t>is right angled.</a:t>
                </a:r>
                <a:endParaRPr lang="en-AU" sz="22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01" y="1750263"/>
                <a:ext cx="7550812" cy="769441"/>
              </a:xfrm>
              <a:prstGeom prst="rect">
                <a:avLst/>
              </a:prstGeom>
              <a:blipFill>
                <a:blip r:embed="rId9"/>
                <a:stretch>
                  <a:fillRect l="-1050" t="-5556" b="-158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73904" y="3099920"/>
                <a:ext cx="26085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7.2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8.4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04" y="3099920"/>
                <a:ext cx="2608565" cy="430887"/>
              </a:xfrm>
              <a:prstGeom prst="rect">
                <a:avLst/>
              </a:prstGeom>
              <a:blipFill>
                <a:blip r:embed="rId10"/>
                <a:stretch>
                  <a:fillRect l="-2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73904" y="3682956"/>
                <a:ext cx="26085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=122.4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04" y="3682956"/>
                <a:ext cx="2608565" cy="430887"/>
              </a:xfrm>
              <a:prstGeom prst="rect">
                <a:avLst/>
              </a:prstGeom>
              <a:blipFill>
                <a:blip r:embed="rId11"/>
                <a:stretch>
                  <a:fillRect l="-2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73904" y="4273751"/>
                <a:ext cx="26085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11.063 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04" y="4273751"/>
                <a:ext cx="2608565" cy="430887"/>
              </a:xfrm>
              <a:prstGeom prst="rect">
                <a:avLst/>
              </a:prstGeom>
              <a:blipFill>
                <a:blip r:embed="rId12"/>
                <a:stretch>
                  <a:fillRect l="-2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8813021" y="3964777"/>
            <a:ext cx="1020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11.1 km</a:t>
            </a:r>
            <a:endParaRPr lang="en-AU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Ink 28"/>
              <p14:cNvContentPartPr/>
              <p14:nvPr/>
            </p14:nvContentPartPr>
            <p14:xfrm>
              <a:off x="8734775" y="3315364"/>
              <a:ext cx="334800" cy="44892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25055" y="3304564"/>
                <a:ext cx="3636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963820" y="2901149"/>
                <a:ext cx="3730528" cy="72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8.4</m:t>
                              </m:r>
                            </m:num>
                            <m:den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7.2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820" y="2901149"/>
                <a:ext cx="3730528" cy="72712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963820" y="3750282"/>
                <a:ext cx="3730528" cy="72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8.4</m:t>
                              </m:r>
                            </m:num>
                            <m:den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7.2</m:t>
                              </m:r>
                            </m:den>
                          </m:f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=49.399..</m:t>
                          </m:r>
                        </m:e>
                      </m:func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820" y="3750282"/>
                <a:ext cx="3730528" cy="72712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2963820" y="4582881"/>
                <a:ext cx="37305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fName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49.4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820" y="4582881"/>
                <a:ext cx="3730528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283296" y="5665914"/>
            <a:ext cx="70627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Town C is approximately 11.1 km away from town A, on a bearing of 119°T (70 + 49).</a:t>
            </a:r>
            <a:endParaRPr lang="en-AU" sz="2200" dirty="0"/>
          </a:p>
        </p:txBody>
      </p:sp>
      <p:sp>
        <p:nvSpPr>
          <p:cNvPr id="34" name="TextBox 33"/>
          <p:cNvSpPr txBox="1"/>
          <p:nvPr/>
        </p:nvSpPr>
        <p:spPr>
          <a:xfrm>
            <a:off x="4180248" y="8"/>
            <a:ext cx="279836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10B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30" grpId="0"/>
      <p:bldP spid="31" grpId="0"/>
      <p:bldP spid="32" grpId="0"/>
      <p:bldP spid="33" grpId="0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1140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Aharoni</vt:lpstr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46</cp:revision>
  <dcterms:created xsi:type="dcterms:W3CDTF">2020-12-09T06:24:59Z</dcterms:created>
  <dcterms:modified xsi:type="dcterms:W3CDTF">2021-06-28T04:42:14Z</dcterms:modified>
</cp:coreProperties>
</file>