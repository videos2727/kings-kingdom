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59" r:id="rId8"/>
    <p:sldId id="272" r:id="rId9"/>
    <p:sldId id="273" r:id="rId10"/>
    <p:sldId id="260" r:id="rId11"/>
    <p:sldId id="261" r:id="rId12"/>
    <p:sldId id="262" r:id="rId13"/>
    <p:sldId id="263" r:id="rId14"/>
    <p:sldId id="274" r:id="rId15"/>
    <p:sldId id="275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17T04:36:08.768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F87BAB0-1A7F-41EC-A0BC-A420C21B07AB}" emma:medium="tactile" emma:mode="ink">
          <msink:context xmlns:msink="http://schemas.microsoft.com/ink/2010/main" type="inkDrawing" rotatedBoundingBox="4327,10677 4354,10925 4347,10926 4320,10678" semanticType="callout" shapeName="Other">
            <msink:sourceLink direction="with" ref="{F5F24C2E-12C2-4F35-B407-F94B18A1ACB8}"/>
          </msink:context>
        </emma:interpretation>
      </emma:emma>
    </inkml:annotationXML>
    <inkml:trace contextRef="#ctx0" brushRef="#br0">1 38 911 0,'0'0'0'0,"0"0"0"15,0 0 0-15,0 0 0 0,0 0 1024 0,0 0 128 0,1-5 32 0,-1-2 0 16,-1 0-1184-16,1 7 0 0,0 0-256 0,0 0 32 16,-1-9 80-16,0 2 16 0,0 0 0 0,1 7 0 15,0 0 912-15,0 0 192 0,0 0 48 0,0 0 0 16,0 0 608-16,0 0 128 0,0 0 32 0,0 0 0 15,0 0-528-15,0 0-112 0,0 0 0 0,0 0-16 16,0 0-304-16,0 0-48 0,0 0-16 0,0 0 0 16,3 6-352-16,-1 0-80 0,-1 2-16 0,-1-8 0 15,0 0-160-15,0 0-32 0,2 8-128 0,-1-1 192 16,0 0-192-16,-1 0 0 0,-1 1 0 0,1 0 0 0,1 0 224 0,0 1 0 16,0 0 0-16,0 0 0 0,-1-2 144 0,1 2 16 15,2 1 16-15,-1-1 0 0,-3-1-32 16,2-1-16-16,-1-7 0 0,2 9 0 0,-1 2-96 0,0-4-32 15,-1-7 0-15,0 8 0 0,0 0 48 0,1 0 16 16,1-1 0-16,-2-7 0 0,0 0-80 0,1 7-16 16,-1-2 0-16,0-5 0 0,0 0-192 0,0 0 144 15,0 7-144-15,0-7 128 0,0 0-128 0,0 7 0 16,1 1 0-16,-1-8 128 0,0 0-256 0,0 0-64 16,0 0-16-16,0 0 0 15,0 6-832-15,0-6-176 0,0 0-16 0,0 0-10032 0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17T04:36:10.945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6028EFD-F8F7-47C7-8471-C513EDFFA7BD}" emma:medium="tactile" emma:mode="ink">
          <msink:context xmlns:msink="http://schemas.microsoft.com/ink/2010/main" type="writingRegion" rotatedBoundingBox="7068,10679 13597,10635 13599,10931 7070,10975"/>
        </emma:interpretation>
      </emma:emma>
    </inkml:annotationXML>
    <inkml:traceGroup>
      <inkml:annotationXML>
        <emma:emma xmlns:emma="http://www.w3.org/2003/04/emma" version="1.0">
          <emma:interpretation id="{1A368B08-D3B9-4AAA-AEBD-CD067EFBC1C2}" emma:medium="tactile" emma:mode="ink">
            <msink:context xmlns:msink="http://schemas.microsoft.com/ink/2010/main" type="paragraph" rotatedBoundingBox="7068,10679 13597,10635 13599,10931 7070,1097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DE20DE4-7292-4B30-9CF6-4E9E9004F6E8}" emma:medium="tactile" emma:mode="ink">
              <msink:context xmlns:msink="http://schemas.microsoft.com/ink/2010/main" type="line" rotatedBoundingBox="7068,10679 13597,10635 13599,10931 7070,10975"/>
            </emma:interpretation>
          </emma:emma>
        </inkml:annotationXML>
        <inkml:traceGroup>
          <inkml:annotationXML>
            <emma:emma xmlns:emma="http://www.w3.org/2003/04/emma" version="1.0">
              <emma:interpretation id="{F5F24C2E-12C2-4F35-B407-F94B18A1ACB8}" emma:medium="tactile" emma:mode="ink">
                <msink:context xmlns:msink="http://schemas.microsoft.com/ink/2010/main" type="inkWord" rotatedBoundingBox="7068,10692 7271,10691 7273,10946 7070,10947">
                  <msink:destinationLink direction="with" ref="{5F87BAB0-1A7F-41EC-A0BC-A420C21B07AB}"/>
                </msink:context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38 911 0,'0'0'0'0,"0"0"0"0,0 0 0 0,0 0 0 0,0 0 0 0,0 0 0 15,0 0 1024-15,0 0 128 0,0 0 32 0,0 0 0 0,0 0-752 0,0 0-160 16,0 0-16-16,0 0-16 0,0 0 480 0,0 0 112 16,0 0 0-16,0 0 16 0,0 0 48 0,0 0 16 15,0 0 0-15,0 0 0 0,0 0-64 0,0 0-16 16,0 0 0-16,0 0 0 0,0 0-256 0,0 0-48 16,0 0-16-16,0 0 0 0,0 0-208 0,0 0-48 15,0 0-16-15,5-2 0 0,1-4 112 0,-1 3 32 16,-5 3 0-16,0 0 0 0,7-1 48 0,-7 1 16 15,6-5 0-15,0 2 0 0,-6 3-304 0,0 0-144 16,0 0 160-16,8 0-160 0,-2 0 256 0,-6 0-64 16,0 0 0-16,8-3 0 0,-8 3 0 0,7-1 0 15,-7 1 0-15,6-3 0 0,-6 3 96 0,6-3 16 16,1-1 0-16,-1 1 0 0,-6 3-128 0,0 0-32 0,0 0 0 0,7 0 0 16,0-1 64-16,-7 1 16 0,7 1 0 15,-7-1 0-15,0 0 16 0,7 0 0 0,-1-2 0 0,-6 2 0 16,0 0-48-16,0 0-16 0,8-1 0 0,-8 1 0 15,0 0-176-15,5 3 0 0,-5-3 0 0,6 3 0 16,-6-3 0-16,0 0 0 0,0 0 0 0,6 3 0 16,1-3 0-16,-7 0 0 0,0 0 0 0,0 0 0 15,0 0 0-15,6 2 0 0,-6-2 0 0,5 3 0 16,-5-3 0-16,0 0 240 0,0 0-64 0,4 6-16 16,-4-6-160-16,5 7 160 0,0-2-160 0,-1-1 160 15,-4-4-160-15,0 0 0 0,6 4 0 0,-6-4 0 16,4 6 0-16,-4-6 0 0,0 0 0 0,3 7 0 0,0 0 0 15,-1-1 240-15,-2 0-64 0,0-6-16 0,0 0-160 16,0 0 160-16,-3 10-160 0,2-3 160 0,-3-2-160 16,0 0 0-16,0 0 0 0,0 0-176 0,-1-1 176 0,5-4 0 15,-3 6-144-15,0-1 144 0,3-5 0 0,-6 5 0 16,-2-1-144-16,3 0 144 0,5-4 0 0,-5 5 0 16,-1-1 0-16,1 0 0 0,-1 1 0 0,1-2 0 15,5-3 128-15,-6 3-128 0,1 4 0 0,-1-1 0 16,1-1 0-16,1-1 0 0,1 0 0 0,1 0 0 15,-1 1 0-15,3-5 0 0,-4 3 0 0,4-3 0 16,-6 4 0-16,2 0 0 0,4-4 0 0,-5 2 0 16,1 2 0-16,-1-1 0 0,0-1 0 0,5-2 0 15,0 0 0-15,0 0 0 0,0 0 144 0,0 0-144 16,0 0 128-16,-6 0-128 0,2 2 0 0,4-2 0 0,0 0 0 16,0 0 0-16,0 0 128 0,0 0-128 0,0 0 0 15,0 0 128-15,0 0 0 0,0 0 0 0,0 0 0 0,0 0 0 16,0 0 96-16,8-2 16 0,-2 2 0 0,-6 0 0 15,6 2 16-15,-6-2 0 0,8-2 0 0,-8 2 0 16,6-1-128-16,-6 1 0 0,6 1-128 0,-6-1 192 16,9 0-192-16,-1 0 144 0,0 1-144 0,-2 1 128 15,-6-2-128-15,8 0 0 0,0-3 0 0,-1 3 0 16,-7 0 0-16,4 5-144 0,-4-5 144 0,6 3 0 16,-6-3-144-16,8 4 144 0,-2 3 0 0,-2-3-144 15,-4-4 144-15,9 2 0 0,-2 0 0 0,-7-2 0 16,0 0 0-16,7 1 0 0,-7-1 0 0,0 0-128 0,0 0 0 15,6 4 0-15,-1 0 0 0,-5-4 0 16,0 0-512-16,0 0-80 0,0 0-32 0,0 0-7760 16,0 0-1568-16</inkml:trace>
        </inkml:traceGroup>
        <inkml:traceGroup>
          <inkml:annotationXML>
            <emma:emma xmlns:emma="http://www.w3.org/2003/04/emma" version="1.0">
              <emma:interpretation id="{2AB0F29A-313E-4005-8B5A-8A73B326DBF7}" emma:medium="tactile" emma:mode="ink">
                <msink:context xmlns:msink="http://schemas.microsoft.com/ink/2010/main" type="inkWord" rotatedBoundingBox="8596,10669 8902,10667 8904,10963 8598,10965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464.0674">1528 16 911 0,'0'0'0'0,"0"0"0"0,0 0 0 0,0 0 0 0,0 0 0 0,0 0 0 16,0 0 1472-16,0 0 192 0,3-9 64 0,0 3 0 15,-3 6-2128 1,0 0-432-16,1-6-64 0,-1 6-32 0,0 0 928 0,0 0 320 0,0 0 0 0,0 0 0 16,2-7 1472-16,-2 7 304 0,2-6 48 0,-2 6 16 15,0-7-464-15,0 7-96 0,0 0 0 0,0 0-16 16,0 0-448-16,0 0-96 0,0 0-16 0,0 0 0 16,0 0-432-16,0 0-80 0,0 0-32 0,0 0 0 0,0 0-208 15,0 0-32-15,0 0-16 0,0 0 0 0,0 0-224 0,0 0 0 16,0 0 128-16,0 0-128 0,4 7 0 0,-1 1 0 15,0-2 0-15,-1-1 0 0,-2-5 0 0,3 8 0 16,-2 1 128-16,1-1-128 0,-2-8 192 0,1 8 0 16,1 0 0-16,1-1 0 0,-2 0-48 0,1 0-16 15,0-1 0-15,-1 1 0 0,2-1-128 0,0 0 0 16,-3-6 0-16,4 7 128 0,0-1-128 0,0-1 0 16,-4-5-160-16,4 7 160 0,-1 1 0 0,0-3 0 15,-3-5 0-15,4 5 0 0,0 3 0 0,-2-2 0 16,-2-6 0-16,0 0 0 0,0 0 0 0,0 0 0 15,3 7 144-15,-3-7-144 0,0 0 192 0,0 0-64 0,0 0-128 0,0 0 192 16,0 0-192-16,0 0 144 0,0 0-144 0,5 3 128 16,-5-3-128-16,6 4 160 0,-6-4-160 0,0 0 160 15,7 0 128-15,-7 0 32 0,6 0 0 0,-6 0 0 16,7 2-32-16,-7-2 0 0,6-3 0 0,0 1 0 16,-6 2-112-16,6 0-32 0,-6 0 0 0,6-1 0 15,-6 1 32-15,7 0 0 0,-2 0 0 0,1-1 0 16,0 0-48-16,-6 1-128 0,7 0 192 0,-1 0-64 15,-6 0-128-15,8 0 128 0,0-1-128 0,-1 2 128 16,-7-1 96-16,9 2 16 0,-2 0 0 0,1-2 0 16,0-1-240-16,1 2 144 0,-1 0-144 0,-1 0 128 15,0 0-128-15,0-2 0 0,0-1 0 0,0 1 0 16,-7 1-240-16,6 1 80 0,-6-1 16 0,7-1 0 16,-7 1-160-16,6 0-16 0,-6 0-16 0,0 0 0 15,0 0-432-15,0 0-64 0,7-1-32 0,-7 1 0 16,0 0-1520-16,0 0-304 0,0 0-64 15</inkml:trace>
          <inkml:trace contextRef="#ctx0" brushRef="#br0" timeOffset="3880.0228">1697 62 911 0,'0'0'0'0,"0"0"0"0,0 0 0 0,3 6 0 16,-3-6 4048-16,0 0 736 0,0 0 144 0,3 6 16 16,-1 0-3632-16,-2-6-736 0,2 9-128 0,-2-9-48 15,0 0-240-15,3 6-160 0,-2 1 192 0,-1-7-192 16,0 0 0-16,2 9 0 0,0-1 0 0,-1 0 0 16,2 1 240-16,-2-1-64 0,2 1-16 0,-1 2 0 15,0-1 160-15,0 1 16 0,-1-3 16 0,2 2 0 0,-1 1 128 0,1-1 32 16,0 1 0-16,-1-1 0 0,1-1-16 0,-1-2 0 15,-2-7 0-15,0 0 0 0,1 9-496 0,-1-9 0 16,0 0 0-16,0 0 0 16,0 0-1728-16,0 0-432 0</inkml:trace>
        </inkml:traceGroup>
        <inkml:traceGroup>
          <inkml:annotationXML>
            <emma:emma xmlns:emma="http://www.w3.org/2003/04/emma" version="1.0">
              <emma:interpretation id="{B2CC9771-11BA-4C8F-977B-5DDB3FB1CB10}" emma:medium="tactile" emma:mode="ink">
                <msink:context xmlns:msink="http://schemas.microsoft.com/ink/2010/main" type="inkWord" rotatedBoundingBox="10198,10668 10367,10667 10369,10951 10200,10952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5660.7721">3277 35 12495 0,'0'0'544'0,"0"0"128"0,0 0-544 0,0 0-128 0,0 0 0 0,0 0 0 16,0 0 256-16,-1-6 32 0,1 0 0 0,0 6 0 15,-1-6-480-15,1 6-112 0,-4-6-16 0,2 1 0 16,1-1-64 0,1 6-32-16,0 0 0 0,-3-4 0 0,0-2 608 0,1 0 128 0,1 0 32 0,1 6 0 15,-4 2 256-15,4-2 48 0,-3-6 16 0,3 6 0 0,-5 0-32 0,0 1 0 16,-1 3 0-16,6-4 0 0,0 0-128 0,0 0-16 15,-6 5-16-15,2-2 0 0,4-3-64 0,0 0-16 16,-7 1 0-16,0 1 0 0,1 3-224 0,0-1-48 16,1-1-128-16,1 1 192 0,4-4-192 0,-7 4 144 15,1 0-144-15,2-1 128 0,4-3 32 0,0 0 0 16,0 0 0-16,0 0 0 0,-7 1 176 0,7-1 48 16,0 0 0-16,0 0 0 0,0 0-48 0,0 0 0 15,-4 4 0-15,4-4 0 0,0 0-336 0,0 0 0 16,-2 6 0-16,2-6 0 0,0 0 0 0,0 0 0 15,0 0 0-15,0 0 0 0,0 0-160 0,2 8 160 16,-1-1-192-16,-1-7 192 0,0 7 0 0,0-7 0 16,3 7 128-16,-3-7-128 0,0 0 400 0,4 6-16 0,1-3 0 15,-5-3 0-15,0 0 128 0,7 4 32 0,1-3 0 0,-2 1 0 16,-6-2-368-16,5 3-176 0,-5-3 160 0,8 4-160 16,-3 0 0-16,0 0 0 0,1 0 0 0,-1-1 0 15,-5-3 0-15,7 5 0 0,-2 0 0 0,1 0 0 16,-1-1 128-16,0 0-128 0,-5-4 0 0,5 7 0 15,0 0 160-15,-1 0-160 0,-2 2 160 0,1 0-160 16,-1-2 0-16,0 1 0 0,-1-1 0 0,-1 0 0 16,0-7 0-16,2 8 0 0,-2-8 0 0,3 7 0 15,-2 1 0-15,1-3 0 0,-2-5 0 0,0 0 0 16,1 9 0-16,1-3-128 0,-2-6 128 0,0 0 0 16,0 6 0-16,0-6-160 0,-2 7 160 0,2-7-128 15,0 0 128-15,0 0 0 0,0 0 0 0,-5 5 0 16,1-2 0-16,-1 0 0 0,5-3 0 0,-5 1 0 0,5-1-128 15,-7 0 128-15,0-1-128 0,-1 2 128 0,1 1-128 0,0-1 128 16,0-3-128-16,3 2 128 0,-1 3-128 0,5-3 128 16,-5-5-128-16,1 2 128 0,-1 1 0 0,0-1 0 15,0-1 0-15,1-1 0 0,-1-1 128 0,0 1-128 16,-1 0 128-16,0-1-128 0,0-2 0 0,1 1 0 16,1-2 0-16,0 3 0 0,-1 0 0 0,2 0-160 15,0-1 16-15,0 3 0 0,0 0-16 0,3 4 0 16,0 0 0-16,0 0 0 0,-4-4 160 0,4 4 0 15,0 0 0-15,0 0-128 0,0 0 128 0,0 0 192 16,2-5-32-16,-2 5-16 0,0 0 48 0,0 0 0 16,7-5 0-16,-1 2 0 0,1 0-192 0,-1 1 160 15,-6 2-160-15,9-2 160 0,0-2-160 0,-1 1 0 0,0 0 0 16,1 0 0-16,-3 0 0 0,0 2 0 0,-6 1-160 16,7-2 160-16,2 1 0 0,-2 0 0 0,0 0 0 15,-2 0 160-15,-5 1-160 0,7-1 0 0,-7 1 0 16,8-3 0-16,0 1 0 0,-2-1 0 0,-1-3-144 0,-1 2 144 15,-4 4-352-15,0 0-16 0,7-6 0 0,-3 0 0 32,-4 6-112-32,1-5-32 0,-1 5 0 0,-2-8 0 15,-1 0-64-15,-1 0 0 0,-2 1-16 0,0 1 0 0,-1-2-1024 16,0 1-208-16</inkml:trace>
        </inkml:traceGroup>
        <inkml:traceGroup>
          <inkml:annotationXML>
            <emma:emma xmlns:emma="http://www.w3.org/2003/04/emma" version="1.0">
              <emma:interpretation id="{1C8C6DE7-D1E3-4FFA-8EAC-DB67D32DEF27}" emma:medium="tactile" emma:mode="ink">
                <msink:context xmlns:msink="http://schemas.microsoft.com/ink/2010/main" type="inkWord" rotatedBoundingBox="11558,10670 11984,10667 11986,10873 11560,10876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8887.7459">4898 137 4607 0,'0'0'192'0,"0"0"64"0,0 0-256 0,-6 0 0 0,6 0 0 0,-7 0 0 15,-1-2 2080-15,1 0 368 0,2-2 80 0,0 3 16 16,-1 0-2064-16,0 1-480 0,6 0 0 0,-7-2 0 0,-1 1 0 0,0 1-192 16,0 0 64-16,-1 0 0 0,2-1 256 15,0 1 48-15,-1 0 16 0,1 0 0 0,0 0 112 0,0 2 16 16,-1 0 16-16,1-1 0 0,-1-2-160 0,0 0-48 15,1 0 0-15,0-1 0 0,-1 0-128 0,0-1-272 16,1-1 64-16,-2-1 16 16,-4 2-608-16,4 0-112 0</inkml:trace>
          <inkml:trace contextRef="#ctx0" brushRef="#br0" timeOffset="8433.3226">4676-8 7135 0,'0'0'320'0,"0"0"64"0,0 0-384 0,0 0 0 0,5-4 0 0,-5 4 0 15,0 0 784-15,0 0 96 0,7-3 16 0,-7 3 0 0,0 0 80 0,6-1 32 16,1 0 0-16,-7 1 0 0,7-3-176 0,1 1-16 16,-8 2-16-16,7 1 0 0,-1 1-560 0,-1 0-112 15,-5-2-128-15,8 3 176 0,-1 0-176 0,0-1 0 16,-1 2 0-16,1-2 128 0,0 1 16 0,1-1 0 15,0 1 0-15,-1 0 0 0,-7-3 112 0,9 0 0 16,1-2 16-16,0 2 0 0,-2 2 304 0,0-1 64 16,-2 1 16-16,1 1 0 0,0-1-336 0,-7-2-64 15,6 0 0-15,2 0-16 0,-1-1-240 0,0 1 0 16,-7 0 0-16,0 0 0 0,7 0 176 0,-7 0-176 16,0 0 192-16,0 0-192 0,7-1 288 0,-7 1-48 15,0 0-16-15,6 0 0 0,-6 0 32 0,0 0 16 0,0 0 0 16,0 0 0-16,0 0-144 0,0 0-128 0,4-5 144 15,-4 5-144-15,0 0 144 0,0 0-144 0,0 0 128 16,0 0-128-16,-4-4 0 0,4 4 0 0,0 0 0 0,0 0 0 16,0 0 0-16,0 0 0 0,-5-1 0 0,5 1 0 15,-6-1 0-15,6 1 0 0,0 0 0 0,0 0 0 16,-6 4 0-16,1 1 0 0,1 1 0 0,1 0 0 16,-1 0 0-16,0 2 0 0,1 1 0 0,0-1 0 15,-1-1 0-15,1-2 0 0,3-5 144 0,-2 9-144 16,-1 1 128-16,1-1-128 0,-1-1 160 0,1 0-160 15,0 0 0-15,0 0 0 0,1-2 0 0,1-6 0 16,0 0 0-16,-2 6 0 0,0 2 0 0,2-8 0 16,0 0 0-16,0 0 0 0,-3 9 0 0,3-9 0 15,0 0 0-15,-5 4-240 0,5-4 80 0,0 0 16 16,-4 6-240-16,4-6-32 0,-3 4-16 16,3-4 0-16,0 0-784 0,0 0-144 0,0 0-48 15</inkml:trace>
          <inkml:trace contextRef="#ctx0" brushRef="#br0" timeOffset="7629.9238">4490 10 911 0,'0'0'0'0,"0"0"0"15,0 0 0-15,0 0 0 0,0 0 3088 0,0 0 544 16,0 0 96-16,0 0 32 0,0 0-2640 0,0 0-528 16,2-5-96-16,0-1-32 0,-1 0-464 0,-1 6 0 15,-1-5 0-15,1 5 0 0,0 0 0 0,1-6 0 16,-1 0-176-16,0 6 176 0,0 0 192 0,0 0 144 16,0 0 48-16,0 0 0 0,0 0 480 0,0 0 96 15,0 0 32-15,1 8 0 0,-1-8-384 0,1 7-80 16,-1-7-16-16,3 8 0 0,-3 1-224 0,2-1-48 0,0-2-16 0,-1 0 0 15,0 1-224-15,0 0 0 0,1 1 128 16,-2-8-128-16,0 0 0 0,3 8 144 0,-1 0-144 16,-2-8 128-16,2 9 0 0,0-2 0 0,-1 2 0 0,2-1 0 15,-3-8-128-15,3 9 0 0,0 1 0 0,0-1 128 16,-1-2-128-16,1 0 128 0,-3-7-128 0,3 7 128 16,-1 0 0-16,-2-7 0 0,3 7 0 0,-3-7 0 15,3 8 16-15,-3-2 0 0,0-6 0 0,0 0 0 16,0 0-144-16,0 6 160 0,0-6-160 0,0 0 160 15,0 0-160-15,0 0-192 0,0 0 32 0,0 0 16 16,0 0-384-16,0 0-80 0,0 0-16 16,0 0-6480-16,0 0-1280 0</inkml:trace>
        </inkml:traceGroup>
        <inkml:traceGroup>
          <inkml:annotationXML>
            <emma:emma xmlns:emma="http://www.w3.org/2003/04/emma" version="1.0">
              <emma:interpretation id="{E2B75257-21A7-4DB6-9D6B-43977219B6E5}" emma:medium="tactile" emma:mode="ink">
                <msink:context xmlns:msink="http://schemas.microsoft.com/ink/2010/main" type="inkWord" rotatedBoundingBox="13007,10699 13284,10697 13286,10926 13009,10927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0249.5049">5945 91 911 0,'0'0'0'0,"0"0"0"16,0 0 0-16,0 0 0 0,0 0 2736 0,-2-7 464 16,1-5 80-16,-1 6 32 0,2 6-2800 0,0 0-512 15,0-8-208-15,-1 2 16 0,1 1 16 0,0 5 16 0,0 0 0 0,0 0 0 16,5-7 160-16,-2 2 128 0,-1 2-128 0,3 1 176 16,-1 0 464-16,-4 2 80 0,0 0 32 0,5-2 0 15,0 3 208-15,1 0 64 0,0-2 0 0,-6 1 0 16,5-2-512-16,1 1-112 0,0-1-16 0,1 0 0 15,0 1-112-15,-1-2-16 0,2-1-16 0,-2 2 0 16,1 1-240-16,0 1-160 0,1-3 32 0,-1 2 0 16,1 3-48-16,-1-1 0 0,0 0 0 0,-1 1 0 15,2 1 416-15,-2 0 80 0,-6-3 0 0,6 2 16 16,1 0 240-16,-2 1 32 0,-5-3 16 0,5 4 0 16,-5-4-336-16,0 0-64 0,4 5-16 0,-4-5 0 0,0 0-208 15,0 0 0-15,5 7 0 0,-3-1 0 0,-2-6 0 16,1 7 0-16,-1-7 0 0,-1 9 0 0,-1 0 0 0,1-2-192 15,1-7 192-15,-2 7-160 0,0 4 160 0,-1 0 0 16,0-1 0-16,0-1-128 0,-1-1 128 0,0 1 0 16,0 0 0-16,0 0 0 0,-1-2 0 0,1 0 0 15,-1 0 0-15,1 0 0 0,0 0 0 0,-1 0 0 16,1-2 0-16,-1 0 0 0,0 0 0 0,5-5 0 16,-5 4 0-16,1 0 0 0,-1-2 0 0,0 0 0 15,5-2 0-15,-6-2 0 0,1 0 0 0,1-2 0 16,0-3 0-16,2 1 0 0,2 6 0 0,-3-6 0 15,2-2 0-15,-1 2 128 0,2 6-128 0,0 0 0 16,0 0 0-16,0 0 0 0,3-7 320 0,0 2 32 0,-3 5 16 16,7-2 0-16,-1 0 336 0,-6 2 64 0,7-2 0 0,0 2 16 15,1 1-272-15,1 1-48 0,-1 0-16 0,-1 0 0 16,-1-3-288-16,2 2-160 0,-1 1 160 0,1-2-160 16,1 1 0-16,-1 1 0 0,-1 0 0 0,0 0 0 15,-1 2 0-15,2-1-192 0,-1-3 192 0,1 2-160 16,-2 2 160-16,-1 0-192 0,1 0 192 0,-1-1-192 15,0 1-144-15,-1 1-48 0,0 1 0 0,1-2 0 16,1-2-1600 0,-6-2-336-16</inkml:trace>
        </inkml:traceGroup>
        <inkml:traceGroup>
          <inkml:annotationXML>
            <emma:emma xmlns:emma="http://www.w3.org/2003/04/emma" version="1.0">
              <emma:interpretation id="{F2C20517-C91B-43E6-8ACA-6866F64F73A8}" emma:medium="tactile" emma:mode="ink">
                <msink:context xmlns:msink="http://schemas.microsoft.com/ink/2010/main" type="inkWord" rotatedBoundingBox="13350,10653 13598,10651 13599,10914 13352,10915"/>
              </emma:interpretation>
              <emma:one-of disjunction-type="recognition" id="oneOf5">
                <emma:interpretation id="interp5" emma:lang="" emma:confidence="0">
                  <emma:literal>7</emma:literal>
                </emma:interpretation>
                <emma:interpretation id="interp6" emma:lang="" emma:confidence="0">
                  <emma:literal>6</emma:literal>
                </emma:interpretation>
                <emma:interpretation id="interp7" emma:lang="" emma:confidence="0">
                  <emma:literal>y</emma:literal>
                </emma:interpretation>
                <emma:interpretation id="interp8" emma:lang="" emma:confidence="0">
                  <emma:literal>Y</emma:literal>
                </emma:interpretation>
                <emma:interpretation id="interp9" emma:lang="" emma:confidence="0">
                  <emma:literal>T</emma:literal>
                </emma:interpretation>
              </emma:one-of>
            </emma:emma>
          </inkml:annotationXML>
          <inkml:trace contextRef="#ctx0" brushRef="#br0" timeOffset="11153.9075">6282-28 1839 0,'0'0'0'0,"0"0"160"0,0 0-160 0,0 0 0 0,0 0 0 0,0 0 0 16,0 0 3264-16,0 0 608 0,0 0 128 0,0 0 32 15,0 0-2496-15,0 0-480 0,0 0-96 0,0 0-32 16,0 0-400-16,0 0-80 0,0 0 0 0,0 0-16 15,0 0-304-15,0 0-128 0,7-2 128 0,-1 0-128 0,-6 2 160 0,0 0-160 16,4-4 192-16,-4 4-192 0,6 3 352 0,-6-3-32 16,7 0-16-16,0 0 0 0,-1 2 160 0,-6-2 48 15,0 0 0-15,10 1 0 0,0-2-128 0,-1 3-32 16,-2 1 0-16,0-1 0 0,1-4 32 0,-2 1 16 16,1 2 0-16,0-1 0 0,0-2-144 0,1 0-16 15,-1 2-16-15,0-1 0 0,-7 1-224 0,8-1 176 16,-2 0-176-16,0 2 160 0,-6-1-16 0,6 0 0 15,1-1 0-15,-1 0 0 0,-6 1 48 0,6-2 0 16,-1 0 0-16,0 0 0 0,0 1-48 0,-5 1 0 16,7 1 0-16,-7-1 0 0,7-2-16 0,-7 2 0 15,0 0 0-15,0 0 0 0,5 0-128 0,-5 0 0 16,0 0 0-16,0 0 0 0,0 0 0 0,0 0 0 0,4 8 0 0,-4-8 0 16,0 0 0-16,0 0 0 0,-1 8 0 0,-1-1 0 15,0 1-144-15,2-8 144 0,0 0 0 0,0 0 0 16,-5 11 0-16,1-2 0 0,4-9 0 0,-5 10 0 15,1-1 0-15,-1 1 0 0,1-1 0 0,2-2 0 16,-1 0 0-16,1 0 0 0,-1 1 0 0,-1-1 0 16,4-7 128-16,-1 8-128 0,-1 1 0 0,0 0 144 15,1 0-144-15,-1 1 0 0,-1-2 0 0,0-1 0 16,2 0 0-16,-1-1 128 0,-1 1-128 0,2 0 0 16,1-7 0-16,0 0 0 0,0 0 128 0,-3 7-128 15,0 1 0-15,3-8 0 0,0 0 0 0,0 0 128 16,-5 8-128-16,1-2 0 0,1-1 0 0,3-5 0 0,0 0-208 15,-4 4 16-15,0 1 16 0,4-5 0 16,0 0-272-16,0 0-64 0,-6 4-16 0,6-4 0 16,0 0-240-16,-5 2-64 0,5-2 0 0,0 0 0 15,0 0-464-15,-5 2-112 0,5-2 0 0</inkml:trace>
          <inkml:trace contextRef="#ctx0" brushRef="#br0" timeOffset="11582.6537">6530 95 5519 0,'0'0'496'0,"0"0"-496"0,0 0 0 0,-3-5 0 16,3 5 2112-16,0 0 320 0,-6-2 64 0,6 2 0 16,0 0-1600-16,0 0-320 0,-6 0-64 0,6 0 0 15,0 0-272-15,-5 1-48 0,5-1-16 0,0 0 0 16,0 0 128-16,-5 1 16 0,0 1 16 0,1 1 0 15,4-3 144-15,-5 4 32 0,0 1 0 0,1-2 0 16,4-3 64-16,-6 2 32 0,6-2 0 0,-7 1 0 0,-1 3-160 0,-1-5-48 16,1-3 0-16,1 4 0 0,-1 1 16 0,-1 0 0 15,-1-2 0-15,1 0 0 0,-1 1-144 0,1 1-16 16,0 2-16-16,1-3 0 0,0-3-240 0,-1 2-208 16,1-1 32-16,1 1 16 15,2 1-816-15,1 1-176 0,-3-3-16 0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17T04:39:57.439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A518B6A-B111-482B-BBB4-FC2E21C01BE5}" emma:medium="tactile" emma:mode="ink">
          <msink:context xmlns:msink="http://schemas.microsoft.com/ink/2010/main" type="writingRegion" rotatedBoundingBox="20629,5603 24150,4938 24319,5832 20798,6497"/>
        </emma:interpretation>
      </emma:emma>
    </inkml:annotationXML>
    <inkml:traceGroup>
      <inkml:annotationXML>
        <emma:emma xmlns:emma="http://www.w3.org/2003/04/emma" version="1.0">
          <emma:interpretation id="{F5A83646-DC92-4BD8-97DA-5A9A179BB811}" emma:medium="tactile" emma:mode="ink">
            <msink:context xmlns:msink="http://schemas.microsoft.com/ink/2010/main" type="paragraph" rotatedBoundingBox="20629,5603 24150,4938 24319,5832 20798,64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A4E9BB4-4CB5-4D9D-91F4-539C7A51B3D0}" emma:medium="tactile" emma:mode="ink">
              <msink:context xmlns:msink="http://schemas.microsoft.com/ink/2010/main" type="line" rotatedBoundingBox="20629,5603 24150,4938 24319,5832 20798,6497"/>
            </emma:interpretation>
          </emma:emma>
        </inkml:annotationXML>
        <inkml:traceGroup>
          <inkml:annotationXML>
            <emma:emma xmlns:emma="http://www.w3.org/2003/04/emma" version="1.0">
              <emma:interpretation id="{686FB893-703F-412E-946E-D396F93D6BD1}" emma:medium="tactile" emma:mode="ink">
                <msink:context xmlns:msink="http://schemas.microsoft.com/ink/2010/main" type="inkWord" rotatedBoundingBox="20722,6098 20771,6089 20822,6358 20774,636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-1 50 1839 0,'0'0'0'0,"0"0"160"0,0 0-160 0,2-7 0 0,-2 7 0 0,0-7 0 16,0 7 3072-16,2-7 592 0,-1 0 112 0,-1 7 32 15,0-6-2624-15,0 6-528 0,0 0-96 0,3-6-32 16,-3 6-112-16,0 0-32 0,0 0 0 0,0 0 0 16,4-5 192-16,-4 5 16 0,1-7 16 0,-1 7 0 15,0 0 208-15,0 0 32 0,0 0 16 0,0 0 0 16,0 0-352-16,0 0-80 0,0 0-16 0,1 6 0 15,-2 0-272-15,1 3-144 0,0-2 160 0,-1 2-160 16,0 2 160-16,0 0-160 0,1-1 160 0,0 1-160 16,-1 1 0-16,3 1 0 0,0-2 0 0,-2-1 0 15,-1 1 144-15,0 0-144 0,1 0 128 0,2 0-128 16,-2 2 240-16,2-1-48 0,-2-1 0 0,0-1 0 0,0 1 80 16,0-2 16-16,1 0 0 0,-1-1 0 0,0 0-32 15,0-1-16-15,0-7 0 0,0 6 0 0,0-1-96 0,0-5-16 16,0 0 0-16,0 0 0 0,0 0-368 0,0 0-80 15,0 0 0-15,0 0-8224 16,0 0-1632-16</inkml:trace>
        </inkml:traceGroup>
        <inkml:traceGroup>
          <inkml:annotationXML>
            <emma:emma xmlns:emma="http://www.w3.org/2003/04/emma" version="1.0">
              <emma:interpretation id="{A5C5A137-58CE-4CB2-ACEA-1FDB702121D9}" emma:medium="tactile" emma:mode="ink">
                <msink:context xmlns:msink="http://schemas.microsoft.com/ink/2010/main" type="inkWord" rotatedBoundingBox="21306,5796 22146,5637 22249,6180 21408,633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201.541">591-233 7647 0,'0'0'336'0,"0"0"80"0,0 0-416 0,0 0 0 0,0 0 0 0,0-5 0 15,-3-1-512-15,3 0-192 16,0-1-48-16,0 0 0 0,-2 2 384 0,1 0 80 0,-1 0 16 0,1-1 0 16,1 6 704-16,0-4 144 0,0 4 16 0,0 0 16 15,0 0 1072-15,3-4 224 0,-3 4 32 0,3-5 16 0,-3 5-720 0,0 0-144 16,0 0-16-16,3-3-16 0,3 1-624 0,-6 2-128 15,6-2-32-15,-1 2 0 0,-5 0-80 0,8 1 0 16,-1 0-16-16,-1-1 0 0,0 0 176 0,1 1 32 16,1 1 16-16,0-1 0 0,0 1 288 15,-2-1 48-15,3-1 16 0,-2 0 0 0,0 2-64 0,0-1-16 16,1 1 0-16,-1-1 0 0,-1 0-256 0,-6-1-48 16,5 3-16-16,0 0 0 0,-5-3-112 0,7 4-32 15,0 0 0-15,-7-4 0 0,3 6-48 0,0 0-16 16,-3-6 0-16,3 7 0 0,0 2-144 0,-2-2 160 15,0 0-160-15,-1-1 160 0,0 1-160 0,0 0 192 16,0-1-192-16,-1 0 192 0,1-6-64 0,-1 7 0 0,1-7 0 16,-3 8 0-16,-1 0 64 0,0-2 0 0,4-6 0 15,-6 4 0-15,0 1-192 0,0 0 0 0,0-1 144 0,1 0-144 16,5-4 0-16,-6 3 0 0,-1 0 0 0,1 0 0 16,1 0 0-16,5-3 0 0,-6 3 0 0,6-3 0 15,-4 3 0-15,4-3 128 0,0 0-128 0,0 0 0 16,-5 1 144-16,5-1-144 0,0 0 192 0,0 0-192 15,0 0 192-15,0 0-192 0,0 0 192 0,0 0-192 16,0 0 208-16,5 3-64 0,1-1-16 0,1 0 0 16,-1 1-128-16,1 0 0 0,0 0 144 0,1 1-144 15,-1-2 192-15,-1 0-16 0,1 1-16 0,0 1 0 16,-1-1 48-16,-1 1 16 0,-5-4 0 0,5 4 0 16,0 0-96-16,-5-4-128 0,0 0 176 0,0 0-176 0,4 6 0 15,-4-6 0-15,2 6 0 0,-2-6 0 0,0 6 0 16,0 1 0-16,0 0 0 0,-1-1 0 0,0 1 0 0,-1 1 0 15,-2 1 0-15,0 1 0 0,1-1 0 0,-2 2 0 16,0 0 0-16,-2-1 0 0,0-2 0 0,0-1 208 16,0 1-64-16,1-2-16 0,-2-2-128 0,0-1 0 15,-2-2 144-15,-1 1-144 0,1 1 0 0,-1-2 0 16,1-5 0-16,1 0 0 16,0 1-624-16,1 0-32 0,1-1-16 0,-1-1-13408 0</inkml:trace>
          <inkml:trace contextRef="#ctx0" brushRef="#br0" timeOffset="7317.1781">1408-346 11807 0,'0'0'512'0,"0"0"128"0,0 0-512 0,0 0-128 0,0 0 0 0,0 0 0 16,0 0 352-16,0 0 48 0,0 0 16 0,0 0 0 15,0 0-416-15,0 0 128 0,-3-5-128 0,3 5 0 16,0 0 0-16,0 0 0 0,-4-3 0 0,4 3 0 15,0 0 160-15,0 0 160 0,0 0 16 0,0 0 16 16,-5 0 480-16,5 0 80 0,-5 2 32 0,5-2 0 16,-4 2-208-16,4-2-32 0,-5 4-16 0,5-4 0 15,0 0-64-15,0 0-16 0,-5 4 0 0,0-2 0 16,0 1-128-16,1 0-32 0,1-1 0 0,-2-1 0 16,-1-1-64-16,0 0 0 0,0 0-16 0,1 3 0 15,-2-2-128-15,1 1-32 0,0-2 0 0,-1 2 0 0,0-1-80 16,-1 0 0-16,0 0-128 0,2 0 192 0,0 0-192 0,0 1 0 15,2 0 128-15,0 0-128 0,4-2 128 0,0 0 0 16,-6 1-128-16,6-1 192 0,0 0-64 0,-5 2-128 16,1-1 176-16,4-1-176 0,0 0 384 0,0 0-16 15,-4 3-16-15,4-3 0 0,0 0-48 0,-4 4-16 16,4-4 0-16,-1 7 0 0,1-7-128 0,0 6-32 16,0-6 0-16,-1 7 0 0,-1 1-128 0,2 0 128 15,0-2-128-15,0-1 128 0,-1 0-128 0,1 0 0 16,-1 1 0-16,1-6 0 0,0 0 0 0,1 8 0 15,-1-2 0-15,0 0 0 0,0-6 0 0,1 7 0 16,0 0 0-16,1 1 0 0,-2-1 0 0,2-1 128 16,-1 0-128-16,1-1 128 0,-2-5-128 0,2 6 128 0,0 0-128 15,-2-6 128-15,2 6-128 0,-2-6 0 0,0 0 0 0,0 0 128 16,3 6-128-16,-3-6 0 0,0 0 0 16,0 0 0-16,0 0 144 0,0 0-144 0,0 0 160 0,6 2-160 15,-6-2 272-15,0 0-32 0,6-3-16 0,-1 1 0 16,-1-1-32-16,1 0 0 0,-1 0 0 0,1 0 0 15,-5 3-192-15,6-3 0 0,1 0 0 0,0 3 0 16,-1 0 0-16,2 3 0 0,0-1 0 0,0 2 0 16,1 2 0-16,2 0-240 0,0 0 80 0,-2 1 16 15,-1 0 144-15,0 1 0 0,1 0 0 0,0 0-128 16,-2 1 128-16,-2-1 0 0,1 0 0 0,-2 0 0 16,1-2 0-16,-2 3 0 0,0-1 0 0,0-1 128 15,0 1-128-15,-1-2 0 0,-2-6 0 0,1 9 0 0,-2 2 0 16,0-2 0-16,-2-2 0 0,-1 3 0 0,-2 2 0 0,-1 0 144 15,-2-2-144-15,-1 0 160 0,1-1-160 16,-2 2 0-16,-2-3 0 0,-1 0 0 0,-1-1 0 16,2-1-272-16,1 0 64 0,0-1 16 15,-1-2-448-15,0 0-64 0,3-1-32 0,2-1 0 16,0-1-128-16,3-3-32 0,-1-2 0 0,1-1-7248 16,1-4-1456-16</inkml:trace>
        </inkml:traceGroup>
        <inkml:traceGroup>
          <inkml:annotationXML>
            <emma:emma xmlns:emma="http://www.w3.org/2003/04/emma" version="1.0">
              <emma:interpretation id="{000DCF0C-2BF4-4C43-A145-FBD5176B0334}" emma:medium="tactile" emma:mode="ink">
                <msink:context xmlns:msink="http://schemas.microsoft.com/ink/2010/main" type="inkWord" rotatedBoundingBox="22565,5237 23459,5068 23565,5627 22670,5796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9802.3149">2381-962 5519 0,'0'0'240'0,"0"0"64"0,0 0-304 16,3 6 0-16,-1 0 0 0,-2-6 0 0,0 0 2608 0,1 6 464 15,-3 0 80-15,2-1 32 0,0-5-2416 0,-1 7-464 16,1-7-112-16,-2 8 0 0,1 1-192 0,0-2-192 16,1-7 32-16,0 10 16 0,0 0 272 0,-1 0 64 15,1-1 16-15,0 1 0 0,0 0 784 0,1 1 160 16,0-2 16-16,0 1 16 0,0 1-160 0,1 0-48 16,1 1 0-16,-2-1 0 0,0 1-272 0,1-1-64 15,-1 2-16-15,1-1 0 0,-1 1-240 0,2-1-64 0,-2 1 0 16,1-1 0-16,-1 0-320 0,1-1 0 0,-2-2 0 15,2 1 128-15,-2 0-128 0,1-1 0 0,-1-9 0 16,3 7-128-16,-1 0 128 0,-1-2-192 0,-1-5 192 0,2 6-192 16,-2 0-80-16,1-1-32 0,-1-5 0 0,0 0 0 31,0 0-1424-31,0 0-304 0,0 0-48 0</inkml:trace>
          <inkml:trace contextRef="#ctx0" brushRef="#br0" timeOffset="10513.3585">2518-922 2751 0,'0'0'128'0,"0"0"16"15,3-4-144-15,1 1 0 0,-4 3 0 0,6-4 0 0,-2-3 2768 0,1 1 528 0,-1 0 96 0,1 1 32 16,-1 0-2560-16,0 3-512 0,-4 2-96 0,4-4-32 16,2 1-224-16,-1 1-208 0,1 1 32 0,0 0 16 15,0-1 528-15,1 0 96 0,-2 1 32 0,1 0 0 16,2 0 208-16,-2 1 32 0,0 2 16 0,0 0 0 15,0 2-272-15,1 0-48 0,0-1-16 0,0 2 0 16,0 1-240-16,-1 0-48 0,3 1-128 0,-3 0 192 16,0-1-64-16,0 0 0 0,-1 0-128 0,-1 1 192 15,0-1 80-15,0-1 16 0,-1 1 0 0,-1 2 0 0,1 3-80 16,-3-2-16-16,0-1 0 0,0 0 0 0,-1 1-192 16,-1 0 144-16,0-1-144 0,0-1 128 0,2-7-128 0,-5 9 0 15,0 0 0-15,-1 1 0 0,0-1 0 0,0 1 0 16,0 1 0-16,1 1 0 0,-2 1 0 0,1-1 0 15,1-2 0-15,0 1 0 0,-1-2 0 0,2 1 0 16,0 0 0-16,0-3 0 0,1-2 0 0,0 1 0 16,1 1 0-16,-1-2 0 0,3-5 256 0,0 7-16 15,0-1-16-15,0-6 0 0,2 6 352 0,-2-6 64 16,0 0 0-16,6 4 16 0,-2 1-64 0,-4-5-16 16,8 0 0-16,-2 1 0 0,-6-1-144 0,8 1-48 15,-1-1 0-15,1-1 0 0,0 0-192 0,1-1-64 16,-1 1 0-16,-1-2 0 0,1 0-128 0,-1 1 0 15,1 0-160-15,0 0 160 16,-1 0-640-16,0 1-48 0,0-1 0 0,0 1-8064 0,-1 1-1616 0</inkml:trace>
          <inkml:trace contextRef="#ctx0" brushRef="#br0" timeOffset="8668.8149">1963-664 16991 0,'0'0'752'16,"0"0"144"-16,0 0-704 0,0 0-192 0,0 0 0 0,0 0 0 0,0 0 832 0,-6-2 128 15,3-1 16-15,3 3 16 0,-6-2-496 0,6 2-112 16,0 0 0-16,-5-1-16 0,0-1-224 0,5 2-144 16,-5-4 192-16,5 4-192 0,0 0 384 0,-5 0-48 15,-1 0 0-15,6 0 0 0,0 0 160 0,0 0 16 16,-3 6 16-16,-1-1 0 0,-1-1-144 0,-1 0-16 15,2-2-16-15,0 3 0 0,1 1-160 0,-1 1-48 16,0-3 0-16,0 0 0 0,1 2-144 0,-1-2 160 16,4-4-160-16,-5 4 160 0,0 2-160 0,1-1 0 15,2 0 0-15,2-5-176 0,-3 5 176 0,3-5 0 16,0 0 0-16,0 0 0 0,0 0 128 0,0 0-128 0,2 6 160 16,1 0-160-16,1 1 192 0,1-1-48 0,-1-3-16 15,2 2 0-15,1 0 0 0,-1 1-128 0,0 0 192 0,0 1-64 16,-2-1-128-16,2 2 0 0,2-1 144 0,-2-1-144 15,-1-1 0-15,-2-1 144 0,1 1-144 0,0 1 0 16,0-1 128-16,2-1-128 0,1-2 0 0,0 1 0 16,-2 2 208-16,1 0-64 0,0-1-16 0,0-1 0 15,0 2 0-15,0-1-128 0,0 1 192 0,1 0-64 16,-1 0-128-16,0 0 0 0,-1 1 0 0,-1-1 0 16,2 1 0-16,-3 1 128 0,-2 0-128 0,1 0 0 15,-1 1 144-15,0 1-144 0,-3-2 160 0,0 1-160 0,-1 0 0 16,0-1 128-16,0 0-128 0,0-1 0 15,-2 0 0-15,0-1 0 0,0-1 0 0,-2-1 0 0,0 0-208 16,0-1 64-16,7-2 16 0,-6-1 0 0,-1 1 128 0,1-2 0 16,0-3 0-16,0 1-128 0,0-1 128 0,0 0 0 15,1 1 128-15,2-1-128 0,2-1 0 0,-1 1 0 16,-2 1 0-16,0-2 128 0,1 1-128 0,0 1 0 16,0-1 0-16,3 5 0 0,-2-3 0 0,2 3 0 15,0 0 0-15,0 0 0 0,0 0 0 0,1-6 0 16,2 2 0-16,-3 4-128 0,0 0 128 0,3-5 0 15,-1 0 0-15,1 2 0 0,-3 3 192 0,8-3-48 16,0 0 0-16,0-2 0 0,-2 0 96 0,0 0 16 16,0 0 0-16,0 0 0 0,0-2 48 0,-1 1 16 15,-2-1 0-15,3 0 0 0,-1-2-64 0,1 1 0 16,-1 1 0-16,-1-1 0 0,0-3-256 0,0 3 0 0,-1 0 0 16,0 0 0-16,-1 2 0 0,0-2 0 15,0 0 0-15,1 0-144 0,-2 1-48 0,1 0-16 0,-1 0 0 0,1 1 0 16,-2-1-48-16,1 0-16 0,-1 0 0 0,0 1 0 15,0 0-96-15,-1 0-16 0,1 1 0 0,0-1 0 32,-1-1-272-32,0 1-64 0,0 0-16 0,1 1 0 15,0-1-288-15,0 1-64 0,-3 0-16 0,3 5 0 16,-5-2-1296-16,5 2-256 0</inkml:trace>
        </inkml:traceGroup>
        <inkml:traceGroup>
          <inkml:annotationXML>
            <emma:emma xmlns:emma="http://www.w3.org/2003/04/emma" version="1.0">
              <emma:interpretation id="{8670E948-E395-4536-89F7-B41C88727833}" emma:medium="tactile" emma:mode="ink">
                <msink:context xmlns:msink="http://schemas.microsoft.com/ink/2010/main" type="inkWord" rotatedBoundingBox="23890,5481 24240,5414 24319,5832 23969,5898"/>
              </emma:interpretation>
              <emma:one-of disjunction-type="recognition" id="oneOf3">
                <emma:interpretation id="interp3" emma:lang="" emma:confidence="0">
                  <emma:literal>is</emma:literal>
                </emma:interpretation>
                <emma:interpretation id="interp4" emma:lang="" emma:confidence="0">
                  <emma:literal>Is</emma:literal>
                </emma:interpretation>
                <emma:interpretation id="interp5" emma:lang="" emma:confidence="0">
                  <emma:literal>1s</emma:literal>
                </emma:interpretation>
                <emma:interpretation id="interp6" emma:lang="" emma:confidence="0">
                  <emma:literal>15</emma:literal>
                </emma:interpretation>
                <emma:interpretation id="interp7" emma:lang="" emma:confidence="0">
                  <emma:literal>IS</emma:literal>
                </emma:interpretation>
              </emma:one-of>
            </emma:emma>
          </inkml:annotationXML>
          <inkml:trace contextRef="#ctx0" brushRef="#br0" timeOffset="11263.8784">3137-611 9215 0,'0'0'816'0,"0"0"-656"0,0 0-160 0,0 0 0 16,0 0 2880-16,0 0 528 0,0 0 112 0,0 0 32 15,0 0-2880-15,0 0-672 0,0 0 0 0,0 0 0 16,0 0 0-16,0 0-192 0,0 0 64 0,0 0 0 0,0 0-112 0,0 0-16 16,1 7 0-16,0 0 0 0,-1-7 416 0,1 7 80 15,2 3 16-15,-1-1 0 0,1 0 0 0,0 0 16 16,0-1 0-16,0 3 0 0,-3 1-32 0,3-1-16 15,0-1 0-15,0 1 0 0,-1 1-16 0,0-1 0 16,2 0 0-16,-1 0 0 0,0 0 32 0,0 0 0 16,0 0 0-16,0 1 0 0,0-1-64 0,1 0-16 15,-1-1 0-15,0 1 0 0,-1-1 0 0,1 0 0 16,1 1 0-16,-1-1 0 0,-1-2 80 0,0 1 16 16,0 2 0-16,-1-2 0 0,1 0-16 0,-1 0 0 15,0 0 0-15,-1-1 0 0,-1-1-240 0,1-1 0 16,-2 0 0-16,2-6 0 15,-3 5-432-15,3-5-128 0,0 0-16 0,0 0-16 16,-5 4-672-16,1-2-128 0,4-2-16 0,0 0-5312 0,-4-2-1072 16</inkml:trace>
          <inkml:trace contextRef="#ctx0" brushRef="#br0" timeOffset="12117.1481">3465-592 13759 0,'0'0'608'0,"0"0"128"0,5-2-592 0,0 0-144 16,-5 2 0-16,4-6 0 0,0 0 192 0,0 3 0 16,2 0 0-16,-6 3 0 0,0 0 32 0,0 0 16 15,0 0 0-15,0 0 0 0,0 0 176 0,0 0 32 16,0 0 16-16,0 0 0 0,0 0 240 0,0 0 32 16,0 0 16-16,0 0 0 0,0 0-240 0,0 0-64 15,0 0 0-15,-3 5 0 0,-2-2-176 0,1 1-32 16,-2 0-16-16,0 0 0 0,1-2-64 0,-1-1-16 15,6-1 0-15,-7 0 0 0,-3 2-144 0,3 0 0 16,1 0 144-16,0 0-144 0,-1-1 384 0,1 1 16 16,1 0 0-16,0-2 0 0,5 0 208 0,-5-2 32 15,5 2 16-15,-4-3 0 0,4 3-272 0,0 0-48 0,-3-2-16 0,3 2 0 16,0 0 16-16,0 0 0 0,0 0 0 0,0 0 0 16,-4 3-176-16,4-3-32 0,-3 5-128 0,3-5 192 15,0 0-192-15,-2 6 176 0,0 3-176 0,0-3 160 16,2-6-160-16,0 0 0 0,0 6 0 0,0-6 128 15,0 0-128-15,-1 7 0 0,1-7 0 0,0 0 0 16,0 0 0-16,-1 6 0 0,1-6 144 0,-1 6-144 16,1-6 192-16,0 0-48 0,0 0 0 0,0 0 0 15,-1 5 48-15,1-5 16 0,0 0 0 0,0 0 0 16,1 6-80-16,-1-6-128 0,1 7 176 0,1 1-176 16,-1-2 0-16,0 3 0 0,-1 0 0 0,1-1 0 15,-1-8 0-15,0 8 0 0,0 0 0 0,0 0 0 0,0-8 0 16,-1 7 0-16,0 0 0 0,1-1 0 0,0-6 0 0,0 6 0 15,1-1 0-15,-1-5 0 0,0 0 0 0,0 0 0 16,0 0 0-16,0 0 0 0,0 6 240 0,0-6-64 16,0 0-16-16,0 0 0 0,0 0 32 0,0 0 0 15,0 0 0-15,0 0 0 0,6-1-192 0,-2-1 0 16,-4 2 144-16,0 0-144 0,5-3 0 0,1 0 0 16,0 1 0-16,-2-1 0 0,-4 3 0 0,6-2 0 15,0 0 0-15,0 1 0 0,1 2 0 0,-1 0 0 16,0 1 0-16,0 1 0 0,-1 0 0 0,2 0 0 15,1 1 0-15,-1 1 0 0,-3 1 0 0,0 0 0 16,1-1 0-16,-1 1 0 0,1 2 0 0,0-1 0 16,1 0 0-16,-2 0 0 0,-2 0 0 0,1 1-128 0,0-1 128 0,-1 0 0 15,-1 0 0-15,-2 0 0 0,0-1 144 0,-1 2-144 16,0-1 352-16,-1 1-32 0,-3-1-16 0,0 1 0 16,1-1-112-16,-1 0-32 0,-3 2 0 0,-2-5 0 15,-1-1-160-15,-2-1 0 0,0 0 0 0,-1-3 0 31,-1-2-272-31,0-1-144 0,0-2-32 0,0-3-9584 0,-2-5-1920 0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17T04:42:35.723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-6 121 6159 0,'0'0'256'0,"0"0"80"0,0 0-336 0,0 0 0 0,0 0 0 0,0 18 0 0,0-18 1216 0,0 0 192 16,8 17 16-16,-8-17 16 0,0 0-560 0,0 0-112 15,0 0-32-15,0 0 0 0,7 19-464 0,-7-19-80 16,0 0-32-16,0 0 0 0,0 0-32 0,12 16-128 16,-12-16 192-16,0 0-64 0,0 0 192 0,0 0 16 15,0 0 16-15,0 0 0 0,0 0 80 0,0 0 16 16,0 0 0-16,0 0 0 0,0 0 160 0,0 0 32 16,18 15 16-16,-18-15 0 0,0 0 48 0,0 0 16 15,0 0 0-15,0 0 0 0,0 0-272 0,0 0-64 16,0 0-16-16,0 0 0 0,0 0-208 0,0 0-32 15,15-8-128-15,-15 8 192 0,0 0-192 0,0 0 0 16,19-13 128-16,-19 13-128 0,0 0 256 0,0 0 0 0,0 0 0 16,0 0 0-16,15-15 208 0,-15 15 48 0,0 0 16 0,0 0 0 15,0 0-80-15,22-10 0 0,-22 10-16 0,0 0 0 16,0 0-176-16,0 0-16 0,0 0-16 0,0 0 0 16,26-4-48-16,-26 4-16 0,30-2 0 0,-30 2 0 15,0 0-160-15,26-4 192 0,-26 4-192 0,0 0 192 16,0 0-192-16,26-7 0 0,-3-1 144 0,-23 8-144 15,0 0 160-15,30 2-32 0,-30-2-128 0,26 0 192 16,0-4-32-16,-26 4-16 0,0 0 0 0,30 4 0 16,-30-4 0-16,33-2 0 0,-10-2 0 0,-1 4 0 15,-22 0-144-15,26 6 0 0,-26-6 144 0,0 0-144 16,34-6 128-16,-4 2-128 0,-30 4 128 0,0 0-128 16,33-4 144-16,-10-1-144 0,-23 5 192 0,0 0-192 0,30-4 192 15,3 2-64-15,-7-4 0 0,-26 6-128 0,0 0 256 16,38 6-64-16,-5-6-16 0,-3-2 0 0,8-2-176 0,-38 4 192 15,0 0-192-15,0 0 192 0,29-2-192 0,-2-4 0 16,-5-3 0-16,-22 9 0 0,0 0 0 0,0 0 0 16,26-8 128-16,-4 4-128 0,-22 4 0 0,0 0 0 15,0 0 144-15,38 0-144 0,-8-2 144 0,-30 2-144 16,30 8 192-16,-30-8-192 0,37 2 208 0,-7-2-64 16,-30 0-16-16,30 0 0 0,-30 0-128 0,33 4 0 15,-33-4 0-15,30-2 0 0,-30 2 0 0,0 0 0 16,30 2 0-16,-30-2 0 0,30-8 0 0,-7 4 0 15,-23 4 128-15,0 0-128 0,0 0 0 0,30-2 0 16,-30 2 144-16,30 2-144 0,-30-2 144 0,34-6-144 16,-5-3 192-16,-29 9-192 0,0 0 192 0,0 0-64 0,30 2 0 0,-30-2-128 15,26-4 144-15,-3 0-144 0,-23 4 0 16,30 0 144-16,-30 0-144 0,0 0 0 0,33-6 0 0,-7 4 0 16,-26 2 0-16,30 6 128 0,-30-6-128 0,30 2 0 15,-30-2 128-15,30 0-128 0,-30 0 0 0,30 2 128 16,-4-4-128-16,-26 2 0 0,0 0 144 0,26 2-144 15,-26-2 128-15,30-4-128 0,-4 0 128 0,-26 4-128 16,0 0 0-16,26-2 0 0,-26 2 0 0,0 0 128 16,34-4-128-16,-8 1 0 0,-26 3 0 0,30 3 0 15,-4 1 0-15,-26-4 0 0,22-7 0 0,-22 7 0 16,0 0 0-16,27 3 0 0,-27-3 0 0,29 2 0 16,-29-2 0-16,30 2 0 0,-30-2 128 0,0 0-128 15,38-2 0-15,-5 4 0 0,-7 2 0 0,-26-4 128 0,0 0-128 0,0 0 0 16,0 0 0-16,30 0 0 0,0-2 0 0,-30 2 0 15,0 0 0-15,34 0 0 0,-12-4 0 0,-22 4 0 16,0 0 0-16,0 0 128 0,26-9-128 0,-26 9 0 16,23-4 0-16,-23 4 0 0,0 0 0 0,0 0 0 15,29-2 0-15,-2 2 128 0,-27 0-128 0,0 0 0 16,0 0 128-16,0 0-128 0,22-4 0 0,-22 4 0 16,0 0 0-16,0 0 0 0,19-13 0 0,-19 13 0 15,0 0 0-15,0 0 0 0,0 0 0 0,30-4 0 16,-30 4 0-16,0 0 0 0,0 0 0 0,29-4 0 15,-29 4 0-15,0 0 0 0,0 0 0 0,0 0 0 16,23-8 0-16,-23 8-128 0,0 0-64 0,0 0 0 16,26 2 0-16,-26-2 0 15,0 0-1472-15,0 0-288 0,0 0-64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1T23:35:04.483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94 121 1839 0,'0'0'160'0,"0"0"-160"0,0 0 0 0,0 0 0 16,0 0 1744-16,0 0 320 0,-14-4 64 0,14 4 16 31,0 0-2272-31,-6-10-464 0,-2 1-96 0,8 9-16 0,-13-6 272 0,4-1 48 16,9 7 16-16,0 0 0 0,-11-3 1632 0,11 3 320 0,-10-6 64 0,10 6 16 15,0 0 32-15,0 0 16 0,0 0 0 0,0 0 0 16,-11-2-880-16,11 2-192 0,-12-2-16 0,12 2-16 15,-11-3-448-15,11 3-160 0,0 0 0 0,0 0 144 16,0 0-144-16,0 0 0 0,0 0 0 0,0 0 128 16,0 0 416-16,0 0 80 0,0 0 16 0,0 0 0 15,0 0 304-15,0 0 64 0,0 0 16 0,0 0 0 0,0 0-208 16,0 0-48-16,0 0 0 0,0 0 0 0,0 0-256 0,0 0-48 16,0 0-16-16,0 0 0 0,0 0-176 0,0 0-32 15,0 0-16-15,0 0 0 0,0 0-32 0,13 3 0 16,-13-3 0-16,13 2 0 0,-13-2 96 0,13-2 16 15,-13 2 0-15,0 0 0 0,15-3-80 0,-2 1-16 16,-13 2 0-16,13-1 0 0,-13 1 32 0,0 0 0 16,15-2 0-16,-2 2 0 0,-13 0 64 0,15 0 16 15,-1 0 0-15,-14 0 0 0,0 0 16 0,0 0 16 16,0 0 0-16,19 0 0 0,-1 2-128 0,-4-1-32 16,-14-1 0-16,17 0 0 0,-1 2-192 0,-1 0 128 15,-15-2-128-15,16 0 0 0,4-2 192 0,-2 0-64 16,-3 6-128-16,1-4 192 0,-1-2 0 0,0 0 0 15,-2-1 0-15,0 1 0 0,0 1 32 0,0 2 0 16,0 3 0-16,-13-4 0 0,14-4-32 0,0 3 0 0,1 1 0 16,0 0 0-16,-4 0 0 0,1 0 0 0,-12 0 0 0,18-2 0 15,0 2-64-15,-2 0 0 0,-1 0-128 0,2 0 192 16,-1 0-64-16,-1 0 0 0,1 2-128 0,-1-1 192 16,1-4-32-16,1 1-16 0,-2 6 0 0,3-4 0 15,1-4 16-15,-1 1 0 0,-5 2 0 0,4-1 0 16,3 0-16-16,-2 1 0 0,-2-1 0 0,0 0 0 15,3 1-16-15,0 1-128 0,3 0 192 0,-3 0-64 16,-2 0-128-16,2 0 0 0,6-2 144 0,0 2-144 16,-2 3 0-16,1-1 0 0,1-4 0 0,-1 2 0 15,-1 2 0-15,2-2 128 0,-2 0-128 0,2 0 0 16,-2 0 0-16,0 2 0 0,-4-1 0 0,3-1 128 0,1-1-128 16,0 1 0-16,0 0 128 0,-2-2-128 0,0 2 0 0,1 0 0 15,-1 0 0-15,0 0 128 0,1 0-128 0,-1 0 0 16,-1 0 0-16,1 0 0 0,2 0 0 0,2 0 128 15,-1 0-128-15,-1 0 0 0,0 0 0 0,0-2 0 16,-2-1 0-16,1 1 128 0,-3 6-128 0,1-1 0 16,-2-1 0-16,-1-4 0 0,-1 0 0 0,0 1 0 15,-1 1 0-15,2 0 0 0,-1-5 0 0,-1 3 0 16,-2 2 0-16,2 0 0 0,-1-3 0 0,3 1 0 16,-2 4 0-16,1-1 0 0,0-2 0 0,3 1 0 15,-1 1 0-15,-2 3 0 0,-1-6 0 0,1 5 0 16,4 1 0-16,0-3-128 0,-4 1 128 0,0-2 0 0,-1 0 0 15,2 0 0-15,1 2 0 0,-2-1 0 0,-3-2 0 16,0-1 0-16,0 0 0 0,2 2 0 0,0 0 0 0,-2-1 0 16,-1-3 0-16,-12 4 0 0,14-1 0 0,1-1 0 15,-2-1 0-15,0 1 0 0,1 2 0 0,0 0 128 16,1 0-128-16,0-1 0 0,-2 1 0 0,0 1 0 16,-1-6 0-16,1 2 0 0,0 1 0 0,0 2 0 15,2 0 0-15,-2-1 0 0,-13 1 0 0,13-2-128 16,-2 4 128-16,-11-2 0 0,15-2 0 0,-2-1 0 15,1-1 0-15,-14 4 0 0,11-1 0 0,1-1 0 16,1-1 0-16,-2 3 0 0,-11 0 0 0,15 0 0 16,-2-3 0-16,0 1 0 0,4 2 0 0,-4-2 0 15,-13 2 0-15,13 4 0 0,0-3 0 0,0 1 0 16,2 0-128-16,-2-1 128 0,-13-1-128 0,13 2 128 16,-13-2-128-16,15 0 128 0,-2 0-128 0,0 1 128 0,-13-1 0 0,13 0-160 15,-13 0 160-15,13-1 0 0,-13 1 0 0,15 1 0 16,-3-2 0-16,-12 1 0 0,11 0-128 0,2 0 128 15,-13 0 0-15,13 1 0 0,-13-1-128 0,14 2 128 16,-14-2 0-16,13 2 0 0,0-4-208 0,0 5 64 16,-13-3 16-16,13 5 0 0,-13-5-64 0,13 7-16 15,-3-2 0-15,-10-5 0 0,13 5 208 0,0-2-192 16,-1-1 192-16,-12-2-192 0,13 5 192 0,-13-5 0 16,0 0 0-16,13 0 0 0,-13 0-144 0,0 0 144 15,12 1-128-15,-12-1 128 16,13-3-1728-16,-3 1-256 0,-10 2-48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23/06/2021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23/06/2021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11.emf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10.emf"/><Relationship Id="rId4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emf"/><Relationship Id="rId4" Type="http://schemas.openxmlformats.org/officeDocument/2006/relationships/customXml" Target="../ink/ink3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emf"/><Relationship Id="rId5" Type="http://schemas.openxmlformats.org/officeDocument/2006/relationships/customXml" Target="../ink/ink4.xml"/><Relationship Id="rId4" Type="http://schemas.openxmlformats.org/officeDocument/2006/relationships/image" Target="../media/image1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6.png"/><Relationship Id="rId7" Type="http://schemas.openxmlformats.org/officeDocument/2006/relationships/image" Target="../media/image3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0.emf"/><Relationship Id="rId4" Type="http://schemas.openxmlformats.org/officeDocument/2006/relationships/image" Target="../media/image31.png"/><Relationship Id="rId9" Type="http://schemas.openxmlformats.org/officeDocument/2006/relationships/customXml" Target="../ink/ink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460" y="299639"/>
            <a:ext cx="8543925" cy="1325563"/>
          </a:xfrm>
        </p:spPr>
        <p:txBody>
          <a:bodyPr/>
          <a:lstStyle/>
          <a:p>
            <a:r>
              <a:rPr lang="en-US" sz="2400" dirty="0">
                <a:latin typeface="+mn-lt"/>
              </a:rPr>
              <a:t>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520" y="1315279"/>
            <a:ext cx="8817804" cy="3868281"/>
          </a:xfrm>
        </p:spPr>
        <p:txBody>
          <a:bodyPr>
            <a:normAutofit/>
          </a:bodyPr>
          <a:lstStyle/>
          <a:p>
            <a:r>
              <a:rPr lang="en-US" sz="2400" dirty="0"/>
              <a:t>Arithmetic average of the data (or scores)</a:t>
            </a:r>
          </a:p>
          <a:p>
            <a:r>
              <a:rPr lang="en-US" sz="2400" dirty="0"/>
              <a:t>Measure of its </a:t>
            </a:r>
            <a:r>
              <a:rPr lang="en-US" sz="2400" dirty="0" err="1"/>
              <a:t>centre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Given </a:t>
            </a:r>
            <a:r>
              <a:rPr lang="en-US" sz="2400" dirty="0"/>
              <a:t>a set of numbers:</a:t>
            </a:r>
          </a:p>
          <a:p>
            <a:pPr marL="0" indent="0">
              <a:buNone/>
            </a:pPr>
            <a:r>
              <a:rPr lang="en-US" sz="2400" dirty="0"/>
              <a:t>	19, 25, 29, 28, 23, 15, 27, 22, 24, 21</a:t>
            </a:r>
          </a:p>
          <a:p>
            <a:pPr marL="0" indent="0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FE5245-DB79-7046-B540-05EE24DD250B}"/>
              </a:ext>
            </a:extLst>
          </p:cNvPr>
          <p:cNvGrpSpPr/>
          <p:nvPr/>
        </p:nvGrpSpPr>
        <p:grpSpPr>
          <a:xfrm>
            <a:off x="3181139" y="4798452"/>
            <a:ext cx="5138218" cy="1238722"/>
            <a:chOff x="2059296" y="4899428"/>
            <a:chExt cx="5813946" cy="1542197"/>
          </a:xfrm>
        </p:grpSpPr>
        <p:sp>
          <p:nvSpPr>
            <p:cNvPr id="5" name="Rectangle 4"/>
            <p:cNvSpPr/>
            <p:nvPr/>
          </p:nvSpPr>
          <p:spPr>
            <a:xfrm>
              <a:off x="2059296" y="4899428"/>
              <a:ext cx="5813946" cy="1542197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4268019-C55D-5C4C-A21F-C1D337674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48469" y="5110867"/>
              <a:ext cx="5435600" cy="1130300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ECCFA957-83C4-5842-B55D-E6A823FAD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264" y="3524333"/>
            <a:ext cx="8801100" cy="116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0"/>
            <a:ext cx="557054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Calculating measures of centre and spread</a:t>
            </a:r>
            <a:endParaRPr lang="en-AU" sz="2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897" y="6239439"/>
            <a:ext cx="71247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071" y="280067"/>
            <a:ext cx="8543925" cy="1325563"/>
          </a:xfrm>
        </p:spPr>
        <p:txBody>
          <a:bodyPr/>
          <a:lstStyle/>
          <a:p>
            <a:r>
              <a:rPr lang="en-US" sz="2400" dirty="0">
                <a:latin typeface="+mn-lt"/>
              </a:rPr>
              <a:t>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435" y="1406526"/>
            <a:ext cx="8543925" cy="4351338"/>
          </a:xfrm>
        </p:spPr>
        <p:txBody>
          <a:bodyPr/>
          <a:lstStyle/>
          <a:p>
            <a:r>
              <a:rPr lang="en-US" sz="2400" dirty="0"/>
              <a:t>The middle value in an </a:t>
            </a:r>
            <a:r>
              <a:rPr lang="en-US" sz="2400" b="1" dirty="0"/>
              <a:t>ordered</a:t>
            </a:r>
            <a:r>
              <a:rPr lang="en-US" sz="2400" dirty="0"/>
              <a:t> set of values.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Example:</a:t>
            </a:r>
          </a:p>
          <a:p>
            <a:pPr marL="0" indent="0" algn="ctr">
              <a:buNone/>
            </a:pPr>
            <a:r>
              <a:rPr lang="en-US" sz="2400" dirty="0"/>
              <a:t>23, 24, 23, 25, 23, 26, 27, 28, 28, 23, 28, 22, 26, 28, 25</a:t>
            </a:r>
          </a:p>
          <a:p>
            <a:pPr marL="0" indent="0">
              <a:buNone/>
            </a:pPr>
            <a:r>
              <a:rPr lang="en-US" sz="2400" dirty="0"/>
              <a:t>	Reorder:</a:t>
            </a:r>
          </a:p>
          <a:p>
            <a:pPr marL="0" indent="0" algn="ctr">
              <a:buNone/>
            </a:pPr>
            <a:r>
              <a:rPr lang="en-US" sz="2400" dirty="0"/>
              <a:t>22, 23, 23, 23, 23, 24, 25, 25, 26, 26, 27,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28, 28, 28, </a:t>
            </a:r>
            <a:r>
              <a:rPr lang="en-US" sz="2400" dirty="0" smtClean="0"/>
              <a:t>28</a:t>
            </a:r>
          </a:p>
          <a:p>
            <a:pPr marL="0" indent="0" algn="ctr">
              <a:buNone/>
            </a:pPr>
            <a:endParaRPr lang="en-US" sz="2400" dirty="0" smtClean="0"/>
          </a:p>
          <a:p>
            <a:pPr marL="0" indent="0" algn="ctr">
              <a:buNone/>
            </a:pPr>
            <a:r>
              <a:rPr lang="en-US" sz="2400" dirty="0" smtClean="0"/>
              <a:t>MEDIAN </a:t>
            </a:r>
            <a:r>
              <a:rPr lang="en-US" sz="2400" dirty="0"/>
              <a:t>= 25</a:t>
            </a:r>
          </a:p>
          <a:p>
            <a:endParaRPr lang="en-US" sz="2400" dirty="0"/>
          </a:p>
        </p:txBody>
      </p:sp>
      <p:sp>
        <p:nvSpPr>
          <p:cNvPr id="4" name="Rounded Rectangle 3"/>
          <p:cNvSpPr/>
          <p:nvPr/>
        </p:nvSpPr>
        <p:spPr>
          <a:xfrm>
            <a:off x="910228" y="3654109"/>
            <a:ext cx="3265893" cy="448224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645906" y="3654109"/>
            <a:ext cx="3151738" cy="44607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92164" y="5180053"/>
            <a:ext cx="7043738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Odd</a:t>
            </a:r>
            <a:r>
              <a:rPr lang="en-US" sz="2400" dirty="0"/>
              <a:t> number of values, the median is the </a:t>
            </a:r>
            <a:r>
              <a:rPr lang="en-US" sz="2400" b="1" dirty="0"/>
              <a:t>middle</a:t>
            </a:r>
            <a:r>
              <a:rPr lang="en-US" sz="2400" dirty="0"/>
              <a:t>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557054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Calculating measures of centre and spread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25386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654" y="244797"/>
            <a:ext cx="10515600" cy="1325563"/>
          </a:xfrm>
        </p:spPr>
        <p:txBody>
          <a:bodyPr/>
          <a:lstStyle/>
          <a:p>
            <a:r>
              <a:rPr lang="en-US" sz="2400" dirty="0">
                <a:latin typeface="+mn-lt"/>
              </a:rPr>
              <a:t>MEDIAN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654" y="1953059"/>
            <a:ext cx="911670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Example:</a:t>
            </a:r>
          </a:p>
          <a:p>
            <a:pPr algn="ctr"/>
            <a:r>
              <a:rPr lang="en-US" sz="2400" dirty="0"/>
              <a:t>23, 24, 23, 25, 23, 26, 27, 28, 28, 23, 28, 22, 26, 28, 25,26</a:t>
            </a:r>
          </a:p>
          <a:p>
            <a:r>
              <a:rPr lang="en-US" sz="2400" dirty="0"/>
              <a:t>	</a:t>
            </a:r>
          </a:p>
          <a:p>
            <a:r>
              <a:rPr lang="en-US" sz="2400" dirty="0"/>
              <a:t>Reorder:</a:t>
            </a:r>
          </a:p>
          <a:p>
            <a:pPr algn="ctr"/>
            <a:r>
              <a:rPr lang="en-US" sz="2400" dirty="0"/>
              <a:t>22, 23, 23, 23, 23, 24, 25, 25, 26, 26, 26, 27,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28, 28, 28, 28</a:t>
            </a:r>
          </a:p>
          <a:p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1065938" y="3437792"/>
            <a:ext cx="3231181" cy="448224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166639" y="3439944"/>
            <a:ext cx="3135775" cy="44607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65938" y="5086727"/>
            <a:ext cx="7043738" cy="83099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Even</a:t>
            </a:r>
            <a:r>
              <a:rPr lang="en-US" sz="2400" dirty="0"/>
              <a:t> number of values, the median is the </a:t>
            </a:r>
            <a:r>
              <a:rPr lang="en-US" sz="2400" b="1" dirty="0"/>
              <a:t>average of the two</a:t>
            </a:r>
            <a:r>
              <a:rPr lang="en-US" sz="2400" dirty="0"/>
              <a:t> </a:t>
            </a:r>
            <a:r>
              <a:rPr lang="en-US" sz="2400" b="1" dirty="0"/>
              <a:t>middle</a:t>
            </a:r>
            <a:r>
              <a:rPr lang="en-US" sz="2400" dirty="0"/>
              <a:t> value.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D550ED-8ED7-3F4A-BA42-EC1493FA5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857" y="4123887"/>
            <a:ext cx="4025900" cy="800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0"/>
            <a:ext cx="557054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Calculating measures of centre and spread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996894" y="128264"/>
                <a:ext cx="6019332" cy="184672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b="1" dirty="0" smtClean="0"/>
                  <a:t>To work out the ‘position’ of the median number, use the formula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𝐧</m:t>
                        </m:r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b="1" dirty="0" smtClean="0"/>
                  <a:t>where </a:t>
                </a:r>
                <a14:m>
                  <m:oMath xmlns:m="http://schemas.openxmlformats.org/officeDocument/2006/math">
                    <m:r>
                      <a:rPr lang="en-AU" b="1" i="0" smtClean="0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AU" b="1" dirty="0" smtClean="0"/>
                  <a:t> is the number of data values in the set.</a:t>
                </a:r>
              </a:p>
              <a:p>
                <a:pPr algn="ctr"/>
                <a:r>
                  <a:rPr lang="en-AU" b="1" dirty="0" err="1" smtClean="0"/>
                  <a:t>Eg</a:t>
                </a:r>
                <a:r>
                  <a:rPr lang="en-AU" b="1" dirty="0" smtClean="0"/>
                  <a:t>. 15 numbers,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0" smtClean="0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AU" b="1" dirty="0" smtClean="0"/>
                  <a:t> so the median is the 8</a:t>
                </a:r>
                <a:r>
                  <a:rPr lang="en-AU" b="1" baseline="30000" dirty="0" smtClean="0"/>
                  <a:t>th</a:t>
                </a:r>
                <a:r>
                  <a:rPr lang="en-AU" b="1" dirty="0" smtClean="0"/>
                  <a:t> data value.</a:t>
                </a:r>
              </a:p>
              <a:p>
                <a:pPr algn="ctr"/>
                <a:r>
                  <a:rPr lang="en-AU" b="1" dirty="0" err="1" smtClean="0"/>
                  <a:t>Eg</a:t>
                </a:r>
                <a:r>
                  <a:rPr lang="en-AU" b="1" dirty="0" smtClean="0"/>
                  <a:t>. 16 numbers,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𝟏𝟔</m:t>
                        </m:r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0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AU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AU" b="1" dirty="0" smtClean="0"/>
                  <a:t> so the median is the average of the 8</a:t>
                </a:r>
                <a:r>
                  <a:rPr lang="en-AU" b="1" baseline="30000" dirty="0" smtClean="0"/>
                  <a:t>th</a:t>
                </a:r>
                <a:r>
                  <a:rPr lang="en-AU" b="1" dirty="0" smtClean="0"/>
                  <a:t> and 9</a:t>
                </a:r>
                <a:r>
                  <a:rPr lang="en-AU" b="1" baseline="30000" dirty="0" smtClean="0"/>
                  <a:t>th</a:t>
                </a:r>
                <a:r>
                  <a:rPr lang="en-AU" b="1" dirty="0" smtClean="0"/>
                  <a:t> data value. </a:t>
                </a:r>
                <a:endParaRPr lang="en-AU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894" y="128264"/>
                <a:ext cx="6019332" cy="1846724"/>
              </a:xfrm>
              <a:prstGeom prst="rect">
                <a:avLst/>
              </a:prstGeom>
              <a:blipFill>
                <a:blip r:embed="rId3"/>
                <a:stretch>
                  <a:fillRect l="-404" t="-1311" r="-303" b="-393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69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560" y="303035"/>
            <a:ext cx="10515600" cy="1325563"/>
          </a:xfrm>
        </p:spPr>
        <p:txBody>
          <a:bodyPr/>
          <a:lstStyle/>
          <a:p>
            <a:r>
              <a:rPr lang="en-US" sz="2400" dirty="0">
                <a:latin typeface="+mn-lt"/>
              </a:rPr>
              <a:t>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560" y="1365620"/>
            <a:ext cx="8543925" cy="4738948"/>
          </a:xfrm>
        </p:spPr>
        <p:txBody>
          <a:bodyPr>
            <a:normAutofit/>
          </a:bodyPr>
          <a:lstStyle/>
          <a:p>
            <a:r>
              <a:rPr lang="en-US" sz="2400" dirty="0"/>
              <a:t>Mode is the value(s) that appears the most in the set of data.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Example: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23, 24, 22, 25, 23, 26, 27, 28, 28, 23, 28, 22, 26, 28, </a:t>
            </a:r>
            <a:r>
              <a:rPr lang="en-US" sz="2400" dirty="0" smtClean="0"/>
              <a:t>98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Rearrange:</a:t>
            </a:r>
          </a:p>
          <a:p>
            <a:pPr marL="0" indent="0">
              <a:buNone/>
            </a:pPr>
            <a:r>
              <a:rPr lang="en-US" sz="2400" dirty="0"/>
              <a:t>22, 22, 23, 23, 23, 24, 25, 26, 26, 27,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28, 28, 28, 28, </a:t>
            </a:r>
            <a:r>
              <a:rPr lang="en-US" sz="2400" dirty="0" smtClean="0"/>
              <a:t>98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Mode = 28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ounded Rectangle 3"/>
          <p:cNvSpPr/>
          <p:nvPr/>
        </p:nvSpPr>
        <p:spPr>
          <a:xfrm>
            <a:off x="4779608" y="4512588"/>
            <a:ext cx="1884854" cy="44607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557054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Calculating measures of centre and spread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4157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632" y="230832"/>
            <a:ext cx="10515600" cy="1325563"/>
          </a:xfrm>
        </p:spPr>
        <p:txBody>
          <a:bodyPr/>
          <a:lstStyle/>
          <a:p>
            <a:r>
              <a:rPr lang="en-US" sz="2400" dirty="0">
                <a:latin typeface="+mn-lt"/>
              </a:rPr>
              <a:t>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32" y="151708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Example: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23, 24, 23, 25, 23, 26, 27, 28, 28, 23, 28, 22, 26, 28, </a:t>
            </a:r>
            <a:r>
              <a:rPr lang="en-US" sz="2400" dirty="0" smtClean="0"/>
              <a:t>98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Rearrange:</a:t>
            </a:r>
          </a:p>
          <a:p>
            <a:pPr marL="0" indent="0">
              <a:buNone/>
            </a:pPr>
            <a:r>
              <a:rPr lang="en-US" sz="2400" dirty="0"/>
              <a:t>22, 23, 23, 23, 23, 24, 25, 26, 26, 27,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28, 28, 28, 28, </a:t>
            </a:r>
            <a:r>
              <a:rPr lang="en-US" sz="2400" dirty="0" smtClean="0"/>
              <a:t>98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Bimodal, modes = 23 and 28</a:t>
            </a:r>
          </a:p>
          <a:p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4736404" y="3784902"/>
            <a:ext cx="1827081" cy="44607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91397" y="3784902"/>
            <a:ext cx="1816191" cy="44607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557054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Calculating measures of centre and spread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01916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120" y="303417"/>
            <a:ext cx="10515600" cy="1325563"/>
          </a:xfrm>
        </p:spPr>
        <p:txBody>
          <a:bodyPr/>
          <a:lstStyle/>
          <a:p>
            <a:r>
              <a:rPr lang="en-US" sz="2400" dirty="0">
                <a:latin typeface="+mn-lt"/>
              </a:rPr>
              <a:t>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120" y="1500256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Range is the difference between the highest and lowest score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Example:</a:t>
            </a:r>
          </a:p>
          <a:p>
            <a:pPr marL="0" indent="0" algn="ctr">
              <a:buNone/>
            </a:pPr>
            <a:r>
              <a:rPr lang="en-US" sz="2400" dirty="0"/>
              <a:t>23, 24, 23, 25, 23, 26, 27, 28, 28, 23, 28, 22, 26, 28, 25,26</a:t>
            </a:r>
          </a:p>
          <a:p>
            <a:pPr marL="0" indent="0">
              <a:buNone/>
            </a:pPr>
            <a:r>
              <a:rPr lang="en-US" sz="2400" dirty="0"/>
              <a:t>	</a:t>
            </a:r>
          </a:p>
          <a:p>
            <a:pPr marL="0" indent="0">
              <a:buNone/>
            </a:pPr>
            <a:r>
              <a:rPr lang="en-US" sz="2400" dirty="0"/>
              <a:t>Highest = 28			</a:t>
            </a:r>
            <a:r>
              <a:rPr lang="en-US" sz="2400" dirty="0" smtClean="0"/>
              <a:t>Lowest </a:t>
            </a:r>
            <a:r>
              <a:rPr lang="en-US" sz="2400" dirty="0"/>
              <a:t>= </a:t>
            </a:r>
            <a:r>
              <a:rPr lang="en-US" sz="2400" dirty="0" smtClean="0"/>
              <a:t>22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RANGE = 28 </a:t>
            </a:r>
            <a:r>
              <a:rPr lang="mr-IN" sz="2400" dirty="0"/>
              <a:t>–</a:t>
            </a:r>
            <a:r>
              <a:rPr lang="en-US" sz="2400" dirty="0"/>
              <a:t> 22 =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557054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Calculating measures of centre and spread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81226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Scenario 1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327"/>
            <a:ext cx="6779262" cy="5231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426"/>
            <a:ext cx="8292136" cy="4941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17856" y="3995019"/>
            <a:ext cx="2543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Mean = $68 500</a:t>
            </a:r>
          </a:p>
          <a:p>
            <a:pPr algn="ctr"/>
            <a:r>
              <a:rPr lang="en-AU" sz="2400" dirty="0" smtClean="0"/>
              <a:t>Median = $62 500</a:t>
            </a:r>
          </a:p>
          <a:p>
            <a:pPr algn="ctr"/>
            <a:r>
              <a:rPr lang="en-AU" sz="2400" dirty="0" smtClean="0"/>
              <a:t>Mode = $55 000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Scenario 1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327"/>
            <a:ext cx="6779262" cy="5231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17856" y="3995019"/>
            <a:ext cx="2543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Mean = $68 500</a:t>
            </a:r>
          </a:p>
          <a:p>
            <a:pPr algn="ctr"/>
            <a:r>
              <a:rPr lang="en-AU" sz="2400" dirty="0" smtClean="0"/>
              <a:t>Median = $62 500</a:t>
            </a:r>
          </a:p>
          <a:p>
            <a:pPr algn="ctr"/>
            <a:r>
              <a:rPr lang="en-AU" sz="2400" dirty="0" smtClean="0"/>
              <a:t>Mode = $55 000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13" y="5796114"/>
            <a:ext cx="10077007" cy="9907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87627" y="1194891"/>
            <a:ext cx="5239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The group would use the mode, arguing that ‘most’ employees at the company only earn $55 000 a year.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35838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Scenario 1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327"/>
            <a:ext cx="6779262" cy="5231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17856" y="3995019"/>
            <a:ext cx="2543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Mean = $68 500</a:t>
            </a:r>
          </a:p>
          <a:p>
            <a:pPr algn="ctr"/>
            <a:r>
              <a:rPr lang="en-AU" sz="2400" dirty="0" smtClean="0"/>
              <a:t>Median = $62 500</a:t>
            </a:r>
          </a:p>
          <a:p>
            <a:pPr algn="ctr"/>
            <a:r>
              <a:rPr lang="en-AU" sz="2400" dirty="0" smtClean="0"/>
              <a:t>Mode = $55 000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72" y="5945017"/>
            <a:ext cx="9918453" cy="7587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87627" y="1194891"/>
            <a:ext cx="54190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The managing director would use the mean, arguing that the ‘average’ employee at the company earns $68 500.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1680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50343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1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3519" y="4364437"/>
                <a:ext cx="11822950" cy="2204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Mode : The score with the highest frequency (occurs the most) so here the mode is 17.</a:t>
                </a:r>
              </a:p>
              <a:p>
                <a:endParaRPr lang="en-AU" sz="2000" dirty="0"/>
              </a:p>
              <a:p>
                <a:r>
                  <a:rPr lang="en-AU" sz="2000" dirty="0" smtClean="0"/>
                  <a:t>Mean: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×10+1×12+2×13+4×14+9×15+10×16+11×17+8×18+3×19+1×20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807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=16.14</m:t>
                    </m:r>
                  </m:oMath>
                </a14:m>
                <a:endParaRPr lang="en-AU" sz="2000" dirty="0" smtClean="0"/>
              </a:p>
              <a:p>
                <a:endParaRPr lang="en-AU" sz="2000" dirty="0"/>
              </a:p>
              <a:p>
                <a:r>
                  <a:rPr lang="en-AU" sz="2000" dirty="0" smtClean="0"/>
                  <a:t>Median: Position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50+1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=25.5 </m:t>
                    </m:r>
                  </m:oMath>
                </a14:m>
                <a:r>
                  <a:rPr lang="en-AU" sz="2000" dirty="0" smtClean="0"/>
                  <a:t>so the median is the average of the 25</a:t>
                </a:r>
                <a:r>
                  <a:rPr lang="en-AU" sz="2000" baseline="30000" dirty="0" smtClean="0"/>
                  <a:t>th</a:t>
                </a:r>
                <a:r>
                  <a:rPr lang="en-AU" sz="2000" dirty="0" smtClean="0"/>
                  <a:t> and 26</a:t>
                </a:r>
                <a:r>
                  <a:rPr lang="en-AU" sz="2000" baseline="30000" dirty="0" smtClean="0"/>
                  <a:t>th</a:t>
                </a:r>
                <a:r>
                  <a:rPr lang="en-AU" sz="2000" dirty="0" smtClean="0"/>
                  <a:t> value.</a:t>
                </a:r>
              </a:p>
              <a:p>
                <a:r>
                  <a:rPr lang="en-AU" sz="2000" dirty="0"/>
                  <a:t>	</a:t>
                </a:r>
                <a:r>
                  <a:rPr lang="en-AU" sz="2000" dirty="0" smtClean="0"/>
                  <a:t>Here, the median is 16. </a:t>
                </a:r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9" y="4364437"/>
                <a:ext cx="11822950" cy="2204706"/>
              </a:xfrm>
              <a:prstGeom prst="rect">
                <a:avLst/>
              </a:prstGeom>
              <a:blipFill>
                <a:blip r:embed="rId3"/>
                <a:stretch>
                  <a:fillRect l="-567" t="-1657" b="-38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1910125" y="3942808"/>
              <a:ext cx="9360" cy="8820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7165" y="3929848"/>
                <a:ext cx="3888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/>
              <p14:cNvContentPartPr/>
              <p14:nvPr/>
            </p14:nvContentPartPr>
            <p14:xfrm>
              <a:off x="2898325" y="3932008"/>
              <a:ext cx="2350440" cy="11304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86447" y="3914673"/>
                <a:ext cx="2371677" cy="14554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/>
          <p:cNvSpPr txBox="1"/>
          <p:nvPr/>
        </p:nvSpPr>
        <p:spPr>
          <a:xfrm>
            <a:off x="249374" y="667085"/>
            <a:ext cx="88578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The fifty scores shown below can be displayed in a frequency table. </a:t>
            </a:r>
          </a:p>
          <a:p>
            <a:r>
              <a:rPr lang="en-AU" sz="2000" dirty="0" smtClean="0"/>
              <a:t>Determine the mode, mean and median of the scores.</a:t>
            </a:r>
          </a:p>
          <a:p>
            <a:endParaRPr lang="en-AU" sz="2000" dirty="0" smtClean="0"/>
          </a:p>
          <a:p>
            <a:r>
              <a:rPr lang="en-AU" sz="2000" dirty="0" smtClean="0"/>
              <a:t>14	17	15	17	12	16	19	16	17	16</a:t>
            </a:r>
          </a:p>
          <a:p>
            <a:r>
              <a:rPr lang="en-AU" sz="2000" dirty="0" smtClean="0"/>
              <a:t>16	10	15	17	18	17	14	16	17	16</a:t>
            </a:r>
          </a:p>
          <a:p>
            <a:r>
              <a:rPr lang="en-AU" sz="2000" dirty="0" smtClean="0"/>
              <a:t>18	19	20	14	15	18	18	18	15	17</a:t>
            </a:r>
          </a:p>
          <a:p>
            <a:r>
              <a:rPr lang="en-AU" sz="2000" dirty="0" smtClean="0"/>
              <a:t>15	16	17	18	16	16	13	15	18	15</a:t>
            </a:r>
          </a:p>
          <a:p>
            <a:r>
              <a:rPr lang="en-AU" sz="2000" dirty="0" smtClean="0"/>
              <a:t>17	17	15	16	19	15	17	18	13	14	</a:t>
            </a:r>
            <a:endParaRPr lang="en-AU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937" y="3269331"/>
            <a:ext cx="7105094" cy="64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2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762" y="737382"/>
            <a:ext cx="3728846" cy="23480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" y="0"/>
            <a:ext cx="1632456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2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6935" y="3343451"/>
                <a:ext cx="11822950" cy="2820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Mode : The score with the highest frequency (occurs the most) so here the mode is 8.</a:t>
                </a:r>
              </a:p>
              <a:p>
                <a:endParaRPr lang="en-AU" sz="2000" dirty="0"/>
              </a:p>
              <a:p>
                <a:r>
                  <a:rPr lang="en-AU" sz="2000" dirty="0" smtClean="0"/>
                  <a:t>Mean: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×2+2×3+2×4+3×5+4×6+3×7+6×8+3×9+1×10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=6.44</m:t>
                    </m:r>
                  </m:oMath>
                </a14:m>
                <a:endParaRPr lang="en-AU" sz="2000" dirty="0" smtClean="0"/>
              </a:p>
              <a:p>
                <a:endParaRPr lang="en-AU" sz="2000" dirty="0"/>
              </a:p>
              <a:p>
                <a:r>
                  <a:rPr lang="en-AU" sz="2000" dirty="0" smtClean="0"/>
                  <a:t>Median: Position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25+1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=13 </m:t>
                    </m:r>
                  </m:oMath>
                </a14:m>
                <a:r>
                  <a:rPr lang="en-AU" sz="2000" dirty="0" smtClean="0"/>
                  <a:t>so the median is the 13</a:t>
                </a:r>
                <a:r>
                  <a:rPr lang="en-AU" sz="2000" baseline="30000" dirty="0" smtClean="0"/>
                  <a:t>th</a:t>
                </a:r>
                <a:r>
                  <a:rPr lang="en-AU" sz="2000" dirty="0" smtClean="0"/>
                  <a:t> value.</a:t>
                </a:r>
              </a:p>
              <a:p>
                <a:r>
                  <a:rPr lang="en-AU" sz="2000" dirty="0"/>
                  <a:t>	</a:t>
                </a:r>
                <a:r>
                  <a:rPr lang="en-AU" sz="2000" dirty="0" smtClean="0"/>
                  <a:t>Here, the median is 7. </a:t>
                </a:r>
              </a:p>
              <a:p>
                <a:endParaRPr lang="en-AU" sz="2000" dirty="0"/>
              </a:p>
              <a:p>
                <a:r>
                  <a:rPr lang="en-AU" sz="2000" dirty="0" smtClean="0"/>
                  <a:t>Range: 10 – 2 = 8</a:t>
                </a:r>
                <a:endParaRPr lang="en-AU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35" y="3343451"/>
                <a:ext cx="11822950" cy="2820259"/>
              </a:xfrm>
              <a:prstGeom prst="rect">
                <a:avLst/>
              </a:prstGeom>
              <a:blipFill>
                <a:blip r:embed="rId3"/>
                <a:stretch>
                  <a:fillRect l="-515" t="-1080" b="-28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8834870" y="1631598"/>
              <a:ext cx="1269000" cy="4536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22630" y="1619718"/>
                <a:ext cx="1299600" cy="4824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/>
          <p:cNvSpPr txBox="1"/>
          <p:nvPr/>
        </p:nvSpPr>
        <p:spPr>
          <a:xfrm>
            <a:off x="168294" y="880787"/>
            <a:ext cx="6473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Determine the mode, the mean, the median and the range for the data shown in the dot frequency graph.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418321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965" y="3516126"/>
            <a:ext cx="2860808" cy="1997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" y="0"/>
            <a:ext cx="151465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3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0936" y="3222551"/>
                <a:ext cx="6851827" cy="3558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Mode : The score with the highest frequency (occurs the most) so here the mode is 155.</a:t>
                </a:r>
              </a:p>
              <a:p>
                <a:endParaRPr lang="en-AU" sz="2000" dirty="0"/>
              </a:p>
              <a:p>
                <a:r>
                  <a:rPr lang="en-AU" sz="2000" dirty="0" smtClean="0"/>
                  <a:t>Mean: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127+131+133+139 </m:t>
                        </m:r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𝑒𝑡𝑐</m:t>
                        </m:r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… </m:t>
                        </m:r>
                        <m:r>
                          <m:rPr>
                            <m:nor/>
                          </m:rPr>
                          <a:rPr lang="en-AU" sz="2000" dirty="0"/>
                          <m:t> 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=150.65 </m:t>
                    </m:r>
                  </m:oMath>
                </a14:m>
                <a:endParaRPr lang="en-AU" sz="2000" dirty="0" smtClean="0"/>
              </a:p>
              <a:p>
                <a:endParaRPr lang="en-AU" sz="2000" dirty="0"/>
              </a:p>
              <a:p>
                <a:r>
                  <a:rPr lang="en-AU" sz="2000" dirty="0" smtClean="0"/>
                  <a:t>Median: Position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20+1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=10.5 </m:t>
                    </m:r>
                  </m:oMath>
                </a14:m>
                <a:r>
                  <a:rPr lang="en-AU" sz="2000" dirty="0" smtClean="0"/>
                  <a:t>so the median is the average of the 10</a:t>
                </a:r>
                <a:r>
                  <a:rPr lang="en-AU" sz="2000" baseline="30000" dirty="0" smtClean="0"/>
                  <a:t>th</a:t>
                </a:r>
                <a:r>
                  <a:rPr lang="en-AU" sz="2000" dirty="0" smtClean="0"/>
                  <a:t> and 11</a:t>
                </a:r>
                <a:r>
                  <a:rPr lang="en-AU" sz="2000" baseline="30000" dirty="0" smtClean="0"/>
                  <a:t>th</a:t>
                </a:r>
                <a:r>
                  <a:rPr lang="en-AU" sz="2000" dirty="0" smtClean="0"/>
                  <a:t> value.</a:t>
                </a:r>
              </a:p>
              <a:p>
                <a:r>
                  <a:rPr lang="en-AU" sz="2000" dirty="0"/>
                  <a:t>	</a:t>
                </a:r>
                <a:r>
                  <a:rPr lang="en-AU" sz="2000" dirty="0" smtClean="0"/>
                  <a:t>Here, the median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151+152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=151.5</m:t>
                    </m:r>
                  </m:oMath>
                </a14:m>
                <a:r>
                  <a:rPr lang="en-AU" sz="2000" dirty="0" smtClean="0"/>
                  <a:t>. </a:t>
                </a:r>
              </a:p>
              <a:p>
                <a:endParaRPr lang="en-AU" sz="2000" dirty="0"/>
              </a:p>
              <a:p>
                <a:r>
                  <a:rPr lang="en-AU" sz="2000" dirty="0" smtClean="0"/>
                  <a:t>Range: 173 – 127 = 46</a:t>
                </a:r>
                <a:endParaRPr lang="en-AU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36" y="3222551"/>
                <a:ext cx="6851827" cy="3558859"/>
              </a:xfrm>
              <a:prstGeom prst="rect">
                <a:avLst/>
              </a:prstGeom>
              <a:blipFill>
                <a:blip r:embed="rId4"/>
                <a:stretch>
                  <a:fillRect l="-979" t="-1029" b="-2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9198369" y="4715925"/>
              <a:ext cx="900372" cy="71227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1408" y="4481739"/>
                <a:ext cx="1082894" cy="487078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/>
          <p:cNvSpPr txBox="1"/>
          <p:nvPr/>
        </p:nvSpPr>
        <p:spPr>
          <a:xfrm>
            <a:off x="201156" y="2312894"/>
            <a:ext cx="4075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Order the leaves for each stem.</a:t>
            </a: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7965" y="1276473"/>
            <a:ext cx="2817758" cy="20865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0936" y="1071475"/>
            <a:ext cx="71086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Determine the mode, median, mean and the range for the 20 scores shown in in the stem and leaf diagram.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57946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149782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4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35324" y="2111188"/>
                <a:ext cx="10394576" cy="793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17+20+19+25+30+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=23.5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24" y="2111188"/>
                <a:ext cx="10394576" cy="7936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5006" y="3312458"/>
                <a:ext cx="10394576" cy="793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111+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=23.5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06" y="3312458"/>
                <a:ext cx="10394576" cy="7936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5324" y="4446492"/>
                <a:ext cx="103945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111+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=141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24" y="4446492"/>
                <a:ext cx="10394576" cy="461665"/>
              </a:xfrm>
              <a:prstGeom prst="rect">
                <a:avLst/>
              </a:prstGeom>
              <a:blipFill>
                <a:blip r:embed="rId5"/>
                <a:stretch>
                  <a:fillRect l="-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35324" y="5186097"/>
                <a:ext cx="103945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AU" sz="2400" dirty="0" smtClean="0"/>
                  <a:t>		The sixth score is </a:t>
                </a:r>
                <a:r>
                  <a:rPr lang="en-AU" sz="2400" dirty="0" smtClean="0"/>
                  <a:t>30.</a:t>
                </a:r>
                <a:endParaRPr lang="en-AU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24" y="5186097"/>
                <a:ext cx="10394576" cy="461665"/>
              </a:xfrm>
              <a:prstGeom prst="rect">
                <a:avLst/>
              </a:prstGeom>
              <a:blipFill>
                <a:blip r:embed="rId6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85006" y="869256"/>
            <a:ext cx="10630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Six scores have a mean of 23.5. </a:t>
            </a:r>
          </a:p>
          <a:p>
            <a:r>
              <a:rPr lang="en-AU" sz="2200" dirty="0" smtClean="0"/>
              <a:t>If the first five scores, were 17, 20, 19, 25 and 30, what was the 6</a:t>
            </a:r>
            <a:r>
              <a:rPr lang="en-AU" sz="2200" baseline="30000" dirty="0" smtClean="0"/>
              <a:t>th</a:t>
            </a:r>
            <a:r>
              <a:rPr lang="en-AU" sz="2200" dirty="0" smtClean="0"/>
              <a:t> score?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45307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148099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5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2389" y="2716306"/>
                <a:ext cx="10394576" cy="793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46+57+54+57+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89" y="2716306"/>
                <a:ext cx="10394576" cy="7936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2389" y="3736041"/>
                <a:ext cx="1039457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214+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89" y="3736041"/>
                <a:ext cx="10394576" cy="786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2389" y="4688541"/>
                <a:ext cx="103945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214+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275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89" y="4688541"/>
                <a:ext cx="10394576" cy="461665"/>
              </a:xfrm>
              <a:prstGeom prst="rect">
                <a:avLst/>
              </a:prstGeom>
              <a:blipFill>
                <a:blip r:embed="rId5"/>
                <a:stretch>
                  <a:fillRect l="-1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2389" y="5316529"/>
                <a:ext cx="103945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lang="en-AU" sz="2400" dirty="0" smtClean="0"/>
                  <a:t>		They must get at least 61% to pass the course.</a:t>
                </a:r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89" y="5316529"/>
                <a:ext cx="10394576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82389" y="729276"/>
            <a:ext cx="101257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To pass a course, a student needs to gain a mean of 55% (or more) in the 5 tests taken during the course. The student got 46%, 57%, 54% and 57% in their first 4 assessments.</a:t>
            </a:r>
          </a:p>
          <a:p>
            <a:endParaRPr lang="en-AU" sz="2200" dirty="0" smtClean="0"/>
          </a:p>
          <a:p>
            <a:r>
              <a:rPr lang="en-AU" sz="2200" dirty="0" smtClean="0"/>
              <a:t>What percentage must they get in test five in order to pass the course?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5182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148660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6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48771" y="2622176"/>
                <a:ext cx="112820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15 girls achieved a combined total score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21.2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×15=318 </m:t>
                    </m:r>
                  </m:oMath>
                </a14:m>
                <a:r>
                  <a:rPr lang="en-AU" sz="2400" dirty="0" smtClean="0"/>
                  <a:t>marks.</a:t>
                </a:r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71" y="2622176"/>
                <a:ext cx="11282082" cy="461665"/>
              </a:xfrm>
              <a:prstGeom prst="rect">
                <a:avLst/>
              </a:prstGeom>
              <a:blipFill>
                <a:blip r:embed="rId3"/>
                <a:stretch>
                  <a:fillRect l="-86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8771" y="3265394"/>
                <a:ext cx="112820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10 boys achieved a combined total score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22.4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×10=224 </m:t>
                    </m:r>
                  </m:oMath>
                </a14:m>
                <a:r>
                  <a:rPr lang="en-AU" sz="2400" dirty="0" smtClean="0"/>
                  <a:t>marks.</a:t>
                </a:r>
                <a:endParaRPr lang="en-AU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71" y="3265394"/>
                <a:ext cx="11282082" cy="461665"/>
              </a:xfrm>
              <a:prstGeom prst="rect">
                <a:avLst/>
              </a:prstGeom>
              <a:blipFill>
                <a:blip r:embed="rId4"/>
                <a:stretch>
                  <a:fillRect l="-864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8771" y="3910853"/>
                <a:ext cx="112820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whole group achieved a combined total score of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18+224=542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 smtClean="0"/>
                  <a:t>marks.</a:t>
                </a:r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71" y="3910853"/>
                <a:ext cx="11282082" cy="461665"/>
              </a:xfrm>
              <a:prstGeom prst="rect">
                <a:avLst/>
              </a:prstGeom>
              <a:blipFill>
                <a:blip r:embed="rId5"/>
                <a:stretch>
                  <a:fillRect l="-864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8771" y="4800600"/>
                <a:ext cx="10394576" cy="622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542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=21.68</m:t>
                    </m:r>
                  </m:oMath>
                </a14:m>
                <a:r>
                  <a:rPr lang="en-AU" sz="2400" dirty="0" smtClean="0"/>
                  <a:t>	The whole group scored a mean of 21.68 marks.</a:t>
                </a:r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71" y="4800600"/>
                <a:ext cx="10394576" cy="622222"/>
              </a:xfrm>
              <a:prstGeom prst="rect">
                <a:avLst/>
              </a:prstGeom>
              <a:blipFill>
                <a:blip r:embed="rId6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48771" y="818645"/>
            <a:ext cx="114817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In an exam, 15 girls in a class score a mean mark of 21.2. The ten boys in the class score a mean mark of 22.4 </a:t>
            </a:r>
          </a:p>
          <a:p>
            <a:endParaRPr lang="en-AU" sz="2200" dirty="0"/>
          </a:p>
          <a:p>
            <a:r>
              <a:rPr lang="en-AU" sz="2200" dirty="0" smtClean="0"/>
              <a:t>Calculate the mean for the whole class of 25 students.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60822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831028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Calculating measures of centre and spread – using your </a:t>
            </a:r>
            <a:r>
              <a:rPr lang="en-AU" sz="2400" dirty="0" err="1" smtClean="0"/>
              <a:t>ClassPad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21" y="821111"/>
            <a:ext cx="2670361" cy="15724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7821" y="2736476"/>
            <a:ext cx="2670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1, 1, 2, 3, 5, 5, 5, 9</a:t>
            </a:r>
            <a:endParaRPr lang="en-AU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21" y="3541083"/>
            <a:ext cx="2133441" cy="250171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749" y="3541083"/>
            <a:ext cx="2665516" cy="250171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320" y="3541083"/>
            <a:ext cx="2334447" cy="250171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5471" y="681598"/>
            <a:ext cx="3511177" cy="296255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5471" y="3589244"/>
            <a:ext cx="311467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48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831028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Calculating measures of centre and spread – using your </a:t>
            </a:r>
            <a:r>
              <a:rPr lang="en-AU" sz="2400" dirty="0" err="1" smtClean="0"/>
              <a:t>ClassPad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21" y="821111"/>
            <a:ext cx="2670361" cy="157242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57" y="2554661"/>
            <a:ext cx="5112551" cy="7331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57" y="3612216"/>
            <a:ext cx="2639414" cy="25398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6344" y="3612216"/>
            <a:ext cx="2847952" cy="25398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2569" y="3612216"/>
            <a:ext cx="2379645" cy="25398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339" y="517174"/>
            <a:ext cx="2762531" cy="27706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3339" y="3313299"/>
            <a:ext cx="2187861" cy="1399896"/>
          </a:xfrm>
          <a:prstGeom prst="rect">
            <a:avLst/>
          </a:prstGeom>
        </p:spPr>
      </p:pic>
      <p:sp>
        <p:nvSpPr>
          <p:cNvPr id="11" name="TextBox 12"/>
          <p:cNvSpPr txBox="1"/>
          <p:nvPr/>
        </p:nvSpPr>
        <p:spPr>
          <a:xfrm>
            <a:off x="5660018" y="732348"/>
            <a:ext cx="267451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 smtClean="0"/>
              <a:t>Now do Exercise 2A</a:t>
            </a:r>
            <a:endParaRPr lang="en-AU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/>
              <p14:cNvContentPartPr/>
              <p14:nvPr/>
            </p14:nvContentPartPr>
            <p14:xfrm>
              <a:off x="7154914" y="5161541"/>
              <a:ext cx="1121400" cy="4428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53394" y="4894061"/>
                <a:ext cx="1342440" cy="55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285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1333</Words>
  <Application>Microsoft Office PowerPoint</Application>
  <PresentationFormat>Widescreen</PresentationFormat>
  <Paragraphs>139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Mangal</vt:lpstr>
      <vt:lpstr>Office Theme</vt:lpstr>
      <vt:lpstr>MEAN</vt:lpstr>
      <vt:lpstr>MEDIAN</vt:lpstr>
      <vt:lpstr>MEDIAN</vt:lpstr>
      <vt:lpstr>MODE</vt:lpstr>
      <vt:lpstr>MODE</vt:lpstr>
      <vt:lpstr>RANGE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62</cp:revision>
  <dcterms:created xsi:type="dcterms:W3CDTF">2020-12-09T06:24:59Z</dcterms:created>
  <dcterms:modified xsi:type="dcterms:W3CDTF">2021-06-23T04:09:37Z</dcterms:modified>
</cp:coreProperties>
</file>