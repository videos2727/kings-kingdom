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9" r:id="rId3"/>
    <p:sldId id="261" r:id="rId4"/>
    <p:sldId id="262" r:id="rId5"/>
    <p:sldId id="269" r:id="rId6"/>
    <p:sldId id="263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2/07/2021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0" Type="http://schemas.openxmlformats.org/officeDocument/2006/relationships/image" Target="../media/image54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230563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Linear Equations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45855" y="678788"/>
            <a:ext cx="116852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Linear equations are equations where, after expansion of any brackets and separation of fractions, only terms that are just a number, or the variable multiplied or divided by a number are included.</a:t>
            </a:r>
          </a:p>
          <a:p>
            <a:r>
              <a:rPr lang="en-AU" sz="2200" dirty="0" smtClean="0"/>
              <a:t>Linear equations do not involve the variable squared, cubed, square rooted, as a power etc.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-50488" y="2003907"/>
                <a:ext cx="10995239" cy="1278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+17=5</m:t>
                    </m:r>
                  </m:oMath>
                </a14:m>
                <a:r>
                  <a:rPr lang="en-AU" sz="2200" dirty="0" smtClean="0"/>
                  <a:t>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−7=32</m:t>
                    </m:r>
                  </m:oMath>
                </a14:m>
                <a:r>
                  <a:rPr lang="en-AU" sz="2200" dirty="0" smtClean="0"/>
                  <a:t>		 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15−3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AU" sz="2200" b="0" dirty="0" smtClean="0"/>
              </a:p>
              <a:p>
                <a:pPr algn="ctr"/>
                <a:endParaRPr lang="en-AU" sz="2200" dirty="0" smtClean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AU" sz="2200" dirty="0" smtClean="0"/>
                  <a:t>	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+1=15</m:t>
                    </m:r>
                  </m:oMath>
                </a14:m>
                <a:r>
                  <a:rPr lang="en-AU" sz="2200" dirty="0" smtClean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num>
                      <m:den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AU" sz="2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488" y="2003907"/>
                <a:ext cx="10995239" cy="12781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8052" y="3576850"/>
                <a:ext cx="1168524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All linear equations can be written in the form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200" dirty="0" smtClean="0"/>
                  <a:t> with a little bit of rearranging and can therefore be graphed as a straight line.</a:t>
                </a:r>
                <a:endParaRPr lang="en-AU" sz="2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52" y="3576850"/>
                <a:ext cx="11685247" cy="769441"/>
              </a:xfrm>
              <a:prstGeom prst="rect">
                <a:avLst/>
              </a:prstGeom>
              <a:blipFill>
                <a:blip r:embed="rId3"/>
                <a:stretch>
                  <a:fillRect l="-678" t="-5556" b="-150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" y="4641065"/>
                <a:ext cx="10995239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+12=0</m:t>
                    </m:r>
                  </m:oMath>
                </a14:m>
                <a:r>
                  <a:rPr lang="en-AU" sz="2200" dirty="0" smtClean="0"/>
                  <a:t>		</a:t>
                </a:r>
                <a14:m>
                  <m:oMath xmlns:m="http://schemas.openxmlformats.org/officeDocument/2006/math">
                    <m:r>
                      <a:rPr lang="en-AU" sz="2200" b="0" i="0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−39=0</m:t>
                    </m:r>
                  </m:oMath>
                </a14:m>
                <a:r>
                  <a:rPr lang="en-AU" sz="2200" dirty="0" smtClean="0"/>
                  <a:t>		 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+9=0</m:t>
                    </m:r>
                  </m:oMath>
                </a14:m>
                <a:endParaRPr lang="en-AU" sz="2200" b="0" dirty="0" smtClean="0"/>
              </a:p>
              <a:p>
                <a:pPr algn="ctr"/>
                <a:endParaRPr lang="en-AU" sz="2200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−10=0</m:t>
                    </m:r>
                  </m:oMath>
                </a14:m>
                <a:r>
                  <a:rPr lang="en-AU" sz="2200" dirty="0" smtClean="0"/>
                  <a:t>		</a:t>
                </a:r>
                <a14:m>
                  <m:oMath xmlns:m="http://schemas.openxmlformats.org/officeDocument/2006/math">
                    <m:r>
                      <a:rPr lang="en-AU" sz="2200" b="0" i="0" smtClean="0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AU" sz="22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AU" sz="22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24=0</m:t>
                    </m:r>
                  </m:oMath>
                </a14:m>
                <a:r>
                  <a:rPr lang="en-AU" sz="2200" dirty="0" smtClean="0"/>
                  <a:t>	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2−17=0</m:t>
                    </m:r>
                  </m:oMath>
                </a14:m>
                <a:endParaRPr lang="en-AU" sz="2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4641065"/>
                <a:ext cx="10995239" cy="1107996"/>
              </a:xfrm>
              <a:prstGeom prst="rect">
                <a:avLst/>
              </a:prstGeom>
              <a:blipFill>
                <a:blip r:embed="rId4"/>
                <a:stretch>
                  <a:fillRect b="-54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76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66030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Examples – step by step and using Class Pad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350095" y="1397990"/>
                <a:ext cx="188115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+9=21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95" y="1397990"/>
                <a:ext cx="188115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56188" y="1397990"/>
                <a:ext cx="188115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−7=23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188" y="1397990"/>
                <a:ext cx="1881159" cy="430887"/>
              </a:xfrm>
              <a:prstGeom prst="rect">
                <a:avLst/>
              </a:prstGeom>
              <a:blipFill>
                <a:blip r:embed="rId3"/>
                <a:stretch>
                  <a:fillRect l="-3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016426" y="1410402"/>
                <a:ext cx="188115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15−2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426" y="1410402"/>
                <a:ext cx="1881159" cy="430887"/>
              </a:xfrm>
              <a:prstGeom prst="rect">
                <a:avLst/>
              </a:prstGeom>
              <a:blipFill>
                <a:blip r:embed="rId4"/>
                <a:stretch>
                  <a:fillRect l="-3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36620" y="2032833"/>
                <a:ext cx="265391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620" y="2032833"/>
                <a:ext cx="265391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76523" y="2032833"/>
                <a:ext cx="265391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523" y="2032833"/>
                <a:ext cx="2653912" cy="430887"/>
              </a:xfrm>
              <a:prstGeom prst="rect">
                <a:avLst/>
              </a:prstGeom>
              <a:blipFill>
                <a:blip r:embed="rId6"/>
                <a:stretch>
                  <a:fillRect l="-4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930092" y="2731256"/>
                <a:ext cx="265391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092" y="2731256"/>
                <a:ext cx="2653912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016425" y="2032833"/>
                <a:ext cx="265391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=−11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425" y="2032833"/>
                <a:ext cx="2653912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249000" y="2731256"/>
                <a:ext cx="265391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=5.5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000" y="2731256"/>
                <a:ext cx="2653912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11470" y="1841289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-9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12856" y="1828877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-9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13439" y="1828877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+7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14825" y="1816465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+7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45111" y="2456842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497" y="2444430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96199" y="1828877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-15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897585" y="1816465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-15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67614" y="2419606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/-2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69000" y="240719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/-2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1448" y="3429679"/>
            <a:ext cx="3634934" cy="139569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235" y="5458321"/>
            <a:ext cx="3189292" cy="57243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1276" y="5458321"/>
            <a:ext cx="3108550" cy="572437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2637" y="5410053"/>
            <a:ext cx="2679862" cy="45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5" grpId="0"/>
      <p:bldP spid="17" grpId="0"/>
      <p:bldP spid="4" grpId="0"/>
      <p:bldP spid="18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562664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Examples – step by step and using Class Pad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3460" y="1033352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3(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−1)=21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460" y="1033352"/>
                <a:ext cx="2374823" cy="430887"/>
              </a:xfrm>
              <a:prstGeom prst="rect">
                <a:avLst/>
              </a:prstGeom>
              <a:blipFill>
                <a:blip r:embed="rId2"/>
                <a:stretch>
                  <a:fillRect l="-256" b="-1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07403" y="1033352"/>
                <a:ext cx="26824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−5=40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403" y="1033352"/>
                <a:ext cx="2682428" cy="430887"/>
              </a:xfrm>
              <a:prstGeom prst="rect">
                <a:avLst/>
              </a:prstGeom>
              <a:blipFill>
                <a:blip r:embed="rId3"/>
                <a:stretch>
                  <a:fillRect l="-2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674092" y="933567"/>
                <a:ext cx="1881159" cy="726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4092" y="933567"/>
                <a:ext cx="1881159" cy="7261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57366" y="1763563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−1=7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66" y="1763563"/>
                <a:ext cx="237482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57365" y="2493774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65" y="2493774"/>
                <a:ext cx="237482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57584" y="1837530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58970" y="1825118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7584" y="2321520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+1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58970" y="2309108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+1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6326" y="1794340"/>
            <a:ext cx="61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+5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00130" y="1805911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+5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564150" y="1746935"/>
                <a:ext cx="223598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=45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150" y="1746935"/>
                <a:ext cx="2235980" cy="430887"/>
              </a:xfrm>
              <a:prstGeom prst="rect">
                <a:avLst/>
              </a:prstGeom>
              <a:blipFill>
                <a:blip r:embed="rId7"/>
                <a:stretch>
                  <a:fillRect l="-2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956326" y="2384296"/>
            <a:ext cx="61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00130" y="2395867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694949" y="2384296"/>
                <a:ext cx="223598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+1=15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949" y="2384296"/>
                <a:ext cx="2235980" cy="430887"/>
              </a:xfrm>
              <a:prstGeom prst="rect">
                <a:avLst/>
              </a:prstGeom>
              <a:blipFill>
                <a:blip r:embed="rId8"/>
                <a:stretch>
                  <a:fillRect l="-2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964728" y="2974252"/>
            <a:ext cx="61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-1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08532" y="2985823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-1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863037" y="2912697"/>
                <a:ext cx="223598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3037" y="2912697"/>
                <a:ext cx="2235980" cy="430887"/>
              </a:xfrm>
              <a:prstGeom prst="rect">
                <a:avLst/>
              </a:prstGeom>
              <a:blipFill>
                <a:blip r:embed="rId9"/>
                <a:stretch>
                  <a:fillRect l="-2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956326" y="3538487"/>
            <a:ext cx="61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/2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00130" y="3550058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/2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064743" y="3476932"/>
                <a:ext cx="223598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743" y="3476932"/>
                <a:ext cx="2235980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7786496" y="1794340"/>
            <a:ext cx="61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30300" y="1805911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x5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649929" y="1770583"/>
                <a:ext cx="188115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+3=20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929" y="1770583"/>
                <a:ext cx="1881159" cy="430887"/>
              </a:xfrm>
              <a:prstGeom prst="rect">
                <a:avLst/>
              </a:prstGeom>
              <a:blipFill>
                <a:blip r:embed="rId11"/>
                <a:stretch>
                  <a:fillRect l="-3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7786496" y="2384296"/>
            <a:ext cx="61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30300" y="2395867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749141" y="2334312"/>
                <a:ext cx="188115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141" y="2334312"/>
                <a:ext cx="1881159" cy="430887"/>
              </a:xfrm>
              <a:prstGeom prst="rect">
                <a:avLst/>
              </a:prstGeom>
              <a:blipFill>
                <a:blip r:embed="rId12"/>
                <a:stretch>
                  <a:fillRect l="-3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7838043" y="2957366"/>
            <a:ext cx="61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/2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681847" y="2968937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/2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8749140" y="2968937"/>
                <a:ext cx="188115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=8.5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9140" y="2968937"/>
                <a:ext cx="1881159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7584" y="5072062"/>
            <a:ext cx="2687960" cy="552843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83706" y="5087446"/>
            <a:ext cx="2647223" cy="522074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20929" y="5018274"/>
            <a:ext cx="3104053" cy="79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1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582859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Examples – step by </a:t>
            </a:r>
            <a:r>
              <a:rPr lang="en-AU" sz="2400" dirty="0" smtClean="0"/>
              <a:t>step and using Class Pad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53460" y="1033352"/>
                <a:ext cx="395585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−3</m:t>
                      </m:r>
                      <m:d>
                        <m:d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460" y="1033352"/>
                <a:ext cx="3955855" cy="430887"/>
              </a:xfrm>
              <a:prstGeom prst="rect">
                <a:avLst/>
              </a:prstGeom>
              <a:blipFill>
                <a:blip r:embed="rId2"/>
                <a:stretch>
                  <a:fillRect l="-1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71265" y="1605039"/>
                <a:ext cx="395585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+6−6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−3=−5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65" y="1605039"/>
                <a:ext cx="3955855" cy="430887"/>
              </a:xfrm>
              <a:prstGeom prst="rect">
                <a:avLst/>
              </a:prstGeom>
              <a:blipFill>
                <a:blip r:embed="rId3"/>
                <a:stretch>
                  <a:fillRect l="-1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33949" y="2176726"/>
                <a:ext cx="395585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+3=−5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49" y="2176726"/>
                <a:ext cx="395585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33948" y="2753626"/>
                <a:ext cx="395585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=−8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48" y="2753626"/>
                <a:ext cx="395585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352951" y="2502160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-</a:t>
            </a:r>
            <a:r>
              <a:rPr lang="en-AU" dirty="0" smtClean="0">
                <a:solidFill>
                  <a:srgbClr val="FF0000"/>
                </a:solidFill>
              </a:rPr>
              <a:t>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54337" y="2489748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-</a:t>
            </a:r>
            <a:r>
              <a:rPr lang="en-AU" dirty="0" smtClean="0">
                <a:solidFill>
                  <a:srgbClr val="FF0000"/>
                </a:solidFill>
              </a:rPr>
              <a:t>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091576" y="3425387"/>
                <a:ext cx="395585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576" y="3425387"/>
                <a:ext cx="395585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52951" y="3112366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/-4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54337" y="309995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/-4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129" y="4999648"/>
            <a:ext cx="404812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6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582859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Examples – step by </a:t>
            </a:r>
            <a:r>
              <a:rPr lang="en-AU" sz="2400" dirty="0" smtClean="0"/>
              <a:t>step and using Class Pad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499128" y="940171"/>
                <a:ext cx="2682428" cy="728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128" y="940171"/>
                <a:ext cx="2682428" cy="7283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55510" y="176527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</a:t>
            </a:r>
            <a:r>
              <a:rPr lang="en-AU" dirty="0" smtClean="0">
                <a:solidFill>
                  <a:srgbClr val="FF0000"/>
                </a:solidFill>
              </a:rPr>
              <a:t>210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69590" y="176527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x210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129334" y="2175268"/>
                <a:ext cx="2682428" cy="728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210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630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420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334" y="2175268"/>
                <a:ext cx="2682428" cy="7283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344487" y="3111423"/>
                <a:ext cx="26824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=63+20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487" y="3111423"/>
                <a:ext cx="2682428" cy="430887"/>
              </a:xfrm>
              <a:prstGeom prst="rect">
                <a:avLst/>
              </a:prstGeom>
              <a:blipFill>
                <a:blip r:embed="rId4"/>
                <a:stretch>
                  <a:fillRect l="-2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55510" y="351109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-20x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9590" y="3511094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-20x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625787" y="3848209"/>
                <a:ext cx="26824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=63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787" y="3848209"/>
                <a:ext cx="2682428" cy="430887"/>
              </a:xfrm>
              <a:prstGeom prst="rect">
                <a:avLst/>
              </a:prstGeom>
              <a:blipFill>
                <a:blip r:embed="rId5"/>
                <a:stretch>
                  <a:fillRect l="-2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655510" y="4217541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/10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69590" y="4217541"/>
            <a:ext cx="7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/10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625787" y="4554656"/>
                <a:ext cx="26824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=6.3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787" y="4554656"/>
                <a:ext cx="2682428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624" y="5501248"/>
            <a:ext cx="406717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77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62664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Examples – step by step and using Class Pad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36589" y="600250"/>
                <a:ext cx="11444024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A firm manufacturing a motorised scooter determines that the profit, $P, made from the sale of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200" dirty="0" smtClean="0"/>
                  <a:t> of these bikes is given by:</a:t>
                </a:r>
              </a:p>
              <a:p>
                <a:endParaRPr lang="en-AU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=5400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−238 000</m:t>
                      </m:r>
                    </m:oMath>
                  </m:oMathPara>
                </a14:m>
                <a:endParaRPr lang="en-AU" sz="2200" dirty="0" smtClean="0"/>
              </a:p>
              <a:p>
                <a:pPr/>
                <a:endParaRPr lang="en-AU" sz="2200" dirty="0"/>
              </a:p>
              <a:p>
                <a:pPr/>
                <a:r>
                  <a:rPr lang="en-AU" sz="2200" dirty="0" smtClean="0"/>
                  <a:t>Calculate the number of scooters the firm must produce and sell to make a profit that exceeds one million dollars. (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=1000 000</m:t>
                    </m:r>
                  </m:oMath>
                </a14:m>
                <a:r>
                  <a:rPr lang="en-AU" sz="2200" dirty="0" smtClean="0"/>
                  <a:t>)</a:t>
                </a:r>
                <a:endParaRPr lang="en-AU" sz="22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89" y="600250"/>
                <a:ext cx="11444024" cy="2462213"/>
              </a:xfrm>
              <a:prstGeom prst="rect">
                <a:avLst/>
              </a:prstGeom>
              <a:blipFill>
                <a:blip r:embed="rId2"/>
                <a:stretch>
                  <a:fillRect l="-692" t="-1485" r="-213" b="-42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350446" y="3292598"/>
                <a:ext cx="58454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5400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−238 000=1000 000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446" y="3292598"/>
                <a:ext cx="5845428" cy="430887"/>
              </a:xfrm>
              <a:prstGeom prst="rect">
                <a:avLst/>
              </a:prstGeom>
              <a:blipFill>
                <a:blip r:embed="rId3"/>
                <a:stretch>
                  <a:fillRect l="-2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12446" y="3792122"/>
            <a:ext cx="111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+</a:t>
            </a:r>
            <a:r>
              <a:rPr lang="en-AU" dirty="0" smtClean="0">
                <a:solidFill>
                  <a:srgbClr val="FF0000"/>
                </a:solidFill>
              </a:rPr>
              <a:t>238000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19976" y="3792122"/>
            <a:ext cx="1097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+</a:t>
            </a:r>
            <a:r>
              <a:rPr lang="en-AU" dirty="0" smtClean="0">
                <a:solidFill>
                  <a:srgbClr val="FF0000"/>
                </a:solidFill>
              </a:rPr>
              <a:t>238000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25090" y="3881694"/>
                <a:ext cx="26824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400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=1238 000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090" y="3881694"/>
                <a:ext cx="2682428" cy="430887"/>
              </a:xfrm>
              <a:prstGeom prst="rect">
                <a:avLst/>
              </a:prstGeom>
              <a:blipFill>
                <a:blip r:embed="rId4"/>
                <a:stretch>
                  <a:fillRect l="-4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12446" y="4223009"/>
            <a:ext cx="987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/5400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19976" y="4223009"/>
            <a:ext cx="1097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/5400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456069" y="4407675"/>
                <a:ext cx="26824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=229.26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069" y="4407675"/>
                <a:ext cx="268242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947" y="5367921"/>
            <a:ext cx="4019550" cy="733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64461" y="3124667"/>
            <a:ext cx="511615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However, the answer needs to be a whole amount of scooters and even though 229.26 rounds down, 229 scooters would not make enough money so we have to round up.</a:t>
            </a:r>
            <a:endParaRPr lang="en-AU" sz="2200" dirty="0"/>
          </a:p>
        </p:txBody>
      </p:sp>
      <p:sp>
        <p:nvSpPr>
          <p:cNvPr id="15" name="TextBox 14"/>
          <p:cNvSpPr txBox="1"/>
          <p:nvPr/>
        </p:nvSpPr>
        <p:spPr>
          <a:xfrm>
            <a:off x="6664461" y="4909771"/>
            <a:ext cx="5116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The firm needs to make 230 motorised scooters to make a profit of greater than $1000 000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45307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562664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Examples – step by step and using Class Pad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03906" y="746106"/>
                <a:ext cx="7988378" cy="631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Formula: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06" y="746106"/>
                <a:ext cx="7988378" cy="631070"/>
              </a:xfrm>
              <a:prstGeom prst="rect">
                <a:avLst/>
              </a:prstGeom>
              <a:blipFill>
                <a:blip r:embed="rId2"/>
                <a:stretch>
                  <a:fillRect l="-992" b="-57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76382" y="846197"/>
                <a:ext cx="650177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Find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sz="2200" dirty="0" smtClean="0"/>
                  <a:t> given that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=35, 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n-AU" sz="2200" dirty="0" smtClean="0"/>
                  <a:t>and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AU" sz="2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382" y="846197"/>
                <a:ext cx="6501777" cy="430887"/>
              </a:xfrm>
              <a:prstGeom prst="rect">
                <a:avLst/>
              </a:prstGeom>
              <a:blipFill>
                <a:blip r:embed="rId3"/>
                <a:stretch>
                  <a:fillRect l="-1220" t="-10000" b="-28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942449" y="1951393"/>
                <a:ext cx="4201752" cy="73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35=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(10+4)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449" y="1951393"/>
                <a:ext cx="4201752" cy="7349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42449" y="2893082"/>
                <a:ext cx="4201752" cy="73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35=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(14)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449" y="2893082"/>
                <a:ext cx="4201752" cy="7349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127573" y="3911398"/>
                <a:ext cx="420175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35=7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573" y="3911398"/>
                <a:ext cx="4201752" cy="430887"/>
              </a:xfrm>
              <a:prstGeom prst="rect">
                <a:avLst/>
              </a:prstGeom>
              <a:blipFill>
                <a:blip r:embed="rId6"/>
                <a:stretch>
                  <a:fillRect l="-2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078019" y="4638415"/>
                <a:ext cx="420175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019" y="4638415"/>
                <a:ext cx="4201752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29274" y="3866461"/>
            <a:ext cx="111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/7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43927" y="3866461"/>
            <a:ext cx="1097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/7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8286" y="1850591"/>
            <a:ext cx="2219787" cy="208498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1929" y="1951394"/>
            <a:ext cx="2501335" cy="193965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7120" y="1930996"/>
            <a:ext cx="1785326" cy="200457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161" y="5471924"/>
            <a:ext cx="4095750" cy="1066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27847" y="1503431"/>
            <a:ext cx="64344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Or can use </a:t>
            </a:r>
            <a:r>
              <a:rPr lang="en-AU" sz="2200" dirty="0" err="1" smtClean="0"/>
              <a:t>NumSolve</a:t>
            </a:r>
            <a:r>
              <a:rPr lang="en-AU" sz="2200" dirty="0" smtClean="0"/>
              <a:t> on 2</a:t>
            </a:r>
            <a:r>
              <a:rPr lang="en-AU" sz="2200" baseline="30000" dirty="0" smtClean="0"/>
              <a:t>nd</a:t>
            </a:r>
            <a:r>
              <a:rPr lang="en-AU" sz="2200" dirty="0" smtClean="0"/>
              <a:t> page of Class Pad menu: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396850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562664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Examples – step by step and using Class Pad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03906" y="746106"/>
                <a:ext cx="7988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Formula: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𝑟h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06" y="746106"/>
                <a:ext cx="7988378" cy="461665"/>
              </a:xfrm>
              <a:prstGeom prst="rect">
                <a:avLst/>
              </a:prstGeom>
              <a:blipFill>
                <a:blip r:embed="rId2"/>
                <a:stretch>
                  <a:fillRect l="-992" t="-2632" b="-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493462" y="746106"/>
                <a:ext cx="650177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Find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AU" sz="2200" dirty="0" smtClean="0"/>
                  <a:t> given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2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=545 </m:t>
                    </m:r>
                  </m:oMath>
                </a14:m>
                <a:r>
                  <a:rPr lang="en-AU" sz="2200" dirty="0" smtClean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2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AU" sz="22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462" y="746106"/>
                <a:ext cx="6501777" cy="430887"/>
              </a:xfrm>
              <a:prstGeom prst="rect">
                <a:avLst/>
              </a:prstGeom>
              <a:blipFill>
                <a:blip r:embed="rId3"/>
                <a:stretch>
                  <a:fillRect l="-1218" t="-8451" b="-28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34843" y="1571684"/>
                <a:ext cx="7988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545=2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×5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43" y="1571684"/>
                <a:ext cx="7988378" cy="461665"/>
              </a:xfrm>
              <a:prstGeom prst="rect">
                <a:avLst/>
              </a:prstGeom>
              <a:blipFill>
                <a:blip r:embed="rId4"/>
                <a:stretch>
                  <a:fillRect l="-2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8990" y="2197207"/>
                <a:ext cx="7988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545=50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+10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90" y="2197207"/>
                <a:ext cx="7988378" cy="461665"/>
              </a:xfrm>
              <a:prstGeom prst="rect">
                <a:avLst/>
              </a:prstGeom>
              <a:blipFill>
                <a:blip r:embed="rId5"/>
                <a:stretch>
                  <a:fillRect l="-3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18990" y="2855011"/>
                <a:ext cx="7988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545−50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90" y="2855011"/>
                <a:ext cx="7988378" cy="461665"/>
              </a:xfrm>
              <a:prstGeom prst="rect">
                <a:avLst/>
              </a:prstGeom>
              <a:blipFill>
                <a:blip r:embed="rId6"/>
                <a:stretch>
                  <a:fillRect l="-3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03906" y="2553725"/>
            <a:ext cx="111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-50∏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09792" y="2553725"/>
            <a:ext cx="1097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-50∏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848221" y="3605148"/>
                <a:ext cx="7988378" cy="815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545−50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21" y="3605148"/>
                <a:ext cx="7988378" cy="8156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403906" y="3211529"/>
            <a:ext cx="111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</a:t>
            </a:r>
            <a:r>
              <a:rPr lang="en-AU" dirty="0">
                <a:solidFill>
                  <a:srgbClr val="FF0000"/>
                </a:solidFill>
              </a:rPr>
              <a:t>1</a:t>
            </a:r>
            <a:r>
              <a:rPr lang="en-AU" dirty="0" smtClean="0">
                <a:solidFill>
                  <a:srgbClr val="FF0000"/>
                </a:solidFill>
              </a:rPr>
              <a:t>0∏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09792" y="3211529"/>
            <a:ext cx="1097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/</a:t>
            </a:r>
            <a:r>
              <a:rPr lang="en-AU" dirty="0">
                <a:solidFill>
                  <a:srgbClr val="FF0000"/>
                </a:solidFill>
              </a:rPr>
              <a:t>1</a:t>
            </a:r>
            <a:r>
              <a:rPr lang="en-AU" dirty="0" smtClean="0">
                <a:solidFill>
                  <a:srgbClr val="FF0000"/>
                </a:solidFill>
              </a:rPr>
              <a:t>0∏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848221" y="4420821"/>
                <a:ext cx="79883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=12.3</m:t>
                    </m:r>
                  </m:oMath>
                </a14:m>
                <a:r>
                  <a:rPr lang="en-AU" sz="2400" dirty="0" smtClean="0"/>
                  <a:t> (to 1dp)</a:t>
                </a:r>
                <a:endParaRPr lang="en-AU" sz="24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21" y="4420821"/>
                <a:ext cx="7988378" cy="461665"/>
              </a:xfrm>
              <a:prstGeom prst="rect">
                <a:avLst/>
              </a:prstGeom>
              <a:blipFill>
                <a:blip r:embed="rId8"/>
                <a:stretch>
                  <a:fillRect l="-22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745" y="5367097"/>
            <a:ext cx="3477738" cy="64191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1500" y="1986671"/>
            <a:ext cx="2219787" cy="208498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75054" y="1626749"/>
            <a:ext cx="64344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Or can use </a:t>
            </a:r>
            <a:r>
              <a:rPr lang="en-AU" sz="2200" dirty="0" err="1" smtClean="0"/>
              <a:t>NumSolve</a:t>
            </a:r>
            <a:r>
              <a:rPr lang="en-AU" sz="2200" dirty="0" smtClean="0"/>
              <a:t> on 2</a:t>
            </a:r>
            <a:r>
              <a:rPr lang="en-AU" sz="2200" baseline="30000" dirty="0" smtClean="0"/>
              <a:t>nd</a:t>
            </a:r>
            <a:r>
              <a:rPr lang="en-AU" sz="2200" dirty="0" smtClean="0"/>
              <a:t> page of Class Pad menu:</a:t>
            </a:r>
            <a:endParaRPr lang="en-AU" sz="22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5175" y="2060359"/>
            <a:ext cx="2314575" cy="195262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9750" y="2066002"/>
            <a:ext cx="2892096" cy="15859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94045" y="-5103"/>
            <a:ext cx="249823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6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10259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9" grpId="0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795</Words>
  <Application>Microsoft Office PowerPoint</Application>
  <PresentationFormat>Widescreen</PresentationFormat>
  <Paragraphs>121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54</cp:revision>
  <dcterms:created xsi:type="dcterms:W3CDTF">2020-12-09T06:24:59Z</dcterms:created>
  <dcterms:modified xsi:type="dcterms:W3CDTF">2021-07-02T02:26:33Z</dcterms:modified>
</cp:coreProperties>
</file>