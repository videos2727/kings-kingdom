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33.18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39E761D-F9FF-4C9B-A31B-30FFAF7EEE2E}" emma:medium="tactile" emma:mode="ink">
          <msink:context xmlns:msink="http://schemas.microsoft.com/ink/2010/main" type="inkDrawing" rotatedBoundingBox="4475,13169 4506,13865 4388,13870 4356,13174" shapeName="Other">
            <msink:destinationLink direction="with" ref="{E541AD6E-FA9B-4CB9-914B-5ECF38A23EB4}"/>
            <msink:destinationLink direction="with" ref="{09F5F5A7-9BC1-47FD-B530-B0EDC15EA133}"/>
          </msink:context>
        </emma:interpretation>
      </emma:emma>
    </inkml:annotationXML>
    <inkml:trace contextRef="#ctx0" brushRef="#br0">0 34 11967 0,'0'0'528'0,"0"0"112"0,0 0-512 16,0 0-128-16,0 0 0 0,0 0 0 0,0 0 2336 0,0 0 432 15,0 0 96-15,0 0 16 0,0 0-2016 0,0 0-400 16,13-18-80-16,-13 18 0 0,0 0-208 0,13-15-48 15,-13 15 0-15,0 0 0 0,0 0 448 0,0 0 96 16,15-2 16-16,-4 4 0 0,1 1-336 0,-2 2-64 16,-10-5-16-16,9 7 0 0,-2 4-272 0,0 2 0 0,-1 2 0 15,-1 2 0-15,-2-1-208 0,1 5 48 0,-4 2 16 16,1 4 0-16,3-4 144 0,-1 6 0 0,-2 6 128 0,3 1-128 16,-1-5 464-16,-1 2 32 0,-6-5 0 0,4 1 0 15,-1 1 176-15,1-1 32 0,0-4 16 0,0-1 0 16,-2-1-336-16,0 2-80 0,1-2-16 0,-2-2 0 15,-2-1-128-15,0-4-32 0,5-16 0 0,-5 17 0 16,-2 1-128-16,7-18 0 0,-6 10 0 0,1 0 0 16,5-10 528-16,0 0 80 0,0 0 16 0,0 0 0 15,-8 0-1888-15,8 0-368 16,0 0-80-16,0 0-16 0,0 0 288 0,-5-5 48 0,1-5 16 16,4-2-10144-16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33.58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541AD6E-FA9B-4CB9-914B-5ECF38A23EB4}" emma:medium="tactile" emma:mode="ink">
          <msink:context xmlns:msink="http://schemas.microsoft.com/ink/2010/main" type="inkDrawing" rotatedBoundingBox="4369,13533 4850,13503 4857,13602 4375,13632" semanticType="callout" shapeName="Other">
            <msink:sourceLink direction="with" ref="{739E761D-F9FF-4C9B-A31B-30FFAF7EEE2E}"/>
          </msink:context>
        </emma:interpretation>
      </emma:emma>
    </inkml:annotationXML>
    <inkml:trace contextRef="#ctx0" brushRef="#br0">495 362 7359 0,'0'0'320'0,"0"0"80"0,0 0-400 0,0 0 0 16,0 0 0-16,0 0 0 0,0 0 4352 0,0 0 800 0,0 0 160 0,0 0 16 15,0 0-3984-15,0 0-784 0,-11 3-176 0,11-3-16 16,-12-5-368-16,12 5-256 0,-11 4 32 0,11-4 16 16,-12 6 208-16,1 1 0 0,-1-2 0 0,1 1 0 15,1 4 432-15,0-5-32 0,-1-5 0 0,-2 2 0 16,0 3 64-16,-1-2 16 0,1 2 0 0,0 0 0 15,-3 1-288-15,-1 1-64 0,-2 0-128 0,-1-6 192 16,-1-4-192-16,-1 1 0 0,3 2 0 0,-1-3 0 16,0-2-320-16,0 3 64 0,1 1 0 0,2-1 0 15,3-1-64-15,0 0 0 0,1 1 0 0,2-1 0 16,3-6-192 0,3 3-32-16,5 6-16 0,0 0 0 0,-7-12-272 0,4-1-64 15,1-2-16-15,2 15-6432 0,0 0-1280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34.02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F5F5A7-9BC1-47FD-B530-B0EDC15EA133}" emma:medium="tactile" emma:mode="ink">
          <msink:context xmlns:msink="http://schemas.microsoft.com/ink/2010/main" type="inkDrawing" rotatedBoundingBox="4722,13838 4798,13122 4826,13125 4750,13841" semanticType="callout" shapeName="Other">
            <msink:sourceLink direction="with" ref="{739E761D-F9FF-4C9B-A31B-30FFAF7EEE2E}"/>
          </msink:context>
        </emma:interpretation>
      </emma:emma>
    </inkml:annotationXML>
    <inkml:trace contextRef="#ctx0" brushRef="#br0">441-45 11967 0,'0'0'528'0,"0"0"112"0,0 0-512 0,0 0-128 0,0 0 0 0,0 0 0 16,0 0 2240-16,0 0 400 0,0 0 96 0,0 0 16 15,12-5-2480-15,-12 5-480 0,0 0-112 0,0 0 0 31,0 0-368-31,0 0-64 0,0 0-16 0,0 0 0 0,0 0 592 0,0 0 176 0,0 0 0 0,8 12 0 16,-8-12 944-16,0 0 288 0,3 14 64 0,-3 0 16 16,0-14 176-16,-3 18 48 0,-2 0 0 0,0 1 0 15,-1 4-960-15,1 2-176 0,0-2-32 0,1 6-16 16,-2 6-352-16,1-1-160 0,0-1 16 0,0-5 0 16,0-3 144-16,2 3-208 0,0 0 80 0,-1-1 128 15,1-2-192-15,3 1 192 0,0-1-192 0,2 3 192 16,-2 0 0-16,0 0 256 0,-4-4 0 0,3-1-16 0,1-3 16 15,1-4 0-15,3-1 0 0,-4-2 0 0,0-13-256 0,-2 13 0 16,2-13 128-16,0 0-128 16,0 0-448-16,0 0-144 0,0 0-32 15,0 0-7872-15,0 0-1568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37.52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400BFC8-AF3A-4AD2-9A06-C5DD4E436C9B}" emma:medium="tactile" emma:mode="ink">
          <msink:context xmlns:msink="http://schemas.microsoft.com/ink/2010/main" type="inkDrawing" rotatedBoundingBox="1248,14605 1264,13929 1711,13939 1696,14616" hotPoints="1489,14684 1234,14391 1432,14057 1687,14350" semanticType="enclosure" shapeName="Ellipse"/>
        </emma:interpretation>
      </emma:emma>
    </inkml:annotationXML>
    <inkml:trace contextRef="#ctx0" brushRef="#br0">334-3 911 0,'0'0'0'0,"0"0"0"0,0 0 0 0,0 0 0 0,0 0 0 0,0 0 0 15,0 0 3120-15,0 0 528 0,0 0 128 0,0 0 0 16,0 0-2400-16,0 0-480 0,0 0-112 0,0 0-16 16,-12 8 16-16,12-8 0 0,-13-5 0 0,13 5 0 15,0 0-128-15,-11 3-16 0,-1 0-16 0,12-3 0 16,-9-3 144-16,9 3 48 0,0 0 0 0,-12 3 0 15,12-3-128-15,0 0-32 0,-11-5 0 0,11 5 0 16,-12 5-256-16,12-5-48 0,-11 4-16 0,11-4 0 16,-12 10-80-16,12-10 0 0,0 0-16 0,-13 4 0 15,3 5 128-15,10-9 16 0,-13 5 16 0,1 3 0 16,1 5-80-16,1 0 0 0,2-1-16 0,0-1 0 0,-2-1-112 0,2 3-32 16,-2 2 0-16,2 0 0 0,1-4-160 0,1 1 0 15,-4-3 0-15,1 3 0 0,3-1 0 0,-1 1 0 16,7-12 0-16,-10 16 0 0,4-1 0 0,-1 1 0 15,1 1 0-15,1-2 0 0,5-15 0 0,-7 18 0 16,1 1 0-16,2-1 128 0,3-1 0 0,1-17 0 16,0 18 0-16,0-2 0 0,0 2 16 0,1-1 0 15,-1-17 0-15,0 18 0 0,4-2-144 0,-1 1 0 16,-3-1 0-16,2-1 0 0,-2-15 128 0,3 16-128 16,0-1 0-16,-3-15 128 0,0 0-128 0,5 15 0 15,0 0 144-15,-5-15-144 0,7 11 192 0,-7-11-16 0,9 12-16 16,-9-12 0-16,12 11 32 0,-1-3 16 0,1-3 0 15,1 2 0-15,-1 1-48 0,1-3-16 0,1-2 0 16,1 0 0-16,-2 1 16 0,0-1 0 0,1-3 0 16,0 3 0-16,1 2 32 0,0 0 16 0,-2-5 0 0,-13 0 0 15,15-3-64-15,-2 1-16 0,-13 2 0 0,15-3 0 16,0-2-128-16,-2 3 192 0,-13 2-192 0,14-5 192 16,-2-1-192-16,-2-1 0 0,-10 7 0 0,10-10 0 15,-1 2 0-15,0 0 0 0,-3 0 0 0,-6 8 0 16,8-13 0-16,1 3 0 0,-3 0 0 0,2 0 0 15,1-1 176-15,-1-1-48 0,-3-1-128 0,-2 2 192 16,-3 11-32-16,2-15-16 0,1-2 0 0,-1 1 0 16,-2 16-144-16,-2-15 0 0,0 0 0 0,2-1 0 15,0-2 0-15,-1 3-224 0,-3 2 80 0,3 0 16 0,-1-2 128 16,0 0-128-16,1-1 128 0,1 1-128 0,-2 0 128 16,1 1 0-16,1-3-144 0,0 4 144 0,-2-2-160 0,2 7 160 15,0 8-208-15,0 0 80 0,0-11 128 0,0 11-208 16,0 0 80-16,0 0 128 15,0 0-464-15,0 0 16 0,-3-15 16 0,3 15 0 16,0 0-656-16,-15-5-144 0,0-10-32 0,2 7 0 16,-3 6-1392-16,-3-3-288 0,0 0-48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40.33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D10F331F-12F7-4674-AD70-8D9BA5283F47}" emma:medium="tactile" emma:mode="ink">
          <msink:context xmlns:msink="http://schemas.microsoft.com/ink/2010/main" type="inkDrawing" rotatedBoundingBox="2855,17720 2916,17059 2991,17066 2931,17727" semanticType="callout" shapeName="Other"/>
        </emma:interpretation>
      </emma:emma>
    </inkml:annotationXML>
    <inkml:trace contextRef="#ctx0" brushRef="#br0">18 212 1839 0,'0'0'160'0,"0"0"-160"15,0 0 0-15,-4-10 0 0,3-2 3024 0,-1 4 576 16,1 2 112-16,1-3 32 0,0 9-2592 0,0 0-528 15,0-11-112-15,0 11 0 16,-2-13-896-16,0 0-160 0,2 0-32 0,0 13-16 16,2-14-176-16,1 6-48 0,-1 0 0 0,1 1 0 0,-3 7 624 0,0 0 192 15,7-8 0-15,-1 3 0 0,-1-1 0 0,-5 6 0 0,0 0 0 0,0 0 0 16,8-10 0-16,-1 3 0 0,-7 7 0 0,0 0 0 16,8-8 224-16,-8 8 48 0,7-10 16 0,-2 4 0 15,-5 6 496-15,0 0 112 0,0 0 0 0,0 0 16 16,0 0 704-16,5-10 144 0,-5 10 32 0,0 0 0 15,0 0-544-15,0 0-96 0,4-7-32 0,-4 7 0 16,0 0-608-16,0 0-112 0,5-5-16 0,-5 5-16 16,0 0-192-16,0 0-48 0,0 0 0 0,0 0 0 15,0 0 64-15,0 0 16 0,0 0 0 0,0 0 0 16,0 0 1136-16,0 0 240 0,0 0 32 0,0 0 16 16,0 0-1632-16,0 0-320 0,0 0-64 0,0 0 0 15,0 0 592-15,0 0 128 0,-1 14 32 0,1-14 0 16,1 13-112-16,-1-13 0 0,-1 14-16 0,1 1 0 0,3 0-16 0,-3 0 0 15,0-15 0-15,-3 18 0 0,1 5-32 0,0-5-16 16,1-2 0-16,-1 1 0 0,-1 1-32 0,0 1 0 16,-2 4 0-16,0 0 0 0,0-5 48 15,2 4 16-15,1 2 0 0,-1-1 0 0,-4-3 16 0,1 0 0 16,1 1 0-16,0-3 0 0,1-1-96 0,3-1-128 16,-1-1 176-16,0-1-176 0,2-14 128 0,-3 20-128 15,2 0 0-15,-1-4 0 0,2-16 0 0,-2 20 0 16,1-2 0-16,-1-3 0 0,0 0 0 0,2-15 0 15,4 14 0-15,-4-14 0 0,1 18 128 0,-1-4-128 16,0-14 0-16,0 0 0 0,0 0 0 0,0 0 0 16,0 0 0-16,0 0 0 0,0 0-192 0,0 0-80 15,0 0-32-15,0 0 0 16,0 0-240-16,0 0-48 0,0 0-16 0,0 0 0 16,0 0-368-16,0 0-80 0,-3-14-16 0,1 1 0 15,1 0-1472-15,1 0-288 0,0-5-64 0,1-2-16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41.47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097A8A8D-8622-4532-A76A-C252AA4EE136}" emma:medium="tactile" emma:mode="ink">
          <msink:context xmlns:msink="http://schemas.microsoft.com/ink/2010/main" type="inkDrawing" rotatedBoundingBox="2793,17469 3232,17338 3244,17380 2805,17510" semanticType="callout" shapeName="Other"/>
        </emma:interpretation>
      </emma:emma>
    </inkml:annotationXML>
    <inkml:trace contextRef="#ctx0" brushRef="#br0">427 0 2751 0,'0'0'256'0,"0"0"-256"0,10 15 0 0,-10-15 0 16,0 0 1472-16,0 0 256 0,0 0 64 0,0 0 0 0,3 10-864 15,-3-10-160-15,0 0-48 0,0 0 0 0,0 0 496 0,0 0 112 16,0 0 16-16,0 0 0 0,0 0 112 0,0 0 16 16,-6 7 16-16,6-7 0 0,0 0-480 0,0 0-112 15,-12 8 0-15,12-8-16 0,0 0-272 0,0 0-48 16,-15 0-16-16,4 2 0 0,1 1 96 0,2 2 32 15,8-5 0-15,-12 6 0 0,1-1-160 0,-2 0-48 16,-1 0 0-16,1 0 0 0,0-5-144 0,2 3-48 16,3 4 0-16,-4-1 0 0,-3-2-96 0,2-3-32 15,2-1 0-15,-3 4 0 0,0 1-144 0,1-1 160 16,-1 0-160-16,1 1 160 0,-1 0-160 0,-1 0 0 16,-2-1 0-16,3 0 0 0,0-3 0 0,0 1 0 0,-1 1 0 15,2-3 0-15,0-1-192 0,3 1-80 0,10 0-16 16,-13 1-9312-16,0 4-1872 0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8T06:39:41.018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CFC2ECE-A384-4FCC-82C0-EADEA17DF75A}" emma:medium="tactile" emma:mode="ink">
          <msink:context xmlns:msink="http://schemas.microsoft.com/ink/2010/main" type="inkDrawing" rotatedBoundingBox="3057,17008 3356,17625 3285,17659 2986,17043" semanticType="callout" shapeName="Other"/>
        </emma:interpretation>
      </emma:emma>
    </inkml:annotationXML>
    <inkml:trace contextRef="#ctx0" brushRef="#br0">31 2 1839 0,'0'0'160'0,"0"0"-160"15,0 0 0-15,0 0 0 0,0 0 4944 0,0 0 960 16,-11-2 192-16,11 2 48 0,0 0-4864 0,-12 2-960 0,12-2-192 0,0 0-128 31,0 0-432-31,0 0-176 0,0 0-32 0,0 0-16 0,-10-4 800 0,10 4 176 0,0 0 16 0,0 0 16 16,0 0 608-16,0 0 128 0,0 0 32 0,0 0 0 15,0 0-352-15,0 0-64 0,0 0 0 0,0 0-16 16,0 0-416-16,0 0-80 0,0 0 0 0,0 0-16 16,0 0-48-16,0 0-128 0,0 0 192 0,0 0-64 15,0 0 96-15,0 0 16 0,15 4 0 0,-2-1 0 16,-13-3-64-16,15 7-16 0,-2-1 0 0,-13-6 0 16,10 10-32-16,1 1-128 0,3 1 192 0,-5 1-64 15,-2 0-128-15,1 2 192 0,4 0-192 0,-1 0 192 16,-1-4 16-16,0 2 16 0,-2 2 0 0,0 3 0 15,0 2-224-15,1-1 0 0,-3-1 128 0,2 2-128 0,2-2 176 16,-1 2-16-16,-5 3 0 0,1 0 0 0,0-5 144 0,0 2 16 16,0-2 16-16,0 1 0 0,0 1-176 0,2-2-32 15,-1-3-128-15,1 0 192 0,-2-1-192 0,0 1 0 16,-1-3 0-16,3-1 0 0,-2 2 128 0,2-1-128 16,-7-12 0-16,8 13 144 0,0-2-144 0,-8-11 0 15,0 0 0-15,8 13 0 0,-8-13-208 0,0 0 80 16,0 0 128-16,0 0-208 0,0 0-64 0,0 0-16 15,0 0 0-15,0 0 0 16,0 0-352-16,0 0-80 0,0 0-16 0,0 0 0 16,0 0-1440-16,0 0-272 0,0 0-64 0,5-6-9168 0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customXml" Target="../ink/ink5.xml"/><Relationship Id="rId18" Type="http://schemas.openxmlformats.org/officeDocument/2006/relationships/image" Target="../media/image15.emf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customXml" Target="../ink/ink2.xml"/><Relationship Id="rId12" Type="http://schemas.openxmlformats.org/officeDocument/2006/relationships/image" Target="../media/image12.emf"/><Relationship Id="rId17" Type="http://schemas.openxmlformats.org/officeDocument/2006/relationships/customXml" Target="../ink/ink7.xml"/><Relationship Id="rId2" Type="http://schemas.openxmlformats.org/officeDocument/2006/relationships/image" Target="../media/image7.png"/><Relationship Id="rId16" Type="http://schemas.openxmlformats.org/officeDocument/2006/relationships/image" Target="../media/image14.emf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image" Target="../media/image13.png"/><Relationship Id="rId10" Type="http://schemas.openxmlformats.org/officeDocument/2006/relationships/image" Target="../media/image11.emf"/><Relationship Id="rId19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customXml" Target="../ink/ink3.xml"/><Relationship Id="rId14" Type="http://schemas.openxmlformats.org/officeDocument/2006/relationships/image" Target="../media/image13.emf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44442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Area of a triangle – 1/2bh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96" y="730206"/>
            <a:ext cx="3220502" cy="1512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196" y="673032"/>
            <a:ext cx="73769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We know from previous years’ studies and also from the Unit 1 and Unit 2 formula sheet, that the formula for calculating the area of a triangle is: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 smtClean="0"/>
          </a:p>
          <a:p>
            <a:r>
              <a:rPr lang="en-AU" sz="2200" dirty="0" smtClean="0"/>
              <a:t>We need to make sure we use the base and the </a:t>
            </a:r>
          </a:p>
          <a:p>
            <a:r>
              <a:rPr lang="en-AU" sz="2200" dirty="0" smtClean="0"/>
              <a:t>perpendicular height (hint: they make a right angle).</a:t>
            </a:r>
            <a:endParaRPr lang="en-AU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2887"/>
            <a:ext cx="8305800" cy="619125"/>
          </a:xfrm>
          <a:prstGeom prst="rect">
            <a:avLst/>
          </a:prstGeom>
        </p:spPr>
      </p:pic>
      <p:pic>
        <p:nvPicPr>
          <p:cNvPr id="8" name="Picture 4" descr="Road to PSLE: Calculating the Area of a Triang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869" y="3731867"/>
            <a:ext cx="3431101" cy="199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24"/>
          <a:stretch/>
        </p:blipFill>
        <p:spPr>
          <a:xfrm>
            <a:off x="1323319" y="4060316"/>
            <a:ext cx="2160378" cy="1372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545" y="5520389"/>
            <a:ext cx="1497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Base = 12</a:t>
            </a:r>
            <a:endParaRPr lang="en-AU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768545" y="5951276"/>
            <a:ext cx="1497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Height = 4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60756" y="5588195"/>
                <a:ext cx="3664527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×12×4=24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𝑢𝑛𝑖𝑡𝑠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756" y="5588195"/>
                <a:ext cx="3664527" cy="7261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054309" y="5533479"/>
            <a:ext cx="1497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Base = 4</a:t>
            </a:r>
            <a:endParaRPr lang="en-AU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6054309" y="5964366"/>
            <a:ext cx="1497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Height = 3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546520" y="5601285"/>
                <a:ext cx="3664527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×4×3=6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520" y="5601285"/>
                <a:ext cx="3664527" cy="7261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0" grpId="0"/>
      <p:bldP spid="13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44442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Area of a triangle – 1/2bh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3" y="1803995"/>
            <a:ext cx="3012795" cy="18199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02" y="879893"/>
            <a:ext cx="8305800" cy="619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93213" y="1917246"/>
            <a:ext cx="79995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we are not given the perpendicular height of the triangle, we must calculate this before we can calculate the area of the triangle. </a:t>
            </a:r>
          </a:p>
          <a:p>
            <a:r>
              <a:rPr lang="en-AU" sz="2200" dirty="0" smtClean="0"/>
              <a:t>We might be able to do this using Pythagoras’ theorem (if we know two sides) or by using trigonometry (if we know a side and an angle).</a:t>
            </a:r>
            <a:endParaRPr lang="en-AU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26" y="4058234"/>
            <a:ext cx="985091" cy="20597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/>
              <p14:cNvContentPartPr/>
              <p14:nvPr/>
            </p14:nvContentPartPr>
            <p14:xfrm>
              <a:off x="1569154" y="4742861"/>
              <a:ext cx="47880" cy="2491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5114" y="4727741"/>
                <a:ext cx="7812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/>
              <p14:cNvContentPartPr/>
              <p14:nvPr/>
            </p14:nvContentPartPr>
            <p14:xfrm>
              <a:off x="1573114" y="4873541"/>
              <a:ext cx="174600" cy="288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8354" y="4857341"/>
                <a:ext cx="2052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/>
              <p14:cNvContentPartPr/>
              <p14:nvPr/>
            </p14:nvContentPartPr>
            <p14:xfrm>
              <a:off x="1709194" y="4726661"/>
              <a:ext cx="27000" cy="25668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2634" y="4713341"/>
                <a:ext cx="579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/>
              <p14:cNvContentPartPr/>
              <p14:nvPr/>
            </p14:nvContentPartPr>
            <p14:xfrm>
              <a:off x="452074" y="5018621"/>
              <a:ext cx="160200" cy="24120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3354" y="5004221"/>
                <a:ext cx="1998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/>
              <p14:cNvContentPartPr/>
              <p14:nvPr/>
            </p14:nvContentPartPr>
            <p14:xfrm>
              <a:off x="1043914" y="6144701"/>
              <a:ext cx="30240" cy="2361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3034" y="6125621"/>
                <a:ext cx="709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/>
              <p14:cNvContentPartPr/>
              <p14:nvPr/>
            </p14:nvContentPartPr>
            <p14:xfrm>
              <a:off x="1008274" y="6242621"/>
              <a:ext cx="159120" cy="532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8194" y="6237221"/>
                <a:ext cx="1814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/>
              <p14:cNvContentPartPr/>
              <p14:nvPr/>
            </p14:nvContentPartPr>
            <p14:xfrm>
              <a:off x="1076314" y="6136421"/>
              <a:ext cx="120600" cy="2102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58674" y="6118781"/>
                <a:ext cx="1562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694285" y="4058234"/>
                <a:ext cx="1670152" cy="545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200" b="0" dirty="0" smtClean="0"/>
                  <a:t>Sin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65=</m:t>
                    </m:r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285" y="4058234"/>
                <a:ext cx="1670152" cy="545662"/>
              </a:xfrm>
              <a:prstGeom prst="rect">
                <a:avLst/>
              </a:prstGeom>
              <a:blipFill>
                <a:blip r:embed="rId19"/>
                <a:stretch>
                  <a:fillRect l="-4745" b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682362" y="4902341"/>
                <a:ext cx="20803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=6×</m:t>
                      </m:r>
                      <m:func>
                        <m:func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e>
                      </m:func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62" y="4902341"/>
                <a:ext cx="2080372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2682362" y="5577854"/>
                <a:ext cx="20803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=5.437…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62" y="5577854"/>
                <a:ext cx="2080372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682362" y="6119923"/>
                <a:ext cx="20803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62" y="6119923"/>
                <a:ext cx="2080372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379814" y="4902341"/>
            <a:ext cx="14978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Base = 10</a:t>
            </a:r>
            <a:endParaRPr lang="en-AU" sz="2200" dirty="0"/>
          </a:p>
        </p:txBody>
      </p:sp>
      <p:sp>
        <p:nvSpPr>
          <p:cNvPr id="29" name="TextBox 28"/>
          <p:cNvSpPr txBox="1"/>
          <p:nvPr/>
        </p:nvSpPr>
        <p:spPr>
          <a:xfrm>
            <a:off x="5379814" y="5333228"/>
            <a:ext cx="16436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Height = </a:t>
            </a:r>
            <a:r>
              <a:rPr lang="en-AU" sz="2200" dirty="0" smtClean="0"/>
              <a:t>5.4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872025" y="4970147"/>
                <a:ext cx="4330777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×10×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025" y="4970147"/>
                <a:ext cx="4330777" cy="72616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544886" y="0"/>
            <a:ext cx="286007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11A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6317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212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44</cp:revision>
  <dcterms:created xsi:type="dcterms:W3CDTF">2020-12-09T06:24:59Z</dcterms:created>
  <dcterms:modified xsi:type="dcterms:W3CDTF">2021-08-16T00:10:47Z</dcterms:modified>
</cp:coreProperties>
</file>