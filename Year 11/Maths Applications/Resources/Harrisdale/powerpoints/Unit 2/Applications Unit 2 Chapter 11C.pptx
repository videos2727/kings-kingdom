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7" r:id="rId4"/>
    <p:sldId id="262" r:id="rId5"/>
    <p:sldId id="263" r:id="rId6"/>
    <p:sldId id="264"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4660"/>
  </p:normalViewPr>
  <p:slideViewPr>
    <p:cSldViewPr snapToGrid="0">
      <p:cViewPr varScale="1">
        <p:scale>
          <a:sx n="71" d="100"/>
          <a:sy n="71" d="100"/>
        </p:scale>
        <p:origin x="69" y="4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5:59:06.935"/>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0CD8953D-219E-44E2-8307-EF637391EF2C}" emma:medium="tactile" emma:mode="ink">
          <msink:context xmlns:msink="http://schemas.microsoft.com/ink/2010/main" type="inkDrawing" rotatedBoundingBox="3933,12244 4184,12484 4006,12671 3754,12432" shapeName="Other"/>
        </emma:interpretation>
      </emma:emma>
    </inkml:annotationXML>
    <inkml:trace contextRef="#ctx0" brushRef="#br0">13 1 5919 0,'0'0'256'0,"0"0"64"0,0 0-320 0,0 0 0 16,0 0 0-16,0 0 0 0,0 0 976 0,0 0 128 16,0 0 32-16,0 0 0 0,0 0-304 0,0 0-64 15,0 0-16-15,0 0 0 0,0 0-176 0,0 0-48 16,0 0 0-16,0 0 0 0,0 0 160 0,12-2 16 16,-12 2 16-16,13 0 0 0,-13 0 32 0,13 2 0 15,-13-2 0-15,13 1 0 0,0 1-176 0,-13-2-48 16,13 3 0-16,-13-3 0 0,13 4-304 0,-1-3-64 0,-1-1-16 0,-11 0 0 15,0 0-16-15,12 7 0 0,-12-7 0 0,13 3 0 16,-13-3 224-16,13 3 32 0,-13-3 16 0,15 7 0 16,-15-7 112-16,13 8 32 0,-1-1 0 0,-12-7 0 15,0 0-32-15,16 10-16 0,-3-1 0 0,0 0 0 16,-13-9-304-16,12 10-48 0,-12-10-16 0,13 9 0 16,-3 1-128-16,-10-10 0 0,0 0 0 0,10 10 128 15,-10-10 0-15,8 12 0 0,-8-12 0 0,6 9 0 16,-6-9 80-16,0 0 16 0,0 0 0 0,5 14 0 15,-5-14-32-15,4 14-16 0,-4-14 0 0,0 0 0 16,0 0-48-16,0 0-128 0,0 0 192 0,-2 13-64 16,2-13-128-16,-3 12 0 0,3-12 0 0,0 0 0 15,-5 11 0-15,5-11 128 0,-9 9-128 0,1-3 0 0,8-6 128 16,0 0-128-16,-11 10 0 0,3-3 128 0,-2-2-128 0,10-5 160 16,-12 4-160-16,2 0 160 0,1-1-160 0,9-3 128 15,0 0-128-15,-12 3 128 0,1-1-128 0,11-2 128 16,0 0-128-16,-14 0 128 0,1-2-128 0,2 1 128 15,11 1-128-15,-13 0 128 0,13 0-128 0,0 0 192 16,-13-2-192-16,13 2 192 0,-15-2-192 0,2-1 160 16,13 3-160-16,0 0 160 0,-13-3-160 0,13 3 0 15,-15-2 144-15,15 2-144 0,0 0 0 0,-12-5 0 16,-1 0 0-16,13 5 128 0,0 0-128 0,-11-6 0 16,-1 1 0-16,12 5 128 0,0 0-128 0,0 0 0 15,-10-7-176-15,10 7 176 16,-13-8-464-16,13 8 0 0,0 0 0 0,0 0 0 15,-13-8-1632-15,13 8-320 0,0 0-64 0</inkml:trace>
  </inkml:traceGroup>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5:59:09.953"/>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30F33853-8B01-43AD-99B7-D758D6FB95A2}" emma:medium="tactile" emma:mode="ink">
          <msink:context xmlns:msink="http://schemas.microsoft.com/ink/2010/main" type="writingRegion" rotatedBoundingBox="4088,6496 1671,12041 1112,11797 3528,6252"/>
        </emma:interpretation>
      </emma:emma>
    </inkml:annotationXML>
    <inkml:traceGroup>
      <inkml:annotationXML>
        <emma:emma xmlns:emma="http://www.w3.org/2003/04/emma" version="1.0">
          <emma:interpretation id="{037F2B38-0581-4B83-AE01-82CA791D73D3}" emma:medium="tactile" emma:mode="ink">
            <msink:context xmlns:msink="http://schemas.microsoft.com/ink/2010/main" type="paragraph" rotatedBoundingBox="4088,6496 1671,12041 1112,11797 3528,6252" alignmentLevel="1"/>
          </emma:interpretation>
        </emma:emma>
      </inkml:annotationXML>
      <inkml:traceGroup>
        <inkml:annotationXML>
          <emma:emma xmlns:emma="http://www.w3.org/2003/04/emma" version="1.0">
            <emma:interpretation id="{3AAB3014-B791-4DD6-B091-2A70F1216C16}" emma:medium="tactile" emma:mode="ink">
              <msink:context xmlns:msink="http://schemas.microsoft.com/ink/2010/main" type="line" rotatedBoundingBox="4088,6496 1671,12041 1112,11797 3528,6252"/>
            </emma:interpretation>
          </emma:emma>
        </inkml:annotationXML>
        <inkml:traceGroup>
          <inkml:annotationXML>
            <emma:emma xmlns:emma="http://www.w3.org/2003/04/emma" version="1.0">
              <emma:interpretation id="{76E88D5D-EC7C-4A72-83B5-914B3F85E2BB}" emma:medium="tactile" emma:mode="ink">
                <msink:context xmlns:msink="http://schemas.microsoft.com/ink/2010/main" type="inkWord" rotatedBoundingBox="4075,6490 3829,7055 3282,6816 3528,6252">
                  <msink:destinationLink direction="from" ref="{578C2F11-F396-45A4-9AB8-79CB4DA28781}"/>
                  <msink:destinationLink direction="to" ref="{578C2F11-F396-45A4-9AB8-79CB4DA28781}"/>
                </msink:context>
              </emma:interpretation>
              <emma:one-of disjunction-type="recognition" id="oneOf0">
                <emma:interpretation id="interp0" emma:lang="" emma:confidence="0">
                  <emma:literal>M</emma:literal>
                </emma:interpretation>
                <emma:interpretation id="interp1" emma:lang="" emma:confidence="0">
                  <emma:literal>m</emma:literal>
                </emma:interpretation>
                <emma:interpretation id="interp2" emma:lang="" emma:confidence="0">
                  <emma:literal>R</emma:literal>
                </emma:interpretation>
                <emma:interpretation id="interp3" emma:lang="" emma:confidence="0">
                  <emma:literal>n</emma:literal>
                </emma:interpretation>
                <emma:interpretation id="interp4" emma:lang="" emma:confidence="0">
                  <emma:literal>^</emma:literal>
                </emma:interpretation>
              </emma:one-of>
            </emma:emma>
          </inkml:annotationXML>
          <inkml:trace contextRef="#ctx0" brushRef="#br0">-1999-1785 911 0,'0'0'0'0,"0"0"0"0,0 0 0 0,0 0 0 0,0 0 0 0,0 0 0 15,0 0 2400-15,0 0 400 0,0 0 80 0,0 0 0 16,0 0-1856-16,0 0-384 0,0 0-80 0,0 0-16 15,0 0 64-15,0 0 16 0,0 0 0 0,0 0 0 16,13 0 112-16,-13 0 32 0,0 0 0 0,0 0 0 16,0 0-144-16,0 0-32 0,11-3 0 0,-11 3 0 15,0 0-80-15,13-4 0 0,-13 4-16 0,14-3 0 16,-14 3-128-16,0 0-32 0,0 0 0 0,0 0 0 16,13-3 0-16,-13 3 0 0,14-7 0 0,-14 7 0 15,0 0-48-15,12-5-16 0,-2-3 0 0,0 3 0 0,-10 5 0 0,0 0 0 16,14 0 0-16,0 2 0 0,-14-2 112 0,14 0 0 15,-1 0 16-15,1 0 0 0,-3 0-64 0,1 3-16 16,-3 2 0-16,-9-5 0 0,0 0-128 0,17 3-16 16,-1 2-16-16,-3-2 0 0,-13-3-160 0,10 2 192 15,0 3-192-15,-10-5 192 0,0 0-16 0,13 7 0 16,4-3 0-16,-4 3 0 0,-13-7 80 0,10 7 0 16,-1-2 16-16,-9-5 0 0,0 0-32 0,0 0-16 15,9 13 0-15,-9-13 0 0,0 0-224 0,0 0 0 16,6 11 128-16,-6-11-128 0,0 0 0 0,2 13 0 15,-2-13 0-15,3 13 0 0,-3-13 0 0,0 0 128 16,0 0-128-16,0 0 0 0,0 15 144 0,0-15-144 16,0 0 128-16,0 0-128 0,-8 13 176 0,8-13-48 0,-8 10-128 15,8-10 192-15,-13 8-192 0,3-1 128 0,10-7-128 16,-12 7 0-16,-1-3 128 0,13-4-128 0,0 0 0 0,-15 4 144 16,1 1-144-16,0 0 0 0,3-2 144 0,11-3-144 15,-12 0 128-15,1 1-128 0,-1 3 128 0,12-4-128 16,0 0 128-16,-11 0-128 0,1 0 160 0,10 0-160 15,-13 1 144-15,2-1-144 0,11 0 128 0,-12-1-128 16,1-1 128-16,-1 2-128 0,12 0 0 0,-11 0 128 16,1-2-128-16,10 2 0 0,0 0 0 0,0 0 0 15,-12-1 0-15,12 1 0 0,-10-3 0 0,10 3 0 16,-11-2 0-16,11 2 128 0,-8-3-128 0,8 3 0 16,0 0 0-16,0 0 0 0,-12-2 128 0,12 2-128 15,0 0 0-15,0 0 160 0,0 0-160 0,0 0 160 16,0 0 0-16,0 0 0 0,0 0 0 0,0 0 0 0,0 0 48 15,0 0 16-15,0 0 0 0,0 0 0 0,0 0-48 0,0 0-16 16,0 0 0-16,0 0 0 0,15 2-160 0,-2-2 192 16,0 0-192-16,-13 0 192 0,0 0-192 0,15 3 192 15,-2 2-192-15,-1-2 192 0,-12-3-192 0,13 5 192 16,0-2-192-16,-13-3 192 0,16 5-192 0,-3 0 160 16,-3 2-160-16,3-1 160 0,2-1 0 0,-3 0 0 15,-12-5 0-15,10 7 0 0,-10-7-160 0,13 10 192 16,0-2-192-16,-2-2 192 0,-11-6-192 0,13 7 128 15,-1-1-128-15,-12-6 128 0,0 0-128 0,11 10 0 16,4-1 144-16,-15-9-144 0,0 0 0 0,5 11 0 16,-5-11 0-16,10 10 128 0,0-2-128 0,-2 2 0 15,-1 1 0-15,-7-11 128 0,0 0-128 0,6 14 0 0,-1-3 0 0,-5-11 0 16,8 12 0-16,-8-12 0 0,7 13 0 16,-2-2 0-16,-5-11 0 0,5 15 0 0,1-4 0 0,-6-11 0 15,2 14 0-15,-2-14 0 0,6 11 0 0,-6-11 0 16,4 15 0-16,-4-15 0 0,5 13 0 0,-5-13 0 15,3 13 0-15,-3-13 0 0,0 0 0 0,0 13 0 16,0-13 0-16,0 13 0 0,0-13 0 0,0 0 0 16,0 0 0-16,0 0 0 0,-7 13 0 0,7-13 0 15,0 0 0-15,-3 12 0 0,3-12 0 0,-8 8 0 16,8-8 0-16,-12 7 0 0,1-2 0 0,11-5 0 16,-17 5 0-16,17-5 0 0,0 0 0 0,-11 3 0 15,11-3 0-15,-16 1 144 0,1-1-144 0,0 2 0 16,0 0 0-16,4-2 0 0,11 0 0 0,0 0 0 0,-17 1 0 15,3 3 0-15,2-3 0 0,1 3 0 0,-3-3 0 0,1 3 0 16,0-3 0-16,3 1 0 0,10-2 0 0,-13 0 0 16,0 0 0-16,13 0 0 0,-13 0 0 0,1 0 0 15,1-2 0-15,1 1 0 0,10 1 128 0,-11-2-128 16,11 2 0-16,-12 0 0 0,12 0 0 0,-11 0 0 16,1 2 0-16,2-2 0 0,8 0 0 0,0 0 0 15,0 0 0-15,-12-2 0 0,-1 0 0 0,13 2 0 16,-8-5 0-16,8 5-144 0,0 0-176 0,0 0-48 15,-10-1 0-15,10 1 0 16,0 0-1632-16,0 0-336 0,0 0-64 0</inkml:trace>
        </inkml:traceGroup>
        <inkml:traceGroup>
          <inkml:annotationXML>
            <emma:emma xmlns:emma="http://www.w3.org/2003/04/emma" version="1.0">
              <emma:interpretation id="{FB4E214C-283D-4160-8BC2-0063D4E0242A}" emma:medium="tactile" emma:mode="ink">
                <msink:context xmlns:msink="http://schemas.microsoft.com/ink/2010/main" type="inkWord" rotatedBoundingBox="3684,6511 3518,6892 3299,6796 3465,6416"/>
              </emma:interpretation>
              <emma:one-of disjunction-type="recognition" id="oneOf1">
                <emma:interpretation id="interp5" emma:lang="" emma:confidence="1">
                  <emma:literal/>
                </emma:interpretation>
              </emma:one-of>
            </emma:emma>
          </inkml:annotationXML>
          <inkml:trace contextRef="#ctx0" brushRef="#br0" timeOffset="-1656.2063">-2014-1733 2751 0,'0'0'256'0,"0"0"-256"0,0 0 0 0,0 0 0 0,0 0 2368 0,0 0 416 15,0 0 96-15,0 0 0 0,0 0-1344 0,0 0-288 16,0 0-48-16,0 0-16 0,0 0-416 0,0 0-64 16,0 0-32-16,0 0 0 0,0 0-96 0,0 0-32 15,0 0 0-15,0 0 0 0,0 0-48 0,0 0-16 16,0 0 0-16,0 0 0 0,0 0 16 0,0 0 0 16,0 0 0-16,0 0 0 0,0 0 160 0,0 0 48 15,0 0 0-15,0 0 0 0,-5 15-48 0,5-15 0 16,0 0 0-16,0 0 0 0,-2 17-192 0,2-3-32 15,2-1-16-15,-2-13 0 0,5 14-112 0,-5-14-32 0,3 16 0 0,0-1 0 16,-3-15-48-16,4 16-16 0,-3-1 0 0,-1-15 0 16,0 0-48-16,4 15-16 0,-3-2 0 0,1 0 0 15,0 0 0-15,-2-13 0 0,0 0 0 0,5 15 0 16,-2 0 48-16,0-2 16 0,-3-13 0 0,2 13 0 16,-2-13 16-16,1 13 0 0,1-1 0 0,1 2 0 15,1 4-48-15,-4-18-16 0,0 0 0 0,3 13 0 16,-3-13-160-16,3 15 0 0,-1-2 144 0,-2-13-144 15,0 0 0-15,0 0 0 0,3 15 0 0,-3-15 0 16,2 13 0-16,-2-13 0 0,0 15 0 0,0-2 0 16,0-13 0-16,0 13 0 0,0-13 0 0,0 0 0 15,-4 13 0-15,4-13 0 0,0 0 0 0,-1 14-128 16,1-14-32-16,-3 13 0 0,3-13 0 0,0 0 0 16,0 0-240-16,0 0-48 0,0 0-16 15,0 0 0-15,0 0-432 0,1 13-96 0,-1-13-16 16,5 11-8560-16,-5-11-1712 0</inkml:trace>
        </inkml:traceGroup>
        <inkml:traceGroup>
          <inkml:annotationXML>
            <emma:emma xmlns:emma="http://www.w3.org/2003/04/emma" version="1.0">
              <emma:interpretation id="{607C3930-7C91-4077-ABCE-4023C6F1C42A}" emma:medium="tactile" emma:mode="ink">
                <msink:context xmlns:msink="http://schemas.microsoft.com/ink/2010/main" type="inkWord" rotatedBoundingBox="1955,11391 1671,12041 1209,11840 1493,11189"/>
              </emma:interpretation>
              <emma:one-of disjunction-type="recognition" id="oneOf2">
                <emma:interpretation id="interp6" emma:lang="" emma:confidence="1">
                  <emma:literal/>
                </emma:interpretation>
              </emma:one-of>
            </emma:emma>
          </inkml:annotationXML>
          <inkml:trace contextRef="#ctx0" brushRef="#br0" timeOffset="-8294.5948">-3980 3060 5695 0,'0'0'256'0,"0"0"48"0,0 0-304 0,0 0 0 0,0 0 0 0,0 0 0 15,0 0 1488-15,0 0 240 0,0 0 64 0,0 0 0 16,0 0-448-16,0 0-64 0,0 0-32 0,0 0 0 15,0 0-368-15,0 0-80 0,0 0-16 0,8-8 0 16,-8 8-128-16,0 0-16 0,0 0-16 0,0 0 0 16,0 0 0-16,0 0 0 0,0 0 0 0,0 0 0 15,0 0 112-15,0 0 32 0,0 0 0 0,0 0 0 0,0 0-64 0,0 0-16 16,0 0 0-16,0 0 0 0,0 0-240 0,0 0-64 16,0 0 0-16,0 0 0 0,0 0-96 0,-13 6-32 15,5 2 0-15,8-8 0 0,-7 13 0 0,2-3-16 16,5-10 0-16,-6 13 0 0,-1-1 48 0,2 1 16 15,0 0 0-15,0 0 0 0,5-13 16 0,-6 15 0 16,-1 0 0-16,2-2 0 0,0-3-128 0,2 1 0 16,-2 1-16-16,0 1 0 0,2-2-176 0,0 3 128 15,-2-1-128-15,0 0 128 0,1 2-128 0,-1-2 128 16,5-13-128-16,-4 16 128 0,-3 2-128 0,0 0 160 16,-1-1-160-16,2-1 160 0,1-1-160 0,0 0 192 15,-2-2-192-15,1 2 192 0,-1-1-192 0,2 1 0 16,5-15 0-16,-6 15 128 0,-3 0-128 0,3-2 0 0,-1 0 0 15,2-2 0-15,5-11 0 0,-5 12 0 0,2 1 0 16,3-13 128-16,-3 15-128 0,3-15 0 0,-5 13 0 0,0 0 0 16,2 0 0-16,3-13 0 0,-5 12 0 0,0 1 0 15,2 2-192-15,3-15 192 0,0 0-192 0,-4 14 192 16,4-14-336-16,-3 12 48 0,3-12 16 0,0 0 0 31,0 0-400-31,0 0-80 0,0 0-16 0,0 0-9152 0,0 0-1856 0</inkml:trace>
          <inkml:trace contextRef="#ctx0" brushRef="#br0" timeOffset="-7145.012">-3939 3061 3679 0,'0'0'160'0,"0"0"32"0,0 0-192 0,0 0 0 0,0 0 0 0,0 0 0 16,0 0 1824-16,0 0 320 0,0 0 64 0,0 0 16 15,0 0-1472-15,0 0-304 0,0 0-48 0,0 0-16 16,0 0 320-16,0 0 64 0,0 0 16 0,0 0 0 15,0 0 224-15,0 0 32 0,0 0 16 0,0 0 0 16,0 0-352-16,0 0-64 0,0 0 0 0,0 0-16 16,0 0-400-16,0 0-80 0,0 0-16 0,0 0 0 15,0 0 48-15,0 0 0 0,0 0 0 0,0 0 0 16,0 0 208-16,0 0 64 0,0 0 0 0,0 0 0 16,0 0 160-16,0 0 32 0,0 0 16 0,0 0 0 0,-2 15-96 0,2-15-32 15,0 0 0-15,5 12 0 0,-5-12-256 0,5 16-48 16,2-1-16-16,-7-15 0 0,6 10 0 0,-6-10 0 15,7 14 0-15,-1 0 0 0,2-3 48 0,1-1 0 16,-9-10 0-16,6 13 0 0,1 2-16 0,-1-2 0 16,-6-13 0-16,9 13 0 0,-3 0-240 0,1 0 176 15,-7-13-176-15,6 15 160 0,-1-2-160 0,-5-13 0 16,7 15 0-16,-1-2 0 0,1-1 192 0,-1 1-64 16,1 0 0-16,1 0 0 0,-8-13 80 0,8 13 16 15,2-3 0-15,-3 0 0 0,-7-10-96 0,6 13 0 16,3-3-128-16,-9-10 192 0,6 15-192 0,2-2 0 15,-3 0 128-15,-5-13-128 0,8 11 0 0,-1 1 0 16,0-2 0-16,-7-10 0 0,5 13 0 0,-2-2 0 16,-3-11 0-16,0 0 0 0,3 15 0 0,0-2 0 0,-3-13 0 15,5 15 0-15,-5-15 0 0,4 15 0 0,-4-15 0 0,0 0 0 16,0 0 0-16,6 13 0 0,-6-13 0 0,0 0 0 16,0 0 0-16,0 0-192 0,5 11 48 0,-5-11 0 31,0 0-320-31,0 0-64 0,0 0-16 0,0 0 0 15,0 0-1440-15,0 0-272 0,0 0-64 0</inkml:trace>
          <inkml:trace contextRef="#ctx0" brushRef="#br0" timeOffset="-6362.3941">-3701 3442 911 0,'0'0'0'15,"0"0"0"-15,0 0 0 0,0 0 0 0,0 0 1520 0,0 0 208 16,0 0 64-16,0 0 0 0,0 0-448 0,0 0-96 15,0 0-16-15,0 0 0 0,0 0-256 0,0 0-48 16,0 0-16-16,0 0 0 0,0 0-16 0,0 0 0 16,0 0 0-16,0 0 0 0,0 0 48 0,0 0 0 15,0 0 0-15,0 0 0 0,0 0-192 0,0 0-48 16,0 0 0-16,0 0 0 0,0 0-320 0,0 0-64 16,-13 0 0-16,3 0-16 0,10 0-128 0,-13 0-32 15,-1-1 0-15,3-1 0 0,0 2 144 0,11 0 32 16,-12 0 0-16,1 0 0 0,-3 0 224 0,1 0 48 15,-2-2 16-15,6 2 0 0,9 0-160 0,-10 0-16 16,-2 0-16-16,1 0 0 0,1 0-192 0,0 2-32 16,0-4-16-16,0 2 0 0,1-1-176 0,9 1 128 0,-10 0-128 15,2 0 128-15,-2-2-128 0,10 2 160 0,-10 0-160 0,0 0 160 16,10 0-32-16,0 0 0 0,0 0 0 0,-8 0 0 16,8 0-128-16,0 0 192 0,0 0-192 0,-10 3 192 15,2-4-192-15,8 1 0 0,0 0 144 0,-10-2-144 16,10 2 0-16,-8-3 0 0,-1-1 0 0,9 4 0 15,0 0 0-15,0 0-128 0,0 0 0 0,0 0 0 32,0 0-1488-32,0 0-304 0,0 0-48 0</inkml:trace>
        </inkml:traceGroup>
      </inkml:traceGroup>
    </inkml:traceGroup>
  </inkml:traceGroup>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5:59:06.056"/>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751C45AD-7D02-4A37-9607-C0A62EC8D7F8}" emma:medium="tactile" emma:mode="ink">
          <msink:context xmlns:msink="http://schemas.microsoft.com/ink/2010/main" type="inkDrawing" rotatedBoundingBox="3818,12526 3827,12001 3865,12002 3856,12527" shapeName="Other"/>
        </emma:interpretation>
      </emma:emma>
    </inkml:annotationXML>
    <inkml:trace contextRef="#ctx0" brushRef="#br0">-1640 3907 6671 0,'0'0'288'0,"0"0"80"0,0 0-368 0,0 0 0 16,0 0 0-16,0 0 0 0,0 0 944 0,0 0 112 15,0 0 32-15,0 0 0 0,0 0-480 0,0 0-96 16,0 0 0-16,0 0-16 0,0 0 128 0,12-4 16 15,-1-2 16-15,-11 6 0 0,0 0-208 0,0 0-64 16,0 0 0-16,0 0 0 0,0 0-208 0,0 0-48 16,0 0-128-16,0 0 192 0,0 0 64 0,0 0 0 15,0 0 0-15,0 0 0 0,0 0 48 0,3-12 16 16,-3 12 0-16,-1-11 0 0,1 11 240 0,0 0 48 16,-4-10 16-16,4 10 0 0,-9-5 144 0,9 5 16 0,0 0 16 0,0 0 0 15,-10-6 0-15,10 6 0 0,0 0 0 0,0 0 0 16,0 0-32-16,0 0-16 0,0 0 0 0,0 0 0 15,0 0-288-15,0 0-48 0,0 0-16 0,0 0 0 16,0 0-96-16,0 0-32 0,0 0 0 0,0 0 0 16,0 0 64-16,-4 13 16 0,4-13 0 0,-1 16 0 15,-1 2 64-15,1-1 16 0,-3-4 0 0,3 0 0 16,1 2-64-16,0-1-16 0,0 1 0 0,0 0 0 16,-2 0-192-16,2-1-32 0,0 1-128 0,0 0 192 15,-2 1-64-15,4 1-128 0,1-1 176 0,-1 1-176 16,-4-1 176-16,2-1-176 0,0 0 160 0,0-2-160 15,0-13 176-15,2 16-176 0,-2-1 192 0,2-2-192 16,-2-13 160-16,3 15-160 0,-3-15 128 0,0 16-128 0,0-16 0 16,0 15 0-16,0-15 0 0,-2 15 0 0,2-15 0 15,2 14 0-15,-2-14 0 0,-2 15 0 0,2-15 0 0,3 15 0 16,-3-15 0-16,0 0-176 0,2 15-32 0,-2-15-16 16,5 15 0-16,-5-15 0 15,0 13-544-15,0-13-128 0,0 0 0 0,0 0-16 16,0 0-576-16,0 0-112 0,0 0-32 0,0 0-11424 15</inkml:trace>
  </inkml:traceGroup>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5:58:59.625"/>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578C2F11-F396-45A4-9AB8-79CB4DA28781}" emma:medium="tactile" emma:mode="ink">
          <msink:context xmlns:msink="http://schemas.microsoft.com/ink/2010/main" type="inkDrawing" rotatedBoundingBox="5563,8111 5957,8366 5860,8516 5466,8261" semanticType="callout" shapeName="Other">
            <msink:sourceLink direction="from" ref="{76E88D5D-EC7C-4A72-83B5-914B3F85E2BB}"/>
            <msink:sourceLink direction="to" ref="{76E88D5D-EC7C-4A72-83B5-914B3F85E2BB}"/>
          </msink:context>
        </emma:interpretation>
      </emma:emma>
    </inkml:annotationXML>
    <inkml:trace contextRef="#ctx0" brushRef="#br0">2198 1804 7247 0,'0'0'320'0,"0"0"64"0,0 0-384 0,0 0 0 16,-7-11 0-16,7 11 0 0,0 0 1456 0,0 0 208 16,0 0 32-16,0 0 16 0,0 0-608 0,-1-10-112 15,1 10-32-15,-2-10 0 0,2 10-384 0,0 0-96 0,0 0-16 0,0 0 0 16,-3-10-32-16,3 10-16 0,-3-11 0 0,3 11 0 16,-7-9 288-16,7 9 48 0,0 0 16 0,0 0 0 15,0 0 64-15,0 0 0 0,0 0 16 0,0 0 0 16,0 0-144-16,0 0-16 0,-8-8-16 0,8 8 0 15,0 0-224-15,0 0-64 0,-8 2 0 0,8-2 0 16,0 0-224-16,0 0-160 0,-9-7 192 0,9 7-192 16,0 0 176-16,-8 7-176 0,8-7 160 0,-13 1-160 15,13-1 224-15,-10 5-48 0,10-5-16 0,0 0 0 16,-10 7 96-16,10-7 0 0,-13 0 16 0,3 5 0 16,4 3-64-16,6-8-16 0,0 0 0 0,0 0 0 15,-13 8-48-15,4-1-16 0,9-7 0 0,0 0 0 16,0 0 0-16,0 0 0 0,0 0 0 0,0 0 0 0,-9 10-128 15,9-10 0-15,0 0 144 0,0 0-144 0,-9 11 0 0,9-11 0 16,-8 10 0-16,8-10 0 0,-6 10 0 0,6-10 0 16,-5 13 0-16,5-13 128 0,0 0-128 0,0 0 176 15,0 15-176-15,0-15 192 0,0 0-192 0,0 0 192 16,0 0-192-16,0 0 192 0,0 0-192 0,0 0 128 16,0 0-128-16,0 0 128 0,6 10-128 0,-6-10 192 15,0 0-192-15,0 0 192 0,0 0-192 0,10 6 160 16,-10-6-160-16,13 7 160 0,-13-7-160 0,12 5 128 15,-12-5-128-15,13 5 128 0,-13-5-128 0,13 6 0 16,-13-6 0-16,12 3 128 0,-12-3-128 0,0 0 0 16,14 2 0-16,-14-2 0 0,0 0 0 0,13-3 0 15,-13 3 0-15,12 1 0 0,-12-1 0 0,0 0 0 16,0 0 0-16,0 0 0 0,0 0 0 0,0 0 0 16,0 0 0-16,13-1 0 0,-1-1-144 0,-12 2 144 0,0 0 0 0,0 0 0 15,6-10 0-15,-6 10 0 0,0-13 0 0,0 2 0 16,0-1 0-16,0 12-160 0,-2-15 160 0,1 4-192 15,1 11 192-15,1-12-192 0,-1 12 192 0,0 0-192 16,2-11 192-16,-2 11 0 0,0 0 0 0,0 0-128 16,5-12 128-16,-5 12 0 0,0 0 0 0,0 0 0 15,0 0 0-15,0 0 0 0,0 0 0 0,0 0 0 16,0 0 0-16,0 0 0 0,0-14 0 0,0 14 0 16,0 0 0-16,0 0 0 0,0 0 0 0,0 0-128 15,0 0 128-15,0 0 0 0,0 0 0 0,0 0 0 16,0 0 0-16,0 0 0 0,0 0 0 0,0 0 0 15,0 0 0-15,0 0 0 0,0 0 0 0,0 0 0 0,0 0 0 0,0 0 0 16,10 3 0-16,-10-3 0 0,0 0 0 16,0 0 0-16,0 0 0 0,0 0 0 0,0 0 0 0,8 11 0 15,-1 3 0-15,-1-3 0 0,-1 1 0 0,-5-12 0 16,0 0 0-16,10 13 0 0,-5 3 0 0,1-1 144 16,4-2-144-16,-2 0 0 0,-8-13 128 0,7 15-128 15,1 0 0-15,0-2 0 0,4-3 128 0,-2 1-128 16,-2 1 0-16,2-4 0 0,-10-8 0 0,13 6 128 15,-3-1-128-15,1 2 0 0,-11-7 128 0,15 6-128 16,0-4 0-16,-2 1 0 0,-2 1 128 0,1-3-128 16,-12-1 0-16,11-1 0 15,-11 1-320-15,14-4-112 0,-14 4-16 0,14-5-16 16,-1 2-1936-16,-1-2-384 0</inkml:trace>
  </inkml:traceGroup>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6:11:22.405"/>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8E56A137-DFD4-414A-8DC3-58C5BD0D1F1B}" emma:medium="tactile" emma:mode="ink">
          <msink:context xmlns:msink="http://schemas.microsoft.com/ink/2010/main" type="writingRegion" rotatedBoundingBox="350,10094 368,8899 952,8909 933,10103"/>
        </emma:interpretation>
      </emma:emma>
    </inkml:annotationXML>
    <inkml:traceGroup>
      <inkml:annotationXML>
        <emma:emma xmlns:emma="http://www.w3.org/2003/04/emma" version="1.0">
          <emma:interpretation id="{242E47CD-CE21-4216-9D72-AF779019C527}" emma:medium="tactile" emma:mode="ink">
            <msink:context xmlns:msink="http://schemas.microsoft.com/ink/2010/main" type="paragraph" rotatedBoundingBox="350,10094 368,8899 952,8909 933,10103" alignmentLevel="1"/>
          </emma:interpretation>
        </emma:emma>
      </inkml:annotationXML>
      <inkml:traceGroup>
        <inkml:annotationXML>
          <emma:emma xmlns:emma="http://www.w3.org/2003/04/emma" version="1.0">
            <emma:interpretation id="{074F7297-66CA-4B74-B8B3-BB70C01EC569}" emma:medium="tactile" emma:mode="ink">
              <msink:context xmlns:msink="http://schemas.microsoft.com/ink/2010/main" type="line" rotatedBoundingBox="350,10094 368,8899 952,8909 933,10103"/>
            </emma:interpretation>
          </emma:emma>
        </inkml:annotationXML>
        <inkml:traceGroup>
          <inkml:annotationXML>
            <emma:emma xmlns:emma="http://www.w3.org/2003/04/emma" version="1.0">
              <emma:interpretation id="{3EDB162A-AAEF-4B0E-A962-A7CCCE83A317}" emma:medium="tactile" emma:mode="ink">
                <msink:context xmlns:msink="http://schemas.microsoft.com/ink/2010/main" type="inkWord" rotatedBoundingBox="349,10094 368,8925 576,8929 557,10097"/>
              </emma:interpretation>
              <emma:one-of disjunction-type="recognition" id="oneOf0">
                <emma:interpretation id="interp0" emma:lang="" emma:confidence="1">
                  <emma:literal/>
                </emma:interpretation>
              </emma:one-of>
            </emma:emma>
          </inkml:annotationXML>
          <inkml:trace contextRef="#ctx0" brushRef="#br0">216 23 8751 0,'0'0'384'0,"0"0"80"0,0 0-464 0,0 0 0 0,0 0 0 0,0 0 0 15,0 0 2032-15,0 0 304 0,2-13 64 0,-2 13 16 16,0 0-960-16,0 0-192 0,3-12-48 0,-3 12 0 16,0 0-400-16,0 0-96 0,0 0-16 0,0 0 0 15,0 0-160-15,0 0-32 0,0 0-16 0,0 0 0 16,0 0-112-16,0 0 0 0,2 13-16 0,0 4 0 0,-2 1-48 15,0 1 0-15,-4 1 0 0,4 0 0 0,-1-2 16 16,-1 3 0-16,0 5 0 0,1-4 0 0,-1-6 32 0,1 4 0 16,-1 4 0-16,-1 3 0 0,-2 2-112 0,0 1-32 15,-2 1 0-15,2 2 0 0,4 1-96 0,-4 1-128 16,-3-1 176-16,3-1-176 0,1 2 192 0,1-3-64 16,-2-2 0-16,0-1-128 0,0 1 288 0,-1-2-48 15,-1 1-16-15,2-1 0 0,2 0 16 0,-2-3 0 16,-2-4 0-16,1 4 0 0,-2-4-240 0,-1 2 144 15,5 0-144-15,-3-3 128 0,-1-2-128 0,1 3 0 16,1 2 144-16,-3-3-144 0,-2-2 0 0,4-2 128 16,2-1-128-16,2-2 0 0,2-1 0 0,-3-2 0 15,-4 1 0-15,3 1 0 0,5-12-176 0,0 0 176 16,-3 9-208-16,3-9 80 16,0 0-272-16,0 0-48 0,0 0-16 0,0 0 0 15,0 0-1840-15,0 0-352 0</inkml:trace>
        </inkml:traceGroup>
        <inkml:traceGroup>
          <inkml:annotationXML>
            <emma:emma xmlns:emma="http://www.w3.org/2003/04/emma" version="1.0">
              <emma:interpretation id="{0F8A0A44-0A33-4D3B-8941-BD0780C78DA5}" emma:medium="tactile" emma:mode="ink">
                <msink:context xmlns:msink="http://schemas.microsoft.com/ink/2010/main" type="inkWord" rotatedBoundingBox="492,9893 508,8902 952,8909 937,9901"/>
              </emma:interpretation>
              <emma:one-of disjunction-type="recognition" id="oneOf1">
                <emma:interpretation id="interp1" emma:lang="" emma:confidence="0">
                  <emma:literal>f</emma:literal>
                </emma:interpretation>
                <emma:interpretation id="interp2" emma:lang="" emma:confidence="0">
                  <emma:literal>4</emma:literal>
                </emma:interpretation>
                <emma:interpretation id="interp3" emma:lang="" emma:confidence="0">
                  <emma:literal>E</emma:literal>
                </emma:interpretation>
                <emma:interpretation id="interp4" emma:lang="" emma:confidence="0">
                  <emma:literal>t</emma:literal>
                </emma:interpretation>
                <emma:interpretation id="interp5" emma:lang="" emma:confidence="0">
                  <emma:literal>F</emma:literal>
                </emma:interpretation>
              </emma:one-of>
            </emma:emma>
          </inkml:annotationXML>
          <inkml:trace contextRef="#ctx0" brushRef="#br0" timeOffset="963.9147">285 5 3679 0,'0'0'160'0,"0"0"32"0,0 0-192 0,0 0 0 0,0 0 0 0,0 0 0 0,0 0 2416 0,0 0 432 16,-1-12 96-16,1 12 0 0,0 0-2176 0,0 0-448 16,0 0-96-16,0 0-16 0,0 0 48 0,-5-10 0 15,5 10 0-15,0 0 0 0,-3-10 80 0,3 10 32 16,0 0 0-16,0 0 0 0,0 0 208 0,0 0 32 15,0 0 16-15,0 0 0 0,0 0 16 0,0 0 0 16,0 0 0-16,0 0 0 0,0 0-176 0,0 0-16 16,0 14-16-16,0-5 0 0,0-9-48 0,0 0-16 15,0 0 0-15,3 19 0 0,-2 0 80 0,1-6 0 16,-2-13 16-16,0 0 0 0,3 20-80 0,1 0 0 16,-1-2-16-16,2-2 0 0,1-3-112 0,-1-1 0 15,-5-12-16-15,4 15 0 0,2 1-32 0,1-1 0 16,-2 0 0-16,0-1 0 0,0 3 0 0,1 1 0 0,1 0 0 15,-1-2 0-15,-2-3 16 0,0 5 0 0,1 5 0 0,0-3 0 16,0-2 96-16,0-1 32 0,0-1 0 0,0 4 0 16,-2 3-160-16,2 0-48 0,0-4 0 0,3-1 0 15,-1 4-144-15,-1-3 160 0,-1-1-160 0,2 1 160 16,1-1-160-16,-1 0 0 0,-2 0 144 0,1 0-144 16,4 0 192-16,0 0-48 0,-2-2 0 0,2 2 0 15,0 4 0-15,-2-1 0 0,-1-3 0 0,-1-2 0 16,1-2-144-16,-1 0 160 0,-1-1-160 0,0 2 160 15,-5-15-160-15,5 15 0 0,-2 0 0 0,1-2 0 16,-4-13-224-16,0 11-80 0,0-11-16 0,3 14 0 16,-3-3-384-16,0-11-64 15,5 12-32-15,1-4 0 0,-6-8-2080 0,0 0-432 0</inkml:trace>
          <inkml:trace contextRef="#ctx0" brushRef="#br0" timeOffset="1493.793">512 715 19455 0,'0'0'864'0,"0"0"176"0,0 0-832 0,0 0-208 0,0 0 0 0,0 0 0 15,0 0 720-15,0 0 112 0,-12 4 0 0,12-4 16 0,0 0-496 16,0 0-96-16,0 0-32 0,0 0 0 0,-11 1 240 0,11-1 48 16,0 0 16-16,-12 4 0 0,12-4 544 0,0 0 96 15,-11 3 32-15,11-3 0 0,-12 3-352 0,12-3-64 16,-13 7-16-16,2-4 0 0,11-3-480 0,-12-2-96 15,1 4-32-15,-1 1 0 0,-1 1-160 0,2-1 0 16,11-3 0-16,-15 5 128 0,-1-2-128 0,-1 0 0 16,1-3 0-16,-1 2 0 0,1 1 0 0,1 0 0 15,0-1 0-15,1-2 0 0,-3 2 0 0,2-2 0 16,1-4-192-16,1 3 192 16,1-1-1808-16,12 2-240 0,-13-5-64 0</inkml:trace>
        </inkml:traceGroup>
        <inkml:traceGroup>
          <inkml:annotationXML>
            <emma:emma xmlns:emma="http://www.w3.org/2003/04/emma" version="1.0">
              <emma:interpretation id="{6BB076D3-20D9-40EC-AE68-8CF0FBE16E9E}" emma:medium="tactile" emma:mode="ink">
                <msink:context xmlns:msink="http://schemas.microsoft.com/ink/2010/main" type="inkWord" rotatedBoundingBox="546,9020 547,9005 561,9006 561,9021"/>
              </emma:interpretation>
              <emma:one-of disjunction-type="recognition" id="oneOf2">
                <emma:interpretation id="interp6" emma:lang="" emma:confidence="1">
                  <emma:literal/>
                </emma:interpretation>
              </emma:one-of>
            </emma:emma>
          </inkml:annotationXML>
          <inkml:trace contextRef="#ctx0" brushRef="#br0" timeOffset="-330.902">197 75 911 0</inkml:trace>
        </inkml:traceGroup>
      </inkml:traceGroup>
    </inkml:traceGroup>
  </inkml:traceGroup>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9T06:11:25.569"/>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3E3C7623-3A71-4AD1-A27B-F4647F6E7C2F}" emma:medium="tactile" emma:mode="ink">
          <msink:context xmlns:msink="http://schemas.microsoft.com/ink/2010/main" type="writingRegion" rotatedBoundingBox="7064,5645 6994,11114 3609,11071 3679,5601"/>
        </emma:interpretation>
      </emma:emma>
    </inkml:annotationXML>
    <inkml:traceGroup>
      <inkml:annotationXML>
        <emma:emma xmlns:emma="http://www.w3.org/2003/04/emma" version="1.0">
          <emma:interpretation id="{75952666-7F4B-446D-BADE-33F6E285CF1C}" emma:medium="tactile" emma:mode="ink">
            <msink:context xmlns:msink="http://schemas.microsoft.com/ink/2010/main" type="paragraph" rotatedBoundingBox="6353,6852 7045,6852 7045,7180 6353,7180" alignmentLevel="2"/>
          </emma:interpretation>
        </emma:emma>
      </inkml:annotationXML>
      <inkml:traceGroup>
        <inkml:annotationXML>
          <emma:emma xmlns:emma="http://www.w3.org/2003/04/emma" version="1.0">
            <emma:interpretation id="{B393AD42-D2DF-44B0-A4BA-556CF4751F2C}" emma:medium="tactile" emma:mode="ink">
              <msink:context xmlns:msink="http://schemas.microsoft.com/ink/2010/main" type="inkBullet" rotatedBoundingBox="6372,6833 7064,6883 7040,7221 6348,7172"/>
            </emma:interpretation>
            <emma:one-of disjunction-type="recognition" id="oneOf0">
              <emma:interpretation id="interp0" emma:lang="" emma:confidence="0">
                <emma:literal>↳</emma:literal>
              </emma:interpretation>
            </emma:one-of>
          </emma:emma>
        </inkml:annotationXML>
        <inkml:trace contextRef="#ctx0" brushRef="#br0">305 67 16063 0,'0'0'704'0,"0"0"160"0,0 0-688 0,0 0-176 0,0 0 0 0,0 0 0 0,7-9 480 0,-7 9 64 15,0-6 16-15,0 6 0 0,0 0-304 0,0 0-48 16,-3-12-16-16,-1 2 0 0,-2 2 176 0,6 8 16 16,0 0 16-16,0 0 0 0,-10-8 464 0,2 0 96 15,0 3 0-15,8 5 16 0,0 0-144 0,0 0-16 16,0 0-16-16,-15 0 0 0,0 0-400 0,4 0-80 16,11 0 0-16,-14 0-16 0,14 0-176 0,-14 3-128 15,-1 0 144-15,3 1-144 0,12-4 192 0,-13 5-48 16,0 0-16-16,13-5 0 0,-11 8-128 0,2 2 160 15,3 0-160-15,-1 1 160 0,-3-1-160 0,4 3 0 16,3 0 144-16,-1 0-144 0,4-13 128 0,-8 13-128 16,2-1 160-16,-3-1-160 0,-2 4 192 0,3-3-48 0,8-12-16 0,-9 14 0 15,0 1 64-15,2-2 16 0,0-3 0 16,3-2 0-16,4-8-64 0,-7 9-16 0,-1-1 0 0,8-8 0 16,0 0-128-16,-3 10 128 0,3-10-128 0,0 0 128 15,0 9 0-15,0-9-128 0,8 10 192 0,0 2-64 16,-3-2 64-16,-5-10 0 0,11 8 0 0,2 0 0 15,1-3 0-15,0-2 0 0,1 1 0 0,0-3 0 16,-2-2 64-16,-13 1 32 0,15-2 0 0,-2 2 0 16,-13 0 96-16,13-2 32 0,-13 2 0 0,0 0 0 15,13-5-32-15,-1 0-16 0,-12 5 0 0,10-13 0 16,-2 0-144-16,-3 2-32 0,-4 2 0 0,4-2 0 16,3-2-192-16,-1 1 0 0,-4 4 0 0,2 0 0 0,2-2 0 15,-7 10 0-15,5-10 0 0,-5 10 0 0,5-15 0 16,0 4 0-16,-5 11 0 0,0 0 0 0,8-13 0 0,-2 3 0 15,-1 2 0-15,2 3 144 0,-7 5-16 0,0 0-128 16,6-12 192-16,-1 6-64 0,-5 6 0 0,0 0-128 16,0 0 192-16,0 0-64 0,7-12-128 0,-4 4 0 15,-3 8 0-15,0 0 0 0,3-10 0 0,-3 10 0 16,4-13 128-16,-4 13-128 0,0 0 0 0,0 0 0 16,0 0 0-16,0 0 0 0,0 0 0 0,0 0 0 15,11-5 0-15,-11 5 0 0,12-5 0 0,-12 5 0 16,11-5 144-16,-11 5-144 0,0 0 0 0,13 4 0 15,-13-4 0-15,13 3 0 0,-1 2-128 0,-12-5 128 16,11 8-128-16,-1-1 128 0,-10-7 0 0,13 13-160 16,-4 3 160-16,0-1 0 0,0-2-128 0,-1 0 128 15,-8-13 0-15,8 17 0 0,4-4 0 0,-3 0 0 0,1-2 0 0,-2 3 0 16,-1-1 0-16,1 0 0 0,0-3 0 0,1-2 0 16,-9-8 0-16,14 10 0 0,0 0 0 0,-1-1 0 15,-3-4 0-15,3-1 0 0,0-6 0 0,0 5 0 31,0 4-416-31,0-6-80 0,0-7-16 0,2 3-10448 0,3 3-2096 0</inkml:trace>
      </inkml:traceGroup>
    </inkml:traceGroup>
    <inkml:traceGroup>
      <inkml:annotationXML>
        <emma:emma xmlns:emma="http://www.w3.org/2003/04/emma" version="1.0">
          <emma:interpretation id="{D76BE760-11F3-4147-A97C-E0C0BECAC49C}" emma:medium="tactile" emma:mode="ink">
            <msink:context xmlns:msink="http://schemas.microsoft.com/ink/2010/main" type="paragraph" rotatedBoundingBox="4230,5609 4159,11078 3609,11071 3679,5601" alignmentLevel="1"/>
          </emma:interpretation>
        </emma:emma>
      </inkml:annotationXML>
      <inkml:traceGroup>
        <inkml:annotationXML>
          <emma:emma xmlns:emma="http://www.w3.org/2003/04/emma" version="1.0">
            <emma:interpretation id="{BF430B1B-ACC7-432F-B0D6-87A974951B91}" emma:medium="tactile" emma:mode="ink">
              <msink:context xmlns:msink="http://schemas.microsoft.com/ink/2010/main" type="line" rotatedBoundingBox="4230,5609 4159,11078 3609,11071 3679,5601"/>
            </emma:interpretation>
          </emma:emma>
        </inkml:annotationXML>
        <inkml:traceGroup>
          <inkml:annotationXML>
            <emma:emma xmlns:emma="http://www.w3.org/2003/04/emma" version="1.0">
              <emma:interpretation id="{FE5D6711-1E3B-4D92-AF67-9331343FCA08}" emma:medium="tactile" emma:mode="ink">
                <msink:context xmlns:msink="http://schemas.microsoft.com/ink/2010/main" type="inkWord" rotatedBoundingBox="4230,5609 4217,6551 3667,6544 3679,5601"/>
              </emma:interpretation>
              <emma:one-of disjunction-type="recognition" id="oneOf1">
                <emma:interpretation id="interp1" emma:lang="" emma:confidence="1">
                  <emma:literal/>
                </emma:interpretation>
              </emma:one-of>
            </emma:emma>
          </inkml:annotationXML>
          <inkml:trace contextRef="#ctx0" brushRef="#br0" timeOffset="1631.2316">-2675-1210 911 0,'0'0'0'0,"0"0"0"0,0 0 0 0,0 0 0 0,0 0 2752 0,0 0 480 16,10-7 96-16,-10 7 0 0,0 0-2176 0,0 0-448 16,0 0-96-16,0 0-16 0,6-11-144 0,-2 2-48 15,-4 9 0-15,0 0 0 0,0 0 304 0,0 0 48 16,3-9 16-16,-3 9 0 0,0 0 64 0,0 0 0 15,0 0 16-15,0 0 0 0,0 0-368 0,0 0-80 16,0 0-16-16,0 0 0 0,0 0-96 0,6 16-32 16,-6-16 0-16,4 16 0 0,-3 2 128 0,3 1 32 15,-3-5 0-15,-1 3 0 0,-1-1 32 0,1 4 0 16,0 1 0-16,1-1 0 0,1-4-128 0,-4 4-32 0,-3 1 0 16,5-1 0-16,7 0 0 0,-2-1 0 0,-2 3 0 15,0-3 0-15,-1-1 80 0,1 2 16 0,1-2 0 16,-3 2 0-16,-2 1 48 0,1 1 16 0,1-1 0 0,3 0 0 15,-1-1-96-15,0-2-16 0,2-3 0 0,0 1 0 16,-2 2-144-16,-1-1-16 0,-2-17-16 0,3 21 0 16,2 0-160-16,0-1 0 0,-3-4 0 0,1 1 128 15,0-2-128-15,-1-2 0 0,-4-2 0 0,2-11 0 16,0 0 0-16,5 17 0 0,-2 1 0 0,-1-5 0 16,-2-13 0-16,0 0 0 0,0 0-144 0,5 13 144 15,-5-13-192-15,0 0 0 0,7 13 16 0,-7-13 0 16,0 0-336-16,0 0-80 0,0 0-16 15,0 0 0-15,0 0-1696 0,13 5-352 0,-13-5-64 16</inkml:trace>
          <inkml:trace contextRef="#ctx0" brushRef="#br0" timeOffset="2820.6781">-2634-1176 1839 0,'0'0'160'0,"0"0"-160"16,0 0 0-16,0 0 0 0,0 0 1600 0,0 0 272 15,11-5 64-15,-11 5 16 0,15-5-1408 0,-15 5-288 16,8-8-48-16,2 0-16 0,2 1 256 0,-1 2 32 15,-1 0 16-15,0-1 0 0,-10 6 400 0,15-7 96 16,1 2 16-16,1 2 0 0,-1 2-256 0,0-1-48 16,-1-1-16-16,2 3 0 0,-1 1-144 0,0 1-32 15,-1-2 0-15,2 3 0 0,-3 0-32 0,1 1-16 16,0-3 0-16,1 1 0 0,1 3 80 0,-1 0 16 16,-1-2 0-16,3 2 0 0,-3 2-352 0,-2-1-64 15,-2 1-16-15,1-2 0 0,-12-5 144 0,15 6 32 0,-4 1 0 16,-1-1 0-16,-10-6 400 0,10 12 64 0,-10-12 32 0,6 15 0 15,-2-1-336-15,-1 0-64 0,-1-1-16 0,-2 0 0 16,-4 0-208-16,1 0-48 0,-4 2-128 0,1-2 192 16,-1-2-192-16,2 1 128 0,5-12-128 0,-8 15 0 15,-2-1 128-15,2-2-128 0,0-2 0 0,0-2 144 16,-2 0-144-16,0 0 160 0,0 2-160 0,-3-3 160 16,2-1 0-16,-1 1 0 0,2 1 0 0,0-3 0 15,-1-2 16-15,-1-1 0 0,-1 0 0 0,2-1 0 16,11-1 32-16,-15 2 16 0,0-2 0 0,2 2 0 15,0-2 0-15,1 1 0 0,1 1 0 0,11-2 0 0,-13-2-96 16,1 1-128-16,-1-1 176 0,13 2-176 0,0 0 176 16,-10-5-176-16,1 0 160 0,9 5-160 0,0 0 208 0,0 0-48 15,-12 2-16-15,12-2 0 0,0 0 16 0,0 0 0 16,0 0 0-16,0 0 0 0,0 0-16 0,0 0 0 16,0 0 0-16,0 0 0 0,0 0-144 0,0 0 192 15,0 0-192-15,0 0 192 0,0 0-192 0,0 0 0 16,0 0 144-16,12 3-144 0,-12-3 0 0,13 5 0 15,-13-5 0-15,14 3 128 0,0-1-128 0,-14-2 0 16,13 3 0-16,0 0 128 0,0 2-128 0,0-1 0 16,0-4 0-16,2 1 128 0,0 4-128 0,-2 2 176 15,-2 1-176-15,2-3 192 0,-1-2-192 0,1 4 0 16,0 3 0-16,0-4 0 0,0-3 0 0,-3 4 0 16,-10-7 0-16,13 15 0 0,-1 3 0 0,-2 0 0 0,-2-3 0 15,0-2 0-15,2-2 0 0,-2-1 0 0,-8-10 0 0,7 15 0 16,-2 0 0-16,0-2 0 0,-5-13 128 0,5 15-128 15,-2-1 128-15,0-1-128 0,-3-13 0 0,0 0 128 16,-1 17-128-16,-1-2 0 0,2-15 144 0,-3 16-144 16,-1 0 128-16,1-1-128 0,-2-3 128 0,2 1-128 15,3-13 0-15,-7 16 0 0,-1-3 0 0,0-1 128 16,1-2-128-16,1 1 0 0,-2 2 0 0,-1-3 0 16,-1-2 0-16,2 4 0 0,2-2 0 0,-3-2 0 15,0 0 0-15,9-8 176 0,-13 5-176 0,-1 2 192 16,3-1-16-16,-1-2 0 0,-1-4 0 0,0 0 0 15,2 4-176-15,-1-2 192 0,1-2-192 0,11 0 192 16,-13 0-192-16,-1 0 0 0,0 0 0 0,-1 0 0 0,-2-2-400 16,-1 2 32-16,-1 0 16 0,-3 2 0 15,1 0-320-15,0 1-64 0,-1 0-16 16,1 2 0-16,1 2-1488 0,1 3-288 0,-3-1-64 16,-2-2-16-16</inkml:trace>
        </inkml:traceGroup>
        <inkml:traceGroup>
          <inkml:annotationXML>
            <emma:emma xmlns:emma="http://www.w3.org/2003/04/emma" version="1.0">
              <emma:interpretation id="{EE2E6398-0178-4788-A65D-1780DD04ED76}" emma:medium="tactile" emma:mode="ink">
                <msink:context xmlns:msink="http://schemas.microsoft.com/ink/2010/main" type="inkWord" rotatedBoundingBox="4077,10089 4064,11076 3640,11071 3653,10083"/>
              </emma:interpretation>
              <emma:one-of disjunction-type="recognition" id="oneOf2">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D</emma:literal>
                </emma:interpretation>
                <emma:interpretation id="interp6" emma:lang="" emma:confidence="0">
                  <emma:literal>J</emma:literal>
                </emma:interpretation>
              </emma:one-of>
            </emma:emma>
          </inkml:annotationXML>
          <inkml:trace contextRef="#ctx0" brushRef="#br0" timeOffset="3792.4357">-2520 3337 12255 0,'0'0'544'0,"0"0"112"0,0 0-528 0,0 0-128 0,-5-12 0 0,5 12 0 15,0-13 1664-15,0 13 288 0,0-13 64 0,0 13 16 0,0-15-880 0,0 2-192 16,0 13-16-16,0-13-16 0,-1 0-208 0,1 13-32 16,0 0-16-16,5-10 0 0,-5 10-160 0,0 0-48 15,0 0 0-15,0 0 0 0,0 0-240 0,0 0-48 16,0 0-16-16,0 0 0 0,0 0-160 0,8 10 0 15,-8-10 0-15,6 15 128 0,-1 0-128 0,-1 3 0 16,-3 1 0-16,1 1 0 0,-1 1 0 0,-2 4 0 16,-2 3 192-16,-1-2-64 0,1 0 80 0,1 1 16 15,1-1 0-15,-4 0 0 0,-2 5-48 0,1-3-16 16,1-1 0-16,-2 0 0 0,-1 6-160 0,1 0 0 16,2 0 0-16,2-4 128 0,0-2-128 0,1 2 0 15,1 6 0-15,-1-6 0 0,0-4 0 0,1-1 0 16,1 4 0-16,1-1 0 0,1-3 0 0,-2-1 0 0,-2-5 0 15,1-1 0-15,-1-4 0 0,2-13-144 0,0 0 144 0,0 11 0 16,0-11-272-16,0 0 48 0,0 0 16 0,0 0 0 31,0 0-496-31,0 0-112 0,0 0-16 0,0 0-7104 0,0 0-1408 0</inkml:trace>
          <inkml:trace contextRef="#ctx0" brushRef="#br0" timeOffset="4438.7786">-2502 3757 2751 0,'0'0'256'0,"0"0"-256"0,0 0 0 0,0 0 0 16,0 0 1712-16,0 0 288 0,0 0 64 0,0 0 16 16,0 0-1296-16,0 0-256 0,8-15-48 0,-1 4-16 15,-7 11 192-15,0 0 48 0,0 0 0 0,0 0 0 16,12-8 192-16,-12 8 32 0,0 0 16 0,13-5 0 16,-4-3-112-16,-9 8-32 0,0 0 0 0,0 0 0 15,14 4-192-15,-14-4-32 0,13 2-16 0,0 1 0 16,-13-3-176-16,13 7-48 0,-3-1 0 0,0 3 0 15,0-3-48-15,-2 2-16 0,-8-8 0 0,6 12 0 16,3 1 48-16,-3 2 16 0,-1 3 0 0,-2 2 0 16,-1 3-80-16,3-4 0 0,1 1-16 0,1-4 0 15,-4 1 16-15,1 2 16 0,-1 0 0 0,0 0 0 16,0-4-80-16,-1 0 0 0,-2 0-16 0,2 1 0 0,1 2-176 16,-1 0 0-16,-2-5 144 0,0 0-144 0,-2 0 0 0,2-1 0 15,0-12 0-15,-2 13 0 0,-3-1 0 0,5-12 128 16,0 0-128-16,-9 13 0 0,-3-2 304 0,1-1-16 15,-4 0 0-15,2-4 0 0,-2-2 48 0,0-1 16 16,-3 0 0-16,-3-1 0 0,-2-2-352 0,0 2 0 16,-2-1 0-16,2-1 0 0,0-1-256 0,0-1 0 15,-3 0-16-15,1 2 0 16,1-5-480-16,-1 0-80 0,1-1-32 0,1-1-11664 0</inkml:trace>
        </inkml:traceGroup>
      </inkml:traceGroup>
    </inkml:traceGroup>
  </inkml:traceGroup>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0:57:41.511"/>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0563F318-87A2-4ACB-B5BD-06FE8A1298BC}" emma:medium="tactile" emma:mode="ink">
          <msink:context xmlns:msink="http://schemas.microsoft.com/ink/2010/main" type="writingRegion" rotatedBoundingBox="10629,9037 9312,13284 891,10672 2208,6425"/>
        </emma:interpretation>
      </emma:emma>
    </inkml:annotationXML>
    <inkml:traceGroup>
      <inkml:annotationXML>
        <emma:emma xmlns:emma="http://www.w3.org/2003/04/emma" version="1.0">
          <emma:interpretation id="{2716B0E2-408D-46A3-977B-722CDD38E4EA}" emma:medium="tactile" emma:mode="ink">
            <msink:context xmlns:msink="http://schemas.microsoft.com/ink/2010/main" type="paragraph" rotatedBoundingBox="10150,8733 10432,9721 9780,9907 9498,8919" alignmentLevel="1"/>
          </emma:interpretation>
        </emma:emma>
      </inkml:annotationXML>
      <inkml:traceGroup>
        <inkml:annotationXML>
          <emma:emma xmlns:emma="http://www.w3.org/2003/04/emma" version="1.0">
            <emma:interpretation id="{E6C050F9-3184-48FE-8E44-1194AAED3D6A}" emma:medium="tactile" emma:mode="ink">
              <msink:context xmlns:msink="http://schemas.microsoft.com/ink/2010/main" type="line" rotatedBoundingBox="10150,8733 10432,9721 9780,9907 9498,8919"/>
            </emma:interpretation>
          </emma:emma>
        </inkml:annotationXML>
        <inkml:traceGroup>
          <inkml:annotationXML>
            <emma:emma xmlns:emma="http://www.w3.org/2003/04/emma" version="1.0">
              <emma:interpretation id="{A409F259-0EFC-46DF-B34B-CD6433BB9FDC}" emma:medium="tactile" emma:mode="ink">
                <msink:context xmlns:msink="http://schemas.microsoft.com/ink/2010/main" type="inkWord" rotatedBoundingBox="10131,8974 10225,9302 9794,9424 9701,9097"/>
              </emma:interpretation>
              <emma:one-of disjunction-type="recognition" id="oneOf0">
                <emma:interpretation id="interp0" emma:lang="" emma:confidence="0">
                  <emma:literal>i</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X</emma:literal>
                </emma:interpretation>
                <emma:interpretation id="interp4" emma:lang="" emma:confidence="0">
                  <emma:literal>x</emma:literal>
                </emma:interpretation>
              </emma:one-of>
            </emma:emma>
          </inkml:annotationXML>
          <inkml:trace contextRef="#ctx0" brushRef="#br0">335 493 14223 0,'0'0'624'0,"0"0"144"0,0 0-624 0,0 0-144 15,0 0 0-15,0 0 0 0,0 0 0 0,0 0 0 16,0 0 0-16,0 0 0 16,0 0-432-16,0 0-16 0,0 0 0 0,0 0 0 0,0 0 448 0,0 0 0 15,0 0 0-15,0 0 0 0,0 0 512 0,0 0 96 16,0 0 16-16,0 0 0 0,0 0 288 0,0 0 64 16,0 0 16-16,0 0 0 0,0 0-352 0,0 0-64 0,0 0 0 0,0 0-16 15,0 0-224-15,0 0-32 0,0 0-16 0,0 0 0 16,0 0-32-16,0 0 0 0,0 0 0 0,0 0 0 15,0 0 96-15,0 0 16 0,0 0 0 0,-13 3 0 16,13-3-96-16,-11 2-16 0,11-2 0 0,-15 1 0 16,2 4-48-16,1-3-16 0,2-4 0 0,-1 2 0 15,-4 0 32-15,2 2 0 0,0-1 0 0,0-2 0 16,-4-4-48-16,3 0-16 0,-3 2 0 0,2 1 0 16,1 0 0-16,0 1 0 0,0-3 0 0,1 3 0 15,-1-1-32-15,1 1-128 0,-2-1 192 0,2 2-64 16,2 0-128-16,11 0 192 0,-10 0-192 0,0 0 192 15,0 0-192-15,10 0 0 0,-8 0 0 0,-2 0 0 16,-1 2 0-16,11-2 0 0,-10 8 0 0,10-8 0 0,-15 0-256 0,4 0 80 16,11 0 16-16,-12 0 0 0,12 0-192 0,-13 1-32 15,2-2-16-15,11 1 0 16,0 0-240-16,0 0-64 0,-12 3 0 0,12-3 0 0</inkml:trace>
          <inkml:trace contextRef="#ctx0" brushRef="#br0" timeOffset="-1395.9454">33 235 9663 0,'0'0'432'0,"0"0"80"0,0 0-512 0,0 0 0 16,0 0 0-16,0 0 0 0,0 0 0 0,0 0 0 0,3-11-192 0,-3 11-4000 15</inkml:trace>
        </inkml:traceGroup>
        <inkml:traceGroup>
          <inkml:annotationXML>
            <emma:emma xmlns:emma="http://www.w3.org/2003/04/emma" version="1.0">
              <emma:interpretation id="{F13E18EC-F9B6-4F8D-B263-7504077EC9C3}" emma:medium="tactile" emma:mode="ink">
                <msink:context xmlns:msink="http://schemas.microsoft.com/ink/2010/main" type="inkWord" rotatedBoundingBox="9913,8831 10140,9630 9734,9746 9506,8947"/>
              </emma:interpretation>
              <emma:one-of disjunction-type="recognition" id="oneOf1">
                <emma:interpretation id="interp5" emma:lang="" emma:confidence="1">
                  <emma:literal/>
                </emma:interpretation>
              </emma:one-of>
            </emma:emma>
          </inkml:annotationXML>
          <inkml:trace contextRef="#ctx0" brushRef="#br0" timeOffset="-1890.6206">12 36 911 0,'0'0'0'0,"0"0"0"16,0 0 0-16,0 0 0 0,0 0 1360 0,0 0 192 16,0 0 48-16,0 0 0 0,0 0-464 0,0 0-96 15,0 0-16-15,0 0 0 0,2-11-256 0,-2 11-64 16,0 0-16-16,0 0 0 0,0 0-128 0,0 0-32 16,0 0 0-16,0 0 0 0,0 0-32 0,0 0-16 15,0 0 0-15,0 0 0 0,0 0-160 0,0 0-48 16,0 0 0-16,0 0 0 0,0 0 96 0,9 11 16 15,-9-11 0-15,9 17 0 0,-5 1 192 0,0-5 64 16,-4-13 0-16,1 18 0 0,1 2-160 0,-2-2-32 16,-3-3 0-16,1-1 0 0,-3 1-192 0,2-2-64 15,-2 0 0-15,5-13 0 0,0 0 0 0,0 0 0 0,-5 14 0 0,5-14 0 16,-8 9 0-16,1 3-16 0,-1 1 0 0,3-3 0 16,5-10-16-16,0 0 0 0,-6 16 0 0,-3 1 0 15,4-3 96-15,2 1 0 0,0-2 16 0,-4 4 0 16,-2-1-64-16,4 2-16 0,3 0 0 0,-1 0 0 15,-4 0-192-15,1 2 0 0,1 0 0 0,1-2 0 16,1-2 0-16,-2-1 0 0,-1-5 128 0,-1 1-128 16,4 1 0-16,3 1 0 0,1 0 0 0,-4 0 0 15,-5 0 0-15,3-3 0 0,5-10 0 0,0 0 0 16,-3 17 128-16,-1-1-128 0,-1 0 0 0,1-1 0 16,-3-3 128-16,4 2-128 0,4 3 0 0,-1 1 0 15,0 0 0-15,0 0 0 0,0-2 0 0,-1 1 0 0,-3-1 0 0,3-1 0 16,1 0 0-16,0-15 0 0,0 15-192 0,0-2 192 15,0-13-192-15,0 13 192 0,0-13-384 0,0 13 16 16,0-13 16-16,0 0 0 16,0 0-192-16,0 0-32 0,0 0-16 0,-4 11 0 15,4-11-240-15,0 0-64 0,0 0 0 0,0 0-5504 16,0 0-1120-16</inkml:trace>
        </inkml:traceGroup>
        <inkml:traceGroup>
          <inkml:annotationXML>
            <emma:emma xmlns:emma="http://www.w3.org/2003/04/emma" version="1.0">
              <emma:interpretation id="{F68BBD16-D8FD-42DA-8BDD-C55A44A4AB3F}" emma:medium="tactile" emma:mode="ink">
                <msink:context xmlns:msink="http://schemas.microsoft.com/ink/2010/main" type="inkWord" rotatedBoundingBox="10150,8733 10432,9721 10170,9796 9888,8808"/>
              </emma:interpretation>
              <emma:one-of disjunction-type="recognition" id="oneOf2">
                <emma:interpretation id="interp6" emma:lang="" emma:confidence="0">
                  <emma:literal>~</emma:literal>
                </emma:interpretation>
                <emma:interpretation id="interp7" emma:lang="" emma:confidence="0">
                  <emma:literal>+</emma:literal>
                </emma:interpretation>
                <emma:interpretation id="interp8" emma:lang="" emma:confidence="0">
                  <emma:literal>_</emma:literal>
                </emma:interpretation>
                <emma:interpretation id="interp9" emma:lang="" emma:confidence="0">
                  <emma:literal>-</emma:literal>
                </emma:interpretation>
                <emma:interpretation id="interp10" emma:lang="" emma:confidence="0">
                  <emma:literal>.</emma:literal>
                </emma:interpretation>
              </emma:one-of>
            </emma:emma>
          </inkml:annotationXML>
          <inkml:trace contextRef="#ctx0" brushRef="#br0" timeOffset="-810.3907">76 107 3791 0,'0'0'160'0,"0"0"48"0,0 0-208 0,0 0 0 0,0 0 0 0,0 0 0 15,0 0 1408-15,0 0 224 0,0 0 48 0,0 0 16 16,0 0-400-16,0 0-80 0,0 0 0 0,0 0-16 16,-2-12-496-16,-1 1-80 0,3 11-32 0,-7-11 0 15,1-1-400-15,6 12-192 0,-7-10 160 0,7 10-160 16,-10-10 128-16,10 10-128 0,-9-8 0 0,0 0 0 0,1-2 128 0,8 10-128 15,-10-5 0-15,10 5 0 0,0 0 336 0,0 0-16 16,0 0-16-16,0 0 0 0,0 0 256 0,0 0 48 16,-6-11 16-16,6 11 0 0,0 0-112 0,0 0 0 15,0 0-16-15,0 0 0 0,0 0-192 0,0 0-48 16,0 0 0-16,0 0 0 0,0 0-80 0,0 0-32 16,0 0 0-16,11 6 0 0,-11-6-144 0,13 5 160 15,-13-5-160-15,13 5 160 0,-1 0-160 0,-12-5 192 16,10 8-192-16,1-1 192 0,2-2-192 0,-3 3 0 15,-5 3 0-15,2 3 0 0,-1 0 224 0,3-1-32 16,2-3-16-16,-1 3 0 0,-2 10 32 0,0-3 16 16,1-5 0-16,-1 3 0 0,2 2-80 0,1 1-16 15,-3-1 0-15,0-1 0 0,-1-1 16 0,1-1 0 16,-1-2 0-16,-1-1 0 0,3 1-144 0,-3 0 192 0,-1-2-192 0,0 0 192 16,2 0-192-16,1 2 0 0,-3 0 0 0,1 0 0 15,1-1 0-15,1 3 0 0,0 2 0 0,0-1 128 16,-1-1 32-16,1 3 0 0,0 3 0 0,-1 0 0 15,0 0-32-15,1 1-128 0,0 1 192 0,2-2-64 16,-2-4-128-16,2 1 0 0,-2 0 0 0,0-2 0 16,-1-2-128-16,1-1 128 0,4-2-160 0,-3 0 160 15,0 0 0-15,0 1 0 0,0-3 0 0,-1 2 0 16,-2 0 0-16,-6-13 0 0,0 0 0 0,0 0 0 16,9 12 0-16,-9-12-144 0,11 8 144 0,-11-8 0 15,0 0-272-15,0 0 16 0,0 0 16 0,0 0 0 16,0 0-304-16,0 0-64 0,10-11-16 0,-3 2 0 15,-7 9-752-15,0 0-160 0,0-14-16 0,0 0-16 0</inkml:trace>
        </inkml:traceGroup>
      </inkml:traceGroup>
    </inkml:traceGroup>
    <inkml:traceGroup>
      <inkml:annotationXML>
        <emma:emma xmlns:emma="http://www.w3.org/2003/04/emma" version="1.0">
          <emma:interpretation id="{C6803B46-86AE-428D-9D1B-4DED16B4F713}" emma:medium="tactile" emma:mode="ink">
            <msink:context xmlns:msink="http://schemas.microsoft.com/ink/2010/main" type="paragraph" rotatedBoundingBox="3141,6746 1833,10965 891,10672 2199,6454" alignmentLevel="1"/>
          </emma:interpretation>
        </emma:emma>
      </inkml:annotationXML>
      <inkml:traceGroup>
        <inkml:annotationXML>
          <emma:emma xmlns:emma="http://www.w3.org/2003/04/emma" version="1.0">
            <emma:interpretation id="{0556220B-A344-45EB-97A8-74938298299B}" emma:medium="tactile" emma:mode="ink">
              <msink:context xmlns:msink="http://schemas.microsoft.com/ink/2010/main" type="line" rotatedBoundingBox="3141,6746 1833,10965 891,10672 2199,6454"/>
            </emma:interpretation>
          </emma:emma>
        </inkml:annotationXML>
        <inkml:traceGroup>
          <inkml:annotationXML>
            <emma:emma xmlns:emma="http://www.w3.org/2003/04/emma" version="1.0">
              <emma:interpretation id="{9897EAF6-DFF9-4F33-BED9-2F5BBFE4345C}" emma:medium="tactile" emma:mode="ink">
                <msink:context xmlns:msink="http://schemas.microsoft.com/ink/2010/main" type="inkWord" rotatedBoundingBox="3141,6746 3020,7138 2176,6877 2298,6484"/>
              </emma:interpretation>
              <emma:one-of disjunction-type="recognition" id="oneOf3">
                <emma:interpretation id="interp11" emma:lang="" emma:confidence="1">
                  <emma:literal/>
                </emma:interpretation>
              </emma:one-of>
            </emma:emma>
          </inkml:annotationXML>
          <inkml:trace contextRef="#ctx0" brushRef="#br0" timeOffset="2756.8492">-7308-2148 8223 0,'0'0'368'0,"0"0"80"0,0 0-448 0,0 0 0 0,0 0 0 0,0 0 0 15,0 0 384-15,0 0-16 0,0 0 0 0,0 0 0 16,0 0-368-16,0 0-128 0,0 0 0 0,10-8 0 16,-4-1 800-16,-6 9 160 0,0 0 48 0,0 0 0 15,0 0 288-15,0 0 64 0,0 0 16 0,0 0 0 16,-6-11-560-16,6 11-112 0,0 0-32 0,0 0 0 16,0 0-352-16,-8-8-192 0,-1 1 192 0,9 7-192 0,0 0 192 0,-8-6-64 15,8 6 0-15,-10-7-128 0,2 1 528 0,-2 1 0 16,-1 0 0-16,1-2 0 0,0 1 48 0,-1 1 0 15,-3 0 0-15,1 0 0 0,0 0-176 0,3 2-16 16,10 3-16-16,-10-4 0 0,10 4-144 0,-11-3-32 16,11 3 0-16,-13 0 0 0,3 0-16 0,0 0-16 15,-1-2 0-15,11 2 0 0,-12 2-160 0,12-2 0 16,0 0 144-16,-11 5-144 0,-1-2 0 0,12-3 128 16,-11 7-128-16,1-2 0 0,-2 0 128 0,12-5-128 15,0 0 160-15,-11 3-160 0,-1 7 192 0,3-4-64 16,9-6-128-16,0 0 192 0,-9 9-192 0,1 0 176 0,0 1-176 15,8-10 160-15,0 0-160 0,-3 13 0 0,-1 2 0 0,1-2 128 16,3-13-128-16,-3 12 0 0,-2 1 0 0,2 0 0 16,-1 2 176-16,3-2-48 0,1 0-128 0,-2 0 192 15,0 0 32-15,2-13 0 0,-1 13 0 0,-3-3 0 16,4-10-224-16,0 0 144 0,2 17-144 0,-2-4 128 16,-2-2-128-16,2-11 128 0,0 0-128 0,4 15 128 15,-4-15-128-15,3 15 0 0,-3-15 0 0,0 0 0 16,7 13 0-16,-7-13 0 0,8 15 0 0,-8-15 0 15,0 0 0-15,11 8 0 0,-11-8 0 0,12 8 0 16,-12-8 0-16,13 5 0 0,-13-5 0 0,16 7 0 16,-1-2 128-16,0-4-128 0,0 1 128 0,-15-2-128 15,14 2 0-15,0-2 0 0,-14 0 0 0,16-2 0 16,0-1 0-16,1-2 0 0,-2-2 0 0,-2 2 0 0,-13 5 0 0,16-5 0 16,1-3-160-16,-1 3 160 0,2 2-176 0,-5 0 176 15,-13 3-192-15,17-5 192 0,1 0-192 0,0 3 64 16,-4 2 128-16,0 0-208 0,-3-2 208 0,-11 2-192 15,0 0 192-15,15 0-192 0,-15 0 64 0,11-3 128 16,-11 3-208-16,8-8 80 0,-3-2 0 0,-5 10 0 16,0 0 0-16,0 0 0 0,2-13 128 0,-2 1-128 15,0 12 128-15,-2-14-128 0,2-3 128 0,-1-1 0 16,-1-3-144-16,2 6 144 0,0 15-160 0,-3-13 160 16,1 0-208-16,4 1 80 0,-1 3 128 0,-1 9-160 15,0 0 160-15,0 0-160 0,0-15 160 0,0 5 0 16,0 10 0-16,0 0 128 0,-6-12-128 0,6 12 0 15,0 0 0-15,-5-9 0 0,0-5 0 0,-1 5-256 16,-1-1 64-16,7 10 0 0,0 0 192 0,-7-8 0 0,7 8 0 0,-5-10 0 16,5 10 0-16,0 0 224 0,0 0-48 0,0 0-16 15,-6-9-32-15,6 9-128 0,0 0 192 0,0 0-64 16,0 0-128-16,0 0 0 0,0 0 0 0,0 0 0 16,0 0-128-16,0 0 128 0,0 0-160 0,0 0 160 15,0 0 0-15,0 0 0 0,0 0 0 0,0 0 0 16,0 0 0-16,0 0 0 0,0 0 0 0,0 0 0 15,0 0 0-15,0 0 0 0,6 12 0 0,-6-12 0 16,0 0 0-16,7 13 0 0,-7-13 0 0,5 15 0 16,-5-15 0-16,5 15 0 0,-2-2 0 0,2 0 0 15,0 0 0-15,0-1 0 0,1-3 208 0,1 6-64 16,1 3 80-16,-1-1 16 0,-1-3 0 0,3 0 0 0,-1-6-64 0,0 2-16 16,-8-10 0-16,10 11 0 0,0-1-16 0,0 0 0 15,-1 1 0-15,3-1 0 0,-1 0-144 0,1 0 0 16,1 1 144-16,0-1-144 0,2-2 176 0,0 1-48 15,-1-1 0-15,3 0 0 0,-1 0 128 0,2 0 32 16,2-4 0-16,-2 2 0 0,-3 1-128 0,0-1-32 16,-1-1 0-16,0 2 0 0,-3-1-128 0,-11-6 0 15,13 2 0-15,0 1 0 0,-13-3-160 0,13 2-64 16,-13-2-16-16,14-3 0 16,-14 3-1808-16,13-9-352 0</inkml:trace>
        </inkml:traceGroup>
        <inkml:traceGroup>
          <inkml:annotationXML>
            <emma:emma xmlns:emma="http://www.w3.org/2003/04/emma" version="1.0">
              <emma:interpretation id="{D486831B-62E0-4FB7-AA1C-1132F426760C}" emma:medium="tactile" emma:mode="ink">
                <msink:context xmlns:msink="http://schemas.microsoft.com/ink/2010/main" type="inkWord" rotatedBoundingBox="2065,9845 1735,10908 921,10656 1250,9593"/>
              </emma:interpretation>
              <emma:one-of disjunction-type="recognition" id="oneOf4">
                <emma:interpretation id="interp12" emma:lang="" emma:confidence="0">
                  <emma:literal>M</emma:literal>
                </emma:interpretation>
                <emma:interpretation id="interp13" emma:lang="" emma:confidence="0">
                  <emma:literal>m</emma:literal>
                </emma:interpretation>
                <emma:interpretation id="interp14" emma:lang="" emma:confidence="0">
                  <emma:literal>^</emma:literal>
                </emma:interpretation>
                <emma:interpretation id="interp15" emma:lang="" emma:confidence="0">
                  <emma:literal>R</emma:literal>
                </emma:interpretation>
                <emma:interpretation id="interp16" emma:lang="" emma:confidence="0">
                  <emma:literal>r</emma:literal>
                </emma:interpretation>
              </emma:one-of>
            </emma:emma>
          </inkml:annotationXML>
          <inkml:trace contextRef="#ctx0" brushRef="#br0" timeOffset="6238.763">-8657 842 8751 0,'0'0'384'0,"0"0"80"0,0 0-464 0,0 0 0 0,0 0 0 0,0 0 0 15,0 0 1264-15,0 0 144 0,0 0 48 0,0 0 0 0,0 0-976 0,0 0-192 16,0 0-32-16,0 0-16 16,0 0 80-16,0 0 32 0,10-6 0 0,-10 6 0 0,0 0 288 0,0 0 64 15,0 0 16-15,14-2 0 0,1-1 64 0,-15 3 16 16,13-5 0-16,0 3 0 0,-13 2-368 0,17-1-80 16,-1-3-16-16,-1 4 0 0,-15 0-128 0,18 4-16 15,-1-1-16-15,-3 0 0 0,-14-3-176 0,17 5 0 16,-3 2 0-16,0-2 0 0,-14-5 0 0,14 6 0 15,0-1 0-15,-14-5 0 0,13 7 0 0,0 1 288 16,-3 0-48-16,-1 0-16 0,-9-8 96 0,12 12 0 16,1-4 16-16,-1 0 0 0,-12-8-80 0,13 12-32 15,-2-3 0-15,1 1 0 0,-12-10-224 0,11 12 0 16,-11-12 0-16,8 13 0 0,-8-13 128 0,9 11-128 0,-9-11 0 16,0 0 0-16,3 15 192 0,-5-2-64 0,-1-3-128 0,-2 0 192 15,0 0-192-15,-3 0 176 0,0-2-176 0,-1 2 160 16,0 0-160-16,-1-2 0 0,0-2 0 0,-2 3 0 15,-1-1 0-15,-1 0 0 0,0-3 0 0,1 1 0 16,-1 1 0-16,-1 1 0 0,0-1 0 0,0 1 0 16,2-5 0-16,0 2 0 0,0 0 0 0,1 0 128 15,12-5 0-15,-13 7 0 0,-2-2 0 0,4-1 0 16,1 1-128-16,0 2 0 0,-3 0-160 0,3-3 160 16,10-4 0-16,-10 9 0 0,10-9 0 0,-13 6 0 15,3 2 0-15,2-1 0 0,0-2 0 0,8-5 0 16,-8 10 0-16,3-2 0 0,5-8 0 0,0 0 0 15,0 0 0-15,-8 7 0 0,8-7 0 0,0 0 0 16,0 0 0-16,0 0 0 0,0 0 0 0,0 0 0 0,0 0 0 0,0 0 0 16,0 0 0-16,0 0 0 0,0 0 0 0,0 0 0 15,0 0 0-15,0 0 0 0,8 11 0 0,-8-11 0 16,0 0 0-16,0 0 0 0,0 0 192 0,0 0-32 16,15 0 0-16,-15 0 0 0,0 0-16 0,14 3 0 15,1-1 0-15,-2 0 0 0,-13-2-144 0,15 0 128 16,-2 0-128-16,-1-2 128 0,-12 2 0 0,13-2-128 15,-13 2 192-15,15 0-64 0,-1-1 112 0,1 1 16 16,0 0 0-16,0 0 0 0,-1 0-128 0,0 1-128 16,0 3 176-16,3 1-176 0,-1 1 128 0,1 1-128 15,-1-4 0-15,2 3 0 0,0 1 0 0,0 0 0 16,-1-1 0-16,-1 1 0 0,-3-2 0 0,2 3 0 16,-4 0 0-16,3 0 0 0,-1-1 928 0,0-1 176 15,0 1 48-15,-2 3 0 0,-1 3-864 0,0-2-160 0,0-1-128 0,0 3 144 31,1 2-960-31,-1 0-192 0,0-4-32 0,1 3-16 0,3-1 768 0,-5 0 160 0,0-2 128 0,-1 1-192 16,0-4 192-16,-8-8 0 0,0 0-144 0,7 16 144 16,-2 1 0-16,-5-17 0 0,4 13 0 0,-4-13 0 15,2 18 0-15,0-2 0 0,-2-16-144 0,0 19 144 16,0-19 0-16,-2 18-160 0,0-2 160 0,1-1-128 16,1-15 128-16,-8 16-160 0,1-1 160 0,-1 0-160 15,-4-2 160-15,3 0 0 0,-1-2 0 0,1 1-128 16,3-4 128-16,-4 0 0 0,-1 1 0 0,-1-1 0 15,1-3 0-15,1 1 0 0,10-6 0 0,-12 5 0 16,-1 0 0-16,-2 0 0 0,2-2-144 0,0-1 144 16,-2 1 0-16,2 1 0 0,-2-4 0 0,2 3 0 0,-1-2 0 0,0 3 0 15,3-3 0-15,-1-1 0 0,-1 0 0 0,2 0 0 16,11 0 0-16,-12 2 0 0,-1-2 0 0,0 3 0 16,2 2 0-16,11-5 0 0,-12 5 0 0,1 3 0 15,-1 1 0-15,2-3 0 0,10-6 0 0,-13 7-144 16,0 3 144-16,2-4 0 0,11-6-144 0,-14 3 144 15,3 1 0-15,1-1-144 0,10-3 0 0,-11 2 0 16,11-2 0-16,-12 1 0 0,12-1-64 0,-13 4-16 16,13-4 0-16,-13 0 0 15,13 0-320-15,-12 0-64 0,12 0-16 0,-13-4 0 16,2 1-2160-16,11 3-432 0</inkml:trace>
        </inkml:traceGroup>
        <inkml:traceGroup>
          <inkml:annotationXML>
            <emma:emma xmlns:emma="http://www.w3.org/2003/04/emma" version="1.0">
              <emma:interpretation id="{455DDAB2-DD93-44BF-B093-3E1C65741925}" emma:medium="tactile" emma:mode="ink">
                <msink:context xmlns:msink="http://schemas.microsoft.com/ink/2010/main" type="inkWord" rotatedBoundingBox="1507,9748 1192,10766 891,10672 1207,9655"/>
              </emma:interpretation>
              <emma:one-of disjunction-type="recognition" id="oneOf5">
                <emma:interpretation id="interp17" emma:lang="" emma:confidence="1">
                  <emma:literal/>
                </emma:interpretation>
              </emma:one-of>
            </emma:emma>
          </inkml:annotationXML>
          <inkml:trace contextRef="#ctx0" brushRef="#br0" timeOffset="4640.4028">-8680 883 15199 0,'0'0'672'0,"0"0"144"0,0 0-656 0,0 0-160 15,0 0 0-15,0 0 0 0,0 0 528 0,0 0 80 16,0 0 16-16,0 0 0 0,0 0-624 0,0 0 0 16,0 0-192-16,0 0 64 0,0 0 128 0,-2-13-128 15,1 0 128-15,1 13-128 0,0 0 416 0,0 0 96 16,0-11 0-16,0 11 16 0,0 0 384 0,0 0 80 0,0 0 16 0,0 0 0 16,0 0-368-16,0 0-64 0,0 0 0 0,0 0-16 15,0 0-304-15,0 0-128 0,0 0 128 0,0 0-128 16,0 0 128-16,0 16-128 0,0 0 0 0,0-1 128 15,0-2 64-15,0 2 16 0,-2 0 0 0,2 1 0 16,0 1 208-16,-2 1 32 0,-1 0 16 0,1 3 0 16,2-1-16-16,-1-1-16 0,-4 3 0 0,2-1 0 15,-1 2-160-15,1 3-16 0,0 6-16 0,-1 0 0 16,3-2-240-16,-1 1 128 0,0 4-128 0,2 1 0 16,-1 3 128-16,1-1-128 0,0 0 0 0,-2 1 0 15,4 2 0-15,1-2 0 0,2 2 0 0,-2-6 0 16,-3-7 128-16,0 3-128 0,0 2 0 0,2-4 144 0,0-6 48 15,-2-1 0-15,-2-1 0 0,0-1 0 0,4-1-192 16,1 1 0-16,-1-4 0 0,0-2 0 0,-2-14 128 0,0 9-128 16,0-9 0-16,3 9 128 0,-3-9-128 0,0 0 0 15,0 0-192-15,0 0 192 0,0 0-416 0,0 0 32 16,0 0 16-16,0 0 0 16,0 0-480-16,0 0-112 0,0 0 0 0,3-13-6720 15,-3-4-1328-15</inkml:trace>
        </inkml:traceGroup>
      </inkml:traceGroup>
    </inkml:traceGroup>
  </inkml:traceGroup>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0:57:50.129"/>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E3756EEE-6332-4797-B45E-B6D06151DE10}" emma:medium="tactile" emma:mode="ink">
          <msink:context xmlns:msink="http://schemas.microsoft.com/ink/2010/main" type="inkDrawing" rotatedBoundingBox="7351,6959 7439,6613 7764,6696 7675,7042" semanticType="callout" shapeName="Other">
            <msink:sourceLink direction="with" ref="{7F35DFB8-A28F-4759-B5DA-8618A3072293}"/>
          </msink:context>
        </emma:interpretation>
      </emma:emma>
    </inkml:annotationXML>
    <inkml:trace contextRef="#ctx0" brushRef="#br0">41 50 2751 0,'0'0'256'0,"0"0"-256"15,0 0 0-15,0 0 0 0,0 0 1632 0,0 0 288 16,0 0 48-16,0 0 16 0,0 0-1520 0,0 0-288 16,0 0-176-16,0 0 192 0,0 0-16 0,0 0 0 15,0 0 0-15,0 0 0 0,0 0 624 0,0 0 128 16,0 0 32-16,0 0 0 0,0 0-160 0,0 0-32 16,0 0 0-16,0 0 0 0,0 0-192 0,0 0-64 15,0 0 0-15,0 0 0 0,0 0 96 0,0 0 16 16,0 0 0-16,0 0 0 0,0 0-272 0,0 0-48 15,0 0-16-15,0 0 0 0,0 0 0 0,0 0 0 16,6-11 0-16,-6 11 0 0,0 0 128 0,0 0 32 16,0 0 0-16,0 0 0 0,0 0-128 0,10-5-32 0,-10 5 0 15,12-5 0-15,-1 2 80 0,-1-1 16 16,-10 4 0-16,11-6 0 0,3 1-64 0,-1 2 0 0,-2 1 0 0,1 0 0 16,-3-3-16-16,-9 5-16 0,0 0 0 0,14 2 0 15,-3-2-64-15,-11 0-16 0,0 0 0 0,15 3 0 16,-4 4-208-16,1-2 144 0,-12-5-144 0,15 3 128 15,-15-3-128-15,13 8 160 0,-2-3-160 0,-11-5 160 16,12 7-160-16,-2 1 0 0,-2 2 144 0,-8-10-144 16,10 7 0-16,1 1 0 0,-6 3 0 0,-5-11 0 15,13 8 0-15,-13-8 0 0,7 10 0 0,-7-10 0 16,8 10 0-16,-8-10 144 0,0 0-144 0,0 0 0 16,0 0 0-16,5 15 0 0,-2-2 0 0,-3-13 0 15,0 0 0-15,-1 16 0 0,-1-1 0 0,0-2 0 0,-1 0 0 0,3-13 0 16,0 0 0-16,-3 15 0 0,1 0 128 0,-1-2-128 15,3-13 0-15,0 0 0 0,-12 12 0 0,4-3 0 16,8-9 0-16,0 0 0 0,-13 10 160 0,1-1-160 16,12-9 128-16,-11 11-128 0,11-11 0 0,-13 10 0 15,0-2 0-15,13-8 0 0,-13 8 0 0,1-1 0 16,12-7 0-16,-15 5 128 0,2 0-128 0,2-2 0 16,11-3 144-16,-13 3-144 0,-2-3 0 0,15 0 0 15,-17-1 0-15,3-3 0 0,-1 1 0 0,3-2 0 16,2 0 0-16,10 5 0 0,-13 0 0 0,2-1 0 15,11 1 0-15,-13-2 128 0,13 2-128 0,-13-2 0 16,1 2 0-16,12 0 0 0,0 0-176 0,-11 0 0 0,-1 4 0 0,12-4 0 16,0 0-64-16,0 0-16 15,0 0 0-15,0 0 0 16,-11 1-448-16,11-1-112 0,0 0-16 0,0 0-11712 0</inkml:trace>
  </inkml:traceGroup>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0:57:49.176"/>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7F35DFB8-A28F-4759-B5DA-8618A3072293}" emma:medium="tactile" emma:mode="ink">
          <msink:context xmlns:msink="http://schemas.microsoft.com/ink/2010/main" type="inkDrawing" rotatedBoundingBox="7240,5938 7378,6903 7266,6919 7129,5954" shapeName="Other">
            <msink:destinationLink direction="with" ref="{E3756EEE-6332-4797-B45E-B6D06151DE10}"/>
          </msink:context>
        </emma:interpretation>
      </emma:emma>
    </inkml:annotationXML>
    <inkml:trace contextRef="#ctx0" brushRef="#br0">0 14 5519 0,'0'0'240'0,"0"0"64"0,9-8-304 0,-9 8 0 16,14-3 0-16,-14 3 0 0,0 0 1888 0,0 0 320 15,9-7 64-15,-9 7 16 0,0 0-1856 0,0 0-432 16,0 0 0-16,0 0 0 0,0 0 0 0,0 0 0 15,0 0 0-15,0 0 0 0,0 0 0 0,14 4 0 16,0-3 160-16,-14-1-160 0,0 0 0 0,13 2 0 16,-2 1 0-16,-11-3 0 0,0 0 0 0,0 0-224 15,0 0 80-15,10 8 16 0,-10-8 416 0,0 0 96 16,0 0 0-16,0 0 16 0,0 0 176 0,8 12 48 16,-8-12 0-16,0 0 0 0,0 0 16 0,0 0 0 15,0 0 0-15,0 0 0 0,2 16-32 0,-2-16 0 16,0 0 0-16,0 0 0 0,0 0-64 0,5 15-16 0,-5-15 0 0,5 11 0 15,-5-11 64-15,0 0 16 0,0 0 0 0,6 15 0 16,-2-2-128-16,-1 0-32 0,-3-13 0 0,0 19 0 16,-3-1 0-16,3 0-16 0,1-2 0 15,2 2 0-15,1 0-112 0,-1 0 0 0,-1 0-16 0,-1 0 0 16,1 0 16-16,1-1 16 0,2-2 0 0,-3 3 0 16,-2 0-112-16,0 0-32 0,1-3 0 0,-1 1 0 15,0 0-16-15,2 1-16 0,0-2 0 0,1 1 0 16,4 2-160-16,-4 0 128 0,0 0-128 0,0 0 128 15,2 0-128-15,-1 5 0 0,-1 3 0 0,0-1 128 16,0-2-128-16,1 3 0 0,-3 4 0 0,1-2 0 16,-4-2 160-16,2-1-160 0,-1-4 192 0,-1-1-192 15,0-1 160-15,2 1-160 0,0 0 128 0,0-1-128 16,-1-1 0-16,-1-3 0 0,2-15 0 0,0 0 0 16,-3 15-288-16,3-15-32 0,0 0-16 0,0 0 0 15,0 0-480-15,0 0-80 0,0 0-32 0,0 0 0 16,0 0-1408-16,0 0-288 0,0 0-48 0</inkml:trace>
  </inkml:traceGroup>
</inkml:ink>
</file>

<file path=ppt/ink/ink10.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3:59.951"/>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8 53 1839 0,'0'0'160'0,"0"0"-160"0,8 10 0 0,-8-10 0 15,0 0 1328-15,9 12 224 0,-3 1 48 0,1-5 16 0,-7-8-1360 0,0 0-256 16,0 0 0-16,0 0-128 15,0 0 480-15,0 0 96 0,0 0 32 0,0 0 0 0,0 0 704 0,0 0 144 16,0 0 16-16,0 0 16 0,0 0-448 0,-7-10-80 16,1-3-32-16,6 13 0 0,0 0-352 0,-10-6-64 15,2-1 0-15,8 7-16 0,0 0 96 0,0 0 32 16,0 0 0-16,0 0 0 0,0 0-208 0,0 0-32 16,0 0-16-16,0 0 0 0,0 0-48 0,0 0-16 15,-10-7 0-15,10 7 0 0,0 0 224 0,0 0 48 16,0 0 16-16,0 0 0 0,0 0 16 0,0 0 0 15,0 0 0-15,0 0 0 0,0 0-224 0,0 0-64 16,0 0 0-16,0 0 0 0,0 0 80 0,0 0 16 16,0 0 0-16,0 0 0 0,0 0 80 0,0 0 16 15,0 0 0-15,0 0 0 0,0 0-64 0,0 0-16 0,0 0 0 0,0 0 0 16,0 0-48-16,0 0 0 0,0 0 0 0,0 0 0 16,10-4 80-16,-10 4 16 0,0 0 0 0,0 0 0 15,9-7-96-15,-9 7 0 0,9-8-16 0,0 3 0 16,6 3-32-16,-15 2 0 0,0 0 0 0,15-3 0 15,0 1 48-15,-2-1 16 0,-13 3 0 0,13-5 0 16,0 3-48-16,-13 2-16 0,13-6 0 0,0 3 0 16,1 3-208-16,-1 0 176 0,0-4-176 0,0 4 160 15,0 4-160-15,-13-4 0 0,13-2 144 0,2 2-144 16,3 2 0-16,-2-2 144 0,-2 0-144 0,-1 0 0 16,0 1 256-16,2 1-64 0,1 1-16 0,-1-1 0 15,-2-2-176-15,2 0 192 0,-1-2-192 0,3 5 192 16,-1 2-192-16,2 0 0 0,0-5 144 0,0 4-144 0,-1-1 160 15,-1 2-32-15,-1-2-128 0,3-1 192 0,2-1-32 0,-1-1-16 16,-1-1 0-16,-1 1 0 0,-2 3-144 0,-1-3 160 16,1-5-160-16,0 3 160 0,0 2-160 0,3 4 128 15,0-3-128-15,2-1 128 0,-2-1-128 0,0 4 0 16,0 4 144-16,0-3-144 0,-2-5 0 0,1-1 144 16,1 1-144-16,-2-1 0 0,0 5 208 0,3 0-64 15,-1 1-16-15,0-1 0 0,-2 0-128 0,0 2 0 16,1-1 0-16,-1-1 0 0,1 2 176 0,1-4-48 15,0-1-128-15,0 5 192 0,-2 2-192 0,2-4 128 16,4-6-128-16,-1 1 0 0,0 6 128 0,4-3-128 16,0-1 0-16,-1 2 0 0,-1 1 144 0,0 0-144 0,-2 1 128 15,-1-3-128-15,0-1 192 0,3 0-64 16,0 0 0-16,0 0 0 0,0 0 48 0,-2 0 0 0,0 0 0 0,1 2 0 16,-1 0-176-16,0-1 160 0,1-1-160 0,-1 2 160 15,-1 1-160-15,1-3 0 0,-1-1 0 0,0 2 0 16,-2 2 0-16,0-1 128 0,0-2-128 0,0 2 0 15,-2-2 0-15,1 1 0 0,2-2 128 0,-1-1-128 16,-3 9 0-16,3-7 128 0,8-4-128 0,-3 3 128 16,-5 2-128-16,-1-1 0 0,-4-1 0 0,5 1 128 15,5-2-128-15,-2 7 0 0,-3 2 0 0,4-4 128 16,2-5-128-16,-2 1 0 0,-4-1 144 0,1 2-144 16,3 3 0-16,-3-1 0 0,0-2 0 0,-1-2 0 15,0 1 0-15,0 2 0 0,0 4 0 0,-2-3 0 16,-1-6 0-16,1 1 0 0,1 0 0 0,-2 3 0 0,-2 0 0 0,0-2 0 15,2-3 128-15,-2-1-128 0,-2 3 144 16,2 3-144-16,0 0 192 0,2-4-192 0,0-1 0 0,-2 0 0 16,0 5 0-16,2 0 0 0,1-1 0 0,-1-3 0 15,0 3 0-15,0-1 0 0,1 1 0 0,-1 2 0 16,-15-1 0-16,16 2 0 0,2-4 0 0,-3 4 0 16,-15-2 0-16,18 1 0 0,2-4 0 0,-2 0 0 15,-5 1 0-15,2 1 0 0,1 1 128 0,-1 0-128 16,0-4 0-16,1 3 0 0,1 1 0 0,-3 0 0 15,-14 0 0-15,17 0 0 0,1-4 0 0,-2 3 0 16,1 1 0-16,-3 0 0 0,0-4 0 0,0 4 0 16,3 2 0-16,-1-4 0 0,-1-1 0 0,0 0 0 15,1 1 0-15,-1 2 0 0,0 0 0 0,-1 0 0 0,1-3 0 0,2 1 0 16,-3 1 0-16,3 2 0 0,-2 3 0 0,1-4 0 16,0-5 0-16,2 0 0 0,1 0 0 0,-3 3 0 15,0 2 0-15,2-1 0 0,2-4 0 0,-2 3 0 16,-5 2 0-16,-13 0 0 0,13 2 0 0,4-2 0 15,3 0 0-15,1 0 0 0,-1 1 0 0,-2 3 0 16,-2-1 0-16,2 0 0 0,0-5 0 0,0 4-144 16,0 3 144-16,0-2 0 0,-3-6 0 0,0 3 0 15,-2 2 0-15,0-1 0 0,2-2 0 0,-2 2 0 16,-1 3 0-16,1-4 0 0,0-2 0 0,0 0 0 16,-2-1 0-16,3 0 0 0,-1-4 0 0,0 4 0 15,-13 3 0-15,16 0 0 0,1-2 0 0,-1 1 0 16,-1-1 0-16,1 2 0 0,-1 0 0 0,0 0 0 15,-2-2 0-15,2 2 0 0,-1 0 0 0,3 0 0 0,-1-1 0 16,-1 1 0-16,0 1 0 0,0 1 0 16,-1-2 0-16,1 0 0 0,-15 0 0 0,17-2 0 0,1 1 0 0,-4 1 0 15,-14 0 0-15,15 0 0 0,0-2 0 0,-2 4 0 16,-13-2 0-16,15 3 0 0,-2 0 0 0,0-3 0 16,2-3 0-16,-2 3-128 0,-13 0 128 0,13 7 0 15,-1-1 0-15,-1-3 0 0,-11-3-144 0,15 0 144 16,-2 0-160-16,-13 0 160 15,10-1-432-15,-10 1 16 0,11 5 0 0,-11-5 0 16,17 0-2016-16,-4 0-384 0,-13 0-96 0</inkml:trace>
</inkml:ink>
</file>

<file path=ppt/ink/ink1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4:02.519"/>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-14 76 9903 0,'0'0'432'0,"0"0"96"0,0 0-528 0,0 0 0 0,0 0 0 0,0 0 0 15,0 0 576-15,0 0 16 0,0 0 0 0,0 0 0 16,0 0-592-16,0 0 0 0,0 0 0 0,0 0-192 16,0 0 192-16,0 0 176 0,0 0-48 0,0 0 0 15,0 0 320-15,0 0 48 0,0 0 16 0,0 0 0 16,0 0-224-16,0 0-32 0,0 0-16 0,0 0 0 0,0 0-240 0,0 0 0 16,0 0 0-16,0 0 0 0,0 0 0 0,0 0 0 15,0 0 0-15,0 0 0 0,0 0 224 0,0 0 0 16,0 0 0-16,0 0 0 0,0 0 304 0,0 0 64 15,0 0 16-15,0 0 0 0,0 0-64 0,0 0-16 16,0 0 0-16,0 0 0 0,0 0-208 0,0 0-64 16,0 0 0-16,0 0 0 0,0 0-256 0,0 0 128 15,2-12-128-15,-2 12 0 0,0 0 0 0,0 0 0 16,0 0 0-16,0 0 0 0,0 0 272 0,0 0-48 16,0 0-16-16,0 0 0 0,0 0 48 0,0 0 0 15,0 0 0-15,0 0 0 0,0 0-112 0,0 0-16 16,0 0 0-16,0 0 0 0,0 0 0 0,0 0 0 15,0 0 0-15,0 0 0 0,0 0-128 0,0 0 0 16,0 0 0-16,0 0 0 0,0 0 0 0,0 0-144 0,0 0 144 0,0 0-208 16,0 0 208-16,0 0 128 0,0 0 0 0,0 0-128 15,0 0 256-15,0 0-48 0,0 0-16 0,0 0 0 16,0 0-192-16,0 0 0 0,0 0 128 0,0 0-128 16,0 0 0-16,0 0 0 0,0 0 128 0,0 0-128 15,0 0 144-15,0 0-16 0,0 0 0 0,0 0 0 16,0 0 80-16,0 0 16 0,0 0 0 0,0 0 0 15,0 0-48-15,0 0-16 0,0 0 0 0,0 0 0 16,0 0-160-16,0 0 0 0,0 0 0 0,0 0 0 16,0 0 128-16,0 0-128 0,0 0 192 0,0 0-64 15,0 0 64-15,0 0 0 0,0 0 0 0,0 0 0 16,0 0-192-16,0 0 0 0,0 0 0 0,0 0 128 0,0 0-128 0,0 0 0 16,0 0 0-16,13-3 0 0,-13 3 0 0,0 0 0 15,0 0 0-15,13 2 128 0,-13-2-128 0,0 0 0 16,0 0 0-16,0 0 0 0,0 0 0 0,13-2 208 15,-13 2-48-15,0 0-16 0,13-3-144 0,-13 3 0 16,0 0 0-16,13-3 0 0,-13 3 128 0,0 0-128 16,0 0 128-16,15-4-128 0,-15 4 160 0,16-1-160 15,-16 1 192-15,15 0-192 0,-15 0 192 0,17-2-64 16,-3-1 0-16,-1 1-128 0,-13 2 176 0,15-2-176 16,-2 2 160-16,1 0-160 0,-14 0 128 0,13 0-128 15,-2 9 0-15,2-4 144 0,-13-5-144 0,17 1 0 16,-17-1 0-16,14-1 0 0,-14 1 0 0,17-2 0 15,-1-1 0-15,-16 3 0 0,0 0 128 0,15 0-128 0,-2-5 128 0,0 3-128 16,-13 2 128-16,15 3-128 0,-15-3 0 0,0 0 128 16,0 0-128-16,15-1 160 0,1-1-160 0,-1 0 160 15,-15 2-160-15,16-1 128 0,2 1-128 0,-1 0 128 16,-17 0-128-16,13-3 128 0,-13 3-128 0,0 0 128 16,15-4-128-16,-2 3 0 0,-13 1 0 0,0 0 0 15,13-7 0-15,-1 2 0 0,-12 5 0 0,14 2 0 16,-14-2 0-16,15-5 128 0,-2-7-128 0,-1 6 0 15,-12 6 0-15,11-2 0 0,-11 2 128 0,0 0-128 16,15 7 0-16,-2-1 0 0,-13-6 144 0,0 0-144 16,13 0 0-16,-13 0 0 0,0 0 0 0,0 0 0 15,0 0-192-15,13 2 32 0,-1 1 16 0,-12-3 0 16,0 0-256-16,0 0-48 0,0 0-16 16,0 0 0-16,0 0-560 0,0 0-128 0,10 7 0 0</inkml:trace>
</inkml:ink>
</file>

<file path=ppt/ink/ink1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4:04.146"/>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-2 48 911 0,'0'0'0'0,"0"0"0"0,0 0 0 0,0 0 0 0,0 0 0 0,0 0 0 15,0 0 1008-15,0 0 112 0,12 5 32 0,-12-5 0 16,0 0-704-16,0 0-144 0,0 0-32 0,9 8 0 16,-9-8 672-16,0 0 128 0,0 0 16 0,0 0 16 15,0 0-128-15,12 8-16 0,-12-8-16 0,0 0 0 16,0 0-496-16,0 0-112 0,0 0-16 0,8 8 0 15,-8-8-192-15,0 0-128 0,0 0 160 0,0 0-160 16,0 0 272-16,0 0-32 0,0 0-16 0,0 0 0 16,8 13 336-16,-8-13 64 0,0 0 16 0,8 10 0 15,-8-10-16-15,0 0 0 0,0 0 0 0,0 0 0 16,12 7-224-16,-12-7-32 0,0 0-16 0,0 0 0 16,0 0 112-16,0 0 32 0,0 0 0 0,10-5 0 0,-10 5-48 0,0 0 0 15,0 0 0-15,0 0 0 0,0 0-96 0,13-4-32 16,-13 4 0-16,0 0 0 0,0 0 0 0,13-4-16 15,-1-1 0-15,-12 5 0 0,0 0 16 0,0 0 0 16,13-5 0-16,-13 5 0 0,0 0-96 0,11 1-16 16,-11-1 0-16,0 0 0 0,0 0-208 0,13-1 176 15,-13 1-176-15,0 0 160 0,12-4-160 0,-12 4 128 16,0 0-128-16,0 0 128 0,13-3 0 0,-13 3 0 16,0 0 0-16,13-2 0 0,-3-4 0 0,-10 6-128 15,0 0 192-15,0 0-64 0,0 0 64 0,0 0 0 16,13 3 0-16,-13-3 0 0,0 0-32 0,0 0 0 15,0 0 0-15,0 0 0 0,0 0-160 0,15-5 0 16,-4-1 144-16,-11 6-144 0,0 0 0 0,0 0 0 16,0 0 0-16,0 0 0 0,15-2 0 0,-15 2 0 0,0 0 0 0,13-3 0 15,-13 3 128-15,0 0-128 0,0 0 160 0,10-7-160 16,-10 7 192-16,0 0-64 0,0 0-128 0,0 0 192 16,13-6-192-16,-13 6 176 0,15 0-176 0,-15 0 160 15,0 0-160-15,15-4 0 0,-2 6 0 0,-13-2 0 16,0 0 0-16,16 3 0 0,1-3 0 0,-4 2 0 15,-13-2 0-15,0 0 0 0,0 0 0 0,18 0 0 16,-2 2 0-16,-16-2 0 0,13-2 0 0,-13 2 0 16,15-5 0-16,-2 2 128 0,-13 3-128 0,13-2 0 15,-13 2 0-15,0 0 0 0,14-2 0 0,-14 2 0 16,13-4 0-16,0-1 0 0,-2 5 0 0,-11 0 0 16,0 0 0-16,13 0 0 0,1 0 0 0,-14 0 0 15,0 0 128-15,0 0-128 0,14-4 0 0,-2 3 128 16,-12 1-128-16,11 0 0 0,-11 0 144 0,0 0-144 0,0 0 0 0,0 0 0 15,15-5 0-15,-15 5 0 0,15 0 0 0,-15 0 0 16,11 0 0-16,-11 0 0 0,12-7 0 0,-12 7 0 16,10-3 0-16,-10 3 0 0,0 0 0 0,0 0 0 15,0 0 0-15,11-3 0 0,-11 3-304 0,10-4 32 16,-10 4 0-16,0 0 0 16,0 0-560-16,0 0-96 0,0 0-32 0,0 0-12384 0</inkml:trace>
</inkml:ink>
</file>

<file path=ppt/ink/ink1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4:23.233"/>
    </inkml:context>
    <inkml:brush xml:id="br0">
      <inkml:brushProperty name="width" value="0.53333" units="cm"/>
      <inkml:brushProperty name="height" value="1.06667" units="cm"/>
      <inkml:brushProperty name="color" value="#00FFFF"/>
      <inkml:brushProperty name="tip" value="rectangle"/>
      <inkml:brushProperty name="rasterOp" value="maskPen"/>
      <inkml:brushProperty name="fitToCurve" value="1"/>
    </inkml:brush>
  </inkml:definitions>
  <inkml:trace contextRef="#ctx0" brushRef="#br0">12 4 1839 0,'0'0'0'0,"0"0"160"0,0 0-160 0,0 0 0 15,13 2 0-15,-13-2 0 0,10-7 1792 0,-10 7 336 16,13-2 64-16,-13 2 16 0,0 0-1696 0,0 0-320 16,12-3-192-16,-12 3 192 0,0 0-192 0,0 0 128 15,0 0-128-15,0 0 128 0,0 0 96 0,0 0 16 0,0 0 0 0,0 0 0 16,0 0 112-16,0 0 32 0,0 0 0 0,0 0 0 15,0 0 192-15,0 0 32 0,0 0 16 0,0 0 0 16,0 0-80-16,0 0-16 0,0 0 0 0,0 0 0 16,0 0-80-16,0 0 0 0,0 0-16 0,0 0 0 15,0 0 144-15,0 0 48 0,0 0 0 0,0 0 0 16,-7 12 224-16,7-12 48 0,0 0 16 0,0 0 0 16,-10 10-64-16,2-2-16 0,-3-5 0 0,11-3 0 15,0 0-464-15,0 0-112 0,0 0 0 0,-8 8-16 16,8-8-240-16,-9 6 0 0,9-6-144 0,0 0 144 15,0 0-320-15,0 0 48 0,0 0 0 0,0 0 0 16,0 0 96-16,0 0 32 0,0 0 0 0,0 0 0 16,-10-1-176-16,10 1-16 0,0 0-16 0,0 0-7120 15,0 0-1424-15</inkml:trace>
</inkml:ink>
</file>

<file path=ppt/ink/ink1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4:26.007"/>
    </inkml:context>
    <inkml:brush xml:id="br0">
      <inkml:brushProperty name="width" value="0.53333" units="cm"/>
      <inkml:brushProperty name="height" value="1.06667" units="cm"/>
      <inkml:brushProperty name="color" value="#00FFFF"/>
      <inkml:brushProperty name="tip" value="rectangle"/>
      <inkml:brushProperty name="rasterOp" value="maskPen"/>
      <inkml:brushProperty name="fitToCurve" value="1"/>
    </inkml:brush>
  </inkml:definitions>
  <inkml:trace contextRef="#ctx0" brushRef="#br0">-8 279 911 0,'0'0'0'0,"0"0"0"0,0 0 0 0,0 0 0 0,0 0 0 0,0 0 0 0,0 0 1856 0,0 0 272 16,0 0 64-16,0 0 16 0,0 0-880 0,0 0-176 15,0 0-48-15,0 0 0 0,0 0-336 0,0 0-64 16,3-15 0-16,-3 15-16 0,0 0 16 0,0 0 16 15,8-8 0-15,-8 8 0 0,0 0-160 0,0 0-48 16,0 0 0-16,0 0 0 0,0 0-256 0,10-6-48 16,0-1-16-16,-10 7 0 0,0 0 208 0,0 0 48 15,0 0 0-15,12-3 0 0,-12 3-64 0,0 0-16 16,0 0 0-16,0 0 0 0,13-4-144 0,-13 4-32 16,0 0 0-16,13-1 0 0,-13 1 112 0,0 0 16 15,0 0 0-15,0 0 0 0,15 3-64 0,-15-3 0 16,0 0 0-16,13 0 0 0,-13 0-128 0,13-3-128 0,-13 3 144 0,13 0-144 15,-13 0 144-15,0 0-144 0,0 0 128 0,15-3-128 16,-15 3 0-16,13-5 0 0,-13 5 128 0,13-5-128 16,-13 5 256-16,0 0 0 0,0 0 16 0,15 0 0 15,-2 0-16-15,-13 0 0 0,13 0 0 0,-13 0 0 16,13 0-96-16,-13 0-32 0,0 0 0 0,17 1 0 16,-1 6-128-16,1-4 0 0,-3-4 0 0,-1 1 0 15,1 1 0-15,-1-1 0 0,0 0 0 0,-13 0 0 16,13 3 128-16,2-1 0 0,-1-2 0 0,1 0 0 15,-15 0 0-15,17 2-128 0,-1 1 192 0,-3-1-64 16,-13-2-128-16,13-5 192 0,0-2-192 0,1 2 192 16,-14 5-64-16,14-1-128 0,1-3 192 0,-2 3-64 15,0-3 0-15,1 3-128 0,-1 1 192 0,0-2-64 16,2 0-128-16,-2 1 128 0,0-1-128 0,0 2 128 0,0 2-128 0,0-2 0 16,0-2 0-16,-1 1 0 0,-12 1 0 0,15-4 0 15,-1 1 0-15,0-2 0 0,-5-2 0 0,-9 7 0 16,15-1 0-16,-2-2 0 0,-1-1 128 0,-1-1-128 15,1-1 0-15,1 3 128 0,0-1-128 0,0 3 0 16,0-3 144-16,2 3-144 0,0 1 128 0,0 0-128 16,-1-2 128-16,3 2-128 0,1 0 0 0,-2 2 0 15,-1 1 0-15,1-1 0 0,4-4 0 0,-2 0 0 16,-5-1 0-16,2 0 0 0,0 1 0 0,1 0 0 16,4 1 0-16,-4-1 0 0,-3-3 0 0,1 4 0 15,-1-1 0-15,2 0 0 0,-1-1 0 0,1 1 0 16,-2 2 0-16,0-1 0 0,0-3 0 0,2 1 0 15,0 0 0-15,0 1 128 0,0 2-128 0,1 0 0 16,0-3 0-16,1 3 128 0,-1 3-128 0,-1-1 128 0,-2-4-128 16,0 2 128-16,2 0-128 0,0 0 0 0,-2-1 128 0,2-1-128 15,-1 0 0-15,0 1 0 0,-14 1 0 0,14-4 0 16,1 4 0-16,0 0 0 0,0 0 0 0,-2-1 0 16,0-3 0-16,0 3 144 0,-13 1-144 0,16-3 0 15,-1-2 240-15,0 0-64 0,1 6-16 0,-1-1 0 16,-15 0 32-16,15-1 0 0,0-4 0 0,-1 3 0 15,1 1-64-15,0-1-128 0,-2-1 192 0,2 3-64 16,3 3 0-16,-2-3-128 0,-1-3 192 0,0-1-64 16,1 3-128-16,1-1 160 0,-2 0-160 0,-1 1 160 15,1 1-160-15,-2 0 0 0,0 1 0 0,2 1 128 16,2-2-128-16,-3 0 0 0,-1-2 0 0,1 2 128 16,0 4-128-16,1-1 0 0,-2 2 144 0,0 0-144 0,0-2 0 0,2 2 0 15,0 0 0-15,0 0 0 0,-2-2 0 0,0-1 0 16,0-1 0-16,2 3 0 0,0 1 0 0,-1 0 0 15,1-1 0-15,0 1 0 0,0 0 0 0,0-1 0 16,-1-1 0-16,1 0 0 0,0-1 0 0,0-1 0 16,-2-1 0-16,2 2 0 0,1 3 0 0,0-2 0 15,1-3 0-15,-1 0 128 0,-1 0-128 0,-2 2 0 16,0-2 0-16,0 0 0 0,0-2 0 0,-13 2 0 16,14 2 0-16,0-2 128 0,3-3-128 0,1 1 0 15,0 2 0-15,-2 0 0 0,-3-2 0 0,1 1 128 16,-1-3-128-16,3 1 128 0,2 0-128 0,-1 0 0 15,-3-2-128-15,1 3 128 0,0-1 0 0,0 1 0 0,-2 0 0 0,0 1 0 16,2-4 0-16,-2 0 0 0,-2-3 0 0,4 3 0 16,-3 2 0-16,1-1 0 0,1-1 0 0,1 2 0 15,-2 1 0-15,1 1 0 0,-14 1 0 0,16-5 0 16,0 0 0-16,-1 2 0 0,-2-1 0 0,0 1 0 16,1 1 0-16,-1-1-160 0,1-2 160 0,1 0 0 15,-3 4-144-15,1 1 144 0,2-5 0 0,1 3-144 16,2 0 144-16,-3-1 0 0,-15 3 0 0,18-3-128 15,3 1 128-15,-1 1 0 0,-2-3 0 0,0 3-128 16,2 1 128-16,1 0 0 0,0-2 0 0,-1 0-128 16,-4 2 128-16,-1-3-192 0,0 0 192 0,1 0-192 15,-1-1 192-15,0 3-208 0,0-1 80 0,0 0 128 16,-2-1 0-16,0 3 0 0,0 0 0 0,2 3 0 16,-2 1-128-16,2-4 128 0,-1 0 0 0,1 0 0 0,0-2 0 0,0 5 0 15,-1 2-144-15,3 0 144 0,-2-3 0 0,-1 1 0 16,0 2 0-16,-1-2 0 0,-2 1 0 15,2-3-128-15,0-1 128 0,2 3 0 0,-2 4-224 0,0 0 64 16,2-4 16-16,0 0 0 0,-2 0 0 0,2 2 0 16,1 2 0-16,1-2 0 15,-4 0-288-15,-2 0-48 0,1 0-16 0,-2 0 0 16,-10-5-592-16,14 6-128 0,0 1-32 0,-1 1-11296 0</inkml:trace>
</inkml:ink>
</file>

<file path=ppt/ink/ink1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5:49.152"/>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0 0 7999 0,'0'0'352'0,"0"0"80"0,0 0-432 0,0 0 0 0,0 0 0 0,0 0 0 0,0 0 0 0,0 0 0 16,0 0 0-16,0 0-3520 15</inkml:trace>
</inkml:ink>
</file>

<file path=ppt/ink/ink1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5:49.661"/>
    </inkml:context>
    <inkml:brush xml:id="br0">
      <inkml:brushProperty name="width" value="0.53333" units="cm"/>
      <inkml:brushProperty name="height" value="1.06667" units="cm"/>
      <inkml:brushProperty name="color" value="#FFFF00"/>
      <inkml:brushProperty name="tip" value="rectangle"/>
      <inkml:brushProperty name="rasterOp" value="maskPen"/>
      <inkml:brushProperty name="fitToCurve" value="1"/>
    </inkml:brush>
  </inkml:definitions>
  <inkml:trace contextRef="#ctx0" brushRef="#br0">15 50 911 0,'0'0'0'0,"0"0"0"0,0 0 0 0,0 0 0 15,0 0 0-15,0 0 0 0,0 0 2576 0,0 0 432 16,0 0 96-16,0 0 16 0,0 0-1792 0,0 0-368 16,-12-2-64-16,12 2 0 0,0 0-672 0,0 0-224 15,0 0 144-15,0 0-144 0,0 0 0 0,0 0 0 16,0 0 0-16,0 0 0 0,0 0 432 0,0 0 96 16,0 0 32-16,0 0 0 0,0 0 144 0,0 0 48 15,0 0 0-15,0 0 0 0,0 0-288 0,0 0-48 16,-6-8-16-16,6 8 0 0,0 0-144 0,0 0-48 0,0 0 0 0,0 0 0 15,0 0-208-15,0 0 176 0,0 0-176 0,0 0 160 16,2-11 96-16,-2 11 32 0,0 0 0 0,0 0 0 16,0 0 32-16,0 0 16 0,0 0 0 0,0 0 0 15,0 0-160-15,0 0-48 0,8-7 0 0,-8 7 0 16,0 0 0-16,0 0-128 0,0 0 192 0,11-7-64 16,-11 7-128-16,13-5 0 0,-13 5 0 0,0 0 0 15,0 0 0-15,15-3 0 0,-3-2 0 0,-12 5 0 16,13 2 128-16,-13-2 0 0,0 0 0 0,15-2 0 15,-15 2 192-15,14-1 16 0,-14 1 16 0,17 0 0 16,-17 0 32-16,13 0 16 0,-13 0 0 0,0 0 0 16,13-2-224-16,0 4-48 0,2 1-128 0,-2-1 192 15,-13-2-192-15,15 0 0 0,-2 0 0 0,-13 0-160 16,13 0 160-16,-13 0 0 0,0 0 0 0,18 0 0 0,0 3 0 0,-6-2 0 16,-12-1 0-16,0 0 0 0,14 2 0 0,0-2 0 15,-14 0 144-15,13 0-144 0,-13 0 176 0,0 0-176 16,0 0 160-16,0 0-160 0,0 0 0 0,0 0 0 15,16 5 0-15,-3-2 0 0,-13-3 0 0,15 2-160 16,-2 1 160-16,-13-3-192 0,0 0 32 0,13 2 0 16,-13-2 0-16,13 0 0 0,0 0 160 0,-13 0 0 15,0 0-144-15,0 0 144 0,0 0 0 0,14-3 0 16,-14 3 0-16,0 0 0 0,11-4 0 0,-11 4 0 16,0 0 0-16,0 0-176 15,0 0-240-15,0 0-48 0,0 0-16 0,0 0-7632 16,0 0-1520-16</inkml:trace>
</inkml:ink>
</file>

<file path=ppt/ink/ink1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25:53.070"/>
    </inkml:context>
    <inkml:brush xml:id="br0">
      <inkml:brushProperty name="width" value="0.53333" units="cm"/>
      <inkml:brushProperty name="height" value="1.06667" units="cm"/>
      <inkml:brushProperty name="color" value="#00FFFF"/>
      <inkml:brushProperty name="tip" value="rectangle"/>
      <inkml:brushProperty name="rasterOp" value="maskPen"/>
      <inkml:brushProperty name="fitToCurve" value="1"/>
    </inkml:brush>
  </inkml:definitions>
  <inkml:trace contextRef="#ctx0" brushRef="#br0">54 25 911 0,'0'0'0'0,"0"0"0"0,0 0 0 0,0 0 0 0,0 0 0 0,0 0 0 16,0 0 1248-16,0 0 160 0,0 0 48 0,0 0 0 16,-11 4-864-16,11-4-160 0,0 0-48 0,0 0 0 15,0 0 64-15,0 0 16 0,0 0 0 0,0 0 0 16,0 0-80-16,0 0-32 0,0 0 0 0,0 0 0 16,0 0-224-16,0 0-128 0,0 0 160 0,0 0-160 15,0 0 176-15,0 0-176 0,0 0 192 0,0 0-192 16,-13-2 512-16,13 2 0 0,0 0 0 0,0 0 0 15,0 0-48-15,0 0-16 0,-10-3 0 0,10 3 0 0,0 0-160 0,0 0-32 16,0 0-16-16,0 0 0 0,-12-2-64 0,12 2-16 16,0 0 0-16,0 0 0 0,0 0 112 0,0 0 32 15,0 0 0-15,0 0 0 0,0 0 16 0,0 0 16 16,0 0 0-16,0 0 0 0,-11-3-48 0,11 3-16 16,0 0 0-16,0 0 0 0,0 0-128 0,0 0-16 15,0 0-128-15,0 0 192 0,0 0-32 0,0 0-16 16,0 0 0-16,0 0 0 0,0 0-144 0,0 0 0 15,0 0 0-15,0 0 0 0,0 0 0 0,13-2 160 16,-13 2-32-16,13 0-128 0,-13 0 432 0,11-5-32 16,3 5 0-16,-14 0 0 0,0 0-176 0,13 2-32 15,-2 0-16-15,-11-2 0 0,15 0-176 0,-2 0 0 16,-13 0 0-16,15-4 128 0,-15 4-128 0,15-1 0 0,-1 2 0 0,1 3 0 16,0-6 0-16,-2-1 0 0,-13 3 144 0,16-2-144 15,-1 2 128-15,-2 0-128 0,-3-2 128 0,-10 2-128 16,13 0 224-16,-13 0-32 0,12 2 0 0,-1-2 0 15,2-2-64-15,1-1 0 0,-14 3-128 0,14 0 192 16,-2 0-192-16,-1 2 0 0,1-1 128 0,-12-1-128 16,13 0 0-16,0-1 0 0,2-4 0 0,-2 3 0 15,0 2 0-15,0 3 176 0,2 1-176 0,0-3 160 16,0 1-32-16,-2-2-128 0,-2-2 192 0,4 4-64 16,-2 3 16-16,0-2 0 0,0-3 0 0,-13 0 0 15,13-1-144-15,1 1 160 0,-1 0-160 0,0 0 160 16,-13 0-160-16,15 0 0 0,-1-2 0 0,0 0 0 0,-3 1 0 0,2-1 0 15,2-1 0-15,0 1 0 0,-1 2 0 0,0-2 0 16,-1 2 0-16,-2 0 0 0,-11 0 0 0,13 4 0 16,2 1 0-16,-3-2 0 0,-12-3 192 0,13 0 0 15,0 0 0-15,0 0 0 0,-13 0 0 0,13 3 16 16,-1 0 0-16,1 1 0 0,2-1-208 0,-2-1 0 16,0 1 0-16,2 0 0 0,-1 1-320 0,1-1 32 15,0 0 16-15,-2 0 0 0,-2 2 96 0,3-1 32 16,0 1 0-16,0-1 0 0,-14-4 144 0,14 4 0 15,-1-3 0-15,-13-1 0 0,14 4 0 0,-14-4 0 16,11 8 128-16,-11-8-128 0,13 1 0 0,-13-1 0 16,13 4 0-16,-13-4 128 0,13-2-128 0,-1-1 0 15,-12 3 0-15,13-2 128 0,-13 2-128 0,13 0 0 0,-13 0 0 16,15-1 128-16,0-1-128 0,-2 2 0 0,0-2 0 0,0 2 0 16,0 0 0-16,0-1 0 0,0-1 0 0,1 2 0 15,-3 0 0-15,2 0 0 0,-13 0 0 0,15 0 0 16,0-2 0-16,0-1 0 0,-1-2-128 0,-1 2 128 15,-13 3 0-15,15-2-160 0,-2 1 160 0,0-1 0 16,1-1 0-16,-14 3 0 0,0 0 0 0,14-4 0 16,0 3 0-16,-1-1 0 0,-2-3 0 0,2 4 0 15,0 1 0-15,1 0 0 0,-3 0 0 0,2 0 0 16,0-2 0-16,0 2 0 0,2 2 0 0,2-2 0 16,-6-2-288-16,1 0 48 0,-1-3 16 0,1 4 0 15,-1-1 96-15,1 0 128 0,-1 2-208 0,-11 0 80 16,0 0 128-16,13 0 0 0,0-1 0 0,-1 1 0 15,-12 0 0-15,13-2 0 0,-13 2 0 0,13 0 0 0,-13 0 0 0,15 0 0 16,-15 0 0-16,15 5 0 16,-2-2-512-16,-2-1-32 0,-11-2 0 0,15 3 0 15,0 1-176-15,-2-3-48 0,-13-1 0 0,13 0 0 16,0 2 112-16,0 1 16 0,0 0 0 0,1 1 0 16,-14-4 160-16,14 3 32 0,-2 0 16 0,-12-3 0 0,0 0 560 0,13 0 128 15,-2 0 0-15,-11 0 16 0,14 4-80 0,-14-4-32 16,0 0 0-16,0 0 0 0,11 4-304 0,-11-4-64 15,0 0-16-15,0 0-4816 16,15-1-960-16</inkml:trace>
</inkml:ink>
</file>

<file path=ppt/ink/ink1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0.169"/>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24993E95-0EB7-4B9B-B368-1363C35DE661}" emma:medium="tactile" emma:mode="ink">
          <msink:context xmlns:msink="http://schemas.microsoft.com/ink/2010/main" type="inkDrawing" rotatedBoundingBox="5985,6225 6540,6370 6490,6561 5935,6416" semanticType="callout" shapeName="Other"/>
        </emma:interpretation>
      </emma:emma>
    </inkml:annotationXML>
    <inkml:trace contextRef="#ctx0" brushRef="#br0">212 19 4719 0,'0'0'192'0,"0"0"64"0,0 0-256 0,0 0 0 16,0 0 0-16,0 0 0 0,0 0 1344 0,0 0 192 15,0 0 64-15,0 0 0 0,7-8-320 0,-7 8-48 16,0 0-16-16,0 0 0 0,0 0-704 0,0 0-160 16,0 0-32-16,-8-3 0 0,8 3-128 0,-10-4-48 15,10 4 0-15,-12 0 0 0,1-3 96 0,11 3 16 16,-12-3 0-16,12 3 0 0,-14 1 176 0,2 1 32 15,12-2 16-15,-11-2 0 0,-3 6-160 0,5-1-16 16,9-3-16-16,-12 3 0 0,12-3-112 0,-15 7-32 16,1-1 0-16,4-1 0 0,10-5-144 0,0 0 0 15,-12 2 0-15,12-2 128 0,0 0-128 0,-11 6 128 16,11-6-128-16,-12 10 128 0,2 0-128 0,6 0 0 0,0 2 0 0,4-12 0 16,0 0 0-16,-1 13 128 0,1-13-128 0,0 13 128 15,1-2 32-15,-1-11 0 0,0 0 0 0,0 0 0 16,7 15-16-16,-1-5 0 0,-6-10 0 0,0 0 0 15,13 11-144-15,-3-4 192 0,-10-7-192 0,13 5 192 16,1 0-192-16,-14-5 0 0,13 8 144 0,0-5-144 16,0-4 0-16,0 1 128 0,-13 0-128 0,15 0 0 15,1 0 128-15,-3 0-128 0,-13 0 160 0,14 0-160 16,-14 0 0-16,14-4 0 0,-1 3 0 0,-13 1 0 16,12-4 0-16,-12 4 0 0,0 0 0 0,11-8 0 15,-2 0 0-15,-4 0 0 0,-4-5 0 0,-1 13 0 16,-1-10 128-16,-1-3-128 0,0-2 0 0,2 3 0 15,0 12 128-15,2-11-128 0,-2 11 0 0,0-12 0 0,2 1 0 0,-2 11 0 16,0 0 0-16,1-12 0 0,-1 12 160 0,0 0-160 16,3-9 160-16,-3 9-160 0,5-9 304 0,-5 9-48 15,0 0 0-15,0 0 0 0,0 0-16 0,0 0-16 16,14 2 0-16,-14-2 0 0,0 0-224 0,11 7 0 16,-11-7 0-16,0 0 0 0,0 0 0 0,0 0 0 15,0 0 128-15,0 0-128 0,7 11 0 0,-7-11 0 16,0 0 0-16,8 13 0 0,-8-13 0 0,8 13 0 15,-8-13 0-15,8 10 0 0,-8-10 0 0,10 12 0 16,-3-1 0-16,-7-11 0 0,11 10 0 0,-1 0 0 16,-2 0 0-16,7 0 0 0,6-1 128 0,-3 1 0 15,-5 2-128-15,1-1 192 0,-1-1-192 0,0 0 0 16,2-2 128-16,-2 0-128 0,-13-8 128 0,15 9-128 16,-1-4 176-16,-1-1-176 0,-13-4 0 0,14 4 0 0,-14-4-192 0,0 0 48 31,0 0-592-31,13-4-112 0,-13 4-32 0</inkml:trace>
  </inkml:traceGroup>
</inkml:ink>
</file>

<file path=ppt/ink/ink1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2.621"/>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425F1054-796E-4987-B8E9-D0E94D800B57}" emma:medium="tactile" emma:mode="ink">
          <msink:context xmlns:msink="http://schemas.microsoft.com/ink/2010/main" type="inkDrawing" rotatedBoundingBox="3193,9743 3327,8751 3347,8753 3212,9746" semanticType="callout" shapeName="Other">
            <msink:sourceLink direction="with" ref="{2A964193-B5C1-4247-B8A3-0AB865E72AAA}"/>
          </msink:context>
        </emma:interpretation>
      </emma:emma>
    </inkml:annotationXML>
    <inkml:trace contextRef="#ctx0" brushRef="#br0">97 128 11807 0,'0'0'512'0,"0"0"128"0,0 0-512 0,0 0-128 0,0 0 0 0,0 0 0 16,6-22 960-16,1 9 160 0,-7 13 32 0,6-8 16 0,-6 8-608 0,4-15-128 15,-1-3-32-15,0 5 0 0,-3 13-256 0,0 0-144 16,0 0 160-16,0 0-160 0,2-15 448 0,-1 7-16 15,-1 8 0-15,0 0 0 0,0 0 272 0,0 0 48 16,0 0 16-16,0 0 0 0,0 0-320 0,0 0-48 16,0-17-16-16,0 17 0 0,0 0-128 0,0 0-16 15,0 0-16-15,0 0 0 0,0 0 96 0,0 0 0 16,0 0 16-16,0 0 0 0,0 0 112 0,0 0 0 16,0 0 16-16,0 0 0 0,0 0-176 0,-1 15-32 15,1-15-16-15,-4 17 0 0,0-1-64 0,0 4-16 16,3 3 0-16,1-4 0 0,-2 0-32 0,0-3-128 15,1-1 192-15,-1-1-64 0,-1 3-128 0,1 1 0 16,0 2 0-16,-1-1 0 0,-2-1 0 0,0-1 256 0,0-1 0 0,2 4-16 16,0 0 16-16,0 4 0 0,-1-1 0 0,1 0 0 15,0 2-112-15,-1 4-16 0,0 4 0 0,-1 0 0 16,0-3-128-16,0 1 0 0,1-3 0 0,1 3 0 16,0 2 0-16,0-1 128 0,-1-7-128 0,1 0 0 15,0-2 0-15,1 0 0 0,0 0 0 0,1 0 0 16,-2-5 0-16,1 0 0 0,0 0 0 0,1-2 0 15,-3 1 0-15,3-3 0 0,1-1 0 0,0-13 0 16,0 14 0-16,0-14 0 0,0 9 0 0,0-9 0 16,0 0-448-1,0 0 0-15,0 0-16 0,0 0 0 0,0 0-624 0,0 0-112 0,0 0-16 0,0 0-10624 16</inkml:trace>
  </inkml:traceGroup>
</inkml:ink>
</file>

<file path=ppt/ink/ink20.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3.868"/>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2A964193-B5C1-4247-B8A3-0AB865E72AAA}" emma:medium="tactile" emma:mode="ink">
          <msink:context xmlns:msink="http://schemas.microsoft.com/ink/2010/main" type="inkDrawing" rotatedBoundingBox="3280,9358 3686,9265 3691,9287 3285,9380" shapeName="Other">
            <msink:destinationLink direction="with" ref="{425F1054-796E-4987-B8E9-D0E94D800B57}"/>
            <msink:destinationLink direction="with" ref="{BF103A1B-0F45-4278-8245-6CF71F4054B5}"/>
          </msink:context>
        </emma:interpretation>
      </emma:emma>
    </inkml:annotationXML>
    <inkml:trace contextRef="#ctx0" brushRef="#br0">404 0 14559 0,'0'0'640'0,"0"0"144"0,0 0-624 0,0 0-160 0,0 0 0 0,0 0 0 15,-12 9 352-15,2-4 32 0,10-5 16 0,-10 4 0 16,10-4 224-16,-13 5 32 0,13-5 16 0,-11 2 0 16,-1-4 0-16,1 2 0 0,-4 0 0 0,2 2 0 15,2 1-256-15,11-3-48 0,-15-1-16 0,2 1 0 0,-2 5-208 0,2-2-144 16,0-3 192-16,-2 2-192 0,-2 1 0 0,3 3 0 15,0 3 0-15,1-1 0 0,0-8 0 0,0 3 0 16,-2 4-192-16,2-2 48 0,-2-2 144 0,2 0 0 16,0-3 0-16,2 2-128 0,11-2-160 0,-13 6-32 15,-1 3 0-15,3-5-9088 16</inkml:trace>
  </inkml:traceGroup>
</inkml:ink>
</file>

<file path=ppt/ink/ink2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3.439"/>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BF103A1B-0F45-4278-8245-6CF71F4054B5}" emma:medium="tactile" emma:mode="ink">
          <msink:context xmlns:msink="http://schemas.microsoft.com/ink/2010/main" type="inkDrawing" rotatedBoundingBox="3384,8779 3905,9714 3865,9736 3344,8801" semanticType="callout" shapeName="Other">
            <msink:sourceLink direction="with" ref="{2A964193-B5C1-4247-B8A3-0AB865E72AAA}"/>
          </msink:context>
        </emma:interpretation>
      </emma:emma>
    </inkml:annotationXML>
    <inkml:trace contextRef="#ctx0" brushRef="#br0">-3 48 1839 0,'0'0'160'0,"0"0"-160"16,5-7 0-16,-5 7 0 0,5-9 3008 0,-5 9 560 16,0 0 112-16,3-9 32 0,-3-1-2752 0,0 10-528 15,0 0-112-15,0 0-32 0,0 0 112 0,0-8 32 16,0 8 0-16,0 0 0 0,0 0-16 0,0 0 0 16,3-8 0-16,-3 8 0 0,0 0-96 0,0 0-32 15,0 0 0-15,0 0 0 0,0 0 144 0,0 0 16 16,0 0 16-16,0 0 0 0,0 0 48 0,0 0 16 15,0 0 0-15,0 0 0 0,0 0 96 0,0 0 16 16,0 0 0-16,0 0 0 0,14 12-208 0,-6 1-48 16,-2 1 0-16,-6-14 0 0,0 0-208 0,0 0-48 0,9 17-128 0,-1-2 192 15,-2-1-192-15,-1 1 0 0,-5-15 0 0,5 18 0 16,2 2 0-16,1 0 0 0,0-1 0 16,2 1 0-16,0 1 144 0,1 1-144 0,2-3 128 0,1 4-128 15,-1 0 224-15,2 2-32 0,1 0-16 0,0 1 0 16,-1-2-48-16,-2 1 0 0,-1 0 0 0,3 1 0 15,4 2-128-15,1 0 0 0,-4-5 144 0,1 6-144 16,-1 7 0-16,1-4 0 0,-1-5 0 0,0 1 0 16,-1 0 0-16,0 0 0 0,0-3 0 0,-5-4 0 15,-2-4 0-15,2-1 0 0,-1 0 0 0,0 1 0 16,-4-4 0-16,-1 0 0 0,0 2 0 0,-1-2 0 16,-3-13-160-16,0 0 160 0,0 0-192 0,3 10 192 15,-3-10-528-15,0 0 0 0,0 0 0 0,0 0 0 16,0 0-368-16,0 0-80 0,-6-15-16 0,1 0 0 15,2 0-1440-15,-2 1-272 0</inkml:trace>
  </inkml:traceGroup>
</inkml:ink>
</file>

<file path=ppt/ink/ink2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5.121"/>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4927A897-0783-46DB-8985-DE17A15744B4}" emma:medium="tactile" emma:mode="ink">
          <msink:context xmlns:msink="http://schemas.microsoft.com/ink/2010/main" type="inkDrawing" rotatedBoundingBox="2343,6559 2516,7110 2501,7115 2327,6564" semanticType="callout" shapeName="Other"/>
        </emma:interpretation>
      </emma:emma>
    </inkml:annotationXML>
    <inkml:trace contextRef="#ctx0" brushRef="#br0">0 0 12495 0,'0'0'544'0,"0"0"128"0,0 0-544 0,0 0-128 0,0 0 0 0,0 0 0 16,0 0 768-16,0 0 112 0,0 0 16 0,0 0 16 15,0 0-656-15,0 0-256 0,0 0 176 0,0 0-176 16,0 0 224-16,0 0-48 0,0 0-16 0,0 0 0 15,0 0 352-15,0 0 80 0,10 13 16 0,-2-3 0 16,-8-10-80-16,7 13-16 0,-7-13 0 0,5 17 0 0,1-1-144 0,1 4-48 16,1-1 0-16,-3 1 0 0,-3-2 0 0,1-1-16 15,-3-17 0-15,5 23 0 0,0 0-32 0,0-4 0 16,0-2 0-16,1-1 0 0,1 2-272 0,-1 0 128 16,-1-3-128-16,2-2 0 0,-7-13 176 0,8 16-176 15,-5 1 160-15,2-2-160 0,0-4 0 0,2 1 0 16,-7-12-176-16,6 18 176 0,-1-2-192 0,0 0 192 15,0 1-160-15,-2-4 160 0,-3-13-176 0,2 16 176 16,-2 1-192-16,3-4 192 0,-3-13-432 0,5 11 32 16,-5-11 0-16,0 0 0 15,3 17-304-15,-3-17-64 0,0 0-16 0,0 0 0 16,0 0-112-16,0 0 0 0,0 0-16 0</inkml:trace>
  </inkml:traceGroup>
</inkml:ink>
</file>

<file path=ppt/ink/ink2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5.625"/>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B0331AB4-C84B-41B2-8685-D89A9D1E1095}" emma:medium="tactile" emma:mode="ink">
          <msink:context xmlns:msink="http://schemas.microsoft.com/ink/2010/main" type="inkDrawing" rotatedBoundingBox="2376,7024 2728,6787 2852,6971 2500,7208" semanticType="callout" shapeName="Other"/>
        </emma:interpretation>
      </emma:emma>
    </inkml:annotationXML>
    <inkml:trace contextRef="#ctx0" brushRef="#br0">116 25 2751 0,'0'0'128'0,"15"0"16"0,-2-6-144 0,1-1 0 16,-1 0 0-16,1 4 0 0,1 0 2064 0,0 3 384 15,0 3 80-15,0-1 16 0,-2-2-1712 0,1 1-320 16,0 3-80-16,-1 1-16 0,0-2 272 0,-13-3 48 15,15 2 16-15,-2 6 0 0,-3 5-192 0,1-5-48 16,-11-8 0-16,15 5 0 0,-5 2-192 0,-10-7-32 16,0 0-16-16,6 9 0 0,-6-9-32 0,0 0-16 15,4 14 0-15,-6-5 0 0,2-9 160 0,-8 10 48 16,8-10 0-16,-12 12 0 0,-1-2 32 0,0-1 16 16,0 3 0-16,-2-4 0 0,-3-3-208 0,0 5-32 0,-3 5-16 0,1-5 0 15,2-5-224-15,1 1 176 16,1 2-176-16,0-3 160 0,-4-2-160 0,3 4 0 0,4 0 0 0,-1-1 0 15,-1-3 0-15,-2-3 0 0,1-4 0 0,1 2 0 16,2 5 0-16,0 0 0 0,1 1 0 0,12-4 128 16,0 0-128-16,-11 0 0 0,11 0 0 0,0 0 0 31,0 0-576-31,0 0-32 0,0 0-16 0,0 0-9488 0</inkml:trace>
  </inkml:traceGroup>
</inkml:ink>
</file>

<file path=ppt/ink/ink2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1:30:07.396"/>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4D261DCB-C06F-46C7-8DD6-1619656C32EF}" emma:medium="tactile" emma:mode="ink">
          <msink:context xmlns:msink="http://schemas.microsoft.com/ink/2010/main" type="inkDrawing" rotatedBoundingBox="6541,9762 6754,10009 6558,10178 6345,9931" semanticType="callout" shapeName="Other"/>
        </emma:interpretation>
      </emma:emma>
    </inkml:annotationXML>
    <inkml:trace contextRef="#ctx0" brushRef="#br0">180 2 12831 0,'0'0'576'0,"0"0"112"0,0 0-560 0,0 0-128 0,0 0 0 0,-13-2 0 16,2 1 576-16,11 1 96 0,-14 1 16 0,14-1 0 15,0 0-400-15,0 0-80 0,-13 3-16 0,13-3 0 16,-11 0-32-16,11 0-16 0,-13 0 0 0,1 2 0 15,12-2 208-15,-11 3 32 0,11-3 16 0,0 0 0 16,-10 7 48-16,10-7 0 0,-10 7 0 0,2 1 0 16,0 0-112-16,-1 0-16 0,1 0 0 0,8-8 0 15,0 0-176-15,-1 15-144 0,-4-2 192 0,5-13-192 0,-4 13 0 16,1-3 0-16,-2-2 0 0,0 4 0 16,5-12 176-16,0 13-176 0,0-13 160 0,-1 12-160 0,1-12 288 0,0 0-32 15,-7 13-16-15,7-13 0 0,3 14-80 0,-3-14-16 16,0 0 0-16,0 0 0 0,2 17-144 0,-2-17 0 15,0 0 144-15,13 10-144 0,-1 0 272 0,-1-2-16 16,2-5 0-16,2 2 0 0,3-3 192 0,0 1 48 16,0-3 0-16,0 0 0 0,2-2-224 0,0 2-32 15,-2 4-16-15,0 2 0 0,-2 2-224 0,0-4 0 16,1-8 0-16,-2-1-160 16,-4 0-480-16,-11 5-112 0,13-1-16 0,-1-4 0 0</inkml:trace>
  </inkml:traceGroup>
</inkml:ink>
</file>

<file path=ppt/ink/ink2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32:46.544"/>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A1E60F75-BA22-422A-8B87-2573283E2780}" emma:medium="tactile" emma:mode="ink">
          <msink:context xmlns:msink="http://schemas.microsoft.com/ink/2010/main" type="writingRegion" rotatedBoundingBox="3864,4694 7897,9916 4828,12286 795,7065"/>
        </emma:interpretation>
      </emma:emma>
    </inkml:annotationXML>
    <inkml:traceGroup>
      <inkml:annotationXML>
        <emma:emma xmlns:emma="http://www.w3.org/2003/04/emma" version="1.0">
          <emma:interpretation id="{BE270E3B-AACE-4192-9CBE-999B87F9E6C8}" emma:medium="tactile" emma:mode="ink">
            <msink:context xmlns:msink="http://schemas.microsoft.com/ink/2010/main" type="paragraph" rotatedBoundingBox="4932,5641 4805,6569 4211,6487 4339,5559" alignmentLevel="2"/>
          </emma:interpretation>
        </emma:emma>
      </inkml:annotationXML>
      <inkml:traceGroup>
        <inkml:annotationXML>
          <emma:emma xmlns:emma="http://www.w3.org/2003/04/emma" version="1.0">
            <emma:interpretation id="{7330BAD4-25A2-4F7B-BC9C-6BD077A85B61}" emma:medium="tactile" emma:mode="ink">
              <msink:context xmlns:msink="http://schemas.microsoft.com/ink/2010/main" type="line" rotatedBoundingBox="4932,5641 4805,6569 4211,6487 4339,5559"/>
            </emma:interpretation>
          </emma:emma>
        </inkml:annotationXML>
        <inkml:traceGroup>
          <inkml:annotationXML>
            <emma:emma xmlns:emma="http://www.w3.org/2003/04/emma" version="1.0">
              <emma:interpretation id="{F8836A2F-AD98-4CCF-B8D1-7B906B3D6F0D}" emma:medium="tactile" emma:mode="ink">
                <msink:context xmlns:msink="http://schemas.microsoft.com/ink/2010/main" type="inkWord" rotatedBoundingBox="4932,5641 4805,6569 4211,6487 4339,5559"/>
              </emma:interpretation>
              <emma:one-of disjunction-type="recognition" id="oneOf0">
                <emma:interpretation id="interp0" emma:lang="" emma:confidence="0">
                  <emma:literal>A</emma:literal>
                </emma:interpretation>
                <emma:interpretation id="interp1" emma:lang="" emma:confidence="0">
                  <emma:literal>a</emma:literal>
                </emma:interpretation>
                <emma:interpretation id="interp2" emma:lang="" emma:confidence="0">
                  <emma:literal>D</emma:literal>
                </emma:interpretation>
                <emma:interpretation id="interp3" emma:lang="" emma:confidence="0">
                  <emma:literal>S</emma:literal>
                </emma:interpretation>
                <emma:interpretation id="interp4" emma:lang="" emma:confidence="0">
                  <emma:literal>J</emma:literal>
                </emma:interpretation>
              </emma:one-of>
            </emma:emma>
          </inkml:annotationXML>
          <inkml:trace contextRef="#ctx0" brushRef="#br0">-2 899 13759 0,'0'0'608'16,"0"0"128"-16,0 0-592 0,0 0-144 0,0-13 0 0,0 13 0 0,0 0 944 0,0 0 144 15,0-11 48-15,0 1 0 0,1 0-592 0,-1 2-112 16,0-2-32-16,0 10 0 0,0 0-256 0,4-10-144 16,-1-1 160-16,0 2-160 0,-1 1 400 0,1 0-16 15,-3 8 0-15,5-13 0 0,0 3 400 0,0 0 80 16,1-1 16-16,1-1 0 0,-2 2-64 0,2-1-16 15,-1-4 0-15,1 2 0 0,-2 0-192 0,1 0-32 16,1-4-16-16,-1 1 0 0,1-2-208 0,-1 0-32 16,-1-4-16-16,2 3 0 0,-2-1-304 0,1-1 128 15,1-4-128-15,1 2 0 0,0 0 0 0,1 0 0 16,-1 0 0-16,0 0 0 0,2 0 0 0,0 2-176 0,-2 3 176 16,0 0-160-16,-1 0 288 0,-1 0 64 0,1-2 16 15,-1 3 0-15,-1 4 352 0,2 0 64 0,1 0 16 0,-1 0 0 16,-4-2-256-16,0 0-64 0,2 1 0 0,-2 0 0 15,-1 0-320-15,3 1 128 0,-2 1-128 0,-1-1 0 16,-4 1 0-16,4 3 0 0,1-1 0 0,0 0 0 16,-3 10 0-16,0 0 0 0,0 0 0 0,0 0 0 15,4-8 0-15,-4 8-128 0,0 0 128 0,0 0 0 16,10-4 0-16,-10 4 0 0,11-3 0 0,-11 3-128 16,0 0 128-16,10 10-160 0,-10-10 160 0,10 13-160 15,0 2 160-15,-2 0 0 0,-2-1 0 0,1 3 0 16,-4-2 0-16,2 1-160 0,0 4 160 0,0 1 0 15,-2 2-128-15,1-2 128 0,-1-1 0 0,0 5 0 16,0 4 0-16,2 2 0 0,0-1 0 0,2 3 0 0,-1 0 0 16,3 3 0-16,-1 0 0 0,2-3 0 0,-2-2 0 0,2-2 0 15,0-1 0-15,1-3 0 0,1-2 0 0,-1 0 0 16,-1-2 0-16,1-1 0 0,-1-2 0 0,0-2 0 16,-2 1 0-16,0-2 0 0,-1-2 0 0,-7-13 0 15,8 10 128-15,-8-10-128 0,5 13 0 0,-5-13 0 16,0 0 0-16,0 0 0 0,0 14-208 0,0-14 16 15,0 0 0-15,-3 15 0 16,0-5-480-16,3-10-96 0,-7 10 0 0,7-10-16 16,0 0-432-16,-8 10-96 0,0 0-16 0,8-10 0 15,0 0-464-15,0 0-80 0,0 0-32 0,0 0-4368 16,-5 9-896-16</inkml:trace>
          <inkml:trace contextRef="#ctx0" brushRef="#br0" timeOffset="427.5576">461 592 1839 0,'0'0'160'0,"0"0"-160"15,8 12 0-15,-8-12 0 0,0 0 2608 0,0 0 480 16,0 0 112-16,0 0 0 0,11 8-2080 0,-11-8-416 15,0 0-96-15,0 0-16 0,0 0-96 0,0 0-32 16,0 0 0-16,-13-2 0 0,2 1-16 0,-2-1 0 16,-1-1 0-16,0 0 0 0,-1-1-192 0,0-1-32 15,0 2-16-15,1-2 0 0,-5 0-208 0,0 0 0 16,-3 0 0-16,1 4-160 0,0 1 160 0,1 1 0 16,0-1 0-16,1 2 0 0,-4 3 0 0,0 0 0 0,0 0 0 15,3 1 0 1,2-2-496-16,-2 4-16 0,-9 5 0 0,7-3 0 0</inkml:trace>
        </inkml:traceGroup>
      </inkml:traceGroup>
    </inkml:traceGroup>
    <inkml:traceGroup>
      <inkml:annotationXML>
        <emma:emma xmlns:emma="http://www.w3.org/2003/04/emma" version="1.0">
          <emma:interpretation id="{25BB4E24-5B19-46E7-A8E1-32E35021F59E}" emma:medium="tactile" emma:mode="ink">
            <msink:context xmlns:msink="http://schemas.microsoft.com/ink/2010/main" type="paragraph" rotatedBoundingBox="1096,6832 5129,12054 4828,12286 795,7065" alignmentLevel="1"/>
          </emma:interpretation>
        </emma:emma>
      </inkml:annotationXML>
      <inkml:traceGroup>
        <inkml:annotationXML>
          <emma:emma xmlns:emma="http://www.w3.org/2003/04/emma" version="1.0">
            <emma:interpretation id="{02AC05A5-F880-46C4-9F90-8E9D5D568C38}" emma:medium="tactile" emma:mode="ink">
              <msink:context xmlns:msink="http://schemas.microsoft.com/ink/2010/main" type="line" rotatedBoundingBox="1096,6832 5129,12054 4828,12286 795,7065"/>
            </emma:interpretation>
          </emma:emma>
        </inkml:annotationXML>
        <inkml:traceGroup>
          <inkml:annotationXML>
            <emma:emma xmlns:emma="http://www.w3.org/2003/04/emma" version="1.0">
              <emma:interpretation id="{CD7A1B44-D39C-4198-8E58-4B1788E195B1}" emma:medium="tactile" emma:mode="ink">
                <msink:context xmlns:msink="http://schemas.microsoft.com/ink/2010/main" type="inkWord" rotatedBoundingBox="1096,6832 1647,7545 1345,7778 795,7065"/>
              </emma:interpretation>
              <emma:one-of disjunction-type="recognition" id="oneOf1">
                <emma:interpretation id="interp5" emma:lang="" emma:confidence="0">
                  <emma:literal>in</emma:literal>
                </emma:interpretation>
                <emma:interpretation id="interp6" emma:lang="" emma:confidence="0">
                  <emma:literal>M</emma:literal>
                </emma:interpretation>
                <emma:interpretation id="interp7" emma:lang="" emma:confidence="0">
                  <emma:literal>"</emma:literal>
                </emma:interpretation>
                <emma:interpretation id="interp8" emma:lang="" emma:confidence="0">
                  <emma:literal>"n</emma:literal>
                </emma:interpretation>
                <emma:interpretation id="interp9" emma:lang="" emma:confidence="0">
                  <emma:literal>rn</emma:literal>
                </emma:interpretation>
              </emma:one-of>
            </emma:emma>
          </inkml:annotationXML>
          <inkml:trace contextRef="#ctx0" brushRef="#br0" timeOffset="3347.3756">-3145 1249 16639 0,'0'0'736'0,"0"0"160"0,0 0-720 16,0 0-176-16,0 0 0 0,0 0 0 0,0 0 784 0,0 0 128 0,0 0 32 0,0 0 0 15,0 0-496-15,0 0-112 0,0 0-16 0,0 0 0 16,0 0-192-16,0 0-128 0,0 0 160 0,0 0-160 15,0 0 304-15,0 0-48 0,0 0 0 0,0 0 0 16,11 3 80-16,-11-3 16 0,13 8 0 0,-13-8 0 16,7 13-32-16,0 2-16 0,-1 0 0 0,-1 3 0 15,-2 2 16-15,4 3 0 0,3 0 0 0,-2 3 0 16,-2 3-128-16,3 1 0 0,-1-4-16 0,0 7 0 16,-1 5-176-16,-2 1 160 0,1 1-160 0,1-4 160 0,-1-3-160 15,2 3 0-15,-1 3 0 0,1-1 0 0,-1-4 0 16,-1-1 0-16,1-2 0 0,-1 0 0 0,1-3 0 0,0-1 0 15,-2-3 0-15,-1-2 0 16,1-6-336-16,0 0-112 0,-1 2 0 0,-1-4-7232 16,-3-14-1424-16</inkml:trace>
          <inkml:trace contextRef="#ctx0" brushRef="#br0" timeOffset="3927.8465">-2966 1874 1839 0,'0'0'0'0,"0"0"160"0,0 0-160 0,0 0 0 0,1-11 0 0,-1 11 0 15,0 0 1664-15,0 0 320 0,7-9 48 0,-7 9 16 16,0 0-2448-16,11-1-496 0,-11 1-80 0,13-5-32 15,-3-2 448-15,0 4 96 0,-10 3 16 16,13 2 0-16,-13-2 1376 0,15-5 288 0,-5-3 48 0,-10 8 16 0,16 3 416 0,-3-2 96 16,-13-1 0-16,0 0 16 0,15-4-608 0,-2 2-128 15,-13 2-32-15,13-2 0 0,-13 2-656 0,14 2-144 16,-14-2-32-16,13 2 0 0,-2-9-208 0,-1 4 0 16,-10 3 0-16,13 3 0 0,-13-3 0 0,13 7 0 15,0 4 0-15,-3-1 0 0,-10-10 0 0,13 11 0 16,1-2 128-16,-5 0-128 0,-2 3 512 0,-7-12 64 15,0 0 16-15,8 11 0 0,-3 4 48 0,-5-15 0 16,0 15 0-16,2 3 0 0,-1-2-64 0,-2 1 0 16,-6-4 0-16,1 0 0 0,-1-3-272 0,-1 0-64 0,-5-2-16 15,0 2 0-15,-1 0-224 0,0 0 0 0,-1-1 0 0,-1-2 0 16,-3-4 0-16,1 2-128 0,-1 2 128 0,-1-2-208 16,-1-5-160-16,3 1-16 0,3 3-16 0,0-3 0 31,0 1-304-31,2-1-64 0,2-4-16 0,11 3-9632 0</inkml:trace>
        </inkml:traceGroup>
        <inkml:traceGroup>
          <inkml:annotationXML>
            <emma:emma xmlns:emma="http://www.w3.org/2003/04/emma" version="1.0">
              <emma:interpretation id="{3493AD12-BA2E-4EB9-B11A-C20C8E6DDEF4}" emma:medium="tactile" emma:mode="ink">
                <msink:context xmlns:msink="http://schemas.microsoft.com/ink/2010/main" type="inkWord" rotatedBoundingBox="4717,11537 5121,12060 4836,12280 4432,11757"/>
              </emma:interpretation>
              <emma:one-of disjunction-type="recognition" id="oneOf2">
                <emma:interpretation id="interp10" emma:lang="" emma:confidence="1">
                  <emma:literal/>
                </emma:interpretation>
              </emma:one-of>
            </emma:emma>
          </inkml:annotationXML>
          <inkml:trace contextRef="#ctx0" brushRef="#br0" timeOffset="2239.1933">525 5997 7359 0,'0'0'656'0,"0"0"-528"0,0 0-128 0,0 0 0 15,0 0 1872-15,0 0 352 0,-9-10 64 0,9 10 16 16,0 0-1424-16,0 0-288 0,-8-6-48 0,8 6-16 0,0 0-384 16,0 0-144-16,-6-9 0 0,6 9 144 0,0 0-144 0,0 0 0 15,0 0 0-15,0 0 128 0,0 0 144 0,0 0 32 16,0 0 0-16,0 0 0 0,0 0 16 0,0 0 0 15,-7-10 0-15,7 10 0 0,0 0-64 0,0 0-16 16,-11-3 0-16,11 3 0 0,-10 5 80 0,10-5 32 16,-15 5 0-16,3 2 0 0,3 4-128 0,-1-3-32 15,-2-1 0-15,-1 1 0 0,3 4 0 0,2-3-16 16,8-9 0-16,-13 14 0 0,1 2-176 0,4-1 160 16,2-1-160-16,-3 0 160 0,-2-3-16 0,3 2 0 15,4 2 0-15,1 0 0 0,-2-2 48 0,-1 3 0 16,-1 1 0-16,4-4 0 0,3-13-64 0,0 16-128 15,0 1 192-15,2-1-64 0,-1-6-128 0,4 3 160 0,2 0-160 16,1-3 160-16,-8-10-32 0,11 10-128 0,-11-10 192 16,15 10-64-16,0 1 224 0,-2-1 32 0,-1-2 16 0,-12-8 0 15,16 0 48-15,-1 0 0 0,-15 0 0 0,16 2 0 16,-3-2-224-16,0 0-32 0,-1-3-16 0,-12 3 0 16,11-12-176-16,-1 1 160 0,0 1-160 0,-2-2 160 15,-1-2-160-15,-2-1 0 0,-2 0 144 0,-1-1-144 16,-1-4 128-16,-1 2-128 0,0 1 160 0,0 1-160 15,0-2 0-15,2 0 0 0,-2-3 0 0,-2 3 0 16,-1 1 0-16,1-1 0 0,-1 0 0 0,1 2 0 16,-1 2 0-16,3 1 0 0,-3 2 0 0,1 3 0 15,2 8 0-15,0 0 0 0,0 0 0 0,0 0 0 16,0 0 0-16,0 0 0 0,0 0 0 0,10 8 0 0,-10-8 0 0,12 18 0 16,-3 3 0-16,3 1 0 0,-1-1 128 15,1 2-128-15,-4 2 0 0,2-1 144 0,1 1 16 16,3-1 0-16,-1 3 0 0,1-1 0 0,3 2-16 0,-1-4 0 15,-1-1 0-15,1 0 0 0,1 4 48 0,1-6 0 16,0-5 0-16,0 1 0 0,0-4-192 0,2-3 0 16,-1-2 0-16,0-3 128 15,0-5-2096-15,1-3-416 0</inkml:trace>
        </inkml:traceGroup>
      </inkml:traceGroup>
    </inkml:traceGroup>
  </inkml:traceGroup>
</inkml:ink>
</file>

<file path=ppt/ink/ink2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32:51.740"/>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A0BBF448-5F95-4CAE-8823-172E94619E83}" emma:medium="tactile" emma:mode="ink">
          <msink:context xmlns:msink="http://schemas.microsoft.com/ink/2010/main" type="writingRegion" rotatedBoundingBox="7844,7316 8133,7316 8133,7682 7844,7682"/>
        </emma:interpretation>
      </emma:emma>
    </inkml:annotationXML>
    <inkml:traceGroup>
      <inkml:annotationXML>
        <emma:emma xmlns:emma="http://www.w3.org/2003/04/emma" version="1.0">
          <emma:interpretation id="{0875B4E9-76B8-4089-91AF-6AB30713F982}" emma:medium="tactile" emma:mode="ink">
            <msink:context xmlns:msink="http://schemas.microsoft.com/ink/2010/main" type="paragraph" rotatedBoundingBox="7844,7316 8133,7316 8133,7682 7844,7682" alignmentLevel="1"/>
          </emma:interpretation>
        </emma:emma>
      </inkml:annotationXML>
      <inkml:traceGroup>
        <inkml:annotationXML>
          <emma:emma xmlns:emma="http://www.w3.org/2003/04/emma" version="1.0">
            <emma:interpretation id="{37622A57-1C9F-4C82-AF87-67833CDE75D5}" emma:medium="tactile" emma:mode="ink">
              <msink:context xmlns:msink="http://schemas.microsoft.com/ink/2010/main" type="line" rotatedBoundingBox="7844,7316 8133,7316 8133,7682 7844,7682"/>
            </emma:interpretation>
          </emma:emma>
        </inkml:annotationXML>
        <inkml:traceGroup>
          <inkml:annotationXML>
            <emma:emma xmlns:emma="http://www.w3.org/2003/04/emma" version="1.0">
              <emma:interpretation id="{D351AEFF-6D3E-45B8-BCE6-27FAD6DB7B0C}" emma:medium="tactile" emma:mode="ink">
                <msink:context xmlns:msink="http://schemas.microsoft.com/ink/2010/main" type="inkWord" rotatedBoundingBox="7844,7316 8133,7316 8133,7682 7844,7682"/>
              </emma:interpretation>
              <emma:one-of disjunction-type="recognition" id="oneOf0">
                <emma:interpretation id="interp0" emma:lang="" emma:confidence="0">
                  <emma:literal>c</emma:literal>
                </emma:interpretation>
                <emma:interpretation id="interp1" emma:lang="" emma:confidence="0">
                  <emma:literal>C</emma:literal>
                </emma:interpretation>
                <emma:interpretation id="interp2" emma:lang="" emma:confidence="0">
                  <emma:literal>(</emma:literal>
                </emma:interpretation>
                <emma:interpretation id="interp3" emma:lang="" emma:confidence="0">
                  <emma:literal>e</emma:literal>
                </emma:interpretation>
                <emma:interpretation id="interp4" emma:lang="" emma:confidence="0">
                  <emma:literal>&lt;</emma:literal>
                </emma:interpretation>
              </emma:one-of>
            </emma:emma>
          </inkml:annotationXML>
          <inkml:trace contextRef="#ctx0" brushRef="#br0">230 69 3679 0,'0'0'160'0,"0"0"32"0,-2-13-192 0,1 4 0 15,1 9 0-15,0 0 0 0,0 0 2208 0,0 0 400 16,0 0 80-16,0 0 0 0,0 0-1888 0,-9-9-384 15,3-1-80-15,6 10-16 0,-8-10-32 0,8 10-16 16,-9-7 0-16,9 7 0 0,-11-5 240 0,11 5 64 16,0 0 0-16,-15-1 0 0,2-4 16 0,1 5 16 15,12 0 0-15,-9 3 0 0,-1 2-288 0,10-5-48 16,-12 3-16-16,4 1 0 0,8-4-64 0,0 0 0 0,-15 9-16 0,5 1 0 16,2 2-48-16,0-4 0 15,8-8 0-15,-13 8 0 0,1 5 0 0,3-1-128 0,-1-6 192 0,10-6-64 16,0 0 0-16,-5 15-128 0,0-3 192 0,2-3-64 15,3-9 16-15,0 0 0 0,-5 20 0 0,1-3 0 16,3-4 64-16,1-13 16 0,0 0 0 0,5 14 0 16,-2 1 64-16,2-2 16 0,-2 0 0 0,-3-13 0 15,0 0 64-15,3 15 16 0,-1 0 0 0,5-4 0 16,3-1 0-16,-1-1 16 0,-9-9 0 0,15 9 0 16,0 3-16-16,1-2-16 0,1-2 0 0,1 0 0 15,0 2-192-15,0-3-48 0,0-6 0 0,2 2 0 16,-2-1-304-16,0 0-64 0,-2-2-16 0,2-2-8384 15,-1-6-1664-15</inkml:trace>
        </inkml:traceGroup>
      </inkml:traceGroup>
    </inkml:traceGroup>
  </inkml:traceGroup>
</inkml:ink>
</file>

<file path=ppt/ink/ink2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2:36.247"/>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39C3E2FF-A43D-45C5-9F1D-CDE246E5CA52}" emma:medium="tactile" emma:mode="ink">
          <msink:context xmlns:msink="http://schemas.microsoft.com/ink/2010/main" type="inkDrawing" rotatedBoundingBox="5962,10068 6780,9809 6853,10039 6035,10299" semanticType="callout" shapeName="Other">
            <msink:sourceLink direction="with" ref="{7396D9FA-5F13-44AB-872D-5BF8BB8A89CA}"/>
          </msink:context>
        </emma:interpretation>
      </emma:emma>
    </inkml:annotationXML>
    <inkml:trace contextRef="#ctx0" brushRef="#br0">812 102 911 0,'0'0'0'0,"0"11"0"0,0-11 0 0,0 0 0 15,2 10 0-15,-2-10 0 0,0 0 2128 0,0 0 352 16,0 0 64-16,0-7 16 0,0 7-1632 0,0 0-320 0,0 0-64 0,0 0-16 16,0 0-336-16,0 0-192 0,0 0 192 0,0 0-192 15,2-8 0-15,-2 8 0 0,0 0 0 0,0 0 0 16,0 0 288-16,0 0-48 0,0 0-16 0,0 0 0 16,0 0 272-16,0 0 48 0,0 0 16 0,0 0 0 15,0 0 256-15,0 0 48 0,0 0 16 0,0 0 0 16,0 0-176-16,0 0-48 0,0 0 0 0,0 0 0 15,0 0-240-15,-4-11-48 0,1-4-16 0,1 7 0 16,2 8-64-16,0 0-16 0,0 0 0 0,0 0 0 16,0 0-112-16,0 0-32 0,-11-9 0 0,11 9 0 15,-8-6 192-15,8 6 48 0,-9-13 0 0,9 13 0 16,0 0 48-16,-11-5 16 0,1-2 0 0,4 1 0 16,6 6-112-16,0 0-32 0,0 0 0 0,0 0 0 0,-12-9-288 15,12 9 160-15,0 0-160 0,-11-1 128 0,-1-2-128 0,12 3 0 16,-10-7 0-16,10 7 0 0,-13-2 0 0,13 2 0 15,0 0 0-15,-11-3 0 0,-1 1 0 0,12 2 0 16,-13 2 192-16,13-2-64 0,0 0 0 0,-12-2-128 16,12 2 192-16,-13-3-64 0,2 5-128 0,11-2 0 15,-12-2 0-15,12 2 0 0,0 0 0 0,-13 3 128 16,0-4-128-16,13 1 0 0,0 0 0 0,-13 1 0 16,1 4 0-16,12-5 0 0,-11-1 0 0,11 1 0 15,-15 0 0-15,2 0 0 0,13 0 128 0,-13 1-128 16,0-2 0-16,13 1 128 0,0 0 32 0,-17 6 0 15,-1 1 0-15,5-4 0 0,13-3-32 0,0 0 0 16,-15 3 0-16,4 1 0 0,11-4-128 0,0 0 0 16,-15-2 144-16,4 4-144 0,11-2 128 0,-13 1-128 0,-2-2 160 15,3-1-160-15,12 2 128 0,0 0-128 0,-11 5 0 0,1 0 144 16,10-5-144-16,0 0 0 0,-13 2 144 0,13-2-144 16,-12 0 0-16,12 0 128 0,-8-5-128 0,8 5 0 15,-11 3 0-15,11-3 0 0,0 0 0 0,0 0 0 16,-10 6 0-16,10-6 0 0,-8 9 0 0,8-9 0 15,0 0 0-15,0 0 0 0,0 0 0 0,0 0 0 16,-10 6 0-16,10-6 0 0,0 0 0 0,0 0 0 16,-8 10 0-16,8-10 0 0,-10 7 0 0,10-7 0 15,0 0 0-15,0 0 0 0,-8 11 0 0,8-11 0 16,0 0 0-16,0 0 0 0,-12 10 0 0,12-10 0 16,-10 5 0-16,10-5 0 0,0 0 0 0,-10 8 0 15,10-8 0-15,-8 13 0 0,2 0 0 0,6-13 0 16,0 0 0-16,0 0 0 0,-10 10 0 0,10-10 0 0,0 0 0 0,0 0 0 15,0 0 0-15,-10 3 0 0,2 4 0 0,8-7 0 16,0 0 0-16,0 0 0 0,0 0 0 0,-13 5 0 16,3 0 0-16,10-5 0 0,0 0 0 0,0 0 0 15,-9 10 0-15,9-10 0 0,0 0 0 0,0 0 0 16,0 0 0-16,-9 8 0 0,0 0 0 0,9-8 0 16,0 0 0-16,0 0 0 0,0 0 0 0,-8 10-160 15,2 0 160-15,6-10 0 0,0 0-176 0,0 0 176 16,0 0-160-16,-7 10 160 0,7-10-128 0,0 0 128 15,0 0 0-15,0 0-144 0,-6 14 16 0,2-2 0 16,4-12 0-16,0 0 0 0,0 0-32 0,-3 13 0 16,0-1 0-16,3-12 0 0,0 0 32 0,0 0 0 15,0 0 0-15,0 0 0 0,-5 14-32 0,5-14 0 0,0 0 0 16,-4 12 0-16,4-12 0 0,0 0 0 0,-3 11 0 16,3-11 0-16,0 0 160 0,0 0-160 0,-8 13 160 0,5-4-160 15,3-9 160-15,0 0 0 0,0 0-144 0,0 0 144 16,0 0-192-16,0 0 16 0,0 0 16 0,-5 10 0 15,5-10-64-15,0 0-16 0,0 0 0 0,0 0 0 16,0 0 64-16,0 0 16 0,0 0 0 0,0 0 0 16,-10 6-48-16,10-6-16 0,0 0 0 0,0 0 0 15,0 0-48-15,0 0-16 0,0 0 0 0,0 0 0 16,0 0 32-16,0 0 0 0,-12 3 0 0,12-3 0 16,0 0-32-16,0 0 0 0,-11 4 0 0,11-4 0 15,-8 6-224-15,8-6-32 16,0 0-16-16,0 0 0 0,-5 10-464 0,5-10-80 15,0 0-32-15,0 0 0 0</inkml:trace>
  </inkml:traceGroup>
</inkml:ink>
</file>

<file path=ppt/ink/ink2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2:44.534"/>
    </inkml:context>
    <inkml:brush xml:id="br0">
      <inkml:brushProperty name="width" value="0.09333" units="cm"/>
      <inkml:brushProperty name="height" value="0.09333" units="cm"/>
      <inkml:brushProperty name="color" value="#3165BB"/>
      <inkml:brushProperty name="fitToCurve" value="1"/>
    </inkml:brush>
  </inkml:definitions>
  <inkml:traceGroup>
    <inkml:annotationXML>
      <emma:emma xmlns:emma="http://www.w3.org/2003/04/emma" version="1.0">
        <emma:interpretation id="{D9805374-AB1C-4357-9A8D-C35ACC09B9CF}" emma:medium="tactile" emma:mode="ink">
          <msink:context xmlns:msink="http://schemas.microsoft.com/ink/2010/main" type="writingRegion" rotatedBoundingBox="7811,7279 7584,11813 4065,11637 4292,7103"/>
        </emma:interpretation>
      </emma:emma>
    </inkml:annotationXML>
    <inkml:traceGroup>
      <inkml:annotationXML>
        <emma:emma xmlns:emma="http://www.w3.org/2003/04/emma" version="1.0">
          <emma:interpretation id="{77C6177B-9F4A-405B-9CF5-67E4F51F582F}" emma:medium="tactile" emma:mode="ink">
            <msink:context xmlns:msink="http://schemas.microsoft.com/ink/2010/main" type="paragraph" rotatedBoundingBox="7656,7230 7812,7767 7537,7848 7380,7311" alignmentLevel="1"/>
          </emma:interpretation>
        </emma:emma>
      </inkml:annotationXML>
      <inkml:traceGroup>
        <inkml:annotationXML>
          <emma:emma xmlns:emma="http://www.w3.org/2003/04/emma" version="1.0">
            <emma:interpretation id="{AB9FDD76-645B-46A1-9CDD-07A550E5504D}" emma:medium="tactile" emma:mode="ink">
              <msink:context xmlns:msink="http://schemas.microsoft.com/ink/2010/main" type="line" rotatedBoundingBox="7656,7230 7812,7767 7536,7848 7380,7311"/>
            </emma:interpretation>
          </emma:emma>
        </inkml:annotationXML>
        <inkml:traceGroup>
          <inkml:annotationXML>
            <emma:emma xmlns:emma="http://www.w3.org/2003/04/emma" version="1.0">
              <emma:interpretation id="{C54A7BF4-DA64-4308-A22F-5E369432B057}" emma:medium="tactile" emma:mode="ink">
                <msink:context xmlns:msink="http://schemas.microsoft.com/ink/2010/main" type="inkWord" rotatedBoundingBox="7531,7267 7676,7765 7545,7803 7400,7305"/>
              </emma:interpretation>
              <emma:one-of disjunction-type="recognition" id="oneOf0">
                <emma:interpretation id="interp0" emma:lang="" emma:confidence="1">
                  <emma:literal/>
                </emma:interpretation>
              </emma:one-of>
            </emma:emma>
          </inkml:annotationXML>
          <inkml:trace contextRef="#ctx0" brushRef="#br0">39 70 9551 0,'0'0'416'0,"0"0"96"0,0 0-512 0,0 0 0 0,0 0 0 0,0 0 0 16,0 0 1072-16,0 0 96 0,0 0 32 0,0 0 0 15,-4-12-624-15,3 2-112 0,1 10-16 0,0 0-16 16,-4-6-48-16,4 6-16 0,-6-5 0 0,1-3 0 15,2-1 96-15,3 9 32 0,0 0 0 0,0 0 0 16,-7-6 160-16,7 6 48 0,0 0 0 0,0 0 0 16,-6-7-80-16,6 7-16 0,-4-8 0 0,4 8 0 15,0 0-224-15,0 0-32 0,0 0-16 0,0 0 0 0,0 0-80 0,0 0 0 16,0 0-16-16,0 0 0 0,0 0-112 0,0 0 0 16,0 0-128-16,0 0 192 0,5 17-192 0,-5-17 0 15,7 16 0-15,-2-3 0 0,-5-13 0 0,3 21 128 16,-3 4-128-16,0-2 0 0,0-3 192 0,0-2-64 15,0-2-128-15,0-1 192 0,0-15 0 0,0 15 0 16,0-2 0-16,0 2 0 0,0-1 16 0,0-14 0 16,-2 15 0-16,1 2 0 0,1 1-80 0,0-4 0 15,0-14-128-15,0 15 192 0,0-2-192 0,-2 0 0 16,0 1 0-16,1-1 0 0,1-13 0 0,1 14 0 16,1 0 0-16,0 0 0 0,-4 3-176 0,2-4 176 15,0-13-160-15,3 13 160 0,-3 2-128 0,2-4 128 16,-2-11 0-16,0 0-144 0,0 0-48 0,5 13 0 0,-5-13 0 0,0 0 0 31,0 0-272-31,5 18-64 0,0-3-16 0,-5-15 0 16,0 0-608-16,0 0-112 0,0 0-16 0,0 0-8496 0</inkml:trace>
        </inkml:traceGroup>
        <inkml:traceGroup>
          <inkml:annotationXML>
            <emma:emma xmlns:emma="http://www.w3.org/2003/04/emma" version="1.0">
              <emma:interpretation id="{8BA02388-912E-4178-8A5D-E95969CA6D4F}" emma:medium="tactile" emma:mode="ink">
                <msink:context xmlns:msink="http://schemas.microsoft.com/ink/2010/main" type="inkWord" rotatedBoundingBox="7745,7539 7812,7767 7537,7848 7470,7619"/>
              </emma:interpretation>
              <emma:one-of disjunction-type="recognition" id="oneOf1">
                <emma:interpretation id="interp1" emma:lang="" emma:confidence="0">
                  <emma:literal>3</emma:literal>
                </emma:interpretation>
                <emma:interpretation id="interp2" emma:lang="" emma:confidence="0">
                  <emma:literal>O</emma:literal>
                </emma:interpretation>
                <emma:interpretation id="interp3" emma:lang="" emma:confidence="0">
                  <emma:literal>&gt;</emma:literal>
                </emma:interpretation>
                <emma:interpretation id="interp4" emma:lang="" emma:confidence="0">
                  <emma:literal>2</emma:literal>
                </emma:interpretation>
                <emma:interpretation id="interp5" emma:lang="" emma:confidence="0">
                  <emma:literal>D</emma:literal>
                </emma:interpretation>
              </emma:one-of>
            </emma:emma>
          </inkml:annotationXML>
          <inkml:trace contextRef="#ctx0" brushRef="#br0" timeOffset="779.9085">12 400 5183 0,'0'0'224'0,"0"0"48"0,0 0-272 0,0 0 0 0,0 0 0 0,0 0 0 31,0 0-304-31,0 0-112 0,0 0-32 0,0 0 0 0,5-10 192 0,-5 10 48 0,0 0 0 0,0 0 0 16,0 0 1024-16,0 0 208 0,0 0 32 0,0 0 16 16,-1-13 528-16,1 13 128 0,-2-12 0 0,2 12 16 15,0 0-688-15,0-11-144 0,0 11-16 0,0 0-16 16,0 0-544-16,0 0-96 0,0 0-32 0,10-10 0 15,-2 2-208-15,0-1 0 0,0 1 128 0,-8 8-128 16,0 0 256-16,0 0 16 0,17-3 0 0,-4 1 0 16,-13 2 304-16,13 2 64 0,0 4 16 0,-1-2 0 15,-12-4 48-15,15 0 16 0,-2 1 0 0,0 3 0 16,-13-4-304-16,13 3-64 0,-2-3-16 0,-11 0 0 0,0 0-16 16,14 5 0-16,-14-5 0 0,13 6 0 0,-13-6-144 0,11 9-48 15,-1-3 0-15,-10-6 0 0,11 8 32 0,-11-8 0 16,10 9 0-16,-10-9 0 0,10 9 32 0,-10-9 0 15,0 0 0-15,0 0 0 0,8 10-192 0,-8-10 0 16,7 13 144-16,-7-13-144 0,0 0 128 0,0 0-128 16,2 14 128-16,-2-1-128 0,0-13 128 0,0 0-128 15,0 0 160-15,-10 14-160 0,-2 0 288 0,4-5-32 16,8-9-16-16,-10 9 0 0,-3-3-16 0,2 1 0 16,-1 3 0-16,1-4 0 0,-1 1-16 0,2-2 0 15,0-2 0-15,10-3 0 0,0 0-16 0,-13 3-16 16,-1-4 0-16,2 2 0 0,2 4-176 0,10-5 128 0,-13 5-128 15,13-5 128-15,-10-3-128 0,10 3 0 0,-11 3 0 0,11-3 0 16,0 0 0-16,-12 5-144 0,4 3 144 0,8-8-208 31,-11 3-240-31,11-3-32 0,0 0-16 0,0 0 0 16,-12 10-1568-16,4-1-320 0,8-9-64 0</inkml:trace>
        </inkml:traceGroup>
      </inkml:traceGroup>
    </inkml:traceGroup>
    <inkml:traceGroup>
      <inkml:annotationXML>
        <emma:emma xmlns:emma="http://www.w3.org/2003/04/emma" version="1.0">
          <emma:interpretation id="{30D46A15-06CE-4F1B-9439-464372E449B0}" emma:medium="tactile" emma:mode="ink">
            <msink:context xmlns:msink="http://schemas.microsoft.com/ink/2010/main" type="paragraph" rotatedBoundingBox="4809,7129 4583,11663 4065,11637 4292,7103" alignmentLevel="1"/>
          </emma:interpretation>
        </emma:emma>
      </inkml:annotationXML>
      <inkml:traceGroup>
        <inkml:annotationXML>
          <emma:emma xmlns:emma="http://www.w3.org/2003/04/emma" version="1.0">
            <emma:interpretation id="{AA842F52-2D7A-4834-85D7-2D8BBBE3B1F9}" emma:medium="tactile" emma:mode="ink">
              <msink:context xmlns:msink="http://schemas.microsoft.com/ink/2010/main" type="line" rotatedBoundingBox="4809,7129 4583,11663 4065,11637 4292,7103"/>
            </emma:interpretation>
          </emma:emma>
        </inkml:annotationXML>
        <inkml:traceGroup>
          <inkml:annotationXML>
            <emma:emma xmlns:emma="http://www.w3.org/2003/04/emma" version="1.0">
              <emma:interpretation id="{2B15CCAE-CAC7-4553-ACF1-EE20177EEA36}" emma:medium="tactile" emma:mode="ink">
                <msink:context xmlns:msink="http://schemas.microsoft.com/ink/2010/main" type="inkWord" rotatedBoundingBox="4809,7129 4795,7425 4277,7399 4292,7103"/>
              </emma:interpretation>
              <emma:one-of disjunction-type="recognition" id="oneOf2">
                <emma:interpretation id="interp6" emma:lang="" emma:confidence="1">
                  <emma:literal/>
                </emma:interpretation>
              </emma:one-of>
            </emma:emma>
          </inkml:annotationXML>
          <inkml:trace contextRef="#ctx0" brushRef="#br0" timeOffset="-5770.7079">-3070-140 4607 0,'-15'9'400'0,"15"-9"-400"0,0 0 0 0,0 0 0 0,0 0 2272 0,0 0 368 16,0 0 80-16,0 0 16 0,-10-9-1744 0,10 9-352 16,-14-4-64-16,14 4 0 0,0 0-432 0,-8-8-144 15,-1-2 0-15,9 10 144 0,0 0-16 0,0 0 0 16,-11-3 0-16,11 3 0 0,0 0 480 0,-12 3 96 15,12-3 0-15,0 0 16 0,0 0-16 0,0 0 0 16,-11-5 0-16,11 5 0 0,-10 4-352 0,10-4-80 16,0 0-16-16,0 0 0 0,0 0-64 0,-10 3-32 15,10-3 0-15,-8 6 0 0,8-6 48 0,-7 14 16 16,1-5 0-16,1 0 0 0,5-9 32 0,0 0 0 16,-7 13 0-16,4 2 0 0,0 1-64 0,1-5 0 15,2-11 0-15,0 0 0 0,-5 15-64 0,4 3 0 0,1 2-128 0,-2-7 192 16,2-13-192-16,0 0 128 0,0 0-128 0,0 0 0 15,0 0 128-15,0 23-128 0,0-2 0 0,2-6 144 16,-2-15-144-16,0 0 160 0,0 0-160 0,0 0 160 16,9 17-160-16,0-3 0 0,-3-4 0 0,2-2 128 15,-8-8-128-15,13 7 0 0,-13-7 0 0,14 5 0 16,-14-5 0-16,14 5 0 0,-14-5 0 0,12 0 0 16,-12 0 0-16,0 0 0 0,0 0 0 0,0 0 128 15,10-8-128-15,-10 8 160 0,0 0-160 0,0 0 160 16,10-15-160-16,-4 2 0 0,-3 0 0 0,-1 4 0 15,-2 9 144-15,0 0-144 0,0-19 160 0,0 6-160 16,0 13 128-16,0 0-128 0,-2-17 0 0,1 4 0 16,-1 2 128-16,2 11-128 0,0 0 0 0,-1-12 0 0,1-1 0 15,0 13 0-15,1-13 0 0,-2 1 0 0,1 12 0 0,-5-13 0 16,1 2 0-16,4 11 0 0,0 0 0 16,0 0 0-16,0 0 0 0,0 0 0 0,0 0 0 0,0 0 128 15,0 0-128-15,0 0 0 0,0 0 0 0,0 0 176 16,5-9-176-16,-5 9 160 0,0 0-160 0,0 0 0 15,0 0 144-15,17 5-144 0,-1-1 0 0,-3 2 128 16,-5 2-128-16,2-1 0 0,-10-7 0 0,15 10 0 16,-4 5 0-16,1-6 0 0,-12-9 0 0,15 12 0 15,0 3 0-15,-1-2 0 0,-1 0 0 0,2 0 0 16,0 0 0-16,-2-3 0 0,-1-2 0 0,1 5 0 16,3 4 0-16,-1-7 0 0,-2-7 0 0,0 0 0 0,0 2 128 15,2 2-128-15,-2 3 0 0,0-4 144 0,0-6-144 16,1 2 0-16,-14-2 0 0,13 3-272 0,-13-3 16 15,13-6-8256-15,0-3-1648 16</inkml:trace>
        </inkml:traceGroup>
        <inkml:traceGroup>
          <inkml:annotationXML>
            <emma:emma xmlns:emma="http://www.w3.org/2003/04/emma" version="1.0">
              <emma:interpretation id="{D4727EAC-5CC2-40B9-B606-A03C878BD0D2}" emma:medium="tactile" emma:mode="ink">
                <msink:context xmlns:msink="http://schemas.microsoft.com/ink/2010/main" type="inkWord" rotatedBoundingBox="4102,11191 4101,11206 4096,11205 4097,11191"/>
              </emma:interpretation>
              <emma:one-of disjunction-type="recognition" id="oneOf3">
                <emma:interpretation id="interp7" emma:lang="" emma:confidence="1">
                  <emma:literal/>
                </emma:interpretation>
              </emma:one-of>
            </emma:emma>
          </inkml:annotationXML>
          <inkml:trace contextRef="#ctx0" brushRef="#br0" timeOffset="-3015.1389">-3416 3932 2751 0,'0'0'256'0,"0"0"-256"0,0 0 0 0,0 0 0 15,0 0 1680-15,0 0 304 0,0 0 48 0,0 0 16 16,0 0-1248-16,0 0-240 0,0 0-48 0,0 0-16 16,0 0-272-16,0 0-48 0,0 0-16 0,0 0 0 15,0 0-160-15,0 0 0 0,0 0 0 0,0 0-176 16,0 0 176-16,0 0 0 0,0 0 128 0,0 0-128 16,0 0 480-16,0 0 32 0,0 0 0 0,0 0 0 15,0 0-192-15,0 0-48 0,5-9 0 0,-5 9 0 16,0 0-144-16,0 0-128 0,0 0 192 0,0 0-192 0,0 0 160 0,0 0-160 15,0 0 128-15,0 0-128 0,0 0 160 0,0 0-160 16,0 0 192-16,0 0-192 0,0 0 256 0,0 0-64 16,0 0-16-16,0 0 0 0,0 0-48 0,0 0 0 15,0 0 0-15,0 0 0 0,0 0 144 0,0 0 32 16,0 0 0-16,0 0 0 0,0 0-48 0,0 0 0 16,0 0 0-16,0 0 0 0,0 0 48 0,0 0 0 15,0 0 0-15,0 0 0 0,0 0-112 0,0 0 0 16,0 0-16-16,0 0 0 0,0 0-176 0,0 0 160 15,0 0-160-15,0 0 160 0,0 0-16 0,0 0 0 16,0 0 0-16,0 0 0 0,0 0 128 0,0 0 32 0,0 0 0 0,0 0 0 16,0 0-144-16,0 0-32 0,0 0 0 15,0 0 0-15,0 0-128 0,0 0 0 0,0 0 0 0,0 0 0 16,0 0 0-16,0 0 0 0,-5-6 0 0,5 6 0 16,0 0 0-16,0 0 0 0,0 0 0 0,0 0 0 15,0 0 0-15,0 0-176 0,0 0 48 0,0 0 0 16,0 0 0-16,0 0 0 0,0 0 0 0,0 0 0 15,0 0-176-15,0 0-16 0,0 0-16 0,0 0-6128 16,0 0-1232-16</inkml:trace>
        </inkml:traceGroup>
        <inkml:traceGroup>
          <inkml:annotationXML>
            <emma:emma xmlns:emma="http://www.w3.org/2003/04/emma" version="1.0">
              <emma:interpretation id="{7396D9FA-5F13-44AB-872D-5BF8BB8A89CA}" emma:medium="tactile" emma:mode="ink">
                <msink:context xmlns:msink="http://schemas.microsoft.com/ink/2010/main" type="inkWord" rotatedBoundingBox="4422,11298 4404,11654 4125,11640 4143,11284">
                  <msink:destinationLink direction="with" ref="{39C3E2FF-A43D-45C5-9F1D-CDE246E5CA52}"/>
                </msink:context>
              </emma:interpretation>
              <emma:one-of disjunction-type="recognition" id="oneOf4">
                <emma:interpretation id="interp8" emma:lang="" emma:confidence="0">
                  <emma:literal>U</emma:literal>
                </emma:interpretation>
                <emma:interpretation id="interp9" emma:lang="" emma:confidence="0">
                  <emma:literal>u</emma:literal>
                </emma:interpretation>
                <emma:interpretation id="interp10" emma:lang="" emma:confidence="0">
                  <emma:literal>w</emma:literal>
                </emma:interpretation>
                <emma:interpretation id="interp11" emma:lang="" emma:confidence="0">
                  <emma:literal>W</emma:literal>
                </emma:interpretation>
                <emma:interpretation id="interp12" emma:lang="" emma:confidence="0">
                  <emma:literal>L</emma:literal>
                </emma:interpretation>
              </emma:one-of>
            </emma:emma>
          </inkml:annotationXML>
          <inkml:trace contextRef="#ctx0" brushRef="#br0" timeOffset="3183.753">-3091 4038 1839 0,'0'0'0'0,"0"0"160"0,0 0-160 0,0 0 0 0,0 0 0 0,0 0 0 16,0 0 1616-16,0 0 304 0,0 0 48 0,0 0 16 16,0 0-960-16,0 0-192 0,0 0-48 0,0 0 0 15,0 0 80-15,-8-6 16 0,8 6 0 0,0 0 0 16,0 0-160-16,0 0-16 0,-12-9-16 0,12 9 0 0,-13 0-384 15,13 0-80-15,0 0-16 0,0 0 0 0,-13 0-208 0,13 0 0 16,0 0 128-16,-12 0-128 0,12 0 0 0,-11 2 0 16,11-2 128-16,0 0-128 0,-12 5 0 0,12-5 128 15,0 0-128-15,-14 5 0 0,-1-2 192 0,2-1-48 16,13-2-16-16,-12 1 0 0,12-1 96 0,-13 4 16 16,0-1 0-16,13-3 0 0,-12 0-32 0,12 0 0 15,-14 2 0-15,2 1 0 0,12-3-48 0,-11 3-16 16,-1-3 0-16,12 0 0 0,-11 7 0 0,11-7 0 15,0 0 0-15,-10 6 0 0,2 3-144 0,8-9 0 16,0 0 0-16,-7 9 128 0,-1 6-128 0,3-3 0 16,5-12 0-16,0 0 0 0,-5 11 0 0,2 2 0 15,-2 0-144-15,5-13 144 0,-2 15 0 0,2-15 0 0,0 0 0 0,0 18 0 16,2-1 0-16,-1-4 0 0,-1-13 0 16,4 13 0-16,-1 3 0 0,0-1 0 0,-3-15 0 0,4 13 144 15,-4-13-144-15,5 17 0 0,-1-3 144 0,0-4-144 16,-4-10 176-16,0 0-48 0,8 10 0 0,-8-10 0 15,0 0-128-15,11 13 0 0,-1 0 0 0,-10-13 0 16,12 9 288-16,-12-9-32 0,13 5 0 0,-13-5 0 16,15 8-128-16,-2-5-128 0,-13-3 144 0,16 0-144 15,-1 0 176-15,0 0-176 0,-2-2 192 0,0 2-192 16,0 2 0-16,-13-2 0 0,0 0-160 0,15-3 160 16,-2-1-1776-16,-13 4-224 15</inkml:trace>
        </inkml:traceGroup>
      </inkml:traceGroup>
    </inkml:traceGroup>
  </inkml:traceGroup>
</inkml:ink>
</file>

<file path=ppt/ink/ink2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3:27.784"/>
    </inkml:context>
    <inkml:brush xml:id="br0">
      <inkml:brushProperty name="width" value="0.09333" units="cm"/>
      <inkml:brushProperty name="height" value="0.09333" units="cm"/>
      <inkml:brushProperty name="color" value="#177D36"/>
      <inkml:brushProperty name="fitToCurve" value="1"/>
    </inkml:brush>
  </inkml:definitions>
  <inkml:traceGroup>
    <inkml:annotationXML>
      <emma:emma xmlns:emma="http://www.w3.org/2003/04/emma" version="1.0">
        <emma:interpretation id="{8DBB9F76-E18A-4ABF-B8C6-1A1A0493E994}" emma:medium="tactile" emma:mode="ink">
          <msink:context xmlns:msink="http://schemas.microsoft.com/ink/2010/main" type="writingRegion" rotatedBoundingBox="9483,8630 12579,8630 12579,9221 9483,9221"/>
        </emma:interpretation>
      </emma:emma>
    </inkml:annotationXML>
    <inkml:traceGroup>
      <inkml:annotationXML>
        <emma:emma xmlns:emma="http://www.w3.org/2003/04/emma" version="1.0">
          <emma:interpretation id="{05B18461-C7AF-44CF-A7CB-0E01368D3254}" emma:medium="tactile" emma:mode="ink">
            <msink:context xmlns:msink="http://schemas.microsoft.com/ink/2010/main" type="paragraph" rotatedBoundingBox="9483,8630 12579,8630 12579,9221 9483,9221" alignmentLevel="1"/>
          </emma:interpretation>
        </emma:emma>
      </inkml:annotationXML>
      <inkml:traceGroup>
        <inkml:annotationXML>
          <emma:emma xmlns:emma="http://www.w3.org/2003/04/emma" version="1.0">
            <emma:interpretation id="{4B6AB7C5-D780-4575-812B-7D8C3D359961}" emma:medium="tactile" emma:mode="ink">
              <msink:context xmlns:msink="http://schemas.microsoft.com/ink/2010/main" type="line" rotatedBoundingBox="9483,8630 12579,8630 12579,9221 9483,9221"/>
            </emma:interpretation>
          </emma:emma>
        </inkml:annotationXML>
        <inkml:traceGroup>
          <inkml:annotationXML>
            <emma:emma xmlns:emma="http://www.w3.org/2003/04/emma" version="1.0">
              <emma:interpretation id="{1CEFFC48-B226-4B27-9702-D74A91444995}" emma:medium="tactile" emma:mode="ink">
                <msink:context xmlns:msink="http://schemas.microsoft.com/ink/2010/main" type="inkWord" rotatedBoundingBox="9483,8630 9874,8630 9874,8970 9483,8970"/>
              </emma:interpretation>
              <emma:one-of disjunction-type="recognition" id="oneOf0">
                <emma:interpretation id="interp0" emma:lang="" emma:confidence="0">
                  <emma:literal>e</emma:literal>
                </emma:interpretation>
                <emma:interpretation id="interp1" emma:lang="" emma:confidence="0">
                  <emma:literal>E</emma:literal>
                </emma:interpretation>
                <emma:interpretation id="interp2" emma:lang="" emma:confidence="0">
                  <emma:literal>c</emma:literal>
                </emma:interpretation>
                <emma:interpretation id="interp3" emma:lang="" emma:confidence="0">
                  <emma:literal>C</emma:literal>
                </emma:interpretation>
                <emma:interpretation id="interp4" emma:lang="" emma:confidence="0">
                  <emma:literal>z</emma:literal>
                </emma:interpretation>
              </emma:one-of>
            </emma:emma>
          </inkml:annotationXML>
          <inkml:trace contextRef="#ctx0" brushRef="#br0">-2589-253 2751 0,'0'0'128'0,"0"0"16"0,0 0-144 0,0 0 0 0,0 0 0 0,0 0 0 16,0 0 1728-16,0 0 304 0,0 0 64 0,0 0 16 15,0 0-1536-15,0 0-288 0,0 0-64 0,0 0-16 16,0 0 112-16,0 0 32 0,0 0 0 0,0 0 0 0,0 0 128 15,0 0 32-15,0 0 0 0,0 0 0 0,0 0 96 0,0 0 32 16,0 0 0-16,0 0 0 0,0 0-112 0,13 5-16 16,-13-5 0-16,15-2 0 0,-15 2-192 0,13 2-32 15,-13-2-16-15,0 0 0 0,17 5 144 0,-4 0 32 16,-13-5 0-16,0 0 0 0,15-4 80 0,-15 4 32 16,14-4 0-16,0 0 0 0,-14 4-352 0,11-3-64 15,1-2-16-15,-3 2 0 0,-9 3 16 0,14-2 0 16,-1-1 0-16,-13 3 0 0,10-5 64 0,-10 5 16 15,0 0 0-15,0 0 0 0,13-12 16 0,-2 4 0 16,-3-2 0-16,-8 10 0 0,0 0-64 0,0 0-16 16,4-11 0-16,-4 11 0 0,0 0-32 0,-4-10-128 15,4 10 192-15,0 0-64 0,-6-13-128 0,6 13 192 16,0 0-192-16,0 0 192 0,0 0-192 0,-12-10 0 0,1-1 0 16,3 2-176-16,8 9 176 0,0 0 0 0,0 0 0 15,0 0 0-15,-12-8 0 0,2 5 0 0,10 3 0 0,-11-2-128 16,3-8 128-16,8 10 0 0,0 0 0 0,0 0 0 15,-10 9 0-15,10-9 0 0,0 0 0 0,-12 3 0 16,1 12 0-16,11-15 0 0,0 0 0 0,0 0 0 16,-12 6 0-16,4 1 0 0,-2-1 0 0,10-6 0 15,-10 7 0-15,10-7 0 0,-11 6 0 0,11-6 0 16,0 0 0-16,-8 10 0 0,3 2 0 0,5-12 0 16,-7 10-176-16,6 3 176 0,1 3-208 0,0-4 80 15,0-12-32-15,0 0 0 0,0 0 0 0,4 14 0 16,1 3 160-16,-1-4 0 0,-4-13 0 0,0 0-128 15,1 16 128-15,-1-16 0 0,0 0 0 0,0 0 0 0,4 18 0 16,-3-4 0-16,-1-14 0 0,2 11 0 0,-2-11 0 16,0 0 0-16,0 0 0 0,5 12 0 0,-5-12 0 0,0 0 0 15,0 0 0-15,0 0 0 0,10 11 0 0,-1-1 0 16,-9-10 0-16,12 6 0 0,1-1 192 0,2 0-48 16,0 0 0-16,-2-1 0 0,-13-4 0 0,16 1 0 15,1-1 0-15,-3 3 0 0,0 2-144 0,2-3 160 16,4-4-160-16,-2 6 160 0,-5 2-160 0,3 1 0 15,2-2 0-15,0 0 0 0,-3 1-400 0,0-3 32 16,-15-3 16-16,18 2-7360 16,0-2-1472-16</inkml:trace>
        </inkml:traceGroup>
        <inkml:traceGroup>
          <inkml:annotationXML>
            <emma:emma xmlns:emma="http://www.w3.org/2003/04/emma" version="1.0">
              <emma:interpretation id="{BB6B3FD4-A64A-459D-830E-5D9E00FB29AA}" emma:medium="tactile" emma:mode="ink">
                <msink:context xmlns:msink="http://schemas.microsoft.com/ink/2010/main" type="inkWord" rotatedBoundingBox="12073,9016 12579,9016 12579,9221 12073,9221"/>
              </emma:interpretation>
              <emma:one-of disjunction-type="recognition" id="oneOf1">
                <emma:interpretation id="interp5" emma:lang="" emma:confidence="1">
                  <emma:literal/>
                </emma:interpretation>
              </emma:one-of>
            </emma:emma>
          </inkml:annotationXML>
          <inkml:trace contextRef="#ctx0" brushRef="#br0" timeOffset="-7478.2134">282 39 5471 0,'0'0'240'0,"0"0"48"0,0 0-288 0,0 0 0 16,0 0 0-16,0 0 0 0,0 0 1312 0,0 0 208 15,0 0 32-15,0 0 16 0,0 0-192 0,0 0-32 16,0 0-16-16,0 0 0 0,-7-8-480 0,7 8-80 16,0 0-32-16,0 0 0 0,-8-7-144 0,8 7-16 15,-5-9-16-15,5 9 0 0,0 0 160 0,-11-2 48 16,11 2 0-16,-12 2 0 0,12-2-64 0,-11-2 0 15,11 2 0-15,0 0 0 0,-13-3-336 0,1-1-80 0,1-1-16 16,11 5 0-16,-14 0-272 0,3 0 128 0,1-3-128 0,10 3 0 16,-15 3 224-16,4-1-64 0,11-2-16 0,-13 0 0 15,0 2-144-15,13-2 0 0,-13 0 0 0,1 1 0 16,-1 1 0-16,13-2 0 0,0 0 0 0,0 0 0 16,-15 10 0-16,5-2 0 0,10-8 0 0,0 0 0 15,-11 11 0-15,3-1 0 0,8-10 0 0,-9 10 0 16,9-10 0-16,0 0-144 0,-6 10 144 0,6-10-160 15,-5 12-96-15,5-12 0 0,0 0-16 0,0 0 0 16,-2 14 80-16,2-1 0 0,0 2 16 0,0-15 0 16,0 0 176-16,0 0-192 0,4 13 192 0,-4-13-192 15,0 0 192-15,0 0 0 0,0 0 0 0,8 13 0 16,-8-13 0-16,6 10 0 0,-6-10 0 0,0 0 0 16,0 0 240-16,10 8-32 0,0-3 0 0,-10-5 0 0,11 0-48 15,1-1-16-15,-1-4 0 0,-11 5 0 0,12-5-144 0,-2 0 0 16,-10 5 0-16,11-7 0 0,-1 3 0 0,-10 4-144 15,10-9 144-15,-2 3-208 0,0-1 0 0,-8 7 0 16,12-6 0-16,-12 6 0 0,11-7 208 0,-1 2 0 16,-10 5 0-16,10-3-144 0,-10 3 144 0,12-7 0 15,-3 2 0-15,-9 5-128 0,0 0 128 0,14 0 0 16,-14 0 0-16,13-1 0 0,-13 1 0 0,0 0 0 16,0 0 128-16,0 0-128 0,11-2 208 0,-11 2-16 15,13-3-16-15,-13 3 0 0,0 0-48 0,0 0 0 16,0 0 0-16,0 0 0 0,0 0-128 0,0 0 0 15,7-12 0-15,-7 12 128 0,3-11-128 0,-3 11-192 16,0 0 32-16,0 0 16 0,0 0 144 0,0 0 0 0,2-10 0 16,-2 10 0-16,0 0 0 0,0 0 0 0,0 0 0 0,0 0 0 15,0 0-128-15,0 0 128 0,0 0-128 16,0 0 128-16,0 0-192 0,0 0 32 0,0 0 16 0,13 10 0 16,-2 0 144-16,-11-10 0 0,12 6 0 0,-12-6-128 15,11 12 128-15,-2-2 0 0,-9-10 0 0,9 9 0 16,-9-9-128-16,14 12 128 0,-1-2-128 0,0-4 128 15,-13-6 0-15,16 7-128 0,-1 1 128 0,-2-1 0 16,-13-7-144-16,13 5 144 0,-13-5-160 0,15 8 160 16,-2-2-672-1,0 1-32-15,-1 1-16 0,-1-1-6128 0,1-1-1216 0</inkml:trace>
        </inkml:traceGroup>
      </inkml:traceGroup>
    </inkml:traceGroup>
  </inkml:traceGroup>
</inkml:ink>
</file>

<file path=ppt/ink/ink30.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3:24.744"/>
    </inkml:context>
    <inkml:brush xml:id="br0">
      <inkml:brushProperty name="width" value="0.09333" units="cm"/>
      <inkml:brushProperty name="height" value="0.09333" units="cm"/>
      <inkml:brushProperty name="color" value="#177D36"/>
      <inkml:brushProperty name="fitToCurve" value="1"/>
    </inkml:brush>
  </inkml:definitions>
  <inkml:traceGroup>
    <inkml:annotationXML>
      <emma:emma xmlns:emma="http://www.w3.org/2003/04/emma" version="1.0">
        <emma:interpretation id="{3A982F03-5257-4363-B28C-E83ACB8F9B37}" emma:medium="tactile" emma:mode="ink">
          <msink:context xmlns:msink="http://schemas.microsoft.com/ink/2010/main" type="inkDrawing" rotatedBoundingBox="9521,11547 9917,11231 10058,11408 9662,11724" hotPoints="9937,11403 9803,11632 9542,11684 9676,11455" semanticType="enclosure" shapeName="Ellipse"/>
        </emma:interpretation>
      </emma:emma>
    </inkml:annotationXML>
    <inkml:trace contextRef="#ctx0" brushRef="#br0">232 194 911 0,'0'0'0'0,"0"0"0"0,0 0 0 0,0 0 0 16,0 0 1664-16,0 0 240 0,0 0 48 0,0 0 16 16,0 0-960-16,0 0-192 0,0 0-48 0,0 0 0 15,0 0-144-15,0 0-48 0,0 0 0 0,0 0 0 0,-11-5-128 0,11 5-16 16,0 0-16-16,0 0 0 0,0 0 144 0,0 0 16 16,0 0 16-16,0 0 0 0,0 0 16 0,0 0 0 15,-13-7 0-15,13 7 0 0,0 0-256 0,-12 2-48 16,12-2-16-16,0 0 0 0,-15-3-160 0,4 3-128 15,11 0 144-15,-12 1-144 0,-1-1 224 0,13 0-48 16,0 0-16-16,0 0 0 0,-13 2 16 0,13-2 0 16,0 0 0-16,-11 0 0 0,-1 0-176 0,1 2 160 15,-1-2-160-15,12 0 160 0,0 0-160 0,0 0 0 16,0 0 0-16,-10 5 0 0,10-5-224 0,0 0 32 16,-11 0 0-16,11 0 0 0,-8 10-160 0,1-1-32 15,7-9 0-15,0 0 0 0,-8 12 208 0,8-12 48 16,0 0 0-16,-10 6 0 0,10-6 128 0,-8 10 0 15,3 0 0-15,5-10 0 0,0 0-144 0,-8 10 0 0,8-10 0 16,0 0 0-16,-7 10 144 0,7-10-192 0,-5 15 192 0,5-15-192 16,0 0 48-16,0 0 0 0,0 0 0 0,0 13 0 15,0-13-128-15,2 15-32 0,-2-15 0 0,2 14 0 16,-2-1 96-16,0-13 16 0,0 0 0 0,8 14 0 16,-3-1 192-16,1-2 0 0,-6-11 0 0,7 15-144 15,-7-15 144-15,0 0 0 0,8 10 0 0,-8-10-128 16,0 0 0-16,12 10 0 0,-3-1 0 0,-9-9 0 15,0 0-48-15,0 0 0 0,9 12 0 0,-9-12 0 16,0 0-64-16,0 0-16 0,0 0 0 0,0 0 0 16,0 0 256-16,13 3 0 0,-13-3 0 0,0 0 160 15,0 0 144-15,14-1 16 0,-4-3 16 0,-10 4 0 16,13-3 176-16,-13 3 48 0,10-7 0 0,0 1 0 0,-10 6 16 16,15-8 0-16,0-1 0 0,-2 1 0 0,-3 0-80 0,-4-2-16 15,-6 10 0-15,8-11 0 0,2-2-288 0,5 1-64 16,3 2-128-16,-6 0 192 0,-6-3-192 0,2 3 144 15,-8 10-144-15,12-9 128 0,-2-5-128 0,-2 3 0 16,-2-2 0-16,3 5 0 0,2 1 144 0,-1 1 0 16,-3-6 0-16,-7 12 0 0,0 0 96 0,8-13 16 15,-3-2 0-15,0 2 0 0,-2 2-128 0,-3 11 0 16,3-14-128-16,-1 1 192 0,-2-3-192 0,-2 1 0 16,1 2 0-16,-1 0 0 0,0-2-192 0,2 15-64 15,0-11-32-15,0-3 0 16,0 0-496-16,0 2-112 0,0 2 0 0,0 10-5120 15,0 0-1008-15</inkml:trace>
  </inkml:traceGroup>
</inkml:ink>
</file>

<file path=ppt/ink/ink3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3:18.394"/>
    </inkml:context>
    <inkml:brush xml:id="br0">
      <inkml:brushProperty name="width" value="0.09333" units="cm"/>
      <inkml:brushProperty name="height" value="0.09333" units="cm"/>
      <inkml:brushProperty name="color" value="#177D36"/>
      <inkml:brushProperty name="fitToCurve" value="1"/>
    </inkml:brush>
  </inkml:definitions>
  <inkml:traceGroup>
    <inkml:annotationXML>
      <emma:emma xmlns:emma="http://www.w3.org/2003/04/emma" version="1.0">
        <emma:interpretation id="{EC1C6D91-E22E-47B0-84B4-C26C2E1E2964}" emma:medium="tactile" emma:mode="ink">
          <msink:context xmlns:msink="http://schemas.microsoft.com/ink/2010/main" type="writingRegion" rotatedBoundingBox="7895,9891 8078,9891 8078,10286 7895,10286"/>
        </emma:interpretation>
      </emma:emma>
    </inkml:annotationXML>
    <inkml:traceGroup>
      <inkml:annotationXML>
        <emma:emma xmlns:emma="http://www.w3.org/2003/04/emma" version="1.0">
          <emma:interpretation id="{350A7512-D88F-4AAE-9111-5DEB0818DFDB}" emma:medium="tactile" emma:mode="ink">
            <msink:context xmlns:msink="http://schemas.microsoft.com/ink/2010/main" type="paragraph" rotatedBoundingBox="7895,9891 8078,9891 8078,10286 7895,10286" alignmentLevel="1"/>
          </emma:interpretation>
        </emma:emma>
      </inkml:annotationXML>
      <inkml:traceGroup>
        <inkml:annotationXML>
          <emma:emma xmlns:emma="http://www.w3.org/2003/04/emma" version="1.0">
            <emma:interpretation id="{A27E7242-1092-4B61-AE45-61834E6C076D}" emma:medium="tactile" emma:mode="ink">
              <msink:context xmlns:msink="http://schemas.microsoft.com/ink/2010/main" type="line" rotatedBoundingBox="7895,9891 8078,9891 8078,10286 7895,10286"/>
            </emma:interpretation>
          </emma:emma>
        </inkml:annotationXML>
        <inkml:traceGroup>
          <inkml:annotationXML>
            <emma:emma xmlns:emma="http://www.w3.org/2003/04/emma" version="1.0">
              <emma:interpretation id="{9F401998-E2E1-41DD-9CD5-20A30F319902}" emma:medium="tactile" emma:mode="ink">
                <msink:context xmlns:msink="http://schemas.microsoft.com/ink/2010/main" type="inkWord" rotatedBoundingBox="7895,9891 8078,9891 8078,10286 7895,10286"/>
              </emma:interpretation>
            </emma:emma>
          </inkml:annotationXML>
          <inkml:trace contextRef="#ctx0" brushRef="#br0">0 4 911 0,'0'0'0'0,"0"0"0"0,0 0 0 0,0 0 0 0,0 0 0 0,0 0 0 16,0 0 2400-16,0 0 400 0,0 0 80 0,0 0 0 0,0 0-1888 0,0 0-384 16,0 0-80-16,0 0-16 0,0 0-128 0,0 0-16 15,0 0-16-15,0 0 0 0,0 0 16 0,0 0 0 16,0 0 0-16,0 0 0 0,0 0 96 0,0 0 32 16,0 0 0-16,0 0 0 0,11 5-208 0,-11-5-32 15,0 0-16-15,0 0 0 0,12 5 16 0,-12-5 0 16,9 6 0-16,-9-6 0 0,0 0 80 0,14 2 32 15,-14-2 0-15,0 0 0 0,0 0 112 0,13 3 32 16,-13-3 0-16,0 0 0 0,0 0-128 0,0 0 0 16,0 0-16-16,0 0 0 0,0 0-64 0,0 0-16 15,0 0 0-15,0 0 0 0,0 0-128 0,0 0-32 16,0 0 0-16,0 0 0 0,0 0 0 0,0 0-128 16,0 0 192-16,0 0-64 0,0 0-128 0,0 0 192 15,10 3-192-15,-10-3 192 0,0 0-64 0,0 0 0 16,0 0 0-16,0 0 0 0,0 0 64 0,0 0 16 0,0 0 0 0,0 0 0 15,0 0-16-15,0 0 0 0,0 0 0 0,0 0 0 16,0 0-32-16,0 0-16 0,0 0 0 0,0 0 0 16,0 0-144-16,0 0 0 0,0 0 0 0,0 0 0 15,-9-8 0-15,9 8 0 0,-8-6 0 0,8 6 0 16,0 0 128-16,0 0-128 0,0 0 0 0,0 0 128 16,0 0-128-16,0 0 160 0,0 0-160 0,0 0 160 15,-11-5 48-15,11 5 16 0,0 0 0 0,0 0 0 16,0 0 16-16,-10-5 0 0,0 0 0 0,10 5 0 15,0 0-112-15,0 0 0 0,0 0-128 0,0 0 192 16,0 0-192-16,0 0 0 0,0 0 0 0,0 0 0 16,0 0 0-16,0 0 144 0,0 0-144 0,0 0 128 0,0 0-128 15,0 0 128-15,0 0-128 0,0 0 128 16,0 0 0-16,0 0 0 0,0 0 0 0,0 0 0 0,0 0-128 0,0 0 0 16,13 3 0-16,-13-3 0 0,0 0 0 0,0 0 0 15,0 0 0-15,13 7 128 0,-13-7-128 0,12 5 0 16,-12-5 0-16,0 0 0 0,10 9 0 0,-10-9 0 15,9 12 0-15,-2-4 0 0,-7-8 0 0,0 0 0 16,0 0 0-16,10 8 0 0,-10-8 0 0,10 10 0 16,-2 0 0-16,-8-10 0 0,6 10 0 0,-6-10 0 15,0 0 0-15,10 8 0 0,-10-8 0 0,10 12 0 16,-5-1 0-16,0-1 0 0,-5-10 0 0,0 0 0 16,5 13 0-16,-5-13 0 0,8 13 0 0,-8-13 0 15,0 0 0-15,0 0 0 0,5 15 0 0,-5-15 0 16,5 13 0-16,-5-13 0 0,0 0 0 0,0 0 128 0,0 0-128 15,0 0 0-15,2 18 0 0,-1-3 0 0,-1-15 0 0,0 0 0 16,2 15 0-16,-2-15 0 0,0 0 0 0,0 0 0 16,0 16 0-16,0-1 0 0,2-2 0 0,-2-13 0 15,0 0 0-15,0 0 0 0,1 18 0 0,1-5 0 16,-2-13 0-16,1 13 0 0,-1-13 0 0,0 0 0 16,0 15-128-16,0-15 128 0,0 15-160 0,0-15 160 15,0 0-256-15,0 13 32 0,0-1 16 0,0-12 0 16,0 0-400-1,0 0-80-15,0 0-16 0,0 14 0 0,0-14-1616 16,-1 13-336-16,1-13-64 0</inkml:trace>
        </inkml:traceGroup>
      </inkml:traceGroup>
    </inkml:traceGroup>
  </inkml:traceGroup>
</inkml:ink>
</file>

<file path=ppt/ink/ink3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3:49.740"/>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E510D1B5-CB01-4443-B6E5-AF9705286E01}" emma:medium="tactile" emma:mode="ink">
          <msink:context xmlns:msink="http://schemas.microsoft.com/ink/2010/main" type="inkDrawing" rotatedBoundingBox="7135,9526 7749,9759 7704,9878 7090,9644" semanticType="callout" shapeName="Other">
            <msink:sourceLink direction="with" ref="{4B92924D-126F-463C-B3B8-AAC4D345FC82}"/>
          </msink:context>
        </emma:interpretation>
      </emma:emma>
    </inkml:annotationXML>
    <inkml:trace contextRef="#ctx0" brushRef="#br0">604 263 2751 0,'0'0'128'0,"0"0"16"0,0 0-144 0,0 0 0 0,0 0 0 0,0 0 0 0,0 0 1616 0,0 0 304 16,0 0 48-16,0 0 16 0,0 0-1536 0,0 0-320 16,0 0-128-16,0 0 128 0,0 0 64 0,0 0 16 15,0 0 0-15,0 0 0 0,0 0 432 0,0 0 64 16,0 0 32-16,0 0 0 0,-3-12-240 0,3 12-48 16,0 0-16-16,0 0 0 0,0 0-224 0,0 0-32 15,0 0-16-15,0 0 0 0,0 0-160 0,0 0 192 16,0 0-192-16,0 0 192 0,0 0 128 0,0 0 48 15,0 0 0-15,0 0 0 0,-8-8 16 0,8 8 16 16,0 0 0-16,0 0 0 0,0 0-144 0,0 0-48 16,0 0 0-16,0 0 0 0,0 0 16 0,0 0 0 15,0 0 0-15,0 0 0 0,-7-11 48 0,7 11 16 16,0 0 0-16,0 0 0 0,-6-9 80 0,6 9 16 0,-4-11 0 0,4 11 0 16,0 0-64-16,0 0 0 0,0 0 0 0,0 0 0 15,-3-12-176-15,3 12-144 0,0 0 192 0,-6-11-192 16,1 1 256-16,5 10-48 0,0 0-16 0,-7-8 0 15,7 8 96-15,-7-8 16 0,-1-2 0 0,2 2 0 16,6 8 160-16,-9-10 48 0,1 0 0 0,8 10 0 16,-8-8-192-16,8 8-16 0,-11-7-16 0,11 7 0 15,-12-10-144-15,4 2-16 0,8 8-128 0,-10-7 192 16,0 1-192-16,10 6 144 0,-8-8-144 0,8 8 128 16,-12-5 0-16,12 5-128 0,0 0 192 0,-9-5-64 15,9 5-128-15,0 0 192 0,-13 0-192 0,13 0 192 16,-12-3-192-16,12 3 0 0,-11-7 144 0,1 4-144 0,10 3 0 15,-12-2 128-15,1-1-128 0,11 3 0 0,-13-5 0 0,1 3 128 16,12 2-128-16,-13-5 0 0,-2-1 128 0,2 1-128 16,2 2 128-16,11 3-128 0,-14-5 0 0,14 5 144 15,-11-5-144-15,11 5 0 0,-12-4 128 0,12 4-128 16,0 0 0-16,-11-3 0 0,11 3 0 0,0 0 0 16,-13 2 0-16,13-2 0 0,0 0 0 0,0 0 0 15,-12-5 0-15,12 5 0 0,0 0 0 0,0 0 0 16,-14 0 0-16,14 0 0 0,-14 3 0 0,14-3 0 15,0 0 0-15,-13 2 0 0,13-2 0 0,0 0 0 16,-11 0 0-16,11 0-144 0,-13 1-112 0,13-1 0 16,0 0-16-16,0 0 0 15,-13 2-208-15,13-2-32 0,-12 2-16 0,12-2 0 16,-13 3 80-16,0-1 32 0,-4-2 0 0,17 0 0 0,0 0 240 0,-13 1 176 0,-3 1-208 16,3-2 80-16,13 0 128 0,0 0 0 0,-13-5 0 0,1 3 0 15,12 2-240-15,0 0-16 0,-10-3 0 0,10 3-11104 16</inkml:trace>
  </inkml:traceGroup>
</inkml:ink>
</file>

<file path=ppt/ink/ink3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30T04:43:52.427"/>
    </inkml:context>
    <inkml:brush xml:id="br0">
      <inkml:brushProperty name="width" value="0.09333" units="cm"/>
      <inkml:brushProperty name="height" value="0.09333" units="cm"/>
      <inkml:brushProperty name="color" value="#ED1C24"/>
      <inkml:brushProperty name="fitToCurve" value="1"/>
    </inkml:brush>
  </inkml:definitions>
  <inkml:traceGroup>
    <inkml:annotationXML>
      <emma:emma xmlns:emma="http://www.w3.org/2003/04/emma" version="1.0">
        <emma:interpretation id="{AAC5F362-1D4D-463D-9B9F-BC5C51D6346B}" emma:medium="tactile" emma:mode="ink">
          <msink:context xmlns:msink="http://schemas.microsoft.com/ink/2010/main" type="writingRegion" rotatedBoundingBox="9761,7017 10178,7017 10178,7316 9761,7316"/>
        </emma:interpretation>
      </emma:emma>
    </inkml:annotationXML>
    <inkml:traceGroup>
      <inkml:annotationXML>
        <emma:emma xmlns:emma="http://www.w3.org/2003/04/emma" version="1.0">
          <emma:interpretation id="{2245EA12-723C-42EE-A11D-78CEF4087C94}" emma:medium="tactile" emma:mode="ink">
            <msink:context xmlns:msink="http://schemas.microsoft.com/ink/2010/main" type="paragraph" rotatedBoundingBox="9761,7017 10178,7017 10178,7316 9761,7316" alignmentLevel="1"/>
          </emma:interpretation>
        </emma:emma>
      </inkml:annotationXML>
      <inkml:traceGroup>
        <inkml:annotationXML>
          <emma:emma xmlns:emma="http://www.w3.org/2003/04/emma" version="1.0">
            <emma:interpretation id="{F7AF5AC5-2ADD-4E89-8CE3-DB95E43C0AFF}" emma:medium="tactile" emma:mode="ink">
              <msink:context xmlns:msink="http://schemas.microsoft.com/ink/2010/main" type="line" rotatedBoundingBox="9761,7017 10178,7017 10178,7316 9761,7316"/>
            </emma:interpretation>
          </emma:emma>
        </inkml:annotationXML>
        <inkml:traceGroup>
          <inkml:annotationXML>
            <emma:emma xmlns:emma="http://www.w3.org/2003/04/emma" version="1.0">
              <emma:interpretation id="{4B92924D-126F-463C-B3B8-AAC4D345FC82}" emma:medium="tactile" emma:mode="ink">
                <msink:context xmlns:msink="http://schemas.microsoft.com/ink/2010/main" type="inkWord" rotatedBoundingBox="9761,7017 10178,7017 10178,7316 9761,7316">
                  <msink:destinationLink direction="with" ref="{E510D1B5-CB01-4443-B6E5-AF9705286E01}"/>
                </msink:context>
              </emma:interpretation>
              <emma:one-of disjunction-type="recognition" id="oneOf0">
                <emma:interpretation id="interp0" emma:lang="" emma:confidence="0">
                  <emma:literal>a</emma:literal>
                </emma:interpretation>
                <emma:interpretation id="interp1" emma:lang="" emma:confidence="0">
                  <emma:literal>A</emma:literal>
                </emma:interpretation>
                <emma:interpretation id="interp2" emma:lang="" emma:confidence="0">
                  <emma:literal>9</emma:literal>
                </emma:interpretation>
                <emma:interpretation id="interp3" emma:lang="" emma:confidence="0">
                  <emma:literal>d</emma:literal>
                </emma:interpretation>
                <emma:interpretation id="interp4" emma:lang="" emma:confidence="0">
                  <emma:literal>or</emma:literal>
                </emma:interpretation>
              </emma:one-of>
            </emma:emma>
          </inkml:annotationXML>
          <inkml:trace contextRef="#ctx0" brushRef="#br0">207 106 8575 0,'0'0'384'0,"0"0"64"0,0 0-448 0,0 0 0 0,0 0 0 0,0 0 0 0,-1-12 768 0,1 12 48 16,0 0 16-16,0 0 0 0,3-15-448 0,-3 15-64 16,1-9-32-16,-1 9 0 0,0 0 96 0,5-9 32 15,-5 9 0-15,0 0 0 0,0 0-32 0,0 0-16 16,0 0 0-16,0 0 0 0,4-11-96 0,-4 3-16 15,0 8 0-15,0 0 0 0,-9-7 128 0,9 7 32 16,-8-11 0-16,0 2 0 0,8 9 128 0,-10-3 32 16,10 3 0-16,-10-5 0 0,-1 0-64 0,-1 4-16 15,-2 1 0-15,14 0 0 0,0 0-240 0,-12-2-64 16,-1 2 0-16,13 0 0 0,0 0 0 0,0 0-16 16,-15 0 0-16,15 0 0 0,0 0-176 0,-11 5 192 15,-2 2-192-15,3-3 192 0,10-4-192 0,0 0 0 16,-13 9 0-16,1-3 0 0,12-6 0 0,0 0 0 15,-10 7 0-15,10-7 0 0,-10 13 0 0,5-3 0 0,5-10 0 0,0 0 0 16,-4 13 0-16,-1 0 0 0,3-1 0 0,2-12 0 16,0 0 160-16,-2 13-160 0,1 1 192 0,1 1-192 15,0-15 0-15,0 0 0 0,10 12 0 0,-10-12 0 16,3 19 0-16,2-2 0 0,-5-17 0 0,8 11 0 16,-8-11 0-16,7 12 0 0,1-2 0 0,-8-10 0 15,0 0 0-15,13 5 0 0,2-1 128 0,-15-4-128 16,0 0 128-16,0 0-128 0,0 0 0 0,11-3 0 15,-11 3 368-15,0 0 16 0,17-8 0 0,-17 8 0 16,9-10 0-16,-9 10 0 0,9-10 0 0,-3-3 0 16,2-3-384-16,1 3 0 0,-1 3 0 0,0 3-192 15,-8 7 0-15,10-8 0 0,1-2 0 0,-2 2 0 0,-9 8 192 16,0 0 0-16,0 0 0 0,0 0-128 0,8-12 128 0,-8 12 224 16,0 0-48-16,5-11-16 0,-4 1 48 0,-1 10 16 15,0-13 0-15,0 13 0 0,0 0-224 0,0 0 0 16,0 0 128-16,-1-13-128 0,-1-2 0 0,2 5 0 15,0 10-144-15,0 0 144 0,-2-13-208 0,2 13 48 16,0 0 16-16,0 0 0 0,0 0 144 0,0 0 0 16,0 0 0-16,0 0-128 0,0 0 128 0,0 0 0 15,10 8 0-15,0 2 0 0,-10-10 0 0,10 8 0 16,-2 2 0-16,-1 2 0 0,-1-2 0 0,1 1-160 16,-7-11 160-16,8 18-160 0,-3 0-128 0,0-3-32 15,-5-15 0-15,5 15 0 0,0-1 32 0,-5-14 0 16,6 14 0-16,1-1 0 0,-7-13 288 0,8 16-128 15,-1 2 128-15,1-5 0 0,-8-13 0 0,11 12 0 0,-2 1 0 16,-9-13 0-16,14 5 0 0,-1 1 0 0,1-1-160 0,0 2 160 31,-1-2-1760-31,1 0-272 0</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30/06/2021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30/06/2021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30/06/2021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30/06/2021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30/06/2021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30/06/2021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30/06/2021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30/06/2021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30/06/2021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30/06/2021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30/06/2021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30/06/2021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image" Target="../media/image16.png"/><Relationship Id="rId1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customXml" Target="../ink/ink2.xml"/><Relationship Id="rId12" Type="http://schemas.openxmlformats.org/officeDocument/2006/relationships/image" Target="../media/image15.emf"/><Relationship Id="rId17" Type="http://schemas.openxmlformats.org/officeDocument/2006/relationships/image" Target="../media/image13.png"/><Relationship Id="rId2" Type="http://schemas.openxmlformats.org/officeDocument/2006/relationships/image" Target="../media/image10.png"/><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2.emf"/><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image" Target="../media/image12.png"/><Relationship Id="rId10" Type="http://schemas.openxmlformats.org/officeDocument/2006/relationships/image" Target="../media/image14.emf"/><Relationship Id="rId4" Type="http://schemas.openxmlformats.org/officeDocument/2006/relationships/image" Target="../media/image11.png"/><Relationship Id="rId9" Type="http://schemas.openxmlformats.org/officeDocument/2006/relationships/customXml" Target="../ink/ink3.xml"/><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image" Target="../media/image18.png"/><Relationship Id="rId18" Type="http://schemas.openxmlformats.org/officeDocument/2006/relationships/image" Target="../media/image24.png"/><Relationship Id="rId3" Type="http://schemas.openxmlformats.org/officeDocument/2006/relationships/image" Target="../media/image15.png"/><Relationship Id="rId7" Type="http://schemas.openxmlformats.org/officeDocument/2006/relationships/customXml" Target="../ink/ink5.xml"/><Relationship Id="rId12" Type="http://schemas.openxmlformats.org/officeDocument/2006/relationships/image" Target="../media/image27.png"/><Relationship Id="rId17" Type="http://schemas.openxmlformats.org/officeDocument/2006/relationships/image" Target="../media/image210.png"/><Relationship Id="rId2" Type="http://schemas.openxmlformats.org/officeDocument/2006/relationships/image" Target="../media/image10.png"/><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6.png"/><Relationship Id="rId5" Type="http://schemas.openxmlformats.org/officeDocument/2006/relationships/image" Target="../media/image22.png"/><Relationship Id="rId15" Type="http://schemas.openxmlformats.org/officeDocument/2006/relationships/image" Target="../media/image30.png"/><Relationship Id="rId10" Type="http://schemas.openxmlformats.org/officeDocument/2006/relationships/image" Target="../media/image25.emf"/><Relationship Id="rId4" Type="http://schemas.openxmlformats.org/officeDocument/2006/relationships/image" Target="../media/image9.png"/><Relationship Id="rId9" Type="http://schemas.openxmlformats.org/officeDocument/2006/relationships/customXml" Target="../ink/ink6.xml"/><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image" Target="../media/image32.png"/><Relationship Id="rId18" Type="http://schemas.openxmlformats.org/officeDocument/2006/relationships/image" Target="../media/image31.png"/><Relationship Id="rId3" Type="http://schemas.openxmlformats.org/officeDocument/2006/relationships/image" Target="../media/image25.png"/><Relationship Id="rId21" Type="http://schemas.openxmlformats.org/officeDocument/2006/relationships/image" Target="../media/image37.png"/><Relationship Id="rId7" Type="http://schemas.openxmlformats.org/officeDocument/2006/relationships/customXml" Target="../ink/ink7.xml"/><Relationship Id="rId12" Type="http://schemas.openxmlformats.org/officeDocument/2006/relationships/image" Target="../media/image31.emf"/><Relationship Id="rId17" Type="http://schemas.openxmlformats.org/officeDocument/2006/relationships/image" Target="../media/image29.png"/><Relationship Id="rId2" Type="http://schemas.openxmlformats.org/officeDocument/2006/relationships/image" Target="../media/image10.png"/><Relationship Id="rId16" Type="http://schemas.openxmlformats.org/officeDocument/2006/relationships/image" Target="../media/image35.pn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customXml" Target="../ink/ink9.xml"/><Relationship Id="rId15" Type="http://schemas.openxmlformats.org/officeDocument/2006/relationships/image" Target="../media/image34.png"/><Relationship Id="rId10" Type="http://schemas.openxmlformats.org/officeDocument/2006/relationships/image" Target="../media/image30.emf"/><Relationship Id="rId19" Type="http://schemas.openxmlformats.org/officeDocument/2006/relationships/image" Target="../media/image38.png"/><Relationship Id="rId4" Type="http://schemas.openxmlformats.org/officeDocument/2006/relationships/image" Target="../media/image9.png"/><Relationship Id="rId9" Type="http://schemas.openxmlformats.org/officeDocument/2006/relationships/customXml" Target="../ink/ink8.xml"/><Relationship Id="rId14"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customXml" Target="../ink/ink12.xml"/><Relationship Id="rId18" Type="http://schemas.openxmlformats.org/officeDocument/2006/relationships/image" Target="../media/image51.emf"/><Relationship Id="rId26" Type="http://schemas.openxmlformats.org/officeDocument/2006/relationships/image" Target="../media/image56.emf"/><Relationship Id="rId3" Type="http://schemas.openxmlformats.org/officeDocument/2006/relationships/image" Target="../media/image40.png"/><Relationship Id="rId21" Type="http://schemas.openxmlformats.org/officeDocument/2006/relationships/customXml" Target="../ink/ink15.xml"/><Relationship Id="rId7" Type="http://schemas.openxmlformats.org/officeDocument/2006/relationships/image" Target="../media/image45.png"/><Relationship Id="rId12" Type="http://schemas.openxmlformats.org/officeDocument/2006/relationships/image" Target="../media/image48.emf"/><Relationship Id="rId17" Type="http://schemas.openxmlformats.org/officeDocument/2006/relationships/customXml" Target="../ink/ink14.xml"/><Relationship Id="rId25" Type="http://schemas.openxmlformats.org/officeDocument/2006/relationships/customXml" Target="../ink/ink17.xml"/><Relationship Id="rId2" Type="http://schemas.openxmlformats.org/officeDocument/2006/relationships/image" Target="../media/image39.png"/><Relationship Id="rId16" Type="http://schemas.openxmlformats.org/officeDocument/2006/relationships/image" Target="../media/image50.emf"/><Relationship Id="rId20"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customXml" Target="../ink/ink11.xml"/><Relationship Id="rId24" Type="http://schemas.openxmlformats.org/officeDocument/2006/relationships/image" Target="../media/image55.emf"/><Relationship Id="rId5" Type="http://schemas.openxmlformats.org/officeDocument/2006/relationships/image" Target="../media/image43.png"/><Relationship Id="rId15" Type="http://schemas.openxmlformats.org/officeDocument/2006/relationships/customXml" Target="../ink/ink13.xml"/><Relationship Id="rId23" Type="http://schemas.openxmlformats.org/officeDocument/2006/relationships/customXml" Target="../ink/ink16.xml"/><Relationship Id="rId28" Type="http://schemas.openxmlformats.org/officeDocument/2006/relationships/image" Target="../media/image48.png"/><Relationship Id="rId10" Type="http://schemas.openxmlformats.org/officeDocument/2006/relationships/image" Target="../media/image47.emf"/><Relationship Id="rId19" Type="http://schemas.openxmlformats.org/officeDocument/2006/relationships/image" Target="../media/image52.png"/><Relationship Id="rId4" Type="http://schemas.openxmlformats.org/officeDocument/2006/relationships/image" Target="../media/image42.png"/><Relationship Id="rId9" Type="http://schemas.openxmlformats.org/officeDocument/2006/relationships/customXml" Target="../ink/ink10.xml"/><Relationship Id="rId14" Type="http://schemas.openxmlformats.org/officeDocument/2006/relationships/image" Target="../media/image49.emf"/><Relationship Id="rId22" Type="http://schemas.openxmlformats.org/officeDocument/2006/relationships/image" Target="../media/image54.emf"/><Relationship Id="rId27" Type="http://schemas.openxmlformats.org/officeDocument/2006/relationships/image" Target="../media/image47.png"/></Relationships>
</file>

<file path=ppt/slides/_rels/slide6.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customXml" Target="../ink/ink22.xml"/><Relationship Id="rId18" Type="http://schemas.openxmlformats.org/officeDocument/2006/relationships/image" Target="../media/image65.emf"/><Relationship Id="rId3" Type="http://schemas.openxmlformats.org/officeDocument/2006/relationships/image" Target="../media/image10.png"/><Relationship Id="rId21" Type="http://schemas.openxmlformats.org/officeDocument/2006/relationships/image" Target="../media/image51.png"/><Relationship Id="rId7" Type="http://schemas.openxmlformats.org/officeDocument/2006/relationships/customXml" Target="../ink/ink19.xml"/><Relationship Id="rId12" Type="http://schemas.openxmlformats.org/officeDocument/2006/relationships/image" Target="../media/image62.emf"/><Relationship Id="rId17" Type="http://schemas.openxmlformats.org/officeDocument/2006/relationships/customXml" Target="../ink/ink24.xml"/><Relationship Id="rId2" Type="http://schemas.openxmlformats.org/officeDocument/2006/relationships/image" Target="../media/image49.png"/><Relationship Id="rId16" Type="http://schemas.openxmlformats.org/officeDocument/2006/relationships/image" Target="../media/image64.emf"/><Relationship Id="rId20"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59.emf"/><Relationship Id="rId11" Type="http://schemas.openxmlformats.org/officeDocument/2006/relationships/customXml" Target="../ink/ink21.xml"/><Relationship Id="rId24" Type="http://schemas.openxmlformats.org/officeDocument/2006/relationships/image" Target="../media/image55.png"/><Relationship Id="rId5" Type="http://schemas.openxmlformats.org/officeDocument/2006/relationships/customXml" Target="../ink/ink18.xml"/><Relationship Id="rId15" Type="http://schemas.openxmlformats.org/officeDocument/2006/relationships/customXml" Target="../ink/ink23.xml"/><Relationship Id="rId23" Type="http://schemas.openxmlformats.org/officeDocument/2006/relationships/image" Target="../media/image54.png"/><Relationship Id="rId10" Type="http://schemas.openxmlformats.org/officeDocument/2006/relationships/image" Target="../media/image61.emf"/><Relationship Id="rId19" Type="http://schemas.openxmlformats.org/officeDocument/2006/relationships/image" Target="../media/image66.png"/><Relationship Id="rId4" Type="http://schemas.openxmlformats.org/officeDocument/2006/relationships/image" Target="../media/image47.png"/><Relationship Id="rId9" Type="http://schemas.openxmlformats.org/officeDocument/2006/relationships/customXml" Target="../ink/ink20.xml"/><Relationship Id="rId14" Type="http://schemas.openxmlformats.org/officeDocument/2006/relationships/image" Target="../media/image63.emf"/><Relationship Id="rId22" Type="http://schemas.openxmlformats.org/officeDocument/2006/relationships/image" Target="../media/image53.png"/></Relationships>
</file>

<file path=ppt/slides/_rels/slide7.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image" Target="../media/image63.png"/><Relationship Id="rId3" Type="http://schemas.openxmlformats.org/officeDocument/2006/relationships/image" Target="../media/image10.png"/><Relationship Id="rId7" Type="http://schemas.openxmlformats.org/officeDocument/2006/relationships/customXml" Target="../ink/ink26.xml"/><Relationship Id="rId12" Type="http://schemas.openxmlformats.org/officeDocument/2006/relationships/image" Target="../media/image62.png"/><Relationship Id="rId2" Type="http://schemas.openxmlformats.org/officeDocument/2006/relationships/image" Target="../media/image56.png"/><Relationship Id="rId16"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57.emf"/><Relationship Id="rId11" Type="http://schemas.openxmlformats.org/officeDocument/2006/relationships/image" Target="../media/image61.png"/><Relationship Id="rId5" Type="http://schemas.openxmlformats.org/officeDocument/2006/relationships/customXml" Target="../ink/ink25.xml"/><Relationship Id="rId15" Type="http://schemas.openxmlformats.org/officeDocument/2006/relationships/image" Target="../media/image65.png"/><Relationship Id="rId10" Type="http://schemas.openxmlformats.org/officeDocument/2006/relationships/image" Target="../media/image60.png"/><Relationship Id="rId4" Type="http://schemas.openxmlformats.org/officeDocument/2006/relationships/image" Target="../media/image47.png"/><Relationship Id="rId9" Type="http://schemas.openxmlformats.org/officeDocument/2006/relationships/image" Target="../media/image59.png"/><Relationship Id="rId14" Type="http://schemas.openxmlformats.org/officeDocument/2006/relationships/image" Target="../media/image64.png"/></Relationships>
</file>

<file path=ppt/slides/_rels/slide8.xml.rels><?xml version="1.0" encoding="UTF-8" standalone="yes"?>
<Relationships xmlns="http://schemas.openxmlformats.org/package/2006/relationships"><Relationship Id="rId8" Type="http://schemas.openxmlformats.org/officeDocument/2006/relationships/image" Target="../media/image69.emf"/><Relationship Id="rId13" Type="http://schemas.openxmlformats.org/officeDocument/2006/relationships/customXml" Target="../ink/ink31.xml"/><Relationship Id="rId18" Type="http://schemas.openxmlformats.org/officeDocument/2006/relationships/image" Target="../media/image74.emf"/><Relationship Id="rId26" Type="http://schemas.openxmlformats.org/officeDocument/2006/relationships/image" Target="../media/image82.png"/><Relationship Id="rId3" Type="http://schemas.openxmlformats.org/officeDocument/2006/relationships/image" Target="../media/image67.png"/><Relationship Id="rId21" Type="http://schemas.openxmlformats.org/officeDocument/2006/relationships/image" Target="../media/image77.png"/><Relationship Id="rId7" Type="http://schemas.openxmlformats.org/officeDocument/2006/relationships/customXml" Target="../ink/ink28.xml"/><Relationship Id="rId12" Type="http://schemas.openxmlformats.org/officeDocument/2006/relationships/image" Target="../media/image71.emf"/><Relationship Id="rId17" Type="http://schemas.openxmlformats.org/officeDocument/2006/relationships/customXml" Target="../ink/ink33.xml"/><Relationship Id="rId25" Type="http://schemas.openxmlformats.org/officeDocument/2006/relationships/image" Target="../media/image81.png"/><Relationship Id="rId2" Type="http://schemas.openxmlformats.org/officeDocument/2006/relationships/image" Target="../media/image10.png"/><Relationship Id="rId16" Type="http://schemas.openxmlformats.org/officeDocument/2006/relationships/image" Target="../media/image73.emf"/><Relationship Id="rId20"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68.emf"/><Relationship Id="rId11" Type="http://schemas.openxmlformats.org/officeDocument/2006/relationships/customXml" Target="../ink/ink30.xml"/><Relationship Id="rId24" Type="http://schemas.openxmlformats.org/officeDocument/2006/relationships/image" Target="../media/image80.png"/><Relationship Id="rId5" Type="http://schemas.openxmlformats.org/officeDocument/2006/relationships/customXml" Target="../ink/ink27.xml"/><Relationship Id="rId15" Type="http://schemas.openxmlformats.org/officeDocument/2006/relationships/customXml" Target="../ink/ink32.xml"/><Relationship Id="rId23" Type="http://schemas.openxmlformats.org/officeDocument/2006/relationships/image" Target="../media/image79.png"/><Relationship Id="rId10" Type="http://schemas.openxmlformats.org/officeDocument/2006/relationships/image" Target="../media/image70.emf"/><Relationship Id="rId19" Type="http://schemas.openxmlformats.org/officeDocument/2006/relationships/image" Target="../media/image75.png"/><Relationship Id="rId4" Type="http://schemas.openxmlformats.org/officeDocument/2006/relationships/image" Target="../media/image47.png"/><Relationship Id="rId9" Type="http://schemas.openxmlformats.org/officeDocument/2006/relationships/customXml" Target="../ink/ink29.xml"/><Relationship Id="rId14" Type="http://schemas.openxmlformats.org/officeDocument/2006/relationships/image" Target="../media/image72.emf"/><Relationship Id="rId22" Type="http://schemas.openxmlformats.org/officeDocument/2006/relationships/image" Target="../media/image78.png"/><Relationship Id="rId27"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1879288" cy="461665"/>
          </a:xfrm>
          <a:prstGeom prst="rect">
            <a:avLst/>
          </a:prstGeom>
          <a:solidFill>
            <a:srgbClr val="FFFF00"/>
          </a:solidFill>
        </p:spPr>
        <p:txBody>
          <a:bodyPr wrap="square" rtlCol="0">
            <a:spAutoFit/>
          </a:bodyPr>
          <a:lstStyle/>
          <a:p>
            <a:r>
              <a:rPr lang="en-AU" sz="2400" dirty="0" smtClean="0"/>
              <a:t>The sine rule</a:t>
            </a:r>
            <a:endParaRPr lang="en-AU" sz="2400" dirty="0"/>
          </a:p>
        </p:txBody>
      </p:sp>
      <p:pic>
        <p:nvPicPr>
          <p:cNvPr id="2" name="Picture 1"/>
          <p:cNvPicPr>
            <a:picLocks noChangeAspect="1"/>
          </p:cNvPicPr>
          <p:nvPr/>
        </p:nvPicPr>
        <p:blipFill>
          <a:blip r:embed="rId2"/>
          <a:stretch>
            <a:fillRect/>
          </a:stretch>
        </p:blipFill>
        <p:spPr>
          <a:xfrm>
            <a:off x="8109244" y="343027"/>
            <a:ext cx="3292327" cy="2484320"/>
          </a:xfrm>
          <a:prstGeom prst="rect">
            <a:avLst/>
          </a:prstGeom>
        </p:spPr>
      </p:pic>
      <p:pic>
        <p:nvPicPr>
          <p:cNvPr id="4" name="Picture 3"/>
          <p:cNvPicPr>
            <a:picLocks noChangeAspect="1"/>
          </p:cNvPicPr>
          <p:nvPr/>
        </p:nvPicPr>
        <p:blipFill>
          <a:blip r:embed="rId3"/>
          <a:stretch>
            <a:fillRect/>
          </a:stretch>
        </p:blipFill>
        <p:spPr>
          <a:xfrm>
            <a:off x="8203428" y="2755279"/>
            <a:ext cx="3291289" cy="2459290"/>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90734" y="667568"/>
                <a:ext cx="6759828" cy="2462213"/>
              </a:xfrm>
              <a:prstGeom prst="rect">
                <a:avLst/>
              </a:prstGeom>
              <a:noFill/>
            </p:spPr>
            <p:txBody>
              <a:bodyPr wrap="square" rtlCol="0">
                <a:spAutoFit/>
              </a:bodyPr>
              <a:lstStyle/>
              <a:p>
                <a:r>
                  <a:rPr lang="en-AU" sz="2200" dirty="0" smtClean="0"/>
                  <a:t>How can we find the length of side </a:t>
                </a:r>
                <a14:m>
                  <m:oMath xmlns:m="http://schemas.openxmlformats.org/officeDocument/2006/math">
                    <m:r>
                      <a:rPr lang="en-AU" sz="2200" b="0" i="1" smtClean="0">
                        <a:latin typeface="Cambria Math" panose="02040503050406030204" pitchFamily="18" charset="0"/>
                      </a:rPr>
                      <m:t>𝑎</m:t>
                    </m:r>
                  </m:oMath>
                </a14:m>
                <a:r>
                  <a:rPr lang="en-AU" sz="2200" dirty="0" smtClean="0"/>
                  <a:t> given that it’s not a right angled triangle?</a:t>
                </a:r>
              </a:p>
              <a:p>
                <a:endParaRPr lang="en-AU" sz="2200" dirty="0"/>
              </a:p>
              <a:p>
                <a:r>
                  <a:rPr lang="en-AU" sz="2200" dirty="0" smtClean="0"/>
                  <a:t>If we draw a perpendicular line from B to meet AC at D, we get two right-angled triangles.</a:t>
                </a:r>
              </a:p>
              <a:p>
                <a:endParaRPr lang="en-AU" sz="2200" dirty="0"/>
              </a:p>
              <a:p>
                <a:r>
                  <a:rPr lang="en-AU" sz="2200" dirty="0" smtClean="0"/>
                  <a:t>We can calculate </a:t>
                </a:r>
                <a14:m>
                  <m:oMath xmlns:m="http://schemas.openxmlformats.org/officeDocument/2006/math">
                    <m:r>
                      <a:rPr lang="en-AU" sz="2200" b="0" i="1" smtClean="0">
                        <a:latin typeface="Cambria Math" panose="02040503050406030204" pitchFamily="18" charset="0"/>
                      </a:rPr>
                      <m:t>h</m:t>
                    </m:r>
                  </m:oMath>
                </a14:m>
                <a:r>
                  <a:rPr lang="en-AU" sz="2200" dirty="0" smtClean="0"/>
                  <a:t> and use it to calculate the value of </a:t>
                </a:r>
                <a14:m>
                  <m:oMath xmlns:m="http://schemas.openxmlformats.org/officeDocument/2006/math">
                    <m:r>
                      <a:rPr lang="en-AU" sz="2200" b="0" i="1" smtClean="0">
                        <a:latin typeface="Cambria Math" panose="02040503050406030204" pitchFamily="18" charset="0"/>
                      </a:rPr>
                      <m:t>𝑎</m:t>
                    </m:r>
                    <m:r>
                      <a:rPr lang="en-AU" sz="2200" b="0" i="1" smtClean="0">
                        <a:latin typeface="Cambria Math" panose="02040503050406030204" pitchFamily="18" charset="0"/>
                      </a:rPr>
                      <m:t>.</m:t>
                    </m:r>
                  </m:oMath>
                </a14:m>
                <a:endParaRPr lang="en-AU" sz="2200" dirty="0"/>
              </a:p>
            </p:txBody>
          </p:sp>
        </mc:Choice>
        <mc:Fallback xmlns="">
          <p:sp>
            <p:nvSpPr>
              <p:cNvPr id="5" name="TextBox 4"/>
              <p:cNvSpPr txBox="1">
                <a:spLocks noRot="1" noChangeAspect="1" noMove="1" noResize="1" noEditPoints="1" noAdjustHandles="1" noChangeArrowheads="1" noChangeShapeType="1" noTextEdit="1"/>
              </p:cNvSpPr>
              <p:nvPr/>
            </p:nvSpPr>
            <p:spPr>
              <a:xfrm>
                <a:off x="190734" y="667568"/>
                <a:ext cx="6759828" cy="2462213"/>
              </a:xfrm>
              <a:prstGeom prst="rect">
                <a:avLst/>
              </a:prstGeom>
              <a:blipFill>
                <a:blip r:embed="rId4"/>
                <a:stretch>
                  <a:fillRect l="-1172" t="-1737" b="-42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25369" y="3264913"/>
                <a:ext cx="2361733" cy="1073627"/>
              </a:xfrm>
              <a:prstGeom prst="rect">
                <a:avLst/>
              </a:prstGeom>
              <a:noFill/>
            </p:spPr>
            <p:txBody>
              <a:bodyPr wrap="square" rtlCol="0">
                <a:spAutoFit/>
              </a:bodyPr>
              <a:lstStyle/>
              <a:p>
                <a:r>
                  <a:rPr lang="en-AU" sz="2200" dirty="0" smtClean="0"/>
                  <a:t>In </a:t>
                </a:r>
                <a14:m>
                  <m:oMath xmlns:m="http://schemas.openxmlformats.org/officeDocument/2006/math">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𝐴𝐵𝐷</m:t>
                    </m:r>
                    <m:r>
                      <a:rPr lang="en-AU" sz="2200" b="0" i="1" smtClean="0">
                        <a:latin typeface="Cambria Math" panose="02040503050406030204" pitchFamily="18" charset="0"/>
                        <a:ea typeface="Cambria Math" panose="02040503050406030204" pitchFamily="18" charset="0"/>
                      </a:rPr>
                      <m:t>: </m:t>
                    </m:r>
                    <m:r>
                      <a:rPr lang="en-AU" sz="2200" b="0" i="0" smtClean="0">
                        <a:latin typeface="Cambria Math" panose="02040503050406030204" pitchFamily="18" charset="0"/>
                        <a:ea typeface="Cambria Math" panose="02040503050406030204" pitchFamily="18" charset="0"/>
                      </a:rPr>
                      <m:t>   </m:t>
                    </m:r>
                  </m:oMath>
                </a14:m>
                <a:endParaRPr lang="en-AU" sz="2200" b="0" i="0" dirty="0" smtClean="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AU" sz="2200" b="0" i="0" smtClean="0">
                          <a:latin typeface="Cambria Math" panose="02040503050406030204" pitchFamily="18" charset="0"/>
                        </a:rPr>
                        <m:t>sin</m:t>
                      </m:r>
                      <m:r>
                        <a:rPr lang="en-AU" sz="2200" b="0" i="1" smtClean="0">
                          <a:latin typeface="Cambria Math" panose="02040503050406030204" pitchFamily="18" charset="0"/>
                        </a:rPr>
                        <m:t> 60=</m:t>
                      </m:r>
                      <m:f>
                        <m:fPr>
                          <m:ctrlPr>
                            <a:rPr lang="en-AU" sz="2200" i="1" smtClean="0">
                              <a:latin typeface="Cambria Math" panose="02040503050406030204" pitchFamily="18" charset="0"/>
                            </a:rPr>
                          </m:ctrlPr>
                        </m:fPr>
                        <m:num>
                          <m:r>
                            <a:rPr lang="en-AU" sz="2200" b="0" i="1" smtClean="0">
                              <a:latin typeface="Cambria Math" panose="02040503050406030204" pitchFamily="18" charset="0"/>
                            </a:rPr>
                            <m:t>h</m:t>
                          </m:r>
                        </m:num>
                        <m:den>
                          <m:r>
                            <a:rPr lang="en-AU" sz="2200" b="0" i="1" smtClean="0">
                              <a:latin typeface="Cambria Math" panose="02040503050406030204" pitchFamily="18" charset="0"/>
                            </a:rPr>
                            <m:t>8</m:t>
                          </m:r>
                        </m:den>
                      </m:f>
                    </m:oMath>
                  </m:oMathPara>
                </a14:m>
                <a:endParaRPr lang="en-AU" sz="2200" dirty="0"/>
              </a:p>
            </p:txBody>
          </p:sp>
        </mc:Choice>
        <mc:Fallback xmlns="">
          <p:sp>
            <p:nvSpPr>
              <p:cNvPr id="6" name="TextBox 5"/>
              <p:cNvSpPr txBox="1">
                <a:spLocks noRot="1" noChangeAspect="1" noMove="1" noResize="1" noEditPoints="1" noAdjustHandles="1" noChangeArrowheads="1" noChangeShapeType="1" noTextEdit="1"/>
              </p:cNvSpPr>
              <p:nvPr/>
            </p:nvSpPr>
            <p:spPr>
              <a:xfrm>
                <a:off x="325369" y="3264913"/>
                <a:ext cx="2361733" cy="1073627"/>
              </a:xfrm>
              <a:prstGeom prst="rect">
                <a:avLst/>
              </a:prstGeom>
              <a:blipFill>
                <a:blip r:embed="rId5"/>
                <a:stretch>
                  <a:fillRect l="-3351" t="-397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25369" y="4348505"/>
                <a:ext cx="2361733" cy="4308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AU" sz="2200" b="0" i="0" smtClean="0">
                          <a:latin typeface="Cambria Math" panose="02040503050406030204" pitchFamily="18" charset="0"/>
                        </a:rPr>
                        <m:t>h</m:t>
                      </m:r>
                      <m:r>
                        <a:rPr lang="en-AU" sz="2200" b="0" i="0" smtClean="0">
                          <a:latin typeface="Cambria Math" panose="02040503050406030204" pitchFamily="18" charset="0"/>
                        </a:rPr>
                        <m:t>=8</m:t>
                      </m:r>
                      <m:r>
                        <a:rPr lang="en-AU" sz="2200" b="0" i="1" smtClean="0">
                          <a:latin typeface="Cambria Math" panose="02040503050406030204" pitchFamily="18" charset="0"/>
                          <a:ea typeface="Cambria Math" panose="02040503050406030204" pitchFamily="18" charset="0"/>
                        </a:rPr>
                        <m:t>×</m:t>
                      </m:r>
                      <m:r>
                        <m:rPr>
                          <m:sty m:val="p"/>
                        </m:rPr>
                        <a:rPr lang="en-AU" sz="2200" b="0" i="0" smtClean="0">
                          <a:latin typeface="Cambria Math" panose="02040503050406030204" pitchFamily="18" charset="0"/>
                        </a:rPr>
                        <m:t>sin</m:t>
                      </m:r>
                      <m:r>
                        <a:rPr lang="en-AU" sz="2200" b="0" i="1" smtClean="0">
                          <a:latin typeface="Cambria Math" panose="02040503050406030204" pitchFamily="18" charset="0"/>
                        </a:rPr>
                        <m:t> 60</m:t>
                      </m:r>
                    </m:oMath>
                  </m:oMathPara>
                </a14:m>
                <a:endParaRPr lang="en-AU"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325369" y="4348505"/>
                <a:ext cx="2361733" cy="430887"/>
              </a:xfrm>
              <a:prstGeom prst="rect">
                <a:avLst/>
              </a:prstGeom>
              <a:blipFill>
                <a:blip r:embed="rId6"/>
                <a:stretch>
                  <a:fillRect l="-25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901210" y="3264913"/>
                <a:ext cx="2726377" cy="1066959"/>
              </a:xfrm>
              <a:prstGeom prst="rect">
                <a:avLst/>
              </a:prstGeom>
              <a:noFill/>
            </p:spPr>
            <p:txBody>
              <a:bodyPr wrap="square" rtlCol="0">
                <a:spAutoFit/>
              </a:bodyPr>
              <a:lstStyle/>
              <a:p>
                <a:r>
                  <a:rPr lang="en-AU" sz="2200" dirty="0" smtClean="0"/>
                  <a:t>In </a:t>
                </a:r>
                <a14:m>
                  <m:oMath xmlns:m="http://schemas.openxmlformats.org/officeDocument/2006/math">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𝐶𝐵𝐷</m:t>
                    </m:r>
                    <m:r>
                      <a:rPr lang="en-AU" sz="2200" b="0" i="1" smtClean="0">
                        <a:latin typeface="Cambria Math" panose="02040503050406030204" pitchFamily="18" charset="0"/>
                        <a:ea typeface="Cambria Math" panose="02040503050406030204" pitchFamily="18" charset="0"/>
                      </a:rPr>
                      <m:t>: </m:t>
                    </m:r>
                    <m:r>
                      <a:rPr lang="en-AU" sz="2200" b="0" i="0" smtClean="0">
                        <a:latin typeface="Cambria Math" panose="02040503050406030204" pitchFamily="18" charset="0"/>
                        <a:ea typeface="Cambria Math" panose="02040503050406030204" pitchFamily="18" charset="0"/>
                      </a:rPr>
                      <m:t>   </m:t>
                    </m:r>
                  </m:oMath>
                </a14:m>
                <a:endParaRPr lang="en-AU" sz="2200" b="0" i="0" dirty="0" smtClean="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AU" sz="2200" b="0" i="0" smtClean="0">
                          <a:latin typeface="Cambria Math" panose="02040503050406030204" pitchFamily="18" charset="0"/>
                        </a:rPr>
                        <m:t>sin</m:t>
                      </m:r>
                      <m:r>
                        <a:rPr lang="en-AU" sz="2200" b="0" i="1" smtClean="0">
                          <a:latin typeface="Cambria Math" panose="02040503050406030204" pitchFamily="18" charset="0"/>
                        </a:rPr>
                        <m:t> 50=</m:t>
                      </m:r>
                      <m:f>
                        <m:fPr>
                          <m:ctrlPr>
                            <a:rPr lang="en-AU" sz="2200" i="1" smtClean="0">
                              <a:latin typeface="Cambria Math" panose="02040503050406030204" pitchFamily="18" charset="0"/>
                            </a:rPr>
                          </m:ctrlPr>
                        </m:fPr>
                        <m:num>
                          <m:r>
                            <a:rPr lang="en-AU" sz="2200" b="0" i="1" smtClean="0">
                              <a:latin typeface="Cambria Math" panose="02040503050406030204" pitchFamily="18" charset="0"/>
                            </a:rPr>
                            <m:t>8</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60</m:t>
                              </m:r>
                            </m:e>
                          </m:func>
                        </m:num>
                        <m:den>
                          <m:r>
                            <a:rPr lang="en-AU" sz="2200" b="0" i="1" smtClean="0">
                              <a:latin typeface="Cambria Math" panose="02040503050406030204" pitchFamily="18" charset="0"/>
                            </a:rPr>
                            <m:t>𝑎</m:t>
                          </m:r>
                        </m:den>
                      </m:f>
                    </m:oMath>
                  </m:oMathPara>
                </a14:m>
                <a:endParaRPr lang="en-AU"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2901210" y="3264913"/>
                <a:ext cx="2726377" cy="1066959"/>
              </a:xfrm>
              <a:prstGeom prst="rect">
                <a:avLst/>
              </a:prstGeom>
              <a:blipFill>
                <a:blip r:embed="rId7"/>
                <a:stretch>
                  <a:fillRect l="-2908" t="-4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479962" y="4331872"/>
                <a:ext cx="2361733"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𝑎</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a:latin typeface="Cambria Math" panose="02040503050406030204" pitchFamily="18" charset="0"/>
                            </a:rPr>
                            <m:t>8</m:t>
                          </m:r>
                          <m:r>
                            <a:rPr lang="en-AU" sz="2200" i="1">
                              <a:latin typeface="Cambria Math" panose="02040503050406030204" pitchFamily="18" charset="0"/>
                              <a:ea typeface="Cambria Math" panose="02040503050406030204" pitchFamily="18" charset="0"/>
                            </a:rPr>
                            <m:t>×</m:t>
                          </m:r>
                          <m:r>
                            <m:rPr>
                              <m:sty m:val="p"/>
                            </m:rPr>
                            <a:rPr lang="en-AU" sz="2200">
                              <a:latin typeface="Cambria Math" panose="02040503050406030204" pitchFamily="18" charset="0"/>
                            </a:rPr>
                            <m:t>sin</m:t>
                          </m:r>
                          <m:r>
                            <a:rPr lang="en-AU" sz="2200" i="1">
                              <a:latin typeface="Cambria Math" panose="02040503050406030204" pitchFamily="18" charset="0"/>
                            </a:rPr>
                            <m:t> 60</m:t>
                          </m:r>
                          <m:r>
                            <m:rPr>
                              <m:nor/>
                            </m:rPr>
                            <a:rPr lang="en-AU" sz="2200" dirty="0"/>
                            <m:t> </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50</m:t>
                              </m:r>
                            </m:e>
                          </m:func>
                        </m:den>
                      </m:f>
                    </m:oMath>
                  </m:oMathPara>
                </a14:m>
                <a:endParaRPr lang="en-AU"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479962" y="4331872"/>
                <a:ext cx="2361733" cy="728405"/>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479962" y="5183387"/>
                <a:ext cx="2361733" cy="4308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𝑎</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rPr>
                        <m:t>9.04</m:t>
                      </m:r>
                    </m:oMath>
                  </m:oMathPara>
                </a14:m>
                <a:endParaRPr lang="en-AU" sz="2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479962" y="5183387"/>
                <a:ext cx="2361733" cy="430887"/>
              </a:xfrm>
              <a:prstGeom prst="rect">
                <a:avLst/>
              </a:prstGeom>
              <a:blipFill>
                <a:blip r:embed="rId9"/>
                <a:stretch>
                  <a:fillRect/>
                </a:stretch>
              </a:blipFill>
            </p:spPr>
            <p:txBody>
              <a:bodyPr/>
              <a:lstStyle/>
              <a:p>
                <a:r>
                  <a:rPr lang="en-AU">
                    <a:noFill/>
                  </a:rPr>
                  <a:t> </a:t>
                </a:r>
              </a:p>
            </p:txBody>
          </p:sp>
        </mc:Fallback>
      </mc:AlternateContent>
      <p:sp>
        <p:nvSpPr>
          <p:cNvPr id="9" name="TextBox 8"/>
          <p:cNvSpPr txBox="1"/>
          <p:nvPr/>
        </p:nvSpPr>
        <p:spPr>
          <a:xfrm>
            <a:off x="274881" y="5728233"/>
            <a:ext cx="11298170" cy="430887"/>
          </a:xfrm>
          <a:prstGeom prst="rect">
            <a:avLst/>
          </a:prstGeom>
          <a:noFill/>
        </p:spPr>
        <p:txBody>
          <a:bodyPr wrap="square" rtlCol="0">
            <a:spAutoFit/>
          </a:bodyPr>
          <a:lstStyle/>
          <a:p>
            <a:r>
              <a:rPr lang="en-AU" sz="2200" dirty="0" smtClean="0"/>
              <a:t>We can apply this to a general triangle ABC to gain the sine rule:</a:t>
            </a:r>
            <a:endParaRPr lang="en-AU" sz="2200" dirty="0"/>
          </a:p>
        </p:txBody>
      </p:sp>
      <p:pic>
        <p:nvPicPr>
          <p:cNvPr id="13" name="Picture 12"/>
          <p:cNvPicPr>
            <a:picLocks noChangeAspect="1"/>
          </p:cNvPicPr>
          <p:nvPr/>
        </p:nvPicPr>
        <p:blipFill>
          <a:blip r:embed="rId10"/>
          <a:stretch>
            <a:fillRect/>
          </a:stretch>
        </p:blipFill>
        <p:spPr>
          <a:xfrm>
            <a:off x="8364757" y="5586488"/>
            <a:ext cx="2781300" cy="714375"/>
          </a:xfrm>
          <a:prstGeom prst="rect">
            <a:avLst/>
          </a:prstGeom>
          <a:ln>
            <a:solidFill>
              <a:schemeClr val="tx1"/>
            </a:solidFill>
          </a:ln>
        </p:spPr>
      </p:pic>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P spid="12"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85633" y="157218"/>
            <a:ext cx="3429000" cy="2247900"/>
          </a:xfrm>
          <a:prstGeom prst="rect">
            <a:avLst/>
          </a:prstGeom>
        </p:spPr>
      </p:pic>
      <p:sp>
        <p:nvSpPr>
          <p:cNvPr id="4" name="TextBox 3"/>
          <p:cNvSpPr txBox="1"/>
          <p:nvPr/>
        </p:nvSpPr>
        <p:spPr>
          <a:xfrm>
            <a:off x="1" y="0"/>
            <a:ext cx="1377633"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5" name="Picture 4"/>
          <p:cNvPicPr>
            <a:picLocks noChangeAspect="1"/>
          </p:cNvPicPr>
          <p:nvPr/>
        </p:nvPicPr>
        <p:blipFill>
          <a:blip r:embed="rId3"/>
          <a:stretch>
            <a:fillRect/>
          </a:stretch>
        </p:blipFill>
        <p:spPr>
          <a:xfrm>
            <a:off x="600771" y="689118"/>
            <a:ext cx="2781300" cy="714375"/>
          </a:xfrm>
          <a:prstGeom prst="rect">
            <a:avLst/>
          </a:prstGeom>
          <a:ln>
            <a:solidFill>
              <a:schemeClr val="tx1"/>
            </a:solidFill>
          </a:ln>
        </p:spPr>
      </p:pic>
      <p:sp>
        <p:nvSpPr>
          <p:cNvPr id="8" name="TextBox 7"/>
          <p:cNvSpPr txBox="1"/>
          <p:nvPr/>
        </p:nvSpPr>
        <p:spPr>
          <a:xfrm>
            <a:off x="6030553" y="634052"/>
            <a:ext cx="5873477" cy="769441"/>
          </a:xfrm>
          <a:prstGeom prst="rect">
            <a:avLst/>
          </a:prstGeom>
          <a:noFill/>
          <a:ln>
            <a:solidFill>
              <a:schemeClr val="tx1"/>
            </a:solidFill>
          </a:ln>
        </p:spPr>
        <p:txBody>
          <a:bodyPr wrap="square" rtlCol="0">
            <a:spAutoFit/>
          </a:bodyPr>
          <a:lstStyle/>
          <a:p>
            <a:pPr algn="ctr"/>
            <a:r>
              <a:rPr lang="en-AU" sz="2200" dirty="0" smtClean="0"/>
              <a:t>Any side on the sine of the opposite angle is equal to any other side on the sine of its opposite angle.</a:t>
            </a:r>
            <a:endParaRPr lang="en-AU" sz="2200" dirty="0"/>
          </a:p>
        </p:txBody>
      </p:sp>
      <p:pic>
        <p:nvPicPr>
          <p:cNvPr id="9" name="Picture 8"/>
          <p:cNvPicPr>
            <a:picLocks noChangeAspect="1"/>
          </p:cNvPicPr>
          <p:nvPr/>
        </p:nvPicPr>
        <p:blipFill>
          <a:blip r:embed="rId4"/>
          <a:stretch>
            <a:fillRect/>
          </a:stretch>
        </p:blipFill>
        <p:spPr>
          <a:xfrm>
            <a:off x="410539" y="2592496"/>
            <a:ext cx="2428875" cy="1695450"/>
          </a:xfrm>
          <a:prstGeom prst="rect">
            <a:avLst/>
          </a:prstGeom>
        </p:spPr>
      </p:pic>
      <mc:AlternateContent xmlns:mc="http://schemas.openxmlformats.org/markup-compatibility/2006" xmlns:p14="http://schemas.microsoft.com/office/powerpoint/2010/main">
        <mc:Choice Requires="p14">
          <p:contentPart p14:bwMode="auto" r:id="rId5">
            <p14:nvContentPartPr>
              <p14:cNvPr id="24" name="Ink 23"/>
              <p14:cNvContentPartPr/>
              <p14:nvPr/>
            </p14:nvContentPartPr>
            <p14:xfrm>
              <a:off x="1384114" y="4436861"/>
              <a:ext cx="113040" cy="90720"/>
            </p14:xfrm>
          </p:contentPart>
        </mc:Choice>
        <mc:Fallback xmlns="">
          <p:pic>
            <p:nvPicPr>
              <p:cNvPr id="24" name="Ink 23"/>
              <p:cNvPicPr/>
              <p:nvPr/>
            </p:nvPicPr>
            <p:blipFill>
              <a:blip r:embed="rId6"/>
              <a:stretch>
                <a:fillRect/>
              </a:stretch>
            </p:blipFill>
            <p:spPr>
              <a:xfrm>
                <a:off x="1367194" y="4424981"/>
                <a:ext cx="1472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7" name="Ink 26"/>
              <p14:cNvContentPartPr/>
              <p14:nvPr/>
            </p14:nvContentPartPr>
            <p14:xfrm>
              <a:off x="447034" y="2277221"/>
              <a:ext cx="964080" cy="1990800"/>
            </p14:xfrm>
          </p:contentPart>
        </mc:Choice>
        <mc:Fallback xmlns="">
          <p:pic>
            <p:nvPicPr>
              <p:cNvPr id="27" name="Ink 26"/>
              <p:cNvPicPr/>
              <p:nvPr/>
            </p:nvPicPr>
            <p:blipFill>
              <a:blip r:embed="rId8"/>
              <a:stretch>
                <a:fillRect/>
              </a:stretch>
            </p:blipFill>
            <p:spPr>
              <a:xfrm>
                <a:off x="427594" y="2261741"/>
                <a:ext cx="1004760" cy="2025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8" name="Ink 27"/>
              <p14:cNvContentPartPr/>
              <p14:nvPr/>
            </p14:nvContentPartPr>
            <p14:xfrm>
              <a:off x="1377634" y="4322021"/>
              <a:ext cx="14400" cy="188280"/>
            </p14:xfrm>
          </p:contentPart>
        </mc:Choice>
        <mc:Fallback xmlns="">
          <p:pic>
            <p:nvPicPr>
              <p:cNvPr id="28" name="Ink 27"/>
              <p:cNvPicPr/>
              <p:nvPr/>
            </p:nvPicPr>
            <p:blipFill>
              <a:blip r:embed="rId10"/>
              <a:stretch>
                <a:fillRect/>
              </a:stretch>
            </p:blipFill>
            <p:spPr>
              <a:xfrm>
                <a:off x="1357834" y="4304021"/>
                <a:ext cx="464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9" name="Ink 28"/>
              <p14:cNvContentPartPr/>
              <p14:nvPr/>
            </p14:nvContentPartPr>
            <p14:xfrm>
              <a:off x="1972714" y="2933861"/>
              <a:ext cx="164520" cy="97920"/>
            </p14:xfrm>
          </p:contentPart>
        </mc:Choice>
        <mc:Fallback xmlns="">
          <p:pic>
            <p:nvPicPr>
              <p:cNvPr id="29" name="Ink 28"/>
              <p:cNvPicPr/>
              <p:nvPr/>
            </p:nvPicPr>
            <p:blipFill>
              <a:blip r:embed="rId12"/>
              <a:stretch>
                <a:fillRect/>
              </a:stretch>
            </p:blipFill>
            <p:spPr>
              <a:xfrm>
                <a:off x="1953634" y="2916941"/>
                <a:ext cx="200160" cy="133920"/>
              </a:xfrm>
              <a:prstGeom prst="rect">
                <a:avLst/>
              </a:prstGeom>
            </p:spPr>
          </p:pic>
        </mc:Fallback>
      </mc:AlternateContent>
      <mc:AlternateContent xmlns:mc="http://schemas.openxmlformats.org/markup-compatibility/2006" xmlns:a14="http://schemas.microsoft.com/office/drawing/2010/main">
        <mc:Choice Requires="a14">
          <p:sp>
            <p:nvSpPr>
              <p:cNvPr id="30" name="TextBox 29"/>
              <p:cNvSpPr txBox="1"/>
              <p:nvPr/>
            </p:nvSpPr>
            <p:spPr>
              <a:xfrm>
                <a:off x="3401014" y="2793688"/>
                <a:ext cx="2249536"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𝑥</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70</m:t>
                              </m:r>
                            </m:e>
                          </m:func>
                        </m:den>
                      </m:f>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8.2</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60</m:t>
                              </m:r>
                            </m:e>
                          </m:func>
                        </m:den>
                      </m:f>
                    </m:oMath>
                  </m:oMathPara>
                </a14:m>
                <a:endParaRPr lang="en-AU" sz="2200" dirty="0"/>
              </a:p>
            </p:txBody>
          </p:sp>
        </mc:Choice>
        <mc:Fallback xmlns="">
          <p:sp>
            <p:nvSpPr>
              <p:cNvPr id="30" name="TextBox 29"/>
              <p:cNvSpPr txBox="1">
                <a:spLocks noRot="1" noChangeAspect="1" noMove="1" noResize="1" noEditPoints="1" noAdjustHandles="1" noChangeArrowheads="1" noChangeShapeType="1" noTextEdit="1"/>
              </p:cNvSpPr>
              <p:nvPr/>
            </p:nvSpPr>
            <p:spPr>
              <a:xfrm>
                <a:off x="3401014" y="2793688"/>
                <a:ext cx="2249536" cy="728405"/>
              </a:xfrm>
              <a:prstGeom prst="rect">
                <a:avLst/>
              </a:prstGeom>
              <a:blipFill>
                <a:blip r:embed="rId1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3438818" y="3781393"/>
                <a:ext cx="2249536"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8.2</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70</m:t>
                              </m:r>
                            </m:e>
                          </m:func>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60</m:t>
                              </m:r>
                            </m:e>
                          </m:func>
                        </m:den>
                      </m:f>
                    </m:oMath>
                  </m:oMathPara>
                </a14:m>
                <a:endParaRPr lang="en-AU" sz="2200" dirty="0"/>
              </a:p>
            </p:txBody>
          </p:sp>
        </mc:Choice>
        <mc:Fallback xmlns="">
          <p:sp>
            <p:nvSpPr>
              <p:cNvPr id="31" name="TextBox 30"/>
              <p:cNvSpPr txBox="1">
                <a:spLocks noRot="1" noChangeAspect="1" noMove="1" noResize="1" noEditPoints="1" noAdjustHandles="1" noChangeArrowheads="1" noChangeShapeType="1" noTextEdit="1"/>
              </p:cNvSpPr>
              <p:nvPr/>
            </p:nvSpPr>
            <p:spPr>
              <a:xfrm>
                <a:off x="3438818" y="3781393"/>
                <a:ext cx="2249536" cy="728405"/>
              </a:xfrm>
              <a:prstGeom prst="rect">
                <a:avLst/>
              </a:prstGeom>
              <a:blipFill>
                <a:blip r:embed="rId14"/>
                <a:stretch>
                  <a:fillRect/>
                </a:stretch>
              </a:blipFill>
            </p:spPr>
            <p:txBody>
              <a:bodyPr/>
              <a:lstStyle/>
              <a:p>
                <a:r>
                  <a:rPr lang="en-AU">
                    <a:noFill/>
                  </a:rPr>
                  <a:t> </a:t>
                </a:r>
              </a:p>
            </p:txBody>
          </p:sp>
        </mc:Fallback>
      </mc:AlternateContent>
      <p:pic>
        <p:nvPicPr>
          <p:cNvPr id="32" name="Picture 31"/>
          <p:cNvPicPr>
            <a:picLocks noChangeAspect="1"/>
          </p:cNvPicPr>
          <p:nvPr/>
        </p:nvPicPr>
        <p:blipFill>
          <a:blip r:embed="rId15"/>
          <a:stretch>
            <a:fillRect/>
          </a:stretch>
        </p:blipFill>
        <p:spPr>
          <a:xfrm>
            <a:off x="3368695" y="4903978"/>
            <a:ext cx="2389781" cy="570610"/>
          </a:xfrm>
          <a:prstGeom prst="rect">
            <a:avLst/>
          </a:prstGeom>
        </p:spPr>
      </p:pic>
      <mc:AlternateContent xmlns:mc="http://schemas.openxmlformats.org/markup-compatibility/2006" xmlns:a14="http://schemas.microsoft.com/office/drawing/2010/main">
        <mc:Choice Requires="a14">
          <p:sp>
            <p:nvSpPr>
              <p:cNvPr id="33" name="TextBox 32"/>
              <p:cNvSpPr txBox="1"/>
              <p:nvPr/>
            </p:nvSpPr>
            <p:spPr>
              <a:xfrm>
                <a:off x="3368695" y="5805509"/>
                <a:ext cx="3014108" cy="430887"/>
              </a:xfrm>
              <a:prstGeom prst="rect">
                <a:avLst/>
              </a:prstGeom>
              <a:noFill/>
            </p:spPr>
            <p:txBody>
              <a:bodyPr wrap="square" rtlCol="0">
                <a:spAutoFit/>
              </a:bodyPr>
              <a:lstStyle/>
              <a:p>
                <a14:m>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=8.9 </m:t>
                    </m:r>
                    <m:r>
                      <a:rPr lang="en-AU" sz="2200" b="0" i="1" smtClean="0">
                        <a:latin typeface="Cambria Math" panose="02040503050406030204" pitchFamily="18" charset="0"/>
                      </a:rPr>
                      <m:t>𝑐𝑚</m:t>
                    </m:r>
                    <m:r>
                      <a:rPr lang="en-AU" sz="2200" b="0" i="1" smtClean="0">
                        <a:latin typeface="Cambria Math" panose="02040503050406030204" pitchFamily="18" charset="0"/>
                      </a:rPr>
                      <m:t> </m:t>
                    </m:r>
                  </m:oMath>
                </a14:m>
                <a:r>
                  <a:rPr lang="en-AU" sz="2200" dirty="0" smtClean="0"/>
                  <a:t>(to 1 </a:t>
                </a:r>
                <a:r>
                  <a:rPr lang="en-AU" sz="2200" dirty="0" err="1" smtClean="0"/>
                  <a:t>dp</a:t>
                </a:r>
                <a:r>
                  <a:rPr lang="en-AU" sz="2200" dirty="0"/>
                  <a:t>)</a:t>
                </a:r>
              </a:p>
            </p:txBody>
          </p:sp>
        </mc:Choice>
        <mc:Fallback xmlns="">
          <p:sp>
            <p:nvSpPr>
              <p:cNvPr id="33" name="TextBox 32"/>
              <p:cNvSpPr txBox="1">
                <a:spLocks noRot="1" noChangeAspect="1" noMove="1" noResize="1" noEditPoints="1" noAdjustHandles="1" noChangeArrowheads="1" noChangeShapeType="1" noTextEdit="1"/>
              </p:cNvSpPr>
              <p:nvPr/>
            </p:nvSpPr>
            <p:spPr>
              <a:xfrm>
                <a:off x="3368695" y="5805509"/>
                <a:ext cx="3014108" cy="430887"/>
              </a:xfrm>
              <a:prstGeom prst="rect">
                <a:avLst/>
              </a:prstGeom>
              <a:blipFill>
                <a:blip r:embed="rId16"/>
                <a:stretch>
                  <a:fillRect t="-8451" b="-28169"/>
                </a:stretch>
              </a:blipFill>
            </p:spPr>
            <p:txBody>
              <a:bodyPr/>
              <a:lstStyle/>
              <a:p>
                <a:r>
                  <a:rPr lang="en-AU">
                    <a:noFill/>
                  </a:rPr>
                  <a:t> </a:t>
                </a:r>
              </a:p>
            </p:txBody>
          </p:sp>
        </mc:Fallback>
      </mc:AlternateContent>
      <p:pic>
        <p:nvPicPr>
          <p:cNvPr id="35" name="Picture 34"/>
          <p:cNvPicPr>
            <a:picLocks noChangeAspect="1"/>
          </p:cNvPicPr>
          <p:nvPr/>
        </p:nvPicPr>
        <p:blipFill>
          <a:blip r:embed="rId17"/>
          <a:stretch>
            <a:fillRect/>
          </a:stretch>
        </p:blipFill>
        <p:spPr>
          <a:xfrm>
            <a:off x="7398237" y="3754343"/>
            <a:ext cx="2827818" cy="1990784"/>
          </a:xfrm>
          <a:prstGeom prst="rect">
            <a:avLst/>
          </a:prstGeom>
          <a:ln>
            <a:solidFill>
              <a:schemeClr val="tx1"/>
            </a:solidFill>
          </a:ln>
        </p:spPr>
      </p:pic>
      <p:sp>
        <p:nvSpPr>
          <p:cNvPr id="37" name="TextBox 36"/>
          <p:cNvSpPr txBox="1"/>
          <p:nvPr/>
        </p:nvSpPr>
        <p:spPr>
          <a:xfrm>
            <a:off x="7207502" y="2670780"/>
            <a:ext cx="3114559" cy="769441"/>
          </a:xfrm>
          <a:prstGeom prst="rect">
            <a:avLst/>
          </a:prstGeom>
          <a:noFill/>
        </p:spPr>
        <p:txBody>
          <a:bodyPr wrap="square" rtlCol="0">
            <a:spAutoFit/>
          </a:bodyPr>
          <a:lstStyle/>
          <a:p>
            <a:pPr algn="ctr"/>
            <a:r>
              <a:rPr lang="en-AU" sz="2200" dirty="0" smtClean="0"/>
              <a:t>Can also use sine rule on E-activity:</a:t>
            </a:r>
            <a:endParaRPr lang="en-AU" sz="2200" dirty="0"/>
          </a:p>
        </p:txBody>
      </p:sp>
      <mc:AlternateContent xmlns:mc="http://schemas.openxmlformats.org/markup-compatibility/2006">
        <mc:Choice xmlns:a14="http://schemas.microsoft.com/office/drawing/2010/main" Requires="a14">
          <p:sp>
            <p:nvSpPr>
              <p:cNvPr id="17" name="TextBox 16"/>
              <p:cNvSpPr txBox="1"/>
              <p:nvPr/>
            </p:nvSpPr>
            <p:spPr>
              <a:xfrm>
                <a:off x="227486" y="1624913"/>
                <a:ext cx="2300296" cy="430887"/>
              </a:xfrm>
              <a:prstGeom prst="rect">
                <a:avLst/>
              </a:prstGeom>
              <a:noFill/>
            </p:spPr>
            <p:txBody>
              <a:bodyPr wrap="square" rtlCol="0">
                <a:spAutoFit/>
              </a:bodyPr>
              <a:lstStyle/>
              <a:p>
                <a:r>
                  <a:rPr lang="en-AU" sz="2200" dirty="0" smtClean="0"/>
                  <a:t>Calculate </a:t>
                </a:r>
                <a14:m>
                  <m:oMath xmlns:m="http://schemas.openxmlformats.org/officeDocument/2006/math">
                    <m:r>
                      <a:rPr lang="en-AU" sz="2200" b="0" i="1" smtClean="0">
                        <a:latin typeface="Cambria Math" panose="02040503050406030204" pitchFamily="18" charset="0"/>
                      </a:rPr>
                      <m:t>𝑥</m:t>
                    </m:r>
                  </m:oMath>
                </a14:m>
                <a:endParaRPr lang="en-AU" sz="2200" dirty="0"/>
              </a:p>
            </p:txBody>
          </p:sp>
        </mc:Choice>
        <mc:Fallback>
          <p:sp>
            <p:nvSpPr>
              <p:cNvPr id="17" name="TextBox 16"/>
              <p:cNvSpPr txBox="1">
                <a:spLocks noRot="1" noChangeAspect="1" noMove="1" noResize="1" noEditPoints="1" noAdjustHandles="1" noChangeArrowheads="1" noChangeShapeType="1" noTextEdit="1"/>
              </p:cNvSpPr>
              <p:nvPr/>
            </p:nvSpPr>
            <p:spPr>
              <a:xfrm>
                <a:off x="227486" y="1624913"/>
                <a:ext cx="2300296" cy="430887"/>
              </a:xfrm>
              <a:prstGeom prst="rect">
                <a:avLst/>
              </a:prstGeom>
              <a:blipFill>
                <a:blip r:embed="rId18"/>
                <a:stretch>
                  <a:fillRect l="-3439" t="-10000" b="-28571"/>
                </a:stretch>
              </a:blipFill>
            </p:spPr>
            <p:txBody>
              <a:bodyPr/>
              <a:lstStyle/>
              <a:p>
                <a:r>
                  <a:rPr lang="en-AU">
                    <a:noFill/>
                  </a:rPr>
                  <a:t> </a:t>
                </a:r>
              </a:p>
            </p:txBody>
          </p:sp>
        </mc:Fallback>
      </mc:AlternateContent>
    </p:spTree>
    <p:extLst>
      <p:ext uri="{BB962C8B-B14F-4D97-AF65-F5344CB8AC3E}">
        <p14:creationId xmlns:p14="http://schemas.microsoft.com/office/powerpoint/2010/main" val="147558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3"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3085633" y="84291"/>
            <a:ext cx="3429000" cy="2247900"/>
          </a:xfrm>
          <a:prstGeom prst="rect">
            <a:avLst/>
          </a:prstGeom>
        </p:spPr>
      </p:pic>
      <p:pic>
        <p:nvPicPr>
          <p:cNvPr id="19" name="Picture 18"/>
          <p:cNvPicPr>
            <a:picLocks noChangeAspect="1"/>
          </p:cNvPicPr>
          <p:nvPr/>
        </p:nvPicPr>
        <p:blipFill>
          <a:blip r:embed="rId3"/>
          <a:stretch>
            <a:fillRect/>
          </a:stretch>
        </p:blipFill>
        <p:spPr>
          <a:xfrm>
            <a:off x="1" y="2195863"/>
            <a:ext cx="3114056" cy="1518845"/>
          </a:xfrm>
          <a:prstGeom prst="rect">
            <a:avLst/>
          </a:prstGeom>
        </p:spPr>
      </p:pic>
      <p:pic>
        <p:nvPicPr>
          <p:cNvPr id="3" name="Picture 2"/>
          <p:cNvPicPr>
            <a:picLocks noChangeAspect="1"/>
          </p:cNvPicPr>
          <p:nvPr/>
        </p:nvPicPr>
        <p:blipFill>
          <a:blip r:embed="rId2"/>
          <a:stretch>
            <a:fillRect/>
          </a:stretch>
        </p:blipFill>
        <p:spPr>
          <a:xfrm>
            <a:off x="3085633" y="157218"/>
            <a:ext cx="3429000" cy="2247900"/>
          </a:xfrm>
          <a:prstGeom prst="rect">
            <a:avLst/>
          </a:prstGeom>
        </p:spPr>
      </p:pic>
      <p:pic>
        <p:nvPicPr>
          <p:cNvPr id="5" name="Picture 4"/>
          <p:cNvPicPr>
            <a:picLocks noChangeAspect="1"/>
          </p:cNvPicPr>
          <p:nvPr/>
        </p:nvPicPr>
        <p:blipFill>
          <a:blip r:embed="rId4"/>
          <a:stretch>
            <a:fillRect/>
          </a:stretch>
        </p:blipFill>
        <p:spPr>
          <a:xfrm>
            <a:off x="600771" y="689118"/>
            <a:ext cx="2781300" cy="714375"/>
          </a:xfrm>
          <a:prstGeom prst="rect">
            <a:avLst/>
          </a:prstGeom>
          <a:ln>
            <a:solidFill>
              <a:schemeClr val="tx1"/>
            </a:solidFill>
          </a:ln>
        </p:spPr>
      </p:pic>
      <p:sp>
        <p:nvSpPr>
          <p:cNvPr id="8" name="TextBox 7"/>
          <p:cNvSpPr txBox="1"/>
          <p:nvPr/>
        </p:nvSpPr>
        <p:spPr>
          <a:xfrm>
            <a:off x="6030553" y="634052"/>
            <a:ext cx="5873477" cy="769441"/>
          </a:xfrm>
          <a:prstGeom prst="rect">
            <a:avLst/>
          </a:prstGeom>
          <a:noFill/>
          <a:ln>
            <a:solidFill>
              <a:schemeClr val="tx1"/>
            </a:solidFill>
          </a:ln>
        </p:spPr>
        <p:txBody>
          <a:bodyPr wrap="square" rtlCol="0">
            <a:spAutoFit/>
          </a:bodyPr>
          <a:lstStyle/>
          <a:p>
            <a:pPr algn="ctr"/>
            <a:r>
              <a:rPr lang="en-AU" sz="2200" dirty="0" smtClean="0"/>
              <a:t>Any side on the sine of the opposite angle is equal to any other side on the sine of its opposite angle.</a:t>
            </a:r>
            <a:endParaRPr lang="en-AU" sz="2200" dirty="0"/>
          </a:p>
        </p:txBody>
      </p:sp>
      <mc:AlternateContent xmlns:mc="http://schemas.openxmlformats.org/markup-compatibility/2006" xmlns:a14="http://schemas.microsoft.com/office/drawing/2010/main">
        <mc:Choice Requires="a14">
          <p:sp>
            <p:nvSpPr>
              <p:cNvPr id="30" name="TextBox 29"/>
              <p:cNvSpPr txBox="1"/>
              <p:nvPr/>
            </p:nvSpPr>
            <p:spPr>
              <a:xfrm>
                <a:off x="3675365" y="2226880"/>
                <a:ext cx="2249536"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7.1</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𝑥</m:t>
                              </m:r>
                            </m:e>
                          </m:func>
                        </m:den>
                      </m:f>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10.3</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120</m:t>
                              </m:r>
                            </m:e>
                          </m:func>
                        </m:den>
                      </m:f>
                    </m:oMath>
                  </m:oMathPara>
                </a14:m>
                <a:endParaRPr lang="en-AU" sz="2200" dirty="0"/>
              </a:p>
            </p:txBody>
          </p:sp>
        </mc:Choice>
        <mc:Fallback xmlns="">
          <p:sp>
            <p:nvSpPr>
              <p:cNvPr id="30" name="TextBox 29"/>
              <p:cNvSpPr txBox="1">
                <a:spLocks noRot="1" noChangeAspect="1" noMove="1" noResize="1" noEditPoints="1" noAdjustHandles="1" noChangeArrowheads="1" noChangeShapeType="1" noTextEdit="1"/>
              </p:cNvSpPr>
              <p:nvPr/>
            </p:nvSpPr>
            <p:spPr>
              <a:xfrm>
                <a:off x="3675365" y="2226880"/>
                <a:ext cx="2249536" cy="728405"/>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3349062" y="3013061"/>
                <a:ext cx="2681491"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7.1=</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10.3</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𝑥</m:t>
                              </m:r>
                            </m:e>
                          </m:func>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120</m:t>
                              </m:r>
                            </m:e>
                          </m:func>
                        </m:den>
                      </m:f>
                    </m:oMath>
                  </m:oMathPara>
                </a14:m>
                <a:endParaRPr lang="en-AU" sz="2200" dirty="0"/>
              </a:p>
            </p:txBody>
          </p:sp>
        </mc:Choice>
        <mc:Fallback xmlns="">
          <p:sp>
            <p:nvSpPr>
              <p:cNvPr id="31" name="TextBox 30"/>
              <p:cNvSpPr txBox="1">
                <a:spLocks noRot="1" noChangeAspect="1" noMove="1" noResize="1" noEditPoints="1" noAdjustHandles="1" noChangeArrowheads="1" noChangeShapeType="1" noTextEdit="1"/>
              </p:cNvSpPr>
              <p:nvPr/>
            </p:nvSpPr>
            <p:spPr>
              <a:xfrm>
                <a:off x="3349062" y="3013061"/>
                <a:ext cx="2681491" cy="728405"/>
              </a:xfrm>
              <a:prstGeom prst="rect">
                <a:avLst/>
              </a:prstGeom>
              <a:blipFill>
                <a:blip r:embed="rId6"/>
                <a:stretch>
                  <a:fillRect/>
                </a:stretch>
              </a:blipFill>
            </p:spPr>
            <p:txBody>
              <a:bodyPr/>
              <a:lstStyle/>
              <a:p>
                <a:r>
                  <a:rPr lang="en-AU">
                    <a:noFill/>
                  </a:rPr>
                  <a:t> </a:t>
                </a:r>
              </a:p>
            </p:txBody>
          </p:sp>
        </mc:Fallback>
      </mc:AlternateContent>
      <p:sp>
        <p:nvSpPr>
          <p:cNvPr id="37" name="TextBox 36"/>
          <p:cNvSpPr txBox="1"/>
          <p:nvPr/>
        </p:nvSpPr>
        <p:spPr>
          <a:xfrm>
            <a:off x="7891638" y="2343851"/>
            <a:ext cx="3114559" cy="769441"/>
          </a:xfrm>
          <a:prstGeom prst="rect">
            <a:avLst/>
          </a:prstGeom>
          <a:noFill/>
        </p:spPr>
        <p:txBody>
          <a:bodyPr wrap="square" rtlCol="0">
            <a:spAutoFit/>
          </a:bodyPr>
          <a:lstStyle/>
          <a:p>
            <a:pPr algn="ctr"/>
            <a:r>
              <a:rPr lang="en-AU" sz="2200" dirty="0" smtClean="0"/>
              <a:t>Can also use sine rule on E-activity:</a:t>
            </a:r>
            <a:endParaRPr lang="en-AU" sz="2200" dirty="0"/>
          </a:p>
        </p:txBody>
      </p:sp>
      <mc:AlternateContent xmlns:mc="http://schemas.openxmlformats.org/markup-compatibility/2006" xmlns:p14="http://schemas.microsoft.com/office/powerpoint/2010/main">
        <mc:Choice Requires="p14">
          <p:contentPart p14:bwMode="auto" r:id="rId7">
            <p14:nvContentPartPr>
              <p14:cNvPr id="7" name="Ink 6"/>
              <p14:cNvContentPartPr/>
              <p14:nvPr/>
            </p14:nvContentPartPr>
            <p14:xfrm>
              <a:off x="126274" y="3206021"/>
              <a:ext cx="211680" cy="428400"/>
            </p14:xfrm>
          </p:contentPart>
        </mc:Choice>
        <mc:Fallback xmlns="">
          <p:pic>
            <p:nvPicPr>
              <p:cNvPr id="7" name="Ink 6"/>
              <p:cNvPicPr/>
              <p:nvPr/>
            </p:nvPicPr>
            <p:blipFill>
              <a:blip r:embed="rId8"/>
              <a:stretch>
                <a:fillRect/>
              </a:stretch>
            </p:blipFill>
            <p:spPr>
              <a:xfrm>
                <a:off x="107194" y="3192341"/>
                <a:ext cx="24804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p14:cNvContentPartPr/>
              <p14:nvPr/>
            </p14:nvContentPartPr>
            <p14:xfrm>
              <a:off x="1311034" y="2018741"/>
              <a:ext cx="1226160" cy="1968480"/>
            </p14:xfrm>
          </p:contentPart>
        </mc:Choice>
        <mc:Fallback xmlns="">
          <p:pic>
            <p:nvPicPr>
              <p:cNvPr id="13" name="Ink 12"/>
              <p:cNvPicPr/>
              <p:nvPr/>
            </p:nvPicPr>
            <p:blipFill>
              <a:blip r:embed="rId10"/>
              <a:stretch>
                <a:fillRect/>
              </a:stretch>
            </p:blipFill>
            <p:spPr>
              <a:xfrm>
                <a:off x="1299871" y="2004341"/>
                <a:ext cx="1248126" cy="2000520"/>
              </a:xfrm>
              <a:prstGeom prst="rect">
                <a:avLst/>
              </a:prstGeom>
            </p:spPr>
          </p:pic>
        </mc:Fallback>
      </mc:AlternateContent>
      <mc:AlternateContent xmlns:mc="http://schemas.openxmlformats.org/markup-compatibility/2006" xmlns:a14="http://schemas.microsoft.com/office/drawing/2010/main">
        <mc:Choice Requires="a14">
          <p:sp>
            <p:nvSpPr>
              <p:cNvPr id="38" name="TextBox 37"/>
              <p:cNvSpPr txBox="1"/>
              <p:nvPr/>
            </p:nvSpPr>
            <p:spPr>
              <a:xfrm>
                <a:off x="2793040" y="3796918"/>
                <a:ext cx="4101423" cy="4308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7.1</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120</m:t>
                          </m:r>
                        </m:e>
                      </m:func>
                      <m:r>
                        <a:rPr lang="en-AU" sz="2200" b="0" i="1" smtClean="0">
                          <a:latin typeface="Cambria Math" panose="02040503050406030204" pitchFamily="18" charset="0"/>
                        </a:rPr>
                        <m:t>=10.3</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𝑥</m:t>
                          </m:r>
                        </m:e>
                      </m:func>
                    </m:oMath>
                  </m:oMathPara>
                </a14:m>
                <a:endParaRPr lang="en-AU" sz="2200" dirty="0"/>
              </a:p>
            </p:txBody>
          </p:sp>
        </mc:Choice>
        <mc:Fallback xmlns="">
          <p:sp>
            <p:nvSpPr>
              <p:cNvPr id="38" name="TextBox 37"/>
              <p:cNvSpPr txBox="1">
                <a:spLocks noRot="1" noChangeAspect="1" noMove="1" noResize="1" noEditPoints="1" noAdjustHandles="1" noChangeArrowheads="1" noChangeShapeType="1" noTextEdit="1"/>
              </p:cNvSpPr>
              <p:nvPr/>
            </p:nvSpPr>
            <p:spPr>
              <a:xfrm>
                <a:off x="2793040" y="3796918"/>
                <a:ext cx="4101423" cy="430887"/>
              </a:xfrm>
              <a:prstGeom prst="rect">
                <a:avLst/>
              </a:prstGeom>
              <a:blipFill>
                <a:blip r:embed="rId11"/>
                <a:stretch>
                  <a:fillRect l="-14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3114057" y="4283257"/>
                <a:ext cx="4101423" cy="72616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𝑥</m:t>
                          </m:r>
                        </m:e>
                      </m:func>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7.1</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120</m:t>
                              </m:r>
                            </m:e>
                          </m:func>
                        </m:num>
                        <m:den>
                          <m:r>
                            <a:rPr lang="en-AU" sz="2200" b="0" i="1" smtClean="0">
                              <a:latin typeface="Cambria Math" panose="02040503050406030204" pitchFamily="18" charset="0"/>
                            </a:rPr>
                            <m:t>10.3</m:t>
                          </m:r>
                        </m:den>
                      </m:f>
                    </m:oMath>
                  </m:oMathPara>
                </a14:m>
                <a:endParaRPr lang="en-AU" sz="2200" dirty="0"/>
              </a:p>
            </p:txBody>
          </p:sp>
        </mc:Choice>
        <mc:Fallback xmlns="">
          <p:sp>
            <p:nvSpPr>
              <p:cNvPr id="39" name="TextBox 38"/>
              <p:cNvSpPr txBox="1">
                <a:spLocks noRot="1" noChangeAspect="1" noMove="1" noResize="1" noEditPoints="1" noAdjustHandles="1" noChangeArrowheads="1" noChangeShapeType="1" noTextEdit="1"/>
              </p:cNvSpPr>
              <p:nvPr/>
            </p:nvSpPr>
            <p:spPr>
              <a:xfrm>
                <a:off x="3114057" y="4283257"/>
                <a:ext cx="4101423" cy="726161"/>
              </a:xfrm>
              <a:prstGeom prst="rect">
                <a:avLst/>
              </a:prstGeom>
              <a:blipFill>
                <a:blip r:embed="rId12"/>
                <a:stretch>
                  <a:fillRect/>
                </a:stretch>
              </a:blipFill>
            </p:spPr>
            <p:txBody>
              <a:bodyPr/>
              <a:lstStyle/>
              <a:p>
                <a:r>
                  <a:rPr lang="en-AU">
                    <a:noFill/>
                  </a:rPr>
                  <a:t> </a:t>
                </a:r>
              </a:p>
            </p:txBody>
          </p:sp>
        </mc:Fallback>
      </mc:AlternateContent>
      <p:pic>
        <p:nvPicPr>
          <p:cNvPr id="20" name="Picture 19"/>
          <p:cNvPicPr>
            <a:picLocks noChangeAspect="1"/>
          </p:cNvPicPr>
          <p:nvPr/>
        </p:nvPicPr>
        <p:blipFill>
          <a:blip r:embed="rId13"/>
          <a:stretch>
            <a:fillRect/>
          </a:stretch>
        </p:blipFill>
        <p:spPr>
          <a:xfrm>
            <a:off x="3382071" y="5111486"/>
            <a:ext cx="2557555" cy="655938"/>
          </a:xfrm>
          <a:prstGeom prst="rect">
            <a:avLst/>
          </a:prstGeom>
        </p:spPr>
      </p:pic>
      <p:pic>
        <p:nvPicPr>
          <p:cNvPr id="21" name="Picture 20"/>
          <p:cNvPicPr>
            <a:picLocks noChangeAspect="1"/>
          </p:cNvPicPr>
          <p:nvPr/>
        </p:nvPicPr>
        <p:blipFill>
          <a:blip r:embed="rId14"/>
          <a:stretch>
            <a:fillRect/>
          </a:stretch>
        </p:blipFill>
        <p:spPr>
          <a:xfrm>
            <a:off x="3278614" y="5767424"/>
            <a:ext cx="2822385" cy="577759"/>
          </a:xfrm>
          <a:prstGeom prst="rect">
            <a:avLst/>
          </a:prstGeom>
        </p:spPr>
      </p:pic>
      <mc:AlternateContent xmlns:mc="http://schemas.openxmlformats.org/markup-compatibility/2006" xmlns:a14="http://schemas.microsoft.com/office/drawing/2010/main">
        <mc:Choice Requires="a14">
          <p:sp>
            <p:nvSpPr>
              <p:cNvPr id="22" name="TextBox 21"/>
              <p:cNvSpPr txBox="1"/>
              <p:nvPr/>
            </p:nvSpPr>
            <p:spPr>
              <a:xfrm>
                <a:off x="3278614" y="6345183"/>
                <a:ext cx="2600474"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rPr>
                        <m:t>36.7</m:t>
                      </m:r>
                      <m:r>
                        <a:rPr lang="en-AU" sz="2200" b="0" i="1" smtClean="0">
                          <a:latin typeface="Cambria Math" panose="02040503050406030204" pitchFamily="18" charset="0"/>
                          <a:ea typeface="Cambria Math" panose="02040503050406030204" pitchFamily="18" charset="0"/>
                        </a:rPr>
                        <m:t>°</m:t>
                      </m:r>
                    </m:oMath>
                  </m:oMathPara>
                </a14:m>
                <a:endParaRPr lang="en-AU" sz="2200" dirty="0"/>
              </a:p>
            </p:txBody>
          </p:sp>
        </mc:Choice>
        <mc:Fallback xmlns="">
          <p:sp>
            <p:nvSpPr>
              <p:cNvPr id="22" name="TextBox 21"/>
              <p:cNvSpPr txBox="1">
                <a:spLocks noRot="1" noChangeAspect="1" noMove="1" noResize="1" noEditPoints="1" noAdjustHandles="1" noChangeArrowheads="1" noChangeShapeType="1" noTextEdit="1"/>
              </p:cNvSpPr>
              <p:nvPr/>
            </p:nvSpPr>
            <p:spPr>
              <a:xfrm>
                <a:off x="3278614" y="6345183"/>
                <a:ext cx="2600474" cy="430887"/>
              </a:xfrm>
              <a:prstGeom prst="rect">
                <a:avLst/>
              </a:prstGeom>
              <a:blipFill>
                <a:blip r:embed="rId15"/>
                <a:stretch>
                  <a:fillRect/>
                </a:stretch>
              </a:blipFill>
            </p:spPr>
            <p:txBody>
              <a:bodyPr/>
              <a:lstStyle/>
              <a:p>
                <a:r>
                  <a:rPr lang="en-AU">
                    <a:noFill/>
                  </a:rPr>
                  <a:t> </a:t>
                </a:r>
              </a:p>
            </p:txBody>
          </p:sp>
        </mc:Fallback>
      </mc:AlternateContent>
      <p:pic>
        <p:nvPicPr>
          <p:cNvPr id="23" name="Picture 22"/>
          <p:cNvPicPr>
            <a:picLocks noChangeAspect="1"/>
          </p:cNvPicPr>
          <p:nvPr/>
        </p:nvPicPr>
        <p:blipFill>
          <a:blip r:embed="rId16"/>
          <a:stretch>
            <a:fillRect/>
          </a:stretch>
        </p:blipFill>
        <p:spPr>
          <a:xfrm>
            <a:off x="8027348" y="3438971"/>
            <a:ext cx="3196521" cy="2114747"/>
          </a:xfrm>
          <a:prstGeom prst="rect">
            <a:avLst/>
          </a:prstGeom>
          <a:ln>
            <a:solidFill>
              <a:schemeClr val="tx1"/>
            </a:solidFill>
          </a:ln>
        </p:spPr>
      </p:pic>
      <mc:AlternateContent xmlns:mc="http://schemas.openxmlformats.org/markup-compatibility/2006" xmlns:a14="http://schemas.microsoft.com/office/drawing/2010/main">
        <mc:Choice Requires="a14">
          <p:sp>
            <p:nvSpPr>
              <p:cNvPr id="2" name="TextBox 1"/>
              <p:cNvSpPr txBox="1"/>
              <p:nvPr/>
            </p:nvSpPr>
            <p:spPr>
              <a:xfrm>
                <a:off x="7090807" y="5767424"/>
                <a:ext cx="4813223" cy="923330"/>
              </a:xfrm>
              <a:prstGeom prst="rect">
                <a:avLst/>
              </a:prstGeom>
              <a:noFill/>
              <a:ln>
                <a:solidFill>
                  <a:schemeClr val="tx1"/>
                </a:solidFill>
              </a:ln>
            </p:spPr>
            <p:txBody>
              <a:bodyPr wrap="square" rtlCol="0">
                <a:spAutoFit/>
              </a:bodyPr>
              <a:lstStyle/>
              <a:p>
                <a:pPr algn="ctr"/>
                <a14:m>
                  <m:oMath xmlns:m="http://schemas.openxmlformats.org/officeDocument/2006/math">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−1</m:t>
                        </m:r>
                        <m:d>
                          <m:dPr>
                            <m:ctrlPr>
                              <a:rPr lang="en-AU" b="0" i="1" smtClean="0">
                                <a:latin typeface="Cambria Math" panose="02040503050406030204" pitchFamily="18" charset="0"/>
                              </a:rPr>
                            </m:ctrlPr>
                          </m:dPr>
                          <m:e>
                            <m:r>
                              <a:rPr lang="en-AU" b="0" i="1" smtClean="0">
                                <a:latin typeface="Cambria Math" panose="02040503050406030204" pitchFamily="18" charset="0"/>
                              </a:rPr>
                              <m:t>0.59697</m:t>
                            </m:r>
                          </m:e>
                        </m:d>
                      </m:e>
                    </m:func>
                  </m:oMath>
                </a14:m>
                <a:r>
                  <a:rPr lang="en-AU" dirty="0" smtClean="0"/>
                  <a:t> also equals 143.3°, however this is not a possible solution as the triangle already contains an obtuse angle.</a:t>
                </a:r>
                <a:endParaRPr lang="en-AU" dirty="0"/>
              </a:p>
            </p:txBody>
          </p:sp>
        </mc:Choice>
        <mc:Fallback xmlns="">
          <p:sp>
            <p:nvSpPr>
              <p:cNvPr id="2" name="TextBox 1"/>
              <p:cNvSpPr txBox="1">
                <a:spLocks noRot="1" noChangeAspect="1" noMove="1" noResize="1" noEditPoints="1" noAdjustHandles="1" noChangeArrowheads="1" noChangeShapeType="1" noTextEdit="1"/>
              </p:cNvSpPr>
              <p:nvPr/>
            </p:nvSpPr>
            <p:spPr>
              <a:xfrm>
                <a:off x="7090807" y="5767424"/>
                <a:ext cx="4813223" cy="923330"/>
              </a:xfrm>
              <a:prstGeom prst="rect">
                <a:avLst/>
              </a:prstGeom>
              <a:blipFill>
                <a:blip r:embed="rId17"/>
                <a:stretch>
                  <a:fillRect t="-2597" b="-8442"/>
                </a:stretch>
              </a:blipFill>
              <a:ln>
                <a:solidFill>
                  <a:schemeClr val="tx1"/>
                </a:solidFill>
              </a:ln>
            </p:spPr>
            <p:txBody>
              <a:bodyPr/>
              <a:lstStyle/>
              <a:p>
                <a:r>
                  <a:rPr lang="en-AU">
                    <a:noFill/>
                  </a:rPr>
                  <a:t> </a:t>
                </a:r>
              </a:p>
            </p:txBody>
          </p:sp>
        </mc:Fallback>
      </mc:AlternateContent>
      <p:pic>
        <p:nvPicPr>
          <p:cNvPr id="25" name="Picture 24"/>
          <p:cNvPicPr>
            <a:picLocks noChangeAspect="1"/>
          </p:cNvPicPr>
          <p:nvPr/>
        </p:nvPicPr>
        <p:blipFill>
          <a:blip r:embed="rId4"/>
          <a:stretch>
            <a:fillRect/>
          </a:stretch>
        </p:blipFill>
        <p:spPr>
          <a:xfrm>
            <a:off x="600771" y="616191"/>
            <a:ext cx="2781300" cy="714375"/>
          </a:xfrm>
          <a:prstGeom prst="rect">
            <a:avLst/>
          </a:prstGeom>
          <a:ln>
            <a:solidFill>
              <a:schemeClr val="tx1"/>
            </a:solidFill>
          </a:ln>
        </p:spPr>
      </p:pic>
      <p:sp>
        <p:nvSpPr>
          <p:cNvPr id="26" name="TextBox 25"/>
          <p:cNvSpPr txBox="1"/>
          <p:nvPr/>
        </p:nvSpPr>
        <p:spPr>
          <a:xfrm>
            <a:off x="1" y="0"/>
            <a:ext cx="1377633" cy="461665"/>
          </a:xfrm>
          <a:prstGeom prst="rect">
            <a:avLst/>
          </a:prstGeom>
          <a:solidFill>
            <a:srgbClr val="FFFF00"/>
          </a:solidFill>
        </p:spPr>
        <p:txBody>
          <a:bodyPr wrap="square" rtlCol="0">
            <a:spAutoFit/>
          </a:bodyPr>
          <a:lstStyle/>
          <a:p>
            <a:r>
              <a:rPr lang="en-AU" sz="2400" dirty="0" smtClean="0"/>
              <a:t>Examples</a:t>
            </a:r>
            <a:endParaRPr lang="en-AU" sz="2400" dirty="0"/>
          </a:p>
        </p:txBody>
      </p:sp>
      <mc:AlternateContent xmlns:mc="http://schemas.openxmlformats.org/markup-compatibility/2006">
        <mc:Choice xmlns:a14="http://schemas.microsoft.com/office/drawing/2010/main" Requires="a14">
          <p:sp>
            <p:nvSpPr>
              <p:cNvPr id="27" name="TextBox 26"/>
              <p:cNvSpPr txBox="1"/>
              <p:nvPr/>
            </p:nvSpPr>
            <p:spPr>
              <a:xfrm>
                <a:off x="160886" y="1530784"/>
                <a:ext cx="2300296" cy="430887"/>
              </a:xfrm>
              <a:prstGeom prst="rect">
                <a:avLst/>
              </a:prstGeom>
              <a:noFill/>
            </p:spPr>
            <p:txBody>
              <a:bodyPr wrap="square" rtlCol="0">
                <a:spAutoFit/>
              </a:bodyPr>
              <a:lstStyle/>
              <a:p>
                <a:r>
                  <a:rPr lang="en-AU" sz="2200" dirty="0" smtClean="0"/>
                  <a:t>Calculate </a:t>
                </a:r>
                <a14:m>
                  <m:oMath xmlns:m="http://schemas.openxmlformats.org/officeDocument/2006/math">
                    <m:r>
                      <a:rPr lang="en-AU" sz="2200" b="0" i="1" smtClean="0">
                        <a:latin typeface="Cambria Math" panose="02040503050406030204" pitchFamily="18" charset="0"/>
                      </a:rPr>
                      <m:t>𝑥</m:t>
                    </m:r>
                  </m:oMath>
                </a14:m>
                <a:endParaRPr lang="en-AU" sz="2200" dirty="0"/>
              </a:p>
            </p:txBody>
          </p:sp>
        </mc:Choice>
        <mc:Fallback>
          <p:sp>
            <p:nvSpPr>
              <p:cNvPr id="27" name="TextBox 26"/>
              <p:cNvSpPr txBox="1">
                <a:spLocks noRot="1" noChangeAspect="1" noMove="1" noResize="1" noEditPoints="1" noAdjustHandles="1" noChangeArrowheads="1" noChangeShapeType="1" noTextEdit="1"/>
              </p:cNvSpPr>
              <p:nvPr/>
            </p:nvSpPr>
            <p:spPr>
              <a:xfrm>
                <a:off x="160886" y="1530784"/>
                <a:ext cx="2300296" cy="430887"/>
              </a:xfrm>
              <a:prstGeom prst="rect">
                <a:avLst/>
              </a:prstGeom>
              <a:blipFill>
                <a:blip r:embed="rId18"/>
                <a:stretch>
                  <a:fillRect l="-3439" t="-9859" b="-28169"/>
                </a:stretch>
              </a:blipFill>
            </p:spPr>
            <p:txBody>
              <a:bodyPr/>
              <a:lstStyle/>
              <a:p>
                <a:r>
                  <a:rPr lang="en-AU">
                    <a:noFill/>
                  </a:rPr>
                  <a:t> </a:t>
                </a:r>
              </a:p>
            </p:txBody>
          </p:sp>
        </mc:Fallback>
      </mc:AlternateContent>
    </p:spTree>
    <p:extLst>
      <p:ext uri="{BB962C8B-B14F-4D97-AF65-F5344CB8AC3E}">
        <p14:creationId xmlns:p14="http://schemas.microsoft.com/office/powerpoint/2010/main" val="149576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7" grpId="0"/>
      <p:bldP spid="38" grpId="0"/>
      <p:bldP spid="39"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085633" y="84291"/>
            <a:ext cx="3429000" cy="2247900"/>
          </a:xfrm>
          <a:prstGeom prst="rect">
            <a:avLst/>
          </a:prstGeom>
        </p:spPr>
      </p:pic>
      <p:pic>
        <p:nvPicPr>
          <p:cNvPr id="3" name="Picture 2"/>
          <p:cNvPicPr>
            <a:picLocks noChangeAspect="1"/>
          </p:cNvPicPr>
          <p:nvPr/>
        </p:nvPicPr>
        <p:blipFill>
          <a:blip r:embed="rId3"/>
          <a:stretch>
            <a:fillRect/>
          </a:stretch>
        </p:blipFill>
        <p:spPr>
          <a:xfrm>
            <a:off x="108221" y="1951269"/>
            <a:ext cx="3495675" cy="1657350"/>
          </a:xfrm>
          <a:prstGeom prst="rect">
            <a:avLst/>
          </a:prstGeom>
        </p:spPr>
      </p:pic>
      <p:sp>
        <p:nvSpPr>
          <p:cNvPr id="5" name="TextBox 4"/>
          <p:cNvSpPr txBox="1"/>
          <p:nvPr/>
        </p:nvSpPr>
        <p:spPr>
          <a:xfrm>
            <a:off x="6030553" y="634052"/>
            <a:ext cx="5873477" cy="769441"/>
          </a:xfrm>
          <a:prstGeom prst="rect">
            <a:avLst/>
          </a:prstGeom>
          <a:noFill/>
          <a:ln>
            <a:solidFill>
              <a:schemeClr val="tx1"/>
            </a:solidFill>
          </a:ln>
        </p:spPr>
        <p:txBody>
          <a:bodyPr wrap="square" rtlCol="0">
            <a:spAutoFit/>
          </a:bodyPr>
          <a:lstStyle/>
          <a:p>
            <a:pPr algn="ctr"/>
            <a:r>
              <a:rPr lang="en-AU" sz="2200" dirty="0" smtClean="0"/>
              <a:t>Any side on the sine of the opposite angle is equal to any other side on the sine of its opposite angle.</a:t>
            </a:r>
            <a:endParaRPr lang="en-AU" sz="2200" dirty="0"/>
          </a:p>
        </p:txBody>
      </p:sp>
      <p:pic>
        <p:nvPicPr>
          <p:cNvPr id="7" name="Picture 6"/>
          <p:cNvPicPr>
            <a:picLocks noChangeAspect="1"/>
          </p:cNvPicPr>
          <p:nvPr/>
        </p:nvPicPr>
        <p:blipFill>
          <a:blip r:embed="rId4"/>
          <a:stretch>
            <a:fillRect/>
          </a:stretch>
        </p:blipFill>
        <p:spPr>
          <a:xfrm>
            <a:off x="600771" y="616191"/>
            <a:ext cx="2781300" cy="714375"/>
          </a:xfrm>
          <a:prstGeom prst="rect">
            <a:avLst/>
          </a:prstGeom>
          <a:ln>
            <a:solidFill>
              <a:schemeClr val="tx1"/>
            </a:solidFill>
          </a:ln>
        </p:spPr>
      </p:pic>
      <p:sp>
        <p:nvSpPr>
          <p:cNvPr id="8" name="TextBox 7"/>
          <p:cNvSpPr txBox="1"/>
          <p:nvPr/>
        </p:nvSpPr>
        <p:spPr>
          <a:xfrm>
            <a:off x="1" y="0"/>
            <a:ext cx="1377633" cy="461665"/>
          </a:xfrm>
          <a:prstGeom prst="rect">
            <a:avLst/>
          </a:prstGeom>
          <a:solidFill>
            <a:srgbClr val="FFFF00"/>
          </a:solidFill>
        </p:spPr>
        <p:txBody>
          <a:bodyPr wrap="square" rtlCol="0">
            <a:spAutoFit/>
          </a:bodyPr>
          <a:lstStyle/>
          <a:p>
            <a:r>
              <a:rPr lang="en-AU" sz="2400" dirty="0" smtClean="0"/>
              <a:t>Examples</a:t>
            </a:r>
            <a:endParaRPr lang="en-AU" sz="2400" dirty="0"/>
          </a:p>
        </p:txBody>
      </p:sp>
      <mc:AlternateContent xmlns:mc="http://schemas.openxmlformats.org/markup-compatibility/2006" xmlns:a14="http://schemas.microsoft.com/office/drawing/2010/main">
        <mc:Choice Requires="a14">
          <p:sp>
            <p:nvSpPr>
              <p:cNvPr id="9" name="TextBox 8"/>
              <p:cNvSpPr txBox="1"/>
              <p:nvPr/>
            </p:nvSpPr>
            <p:spPr>
              <a:xfrm>
                <a:off x="4235411" y="2332191"/>
                <a:ext cx="7489104" cy="769441"/>
              </a:xfrm>
              <a:prstGeom prst="rect">
                <a:avLst/>
              </a:prstGeom>
              <a:noFill/>
            </p:spPr>
            <p:txBody>
              <a:bodyPr wrap="square" rtlCol="0">
                <a:spAutoFit/>
              </a:bodyPr>
              <a:lstStyle/>
              <a:p>
                <a:pPr algn="ctr"/>
                <a:r>
                  <a:rPr lang="en-AU" sz="2200" dirty="0" smtClean="0"/>
                  <a:t>As the side length opposite angle </a:t>
                </a:r>
                <a14:m>
                  <m:oMath xmlns:m="http://schemas.openxmlformats.org/officeDocument/2006/math">
                    <m:r>
                      <a:rPr lang="en-AU" sz="2200" b="0" i="1" smtClean="0">
                        <a:latin typeface="Cambria Math" panose="02040503050406030204" pitchFamily="18" charset="0"/>
                      </a:rPr>
                      <m:t>𝑥</m:t>
                    </m:r>
                  </m:oMath>
                </a14:m>
                <a:r>
                  <a:rPr lang="en-AU" sz="2200" dirty="0" smtClean="0"/>
                  <a:t> is less than the side length opposite the angle of </a:t>
                </a:r>
                <a14:m>
                  <m:oMath xmlns:m="http://schemas.openxmlformats.org/officeDocument/2006/math">
                    <m:r>
                      <a:rPr lang="en-AU" sz="2200" b="0" i="1" smtClean="0">
                        <a:latin typeface="Cambria Math" panose="02040503050406030204" pitchFamily="18" charset="0"/>
                      </a:rPr>
                      <m:t>50</m:t>
                    </m:r>
                    <m:r>
                      <a:rPr lang="en-AU" sz="2200" b="0" i="1" smtClean="0">
                        <a:latin typeface="Cambria Math" panose="02040503050406030204" pitchFamily="18" charset="0"/>
                        <a:ea typeface="Cambria Math" panose="02040503050406030204" pitchFamily="18" charset="0"/>
                      </a:rPr>
                      <m:t>°</m:t>
                    </m:r>
                  </m:oMath>
                </a14:m>
                <a:r>
                  <a:rPr lang="en-AU" sz="2200" dirty="0" smtClean="0"/>
                  <a:t>, angle </a:t>
                </a:r>
                <a14:m>
                  <m:oMath xmlns:m="http://schemas.openxmlformats.org/officeDocument/2006/math">
                    <m:r>
                      <a:rPr lang="en-AU" sz="2200" b="0" i="1" smtClean="0">
                        <a:latin typeface="Cambria Math" panose="02040503050406030204" pitchFamily="18" charset="0"/>
                      </a:rPr>
                      <m:t>𝑥</m:t>
                    </m:r>
                  </m:oMath>
                </a14:m>
                <a:r>
                  <a:rPr lang="en-AU" sz="2200" dirty="0" smtClean="0"/>
                  <a:t> must be less than </a:t>
                </a:r>
                <a14:m>
                  <m:oMath xmlns:m="http://schemas.openxmlformats.org/officeDocument/2006/math">
                    <m:r>
                      <a:rPr lang="en-AU" sz="2200" b="0" i="1" smtClean="0">
                        <a:latin typeface="Cambria Math" panose="02040503050406030204" pitchFamily="18" charset="0"/>
                      </a:rPr>
                      <m:t>50</m:t>
                    </m:r>
                    <m:r>
                      <a:rPr lang="en-AU" sz="2200" b="0" i="1" smtClean="0">
                        <a:latin typeface="Cambria Math" panose="02040503050406030204" pitchFamily="18" charset="0"/>
                        <a:ea typeface="Cambria Math" panose="02040503050406030204" pitchFamily="18" charset="0"/>
                      </a:rPr>
                      <m:t>°</m:t>
                    </m:r>
                  </m:oMath>
                </a14:m>
                <a:r>
                  <a:rPr lang="en-AU" sz="2200" dirty="0" smtClean="0"/>
                  <a:t>.</a:t>
                </a:r>
                <a:endParaRPr lang="en-AU"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4235411" y="2332191"/>
                <a:ext cx="7489104" cy="769441"/>
              </a:xfrm>
              <a:prstGeom prst="rect">
                <a:avLst/>
              </a:prstGeom>
              <a:blipFill>
                <a:blip r:embed="rId6"/>
                <a:stretch>
                  <a:fillRect t="-5556" b="-15079"/>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16" name="Ink 15"/>
              <p14:cNvContentPartPr/>
              <p14:nvPr/>
            </p14:nvContentPartPr>
            <p14:xfrm>
              <a:off x="420754" y="2356421"/>
              <a:ext cx="3329280" cy="1523520"/>
            </p14:xfrm>
          </p:contentPart>
        </mc:Choice>
        <mc:Fallback xmlns="">
          <p:pic>
            <p:nvPicPr>
              <p:cNvPr id="16" name="Ink 15"/>
              <p:cNvPicPr/>
              <p:nvPr/>
            </p:nvPicPr>
            <p:blipFill>
              <a:blip r:embed="rId8"/>
              <a:stretch>
                <a:fillRect/>
              </a:stretch>
            </p:blipFill>
            <p:spPr>
              <a:xfrm>
                <a:off x="404554" y="2340941"/>
                <a:ext cx="3360240" cy="1555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p14:cNvContentPartPr/>
              <p14:nvPr/>
            </p14:nvContentPartPr>
            <p14:xfrm>
              <a:off x="2656354" y="2392421"/>
              <a:ext cx="127800" cy="122400"/>
            </p14:xfrm>
          </p:contentPart>
        </mc:Choice>
        <mc:Fallback xmlns="">
          <p:pic>
            <p:nvPicPr>
              <p:cNvPr id="24" name="Ink 23"/>
              <p:cNvPicPr/>
              <p:nvPr/>
            </p:nvPicPr>
            <p:blipFill>
              <a:blip r:embed="rId10"/>
              <a:stretch>
                <a:fillRect/>
              </a:stretch>
            </p:blipFill>
            <p:spPr>
              <a:xfrm>
                <a:off x="2639434" y="2375861"/>
                <a:ext cx="1620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p14:cNvContentPartPr/>
              <p14:nvPr/>
            </p14:nvContentPartPr>
            <p14:xfrm>
              <a:off x="2567434" y="2143661"/>
              <a:ext cx="72000" cy="345240"/>
            </p14:xfrm>
          </p:contentPart>
        </mc:Choice>
        <mc:Fallback xmlns="">
          <p:pic>
            <p:nvPicPr>
              <p:cNvPr id="25" name="Ink 24"/>
              <p:cNvPicPr/>
              <p:nvPr/>
            </p:nvPicPr>
            <p:blipFill>
              <a:blip r:embed="rId12"/>
              <a:stretch>
                <a:fillRect/>
              </a:stretch>
            </p:blipFill>
            <p:spPr>
              <a:xfrm>
                <a:off x="2560954" y="2133581"/>
                <a:ext cx="96480" cy="373680"/>
              </a:xfrm>
              <a:prstGeom prst="rect">
                <a:avLst/>
              </a:prstGeom>
            </p:spPr>
          </p:pic>
        </mc:Fallback>
      </mc:AlternateContent>
      <mc:AlternateContent xmlns:mc="http://schemas.openxmlformats.org/markup-compatibility/2006" xmlns:a14="http://schemas.microsoft.com/office/drawing/2010/main">
        <mc:Choice Requires="a14">
          <p:sp>
            <p:nvSpPr>
              <p:cNvPr id="26" name="TextBox 25"/>
              <p:cNvSpPr txBox="1"/>
              <p:nvPr/>
            </p:nvSpPr>
            <p:spPr>
              <a:xfrm>
                <a:off x="4011954" y="3590782"/>
                <a:ext cx="2249536"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8.7</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𝑥</m:t>
                              </m:r>
                            </m:e>
                          </m:func>
                        </m:den>
                      </m:f>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9.5</m:t>
                          </m:r>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50</m:t>
                              </m:r>
                            </m:e>
                          </m:func>
                        </m:den>
                      </m:f>
                    </m:oMath>
                  </m:oMathPara>
                </a14:m>
                <a:endParaRPr lang="en-AU" sz="2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4011954" y="3590782"/>
                <a:ext cx="2249536" cy="728405"/>
              </a:xfrm>
              <a:prstGeom prst="rect">
                <a:avLst/>
              </a:prstGeom>
              <a:blipFill>
                <a:blip r:embed="rId1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685651" y="4376963"/>
                <a:ext cx="2681491" cy="7284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8.7=</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9.5</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𝑥</m:t>
                              </m:r>
                            </m:e>
                          </m:func>
                        </m:num>
                        <m:den>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50</m:t>
                              </m:r>
                            </m:e>
                          </m:func>
                        </m:den>
                      </m:f>
                    </m:oMath>
                  </m:oMathPara>
                </a14:m>
                <a:endParaRPr lang="en-AU" sz="2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3685651" y="4376963"/>
                <a:ext cx="2681491" cy="728405"/>
              </a:xfrm>
              <a:prstGeom prst="rect">
                <a:avLst/>
              </a:prstGeom>
              <a:blipFill>
                <a:blip r:embed="rId1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275484" y="5160393"/>
                <a:ext cx="4101423" cy="4308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0" i="1" smtClean="0">
                          <a:latin typeface="Cambria Math" panose="02040503050406030204" pitchFamily="18" charset="0"/>
                        </a:rPr>
                        <m:t>8.7</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50</m:t>
                          </m:r>
                        </m:e>
                      </m:func>
                      <m:r>
                        <a:rPr lang="en-AU" sz="2200" b="0" i="1" smtClean="0">
                          <a:latin typeface="Cambria Math" panose="02040503050406030204" pitchFamily="18" charset="0"/>
                        </a:rPr>
                        <m:t>=9.5</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𝑥</m:t>
                          </m:r>
                        </m:e>
                      </m:func>
                    </m:oMath>
                  </m:oMathPara>
                </a14:m>
                <a:endParaRPr lang="en-AU" sz="2200" dirty="0"/>
              </a:p>
            </p:txBody>
          </p:sp>
        </mc:Choice>
        <mc:Fallback xmlns="">
          <p:sp>
            <p:nvSpPr>
              <p:cNvPr id="28" name="TextBox 27"/>
              <p:cNvSpPr txBox="1">
                <a:spLocks noRot="1" noChangeAspect="1" noMove="1" noResize="1" noEditPoints="1" noAdjustHandles="1" noChangeArrowheads="1" noChangeShapeType="1" noTextEdit="1"/>
              </p:cNvSpPr>
              <p:nvPr/>
            </p:nvSpPr>
            <p:spPr>
              <a:xfrm>
                <a:off x="3275484" y="5160393"/>
                <a:ext cx="4101423" cy="430887"/>
              </a:xfrm>
              <a:prstGeom prst="rect">
                <a:avLst/>
              </a:prstGeom>
              <a:blipFill>
                <a:blip r:embed="rId15"/>
                <a:stretch>
                  <a:fillRect l="-14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3525243" y="5667380"/>
                <a:ext cx="4101423" cy="75751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𝑥</m:t>
                          </m:r>
                        </m:e>
                      </m:func>
                      <m:r>
                        <a:rPr lang="en-AU" sz="2200" b="0" i="1" smtClean="0">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8.7</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sin</m:t>
                              </m:r>
                            </m:fName>
                            <m:e>
                              <m:r>
                                <a:rPr lang="en-AU" sz="2200" b="0" i="1" smtClean="0">
                                  <a:latin typeface="Cambria Math" panose="02040503050406030204" pitchFamily="18" charset="0"/>
                                  <a:ea typeface="Cambria Math" panose="02040503050406030204" pitchFamily="18" charset="0"/>
                                </a:rPr>
                                <m:t>50</m:t>
                              </m:r>
                            </m:e>
                          </m:func>
                        </m:num>
                        <m:den>
                          <m:r>
                            <a:rPr lang="en-AU" sz="2200" b="0" i="1" smtClean="0">
                              <a:latin typeface="Cambria Math" panose="02040503050406030204" pitchFamily="18" charset="0"/>
                              <a:ea typeface="Cambria Math" panose="02040503050406030204" pitchFamily="18" charset="0"/>
                            </a:rPr>
                            <m:t>9.5</m:t>
                          </m:r>
                        </m:den>
                      </m:f>
                    </m:oMath>
                  </m:oMathPara>
                </a14:m>
                <a:endParaRPr lang="en-AU" sz="2200" dirty="0"/>
              </a:p>
            </p:txBody>
          </p:sp>
        </mc:Choice>
        <mc:Fallback xmlns="">
          <p:sp>
            <p:nvSpPr>
              <p:cNvPr id="29" name="TextBox 28"/>
              <p:cNvSpPr txBox="1">
                <a:spLocks noRot="1" noChangeAspect="1" noMove="1" noResize="1" noEditPoints="1" noAdjustHandles="1" noChangeArrowheads="1" noChangeShapeType="1" noTextEdit="1"/>
              </p:cNvSpPr>
              <p:nvPr/>
            </p:nvSpPr>
            <p:spPr>
              <a:xfrm>
                <a:off x="3525243" y="5667380"/>
                <a:ext cx="4101423" cy="757515"/>
              </a:xfrm>
              <a:prstGeom prst="rect">
                <a:avLst/>
              </a:prstGeom>
              <a:blipFill>
                <a:blip r:embed="rId16"/>
                <a:stretch>
                  <a:fillRect/>
                </a:stretch>
              </a:blipFill>
            </p:spPr>
            <p:txBody>
              <a:bodyPr/>
              <a:lstStyle/>
              <a:p>
                <a:r>
                  <a:rPr lang="en-AU">
                    <a:noFill/>
                  </a:rPr>
                  <a:t> </a:t>
                </a:r>
              </a:p>
            </p:txBody>
          </p:sp>
        </mc:Fallback>
      </mc:AlternateContent>
      <p:pic>
        <p:nvPicPr>
          <p:cNvPr id="30" name="Picture 29"/>
          <p:cNvPicPr>
            <a:picLocks noChangeAspect="1"/>
          </p:cNvPicPr>
          <p:nvPr/>
        </p:nvPicPr>
        <p:blipFill>
          <a:blip r:embed="rId17"/>
          <a:stretch>
            <a:fillRect/>
          </a:stretch>
        </p:blipFill>
        <p:spPr>
          <a:xfrm>
            <a:off x="6514633" y="3590782"/>
            <a:ext cx="2461073" cy="634000"/>
          </a:xfrm>
          <a:prstGeom prst="rect">
            <a:avLst/>
          </a:prstGeom>
        </p:spPr>
      </p:pic>
      <p:pic>
        <p:nvPicPr>
          <p:cNvPr id="31" name="Picture 30"/>
          <p:cNvPicPr>
            <a:picLocks noChangeAspect="1"/>
          </p:cNvPicPr>
          <p:nvPr/>
        </p:nvPicPr>
        <p:blipFill>
          <a:blip r:embed="rId18"/>
          <a:stretch>
            <a:fillRect/>
          </a:stretch>
        </p:blipFill>
        <p:spPr>
          <a:xfrm>
            <a:off x="6514633" y="4478658"/>
            <a:ext cx="2461073" cy="454702"/>
          </a:xfrm>
          <a:prstGeom prst="rect">
            <a:avLst/>
          </a:prstGeom>
        </p:spPr>
      </p:pic>
      <p:sp>
        <p:nvSpPr>
          <p:cNvPr id="32" name="TextBox 31"/>
          <p:cNvSpPr txBox="1"/>
          <p:nvPr/>
        </p:nvSpPr>
        <p:spPr>
          <a:xfrm>
            <a:off x="8975706" y="3366095"/>
            <a:ext cx="3114559" cy="769441"/>
          </a:xfrm>
          <a:prstGeom prst="rect">
            <a:avLst/>
          </a:prstGeom>
          <a:noFill/>
        </p:spPr>
        <p:txBody>
          <a:bodyPr wrap="square" rtlCol="0">
            <a:spAutoFit/>
          </a:bodyPr>
          <a:lstStyle/>
          <a:p>
            <a:pPr algn="ctr"/>
            <a:r>
              <a:rPr lang="en-AU" sz="2200" dirty="0" smtClean="0"/>
              <a:t>Can also use sine rule on E-activity:</a:t>
            </a:r>
            <a:endParaRPr lang="en-AU" sz="2200" dirty="0"/>
          </a:p>
        </p:txBody>
      </p:sp>
      <mc:AlternateContent xmlns:mc="http://schemas.openxmlformats.org/markup-compatibility/2006" xmlns:a14="http://schemas.microsoft.com/office/drawing/2010/main">
        <mc:Choice Requires="a14">
          <p:sp>
            <p:nvSpPr>
              <p:cNvPr id="33" name="TextBox 32"/>
              <p:cNvSpPr txBox="1"/>
              <p:nvPr/>
            </p:nvSpPr>
            <p:spPr>
              <a:xfrm>
                <a:off x="6375232" y="5009460"/>
                <a:ext cx="2600474"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≈44</m:t>
                      </m:r>
                      <m:r>
                        <a:rPr lang="en-AU" sz="2200" b="0" i="1" smtClean="0">
                          <a:latin typeface="Cambria Math" panose="02040503050406030204" pitchFamily="18" charset="0"/>
                        </a:rPr>
                        <m:t>.6</m:t>
                      </m:r>
                      <m:r>
                        <a:rPr lang="en-AU" sz="2200" b="0" i="1" smtClean="0">
                          <a:latin typeface="Cambria Math" panose="02040503050406030204" pitchFamily="18" charset="0"/>
                          <a:ea typeface="Cambria Math" panose="02040503050406030204" pitchFamily="18" charset="0"/>
                        </a:rPr>
                        <m:t>°</m:t>
                      </m:r>
                    </m:oMath>
                  </m:oMathPara>
                </a14:m>
                <a:endParaRPr lang="en-AU" sz="2200" dirty="0"/>
              </a:p>
            </p:txBody>
          </p:sp>
        </mc:Choice>
        <mc:Fallback xmlns="">
          <p:sp>
            <p:nvSpPr>
              <p:cNvPr id="33" name="TextBox 32"/>
              <p:cNvSpPr txBox="1">
                <a:spLocks noRot="1" noChangeAspect="1" noMove="1" noResize="1" noEditPoints="1" noAdjustHandles="1" noChangeArrowheads="1" noChangeShapeType="1" noTextEdit="1"/>
              </p:cNvSpPr>
              <p:nvPr/>
            </p:nvSpPr>
            <p:spPr>
              <a:xfrm>
                <a:off x="6375232" y="5009460"/>
                <a:ext cx="2600474" cy="430887"/>
              </a:xfrm>
              <a:prstGeom prst="rect">
                <a:avLst/>
              </a:prstGeom>
              <a:blipFill>
                <a:blip r:embed="rId19"/>
                <a:stretch>
                  <a:fillRect/>
                </a:stretch>
              </a:blipFill>
            </p:spPr>
            <p:txBody>
              <a:bodyPr/>
              <a:lstStyle/>
              <a:p>
                <a:r>
                  <a:rPr lang="en-AU">
                    <a:noFill/>
                  </a:rPr>
                  <a:t> </a:t>
                </a:r>
              </a:p>
            </p:txBody>
          </p:sp>
        </mc:Fallback>
      </mc:AlternateContent>
      <p:pic>
        <p:nvPicPr>
          <p:cNvPr id="34" name="Picture 33"/>
          <p:cNvPicPr>
            <a:picLocks noChangeAspect="1"/>
          </p:cNvPicPr>
          <p:nvPr/>
        </p:nvPicPr>
        <p:blipFill>
          <a:blip r:embed="rId20"/>
          <a:stretch>
            <a:fillRect/>
          </a:stretch>
        </p:blipFill>
        <p:spPr>
          <a:xfrm>
            <a:off x="9173387" y="4211719"/>
            <a:ext cx="2747150" cy="1824443"/>
          </a:xfrm>
          <a:prstGeom prst="rect">
            <a:avLst/>
          </a:prstGeom>
        </p:spPr>
      </p:pic>
      <mc:AlternateContent xmlns:mc="http://schemas.openxmlformats.org/markup-compatibility/2006">
        <mc:Choice xmlns:a14="http://schemas.microsoft.com/office/drawing/2010/main" Requires="a14">
          <p:sp>
            <p:nvSpPr>
              <p:cNvPr id="21" name="TextBox 20"/>
              <p:cNvSpPr txBox="1"/>
              <p:nvPr/>
            </p:nvSpPr>
            <p:spPr>
              <a:xfrm>
                <a:off x="174896" y="1615182"/>
                <a:ext cx="2300296" cy="430887"/>
              </a:xfrm>
              <a:prstGeom prst="rect">
                <a:avLst/>
              </a:prstGeom>
              <a:noFill/>
            </p:spPr>
            <p:txBody>
              <a:bodyPr wrap="square" rtlCol="0">
                <a:spAutoFit/>
              </a:bodyPr>
              <a:lstStyle/>
              <a:p>
                <a:r>
                  <a:rPr lang="en-AU" sz="2200" dirty="0" smtClean="0"/>
                  <a:t>Calculate </a:t>
                </a:r>
                <a14:m>
                  <m:oMath xmlns:m="http://schemas.openxmlformats.org/officeDocument/2006/math">
                    <m:r>
                      <a:rPr lang="en-AU" sz="2200" b="0" i="1" smtClean="0">
                        <a:latin typeface="Cambria Math" panose="02040503050406030204" pitchFamily="18" charset="0"/>
                      </a:rPr>
                      <m:t>𝑥</m:t>
                    </m:r>
                  </m:oMath>
                </a14:m>
                <a:endParaRPr lang="en-AU" sz="2200" dirty="0"/>
              </a:p>
            </p:txBody>
          </p:sp>
        </mc:Choice>
        <mc:Fallback>
          <p:sp>
            <p:nvSpPr>
              <p:cNvPr id="21" name="TextBox 20"/>
              <p:cNvSpPr txBox="1">
                <a:spLocks noRot="1" noChangeAspect="1" noMove="1" noResize="1" noEditPoints="1" noAdjustHandles="1" noChangeArrowheads="1" noChangeShapeType="1" noTextEdit="1"/>
              </p:cNvSpPr>
              <p:nvPr/>
            </p:nvSpPr>
            <p:spPr>
              <a:xfrm>
                <a:off x="174896" y="1615182"/>
                <a:ext cx="2300296" cy="430887"/>
              </a:xfrm>
              <a:prstGeom prst="rect">
                <a:avLst/>
              </a:prstGeom>
              <a:blipFill>
                <a:blip r:embed="rId21"/>
                <a:stretch>
                  <a:fillRect l="-3448" t="-9859" b="-26761"/>
                </a:stretch>
              </a:blipFill>
            </p:spPr>
            <p:txBody>
              <a:bodyPr/>
              <a:lstStyle/>
              <a:p>
                <a:r>
                  <a:rPr lang="en-AU">
                    <a:noFill/>
                  </a:rPr>
                  <a:t> </a:t>
                </a:r>
              </a:p>
            </p:txBody>
          </p:sp>
        </mc:Fallback>
      </mc:AlternateContent>
    </p:spTree>
    <p:extLst>
      <p:ext uri="{BB962C8B-B14F-4D97-AF65-F5344CB8AC3E}">
        <p14:creationId xmlns:p14="http://schemas.microsoft.com/office/powerpoint/2010/main" val="57946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148560" cy="461665"/>
          </a:xfrm>
          <a:prstGeom prst="rect">
            <a:avLst/>
          </a:prstGeom>
          <a:solidFill>
            <a:srgbClr val="FFFF00"/>
          </a:solidFill>
        </p:spPr>
        <p:txBody>
          <a:bodyPr wrap="square" rtlCol="0">
            <a:spAutoFit/>
          </a:bodyPr>
          <a:lstStyle/>
          <a:p>
            <a:r>
              <a:rPr lang="en-AU" sz="2400" dirty="0" smtClean="0"/>
              <a:t>The cosine rule</a:t>
            </a:r>
            <a:endParaRPr lang="en-AU" sz="2400" dirty="0"/>
          </a:p>
        </p:txBody>
      </p:sp>
      <p:pic>
        <p:nvPicPr>
          <p:cNvPr id="3" name="Picture 2"/>
          <p:cNvPicPr>
            <a:picLocks noChangeAspect="1"/>
          </p:cNvPicPr>
          <p:nvPr/>
        </p:nvPicPr>
        <p:blipFill>
          <a:blip r:embed="rId2"/>
          <a:stretch>
            <a:fillRect/>
          </a:stretch>
        </p:blipFill>
        <p:spPr>
          <a:xfrm>
            <a:off x="48179" y="614390"/>
            <a:ext cx="2775845" cy="2184909"/>
          </a:xfrm>
          <a:prstGeom prst="rect">
            <a:avLst/>
          </a:prstGeom>
        </p:spPr>
      </p:pic>
      <p:pic>
        <p:nvPicPr>
          <p:cNvPr id="4" name="Picture 3"/>
          <p:cNvPicPr>
            <a:picLocks noChangeAspect="1"/>
          </p:cNvPicPr>
          <p:nvPr/>
        </p:nvPicPr>
        <p:blipFill>
          <a:blip r:embed="rId3"/>
          <a:stretch>
            <a:fillRect/>
          </a:stretch>
        </p:blipFill>
        <p:spPr>
          <a:xfrm>
            <a:off x="102416" y="3185586"/>
            <a:ext cx="2721608" cy="2389705"/>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3545403" y="1035127"/>
                <a:ext cx="3343451" cy="430887"/>
              </a:xfrm>
              <a:prstGeom prst="rect">
                <a:avLst/>
              </a:prstGeom>
              <a:noFill/>
            </p:spPr>
            <p:txBody>
              <a:bodyPr wrap="square" rtlCol="0">
                <a:spAutoFit/>
              </a:bodyPr>
              <a:lstStyle/>
              <a:p>
                <a:r>
                  <a:rPr lang="en-AU" sz="2200" dirty="0" smtClean="0"/>
                  <a:t>From </a:t>
                </a:r>
                <a14:m>
                  <m:oMath xmlns:m="http://schemas.openxmlformats.org/officeDocument/2006/math">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𝐶𝐵𝐷</m:t>
                    </m:r>
                    <m:r>
                      <a:rPr lang="en-AU" sz="2200" b="0" i="1" smtClean="0">
                        <a:latin typeface="Cambria Math" panose="02040503050406030204" pitchFamily="18" charset="0"/>
                        <a:ea typeface="Cambria Math" panose="02040503050406030204" pitchFamily="18" charset="0"/>
                      </a:rPr>
                      <m:t>: </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𝑎</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h</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𝑥</m:t>
                        </m:r>
                      </m:e>
                      <m:sup>
                        <m:r>
                          <a:rPr lang="en-AU" sz="2200" b="0" i="1" smtClean="0">
                            <a:latin typeface="Cambria Math" panose="02040503050406030204" pitchFamily="18" charset="0"/>
                            <a:ea typeface="Cambria Math" panose="02040503050406030204" pitchFamily="18" charset="0"/>
                          </a:rPr>
                          <m:t>2</m:t>
                        </m:r>
                      </m:sup>
                    </m:sSup>
                  </m:oMath>
                </a14:m>
                <a:endParaRPr lang="en-AU"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3545403" y="1035127"/>
                <a:ext cx="3343451" cy="430887"/>
              </a:xfrm>
              <a:prstGeom prst="rect">
                <a:avLst/>
              </a:prstGeom>
              <a:blipFill>
                <a:blip r:embed="rId4"/>
                <a:stretch>
                  <a:fillRect l="-2372" t="-10000" b="-2857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545402" y="1563385"/>
                <a:ext cx="4420537" cy="430887"/>
              </a:xfrm>
              <a:prstGeom prst="rect">
                <a:avLst/>
              </a:prstGeom>
              <a:noFill/>
            </p:spPr>
            <p:txBody>
              <a:bodyPr wrap="square" rtlCol="0">
                <a:spAutoFit/>
              </a:bodyPr>
              <a:lstStyle/>
              <a:p>
                <a:r>
                  <a:rPr lang="en-AU" sz="2200" dirty="0" smtClean="0"/>
                  <a:t>From </a:t>
                </a:r>
                <a14:m>
                  <m:oMath xmlns:m="http://schemas.openxmlformats.org/officeDocument/2006/math">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𝐴𝐵𝐷</m:t>
                    </m:r>
                    <m:r>
                      <a:rPr lang="en-AU" sz="2200" b="0" i="1" smtClean="0">
                        <a:latin typeface="Cambria Math" panose="02040503050406030204" pitchFamily="18" charset="0"/>
                        <a:ea typeface="Cambria Math" panose="02040503050406030204" pitchFamily="18" charset="0"/>
                      </a:rPr>
                      <m:t>: </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𝑐</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h</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𝑏</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e>
                      <m:sup>
                        <m:r>
                          <a:rPr lang="en-AU" sz="2200" b="0" i="1" smtClean="0">
                            <a:latin typeface="Cambria Math" panose="02040503050406030204" pitchFamily="18" charset="0"/>
                            <a:ea typeface="Cambria Math" panose="02040503050406030204" pitchFamily="18" charset="0"/>
                          </a:rPr>
                          <m:t>2</m:t>
                        </m:r>
                      </m:sup>
                    </m:sSup>
                  </m:oMath>
                </a14:m>
                <a:endParaRPr lang="en-AU"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545402" y="1563385"/>
                <a:ext cx="4420537" cy="430887"/>
              </a:xfrm>
              <a:prstGeom prst="rect">
                <a:avLst/>
              </a:prstGeom>
              <a:blipFill>
                <a:blip r:embed="rId5"/>
                <a:stretch>
                  <a:fillRect l="-1793" t="-8451" b="-2816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461253" y="2071663"/>
                <a:ext cx="442053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𝑐</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h</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𝑏</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𝑏</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oMath>
                  </m:oMathPara>
                </a14:m>
                <a:endParaRPr lang="en-AU" sz="2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461253" y="2071663"/>
                <a:ext cx="4420537" cy="430887"/>
              </a:xfrm>
              <a:prstGeom prst="rect">
                <a:avLst/>
              </a:prstGeom>
              <a:blipFill>
                <a:blip r:embed="rId6"/>
                <a:stretch>
                  <a:fillRect b="-1549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3461252" y="2640620"/>
                <a:ext cx="442053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𝑐</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h</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𝑏</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𝑥</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𝑏𝑥</m:t>
                      </m:r>
                    </m:oMath>
                  </m:oMathPara>
                </a14:m>
                <a:endParaRPr lang="en-AU"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3461252" y="2640620"/>
                <a:ext cx="4420537" cy="430887"/>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539794" y="3185586"/>
                <a:ext cx="5116152" cy="545406"/>
              </a:xfrm>
              <a:prstGeom prst="rect">
                <a:avLst/>
              </a:prstGeom>
              <a:noFill/>
            </p:spPr>
            <p:txBody>
              <a:bodyPr wrap="square" rtlCol="0">
                <a:spAutoFit/>
              </a:bodyPr>
              <a:lstStyle/>
              <a:p>
                <a:r>
                  <a:rPr lang="en-AU" sz="2200" dirty="0" smtClean="0"/>
                  <a:t>From </a:t>
                </a:r>
                <a14:m>
                  <m:oMath xmlns:m="http://schemas.openxmlformats.org/officeDocument/2006/math">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𝐶𝐵𝐷</m:t>
                    </m:r>
                    <m:r>
                      <a:rPr lang="en-AU" sz="2200" b="0" i="1" smtClean="0">
                        <a:latin typeface="Cambria Math" panose="02040503050406030204" pitchFamily="18" charset="0"/>
                        <a:ea typeface="Cambria Math" panose="02040503050406030204" pitchFamily="18" charset="0"/>
                      </a:rPr>
                      <m:t>: </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𝐶</m:t>
                        </m:r>
                        <m:r>
                          <a:rPr lang="en-AU" sz="2200" b="0" i="1" smtClean="0">
                            <a:latin typeface="Cambria Math" panose="02040503050406030204" pitchFamily="18" charset="0"/>
                            <a:ea typeface="Cambria Math" panose="02040503050406030204" pitchFamily="18" charset="0"/>
                          </a:rPr>
                          <m:t>=</m:t>
                        </m:r>
                        <m:f>
                          <m:fPr>
                            <m:ctrlPr>
                              <a:rPr lang="en-AU" sz="2200" b="0" i="1" smtClean="0">
                                <a:latin typeface="Cambria Math" panose="02040503050406030204" pitchFamily="18" charset="0"/>
                                <a:ea typeface="Cambria Math" panose="02040503050406030204" pitchFamily="18" charset="0"/>
                              </a:rPr>
                            </m:ctrlPr>
                          </m:fPr>
                          <m:num>
                            <m:r>
                              <a:rPr lang="en-AU" sz="2200" b="0" i="1" smtClean="0">
                                <a:latin typeface="Cambria Math" panose="02040503050406030204" pitchFamily="18" charset="0"/>
                                <a:ea typeface="Cambria Math" panose="02040503050406030204" pitchFamily="18" charset="0"/>
                              </a:rPr>
                              <m:t>𝑥</m:t>
                            </m:r>
                          </m:num>
                          <m:den>
                            <m:r>
                              <a:rPr lang="en-AU" sz="2200" b="0" i="1" smtClean="0">
                                <a:latin typeface="Cambria Math" panose="02040503050406030204" pitchFamily="18" charset="0"/>
                                <a:ea typeface="Cambria Math" panose="02040503050406030204" pitchFamily="18" charset="0"/>
                              </a:rPr>
                              <m:t>𝑎</m:t>
                            </m:r>
                          </m:den>
                        </m:f>
                        <m:r>
                          <a:rPr lang="en-AU" sz="2200" b="0" i="1" smtClean="0">
                            <a:latin typeface="Cambria Math" panose="02040503050406030204" pitchFamily="18" charset="0"/>
                            <a:ea typeface="Cambria Math" panose="02040503050406030204" pitchFamily="18" charset="0"/>
                          </a:rPr>
                          <m:t>    ∴</m:t>
                        </m:r>
                      </m:e>
                    </m:func>
                    <m:r>
                      <a:rPr lang="en-AU" sz="2200" b="0" i="1" smtClean="0">
                        <a:latin typeface="Cambria Math" panose="02040503050406030204" pitchFamily="18" charset="0"/>
                        <a:ea typeface="Cambria Math" panose="02040503050406030204" pitchFamily="18" charset="0"/>
                      </a:rPr>
                      <m:t>   </m:t>
                    </m:r>
                    <m:r>
                      <a:rPr lang="en-AU" sz="2200" b="0" i="1" smtClean="0">
                        <a:latin typeface="Cambria Math" panose="02040503050406030204" pitchFamily="18" charset="0"/>
                        <a:ea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𝑎</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𝐶</m:t>
                        </m:r>
                      </m:e>
                    </m:func>
                  </m:oMath>
                </a14:m>
                <a:endParaRPr lang="en-AU"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3539794" y="3185586"/>
                <a:ext cx="5116152" cy="545406"/>
              </a:xfrm>
              <a:prstGeom prst="rect">
                <a:avLst/>
              </a:prstGeom>
              <a:blipFill>
                <a:blip r:embed="rId8"/>
                <a:stretch>
                  <a:fillRect l="-1549" b="-8989"/>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15" name="Ink 14"/>
              <p14:cNvContentPartPr/>
              <p14:nvPr/>
            </p14:nvContentPartPr>
            <p14:xfrm>
              <a:off x="5234135" y="1213388"/>
              <a:ext cx="1536840" cy="51120"/>
            </p14:xfrm>
          </p:contentPart>
        </mc:Choice>
        <mc:Fallback xmlns="">
          <p:pic>
            <p:nvPicPr>
              <p:cNvPr id="15" name="Ink 14"/>
              <p:cNvPicPr/>
              <p:nvPr/>
            </p:nvPicPr>
            <p:blipFill>
              <a:blip r:embed="rId10"/>
              <a:stretch>
                <a:fillRect/>
              </a:stretch>
            </p:blipFill>
            <p:spPr>
              <a:xfrm>
                <a:off x="5136935" y="972908"/>
                <a:ext cx="1746720" cy="543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p14:cNvContentPartPr/>
              <p14:nvPr/>
            </p14:nvContentPartPr>
            <p14:xfrm>
              <a:off x="4852175" y="2798828"/>
              <a:ext cx="229320" cy="27720"/>
            </p14:xfrm>
          </p:contentPart>
        </mc:Choice>
        <mc:Fallback xmlns="">
          <p:pic>
            <p:nvPicPr>
              <p:cNvPr id="16" name="Ink 15"/>
              <p:cNvPicPr/>
              <p:nvPr/>
            </p:nvPicPr>
            <p:blipFill>
              <a:blip r:embed="rId12"/>
              <a:stretch>
                <a:fillRect/>
              </a:stretch>
            </p:blipFill>
            <p:spPr>
              <a:xfrm>
                <a:off x="4761815" y="2600108"/>
                <a:ext cx="41472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p14:cNvContentPartPr/>
              <p14:nvPr/>
            </p14:nvContentPartPr>
            <p14:xfrm>
              <a:off x="6046655" y="2855708"/>
              <a:ext cx="240120" cy="37080"/>
            </p14:xfrm>
          </p:contentPart>
        </mc:Choice>
        <mc:Fallback xmlns="">
          <p:pic>
            <p:nvPicPr>
              <p:cNvPr id="17" name="Ink 16"/>
              <p:cNvPicPr/>
              <p:nvPr/>
            </p:nvPicPr>
            <p:blipFill>
              <a:blip r:embed="rId14"/>
              <a:stretch>
                <a:fillRect/>
              </a:stretch>
            </p:blipFill>
            <p:spPr>
              <a:xfrm>
                <a:off x="5989775" y="2646548"/>
                <a:ext cx="401040" cy="436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p14:cNvContentPartPr/>
              <p14:nvPr/>
            </p14:nvContentPartPr>
            <p14:xfrm>
              <a:off x="7090295" y="2877308"/>
              <a:ext cx="19800" cy="12960"/>
            </p14:xfrm>
          </p:contentPart>
        </mc:Choice>
        <mc:Fallback xmlns="">
          <p:pic>
            <p:nvPicPr>
              <p:cNvPr id="18" name="Ink 17"/>
              <p:cNvPicPr/>
              <p:nvPr/>
            </p:nvPicPr>
            <p:blipFill>
              <a:blip r:embed="rId16"/>
              <a:stretch>
                <a:fillRect/>
              </a:stretch>
            </p:blipFill>
            <p:spPr>
              <a:xfrm>
                <a:off x="7002455" y="2707748"/>
                <a:ext cx="18684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p14:cNvContentPartPr/>
              <p14:nvPr/>
            </p14:nvContentPartPr>
            <p14:xfrm>
              <a:off x="7017215" y="3364388"/>
              <a:ext cx="1397880" cy="97560"/>
            </p14:xfrm>
          </p:contentPart>
        </mc:Choice>
        <mc:Fallback xmlns="">
          <p:pic>
            <p:nvPicPr>
              <p:cNvPr id="19" name="Ink 18"/>
              <p:cNvPicPr/>
              <p:nvPr/>
            </p:nvPicPr>
            <p:blipFill>
              <a:blip r:embed="rId18"/>
              <a:stretch>
                <a:fillRect/>
              </a:stretch>
            </p:blipFill>
            <p:spPr>
              <a:xfrm>
                <a:off x="6948815" y="3148748"/>
                <a:ext cx="1553760" cy="495000"/>
              </a:xfrm>
              <a:prstGeom prst="rect">
                <a:avLst/>
              </a:prstGeom>
            </p:spPr>
          </p:pic>
        </mc:Fallback>
      </mc:AlternateContent>
      <mc:AlternateContent xmlns:mc="http://schemas.openxmlformats.org/markup-compatibility/2006" xmlns:a14="http://schemas.microsoft.com/office/drawing/2010/main">
        <mc:Choice Requires="a14">
          <p:sp>
            <p:nvSpPr>
              <p:cNvPr id="20" name="TextBox 19"/>
              <p:cNvSpPr txBox="1"/>
              <p:nvPr/>
            </p:nvSpPr>
            <p:spPr>
              <a:xfrm>
                <a:off x="3461251" y="3845071"/>
                <a:ext cx="442053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𝑐</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𝑎</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𝑏</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𝑏𝑎</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𝐶</m:t>
                          </m:r>
                        </m:e>
                      </m:func>
                    </m:oMath>
                  </m:oMathPara>
                </a14:m>
                <a:endParaRPr lang="en-AU" sz="2200" dirty="0"/>
              </a:p>
            </p:txBody>
          </p:sp>
        </mc:Choice>
        <mc:Fallback xmlns="">
          <p:sp>
            <p:nvSpPr>
              <p:cNvPr id="20" name="TextBox 19"/>
              <p:cNvSpPr txBox="1">
                <a:spLocks noRot="1" noChangeAspect="1" noMove="1" noResize="1" noEditPoints="1" noAdjustHandles="1" noChangeArrowheads="1" noChangeShapeType="1" noTextEdit="1"/>
              </p:cNvSpPr>
              <p:nvPr/>
            </p:nvSpPr>
            <p:spPr>
              <a:xfrm>
                <a:off x="3461251" y="3845071"/>
                <a:ext cx="4420537" cy="430887"/>
              </a:xfrm>
              <a:prstGeom prst="rect">
                <a:avLst/>
              </a:prstGeom>
              <a:blipFill>
                <a:blip r:embed="rId19"/>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7017215" y="5348394"/>
                <a:ext cx="4420537" cy="430887"/>
              </a:xfrm>
              <a:prstGeom prst="rect">
                <a:avLst/>
              </a:prstGeom>
              <a:noFill/>
            </p:spPr>
            <p:txBody>
              <a:bodyPr wrap="square" rtlCol="0">
                <a:spAutoFit/>
              </a:bodyPr>
              <a:lstStyle/>
              <a:p>
                <a:pPr/>
                <a:r>
                  <a:rPr lang="en-AU" sz="2200" b="0" dirty="0" smtClean="0">
                    <a:ea typeface="Cambria Math" panose="02040503050406030204" pitchFamily="18" charset="0"/>
                  </a:rPr>
                  <a:t>Or </a:t>
                </a:r>
                <a14:m>
                  <m:oMath xmlns:m="http://schemas.openxmlformats.org/officeDocument/2006/math">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𝑐</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𝑎</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𝑏</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𝑎𝑏</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𝐶</m:t>
                        </m:r>
                      </m:e>
                    </m:func>
                  </m:oMath>
                </a14:m>
                <a:endParaRPr lang="en-AU" sz="2200" dirty="0"/>
              </a:p>
            </p:txBody>
          </p:sp>
        </mc:Choice>
        <mc:Fallback>
          <p:sp>
            <p:nvSpPr>
              <p:cNvPr id="21" name="TextBox 20"/>
              <p:cNvSpPr txBox="1">
                <a:spLocks noRot="1" noChangeAspect="1" noMove="1" noResize="1" noEditPoints="1" noAdjustHandles="1" noChangeArrowheads="1" noChangeShapeType="1" noTextEdit="1"/>
              </p:cNvSpPr>
              <p:nvPr/>
            </p:nvSpPr>
            <p:spPr>
              <a:xfrm>
                <a:off x="7017215" y="5348394"/>
                <a:ext cx="4420537" cy="430887"/>
              </a:xfrm>
              <a:prstGeom prst="rect">
                <a:avLst/>
              </a:prstGeom>
              <a:blipFill>
                <a:blip r:embed="rId20"/>
                <a:stretch>
                  <a:fillRect l="-1793" t="-8451" b="-28169"/>
                </a:stretch>
              </a:blipFill>
            </p:spPr>
            <p:txBody>
              <a:bodyPr/>
              <a:lstStyle/>
              <a:p>
                <a:r>
                  <a:rPr lang="en-AU">
                    <a:noFill/>
                  </a:rPr>
                  <a:t> </a:t>
                </a:r>
              </a:p>
            </p:txBody>
          </p:sp>
        </mc:Fallback>
      </mc:AlternateContent>
      <mc:AlternateContent xmlns:mc="http://schemas.openxmlformats.org/markup-compatibility/2006" xmlns:p14="http://schemas.microsoft.com/office/powerpoint/2010/main">
        <mc:Choice Requires="p14">
          <p:contentPart p14:bwMode="auto" r:id="rId21">
            <p14:nvContentPartPr>
              <p14:cNvPr id="22" name="Ink 21"/>
              <p14:cNvContentPartPr/>
              <p14:nvPr/>
            </p14:nvContentPartPr>
            <p14:xfrm>
              <a:off x="4866575" y="4057028"/>
              <a:ext cx="360" cy="360"/>
            </p14:xfrm>
          </p:contentPart>
        </mc:Choice>
        <mc:Fallback xmlns="">
          <p:pic>
            <p:nvPicPr>
              <p:cNvPr id="22" name="Ink 21"/>
              <p:cNvPicPr/>
              <p:nvPr/>
            </p:nvPicPr>
            <p:blipFill>
              <a:blip r:embed="rId22"/>
              <a:stretch>
                <a:fillRect/>
              </a:stretch>
            </p:blipFill>
            <p:spPr>
              <a:xfrm>
                <a:off x="4823375" y="3970268"/>
                <a:ext cx="867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Ink 22"/>
              <p14:cNvContentPartPr/>
              <p14:nvPr/>
            </p14:nvContentPartPr>
            <p14:xfrm>
              <a:off x="4864775" y="4041908"/>
              <a:ext cx="156960" cy="18000"/>
            </p14:xfrm>
          </p:contentPart>
        </mc:Choice>
        <mc:Fallback xmlns="">
          <p:pic>
            <p:nvPicPr>
              <p:cNvPr id="23" name="Ink 22"/>
              <p:cNvPicPr/>
              <p:nvPr/>
            </p:nvPicPr>
            <p:blipFill>
              <a:blip r:embed="rId24"/>
              <a:stretch>
                <a:fillRect/>
              </a:stretch>
            </p:blipFill>
            <p:spPr>
              <a:xfrm>
                <a:off x="4780175" y="3852548"/>
                <a:ext cx="33516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 name="Ink 23"/>
              <p14:cNvContentPartPr/>
              <p14:nvPr/>
            </p14:nvContentPartPr>
            <p14:xfrm>
              <a:off x="6403415" y="4084388"/>
              <a:ext cx="721080" cy="31680"/>
            </p14:xfrm>
          </p:contentPart>
        </mc:Choice>
        <mc:Fallback xmlns="">
          <p:pic>
            <p:nvPicPr>
              <p:cNvPr id="24" name="Ink 23"/>
              <p:cNvPicPr/>
              <p:nvPr/>
            </p:nvPicPr>
            <p:blipFill>
              <a:blip r:embed="rId26"/>
              <a:stretch>
                <a:fillRect/>
              </a:stretch>
            </p:blipFill>
            <p:spPr>
              <a:xfrm>
                <a:off x="6329975" y="3911588"/>
                <a:ext cx="855360" cy="378720"/>
              </a:xfrm>
              <a:prstGeom prst="rect">
                <a:avLst/>
              </a:prstGeom>
            </p:spPr>
          </p:pic>
        </mc:Fallback>
      </mc:AlternateContent>
      <p:sp>
        <p:nvSpPr>
          <p:cNvPr id="25" name="TextBox 24"/>
          <p:cNvSpPr txBox="1"/>
          <p:nvPr/>
        </p:nvSpPr>
        <p:spPr>
          <a:xfrm>
            <a:off x="3539794" y="5008009"/>
            <a:ext cx="3960531" cy="430887"/>
          </a:xfrm>
          <a:prstGeom prst="rect">
            <a:avLst/>
          </a:prstGeom>
          <a:noFill/>
        </p:spPr>
        <p:txBody>
          <a:bodyPr wrap="square" rtlCol="0">
            <a:spAutoFit/>
          </a:bodyPr>
          <a:lstStyle/>
          <a:p>
            <a:r>
              <a:rPr lang="en-AU" sz="2200" dirty="0" smtClean="0"/>
              <a:t>This is the cosine rule.</a:t>
            </a:r>
            <a:endParaRPr lang="en-AU" sz="2200" dirty="0"/>
          </a:p>
        </p:txBody>
      </p:sp>
      <p:pic>
        <p:nvPicPr>
          <p:cNvPr id="26" name="Picture 25"/>
          <p:cNvPicPr>
            <a:picLocks noChangeAspect="1"/>
          </p:cNvPicPr>
          <p:nvPr/>
        </p:nvPicPr>
        <p:blipFill>
          <a:blip r:embed="rId27"/>
          <a:stretch>
            <a:fillRect/>
          </a:stretch>
        </p:blipFill>
        <p:spPr>
          <a:xfrm>
            <a:off x="3367297" y="5438896"/>
            <a:ext cx="3308876" cy="959451"/>
          </a:xfrm>
          <a:prstGeom prst="rect">
            <a:avLst/>
          </a:prstGeom>
          <a:ln>
            <a:solidFill>
              <a:schemeClr val="tx1"/>
            </a:solidFill>
          </a:ln>
        </p:spPr>
      </p:pic>
      <mc:AlternateContent xmlns:mc="http://schemas.openxmlformats.org/markup-compatibility/2006">
        <mc:Choice xmlns:a14="http://schemas.microsoft.com/office/drawing/2010/main" Requires="a14">
          <p:sp>
            <p:nvSpPr>
              <p:cNvPr id="27" name="TextBox 26"/>
              <p:cNvSpPr txBox="1"/>
              <p:nvPr/>
            </p:nvSpPr>
            <p:spPr>
              <a:xfrm>
                <a:off x="7057399" y="5967460"/>
                <a:ext cx="4420537" cy="430887"/>
              </a:xfrm>
              <a:prstGeom prst="rect">
                <a:avLst/>
              </a:prstGeom>
              <a:noFill/>
            </p:spPr>
            <p:txBody>
              <a:bodyPr wrap="square" rtlCol="0">
                <a:spAutoFit/>
              </a:bodyPr>
              <a:lstStyle/>
              <a:p>
                <a:pPr/>
                <a:r>
                  <a:rPr lang="en-AU" sz="2200" b="0" dirty="0" smtClean="0">
                    <a:ea typeface="Cambria Math" panose="02040503050406030204" pitchFamily="18" charset="0"/>
                  </a:rPr>
                  <a:t>Or </a:t>
                </a:r>
                <a14:m>
                  <m:oMath xmlns:m="http://schemas.openxmlformats.org/officeDocument/2006/math">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𝑏</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𝑎</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m:t>
                    </m:r>
                    <m:sSup>
                      <m:sSupPr>
                        <m:ctrlPr>
                          <a:rPr lang="en-AU" sz="2200" b="0" i="1" smtClean="0">
                            <a:latin typeface="Cambria Math" panose="02040503050406030204" pitchFamily="18" charset="0"/>
                            <a:ea typeface="Cambria Math" panose="02040503050406030204" pitchFamily="18" charset="0"/>
                          </a:rPr>
                        </m:ctrlPr>
                      </m:sSupPr>
                      <m:e>
                        <m:r>
                          <a:rPr lang="en-AU" sz="2200" b="0" i="1" smtClean="0">
                            <a:latin typeface="Cambria Math" panose="02040503050406030204" pitchFamily="18" charset="0"/>
                            <a:ea typeface="Cambria Math" panose="02040503050406030204" pitchFamily="18" charset="0"/>
                          </a:rPr>
                          <m:t>𝑐</m:t>
                        </m:r>
                      </m:e>
                      <m:sup>
                        <m:r>
                          <a:rPr lang="en-AU" sz="2200" b="0" i="1" smtClean="0">
                            <a:latin typeface="Cambria Math" panose="02040503050406030204" pitchFamily="18" charset="0"/>
                            <a:ea typeface="Cambria Math" panose="02040503050406030204" pitchFamily="18" charset="0"/>
                          </a:rPr>
                          <m:t>2</m:t>
                        </m:r>
                      </m:sup>
                    </m:sSup>
                    <m:r>
                      <a:rPr lang="en-AU" sz="2200" b="0" i="1" smtClean="0">
                        <a:latin typeface="Cambria Math" panose="02040503050406030204" pitchFamily="18" charset="0"/>
                        <a:ea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𝑎𝑐</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𝐵</m:t>
                        </m:r>
                      </m:e>
                    </m:func>
                  </m:oMath>
                </a14:m>
                <a:endParaRPr lang="en-AU" sz="2200" dirty="0"/>
              </a:p>
            </p:txBody>
          </p:sp>
        </mc:Choice>
        <mc:Fallback>
          <p:sp>
            <p:nvSpPr>
              <p:cNvPr id="27" name="TextBox 26"/>
              <p:cNvSpPr txBox="1">
                <a:spLocks noRot="1" noChangeAspect="1" noMove="1" noResize="1" noEditPoints="1" noAdjustHandles="1" noChangeArrowheads="1" noChangeShapeType="1" noTextEdit="1"/>
              </p:cNvSpPr>
              <p:nvPr/>
            </p:nvSpPr>
            <p:spPr>
              <a:xfrm>
                <a:off x="7057399" y="5967460"/>
                <a:ext cx="4420537" cy="430887"/>
              </a:xfrm>
              <a:prstGeom prst="rect">
                <a:avLst/>
              </a:prstGeom>
              <a:blipFill>
                <a:blip r:embed="rId28"/>
                <a:stretch>
                  <a:fillRect l="-1793" t="-9859" b="-26761"/>
                </a:stretch>
              </a:blipFill>
            </p:spPr>
            <p:txBody>
              <a:bodyPr/>
              <a:lstStyle/>
              <a:p>
                <a:r>
                  <a:rPr lang="en-AU">
                    <a:noFill/>
                  </a:rPr>
                  <a:t> </a:t>
                </a:r>
              </a:p>
            </p:txBody>
          </p:sp>
        </mc:Fallback>
      </mc:AlternateContent>
    </p:spTree>
    <p:extLst>
      <p:ext uri="{BB962C8B-B14F-4D97-AF65-F5344CB8AC3E}">
        <p14:creationId xmlns:p14="http://schemas.microsoft.com/office/powerpoint/2010/main" val="45307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0" grpId="0"/>
      <p:bldP spid="20" grpId="0"/>
      <p:bldP spid="21"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1402453"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3" name="Picture 2"/>
          <p:cNvPicPr>
            <a:picLocks noChangeAspect="1"/>
          </p:cNvPicPr>
          <p:nvPr/>
        </p:nvPicPr>
        <p:blipFill>
          <a:blip r:embed="rId2"/>
          <a:stretch>
            <a:fillRect/>
          </a:stretch>
        </p:blipFill>
        <p:spPr>
          <a:xfrm>
            <a:off x="302036" y="1874965"/>
            <a:ext cx="3152775" cy="1638300"/>
          </a:xfrm>
          <a:prstGeom prst="rect">
            <a:avLst/>
          </a:prstGeom>
        </p:spPr>
      </p:pic>
      <p:pic>
        <p:nvPicPr>
          <p:cNvPr id="5" name="Picture 4"/>
          <p:cNvPicPr>
            <a:picLocks noChangeAspect="1"/>
          </p:cNvPicPr>
          <p:nvPr/>
        </p:nvPicPr>
        <p:blipFill>
          <a:blip r:embed="rId3"/>
          <a:stretch>
            <a:fillRect/>
          </a:stretch>
        </p:blipFill>
        <p:spPr>
          <a:xfrm>
            <a:off x="3085633" y="84291"/>
            <a:ext cx="3429000" cy="2247900"/>
          </a:xfrm>
          <a:prstGeom prst="rect">
            <a:avLst/>
          </a:prstGeom>
        </p:spPr>
      </p:pic>
      <p:sp>
        <p:nvSpPr>
          <p:cNvPr id="6" name="TextBox 5"/>
          <p:cNvSpPr txBox="1"/>
          <p:nvPr/>
        </p:nvSpPr>
        <p:spPr>
          <a:xfrm>
            <a:off x="6030553" y="387220"/>
            <a:ext cx="6114699" cy="1446550"/>
          </a:xfrm>
          <a:prstGeom prst="rect">
            <a:avLst/>
          </a:prstGeom>
          <a:noFill/>
          <a:ln>
            <a:solidFill>
              <a:schemeClr val="tx1"/>
            </a:solidFill>
          </a:ln>
        </p:spPr>
        <p:txBody>
          <a:bodyPr wrap="square" rtlCol="0">
            <a:spAutoFit/>
          </a:bodyPr>
          <a:lstStyle/>
          <a:p>
            <a:pPr algn="ctr"/>
            <a:r>
              <a:rPr lang="en-AU" sz="2200" dirty="0" smtClean="0"/>
              <a:t>The square of any side of a triangle is equal to the sum of the squares of the other two sides take away twice the product of the other two sides multiplied by the cosine of the angle between them.</a:t>
            </a:r>
            <a:endParaRPr lang="en-AU" sz="2200" dirty="0"/>
          </a:p>
        </p:txBody>
      </p:sp>
      <p:pic>
        <p:nvPicPr>
          <p:cNvPr id="8" name="Picture 7"/>
          <p:cNvPicPr>
            <a:picLocks noChangeAspect="1"/>
          </p:cNvPicPr>
          <p:nvPr/>
        </p:nvPicPr>
        <p:blipFill>
          <a:blip r:embed="rId4"/>
          <a:stretch>
            <a:fillRect/>
          </a:stretch>
        </p:blipFill>
        <p:spPr>
          <a:xfrm>
            <a:off x="255978" y="780839"/>
            <a:ext cx="3244892" cy="940898"/>
          </a:xfrm>
          <a:prstGeom prst="rect">
            <a:avLst/>
          </a:prstGeom>
          <a:ln>
            <a:solidFill>
              <a:schemeClr val="tx1"/>
            </a:solidFill>
          </a:ln>
        </p:spPr>
      </p:pic>
      <mc:AlternateContent xmlns:mc="http://schemas.openxmlformats.org/markup-compatibility/2006" xmlns:p14="http://schemas.microsoft.com/office/powerpoint/2010/main">
        <mc:Choice Requires="p14">
          <p:contentPart p14:bwMode="auto" r:id="rId5">
            <p14:nvContentPartPr>
              <p14:cNvPr id="12" name="Ink 11"/>
              <p14:cNvContentPartPr/>
              <p14:nvPr/>
            </p14:nvContentPartPr>
            <p14:xfrm>
              <a:off x="2143175" y="2255981"/>
              <a:ext cx="199800" cy="84240"/>
            </p14:xfrm>
          </p:contentPart>
        </mc:Choice>
        <mc:Fallback xmlns="">
          <p:pic>
            <p:nvPicPr>
              <p:cNvPr id="12" name="Ink 11"/>
              <p:cNvPicPr/>
              <p:nvPr/>
            </p:nvPicPr>
            <p:blipFill>
              <a:blip r:embed="rId6"/>
              <a:stretch>
                <a:fillRect/>
              </a:stretch>
            </p:blipFill>
            <p:spPr>
              <a:xfrm>
                <a:off x="2129855" y="2244101"/>
                <a:ext cx="2278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p14:cNvContentPartPr/>
              <p14:nvPr/>
            </p14:nvContentPartPr>
            <p14:xfrm>
              <a:off x="1156775" y="3151661"/>
              <a:ext cx="46440" cy="357480"/>
            </p14:xfrm>
          </p:contentPart>
        </mc:Choice>
        <mc:Fallback xmlns="">
          <p:pic>
            <p:nvPicPr>
              <p:cNvPr id="13" name="Ink 12"/>
              <p:cNvPicPr/>
              <p:nvPr/>
            </p:nvPicPr>
            <p:blipFill>
              <a:blip r:embed="rId8"/>
              <a:stretch>
                <a:fillRect/>
              </a:stretch>
            </p:blipFill>
            <p:spPr>
              <a:xfrm>
                <a:off x="1139135" y="3135821"/>
                <a:ext cx="7992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p14:cNvContentPartPr/>
              <p14:nvPr/>
            </p14:nvContentPartPr>
            <p14:xfrm>
              <a:off x="1182695" y="3339221"/>
              <a:ext cx="145800" cy="37440"/>
            </p14:xfrm>
          </p:contentPart>
        </mc:Choice>
        <mc:Fallback xmlns="">
          <p:pic>
            <p:nvPicPr>
              <p:cNvPr id="17" name="Ink 16"/>
              <p:cNvPicPr/>
              <p:nvPr/>
            </p:nvPicPr>
            <p:blipFill>
              <a:blip r:embed="rId10"/>
              <a:stretch>
                <a:fillRect/>
              </a:stretch>
            </p:blipFill>
            <p:spPr>
              <a:xfrm>
                <a:off x="1172975" y="3328781"/>
                <a:ext cx="1659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p14:cNvContentPartPr/>
              <p14:nvPr/>
            </p14:nvContentPartPr>
            <p14:xfrm>
              <a:off x="1211495" y="3163181"/>
              <a:ext cx="186120" cy="338760"/>
            </p14:xfrm>
          </p:contentPart>
        </mc:Choice>
        <mc:Fallback xmlns="">
          <p:pic>
            <p:nvPicPr>
              <p:cNvPr id="18" name="Ink 17"/>
              <p:cNvPicPr/>
              <p:nvPr/>
            </p:nvPicPr>
            <p:blipFill>
              <a:blip r:embed="rId12"/>
              <a:stretch>
                <a:fillRect/>
              </a:stretch>
            </p:blipFill>
            <p:spPr>
              <a:xfrm>
                <a:off x="1201775" y="3147701"/>
                <a:ext cx="21240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p14:cNvContentPartPr/>
              <p14:nvPr/>
            </p14:nvContentPartPr>
            <p14:xfrm>
              <a:off x="838175" y="2363261"/>
              <a:ext cx="64080" cy="198360"/>
            </p14:xfrm>
          </p:contentPart>
        </mc:Choice>
        <mc:Fallback xmlns="">
          <p:pic>
            <p:nvPicPr>
              <p:cNvPr id="20" name="Ink 19"/>
              <p:cNvPicPr/>
              <p:nvPr/>
            </p:nvPicPr>
            <p:blipFill>
              <a:blip r:embed="rId14"/>
              <a:stretch>
                <a:fillRect/>
              </a:stretch>
            </p:blipFill>
            <p:spPr>
              <a:xfrm>
                <a:off x="826295" y="2351381"/>
                <a:ext cx="892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p14:cNvContentPartPr/>
              <p14:nvPr/>
            </p14:nvContentPartPr>
            <p14:xfrm>
              <a:off x="879575" y="2475941"/>
              <a:ext cx="142560" cy="89280"/>
            </p14:xfrm>
          </p:contentPart>
        </mc:Choice>
        <mc:Fallback xmlns="">
          <p:pic>
            <p:nvPicPr>
              <p:cNvPr id="21" name="Ink 20"/>
              <p:cNvPicPr/>
              <p:nvPr/>
            </p:nvPicPr>
            <p:blipFill>
              <a:blip r:embed="rId16"/>
              <a:stretch>
                <a:fillRect/>
              </a:stretch>
            </p:blipFill>
            <p:spPr>
              <a:xfrm>
                <a:off x="865175" y="2468381"/>
                <a:ext cx="1695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 name="Ink 22"/>
              <p14:cNvContentPartPr/>
              <p14:nvPr/>
            </p14:nvContentPartPr>
            <p14:xfrm>
              <a:off x="2304815" y="3530741"/>
              <a:ext cx="113760" cy="91080"/>
            </p14:xfrm>
          </p:contentPart>
        </mc:Choice>
        <mc:Fallback xmlns="">
          <p:pic>
            <p:nvPicPr>
              <p:cNvPr id="23" name="Ink 22"/>
              <p:cNvPicPr/>
              <p:nvPr/>
            </p:nvPicPr>
            <p:blipFill>
              <a:blip r:embed="rId18"/>
              <a:stretch>
                <a:fillRect/>
              </a:stretch>
            </p:blipFill>
            <p:spPr>
              <a:xfrm>
                <a:off x="2291135" y="3520301"/>
                <a:ext cx="141840" cy="117000"/>
              </a:xfrm>
              <a:prstGeom prst="rect">
                <a:avLst/>
              </a:prstGeom>
            </p:spPr>
          </p:pic>
        </mc:Fallback>
      </mc:AlternateContent>
      <mc:AlternateContent xmlns:mc="http://schemas.openxmlformats.org/markup-compatibility/2006" xmlns:a14="http://schemas.microsoft.com/office/drawing/2010/main">
        <mc:Choice Requires="a14">
          <p:sp>
            <p:nvSpPr>
              <p:cNvPr id="24" name="TextBox 23"/>
              <p:cNvSpPr txBox="1"/>
              <p:nvPr/>
            </p:nvSpPr>
            <p:spPr>
              <a:xfrm>
                <a:off x="3263744" y="2363261"/>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𝑥</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22</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39</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×22×39×</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100</m:t>
                          </m:r>
                        </m:e>
                      </m:func>
                    </m:oMath>
                  </m:oMathPara>
                </a14:m>
                <a:endParaRPr lang="en-AU" sz="2200" dirty="0"/>
              </a:p>
            </p:txBody>
          </p:sp>
        </mc:Choice>
        <mc:Fallback xmlns="">
          <p:sp>
            <p:nvSpPr>
              <p:cNvPr id="24" name="TextBox 23"/>
              <p:cNvSpPr txBox="1">
                <a:spLocks noRot="1" noChangeAspect="1" noMove="1" noResize="1" noEditPoints="1" noAdjustHandles="1" noChangeArrowheads="1" noChangeShapeType="1" noTextEdit="1"/>
              </p:cNvSpPr>
              <p:nvPr/>
            </p:nvSpPr>
            <p:spPr>
              <a:xfrm>
                <a:off x="3263744" y="2363261"/>
                <a:ext cx="6501777" cy="430887"/>
              </a:xfrm>
              <a:prstGeom prst="rect">
                <a:avLst/>
              </a:prstGeom>
              <a:blipFill>
                <a:blip r:embed="rId19"/>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6" name="TextBox 25"/>
              <p:cNvSpPr txBox="1"/>
              <p:nvPr/>
            </p:nvSpPr>
            <p:spPr>
              <a:xfrm>
                <a:off x="1974599" y="3015221"/>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𝑥</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=2302.980273</m:t>
                      </m:r>
                    </m:oMath>
                  </m:oMathPara>
                </a14:m>
                <a:endParaRPr lang="en-AU" sz="2200" dirty="0"/>
              </a:p>
            </p:txBody>
          </p:sp>
        </mc:Choice>
        <mc:Fallback>
          <p:sp>
            <p:nvSpPr>
              <p:cNvPr id="26" name="TextBox 25"/>
              <p:cNvSpPr txBox="1">
                <a:spLocks noRot="1" noChangeAspect="1" noMove="1" noResize="1" noEditPoints="1" noAdjustHandles="1" noChangeArrowheads="1" noChangeShapeType="1" noTextEdit="1"/>
              </p:cNvSpPr>
              <p:nvPr/>
            </p:nvSpPr>
            <p:spPr>
              <a:xfrm>
                <a:off x="1974599" y="3015221"/>
                <a:ext cx="6501777" cy="430887"/>
              </a:xfrm>
              <a:prstGeom prst="rect">
                <a:avLst/>
              </a:prstGeom>
              <a:blipFill>
                <a:blip r:embed="rId20"/>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7" name="TextBox 26"/>
              <p:cNvSpPr txBox="1"/>
              <p:nvPr/>
            </p:nvSpPr>
            <p:spPr>
              <a:xfrm>
                <a:off x="1644776" y="3680894"/>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=47.9894..</m:t>
                      </m:r>
                    </m:oMath>
                  </m:oMathPara>
                </a14:m>
                <a:endParaRPr lang="en-AU" sz="2200" dirty="0"/>
              </a:p>
            </p:txBody>
          </p:sp>
        </mc:Choice>
        <mc:Fallback>
          <p:sp>
            <p:nvSpPr>
              <p:cNvPr id="27" name="TextBox 26"/>
              <p:cNvSpPr txBox="1">
                <a:spLocks noRot="1" noChangeAspect="1" noMove="1" noResize="1" noEditPoints="1" noAdjustHandles="1" noChangeArrowheads="1" noChangeShapeType="1" noTextEdit="1"/>
              </p:cNvSpPr>
              <p:nvPr/>
            </p:nvSpPr>
            <p:spPr>
              <a:xfrm>
                <a:off x="1644776" y="3680894"/>
                <a:ext cx="6501777" cy="430887"/>
              </a:xfrm>
              <a:prstGeom prst="rect">
                <a:avLst/>
              </a:prstGeom>
              <a:blipFill>
                <a:blip r:embed="rId21"/>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1231213" y="4258404"/>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≈48</m:t>
                      </m:r>
                    </m:oMath>
                  </m:oMathPara>
                </a14:m>
                <a:endParaRPr lang="en-AU" sz="2200" dirty="0"/>
              </a:p>
            </p:txBody>
          </p:sp>
        </mc:Choice>
        <mc:Fallback>
          <p:sp>
            <p:nvSpPr>
              <p:cNvPr id="28" name="TextBox 27"/>
              <p:cNvSpPr txBox="1">
                <a:spLocks noRot="1" noChangeAspect="1" noMove="1" noResize="1" noEditPoints="1" noAdjustHandles="1" noChangeArrowheads="1" noChangeShapeType="1" noTextEdit="1"/>
              </p:cNvSpPr>
              <p:nvPr/>
            </p:nvSpPr>
            <p:spPr>
              <a:xfrm>
                <a:off x="1231213" y="4258404"/>
                <a:ext cx="6501777" cy="430887"/>
              </a:xfrm>
              <a:prstGeom prst="rect">
                <a:avLst/>
              </a:prstGeom>
              <a:blipFill>
                <a:blip r:embed="rId22"/>
                <a:stretch>
                  <a:fillRect/>
                </a:stretch>
              </a:blipFill>
            </p:spPr>
            <p:txBody>
              <a:bodyPr/>
              <a:lstStyle/>
              <a:p>
                <a:r>
                  <a:rPr lang="en-AU">
                    <a:noFill/>
                  </a:rPr>
                  <a:t> </a:t>
                </a:r>
              </a:p>
            </p:txBody>
          </p:sp>
        </mc:Fallback>
      </mc:AlternateContent>
      <p:pic>
        <p:nvPicPr>
          <p:cNvPr id="29" name="Picture 28"/>
          <p:cNvPicPr>
            <a:picLocks noChangeAspect="1"/>
          </p:cNvPicPr>
          <p:nvPr/>
        </p:nvPicPr>
        <p:blipFill>
          <a:blip r:embed="rId23"/>
          <a:stretch>
            <a:fillRect/>
          </a:stretch>
        </p:blipFill>
        <p:spPr>
          <a:xfrm>
            <a:off x="7977947" y="4459220"/>
            <a:ext cx="3876675" cy="2247900"/>
          </a:xfrm>
          <a:prstGeom prst="rect">
            <a:avLst/>
          </a:prstGeom>
        </p:spPr>
      </p:pic>
      <p:sp>
        <p:nvSpPr>
          <p:cNvPr id="30" name="TextBox 29"/>
          <p:cNvSpPr txBox="1"/>
          <p:nvPr/>
        </p:nvSpPr>
        <p:spPr>
          <a:xfrm>
            <a:off x="8275283" y="3515957"/>
            <a:ext cx="3114559" cy="769441"/>
          </a:xfrm>
          <a:prstGeom prst="rect">
            <a:avLst/>
          </a:prstGeom>
          <a:noFill/>
        </p:spPr>
        <p:txBody>
          <a:bodyPr wrap="square" rtlCol="0">
            <a:spAutoFit/>
          </a:bodyPr>
          <a:lstStyle/>
          <a:p>
            <a:pPr algn="ctr"/>
            <a:r>
              <a:rPr lang="en-AU" sz="2200" dirty="0" smtClean="0"/>
              <a:t>Can also use cosine rule on E-activity:</a:t>
            </a:r>
            <a:endParaRPr lang="en-AU" sz="2200" dirty="0"/>
          </a:p>
        </p:txBody>
      </p:sp>
      <mc:AlternateContent xmlns:mc="http://schemas.openxmlformats.org/markup-compatibility/2006">
        <mc:Choice xmlns:a14="http://schemas.microsoft.com/office/drawing/2010/main" Requires="a14">
          <p:sp>
            <p:nvSpPr>
              <p:cNvPr id="22" name="TextBox 21"/>
              <p:cNvSpPr txBox="1"/>
              <p:nvPr/>
            </p:nvSpPr>
            <p:spPr>
              <a:xfrm>
                <a:off x="164538" y="1807701"/>
                <a:ext cx="2300296" cy="430887"/>
              </a:xfrm>
              <a:prstGeom prst="rect">
                <a:avLst/>
              </a:prstGeom>
              <a:noFill/>
            </p:spPr>
            <p:txBody>
              <a:bodyPr wrap="square" rtlCol="0">
                <a:spAutoFit/>
              </a:bodyPr>
              <a:lstStyle/>
              <a:p>
                <a:r>
                  <a:rPr lang="en-AU" sz="2200" dirty="0" smtClean="0"/>
                  <a:t>Calculate </a:t>
                </a:r>
                <a14:m>
                  <m:oMath xmlns:m="http://schemas.openxmlformats.org/officeDocument/2006/math">
                    <m:r>
                      <a:rPr lang="en-AU" sz="2200" b="0" i="1" smtClean="0">
                        <a:latin typeface="Cambria Math" panose="02040503050406030204" pitchFamily="18" charset="0"/>
                      </a:rPr>
                      <m:t>𝑥</m:t>
                    </m:r>
                  </m:oMath>
                </a14:m>
                <a:endParaRPr lang="en-AU" sz="2200" dirty="0"/>
              </a:p>
            </p:txBody>
          </p:sp>
        </mc:Choice>
        <mc:Fallback>
          <p:sp>
            <p:nvSpPr>
              <p:cNvPr id="22" name="TextBox 21"/>
              <p:cNvSpPr txBox="1">
                <a:spLocks noRot="1" noChangeAspect="1" noMove="1" noResize="1" noEditPoints="1" noAdjustHandles="1" noChangeArrowheads="1" noChangeShapeType="1" noTextEdit="1"/>
              </p:cNvSpPr>
              <p:nvPr/>
            </p:nvSpPr>
            <p:spPr>
              <a:xfrm>
                <a:off x="164538" y="1807701"/>
                <a:ext cx="2300296" cy="430887"/>
              </a:xfrm>
              <a:prstGeom prst="rect">
                <a:avLst/>
              </a:prstGeom>
              <a:blipFill>
                <a:blip r:embed="rId24"/>
                <a:stretch>
                  <a:fillRect l="-3448" t="-10000" b="-28571"/>
                </a:stretch>
              </a:blipFill>
            </p:spPr>
            <p:txBody>
              <a:bodyPr/>
              <a:lstStyle/>
              <a:p>
                <a:r>
                  <a:rPr lang="en-AU">
                    <a:noFill/>
                  </a:rPr>
                  <a:t> </a:t>
                </a:r>
              </a:p>
            </p:txBody>
          </p:sp>
        </mc:Fallback>
      </mc:AlternateContent>
    </p:spTree>
    <p:extLst>
      <p:ext uri="{BB962C8B-B14F-4D97-AF65-F5344CB8AC3E}">
        <p14:creationId xmlns:p14="http://schemas.microsoft.com/office/powerpoint/2010/main" val="369989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7" grpId="0"/>
      <p:bldP spid="2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4461" y="1976315"/>
            <a:ext cx="3676650" cy="2238375"/>
          </a:xfrm>
          <a:prstGeom prst="rect">
            <a:avLst/>
          </a:prstGeom>
        </p:spPr>
      </p:pic>
      <p:sp>
        <p:nvSpPr>
          <p:cNvPr id="5" name="TextBox 4"/>
          <p:cNvSpPr txBox="1"/>
          <p:nvPr/>
        </p:nvSpPr>
        <p:spPr>
          <a:xfrm>
            <a:off x="1" y="0"/>
            <a:ext cx="1402453"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6" name="Picture 5"/>
          <p:cNvPicPr>
            <a:picLocks noChangeAspect="1"/>
          </p:cNvPicPr>
          <p:nvPr/>
        </p:nvPicPr>
        <p:blipFill>
          <a:blip r:embed="rId3"/>
          <a:stretch>
            <a:fillRect/>
          </a:stretch>
        </p:blipFill>
        <p:spPr>
          <a:xfrm>
            <a:off x="3085633" y="84291"/>
            <a:ext cx="3429000" cy="2247900"/>
          </a:xfrm>
          <a:prstGeom prst="rect">
            <a:avLst/>
          </a:prstGeom>
        </p:spPr>
      </p:pic>
      <p:sp>
        <p:nvSpPr>
          <p:cNvPr id="7" name="TextBox 6"/>
          <p:cNvSpPr txBox="1"/>
          <p:nvPr/>
        </p:nvSpPr>
        <p:spPr>
          <a:xfrm>
            <a:off x="6030553" y="387220"/>
            <a:ext cx="6114699" cy="1446550"/>
          </a:xfrm>
          <a:prstGeom prst="rect">
            <a:avLst/>
          </a:prstGeom>
          <a:noFill/>
          <a:ln>
            <a:solidFill>
              <a:schemeClr val="tx1"/>
            </a:solidFill>
          </a:ln>
        </p:spPr>
        <p:txBody>
          <a:bodyPr wrap="square" rtlCol="0">
            <a:spAutoFit/>
          </a:bodyPr>
          <a:lstStyle/>
          <a:p>
            <a:pPr algn="ctr"/>
            <a:r>
              <a:rPr lang="en-AU" sz="2200" dirty="0" smtClean="0"/>
              <a:t>The square of any side of a triangle is equal to the sum of the squares of the other two sides take away twice the product of the other two sides multiplied by the cosine of the angle between them.</a:t>
            </a:r>
            <a:endParaRPr lang="en-AU" sz="2200" dirty="0"/>
          </a:p>
        </p:txBody>
      </p:sp>
      <p:pic>
        <p:nvPicPr>
          <p:cNvPr id="8" name="Picture 7"/>
          <p:cNvPicPr>
            <a:picLocks noChangeAspect="1"/>
          </p:cNvPicPr>
          <p:nvPr/>
        </p:nvPicPr>
        <p:blipFill>
          <a:blip r:embed="rId4"/>
          <a:stretch>
            <a:fillRect/>
          </a:stretch>
        </p:blipFill>
        <p:spPr>
          <a:xfrm>
            <a:off x="255978" y="780839"/>
            <a:ext cx="3244892" cy="940898"/>
          </a:xfrm>
          <a:prstGeom prst="rect">
            <a:avLst/>
          </a:prstGeom>
          <a:ln>
            <a:solidFill>
              <a:schemeClr val="tx1"/>
            </a:solidFill>
          </a:ln>
        </p:spPr>
      </p:pic>
      <mc:AlternateContent xmlns:mc="http://schemas.openxmlformats.org/markup-compatibility/2006">
        <mc:Choice xmlns:p14="http://schemas.microsoft.com/office/powerpoint/2010/main" Requires="p14">
          <p:contentPart p14:bwMode="auto" r:id="rId5">
            <p14:nvContentPartPr>
              <p14:cNvPr id="10" name="Ink 9"/>
              <p14:cNvContentPartPr/>
              <p14:nvPr/>
            </p14:nvContentPartPr>
            <p14:xfrm>
              <a:off x="391594" y="2012981"/>
              <a:ext cx="1452600" cy="2329920"/>
            </p14:xfrm>
          </p:contentPart>
        </mc:Choice>
        <mc:Fallback>
          <p:pic>
            <p:nvPicPr>
              <p:cNvPr id="10" name="Ink 9"/>
              <p:cNvPicPr/>
              <p:nvPr/>
            </p:nvPicPr>
            <p:blipFill>
              <a:blip r:embed="rId6"/>
              <a:stretch>
                <a:fillRect/>
              </a:stretch>
            </p:blipFill>
            <p:spPr>
              <a:xfrm>
                <a:off x="377914" y="1994261"/>
                <a:ext cx="1482840" cy="23666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p14:cNvContentPartPr/>
              <p14:nvPr/>
            </p14:nvContentPartPr>
            <p14:xfrm>
              <a:off x="2825194" y="2633981"/>
              <a:ext cx="103320" cy="132480"/>
            </p14:xfrm>
          </p:contentPart>
        </mc:Choice>
        <mc:Fallback>
          <p:pic>
            <p:nvPicPr>
              <p:cNvPr id="16" name="Ink 15"/>
              <p:cNvPicPr/>
              <p:nvPr/>
            </p:nvPicPr>
            <p:blipFill>
              <a:blip r:embed="rId8"/>
              <a:stretch>
                <a:fillRect/>
              </a:stretch>
            </p:blipFill>
            <p:spPr>
              <a:xfrm>
                <a:off x="2810794" y="2621741"/>
                <a:ext cx="127080" cy="161280"/>
              </a:xfrm>
              <a:prstGeom prst="rect">
                <a:avLst/>
              </a:prstGeom>
            </p:spPr>
          </p:pic>
        </mc:Fallback>
      </mc:AlternateContent>
      <mc:AlternateContent xmlns:mc="http://schemas.openxmlformats.org/markup-compatibility/2006">
        <mc:Choice xmlns:a14="http://schemas.microsoft.com/office/drawing/2010/main" Requires="a14">
          <p:sp>
            <p:nvSpPr>
              <p:cNvPr id="17" name="TextBox 16"/>
              <p:cNvSpPr txBox="1"/>
              <p:nvPr/>
            </p:nvSpPr>
            <p:spPr>
              <a:xfrm>
                <a:off x="3263744" y="2418285"/>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8.3</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5.2</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6.9</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5.2</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6.9</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𝑥</m:t>
                          </m:r>
                        </m:e>
                      </m:func>
                    </m:oMath>
                  </m:oMathPara>
                </a14:m>
                <a:endParaRPr lang="en-AU" sz="2200" dirty="0"/>
              </a:p>
            </p:txBody>
          </p:sp>
        </mc:Choice>
        <mc:Fallback>
          <p:sp>
            <p:nvSpPr>
              <p:cNvPr id="17" name="TextBox 16"/>
              <p:cNvSpPr txBox="1">
                <a:spLocks noRot="1" noChangeAspect="1" noMove="1" noResize="1" noEditPoints="1" noAdjustHandles="1" noChangeArrowheads="1" noChangeShapeType="1" noTextEdit="1"/>
              </p:cNvSpPr>
              <p:nvPr/>
            </p:nvSpPr>
            <p:spPr>
              <a:xfrm>
                <a:off x="3263744" y="2418285"/>
                <a:ext cx="6501777" cy="430887"/>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3342281" y="3020943"/>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200" i="1" smtClean="0">
                              <a:latin typeface="Cambria Math" panose="02040503050406030204" pitchFamily="18" charset="0"/>
                            </a:rPr>
                          </m:ctrlPr>
                        </m:sSupPr>
                        <m:e>
                          <m:r>
                            <a:rPr lang="en-AU" sz="2200" b="0" i="1" smtClean="0">
                              <a:latin typeface="Cambria Math" panose="02040503050406030204" pitchFamily="18" charset="0"/>
                            </a:rPr>
                            <m:t>8.3</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5.2</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sSup>
                        <m:sSupPr>
                          <m:ctrlPr>
                            <a:rPr lang="en-AU" sz="2200" b="0" i="1" smtClean="0">
                              <a:latin typeface="Cambria Math" panose="02040503050406030204" pitchFamily="18" charset="0"/>
                            </a:rPr>
                          </m:ctrlPr>
                        </m:sSupPr>
                        <m:e>
                          <m:r>
                            <a:rPr lang="en-AU" sz="2200" b="0" i="1" smtClean="0">
                              <a:latin typeface="Cambria Math" panose="02040503050406030204" pitchFamily="18" charset="0"/>
                            </a:rPr>
                            <m:t>6.9</m:t>
                          </m:r>
                        </m:e>
                        <m:sup>
                          <m:r>
                            <a:rPr lang="en-AU" sz="2200" b="0" i="1" smtClean="0">
                              <a:latin typeface="Cambria Math" panose="02040503050406030204" pitchFamily="18" charset="0"/>
                            </a:rPr>
                            <m:t>2</m:t>
                          </m:r>
                        </m:sup>
                      </m:sSup>
                      <m:r>
                        <a:rPr lang="en-AU" sz="2200" b="0" i="1" smtClean="0">
                          <a:latin typeface="Cambria Math" panose="02040503050406030204" pitchFamily="18" charset="0"/>
                        </a:rPr>
                        <m:t>=</m:t>
                      </m:r>
                      <m:r>
                        <a:rPr lang="en-AU" sz="2200" b="0" i="1" smtClean="0">
                          <a:latin typeface="Cambria Math" panose="02040503050406030204" pitchFamily="18" charset="0"/>
                        </a:rPr>
                        <m:t>−2</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5.2</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6.9</m:t>
                      </m:r>
                      <m:r>
                        <a:rPr lang="en-AU" sz="2200" b="0" i="1" smtClean="0">
                          <a:latin typeface="Cambria Math" panose="02040503050406030204" pitchFamily="18" charset="0"/>
                          <a:ea typeface="Cambria Math" panose="02040503050406030204" pitchFamily="18" charset="0"/>
                        </a:rPr>
                        <m:t>×</m:t>
                      </m:r>
                      <m:func>
                        <m:funcPr>
                          <m:ctrlPr>
                            <a:rPr lang="en-AU" sz="2200" b="0" i="1" smtClean="0">
                              <a:latin typeface="Cambria Math" panose="02040503050406030204" pitchFamily="18" charset="0"/>
                              <a:ea typeface="Cambria Math" panose="02040503050406030204" pitchFamily="18" charset="0"/>
                            </a:rPr>
                          </m:ctrlPr>
                        </m:funcPr>
                        <m:fName>
                          <m:r>
                            <m:rPr>
                              <m:sty m:val="p"/>
                            </m:rPr>
                            <a:rPr lang="en-AU" sz="2200" b="0" i="0" smtClean="0">
                              <a:latin typeface="Cambria Math" panose="02040503050406030204" pitchFamily="18" charset="0"/>
                              <a:ea typeface="Cambria Math" panose="02040503050406030204" pitchFamily="18" charset="0"/>
                            </a:rPr>
                            <m:t>cos</m:t>
                          </m:r>
                        </m:fName>
                        <m:e>
                          <m:r>
                            <a:rPr lang="en-AU" sz="2200" b="0" i="1" smtClean="0">
                              <a:latin typeface="Cambria Math" panose="02040503050406030204" pitchFamily="18" charset="0"/>
                              <a:ea typeface="Cambria Math" panose="02040503050406030204" pitchFamily="18" charset="0"/>
                            </a:rPr>
                            <m:t>𝑥</m:t>
                          </m:r>
                        </m:e>
                      </m:func>
                    </m:oMath>
                  </m:oMathPara>
                </a14:m>
                <a:endParaRPr lang="en-AU" sz="2200" dirty="0"/>
              </a:p>
            </p:txBody>
          </p:sp>
        </mc:Choice>
        <mc:Fallback>
          <p:sp>
            <p:nvSpPr>
              <p:cNvPr id="18" name="TextBox 17"/>
              <p:cNvSpPr txBox="1">
                <a:spLocks noRot="1" noChangeAspect="1" noMove="1" noResize="1" noEditPoints="1" noAdjustHandles="1" noChangeArrowheads="1" noChangeShapeType="1" noTextEdit="1"/>
              </p:cNvSpPr>
              <p:nvPr/>
            </p:nvSpPr>
            <p:spPr>
              <a:xfrm>
                <a:off x="3342281" y="3020943"/>
                <a:ext cx="6501777" cy="430887"/>
              </a:xfrm>
              <a:prstGeom prst="rect">
                <a:avLst/>
              </a:prstGeom>
              <a:blipFill>
                <a:blip r:embed="rId10"/>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2360563" y="3586100"/>
                <a:ext cx="6501777" cy="7716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AU" sz="2200" i="1">
                              <a:latin typeface="Cambria Math" panose="02040503050406030204" pitchFamily="18" charset="0"/>
                            </a:rPr>
                          </m:ctrlPr>
                        </m:funcPr>
                        <m:fName>
                          <m:r>
                            <m:rPr>
                              <m:sty m:val="p"/>
                            </m:rPr>
                            <a:rPr lang="en-AU" sz="2200">
                              <a:latin typeface="Cambria Math" panose="02040503050406030204" pitchFamily="18" charset="0"/>
                            </a:rPr>
                            <m:t>cos</m:t>
                          </m:r>
                        </m:fName>
                        <m:e>
                          <m:r>
                            <a:rPr lang="en-AU" sz="2200" i="1">
                              <a:latin typeface="Cambria Math" panose="02040503050406030204" pitchFamily="18" charset="0"/>
                            </a:rPr>
                            <m:t>𝑥</m:t>
                          </m:r>
                          <m:r>
                            <a:rPr lang="en-AU" sz="2200" i="1">
                              <a:latin typeface="Cambria Math" panose="02040503050406030204" pitchFamily="18" charset="0"/>
                            </a:rPr>
                            <m:t>=</m:t>
                          </m:r>
                        </m:e>
                      </m:func>
                      <m:f>
                        <m:fPr>
                          <m:ctrlPr>
                            <a:rPr lang="en-AU" sz="2200" i="1">
                              <a:latin typeface="Cambria Math" panose="02040503050406030204" pitchFamily="18" charset="0"/>
                            </a:rPr>
                          </m:ctrlPr>
                        </m:fPr>
                        <m:num>
                          <m:sSup>
                            <m:sSupPr>
                              <m:ctrlPr>
                                <a:rPr lang="en-AU" sz="2200" i="1">
                                  <a:latin typeface="Cambria Math" panose="02040503050406030204" pitchFamily="18" charset="0"/>
                                </a:rPr>
                              </m:ctrlPr>
                            </m:sSupPr>
                            <m:e>
                              <m:r>
                                <a:rPr lang="en-AU" sz="2200" i="1">
                                  <a:latin typeface="Cambria Math" panose="02040503050406030204" pitchFamily="18" charset="0"/>
                                </a:rPr>
                                <m:t>8.3</m:t>
                              </m:r>
                            </m:e>
                            <m:sup>
                              <m:r>
                                <a:rPr lang="en-AU" sz="2200" i="1">
                                  <a:latin typeface="Cambria Math" panose="02040503050406030204" pitchFamily="18" charset="0"/>
                                </a:rPr>
                                <m:t>2</m:t>
                              </m:r>
                            </m:sup>
                          </m:sSup>
                          <m:r>
                            <a:rPr lang="en-AU" sz="2200" i="1">
                              <a:latin typeface="Cambria Math" panose="02040503050406030204" pitchFamily="18" charset="0"/>
                            </a:rPr>
                            <m:t>−</m:t>
                          </m:r>
                          <m:sSup>
                            <m:sSupPr>
                              <m:ctrlPr>
                                <a:rPr lang="en-AU" sz="2200" i="1">
                                  <a:latin typeface="Cambria Math" panose="02040503050406030204" pitchFamily="18" charset="0"/>
                                </a:rPr>
                              </m:ctrlPr>
                            </m:sSupPr>
                            <m:e>
                              <m:r>
                                <a:rPr lang="en-AU" sz="2200" i="1">
                                  <a:latin typeface="Cambria Math" panose="02040503050406030204" pitchFamily="18" charset="0"/>
                                </a:rPr>
                                <m:t>5.2</m:t>
                              </m:r>
                            </m:e>
                            <m:sup>
                              <m:r>
                                <a:rPr lang="en-AU" sz="2200" i="1">
                                  <a:latin typeface="Cambria Math" panose="02040503050406030204" pitchFamily="18" charset="0"/>
                                </a:rPr>
                                <m:t>2</m:t>
                              </m:r>
                            </m:sup>
                          </m:sSup>
                          <m:r>
                            <a:rPr lang="en-AU" sz="2200" i="1">
                              <a:latin typeface="Cambria Math" panose="02040503050406030204" pitchFamily="18" charset="0"/>
                            </a:rPr>
                            <m:t>−</m:t>
                          </m:r>
                          <m:sSup>
                            <m:sSupPr>
                              <m:ctrlPr>
                                <a:rPr lang="en-AU" sz="2200" i="1">
                                  <a:latin typeface="Cambria Math" panose="02040503050406030204" pitchFamily="18" charset="0"/>
                                </a:rPr>
                              </m:ctrlPr>
                            </m:sSupPr>
                            <m:e>
                              <m:r>
                                <a:rPr lang="en-AU" sz="2200" i="1">
                                  <a:latin typeface="Cambria Math" panose="02040503050406030204" pitchFamily="18" charset="0"/>
                                </a:rPr>
                                <m:t>6.9</m:t>
                              </m:r>
                            </m:e>
                            <m:sup>
                              <m:r>
                                <a:rPr lang="en-AU" sz="2200" i="1">
                                  <a:latin typeface="Cambria Math" panose="02040503050406030204" pitchFamily="18" charset="0"/>
                                </a:rPr>
                                <m:t>2</m:t>
                              </m:r>
                            </m:sup>
                          </m:sSup>
                        </m:num>
                        <m:den>
                          <m:r>
                            <a:rPr lang="en-AU" sz="2200" i="1">
                              <a:latin typeface="Cambria Math" panose="02040503050406030204" pitchFamily="18" charset="0"/>
                            </a:rPr>
                            <m:t>−2</m:t>
                          </m:r>
                          <m:r>
                            <a:rPr lang="en-AU" sz="2200" i="1">
                              <a:latin typeface="Cambria Math" panose="02040503050406030204" pitchFamily="18" charset="0"/>
                              <a:ea typeface="Cambria Math" panose="02040503050406030204" pitchFamily="18" charset="0"/>
                            </a:rPr>
                            <m:t>×5.2×6.9</m:t>
                          </m:r>
                        </m:den>
                      </m:f>
                    </m:oMath>
                  </m:oMathPara>
                </a14:m>
                <a:endParaRPr lang="en-AU" sz="2200" dirty="0"/>
              </a:p>
            </p:txBody>
          </p:sp>
        </mc:Choice>
        <mc:Fallback>
          <p:sp>
            <p:nvSpPr>
              <p:cNvPr id="19" name="TextBox 18"/>
              <p:cNvSpPr txBox="1">
                <a:spLocks noRot="1" noChangeAspect="1" noMove="1" noResize="1" noEditPoints="1" noAdjustHandles="1" noChangeArrowheads="1" noChangeShapeType="1" noTextEdit="1"/>
              </p:cNvSpPr>
              <p:nvPr/>
            </p:nvSpPr>
            <p:spPr>
              <a:xfrm>
                <a:off x="2360563" y="3586100"/>
                <a:ext cx="6501777" cy="771686"/>
              </a:xfrm>
              <a:prstGeom prst="rect">
                <a:avLst/>
              </a:prstGeom>
              <a:blipFill>
                <a:blip r:embed="rId11"/>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1721044" y="4505175"/>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AU" sz="2200" i="1" smtClean="0">
                              <a:latin typeface="Cambria Math" panose="02040503050406030204" pitchFamily="18" charset="0"/>
                            </a:rPr>
                          </m:ctrlPr>
                        </m:funcPr>
                        <m:fName>
                          <m:r>
                            <m:rPr>
                              <m:sty m:val="p"/>
                            </m:rPr>
                            <a:rPr lang="en-AU" sz="2200">
                              <a:latin typeface="Cambria Math" panose="02040503050406030204" pitchFamily="18" charset="0"/>
                            </a:rPr>
                            <m:t>cos</m:t>
                          </m:r>
                        </m:fName>
                        <m:e>
                          <m:r>
                            <a:rPr lang="en-AU" sz="2200" i="1">
                              <a:latin typeface="Cambria Math" panose="02040503050406030204" pitchFamily="18" charset="0"/>
                            </a:rPr>
                            <m:t>𝑥</m:t>
                          </m:r>
                          <m:r>
                            <a:rPr lang="en-AU" sz="2200" i="1">
                              <a:latin typeface="Cambria Math" panose="02040503050406030204" pitchFamily="18" charset="0"/>
                            </a:rPr>
                            <m:t>=</m:t>
                          </m:r>
                        </m:e>
                      </m:func>
                      <m:r>
                        <a:rPr lang="en-AU" sz="2200" b="0" i="0" smtClean="0">
                          <a:latin typeface="Cambria Math" panose="02040503050406030204" pitchFamily="18" charset="0"/>
                        </a:rPr>
                        <m:t>0.0803</m:t>
                      </m:r>
                    </m:oMath>
                  </m:oMathPara>
                </a14:m>
                <a:endParaRPr lang="en-AU" sz="2200" dirty="0"/>
              </a:p>
            </p:txBody>
          </p:sp>
        </mc:Choice>
        <mc:Fallback>
          <p:sp>
            <p:nvSpPr>
              <p:cNvPr id="20" name="TextBox 19"/>
              <p:cNvSpPr txBox="1">
                <a:spLocks noRot="1" noChangeAspect="1" noMove="1" noResize="1" noEditPoints="1" noAdjustHandles="1" noChangeArrowheads="1" noChangeShapeType="1" noTextEdit="1"/>
              </p:cNvSpPr>
              <p:nvPr/>
            </p:nvSpPr>
            <p:spPr>
              <a:xfrm>
                <a:off x="1721044" y="4505175"/>
                <a:ext cx="6501777" cy="430887"/>
              </a:xfrm>
              <a:prstGeom prst="rect">
                <a:avLst/>
              </a:prstGeom>
              <a:blipFill>
                <a:blip r:embed="rId12"/>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2035192" y="5083451"/>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rPr>
                        <m:t>=85.3961</m:t>
                      </m:r>
                    </m:oMath>
                  </m:oMathPara>
                </a14:m>
                <a:endParaRPr lang="en-AU" sz="2200" dirty="0"/>
              </a:p>
            </p:txBody>
          </p:sp>
        </mc:Choice>
        <mc:Fallback>
          <p:sp>
            <p:nvSpPr>
              <p:cNvPr id="21" name="TextBox 20"/>
              <p:cNvSpPr txBox="1">
                <a:spLocks noRot="1" noChangeAspect="1" noMove="1" noResize="1" noEditPoints="1" noAdjustHandles="1" noChangeArrowheads="1" noChangeShapeType="1" noTextEdit="1"/>
              </p:cNvSpPr>
              <p:nvPr/>
            </p:nvSpPr>
            <p:spPr>
              <a:xfrm>
                <a:off x="2035192" y="5083451"/>
                <a:ext cx="6501777" cy="430887"/>
              </a:xfrm>
              <a:prstGeom prst="rect">
                <a:avLst/>
              </a:prstGeom>
              <a:blipFill>
                <a:blip r:embed="rId13"/>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1793970" y="5611695"/>
                <a:ext cx="65017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0" i="1" smtClean="0">
                          <a:latin typeface="Cambria Math" panose="02040503050406030204" pitchFamily="18" charset="0"/>
                        </a:rPr>
                        <m:t>𝑥</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rPr>
                        <m:t>85.4</m:t>
                      </m:r>
                    </m:oMath>
                  </m:oMathPara>
                </a14:m>
                <a:endParaRPr lang="en-AU" sz="2200" dirty="0"/>
              </a:p>
            </p:txBody>
          </p:sp>
        </mc:Choice>
        <mc:Fallback>
          <p:sp>
            <p:nvSpPr>
              <p:cNvPr id="22" name="TextBox 21"/>
              <p:cNvSpPr txBox="1">
                <a:spLocks noRot="1" noChangeAspect="1" noMove="1" noResize="1" noEditPoints="1" noAdjustHandles="1" noChangeArrowheads="1" noChangeShapeType="1" noTextEdit="1"/>
              </p:cNvSpPr>
              <p:nvPr/>
            </p:nvSpPr>
            <p:spPr>
              <a:xfrm>
                <a:off x="1793970" y="5611695"/>
                <a:ext cx="6501777" cy="430887"/>
              </a:xfrm>
              <a:prstGeom prst="rect">
                <a:avLst/>
              </a:prstGeom>
              <a:blipFill>
                <a:blip r:embed="rId14"/>
                <a:stretch>
                  <a:fillRect/>
                </a:stretch>
              </a:blipFill>
            </p:spPr>
            <p:txBody>
              <a:bodyPr/>
              <a:lstStyle/>
              <a:p>
                <a:r>
                  <a:rPr lang="en-AU">
                    <a:noFill/>
                  </a:rPr>
                  <a:t> </a:t>
                </a:r>
              </a:p>
            </p:txBody>
          </p:sp>
        </mc:Fallback>
      </mc:AlternateContent>
      <p:sp>
        <p:nvSpPr>
          <p:cNvPr id="23" name="TextBox 22"/>
          <p:cNvSpPr txBox="1"/>
          <p:nvPr/>
        </p:nvSpPr>
        <p:spPr>
          <a:xfrm>
            <a:off x="8275283" y="3515957"/>
            <a:ext cx="3114559" cy="769441"/>
          </a:xfrm>
          <a:prstGeom prst="rect">
            <a:avLst/>
          </a:prstGeom>
          <a:noFill/>
        </p:spPr>
        <p:txBody>
          <a:bodyPr wrap="square" rtlCol="0">
            <a:spAutoFit/>
          </a:bodyPr>
          <a:lstStyle/>
          <a:p>
            <a:pPr algn="ctr"/>
            <a:r>
              <a:rPr lang="en-AU" sz="2200" dirty="0" smtClean="0"/>
              <a:t>Can also use cosine rule on E-activity:</a:t>
            </a:r>
            <a:endParaRPr lang="en-AU" sz="2200" dirty="0"/>
          </a:p>
        </p:txBody>
      </p:sp>
      <p:pic>
        <p:nvPicPr>
          <p:cNvPr id="24" name="Picture 23"/>
          <p:cNvPicPr>
            <a:picLocks noChangeAspect="1"/>
          </p:cNvPicPr>
          <p:nvPr/>
        </p:nvPicPr>
        <p:blipFill>
          <a:blip r:embed="rId15"/>
          <a:stretch>
            <a:fillRect/>
          </a:stretch>
        </p:blipFill>
        <p:spPr>
          <a:xfrm>
            <a:off x="8486958" y="4640616"/>
            <a:ext cx="2902884" cy="1797382"/>
          </a:xfrm>
          <a:prstGeom prst="rect">
            <a:avLst/>
          </a:prstGeom>
        </p:spPr>
      </p:pic>
      <p:pic>
        <p:nvPicPr>
          <p:cNvPr id="25" name="Picture 24"/>
          <p:cNvPicPr>
            <a:picLocks noChangeAspect="1"/>
          </p:cNvPicPr>
          <p:nvPr/>
        </p:nvPicPr>
        <p:blipFill>
          <a:blip r:embed="rId3"/>
          <a:stretch>
            <a:fillRect/>
          </a:stretch>
        </p:blipFill>
        <p:spPr>
          <a:xfrm>
            <a:off x="3085633" y="-61564"/>
            <a:ext cx="3429000" cy="2247900"/>
          </a:xfrm>
          <a:prstGeom prst="rect">
            <a:avLst/>
          </a:prstGeom>
        </p:spPr>
      </p:pic>
      <p:pic>
        <p:nvPicPr>
          <p:cNvPr id="26" name="Picture 25"/>
          <p:cNvPicPr>
            <a:picLocks noChangeAspect="1"/>
          </p:cNvPicPr>
          <p:nvPr/>
        </p:nvPicPr>
        <p:blipFill>
          <a:blip r:embed="rId4"/>
          <a:stretch>
            <a:fillRect/>
          </a:stretch>
        </p:blipFill>
        <p:spPr>
          <a:xfrm>
            <a:off x="255978" y="634984"/>
            <a:ext cx="3244892" cy="940898"/>
          </a:xfrm>
          <a:prstGeom prst="rect">
            <a:avLst/>
          </a:prstGeom>
          <a:ln>
            <a:solidFill>
              <a:schemeClr val="tx1"/>
            </a:solidFill>
          </a:ln>
        </p:spPr>
      </p:pic>
      <mc:AlternateContent xmlns:mc="http://schemas.openxmlformats.org/markup-compatibility/2006">
        <mc:Choice xmlns:a14="http://schemas.microsoft.com/office/drawing/2010/main" Requires="a14">
          <p:sp>
            <p:nvSpPr>
              <p:cNvPr id="27" name="TextBox 26"/>
              <p:cNvSpPr txBox="1"/>
              <p:nvPr/>
            </p:nvSpPr>
            <p:spPr>
              <a:xfrm>
                <a:off x="164538" y="1807701"/>
                <a:ext cx="2300296" cy="430887"/>
              </a:xfrm>
              <a:prstGeom prst="rect">
                <a:avLst/>
              </a:prstGeom>
              <a:noFill/>
            </p:spPr>
            <p:txBody>
              <a:bodyPr wrap="square" rtlCol="0">
                <a:spAutoFit/>
              </a:bodyPr>
              <a:lstStyle/>
              <a:p>
                <a:r>
                  <a:rPr lang="en-AU" sz="2200" dirty="0" smtClean="0"/>
                  <a:t>Calculate </a:t>
                </a:r>
                <a14:m>
                  <m:oMath xmlns:m="http://schemas.openxmlformats.org/officeDocument/2006/math">
                    <m:r>
                      <a:rPr lang="en-AU" sz="2200" b="0" i="1" smtClean="0">
                        <a:latin typeface="Cambria Math" panose="02040503050406030204" pitchFamily="18" charset="0"/>
                      </a:rPr>
                      <m:t>𝑥</m:t>
                    </m:r>
                  </m:oMath>
                </a14:m>
                <a:endParaRPr lang="en-AU" sz="2200" dirty="0"/>
              </a:p>
            </p:txBody>
          </p:sp>
        </mc:Choice>
        <mc:Fallback>
          <p:sp>
            <p:nvSpPr>
              <p:cNvPr id="27" name="TextBox 26"/>
              <p:cNvSpPr txBox="1">
                <a:spLocks noRot="1" noChangeAspect="1" noMove="1" noResize="1" noEditPoints="1" noAdjustHandles="1" noChangeArrowheads="1" noChangeShapeType="1" noTextEdit="1"/>
              </p:cNvSpPr>
              <p:nvPr/>
            </p:nvSpPr>
            <p:spPr>
              <a:xfrm>
                <a:off x="164538" y="1807701"/>
                <a:ext cx="2300296" cy="430887"/>
              </a:xfrm>
              <a:prstGeom prst="rect">
                <a:avLst/>
              </a:prstGeom>
              <a:blipFill>
                <a:blip r:embed="rId16"/>
                <a:stretch>
                  <a:fillRect l="-3448" t="-10000" b="-28571"/>
                </a:stretch>
              </a:blipFill>
            </p:spPr>
            <p:txBody>
              <a:bodyPr/>
              <a:lstStyle/>
              <a:p>
                <a:r>
                  <a:rPr lang="en-AU">
                    <a:noFill/>
                  </a:rPr>
                  <a:t> </a:t>
                </a:r>
              </a:p>
            </p:txBody>
          </p:sp>
        </mc:Fallback>
      </mc:AlternateContent>
    </p:spTree>
    <p:extLst>
      <p:ext uri="{BB962C8B-B14F-4D97-AF65-F5344CB8AC3E}">
        <p14:creationId xmlns:p14="http://schemas.microsoft.com/office/powerpoint/2010/main" val="182654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085633" y="-61564"/>
            <a:ext cx="3429000" cy="2247900"/>
          </a:xfrm>
          <a:prstGeom prst="rect">
            <a:avLst/>
          </a:prstGeom>
        </p:spPr>
      </p:pic>
      <p:pic>
        <p:nvPicPr>
          <p:cNvPr id="4" name="Picture 3"/>
          <p:cNvPicPr>
            <a:picLocks noChangeAspect="1"/>
          </p:cNvPicPr>
          <p:nvPr/>
        </p:nvPicPr>
        <p:blipFill>
          <a:blip r:embed="rId3"/>
          <a:stretch>
            <a:fillRect/>
          </a:stretch>
        </p:blipFill>
        <p:spPr>
          <a:xfrm>
            <a:off x="564019" y="1897548"/>
            <a:ext cx="4343400" cy="2333625"/>
          </a:xfrm>
          <a:prstGeom prst="rect">
            <a:avLst/>
          </a:prstGeom>
        </p:spPr>
      </p:pic>
      <p:sp>
        <p:nvSpPr>
          <p:cNvPr id="6" name="TextBox 5"/>
          <p:cNvSpPr txBox="1"/>
          <p:nvPr/>
        </p:nvSpPr>
        <p:spPr>
          <a:xfrm>
            <a:off x="1" y="0"/>
            <a:ext cx="1402453"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8" name="Picture 7"/>
          <p:cNvPicPr>
            <a:picLocks noChangeAspect="1"/>
          </p:cNvPicPr>
          <p:nvPr/>
        </p:nvPicPr>
        <p:blipFill>
          <a:blip r:embed="rId4"/>
          <a:stretch>
            <a:fillRect/>
          </a:stretch>
        </p:blipFill>
        <p:spPr>
          <a:xfrm>
            <a:off x="255978" y="634984"/>
            <a:ext cx="3244892" cy="940898"/>
          </a:xfrm>
          <a:prstGeom prst="rect">
            <a:avLst/>
          </a:prstGeom>
          <a:ln>
            <a:solidFill>
              <a:schemeClr val="tx1"/>
            </a:solidFill>
          </a:ln>
        </p:spPr>
      </p:pic>
      <mc:AlternateContent xmlns:mc="http://schemas.openxmlformats.org/markup-compatibility/2006">
        <mc:Choice xmlns:p14="http://schemas.microsoft.com/office/powerpoint/2010/main" Requires="p14">
          <p:contentPart p14:bwMode="auto" r:id="rId5">
            <p14:nvContentPartPr>
              <p14:cNvPr id="9" name="Ink 8"/>
              <p14:cNvContentPartPr/>
              <p14:nvPr/>
            </p14:nvContentPartPr>
            <p14:xfrm>
              <a:off x="2171794" y="3571061"/>
              <a:ext cx="293040" cy="133200"/>
            </p14:xfrm>
          </p:contentPart>
        </mc:Choice>
        <mc:Fallback>
          <p:pic>
            <p:nvPicPr>
              <p:cNvPr id="9" name="Ink 8"/>
              <p:cNvPicPr/>
              <p:nvPr/>
            </p:nvPicPr>
            <p:blipFill>
              <a:blip r:embed="rId6"/>
              <a:stretch>
                <a:fillRect/>
              </a:stretch>
            </p:blipFill>
            <p:spPr>
              <a:xfrm>
                <a:off x="2159914" y="3554861"/>
                <a:ext cx="31824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p14:cNvContentPartPr/>
              <p14:nvPr/>
            </p14:nvContentPartPr>
            <p14:xfrm>
              <a:off x="1475194" y="2558741"/>
              <a:ext cx="1329840" cy="1635120"/>
            </p14:xfrm>
          </p:contentPart>
        </mc:Choice>
        <mc:Fallback>
          <p:pic>
            <p:nvPicPr>
              <p:cNvPr id="17" name="Ink 16"/>
              <p:cNvPicPr/>
              <p:nvPr/>
            </p:nvPicPr>
            <p:blipFill>
              <a:blip r:embed="rId8"/>
              <a:stretch>
                <a:fillRect/>
              </a:stretch>
            </p:blipFill>
            <p:spPr>
              <a:xfrm>
                <a:off x="1461154" y="2545061"/>
                <a:ext cx="1359720" cy="1663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4" name="Ink 23"/>
              <p14:cNvContentPartPr/>
              <p14:nvPr/>
            </p14:nvContentPartPr>
            <p14:xfrm>
              <a:off x="3414154" y="3108461"/>
              <a:ext cx="1114920" cy="210960"/>
            </p14:xfrm>
          </p:contentPart>
        </mc:Choice>
        <mc:Fallback>
          <p:pic>
            <p:nvPicPr>
              <p:cNvPr id="24" name="Ink 23"/>
              <p:cNvPicPr/>
              <p:nvPr/>
            </p:nvPicPr>
            <p:blipFill>
              <a:blip r:embed="rId10"/>
              <a:stretch>
                <a:fillRect/>
              </a:stretch>
            </p:blipFill>
            <p:spPr>
              <a:xfrm>
                <a:off x="3402634" y="3092981"/>
                <a:ext cx="113472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6" name="Ink 25"/>
              <p14:cNvContentPartPr/>
              <p14:nvPr/>
            </p14:nvContentPartPr>
            <p14:xfrm>
              <a:off x="3447634" y="4054181"/>
              <a:ext cx="134280" cy="156960"/>
            </p14:xfrm>
          </p:contentPart>
        </mc:Choice>
        <mc:Fallback>
          <p:pic>
            <p:nvPicPr>
              <p:cNvPr id="26" name="Ink 25"/>
              <p:cNvPicPr/>
              <p:nvPr/>
            </p:nvPicPr>
            <p:blipFill>
              <a:blip r:embed="rId12"/>
              <a:stretch>
                <a:fillRect/>
              </a:stretch>
            </p:blipFill>
            <p:spPr>
              <a:xfrm>
                <a:off x="3435754" y="4041581"/>
                <a:ext cx="1602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8" name="Ink 27"/>
              <p14:cNvContentPartPr/>
              <p14:nvPr/>
            </p14:nvContentPartPr>
            <p14:xfrm>
              <a:off x="2842474" y="3561341"/>
              <a:ext cx="66600" cy="142200"/>
            </p14:xfrm>
          </p:contentPart>
        </mc:Choice>
        <mc:Fallback>
          <p:pic>
            <p:nvPicPr>
              <p:cNvPr id="28" name="Ink 27"/>
              <p:cNvPicPr/>
              <p:nvPr/>
            </p:nvPicPr>
            <p:blipFill>
              <a:blip r:embed="rId14"/>
              <a:stretch>
                <a:fillRect/>
              </a:stretch>
            </p:blipFill>
            <p:spPr>
              <a:xfrm>
                <a:off x="2830954" y="3543341"/>
                <a:ext cx="9612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0" name="Ink 29"/>
              <p14:cNvContentPartPr/>
              <p14:nvPr/>
            </p14:nvContentPartPr>
            <p14:xfrm>
              <a:off x="2556274" y="3461621"/>
              <a:ext cx="217440" cy="95040"/>
            </p14:xfrm>
          </p:contentPart>
        </mc:Choice>
        <mc:Fallback>
          <p:pic>
            <p:nvPicPr>
              <p:cNvPr id="30" name="Ink 29"/>
              <p:cNvPicPr/>
              <p:nvPr/>
            </p:nvPicPr>
            <p:blipFill>
              <a:blip r:embed="rId16"/>
              <a:stretch>
                <a:fillRect/>
              </a:stretch>
            </p:blipFill>
            <p:spPr>
              <a:xfrm>
                <a:off x="2541154" y="3443981"/>
                <a:ext cx="24300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2" name="Ink 31"/>
              <p14:cNvContentPartPr/>
              <p14:nvPr/>
            </p14:nvContentPartPr>
            <p14:xfrm>
              <a:off x="3514594" y="2526701"/>
              <a:ext cx="150120" cy="107640"/>
            </p14:xfrm>
          </p:contentPart>
        </mc:Choice>
        <mc:Fallback>
          <p:pic>
            <p:nvPicPr>
              <p:cNvPr id="32" name="Ink 31"/>
              <p:cNvPicPr/>
              <p:nvPr/>
            </p:nvPicPr>
            <p:blipFill>
              <a:blip r:embed="rId18"/>
              <a:stretch>
                <a:fillRect/>
              </a:stretch>
            </p:blipFill>
            <p:spPr>
              <a:xfrm>
                <a:off x="3500194" y="2512661"/>
                <a:ext cx="177480" cy="134640"/>
              </a:xfrm>
              <a:prstGeom prst="rect">
                <a:avLst/>
              </a:prstGeom>
            </p:spPr>
          </p:pic>
        </mc:Fallback>
      </mc:AlternateContent>
      <p:pic>
        <p:nvPicPr>
          <p:cNvPr id="33" name="Picture 32"/>
          <p:cNvPicPr>
            <a:picLocks noChangeAspect="1"/>
          </p:cNvPicPr>
          <p:nvPr/>
        </p:nvPicPr>
        <p:blipFill>
          <a:blip r:embed="rId19"/>
          <a:stretch>
            <a:fillRect/>
          </a:stretch>
        </p:blipFill>
        <p:spPr>
          <a:xfrm>
            <a:off x="504367" y="4715861"/>
            <a:ext cx="2781930" cy="1693947"/>
          </a:xfrm>
          <a:prstGeom prst="rect">
            <a:avLst/>
          </a:prstGeom>
        </p:spPr>
      </p:pic>
      <mc:AlternateContent xmlns:mc="http://schemas.openxmlformats.org/markup-compatibility/2006">
        <mc:Choice xmlns:a14="http://schemas.microsoft.com/office/drawing/2010/main" Requires="a14">
          <p:sp>
            <p:nvSpPr>
              <p:cNvPr id="34" name="TextBox 33"/>
              <p:cNvSpPr txBox="1"/>
              <p:nvPr/>
            </p:nvSpPr>
            <p:spPr>
              <a:xfrm>
                <a:off x="-694615" y="4249627"/>
                <a:ext cx="65017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000" i="1" smtClean="0">
                              <a:latin typeface="Cambria Math" panose="02040503050406030204" pitchFamily="18" charset="0"/>
                            </a:rPr>
                          </m:ctrlPr>
                        </m:sSupPr>
                        <m:e>
                          <m:r>
                            <a:rPr lang="en-AU" sz="2000" b="0" i="1" smtClean="0">
                              <a:latin typeface="Cambria Math" panose="02040503050406030204" pitchFamily="18" charset="0"/>
                            </a:rPr>
                            <m:t>68</m:t>
                          </m:r>
                        </m:e>
                        <m:sup>
                          <m:r>
                            <a:rPr lang="en-AU" sz="2000" b="0" i="1" smtClean="0">
                              <a:latin typeface="Cambria Math" panose="02040503050406030204" pitchFamily="18" charset="0"/>
                            </a:rPr>
                            <m:t>2</m:t>
                          </m:r>
                        </m:sup>
                      </m:sSup>
                      <m:r>
                        <a:rPr lang="en-AU" sz="2000" b="0" i="1" smtClean="0">
                          <a:latin typeface="Cambria Math" panose="02040503050406030204" pitchFamily="18" charset="0"/>
                        </a:rPr>
                        <m:t>=</m:t>
                      </m:r>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41</m:t>
                          </m:r>
                        </m:e>
                        <m:sup>
                          <m:r>
                            <a:rPr lang="en-AU" sz="2000" b="0" i="1" smtClean="0">
                              <a:latin typeface="Cambria Math" panose="02040503050406030204" pitchFamily="18" charset="0"/>
                            </a:rPr>
                            <m:t>2</m:t>
                          </m:r>
                        </m:sup>
                      </m:sSup>
                      <m:r>
                        <a:rPr lang="en-AU" sz="2000" b="0" i="1" smtClean="0">
                          <a:latin typeface="Cambria Math" panose="02040503050406030204" pitchFamily="18" charset="0"/>
                        </a:rPr>
                        <m:t>+</m:t>
                      </m:r>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37</m:t>
                          </m:r>
                        </m:e>
                        <m:sup>
                          <m:r>
                            <a:rPr lang="en-AU" sz="2000" b="0" i="1" smtClean="0">
                              <a:latin typeface="Cambria Math" panose="02040503050406030204" pitchFamily="18" charset="0"/>
                            </a:rPr>
                            <m:t>2</m:t>
                          </m:r>
                        </m:sup>
                      </m:sSup>
                      <m:r>
                        <a:rPr lang="en-AU" sz="2000" b="0" i="1" smtClean="0">
                          <a:latin typeface="Cambria Math" panose="02040503050406030204" pitchFamily="18" charset="0"/>
                        </a:rPr>
                        <m:t>−2</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41</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37</m:t>
                      </m:r>
                      <m:r>
                        <a:rPr lang="en-AU" sz="2000" b="0" i="1" smtClean="0">
                          <a:latin typeface="Cambria Math" panose="02040503050406030204" pitchFamily="18" charset="0"/>
                          <a:ea typeface="Cambria Math" panose="02040503050406030204" pitchFamily="18" charset="0"/>
                        </a:rPr>
                        <m:t>×</m:t>
                      </m:r>
                      <m:func>
                        <m:funcPr>
                          <m:ctrlPr>
                            <a:rPr lang="en-AU" sz="2000" b="0" i="1" smtClean="0">
                              <a:latin typeface="Cambria Math" panose="02040503050406030204" pitchFamily="18" charset="0"/>
                              <a:ea typeface="Cambria Math" panose="02040503050406030204" pitchFamily="18" charset="0"/>
                            </a:rPr>
                          </m:ctrlPr>
                        </m:funcPr>
                        <m:fName>
                          <m:r>
                            <m:rPr>
                              <m:sty m:val="p"/>
                            </m:rPr>
                            <a:rPr lang="en-AU" sz="2000" b="0" i="0" smtClean="0">
                              <a:latin typeface="Cambria Math" panose="02040503050406030204" pitchFamily="18" charset="0"/>
                              <a:ea typeface="Cambria Math" panose="02040503050406030204" pitchFamily="18" charset="0"/>
                            </a:rPr>
                            <m:t>cos</m:t>
                          </m:r>
                        </m:fName>
                        <m:e>
                          <m:r>
                            <a:rPr lang="en-AU" sz="2000" b="0" i="1" smtClean="0">
                              <a:latin typeface="Cambria Math" panose="02040503050406030204" pitchFamily="18" charset="0"/>
                              <a:ea typeface="Cambria Math" panose="02040503050406030204" pitchFamily="18" charset="0"/>
                            </a:rPr>
                            <m:t>&lt;</m:t>
                          </m:r>
                          <m:r>
                            <a:rPr lang="en-AU" sz="2000" b="0" i="1" smtClean="0">
                              <a:latin typeface="Cambria Math" panose="02040503050406030204" pitchFamily="18" charset="0"/>
                              <a:ea typeface="Cambria Math" panose="02040503050406030204" pitchFamily="18" charset="0"/>
                            </a:rPr>
                            <m:t>𝐵𝐴𝐶</m:t>
                          </m:r>
                        </m:e>
                      </m:func>
                    </m:oMath>
                  </m:oMathPara>
                </a14:m>
                <a:endParaRPr lang="en-AU" sz="2000" dirty="0"/>
              </a:p>
            </p:txBody>
          </p:sp>
        </mc:Choice>
        <mc:Fallback>
          <p:sp>
            <p:nvSpPr>
              <p:cNvPr id="34" name="TextBox 33"/>
              <p:cNvSpPr txBox="1">
                <a:spLocks noRot="1" noChangeAspect="1" noMove="1" noResize="1" noEditPoints="1" noAdjustHandles="1" noChangeArrowheads="1" noChangeShapeType="1" noTextEdit="1"/>
              </p:cNvSpPr>
              <p:nvPr/>
            </p:nvSpPr>
            <p:spPr>
              <a:xfrm>
                <a:off x="-694615" y="4249627"/>
                <a:ext cx="6501777" cy="400110"/>
              </a:xfrm>
              <a:prstGeom prst="rect">
                <a:avLst/>
              </a:prstGeom>
              <a:blipFill>
                <a:blip r:embed="rId20"/>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5" name="TextBox 34"/>
              <p:cNvSpPr txBox="1"/>
              <p:nvPr/>
            </p:nvSpPr>
            <p:spPr>
              <a:xfrm>
                <a:off x="318824" y="6457890"/>
                <a:ext cx="2766809"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&lt;</m:t>
                      </m:r>
                      <m:r>
                        <a:rPr lang="en-AU" sz="2000" b="0" i="1" smtClean="0">
                          <a:latin typeface="Cambria Math" panose="02040503050406030204" pitchFamily="18" charset="0"/>
                        </a:rPr>
                        <m:t>𝐵𝐴𝐶</m:t>
                      </m:r>
                      <m:r>
                        <a:rPr lang="en-AU" sz="2000" b="0" i="1" smtClean="0">
                          <a:latin typeface="Cambria Math" panose="02040503050406030204" pitchFamily="18" charset="0"/>
                        </a:rPr>
                        <m:t>=121.251</m:t>
                      </m:r>
                    </m:oMath>
                  </m:oMathPara>
                </a14:m>
                <a:endParaRPr lang="en-AU" sz="2000" dirty="0"/>
              </a:p>
            </p:txBody>
          </p:sp>
        </mc:Choice>
        <mc:Fallback>
          <p:sp>
            <p:nvSpPr>
              <p:cNvPr id="35" name="TextBox 34"/>
              <p:cNvSpPr txBox="1">
                <a:spLocks noRot="1" noChangeAspect="1" noMove="1" noResize="1" noEditPoints="1" noAdjustHandles="1" noChangeArrowheads="1" noChangeShapeType="1" noTextEdit="1"/>
              </p:cNvSpPr>
              <p:nvPr/>
            </p:nvSpPr>
            <p:spPr>
              <a:xfrm>
                <a:off x="318824" y="6457890"/>
                <a:ext cx="2766809" cy="400110"/>
              </a:xfrm>
              <a:prstGeom prst="rect">
                <a:avLst/>
              </a:prstGeom>
              <a:blipFill>
                <a:blip r:embed="rId21"/>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6" name="TextBox 35"/>
              <p:cNvSpPr txBox="1"/>
              <p:nvPr/>
            </p:nvSpPr>
            <p:spPr>
              <a:xfrm>
                <a:off x="5555670" y="378854"/>
                <a:ext cx="65017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000" i="1" smtClean="0">
                              <a:latin typeface="Cambria Math" panose="02040503050406030204" pitchFamily="18" charset="0"/>
                            </a:rPr>
                          </m:ctrlPr>
                        </m:sSupPr>
                        <m:e>
                          <m:r>
                            <a:rPr lang="en-AU" sz="2000" b="0" i="1" smtClean="0">
                              <a:latin typeface="Cambria Math" panose="02040503050406030204" pitchFamily="18" charset="0"/>
                            </a:rPr>
                            <m:t>21</m:t>
                          </m:r>
                        </m:e>
                        <m:sup>
                          <m:r>
                            <a:rPr lang="en-AU" sz="2000" b="0" i="1" smtClean="0">
                              <a:latin typeface="Cambria Math" panose="02040503050406030204" pitchFamily="18" charset="0"/>
                            </a:rPr>
                            <m:t>2</m:t>
                          </m:r>
                        </m:sup>
                      </m:sSup>
                      <m:r>
                        <a:rPr lang="en-AU" sz="2000" b="0" i="1" smtClean="0">
                          <a:latin typeface="Cambria Math" panose="02040503050406030204" pitchFamily="18" charset="0"/>
                        </a:rPr>
                        <m:t>=</m:t>
                      </m:r>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48</m:t>
                          </m:r>
                        </m:e>
                        <m:sup>
                          <m:r>
                            <a:rPr lang="en-AU" sz="2000" b="0" i="1" smtClean="0">
                              <a:latin typeface="Cambria Math" panose="02040503050406030204" pitchFamily="18" charset="0"/>
                            </a:rPr>
                            <m:t>2</m:t>
                          </m:r>
                        </m:sup>
                      </m:sSup>
                      <m:r>
                        <a:rPr lang="en-AU" sz="2000" b="0" i="1" smtClean="0">
                          <a:latin typeface="Cambria Math" panose="02040503050406030204" pitchFamily="18" charset="0"/>
                        </a:rPr>
                        <m:t>+</m:t>
                      </m:r>
                      <m:sSup>
                        <m:sSupPr>
                          <m:ctrlPr>
                            <a:rPr lang="en-AU" sz="2000" b="0" i="1" smtClean="0">
                              <a:latin typeface="Cambria Math" panose="02040503050406030204" pitchFamily="18" charset="0"/>
                            </a:rPr>
                          </m:ctrlPr>
                        </m:sSupPr>
                        <m:e>
                          <m:r>
                            <a:rPr lang="en-AU" sz="2000" b="0" i="1" smtClean="0">
                              <a:latin typeface="Cambria Math" panose="02040503050406030204" pitchFamily="18" charset="0"/>
                            </a:rPr>
                            <m:t>33</m:t>
                          </m:r>
                        </m:e>
                        <m:sup>
                          <m:r>
                            <a:rPr lang="en-AU" sz="2000" b="0" i="1" smtClean="0">
                              <a:latin typeface="Cambria Math" panose="02040503050406030204" pitchFamily="18" charset="0"/>
                            </a:rPr>
                            <m:t>2</m:t>
                          </m:r>
                        </m:sup>
                      </m:sSup>
                      <m:r>
                        <a:rPr lang="en-AU" sz="2000" b="0" i="1" smtClean="0">
                          <a:latin typeface="Cambria Math" panose="02040503050406030204" pitchFamily="18" charset="0"/>
                        </a:rPr>
                        <m:t>−2</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48</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33</m:t>
                      </m:r>
                      <m:r>
                        <a:rPr lang="en-AU" sz="2000" b="0" i="1" smtClean="0">
                          <a:latin typeface="Cambria Math" panose="02040503050406030204" pitchFamily="18" charset="0"/>
                          <a:ea typeface="Cambria Math" panose="02040503050406030204" pitchFamily="18" charset="0"/>
                        </a:rPr>
                        <m:t>×</m:t>
                      </m:r>
                      <m:func>
                        <m:funcPr>
                          <m:ctrlPr>
                            <a:rPr lang="en-AU" sz="2000" b="0" i="1" smtClean="0">
                              <a:latin typeface="Cambria Math" panose="02040503050406030204" pitchFamily="18" charset="0"/>
                              <a:ea typeface="Cambria Math" panose="02040503050406030204" pitchFamily="18" charset="0"/>
                            </a:rPr>
                          </m:ctrlPr>
                        </m:funcPr>
                        <m:fName>
                          <m:r>
                            <m:rPr>
                              <m:sty m:val="p"/>
                            </m:rPr>
                            <a:rPr lang="en-AU" sz="2000" b="0" i="0" smtClean="0">
                              <a:latin typeface="Cambria Math" panose="02040503050406030204" pitchFamily="18" charset="0"/>
                              <a:ea typeface="Cambria Math" panose="02040503050406030204" pitchFamily="18" charset="0"/>
                            </a:rPr>
                            <m:t>cos</m:t>
                          </m:r>
                        </m:fName>
                        <m:e>
                          <m:r>
                            <a:rPr lang="en-AU" sz="2000" b="0" i="1" smtClean="0">
                              <a:latin typeface="Cambria Math" panose="02040503050406030204" pitchFamily="18" charset="0"/>
                              <a:ea typeface="Cambria Math" panose="02040503050406030204" pitchFamily="18" charset="0"/>
                            </a:rPr>
                            <m:t>&lt;</m:t>
                          </m:r>
                          <m:r>
                            <a:rPr lang="en-AU" sz="2000" b="0" i="1" smtClean="0">
                              <a:latin typeface="Cambria Math" panose="02040503050406030204" pitchFamily="18" charset="0"/>
                              <a:ea typeface="Cambria Math" panose="02040503050406030204" pitchFamily="18" charset="0"/>
                            </a:rPr>
                            <m:t>𝐷𝐴𝐸</m:t>
                          </m:r>
                        </m:e>
                      </m:func>
                    </m:oMath>
                  </m:oMathPara>
                </a14:m>
                <a:endParaRPr lang="en-AU" sz="2000" dirty="0"/>
              </a:p>
            </p:txBody>
          </p:sp>
        </mc:Choice>
        <mc:Fallback>
          <p:sp>
            <p:nvSpPr>
              <p:cNvPr id="36" name="TextBox 35"/>
              <p:cNvSpPr txBox="1">
                <a:spLocks noRot="1" noChangeAspect="1" noMove="1" noResize="1" noEditPoints="1" noAdjustHandles="1" noChangeArrowheads="1" noChangeShapeType="1" noTextEdit="1"/>
              </p:cNvSpPr>
              <p:nvPr/>
            </p:nvSpPr>
            <p:spPr>
              <a:xfrm>
                <a:off x="5555670" y="378854"/>
                <a:ext cx="6501777" cy="400110"/>
              </a:xfrm>
              <a:prstGeom prst="rect">
                <a:avLst/>
              </a:prstGeom>
              <a:blipFill>
                <a:blip r:embed="rId22"/>
                <a:stretch>
                  <a:fillRect/>
                </a:stretch>
              </a:blipFill>
            </p:spPr>
            <p:txBody>
              <a:bodyPr/>
              <a:lstStyle/>
              <a:p>
                <a:r>
                  <a:rPr lang="en-AU">
                    <a:noFill/>
                  </a:rPr>
                  <a:t> </a:t>
                </a:r>
              </a:p>
            </p:txBody>
          </p:sp>
        </mc:Fallback>
      </mc:AlternateContent>
      <p:pic>
        <p:nvPicPr>
          <p:cNvPr id="37" name="Picture 36"/>
          <p:cNvPicPr>
            <a:picLocks noChangeAspect="1"/>
          </p:cNvPicPr>
          <p:nvPr/>
        </p:nvPicPr>
        <p:blipFill>
          <a:blip r:embed="rId23"/>
          <a:stretch>
            <a:fillRect/>
          </a:stretch>
        </p:blipFill>
        <p:spPr>
          <a:xfrm>
            <a:off x="6410471" y="898945"/>
            <a:ext cx="2448792" cy="1546935"/>
          </a:xfrm>
          <a:prstGeom prst="rect">
            <a:avLst/>
          </a:prstGeom>
        </p:spPr>
      </p:pic>
      <mc:AlternateContent xmlns:mc="http://schemas.openxmlformats.org/markup-compatibility/2006">
        <mc:Choice xmlns:a14="http://schemas.microsoft.com/office/drawing/2010/main" Requires="a14">
          <p:sp>
            <p:nvSpPr>
              <p:cNvPr id="38" name="TextBox 37"/>
              <p:cNvSpPr txBox="1"/>
              <p:nvPr/>
            </p:nvSpPr>
            <p:spPr>
              <a:xfrm>
                <a:off x="6159330" y="2489912"/>
                <a:ext cx="2766809"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&lt;</m:t>
                      </m:r>
                      <m:r>
                        <a:rPr lang="en-AU" sz="2000" b="0" i="1" smtClean="0">
                          <a:latin typeface="Cambria Math" panose="02040503050406030204" pitchFamily="18" charset="0"/>
                        </a:rPr>
                        <m:t>𝐷𝐴𝐸</m:t>
                      </m:r>
                      <m:r>
                        <a:rPr lang="en-AU" sz="2000" b="0" i="1" smtClean="0">
                          <a:latin typeface="Cambria Math" panose="02040503050406030204" pitchFamily="18" charset="0"/>
                        </a:rPr>
                        <m:t>=21.280</m:t>
                      </m:r>
                    </m:oMath>
                  </m:oMathPara>
                </a14:m>
                <a:endParaRPr lang="en-AU" sz="2000" dirty="0"/>
              </a:p>
            </p:txBody>
          </p:sp>
        </mc:Choice>
        <mc:Fallback>
          <p:sp>
            <p:nvSpPr>
              <p:cNvPr id="38" name="TextBox 37"/>
              <p:cNvSpPr txBox="1">
                <a:spLocks noRot="1" noChangeAspect="1" noMove="1" noResize="1" noEditPoints="1" noAdjustHandles="1" noChangeArrowheads="1" noChangeShapeType="1" noTextEdit="1"/>
              </p:cNvSpPr>
              <p:nvPr/>
            </p:nvSpPr>
            <p:spPr>
              <a:xfrm>
                <a:off x="6159330" y="2489912"/>
                <a:ext cx="2766809" cy="400110"/>
              </a:xfrm>
              <a:prstGeom prst="rect">
                <a:avLst/>
              </a:prstGeom>
              <a:blipFill>
                <a:blip r:embed="rId2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6410471" y="3108461"/>
                <a:ext cx="4461352" cy="369332"/>
              </a:xfrm>
              <a:prstGeom prst="rect">
                <a:avLst/>
              </a:prstGeom>
              <a:noFill/>
            </p:spPr>
            <p:txBody>
              <a:bodyPr wrap="square" rtlCol="0">
                <a:spAutoFit/>
              </a:bodyPr>
              <a:lstStyle/>
              <a:p>
                <a14:m>
                  <m:oMath xmlns:m="http://schemas.openxmlformats.org/officeDocument/2006/math">
                    <m:r>
                      <a:rPr lang="en-AU" b="0" i="1" smtClean="0">
                        <a:latin typeface="Cambria Math" panose="02040503050406030204" pitchFamily="18" charset="0"/>
                      </a:rPr>
                      <m:t>&lt;</m:t>
                    </m:r>
                    <m:r>
                      <a:rPr lang="en-AU" b="0" i="1" smtClean="0">
                        <a:latin typeface="Cambria Math" panose="02040503050406030204" pitchFamily="18" charset="0"/>
                      </a:rPr>
                      <m:t>𝐶𝐴𝐷</m:t>
                    </m:r>
                    <m:r>
                      <a:rPr lang="en-AU" b="0" i="1" smtClean="0">
                        <a:latin typeface="Cambria Math" panose="02040503050406030204" pitchFamily="18" charset="0"/>
                      </a:rPr>
                      <m:t>=180− &lt;</m:t>
                    </m:r>
                    <m:r>
                      <a:rPr lang="en-AU" b="0" i="1" smtClean="0">
                        <a:latin typeface="Cambria Math" panose="02040503050406030204" pitchFamily="18" charset="0"/>
                      </a:rPr>
                      <m:t>𝐵𝐴𝐶</m:t>
                    </m:r>
                    <m:r>
                      <a:rPr lang="en-AU" b="0" i="1" smtClean="0">
                        <a:latin typeface="Cambria Math" panose="02040503050406030204" pitchFamily="18" charset="0"/>
                      </a:rPr>
                      <m:t>− &lt;</m:t>
                    </m:r>
                    <m:r>
                      <a:rPr lang="en-AU" b="0" i="1" smtClean="0">
                        <a:latin typeface="Cambria Math" panose="02040503050406030204" pitchFamily="18" charset="0"/>
                      </a:rPr>
                      <m:t>𝐷𝐴𝐸</m:t>
                    </m:r>
                  </m:oMath>
                </a14:m>
                <a:r>
                  <a:rPr lang="en-AU" dirty="0" smtClean="0"/>
                  <a:t> = 37.47</a:t>
                </a:r>
                <a:endParaRPr lang="en-AU" dirty="0"/>
              </a:p>
            </p:txBody>
          </p:sp>
        </mc:Choice>
        <mc:Fallback>
          <p:sp>
            <p:nvSpPr>
              <p:cNvPr id="39" name="TextBox 38"/>
              <p:cNvSpPr txBox="1">
                <a:spLocks noRot="1" noChangeAspect="1" noMove="1" noResize="1" noEditPoints="1" noAdjustHandles="1" noChangeArrowheads="1" noChangeShapeType="1" noTextEdit="1"/>
              </p:cNvSpPr>
              <p:nvPr/>
            </p:nvSpPr>
            <p:spPr>
              <a:xfrm>
                <a:off x="6410471" y="3108461"/>
                <a:ext cx="4461352" cy="369332"/>
              </a:xfrm>
              <a:prstGeom prst="rect">
                <a:avLst/>
              </a:prstGeom>
              <a:blipFill>
                <a:blip r:embed="rId25"/>
                <a:stretch>
                  <a:fillRect t="-9836" b="-24590"/>
                </a:stretch>
              </a:blipFill>
            </p:spPr>
            <p:txBody>
              <a:bodyPr/>
              <a:lstStyle/>
              <a:p>
                <a:r>
                  <a:rPr lang="en-AU">
                    <a:noFill/>
                  </a:rPr>
                  <a:t> </a:t>
                </a:r>
              </a:p>
            </p:txBody>
          </p:sp>
        </mc:Fallback>
      </mc:AlternateContent>
      <p:pic>
        <p:nvPicPr>
          <p:cNvPr id="40" name="Picture 39"/>
          <p:cNvPicPr>
            <a:picLocks noChangeAspect="1"/>
          </p:cNvPicPr>
          <p:nvPr/>
        </p:nvPicPr>
        <p:blipFill>
          <a:blip r:embed="rId26"/>
          <a:stretch>
            <a:fillRect/>
          </a:stretch>
        </p:blipFill>
        <p:spPr>
          <a:xfrm>
            <a:off x="6642489" y="3630851"/>
            <a:ext cx="2641756" cy="1565240"/>
          </a:xfrm>
          <a:prstGeom prst="rect">
            <a:avLst/>
          </a:prstGeom>
        </p:spPr>
      </p:pic>
      <mc:AlternateContent xmlns:mc="http://schemas.openxmlformats.org/markup-compatibility/2006">
        <mc:Choice xmlns:a14="http://schemas.microsoft.com/office/drawing/2010/main" Requires="a14">
          <p:sp>
            <p:nvSpPr>
              <p:cNvPr id="41" name="TextBox 40"/>
              <p:cNvSpPr txBox="1"/>
              <p:nvPr/>
            </p:nvSpPr>
            <p:spPr>
              <a:xfrm>
                <a:off x="5944170" y="5378168"/>
                <a:ext cx="3197128"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𝐶𝐷</m:t>
                      </m:r>
                      <m:r>
                        <a:rPr lang="en-AU" b="0" i="1" smtClean="0">
                          <a:latin typeface="Cambria Math" panose="02040503050406030204" pitchFamily="18" charset="0"/>
                        </a:rPr>
                        <m:t>=24.9 </m:t>
                      </m:r>
                      <m:r>
                        <a:rPr lang="en-AU" b="0" i="1" smtClean="0">
                          <a:latin typeface="Cambria Math" panose="02040503050406030204" pitchFamily="18" charset="0"/>
                        </a:rPr>
                        <m:t>𝑚𝑚</m:t>
                      </m:r>
                    </m:oMath>
                  </m:oMathPara>
                </a14:m>
                <a:endParaRPr lang="en-AU" dirty="0"/>
              </a:p>
            </p:txBody>
          </p:sp>
        </mc:Choice>
        <mc:Fallback>
          <p:sp>
            <p:nvSpPr>
              <p:cNvPr id="41" name="TextBox 40"/>
              <p:cNvSpPr txBox="1">
                <a:spLocks noRot="1" noChangeAspect="1" noMove="1" noResize="1" noEditPoints="1" noAdjustHandles="1" noChangeArrowheads="1" noChangeShapeType="1" noTextEdit="1"/>
              </p:cNvSpPr>
              <p:nvPr/>
            </p:nvSpPr>
            <p:spPr>
              <a:xfrm>
                <a:off x="5944170" y="5378168"/>
                <a:ext cx="3197128" cy="369332"/>
              </a:xfrm>
              <a:prstGeom prst="rect">
                <a:avLst/>
              </a:prstGeom>
              <a:blipFill>
                <a:blip r:embed="rId27"/>
                <a:stretch>
                  <a:fillRect/>
                </a:stretch>
              </a:blipFill>
            </p:spPr>
            <p:txBody>
              <a:bodyPr/>
              <a:lstStyle/>
              <a:p>
                <a:r>
                  <a:rPr lang="en-AU">
                    <a:noFill/>
                  </a:rPr>
                  <a:t> </a:t>
                </a:r>
              </a:p>
            </p:txBody>
          </p:sp>
        </mc:Fallback>
      </mc:AlternateContent>
      <p:sp>
        <p:nvSpPr>
          <p:cNvPr id="42" name="TextBox 41"/>
          <p:cNvSpPr txBox="1"/>
          <p:nvPr/>
        </p:nvSpPr>
        <p:spPr>
          <a:xfrm>
            <a:off x="164538" y="1807701"/>
            <a:ext cx="2300296" cy="430887"/>
          </a:xfrm>
          <a:prstGeom prst="rect">
            <a:avLst/>
          </a:prstGeom>
          <a:noFill/>
        </p:spPr>
        <p:txBody>
          <a:bodyPr wrap="square" rtlCol="0">
            <a:spAutoFit/>
          </a:bodyPr>
          <a:lstStyle/>
          <a:p>
            <a:r>
              <a:rPr lang="en-AU" sz="2200" dirty="0" smtClean="0"/>
              <a:t>Calculate CD</a:t>
            </a:r>
            <a:endParaRPr lang="en-AU" sz="2200" dirty="0"/>
          </a:p>
        </p:txBody>
      </p:sp>
      <p:sp>
        <p:nvSpPr>
          <p:cNvPr id="43" name="TextBox 42"/>
          <p:cNvSpPr txBox="1"/>
          <p:nvPr/>
        </p:nvSpPr>
        <p:spPr>
          <a:xfrm>
            <a:off x="1763607" y="-2216"/>
            <a:ext cx="2765467" cy="461665"/>
          </a:xfrm>
          <a:prstGeom prst="rect">
            <a:avLst/>
          </a:prstGeom>
          <a:solidFill>
            <a:srgbClr val="FFFF00"/>
          </a:solidFill>
        </p:spPr>
        <p:txBody>
          <a:bodyPr wrap="square" rtlCol="0">
            <a:spAutoFit/>
          </a:bodyPr>
          <a:lstStyle/>
          <a:p>
            <a:r>
              <a:rPr lang="en-AU" sz="2400" dirty="0" smtClean="0"/>
              <a:t>Now do exercise 11C</a:t>
            </a:r>
            <a:endParaRPr lang="en-AU" sz="2400" dirty="0"/>
          </a:p>
        </p:txBody>
      </p:sp>
    </p:spTree>
    <p:extLst>
      <p:ext uri="{BB962C8B-B14F-4D97-AF65-F5344CB8AC3E}">
        <p14:creationId xmlns:p14="http://schemas.microsoft.com/office/powerpoint/2010/main" val="278041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1"/>
      <p:bldP spid="36" grpId="0"/>
      <p:bldP spid="38" grpId="0"/>
      <p:bldP spid="39" grpId="0"/>
      <p:bldP spid="41" grpId="0"/>
      <p:bldP spid="4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TotalTime>
  <Words>992</Words>
  <Application>Microsoft Office PowerPoint</Application>
  <PresentationFormat>Widescreen</PresentationFormat>
  <Paragraphs>78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61</cp:revision>
  <dcterms:created xsi:type="dcterms:W3CDTF">2020-12-09T06:24:59Z</dcterms:created>
  <dcterms:modified xsi:type="dcterms:W3CDTF">2021-06-30T04:58:35Z</dcterms:modified>
</cp:coreProperties>
</file>