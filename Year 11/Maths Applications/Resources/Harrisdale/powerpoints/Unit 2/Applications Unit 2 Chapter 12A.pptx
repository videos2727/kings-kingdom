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5" r:id="rId4"/>
    <p:sldId id="264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If the number of $7 tickets is 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 		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200" dirty="0" smtClean="0"/>
              </a:p>
              <a:p>
                <a:endParaRPr lang="en-AU" sz="2200" dirty="0"/>
              </a:p>
              <a:p>
                <a:r>
                  <a:rPr lang="en-AU" sz="2200" dirty="0" smtClean="0"/>
                  <a:t>The number of $10 tickets will be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1200−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	           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1200−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200" dirty="0" smtClean="0"/>
                  <a:t> </a:t>
                </a:r>
                <a:endParaRPr lang="en-AU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blipFill>
                <a:blip r:embed="rId2"/>
                <a:stretch>
                  <a:fillRect l="-930" t="-2048" b="-6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68312" y="3177555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+10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1200−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3177555"/>
                <a:ext cx="3747356" cy="430887"/>
              </a:xfrm>
              <a:prstGeom prst="rect">
                <a:avLst/>
              </a:prstGeom>
              <a:blipFill>
                <a:blip r:embed="rId3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68312" y="3747590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+12000−10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3747590"/>
                <a:ext cx="3747356" cy="430887"/>
              </a:xfrm>
              <a:prstGeom prst="rect">
                <a:avLst/>
              </a:prstGeom>
              <a:blipFill>
                <a:blip r:embed="rId4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68312" y="4294882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12000−3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4294882"/>
                <a:ext cx="3747356" cy="430887"/>
              </a:xfrm>
              <a:prstGeom prst="rect">
                <a:avLst/>
              </a:prstGeom>
              <a:blipFill>
                <a:blip r:embed="rId5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905683" y="4641453"/>
            <a:ext cx="133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-12000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22912" y="4641453"/>
            <a:ext cx="1141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-12000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10818" y="5010785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=−2850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818" y="5010785"/>
                <a:ext cx="374735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354163" y="539485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</a:t>
            </a:r>
            <a:r>
              <a:rPr lang="en-A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22912" y="539485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49234" y="5635134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34" y="5635134"/>
                <a:ext cx="374735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-213173" y="5635134"/>
            <a:ext cx="6793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group should sell 950 tickets at $7 each and the remaining 250 tickets at $10 each.</a:t>
            </a:r>
            <a:endParaRPr lang="en-AU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2320506" y="52578"/>
            <a:ext cx="399978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Remember this Example?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4580424" y="6345756"/>
            <a:ext cx="595530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solve this we used only one variable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672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6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If the number of $7 tickets is 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 	          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200" dirty="0" smtClean="0"/>
              </a:p>
              <a:p>
                <a:endParaRPr lang="en-AU" sz="2200" dirty="0"/>
              </a:p>
              <a:p>
                <a:r>
                  <a:rPr lang="en-AU" sz="2200" dirty="0" smtClean="0"/>
                  <a:t>The number of $10 tickets will be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	           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blipFill>
                <a:blip r:embed="rId2"/>
                <a:stretch>
                  <a:fillRect l="-930" t="-2048" b="-6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320507" y="52578"/>
            <a:ext cx="54317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We could instead introduce two variables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60875" y="3019245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875" y="3019245"/>
                <a:ext cx="4554748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645215" y="3646931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215" y="3646931"/>
                <a:ext cx="4554748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206706" y="4743096"/>
            <a:ext cx="543176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These are called ‘simultaneous equations’ and can be solved to calculate the two variables.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1508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320507" y="52578"/>
            <a:ext cx="54317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Substitute in an equation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303034" y="2189066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𝑀𝑒𝑡h𝑜𝑑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𝑆𝑢𝑏𝑠𝑡𝑖𝑡𝑢𝑡𝑖𝑜𝑛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034" y="2189066"/>
                <a:ext cx="455474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25205" y="2621999"/>
                <a:ext cx="455474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Rearrange one equation to make one variable the subject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205" y="2621999"/>
                <a:ext cx="4554748" cy="1569660"/>
              </a:xfrm>
              <a:prstGeom prst="rect">
                <a:avLst/>
              </a:prstGeom>
              <a:blipFill>
                <a:blip r:embed="rId5"/>
                <a:stretch>
                  <a:fillRect l="-2142" t="-3101" b="-2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71522" y="4239547"/>
                <a:ext cx="52621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Substitute it into the second equation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1200−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522" y="4239547"/>
                <a:ext cx="5262113" cy="1200329"/>
              </a:xfrm>
              <a:prstGeom prst="rect">
                <a:avLst/>
              </a:prstGeom>
              <a:blipFill>
                <a:blip r:embed="rId6"/>
                <a:stretch>
                  <a:fillRect l="-1854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54911" y="5439876"/>
                <a:ext cx="5262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+12000−10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11" y="5439876"/>
                <a:ext cx="52621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54911" y="5851068"/>
                <a:ext cx="5262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=−2850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11" y="5851068"/>
                <a:ext cx="52621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54911" y="6312733"/>
                <a:ext cx="5262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11" y="6312733"/>
                <a:ext cx="526211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51465" y="4978211"/>
            <a:ext cx="5262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0" dirty="0" smtClean="0">
                <a:solidFill>
                  <a:srgbClr val="FF0000"/>
                </a:solidFill>
              </a:rPr>
              <a:t>Therefore they should sell 950 tickets at $7 and 250 at $10.</a:t>
            </a:r>
            <a:endParaRPr lang="en-A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2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320507" y="52578"/>
            <a:ext cx="54317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Eliminate a variable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303034" y="2189066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𝑀𝑒𝑡h𝑜𝑑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2−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𝐸𝑙𝑖𝑚𝑖𝑛𝑎𝑡𝑖𝑜𝑛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034" y="2189066"/>
                <a:ext cx="455474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25205" y="2621999"/>
                <a:ext cx="455474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Multiply one equation so it will have the same coefficient</a:t>
                </a:r>
                <a:endParaRPr lang="en-AU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205" y="2621999"/>
                <a:ext cx="4554748" cy="1569660"/>
              </a:xfrm>
              <a:prstGeom prst="rect">
                <a:avLst/>
              </a:prstGeom>
              <a:blipFill>
                <a:blip r:embed="rId5"/>
                <a:stretch>
                  <a:fillRect l="-2142" t="-3101" b="-42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71522" y="4314199"/>
                <a:ext cx="526211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Now subtract one equation from the other to eliminate a variable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=12000</m:t>
                      </m:r>
                    </m:oMath>
                  </m:oMathPara>
                </a14:m>
                <a:endParaRPr lang="en-AU" sz="2400" b="0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7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=9150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522" y="4314199"/>
                <a:ext cx="5262113" cy="1569660"/>
              </a:xfrm>
              <a:prstGeom prst="rect">
                <a:avLst/>
              </a:prstGeom>
              <a:blipFill>
                <a:blip r:embed="rId6"/>
                <a:stretch>
                  <a:fillRect l="-1854" t="-3113" b="-70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51465" y="4978211"/>
            <a:ext cx="5262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0" dirty="0" smtClean="0">
                <a:solidFill>
                  <a:srgbClr val="FF0000"/>
                </a:solidFill>
              </a:rPr>
              <a:t>Therefore they should sell 950 tickets at $7 and 250 at $10.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29887" y="6006399"/>
                <a:ext cx="5262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=2850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87" y="6006399"/>
                <a:ext cx="52621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29886" y="6396335"/>
                <a:ext cx="5262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=950</m:t>
                      </m:r>
                    </m:oMath>
                  </m:oMathPara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86" y="6396335"/>
                <a:ext cx="52621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22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320507" y="52578"/>
            <a:ext cx="54317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Eliminate a variable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272" y="3646930"/>
                <a:ext cx="4554748" cy="461665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936" y="4268033"/>
                <a:ext cx="4554748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06741" y="5449789"/>
            <a:ext cx="5262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0" dirty="0" smtClean="0">
                <a:solidFill>
                  <a:srgbClr val="FF0000"/>
                </a:solidFill>
              </a:rPr>
              <a:t>Therefore they should sell 950 tickets at $7 and 250 at $10.</a:t>
            </a:r>
            <a:endParaRPr lang="en-AU" sz="24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161" y="3467231"/>
            <a:ext cx="2577500" cy="3318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73345" y="1963960"/>
            <a:ext cx="5262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0" dirty="0" smtClean="0">
                <a:solidFill>
                  <a:srgbClr val="FF0000"/>
                </a:solidFill>
              </a:rPr>
              <a:t>We can also solve this by using the graphical tool on the </a:t>
            </a:r>
            <a:r>
              <a:rPr lang="en-AU" sz="2400" b="0" dirty="0" err="1" smtClean="0">
                <a:solidFill>
                  <a:srgbClr val="FF0000"/>
                </a:solidFill>
              </a:rPr>
              <a:t>classpad</a:t>
            </a:r>
            <a:r>
              <a:rPr lang="en-AU" sz="2400" b="0" dirty="0" smtClean="0">
                <a:solidFill>
                  <a:srgbClr val="FF0000"/>
                </a:solidFill>
              </a:rPr>
              <a:t>. The intersection of the two equations shows the simultaneous solution</a:t>
            </a:r>
            <a:endParaRPr lang="en-A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49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latin typeface="Cambria Math" panose="02040503050406030204" pitchFamily="18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=34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blipFill>
                <a:blip r:embed="rId2"/>
                <a:stretch>
                  <a:fillRect l="-2063" t="-4082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3811" y="2283124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From [2] we can create the equation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=34−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2283124"/>
                <a:ext cx="7556740" cy="461665"/>
              </a:xfrm>
              <a:prstGeom prst="rect">
                <a:avLst/>
              </a:prstGeom>
              <a:blipFill>
                <a:blip r:embed="rId3"/>
                <a:stretch>
                  <a:fillRect l="-1210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3811" y="3117964"/>
                <a:ext cx="86436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Substituting this into [1] we get        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=5(34−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)−10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3117964"/>
                <a:ext cx="8643668" cy="461665"/>
              </a:xfrm>
              <a:prstGeom prst="rect">
                <a:avLst/>
              </a:prstGeom>
              <a:blipFill>
                <a:blip r:embed="rId4"/>
                <a:stretch>
                  <a:fillRect l="-10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811" y="3952804"/>
                <a:ext cx="86436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Solving for the equation for x              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=170−5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3952804"/>
                <a:ext cx="8643668" cy="461665"/>
              </a:xfrm>
              <a:prstGeom prst="rect">
                <a:avLst/>
              </a:prstGeom>
              <a:blipFill>
                <a:blip r:embed="rId5"/>
                <a:stretch>
                  <a:fillRect l="-10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244197" y="4703302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=160−5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197" y="4703302"/>
                <a:ext cx="447135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907767" y="5338780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=160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5338780"/>
                <a:ext cx="447135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7767" y="5927457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5927457"/>
                <a:ext cx="447135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322389" y="5927456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89" y="5927456"/>
                <a:ext cx="4471358" cy="461665"/>
              </a:xfrm>
              <a:prstGeom prst="rect">
                <a:avLst/>
              </a:prstGeom>
              <a:blipFill>
                <a:blip r:embed="rId9"/>
                <a:stretch>
                  <a:fillRect l="-204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76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  <p:bldP spid="19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latin typeface="Cambria Math" panose="02040503050406030204" pitchFamily="18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+0.1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=161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=1050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blipFill>
                <a:blip r:embed="rId2"/>
                <a:stretch>
                  <a:fillRect l="-2063" t="-40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3811" y="1995950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Multiply [1] x10 to avoid decimals     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=1610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1995950"/>
                <a:ext cx="7556740" cy="461665"/>
              </a:xfrm>
              <a:prstGeom prst="rect">
                <a:avLst/>
              </a:prstGeom>
              <a:blipFill>
                <a:blip r:embed="rId3"/>
                <a:stretch>
                  <a:fillRect l="-121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3811" y="3117964"/>
                <a:ext cx="8896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Substituting this into [2] we get        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−3(1610−3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)=1050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3117964"/>
                <a:ext cx="8896710" cy="461665"/>
              </a:xfrm>
              <a:prstGeom prst="rect">
                <a:avLst/>
              </a:prstGeom>
              <a:blipFill>
                <a:blip r:embed="rId4"/>
                <a:stretch>
                  <a:fillRect l="-102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811" y="3952804"/>
                <a:ext cx="86436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Solving for the equation for A              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−4830+9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=1050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3952804"/>
                <a:ext cx="8643668" cy="461665"/>
              </a:xfrm>
              <a:prstGeom prst="rect">
                <a:avLst/>
              </a:prstGeom>
              <a:blipFill>
                <a:blip r:embed="rId5"/>
                <a:stretch>
                  <a:fillRect l="-10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46121" y="4709297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−4830=1050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121" y="4709297"/>
                <a:ext cx="447135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86710" y="5350897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=5880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10" y="5350897"/>
                <a:ext cx="447135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7767" y="5927457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=420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5927457"/>
                <a:ext cx="447135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322389" y="5927456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=1610−3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×420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89" y="5927456"/>
                <a:ext cx="4471358" cy="461665"/>
              </a:xfrm>
              <a:prstGeom prst="rect">
                <a:avLst/>
              </a:prstGeom>
              <a:blipFill>
                <a:blip r:embed="rId9"/>
                <a:stretch>
                  <a:fillRect l="-204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From [1] we can create the equation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=1610−3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blipFill>
                <a:blip r:embed="rId10"/>
                <a:stretch>
                  <a:fillRect l="-121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463952" y="6396335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=350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952" y="6396335"/>
                <a:ext cx="447135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15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  <p:bldP spid="19" grpId="0"/>
      <p:bldP spid="21" grpId="0"/>
      <p:bldP spid="22" grpId="0"/>
      <p:bldP spid="11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4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latin typeface="Cambria Math" panose="02040503050406030204" pitchFamily="18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=11    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blipFill>
                <a:blip r:embed="rId2"/>
                <a:stretch>
                  <a:fillRect l="-2063" t="-4082" b="-61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22476" y="826696"/>
            <a:ext cx="7556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Both equations involve +2y and therefore subtracting one equation from the other will eliminate the variable y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52490" y="3003070"/>
                <a:ext cx="2271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-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490" y="3003070"/>
                <a:ext cx="2271623" cy="461665"/>
              </a:xfrm>
              <a:prstGeom prst="rect">
                <a:avLst/>
              </a:prstGeom>
              <a:blipFill>
                <a:blip r:embed="rId3"/>
                <a:stretch>
                  <a:fillRect l="-4301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5532" y="5359506"/>
                <a:ext cx="7735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Substitute this into either equation to solve y</a:t>
                </a:r>
                <a:r>
                  <a:rPr lang="en-AU" sz="2400" b="0" dirty="0" smtClean="0">
                    <a:solidFill>
                      <a:srgbClr val="FF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5+2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" y="5359506"/>
                <a:ext cx="7735019" cy="461665"/>
              </a:xfrm>
              <a:prstGeom prst="rect">
                <a:avLst/>
              </a:prstGeom>
              <a:blipFill>
                <a:blip r:embed="rId7"/>
                <a:stretch>
                  <a:fillRect l="-1182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Equation [1] – [2] gives us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blipFill>
                <a:blip r:embed="rId8"/>
                <a:stretch>
                  <a:fillRect l="-121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94896" y="5821171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896" y="5821171"/>
                <a:ext cx="4471358" cy="461665"/>
              </a:xfrm>
              <a:prstGeom prst="rect">
                <a:avLst/>
              </a:prstGeom>
              <a:blipFill>
                <a:blip r:embed="rId9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 flipV="1">
            <a:off x="3752490" y="3513826"/>
            <a:ext cx="2390956" cy="172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790428" y="6282836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28" y="6282836"/>
                <a:ext cx="4471358" cy="461665"/>
              </a:xfrm>
              <a:prstGeom prst="rect">
                <a:avLst/>
              </a:prstGeom>
              <a:blipFill>
                <a:blip r:embed="rId10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𝑇h𝑒𝑟𝑒𝑓𝑜𝑟𝑒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𝑠𝑖𝑚𝑢𝑙𝑡𝑎𝑛𝑒𝑜𝑢𝑠</m:t>
                    </m:r>
                  </m:oMath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𝑡h𝑒𝑠𝑒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=−2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blipFill>
                <a:blip r:embed="rId11"/>
                <a:stretch>
                  <a:fillRect b="-35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06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  <p:bldP spid="19" grpId="0"/>
      <p:bldP spid="22" grpId="0"/>
      <p:bldP spid="11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latin typeface="Cambria Math" panose="02040503050406030204" pitchFamily="18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=6    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=26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blipFill>
                <a:blip r:embed="rId2"/>
                <a:stretch>
                  <a:fillRect l="-2063" t="-4082" b="-61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22476" y="826696"/>
            <a:ext cx="7556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One equation involves +2y and the other -2y, therefore adding one equation to the other will eliminate the variable y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545456" y="3052161"/>
                <a:ext cx="26339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+</a:t>
                </a:r>
                <a:r>
                  <a:rPr lang="en-AU" sz="2400" b="0" dirty="0" smtClean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456" y="3052161"/>
                <a:ext cx="2633934" cy="461665"/>
              </a:xfrm>
              <a:prstGeom prst="rect">
                <a:avLst/>
              </a:prstGeom>
              <a:blipFill>
                <a:blip r:embed="rId3"/>
                <a:stretch>
                  <a:fillRect l="-370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5532" y="5193078"/>
                <a:ext cx="81318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Substitute this into either equation to solve y</a:t>
                </a:r>
                <a:r>
                  <a:rPr lang="en-AU" sz="2400" b="0" dirty="0" smtClean="0">
                    <a:solidFill>
                      <a:srgbClr val="FF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" y="5193078"/>
                <a:ext cx="8131834" cy="461665"/>
              </a:xfrm>
              <a:prstGeom prst="rect">
                <a:avLst/>
              </a:prstGeom>
              <a:blipFill>
                <a:blip r:embed="rId7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Equation [1] + [2] gives us       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blipFill>
                <a:blip r:embed="rId8"/>
                <a:stretch>
                  <a:fillRect l="-121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13099" y="5590338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20−2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099" y="5590338"/>
                <a:ext cx="4471358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 flipV="1">
            <a:off x="3752490" y="3513826"/>
            <a:ext cx="2390956" cy="172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16307" y="5969884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=−14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307" y="5969884"/>
                <a:ext cx="4471358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𝑇h𝑒𝑟𝑒𝑓𝑜𝑟𝑒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𝑠𝑖𝑚𝑢𝑙𝑡𝑎𝑛𝑒𝑜𝑢𝑠</m:t>
                    </m:r>
                  </m:oMath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𝑡h𝑒𝑠𝑒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blipFill>
                <a:blip r:embed="rId11"/>
                <a:stretch>
                  <a:fillRect b="-35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262005" y="6349180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005" y="6349180"/>
                <a:ext cx="4471358" cy="461665"/>
              </a:xfrm>
              <a:prstGeom prst="rect">
                <a:avLst/>
              </a:prstGeom>
              <a:blipFill>
                <a:blip r:embed="rId1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76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  <p:bldP spid="19" grpId="0"/>
      <p:bldP spid="22" grpId="0"/>
      <p:bldP spid="11" grpId="0"/>
      <p:bldP spid="15" grpId="0"/>
      <p:bldP spid="16" grpId="0"/>
      <p:bldP spid="1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4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latin typeface="Cambria Math" panose="02040503050406030204" pitchFamily="18" charset="0"/>
                  </a:rPr>
                  <a:t>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=12    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=11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6" y="557841"/>
                <a:ext cx="4428226" cy="1200329"/>
              </a:xfrm>
              <a:prstGeom prst="rect">
                <a:avLst/>
              </a:prstGeom>
              <a:blipFill>
                <a:blip r:embed="rId2"/>
                <a:stretch>
                  <a:fillRect l="-2063" t="-4082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22476" y="826696"/>
            <a:ext cx="7556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Leaving the first equation unchanged but multiplying the second equation by 2 gives us two equations featuring 2x, which can then be subtracted to eliminate the variable.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545456" y="3052161"/>
                <a:ext cx="26339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-</a:t>
                </a:r>
                <a:r>
                  <a:rPr lang="en-AU" sz="2400" b="0" dirty="0" smtClean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AU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+8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456" y="3052161"/>
                <a:ext cx="2633934" cy="461665"/>
              </a:xfrm>
              <a:prstGeom prst="rect">
                <a:avLst/>
              </a:prstGeom>
              <a:blipFill>
                <a:blip r:embed="rId3"/>
                <a:stretch>
                  <a:fillRect l="-370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67" y="3625351"/>
                <a:ext cx="2478657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181288"/>
                <a:ext cx="4471358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64" y="4737225"/>
                <a:ext cx="4471358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5532" y="5193078"/>
                <a:ext cx="81318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Substitute this into either equation to solve x</a:t>
                </a:r>
                <a:r>
                  <a:rPr lang="en-AU" sz="2400" b="0" dirty="0" smtClean="0">
                    <a:solidFill>
                      <a:srgbClr val="FF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+4(2)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" y="5193078"/>
                <a:ext cx="8131834" cy="461665"/>
              </a:xfrm>
              <a:prstGeom prst="rect">
                <a:avLst/>
              </a:prstGeom>
              <a:blipFill>
                <a:blip r:embed="rId7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Equation [1] – 2x[2] gives us   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" y="2541405"/>
                <a:ext cx="7556740" cy="461665"/>
              </a:xfrm>
              <a:prstGeom prst="rect">
                <a:avLst/>
              </a:prstGeom>
              <a:blipFill>
                <a:blip r:embed="rId8"/>
                <a:stretch>
                  <a:fillRect l="-1210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91378" y="5771131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+8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378" y="5771131"/>
                <a:ext cx="44713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 flipV="1">
            <a:off x="3752490" y="3513826"/>
            <a:ext cx="2390956" cy="172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𝑇h𝑒𝑟𝑒𝑓𝑜𝑟𝑒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𝑠𝑖𝑚𝑢𝑙𝑡𝑎𝑛𝑒𝑜𝑢𝑠</m:t>
                    </m:r>
                  </m:oMath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𝑡h𝑒𝑠𝑒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122" y="2958843"/>
                <a:ext cx="4471358" cy="1200329"/>
              </a:xfrm>
              <a:prstGeom prst="rect">
                <a:avLst/>
              </a:prstGeom>
              <a:blipFill>
                <a:blip r:embed="rId10"/>
                <a:stretch>
                  <a:fillRect b="-35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89477" y="6302662"/>
                <a:ext cx="4471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477" y="6302662"/>
                <a:ext cx="447135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44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  <p:bldP spid="19" grpId="0"/>
      <p:bldP spid="22" grpId="0"/>
      <p:bldP spid="11" grpId="0"/>
      <p:bldP spid="15" grpId="0"/>
      <p:bldP spid="17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96306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5- Solving word problems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9178" y="1533541"/>
                <a:ext cx="594934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Cambria Math" panose="02040503050406030204" pitchFamily="18" charset="0"/>
                  </a:rPr>
                  <a:t>This gives us the equations</a:t>
                </a:r>
                <a:r>
                  <a:rPr lang="en-AU" sz="2400" b="0" dirty="0" smtClean="0">
                    <a:latin typeface="Cambria Math" panose="02040503050406030204" pitchFamily="18" charset="0"/>
                  </a:rPr>
                  <a:t>:</a:t>
                </a:r>
              </a:p>
              <a:p>
                <a:endParaRPr lang="en-AU" sz="2400" b="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=8    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=59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8" y="1533541"/>
                <a:ext cx="5949349" cy="1569660"/>
              </a:xfrm>
              <a:prstGeom prst="rect">
                <a:avLst/>
              </a:prstGeom>
              <a:blipFill>
                <a:blip r:embed="rId2"/>
                <a:stretch>
                  <a:fillRect l="-1537" t="-3113" b="-23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0" y="581961"/>
            <a:ext cx="11777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numbers have a difference of 8 whilst three times the larger added to twice the smaller totals 59. Find the two numbers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04" y="3103201"/>
            <a:ext cx="2337150" cy="35999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196" y="3226821"/>
            <a:ext cx="5551539" cy="34763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73909" y="1719725"/>
                <a:ext cx="4471358" cy="1191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𝑇h𝑒𝑟𝑒𝑓𝑜𝑟𝑒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𝑡𝑤𝑜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𝑛𝑢𝑚𝑏𝑒𝑟𝑠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𝑎𝑟𝑒</m:t>
                    </m:r>
                  </m:oMath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=15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909" y="1719725"/>
                <a:ext cx="4471358" cy="1191801"/>
              </a:xfrm>
              <a:prstGeom prst="rect">
                <a:avLst/>
              </a:prstGeom>
              <a:blipFill>
                <a:blip r:embed="rId5"/>
                <a:stretch>
                  <a:fillRect l="-1228" r="-819" b="-40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1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96306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/>
              <a:t>6</a:t>
            </a:r>
            <a:r>
              <a:rPr lang="en-AU" sz="2400" dirty="0" smtClean="0"/>
              <a:t>- Solving word problems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0687" y="2632296"/>
                <a:ext cx="594934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Cambria Math" panose="02040503050406030204" pitchFamily="18" charset="0"/>
                  </a:rPr>
                  <a:t>This gives us the equations</a:t>
                </a:r>
                <a:r>
                  <a:rPr lang="en-AU" sz="2400" b="0" dirty="0" smtClean="0">
                    <a:latin typeface="Cambria Math" panose="02040503050406030204" pitchFamily="18" charset="0"/>
                  </a:rPr>
                  <a:t>:</a:t>
                </a:r>
              </a:p>
              <a:p>
                <a:endParaRPr lang="en-AU" sz="2400" b="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=4000           [1]</m:t>
                      </m:r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+19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=83200 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7" y="2632296"/>
                <a:ext cx="5949349" cy="1569660"/>
              </a:xfrm>
              <a:prstGeom prst="rect">
                <a:avLst/>
              </a:prstGeom>
              <a:blipFill>
                <a:blip r:embed="rId2"/>
                <a:stretch>
                  <a:fillRect l="-1639" t="-3113" b="-42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0" y="581961"/>
            <a:ext cx="11777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Every one of the 4000 movie tickets for a music concert at an entertainment centre is sold. Some of the tickets cost $28 each and the remainder cost $19 each. If the total revenue from the sale of the tickets is $83200 find how many of the 4000 tickets cost $28 and how many cost $19.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593690" y="2032131"/>
                <a:ext cx="4471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𝑇h𝑒𝑟𝑒𝑓𝑜𝑟𝑒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𝑤𝑒𝑟𝑒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800 $28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𝑡𝑖𝑐𝑘𝑒𝑡𝑠</m:t>
                    </m:r>
                  </m:oMath>
                </a14:m>
                <a:endParaRPr lang="en-AU" sz="24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3200 $19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𝑡𝑖𝑐𝑘𝑒𝑡𝑠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𝑠𝑜𝑙𝑑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690" y="2032131"/>
                <a:ext cx="4471358" cy="1200329"/>
              </a:xfrm>
              <a:prstGeom prst="rect">
                <a:avLst/>
              </a:prstGeom>
              <a:blipFill>
                <a:blip r:embed="rId3"/>
                <a:stretch>
                  <a:fillRect l="-1228" r="-19100"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354" y="3649562"/>
            <a:ext cx="4434196" cy="32084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2763" y="142578"/>
            <a:ext cx="119332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 12A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3796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1699</Words>
  <Application>Microsoft Office PowerPoint</Application>
  <PresentationFormat>Widescreen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60</cp:revision>
  <dcterms:created xsi:type="dcterms:W3CDTF">2020-12-09T06:24:59Z</dcterms:created>
  <dcterms:modified xsi:type="dcterms:W3CDTF">2021-09-23T03:49:30Z</dcterms:modified>
</cp:coreProperties>
</file>