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4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63" y="1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6-18T01:45:43.369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60718150-E9EF-4932-87BC-36B3BE811C6B}" emma:medium="tactile" emma:mode="ink">
          <msink:context xmlns:msink="http://schemas.microsoft.com/ink/2010/main" type="writingRegion" rotatedBoundingBox="17853,9989 25984,9983 25985,10340 17854,10346"/>
        </emma:interpretation>
      </emma:emma>
    </inkml:annotationXML>
    <inkml:traceGroup>
      <inkml:annotationXML>
        <emma:emma xmlns:emma="http://www.w3.org/2003/04/emma" version="1.0">
          <emma:interpretation id="{05EA6307-24FF-4A33-B873-637AB9510BD4}" emma:medium="tactile" emma:mode="ink">
            <msink:context xmlns:msink="http://schemas.microsoft.com/ink/2010/main" type="paragraph" rotatedBoundingBox="17853,9989 25984,9983 25985,10340 17854,1034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EEA0C17-16D6-4395-AA9A-B8F1FA950C80}" emma:medium="tactile" emma:mode="ink">
              <msink:context xmlns:msink="http://schemas.microsoft.com/ink/2010/main" type="line" rotatedBoundingBox="17853,9989 25984,9983 25985,10340 17854,10346"/>
            </emma:interpretation>
          </emma:emma>
        </inkml:annotationXML>
        <inkml:traceGroup>
          <inkml:annotationXML>
            <emma:emma xmlns:emma="http://www.w3.org/2003/04/emma" version="1.0">
              <emma:interpretation id="{46741535-E857-42F4-BD3B-4CF07E364761}" emma:medium="tactile" emma:mode="ink">
                <msink:context xmlns:msink="http://schemas.microsoft.com/ink/2010/main" type="inkWord" rotatedBoundingBox="17853,9989 18059,9988 18060,10239 17854,10240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-3849-24 911 0,'0'0'0'0,"0"0"0"0,0 0 0 0,0 0 0 15,0 0 0-15,0 0 0 0,0 0 384 0,0 0 0 0,0 0 0 0,0 0 0 16,0 0 368-16,0 0 64 0,0 0 16 0,0 0 0 16,0 0 272-16,0 0 64 0,0 0 16 0,0 0 0 15,7 2-288-15,-7-2-64 0,0 0-16 0,0 0 0 16,0 0-224-16,9 0-32 0,-9 0-16 0,7 0 0 16,1 0-16-16,-8 0 0 0,0 0 0 0,8-1 0 15,-8 1-176-15,0 0-32 0,7-2-16 0,-7 2 0 16,9-1-144-16,-1 1-32 0,0 0 0 0,1 1 0 0,-2 1 0 15,0 0-128-15,2 0 192 0,-2 2-64 0,-7-4 96 0,9 4 16 16,0 2 0-16,-2-2 0 0,-7-4 112 0,8 6 32 16,-2-2 0-16,-6-4 0 0,0 0-144 0,6 6-32 15,-4 1 0-15,1-2 0 0,-3-5 208 0,0 0 32 16,0 0 16-16,0 0 0 0,0 0-144 0,0 8-48 16,0-8 0-16,0 0 0 0,-2 7-16 0,2-7 0 15,-3 6 0-15,3-6 0 0,-5 4-256 0,5-4 128 16,0 0-128-16,0 0 0 0,0 0 128 0,-6 4-128 15,1 2 0-15,5-6 0 0,0 0 128 0,0 0-128 16,0 0 0-16,0 0 0 0,0 0 176 0,0 0-32 16,0 0 0-16,0 0 0 0,0 0 48 0,-6 3 0 15,6-3 0-15,0 0 0 0,0 0-192 0,0 0 0 0,0 0 144 16,0 0-144-16,0 0 0 0,0 0 0 0,0 0 0 0,0 0 0 16,0 0 0-16,0 0 0 0,0 0 0 0,0 0 0 15,0 0 0-15,0 0 128 0,6 6-128 0,-6-6 0 16,0 0 128-16,7 5-128 0,-1 3 160 0,-6-8-160 15,6 3 288-15,-6-3-32 0,6 8-16 0,-1-4 0 16,-5-4 32-16,6 6 16 0,-3 2 0 0,0-1 0 16,-3-7-128-16,0 0-32 0,4 7 0 0,0 0 0 15,-4-7-128-15,5 6 0 0,-5-6 0 0,4 8 128 16,-1 0-128-16,0-2 0 0,-3-6 0 0,2 8 0 16,-2-8 0-16,0 8 0 0,0 0 0 0,0-8 0 15,0 0 128-15,-4 7 0 0,-1-1 0 0,0 0 0 16,-2-2 112-16,1-1 16 0,-2 2 0 0,0-2 0 15,0-2-128-15,1 0-128 0,7-1 176 0,-8 2-176 0,-1-1 0 16,0-1 0-16,1-1-240 0,8 1 80 16,-7-1-368-16,7 1-80 0,-6-7-16 15,2 2 0-15,4 5-1920 0,-1-6-384 0</inkml:trace>
        </inkml:traceGroup>
        <inkml:traceGroup>
          <inkml:annotationXML>
            <emma:emma xmlns:emma="http://www.w3.org/2003/04/emma" version="1.0">
              <emma:interpretation id="{29439544-F9B8-4D55-8371-8573E13629F3}" emma:medium="tactile" emma:mode="ink">
                <msink:context xmlns:msink="http://schemas.microsoft.com/ink/2010/main" type="inkWord" rotatedBoundingBox="19922,10002 20130,10001 20131,10344 19923,10345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1938.907">-1708 43 911 0,'0'0'0'0,"0"0"0"0,0 0 0 0,0 0 0 15,0 0 448-15,6-2 16 0,-6 2 0 0,0 0 0 16,0 0 160-16,0 0 16 0,0 0 16 0,0 0 0 15,0 0 880-15,0 0 160 0,0 0 32 0,0 0 16 0,0 0-384 0,0 0-80 16,0 0 0-16,0 0-16 0,0 0-288 0,0 0-48 16,6-1-16-16,-6 1 0 0,0 0-160 0,0 0-48 15,0 0 0-15,0 0 0 0,0 0-208 0,0 0-48 16,0 0-16-16,0 0 0 0,-5 6-144 0,5-6-32 16,0 0 0-16,-8 2 0 0,2 0-16 0,6-2-16 15,0 0 0-15,-7 1 0 0,1 0 32 0,6-1 16 16,-6 4 0-16,6-4 0 0,0 0 16 0,0 0 0 15,-6 3 0-15,6-3 0 0,0 0-112 0,0 0-32 16,-7 1 0-16,7-1 0 0,0 0-144 0,0 0 0 16,0 0 0-16,-7 4 0 0,7-4 0 0,-5 5 0 15,2 0 0-15,3-5 0 0,0 0 0 0,0 0 0 16,0 0 0-16,-5 4 0 0,5-4 0 0,0 0 0 0,-5 6 0 0,5-6 0 16,0 0 0-16,0 0 0 0,0 0 0 0,0 0 0 15,0 0 0-15,0 0 0 0,-3 8 144 0,3-8-144 16,0 0 0-16,0 0 0 0,0 0 0 0,0 0 0 15,0 0 0-15,0 0 0 0,0 0 0 0,0 0 0 16,2 9 0-16,1-2 0 0,-3-7 0 0,0 0 0 16,0 0 0-16,6 5 0 0,-6-5 0 0,6 4 0 15,-6-4 0-15,8 5 0 0,-1-1 0 0,0 2 0 16,0-3 0-16,-1 1 0 0,1 0 0 0,-1 0 0 16,-6-4 0-16,9 4 0 0,-1 1 0 0,0-1 0 15,-1-2 0-15,-2 3 0 0,1 2 0 0,-1-3 0 16,-5-4 0-16,8 6 0 0,-2-1 0 0,2 1 0 15,0-1 0-15,0 0 0 0,-1 0 0 0,-2 0 0 16,0 2 0-16,1-2 0 0,-2 1 0 0,1-1 0 16,-5-5 0-16,4 7 0 0,2-2 0 0,-6-5 0 15,0 0 0-15,0 0 0 0,4 8 0 0,-2-3 0 0,-2-5 0 16,1 7 0-16,-1-7 0 0,0 0 0 0,1 7 0 0,-1-7 0 16,2 6 0-16,-2-6 0 0,0 0 0 0,-1 8 0 15,-1-1 0-15,2-1 0 0,0-6 0 0,0 0 0 16,-3 6 0-16,3-6 0 0,-4 5-128 0,4-5 128 15,-5 3-128-15,0 0 128 0,-2-1 0 0,2 2-160 16,-1-1 160-16,1-3 0 0,-2-2 0 0,0 0 0 16,-2 1 0-16,0-1 0 0,2-1 0 0,-1-1 0 15,2 1 0-15,-1 1 0 0,-3-2 0 0,2 0 0 16,1 0 0-16,2 1 0 0,-1-1 0 0,2-1 0 16,-2 1 128-16,2-1-128 0,-2 0 0 0,1 1 0 15,0-3 0-15,0 2 0 0,0-1 0 0,1 1 0 16,0-3 0-16,0 3 0 0,-1 0-224 0,1 1 64 0,1-1 16 15,3 5 0-15,-1-6 144 0,-1 1 0 0,2 5 0 0,0 0 0 16,-2-8 0-16,2 3 0 0,0 5 0 0,0 0 0 16,3-6 0-16,1 2 0 0,1-2 0 0,1 1 0 15,-6 5 0-15,7-3 0 0,1-1 0 0,-1 2-192 16,-7 2 192-16,8-3-128 0,-1 1 128 0,1 0-128 16,-1 1 128-16,1-1 0 0,-1-1 0 0,1 2 0 15,-1 1 0-15,1 0 176 0,1-1-48 0,-1 1 0 16,-1 0-128-16,2-1 0 0,-1-1-192 0,-1 0 192 15,1 0-272-15,-8 2 64 0,6 0 16 0,-6 0 0 16,9-5 192-16,-4 2-192 0,-5 3 192 0,4-5-192 16,-2-1 192-16,-2-1-192 0,-3 0 192 0,-1-1-192 0,-2 2 192 15,-1-3 0-15,0-1 0 0,-1 0 0 0,-2-1-240 16,0 0 48-16,-2-1 16 0,2 3 0 0,1 1-144 16,0 3-16-16,2-4-16 0,-1 5 0 0,0 2 0 0,1 0 0 15,-1-1 0-15,1 1 0 16,0 0-160-16,7 2-16 0,0 0-16 15,-12 1 0-15</inkml:trace>
        </inkml:traceGroup>
        <inkml:traceGroup>
          <inkml:annotationXML>
            <emma:emma xmlns:emma="http://www.w3.org/2003/04/emma" version="1.0">
              <emma:interpretation id="{F4F8A310-C243-4CA6-A82C-C3F44572344C}" emma:medium="tactile" emma:mode="ink">
                <msink:context xmlns:msink="http://schemas.microsoft.com/ink/2010/main" type="inkWord" rotatedBoundingBox="21701,10015 22079,10014 22080,10233 21702,10234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3934.406">157 12 1839 0,'0'0'0'0,"0"0"160"0,0 0-160 0,0 0 0 15,0 0 0-15,0 0 0 0,0 0 1088 0,0 0 176 16,0 0 32-16,0 0 16 0,0 0-96 0,0 0 0 15,0 0-16-15,0 0 0 0,0 0 0 0,0 0 0 16,0 0 0-16,0 0 0 0,0 0-368 0,0 0-80 0,0 0-16 16,0 0 0-16,0 0-544 0,0 0-192 0,3 7 144 0,-3-7-144 15,0 0 224-15,4 9-32 0,-3 1-16 0,1 0 0 16,-2-10 160-16,0 8 48 0,1 2 0 0,-1-2 0 16,0-8-208-16,1 9-48 0,0 0 0 0,0 0 0 15,-1-9-128-15,0 10 0 0,1-3 0 0,0-1 128 16,-1-6 112-16,0 0 16 0,0 0 0 0,0 0 0 15,0 0 96-15,3 8 32 0,-3-8 0 0,0 0 0 16,3 6-64-16,-3-6-16 0,0 0 0 0,0 0 0 16,0 0-160-16,6 4-16 0,-6-4-128 0,0 0 192 15,7 1-192-15,-7-1 128 0,7 4-128 0,-7-4 0 16,0 0 0-16,7 2 0 0,-7-2 0 0,8 1 0 16,-8-1 0-16,0 0 128 0,0 0-128 0,7 2 0 0,2-2 0 15,-9 0 144-15,0 0-144 0,0 0 128 0,9-2 64 0,-2 0 0 16,-1-3 0-16,-2 0 0 0,-4 5-32 0,8-3 0 15,-2-3 0-15,1 3 0 0,-7 3-160 0,7-2 192 16,-7 2-192-16,9-3 192 0,-2 0-192 0,0 1 0 16,2 0 0-16,-2 2 0 0,0-2 0 0,1 1 0 15,1 1-144-15,-1 0 144 0,-8 0 0 0,0 0 0 16,0 0-128-16,0 0 128 0,0 0-192 0,7 2 32 16,-7-2 0-16,7 3 0 15,-7-3-512-15,0 0-96 0,0 0-32 0,8 2 0 16,-8-2-1760-16,0 0-368 0</inkml:trace>
          <inkml:trace contextRef="#ctx0" brushRef="#br0" timeOffset="4294.4799">265 15 3679 0,'0'0'160'0,"0"0"32"0,0 0-192 0,0 0 0 0,0 0 0 0,0 0 0 16,0 0 3056-16,0 0 560 0,0 0 112 0,5 4 32 16,-5-4-2352-16,7 5-448 0,-7-5-112 0,5 6-16 15,-5-6-304-15,5 7-64 0,1-1-16 0,-6-6 0 0,0 0-192 0,5 6-64 16,0-1 0-16,-2 2 0 0,-3 0 64 0,2 0 0 15,2 1 0-15,-4-8 0 0,1 8 16 0,-1 0 16 16,0-8 0-16,0 9 0 0,1 0-128 0,0 0-32 16,0 1 0-16,-1-1 0 0,0-1-128 0,2 0 0 15,-1 0 0-15,2-1 128 0,-3-7-128 0,3 8 160 16,-3-8-160-16,0 0 160 0,2 10-160 0,0-3 128 16,-2-7-128-16,0 0 128 0,0 0-384 0,0 0-96 15,4 7-16-15,-4-7-10640 0</inkml:trace>
          <inkml:trace contextRef="#ctx0" brushRef="#br0" timeOffset="3228.4418">4 0 5519 0,'0'0'496'0,"0"0"-496"0,0 0 0 0,0 0 0 16,0 0 1744-16,0 0 256 0,0 0 48 0,0 0 16 15,0 0-1440-15,0 0-304 0,0 0-48 0,0 0-16 0,0 0 48 16,0 0 0-16,0 0 0 0,0 0 0 0,0 0 256 0,0 0 48 16,0 0 16-16,0 0 0 0,0 0-304 0,0 0-48 15,0 0-16-15,0 0 0 16,0 0-80-16,-3 9-32 0,3-9 0 0,-1 8 0 0,1-8 0 0,0 0 0 15,0 9 0-15,0 1 0 0,0-1 112 0,0-9 32 16,0 0 0-16,1 13 0 0,-3-2 128 0,2-2 32 16,0-9 0-16,1 9 0 0,-1-9-272 0,1 11-48 15,-1-2-128-15,2-1 192 0,-2-8 0 0,0 0 0 16,0 0 0-16,4 12 0 0,-1 1-64 0,0-3-128 16,-3-10 176-16,3 11-176 0,0-1 0 0,0-2 0 15,-3-8 0-15,2 8 0 0,-2-8 0 0,3 10 0 16,0-3 0-16,-3-7 0 0,0 0 0 0,0 0 0 15,2 8 0-15,-2-8 0 0,0 0 0 0,0 0 0 0,0 0 0 16,0 0 0 0,0 0-1632-16,3 7-336 0</inkml:trace>
        </inkml:traceGroup>
        <inkml:traceGroup>
          <inkml:annotationXML>
            <emma:emma xmlns:emma="http://www.w3.org/2003/04/emma" version="1.0">
              <emma:interpretation id="{655285FA-E44B-4D99-972B-562354F0F2EB}" emma:medium="tactile" emma:mode="ink">
                <msink:context xmlns:msink="http://schemas.microsoft.com/ink/2010/main" type="inkWord" rotatedBoundingBox="23626,10031 24234,10030 24235,10322 23627,10323"/>
              </emma:interpretation>
              <emma:one-of disjunction-type="recognition" id="oneOf3">
                <emma:interpretation id="interp3" emma:lang="" emma:confidence="1">
                  <emma:literal/>
                </emma:interpretation>
              </emma:one-of>
            </emma:emma>
          </inkml:annotationXML>
          <inkml:trace contextRef="#ctx0" brushRef="#br0" timeOffset="10203.9215">2352 45 2751 0,'0'0'256'0,"0"0"-256"0,0 0 0 0,0 0 0 0,0 0 1232 0,0 0 208 15,0 0 32-15,0 0 16 0,0 0-1104 0,0 0-240 16,0 0-144-16,0 0 192 0,-1-8-192 0,1 1 0 16,0 7 0-16,0 0 128 0,0 0 576 0,-1-6 96 15,3 1 32-15,-2 5 0 0,0 0 0 0,0 0 0 16,0 0 0-16,0 0 0 0,0 0-192 0,0 0-16 15,0 0-16-15,8-2 0 0,0 1-160 0,-1 1-48 16,1 1 0-16,-8-1 0 0,8 2-16 0,0 0 0 0,-1 1 0 16,-7-3 0-16,7 1 32 0,1 1 0 0,-2-1 0 0,-6-1 0 15,0 0 48-15,0 0 16 0,9 1 0 0,-9-1 0 16,6 4 48-16,-6-4 16 0,0 0 0 0,0 0 0 16,6 4-192-16,-6-4-32 0,0 0-16 0,0 0 0 15,0 0-112-15,3 7-32 0,-3-7 0 0,0 0 0 16,0 0-160-16,2 8 160 0,-2 2-160 0,0-2 160 15,0-8-160-15,0 0 0 0,-3 8 0 0,1 1 0 16,2-9-160-16,0 0 160 0,0 0-208 0,-7 7 80 16,2 0 128-16,5-7 0 0,-7 7 0 0,1-3 0 15,6-4 0-15,-6 3 0 0,0-2 0 0,6-1 0 16,0 0 128-16,-7 4-128 0,7-4 128 0,0 0-128 16,-6 4 0-16,6-4 0 0,0 0 0 0,0 0 0 15,0 0 0-15,0 0 0 0,-4 5 0 0,4-5 0 16,0 0 0-16,0 0 0 0,0 0 0 0,0 0 128 0,0 0-128 0,0 0 0 15,0 0 0-15,0 0 128 0,6 4 48 0,-6-4 16 16,6 4 0-16,-6-4 0 0,5 6 144 0,-5-6 48 16,0 0 0-16,9 4 0 0,-1-2-192 0,0 1-16 15,-8-3-16-15,8 4 0 0,-1 0-160 0,-7-4 0 16,10 2 0-16,-3 0 128 0,-7-2-128 0,8 5 0 16,-1 0 0-16,-2 0 0 0,-5-5 0 0,8 6 0 15,-2-3 0-15,-6-3 0 0,0 0 128 0,6 7 0 16,-1-2 0-16,-5-5 0 0,4 7 48 0,0-1 0 15,-1 1 0-15,-3-7 0 0,3 7-176 0,-1 1 192 16,0-1-192-16,-1 0 192 0,-1-7-192 0,0 0 160 16,-1 9-160-16,0-2 160 0,1-7-160 0,-3 7 0 0,3-7 0 15,-5 4 128-15,0 2-128 0,0-2 0 0,5-4 144 16,-7 4-144-16,-1 0 0 0,1 0 0 0,1-2 0 16,0 1 128-16,6-3-128 0,-8 0 0 0,0 4 128 15,2-3-128-15,6-1 0 0,-8-3 0 0,8 3 0 0,-7-2 0 31,1 0-448-31,6 2 0 0,0 0 0 0,0 0 0 16,-6-3-2112-16,6 3-416 0</inkml:trace>
          <inkml:trace contextRef="#ctx0" brushRef="#br0" timeOffset="9199.7899">1924 69 1839 0,'0'0'160'0,"0"0"-160"0,0 0 0 16,0 0 0-16,0 0 1424 0,0 0 256 0,0 0 48 0,0 0 16 15,0 0-896-15,0 0-176 0,0 0-32 0,0 0-16 16,0 0-416-16,0 0-80 0,0 0 0 0,0 0-128 16,0 0 128-16,0 0-128 0,0 0 0 0,7-1 0 15,-7 1 208-15,0 0-64 0,0 0-16 0,0 0 0 16,7-6 336-16,-7 6 64 0,0 0 16 0,0 0 0 15,6-6-32-15,-6 6-16 0,0 0 0 0,6-7 0 16,-3 1 160-16,-3 6 48 0,0 0 0 0,0 0 0 16,0 0-192-16,6-6-48 0,-6 6 0 0,0 0 0 15,5-6-272-15,2 1-64 0,-7 5-128 0,0 0 192 16,9-2-192-16,-9 2 144 0,8 0-144 0,0-1 128 0,0 1 160 0,0 1 32 16,-8-1 0-16,8 4 0 0,-1-1 112 15,1 0 16-15,-8-3 16 0,7 3 0 0,-7-3-96 0,9 3-32 16,0 0 0-16,-3 0 0 0,-6-3-112 0,7 3-32 15,-7-3 0-15,6 4 0 0,-6-4-64 0,7 7 0 16,-2 1-128-16,0-1 192 0,-5-7-192 0,0 0 176 16,4 6-176-16,1 0 160 0,0 0-160 0,-5-6 128 15,3 9-128-15,0 0 128 0,0-2-128 0,-3-7 192 16,0 0-192-16,0 0 192 0,0 9 0 0,0-1 0 16,0-8 0-16,0 0 0 0,-3 6-64 0,3-6-128 15,-4 8 192-15,0-1-64 0,4-7-128 0,-5 5 0 16,5-5 144-16,-7 6-144 0,0-1 0 0,7-5 0 15,-6 3 0-15,6-3 0 0,-7 4 0 0,2 1 0 16,0-1 0-16,5-4 0 0,0 0 0 0,-4 6 0 0,-1-2 0 16,5-4 0-16,-5 5 0 0,5-5 0 0,0 0 0 0,-4 8 0 15,0-2 0-15,4-6 0 0,0 0 0 0,0 0 0 16,-3 6 0-16,3-6 0 0,0 0 0 0,-3 5 0 16,3-5 0-16,0 0 0 0,0 0 0 0,0 0 0 15,0 0 0-15,0 0 0 0,3 8 0 0,-3-8 0 16,4 6 128-16,-4-6-128 0,5 6 160 0,2-3-160 15,-1 1 384-15,-6-4-32 0,10 3 0 0,-1-1 0 16,-1-1 32-16,1-1 0 0,-1 0 0 0,0 0 0 16,1 2-112-16,1-1-16 0,-2-1 0 0,1 2 0 15,0 1-256-15,-1-1 0 0,0 0 0 0,0-2 0 16,-1 2 0-16,-7-2 0 0,8 3 0 0,-8-3 0 16,8 2 0-16,-1 0 0 0,-7-2 0 0,0 0 0 0,0 0-176 15,0 0-80-15,9 1-32 0,-9-1 0 16,0 0-160-16,0 0-16 0,0 0-16 0,0 0 0 15,0 0-1488-15,0 0-288 0,0 0-64 0</inkml:trace>
        </inkml:traceGroup>
        <inkml:traceGroup>
          <inkml:annotationXML>
            <emma:emma xmlns:emma="http://www.w3.org/2003/04/emma" version="1.0">
              <emma:interpretation id="{87AB4B5F-3943-4694-9494-13EA59F1ECE6}" emma:medium="tactile" emma:mode="ink">
                <msink:context xmlns:msink="http://schemas.microsoft.com/ink/2010/main" type="inkWord" rotatedBoundingBox="25607,9988 25984,9987 25985,10264 25607,10265"/>
              </emma:interpretation>
              <emma:one-of disjunction-type="recognition" id="oneOf4">
                <emma:interpretation id="interp4" emma:lang="" emma:confidence="0">
                  <emma:literal>31</emma:literal>
                </emma:interpretation>
                <emma:interpretation id="interp5" emma:lang="" emma:confidence="0">
                  <emma:literal>3 \</emma:literal>
                </emma:interpretation>
                <emma:interpretation id="interp6" emma:lang="" emma:confidence="0">
                  <emma:literal>3 '</emma:literal>
                </emma:interpretation>
                <emma:interpretation id="interp7" emma:lang="" emma:confidence="0">
                  <emma:literal>3 1</emma:literal>
                </emma:interpretation>
                <emma:interpretation id="interp8" emma:lang="" emma:confidence="0">
                  <emma:literal>3 |</emma:literal>
                </emma:interpretation>
              </emma:one-of>
            </emma:emma>
          </inkml:annotationXML>
          <inkml:trace contextRef="#ctx0" brushRef="#br0" timeOffset="11842.7472">3904-27 911 0,'0'0'0'0,"0"0"0"0,0 0 0 0,0 0 0 0,0 0 1008 0,0 0 112 15,0 0 32-15,0 0 0 0,0 0 464 0,0 0 112 16,0 0 0-16,0 0 16 0,0 0-832 0,0 0-160 15,0 0-48-15,0 0 0 0,0 0-400 0,0 0-96 16,0 0-16-16,0 0 0 0,0 0-192 0,0 0 0 16,0 0 0-16,0 0 0 0,0 0 0 0,0 0 176 15,0 0-176-15,0 0 160 0,0 0 272 0,6 3 48 0,-6-3 16 16,0 0 0-16,0 0 256 0,8 2 48 0,-8-2 16 0,0 0 0 16,0 0-112-16,7 0-32 0,-7 0 0 0,8-1 0 15,0 0-336-15,-8 1-64 0,7 0-16 0,0 0 0 16,-7 0-256-16,7 1 160 0,-7-1-160 0,8 0 128 15,0 1-128-15,-8-1 0 0,0 0 144 0,9 3-144 16,-2 1 336-16,-7-4 0 0,8 0 0 0,-2 2 0 16,-6-2 128-16,8 4 32 0,-8-4 0 0,6 5 0 15,-6-5-176-15,5 5-48 0,-5-5 0 0,5 6 0 16,-5-6-144-16,5 5-128 0,-5-5 144 0,5 5-144 16,-5-5 0-16,0 0 0 0,3 7 0 0,-3-7 0 15,4 9 0-15,-4-9 0 0,0 8 0 0,0-8 0 16,0 0 0-16,1 8 0 0,-1 0 0 0,0-8 0 15,0 0 0-15,0 0 0 0,0 0 0 0,-5 6 0 16,5-6 0-16,-4 10 0 0,-1-1 0 0,5-9 0 0,-6 5 0 16,6-5 0-16,-6 5 0 0,6-5 0 0,-7 7 0 15,0 0 0-15,2-2 0 0,5-5 0 0,-6 2 0 0,6-2 0 16,0 0 0-16,0 0 0 0,-6 4 0 0,6-4 0 16,0 0 0-16,0 0 0 0,0 0 128 0,0 0-128 15,0 0 0-15,0 0 0 0,0 0 160 0,0 0-160 16,0 0 160-16,0 0-160 0,0 0 128 0,0 0-128 15,0 0 0-15,0 0 144 0,0 0-144 0,0 0 160 16,0 0-160-16,0 0 160 0,7 1-160 0,-7-1 0 16,0 0 0-16,6 0 128 0,-6 0-128 0,8 0 0 15,-8 0 0-15,9 1 0 0,-2-1 0 0,1 2 192 16,-8-2-192-16,7 3 192 0,-7-3-16 0,7 1 0 16,-7-1 0-16,6 5 0 0,0 0 16 0,-2 0 16 0,-4-5 0 15,6 7 0-15,0-3-64 0,-6-4-16 0,0 0 0 0,5 10 0 16,0-2-128-16,-3-1 0 0,-2-7 0 0,0 0 128 15,3 10-128-15,0-2 0 0,-3-8 0 0,0 0 0 16,2 7 0-16,-2-7 0 0,0 7 144 0,0-7-144 16,0 0 0-16,0 0 144 0,-4 6-144 0,4-6 0 15,-4 6 128-15,4-6-128 0,0 0 0 0,-7 5 0 16,0 1 128-16,0-1-128 0,1-2 0 0,6-3 0 16,-7 4 0-16,1-1 0 0,-2-2 0 0,3 1 0 15,5-2 0-15,-8 1 0 0,1-2-144 0,1 1 144 16,6 0-368-16,0 0 16 0,-8 0 0 0,8 0 0 15,-7-2-320-15,7 2-64 16,-7-3-16-16,7 3 0 0,-6-3-1360 0,6 3-256 0,-6-5-64 16</inkml:trace>
          <inkml:trace contextRef="#ctx0" brushRef="#br0" timeOffset="12459.245">4200 26 8751 0,'0'0'384'0,"0"0"80"0,0 0-464 0,0 0 0 0,0 0 0 0,0 0 0 16,0 0 976-16,0 0 112 0,6-4 0 0,0 0 16 15,-6 4-704-15,0 0-144 0,0 0-16 0,0 0-16 16,0 0-224-16,6-3 144 0,-6 3-144 0,0 0 128 15,0 0 224-15,0 0 32 0,8-3 16 0,-8 3 0 16,0 0 352-16,0 0 64 0,0 0 16 0,0 0 0 16,0 0-176-16,0 0-16 0,0 0-16 0,0 0 0 0,0 0-112 0,0 0 0 15,0 0-16-15,0 0 0 0,0 0-128 0,0 0-32 16,0 0 0-16,0 0 0 0,0 0-144 0,3 5-48 16,-3-5 0-16,6 7 0 0,-6-7 176 0,4 8 16 15,-1 0 16-15,-2 1 0 0,-1-9 32 0,2 7 0 16,-2-7 0-16,1 9 0 0,0 1-128 0,-1-1 0 15,0-9-16-15,3 8 0 0,-1 0-80 0,0 0-16 16,-2-1 0-16,1 1 0 0,-1-8 32 0,1 8 0 16,-2-2 0-16,2 2 0 0,2-1-16 0,-3-7 0 15,3 9 0-15,0 0 0 0,-1 0 16 0,1-2 0 16,-3-7 0-16,3 8 0 0,-1 0-48 0,-1 0-128 16,-1-8 192-16,0 0-64 0,2 7-128 0,-2-7 0 0,3 8 0 15,-3-8 0-15,0 0 0 0,0 0 0 0,0 0 0 16,0 0 0-16,1 9-336 0,-1-9 0 0,0 0 0 0,0 0 0 31,0 0-464-31,0 0-96 0,0 0 0 0</inkml:trace>
        </inkml:traceGroup>
      </inkml:traceGroup>
    </inkml:traceGroup>
  </inkml:traceGroup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28/06/2021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5332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28/06/2021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1425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28/06/2021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9000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28/06/2021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126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28/06/2021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6612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28/06/2021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6967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28/06/2021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0264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28/06/2021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8241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28/06/2021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6928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28/06/2021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9306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28/06/2021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0192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10A132-FF45-4605-9BB8-80702934D916}" type="datetimeFigureOut">
              <a:rPr lang="en-AU" smtClean="0"/>
              <a:t>28/06/2021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218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customXml" Target="../ink/ink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406150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Averages from Grouped Data</a:t>
            </a:r>
            <a:endParaRPr lang="en-AU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08" y="833758"/>
            <a:ext cx="7667625" cy="16002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8629" y="2806051"/>
            <a:ext cx="7395841" cy="8356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0033" y="1019738"/>
            <a:ext cx="41288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dirty="0" smtClean="0"/>
              <a:t>This discrete data set is very spread out. Sometimes it is better to group discrete or continuous data.</a:t>
            </a:r>
            <a:endParaRPr lang="en-AU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102408" y="2655818"/>
            <a:ext cx="42466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dirty="0" smtClean="0"/>
              <a:t>If we group the discrete values in groups of 10, we create a table of values that is a lot easier to work with.</a:t>
            </a:r>
            <a:endParaRPr lang="en-AU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207564" y="4167332"/>
            <a:ext cx="114608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We can find out the modal class/group or the median class/group similarly to how we would if the frequency table wasn’t grouped.   </a:t>
            </a:r>
            <a:endParaRPr lang="en-AU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59617" y="5077516"/>
                <a:ext cx="11822950" cy="1455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/>
                  <a:t>Modal group : The group with the highest frequency (occurs the most) so here the modal group is 31-40.</a:t>
                </a:r>
              </a:p>
              <a:p>
                <a:endParaRPr lang="en-AU" sz="2000" dirty="0"/>
              </a:p>
              <a:p>
                <a:r>
                  <a:rPr lang="en-AU" sz="2000" dirty="0" smtClean="0"/>
                  <a:t>Median group: Position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50+1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=25.5 </m:t>
                    </m:r>
                  </m:oMath>
                </a14:m>
                <a:r>
                  <a:rPr lang="en-AU" sz="2000" dirty="0" smtClean="0"/>
                  <a:t>so the median is the average of the 25</a:t>
                </a:r>
                <a:r>
                  <a:rPr lang="en-AU" sz="2000" baseline="30000" dirty="0" smtClean="0"/>
                  <a:t>th</a:t>
                </a:r>
                <a:r>
                  <a:rPr lang="en-AU" sz="2000" dirty="0" smtClean="0"/>
                  <a:t> and 26</a:t>
                </a:r>
                <a:r>
                  <a:rPr lang="en-AU" sz="2000" baseline="30000" dirty="0" smtClean="0"/>
                  <a:t>th</a:t>
                </a:r>
                <a:r>
                  <a:rPr lang="en-AU" sz="2000" dirty="0" smtClean="0"/>
                  <a:t> value.</a:t>
                </a:r>
              </a:p>
              <a:p>
                <a:r>
                  <a:rPr lang="en-AU" sz="2000" dirty="0"/>
                  <a:t>	</a:t>
                </a:r>
                <a:r>
                  <a:rPr lang="en-AU" sz="2000" dirty="0" smtClean="0"/>
                  <a:t>Here, the median group is 41-50. </a:t>
                </a:r>
                <a:endParaRPr lang="en-AU" sz="20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617" y="5077516"/>
                <a:ext cx="11822950" cy="1455335"/>
              </a:xfrm>
              <a:prstGeom prst="rect">
                <a:avLst/>
              </a:prstGeom>
              <a:blipFill>
                <a:blip r:embed="rId4"/>
                <a:stretch>
                  <a:fillRect l="-515" t="-2510" b="-627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Ink 16"/>
              <p14:cNvContentPartPr/>
              <p14:nvPr/>
            </p14:nvContentPartPr>
            <p14:xfrm>
              <a:off x="6427562" y="3595768"/>
              <a:ext cx="2927520" cy="128520"/>
            </p14:xfrm>
          </p:contentPart>
        </mc:Choice>
        <mc:Fallback xmlns="">
          <p:pic>
            <p:nvPicPr>
              <p:cNvPr id="17" name="Ink 16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19282" y="3582808"/>
                <a:ext cx="2952720" cy="157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75585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406150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Averages from Grouped Data</a:t>
            </a:r>
            <a:endParaRPr lang="en-AU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781" y="1022327"/>
            <a:ext cx="7395841" cy="83564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99623" y="2170090"/>
            <a:ext cx="71670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dirty="0" smtClean="0"/>
              <a:t>Finding the mean of grouped data is a little bit trickier as we don’t necessarily know where each data value lies within the group.</a:t>
            </a:r>
            <a:endParaRPr lang="en-AU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199623" y="3120980"/>
            <a:ext cx="716709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dirty="0" smtClean="0"/>
              <a:t>We have to calculate the estimate of the mean by assuming every data value lies right in the middle of each group. So we assume the first 3 data values were 5.5, the next 5 were 15.5, the next 6 were 25.5 and so on.</a:t>
            </a:r>
            <a:endParaRPr lang="en-AU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30557" y="4942484"/>
                <a:ext cx="10751713" cy="6222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sz="2000" dirty="0" smtClean="0"/>
                  <a:t>Estimated Mean</a:t>
                </a:r>
                <a:r>
                  <a:rPr lang="en-AU" sz="2000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×5.5+5×15.5+6×25.5+9×35.5+8×45.5+7×55.5+8×65.5+4×75.5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  <m:r>
                      <a:rPr lang="en-AU" sz="2400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2145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  <m:r>
                      <a:rPr lang="en-AU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42.9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557" y="4942484"/>
                <a:ext cx="10751713" cy="622222"/>
              </a:xfrm>
              <a:prstGeom prst="rect">
                <a:avLst/>
              </a:prstGeom>
              <a:blipFill>
                <a:blip r:embed="rId3"/>
                <a:stretch>
                  <a:fillRect l="-567" b="-29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306874" y="129358"/>
                <a:ext cx="3721995" cy="178593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000" dirty="0" smtClean="0"/>
                  <a:t>Not sure what the middle of the group is?</a:t>
                </a:r>
              </a:p>
              <a:p>
                <a:pPr algn="ctr"/>
                <a:r>
                  <a:rPr lang="en-AU" sz="2000" dirty="0" smtClean="0"/>
                  <a:t>Add the lower and upper number and divide by 2.</a:t>
                </a:r>
              </a:p>
              <a:p>
                <a:pPr algn="ctr"/>
                <a:r>
                  <a:rPr lang="en-AU" sz="2000" dirty="0" err="1" smtClean="0"/>
                  <a:t>Eg</a:t>
                </a:r>
                <a:r>
                  <a:rPr lang="en-AU" sz="2000" dirty="0" smtClean="0"/>
                  <a:t>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21+30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51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=25.5</m:t>
                    </m:r>
                  </m:oMath>
                </a14:m>
                <a:endParaRPr lang="en-AU" sz="2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6874" y="129358"/>
                <a:ext cx="3721995" cy="1785938"/>
              </a:xfrm>
              <a:prstGeom prst="rect">
                <a:avLst/>
              </a:prstGeom>
              <a:blipFill>
                <a:blip r:embed="rId4"/>
                <a:stretch>
                  <a:fillRect l="-817" t="-1356" r="-163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1620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" y="0"/>
            <a:ext cx="3767070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Averages from Grouped Data</a:t>
            </a:r>
            <a:endParaRPr lang="en-AU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781" y="1022327"/>
            <a:ext cx="7395841" cy="8356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9623" y="2170090"/>
            <a:ext cx="71670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dirty="0" smtClean="0"/>
              <a:t>We can still get these answers by using our </a:t>
            </a:r>
            <a:r>
              <a:rPr lang="en-AU" sz="2000" dirty="0" err="1" smtClean="0"/>
              <a:t>ClassPad</a:t>
            </a:r>
            <a:r>
              <a:rPr lang="en-AU" sz="2000" dirty="0" smtClean="0"/>
              <a:t> and remembering what assumptions we have made.</a:t>
            </a:r>
            <a:endParaRPr lang="en-AU" sz="2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781" y="3190095"/>
            <a:ext cx="3124200" cy="33718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6603" y="3263635"/>
            <a:ext cx="3277002" cy="340835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2338" y="233958"/>
            <a:ext cx="3838575" cy="32480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2337" y="3515939"/>
            <a:ext cx="3397551" cy="1658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29227" y="5040778"/>
            <a:ext cx="502276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dirty="0" smtClean="0"/>
              <a:t>The estimated mean is 42.9.</a:t>
            </a:r>
          </a:p>
          <a:p>
            <a:pPr algn="ctr"/>
            <a:r>
              <a:rPr lang="en-AU" sz="2000" dirty="0" smtClean="0"/>
              <a:t>The estimated median is 45.5 so we give the group 41-50.</a:t>
            </a:r>
          </a:p>
          <a:p>
            <a:pPr algn="ctr"/>
            <a:r>
              <a:rPr lang="en-AU" sz="2000" dirty="0" smtClean="0"/>
              <a:t>The estimated mode is 35.5 so we give the </a:t>
            </a:r>
            <a:r>
              <a:rPr lang="en-AU" sz="2000" smtClean="0"/>
              <a:t>group </a:t>
            </a:r>
            <a:r>
              <a:rPr lang="en-AU" sz="2000" smtClean="0"/>
              <a:t>31-40</a:t>
            </a:r>
            <a:r>
              <a:rPr lang="en-AU" sz="2000" dirty="0" smtClean="0"/>
              <a:t>.</a:t>
            </a:r>
            <a:endParaRPr lang="en-AU"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4437167" y="0"/>
            <a:ext cx="2674512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Now do Exercise 2B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068754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315</Words>
  <Application>Microsoft Office PowerPoint</Application>
  <PresentationFormat>Widescreen</PresentationFormat>
  <Paragraphs>21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</vt:vector>
  </TitlesOfParts>
  <Company>HarrisdaleSHS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teacher</dc:creator>
  <cp:lastModifiedBy>LEVITT Megan [Harrisdale Senior High School]</cp:lastModifiedBy>
  <cp:revision>38</cp:revision>
  <dcterms:created xsi:type="dcterms:W3CDTF">2020-12-09T06:24:59Z</dcterms:created>
  <dcterms:modified xsi:type="dcterms:W3CDTF">2021-06-28T06:09:55Z</dcterms:modified>
</cp:coreProperties>
</file>