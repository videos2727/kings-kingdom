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21/06/2021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21/06/2021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21/06/2021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21/06/2021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21/06/2021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21/06/2021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21/06/2021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21/06/2021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21/06/2021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21/06/2021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21/06/2021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21/06/2021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563786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Standard Deviation using Frequency Tables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18783" y="589031"/>
            <a:ext cx="116796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If data is given in the form of a frequency table, we can still enter it into our </a:t>
            </a:r>
            <a:r>
              <a:rPr lang="en-AU" sz="2200" dirty="0" err="1" smtClean="0"/>
              <a:t>ClassPad</a:t>
            </a:r>
            <a:r>
              <a:rPr lang="en-AU" sz="2200" dirty="0" smtClean="0"/>
              <a:t> (setting frequency as list 2).</a:t>
            </a:r>
            <a:endParaRPr lang="en-AU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83" y="1379143"/>
            <a:ext cx="9534525" cy="1200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79" y="2828573"/>
            <a:ext cx="2635373" cy="37293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666" y="2828573"/>
            <a:ext cx="2993148" cy="37293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224" y="2828573"/>
            <a:ext cx="3028950" cy="3343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12584" y="4315175"/>
            <a:ext cx="26871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The mean is 16.14 and the standard deviation is 1.90 (to 2dp).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21297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Standard Deviation and Outliers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73185" y="696954"/>
            <a:ext cx="114624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Sometimes we have data values that are really far away from the others (known as outliers). These can have a big effect on the standard deviation (and sometimes the mean) of a data set.</a:t>
            </a:r>
          </a:p>
          <a:p>
            <a:endParaRPr lang="en-AU" sz="2200" dirty="0"/>
          </a:p>
          <a:p>
            <a:r>
              <a:rPr lang="en-AU" sz="2200" dirty="0" smtClean="0"/>
              <a:t>Using the same frequency table as last time, but with an additional score of 51.</a:t>
            </a:r>
            <a:endParaRPr lang="en-AU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64" y="2280592"/>
            <a:ext cx="7346607" cy="7238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572" y="2378793"/>
            <a:ext cx="3190875" cy="3324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8064" y="3158326"/>
            <a:ext cx="770958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The mean is now 16.82 but the standard deviation is now 5.19!</a:t>
            </a:r>
            <a:endParaRPr lang="en-AU" sz="2200" dirty="0"/>
          </a:p>
          <a:p>
            <a:endParaRPr lang="en-AU" sz="2200" dirty="0" smtClean="0"/>
          </a:p>
          <a:p>
            <a:r>
              <a:rPr lang="en-AU" sz="2200" dirty="0" smtClean="0"/>
              <a:t>We need to be careful with outliers. Sometimes we might calculate the standard deviation without including the outlier and comment on its presence.</a:t>
            </a:r>
          </a:p>
          <a:p>
            <a:endParaRPr lang="en-AU" sz="2200" dirty="0"/>
          </a:p>
          <a:p>
            <a:r>
              <a:rPr lang="en-AU" sz="2200" dirty="0" smtClean="0"/>
              <a:t>Sometimes the outlier might be what we are looking for! If we were testing medicines to see the effect they have on a disease; the medicine with significantly different results might be the one we want to use.  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7916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93663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Standard Deviation and Grouped Data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5964169" y="0"/>
            <a:ext cx="269738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3C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62685" y="611470"/>
            <a:ext cx="117020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To estimate the mean for grouped data, we used the midpoint of the group. </a:t>
            </a:r>
          </a:p>
          <a:p>
            <a:r>
              <a:rPr lang="en-AU" sz="2200" dirty="0" smtClean="0"/>
              <a:t>We do the same to estimate the standard deviation.</a:t>
            </a:r>
            <a:endParaRPr lang="en-AU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86" y="1380912"/>
            <a:ext cx="7741546" cy="8749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49" y="2350513"/>
            <a:ext cx="2651223" cy="28190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092" y="2350513"/>
            <a:ext cx="2697163" cy="28190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24942" y="2389782"/>
            <a:ext cx="58398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200" dirty="0" smtClean="0"/>
              <a:t>Our estimated mean is 56.08 and our estimated standard deviation is 14.31 (to 2dp).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418321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236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35</cp:revision>
  <dcterms:created xsi:type="dcterms:W3CDTF">2020-12-09T06:24:59Z</dcterms:created>
  <dcterms:modified xsi:type="dcterms:W3CDTF">2021-06-21T04:15:05Z</dcterms:modified>
</cp:coreProperties>
</file>