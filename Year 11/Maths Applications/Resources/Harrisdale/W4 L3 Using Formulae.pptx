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62" r:id="rId3"/>
    <p:sldId id="256" r:id="rId4"/>
    <p:sldId id="257" r:id="rId5"/>
    <p:sldId id="258" r:id="rId6"/>
    <p:sldId id="261" r:id="rId7"/>
    <p:sldId id="265" r:id="rId8"/>
    <p:sldId id="267" r:id="rId9"/>
    <p:sldId id="259" r:id="rId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11"/>
  </p:normalViewPr>
  <p:slideViewPr>
    <p:cSldViewPr snapToGrid="0" snapToObjects="1">
      <p:cViewPr varScale="1">
        <p:scale>
          <a:sx n="91" d="100"/>
          <a:sy n="91" d="100"/>
        </p:scale>
        <p:origin x="1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2/28/19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3024-C19F-8148-8BDA-A29B181116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Introduction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5F922-8DF0-1443-9643-62C4B39E33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0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0" y="2054087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+ 4ab </a:t>
            </a:r>
            <a:r>
              <a:rPr lang="mr-IN" sz="6600" dirty="0"/>
              <a:t>–</a:t>
            </a:r>
            <a:r>
              <a:rPr lang="en-US" sz="6600" dirty="0"/>
              <a:t> 3c + 7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76788" y="1859075"/>
            <a:ext cx="7250598" cy="15059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98174" y="4094922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Pronumeral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symbol or letter which takes the place of a number or a variable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174" y="4655853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Variable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quantity which can represent different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174" y="5777715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</a:rPr>
              <a:t>Term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number and one (or more) pronumeral multiplied together or just a number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174" y="6338646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Constant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a term with no pronumeral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5879" y="569843"/>
            <a:ext cx="53041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ALGEBRIC EXPRESSION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174" y="5216784"/>
            <a:ext cx="9607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Coefficient</a:t>
            </a:r>
            <a:r>
              <a:rPr lang="en-US" sz="2000" dirty="0"/>
              <a:t> </a:t>
            </a:r>
            <a:r>
              <a:rPr lang="mr-IN" sz="2000" dirty="0"/>
              <a:t>–</a:t>
            </a:r>
            <a:r>
              <a:rPr lang="en-US" sz="2000" dirty="0"/>
              <a:t> the number which appears before a pronumeral within the same 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" y="2054087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002060"/>
                </a:solidFill>
              </a:rPr>
              <a:t>a</a:t>
            </a:r>
            <a:r>
              <a:rPr lang="en-US" sz="6600" dirty="0"/>
              <a:t> + 4</a:t>
            </a:r>
            <a:r>
              <a:rPr lang="en-US" sz="6600" dirty="0">
                <a:solidFill>
                  <a:srgbClr val="002060"/>
                </a:solidFill>
              </a:rPr>
              <a:t>ab</a:t>
            </a:r>
            <a:r>
              <a:rPr lang="en-US" sz="6600" dirty="0"/>
              <a:t> </a:t>
            </a:r>
            <a:r>
              <a:rPr lang="mr-IN" sz="6600" dirty="0"/>
              <a:t>–</a:t>
            </a:r>
            <a:r>
              <a:rPr lang="en-US" sz="6600" dirty="0"/>
              <a:t> 3</a:t>
            </a:r>
            <a:r>
              <a:rPr lang="en-US" sz="6600" dirty="0">
                <a:solidFill>
                  <a:srgbClr val="002060"/>
                </a:solidFill>
              </a:rPr>
              <a:t>c</a:t>
            </a:r>
            <a:r>
              <a:rPr lang="en-US" sz="6600" dirty="0"/>
              <a:t> + 7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3171" y="2058074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2"/>
                </a:solidFill>
              </a:rPr>
              <a:t>a</a:t>
            </a:r>
            <a:r>
              <a:rPr lang="en-US" sz="6600" dirty="0"/>
              <a:t> + 4</a:t>
            </a:r>
            <a:r>
              <a:rPr lang="en-US" sz="6600" dirty="0">
                <a:solidFill>
                  <a:schemeClr val="accent2"/>
                </a:solidFill>
              </a:rPr>
              <a:t>ab</a:t>
            </a:r>
            <a:r>
              <a:rPr lang="en-US" sz="6600" dirty="0"/>
              <a:t> </a:t>
            </a:r>
            <a:r>
              <a:rPr lang="mr-IN" sz="6600" dirty="0"/>
              <a:t>–</a:t>
            </a:r>
            <a:r>
              <a:rPr lang="en-US" sz="6600" dirty="0"/>
              <a:t> 3</a:t>
            </a:r>
            <a:r>
              <a:rPr lang="en-US" sz="6600" dirty="0">
                <a:solidFill>
                  <a:schemeClr val="accent2"/>
                </a:solidFill>
              </a:rPr>
              <a:t>c</a:t>
            </a:r>
            <a:r>
              <a:rPr lang="en-US" sz="6600" dirty="0"/>
              <a:t> + 7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1" y="2054956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</a:t>
            </a:r>
            <a:r>
              <a:rPr lang="en-US" sz="6600" dirty="0">
                <a:solidFill>
                  <a:srgbClr val="FF0000"/>
                </a:solidFill>
              </a:rPr>
              <a:t>4</a:t>
            </a:r>
            <a:r>
              <a:rPr lang="en-US" sz="6600" dirty="0"/>
              <a:t>ab </a:t>
            </a:r>
            <a:r>
              <a:rPr lang="mr-IN" sz="6600" dirty="0"/>
              <a:t>–</a:t>
            </a:r>
            <a:r>
              <a:rPr lang="en-US" sz="6600" dirty="0"/>
              <a:t> </a:t>
            </a:r>
            <a:r>
              <a:rPr lang="en-US" sz="6600" dirty="0">
                <a:solidFill>
                  <a:srgbClr val="FF0000"/>
                </a:solidFill>
              </a:rPr>
              <a:t>3</a:t>
            </a:r>
            <a:r>
              <a:rPr lang="en-US" sz="6600" dirty="0"/>
              <a:t>c + 7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2341" y="2050009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rgbClr val="7030A0"/>
                </a:solidFill>
              </a:rPr>
              <a:t>a</a:t>
            </a:r>
            <a:r>
              <a:rPr lang="en-US" sz="6600" dirty="0"/>
              <a:t> + </a:t>
            </a:r>
            <a:r>
              <a:rPr lang="en-US" sz="6600" dirty="0">
                <a:solidFill>
                  <a:srgbClr val="7030A0"/>
                </a:solidFill>
              </a:rPr>
              <a:t>4ab</a:t>
            </a:r>
            <a:r>
              <a:rPr lang="en-US" sz="6600" dirty="0"/>
              <a:t> </a:t>
            </a:r>
            <a:r>
              <a:rPr lang="mr-IN" sz="6600" dirty="0"/>
              <a:t>–</a:t>
            </a:r>
            <a:r>
              <a:rPr lang="en-US" sz="6600" dirty="0"/>
              <a:t> </a:t>
            </a:r>
            <a:r>
              <a:rPr lang="en-US" sz="6600" dirty="0">
                <a:solidFill>
                  <a:srgbClr val="7030A0"/>
                </a:solidFill>
              </a:rPr>
              <a:t>3c</a:t>
            </a:r>
            <a:r>
              <a:rPr lang="en-US" sz="6600" dirty="0"/>
              <a:t> + </a:t>
            </a:r>
            <a:r>
              <a:rPr lang="en-US" sz="6600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0628" y="2060715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+ 4ab </a:t>
            </a:r>
            <a:r>
              <a:rPr lang="mr-IN" sz="6600" dirty="0"/>
              <a:t>–</a:t>
            </a:r>
            <a:r>
              <a:rPr lang="en-US" sz="6600" dirty="0"/>
              <a:t> 3c + </a:t>
            </a:r>
            <a:r>
              <a:rPr lang="en-US" sz="6600" dirty="0">
                <a:solidFill>
                  <a:srgbClr val="00B050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30627" y="2060715"/>
            <a:ext cx="686462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a + 4ab </a:t>
            </a:r>
            <a:r>
              <a:rPr lang="mr-IN" sz="6600" dirty="0"/>
              <a:t>–</a:t>
            </a:r>
            <a:r>
              <a:rPr lang="en-US" sz="6600" dirty="0"/>
              <a:t> 3c + 7</a:t>
            </a:r>
          </a:p>
        </p:txBody>
      </p:sp>
    </p:spTree>
    <p:extLst>
      <p:ext uri="{BB962C8B-B14F-4D97-AF65-F5344CB8AC3E}">
        <p14:creationId xmlns:p14="http://schemas.microsoft.com/office/powerpoint/2010/main" val="4259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/>
      <p:bldP spid="25" grpId="0"/>
      <p:bldP spid="27" grpId="0"/>
      <p:bldP spid="28" grpId="0"/>
      <p:bldP spid="29" grpId="0"/>
      <p:bldP spid="30" grpId="0"/>
      <p:bldP spid="32" grpId="0"/>
      <p:bldP spid="31" grpId="0"/>
      <p:bldP spid="33" grpId="0"/>
      <p:bldP spid="34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Solving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782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s = </a:t>
                </a:r>
                <a:r>
                  <a:rPr lang="en-US" sz="3600" dirty="0" err="1"/>
                  <a:t>ut</a:t>
                </a:r>
                <a:r>
                  <a:rPr lang="en-US" sz="36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600" dirty="0"/>
                  <a:t> at</a:t>
                </a:r>
                <a:r>
                  <a:rPr lang="en-US" sz="3600" baseline="30000" dirty="0"/>
                  <a:t>2</a:t>
                </a:r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endParaRPr lang="en-US" sz="3600" i="1" dirty="0">
                  <a:latin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r-IN" sz="3600" i="1" smtClean="0">
                          <a:latin typeface="Cambria Math" charset="0"/>
                        </a:rPr>
                        <m:t>𝐴</m:t>
                      </m:r>
                      <m:r>
                        <a:rPr lang="mr-IN" sz="3600" i="1" smtClean="0">
                          <a:latin typeface="Cambria Math" charset="0"/>
                        </a:rPr>
                        <m:t>=</m:t>
                      </m:r>
                      <m:r>
                        <a:rPr lang="mr-IN" sz="3600" i="1" smtClean="0">
                          <a:latin typeface="Cambria Math" charset="0"/>
                        </a:rPr>
                        <m:t>𝜋</m:t>
                      </m:r>
                      <m:sSup>
                        <m:sSupPr>
                          <m:ctrlPr>
                            <a:rPr lang="mr-IN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mr-IN" sz="3600" i="1" smtClean="0">
                              <a:latin typeface="Cambria Math" charset="0"/>
                            </a:rPr>
                            <m:t>𝑟</m:t>
                          </m:r>
                        </m:e>
                        <m:sup>
                          <m:r>
                            <a:rPr lang="mr-IN" sz="360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I = PRT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21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4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 = </a:t>
                </a:r>
                <a:r>
                  <a:rPr lang="en-US" dirty="0" err="1"/>
                  <a:t>ut</a:t>
                </a:r>
                <a:r>
                  <a:rPr lang="en-US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at</a:t>
                </a:r>
                <a:r>
                  <a:rPr lang="en-US" baseline="30000" dirty="0"/>
                  <a:t>2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s = 62, t </a:t>
            </a:r>
            <a:r>
              <a:rPr lang="en-AU" dirty="0"/>
              <a:t>= 3 and a = 10, find 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93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mr-I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charset="0"/>
                              </a:rPr>
                              <m:t>𝑢</m:t>
                            </m:r>
                            <m:r>
                              <a:rPr lang="en-AU" b="0" i="1" smtClean="0">
                                <a:latin typeface="Cambria Math" charset="0"/>
                              </a:rPr>
                              <m:t>+</m:t>
                            </m:r>
                            <m:r>
                              <a:rPr lang="en-AU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t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926" b="-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 given s = 35, u = 10, v =4</a:t>
            </a:r>
          </a:p>
        </p:txBody>
      </p:sp>
    </p:spTree>
    <p:extLst>
      <p:ext uri="{BB962C8B-B14F-4D97-AF65-F5344CB8AC3E}">
        <p14:creationId xmlns:p14="http://schemas.microsoft.com/office/powerpoint/2010/main" val="61313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C81EFA-49C7-F346-A3EA-2240029B71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mr-IN" i="1">
                          <a:latin typeface="Cambria Math" charset="0"/>
                        </a:rPr>
                        <m:t>𝐴</m:t>
                      </m:r>
                      <m:r>
                        <a:rPr lang="mr-IN" i="1">
                          <a:latin typeface="Cambria Math" charset="0"/>
                        </a:rPr>
                        <m:t>=</m:t>
                      </m:r>
                      <m:r>
                        <a:rPr lang="mr-IN" i="1">
                          <a:latin typeface="Cambria Math" charset="0"/>
                        </a:rPr>
                        <m:t>𝜋</m:t>
                      </m:r>
                      <m:sSup>
                        <m:sSupPr>
                          <m:ctrlPr>
                            <a:rPr lang="mr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mr-IN" i="1">
                              <a:latin typeface="Cambria Math" charset="0"/>
                            </a:rPr>
                            <m:t>𝑟</m:t>
                          </m:r>
                        </m:e>
                        <m:sup>
                          <m:r>
                            <a:rPr lang="mr-IN" i="1">
                              <a:latin typeface="Cambria Math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CC81EFA-49C7-F346-A3EA-2240029B7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7844C-0A91-D044-A786-84398AFA1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Find A when r = 4.1 m</a:t>
            </a:r>
          </a:p>
          <a:p>
            <a:r>
              <a:rPr lang="en-AU" dirty="0"/>
              <a:t>Find r when A </a:t>
            </a:r>
            <a:r>
              <a:rPr lang="en-AU"/>
              <a:t>= 64 cm</a:t>
            </a:r>
            <a:r>
              <a:rPr lang="en-AU" baseline="3000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69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36E58E-8A94-9B4D-9F9A-1A134D573B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51"/>
          <a:stretch/>
        </p:blipFill>
        <p:spPr>
          <a:xfrm>
            <a:off x="228600" y="430304"/>
            <a:ext cx="9677400" cy="193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445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83AE4D-1A7A-0A49-B3ED-A8989A06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26" y="122891"/>
            <a:ext cx="85725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6910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2084</TotalTime>
  <Words>188</Words>
  <Application>Microsoft Macintosh PowerPoint</Application>
  <PresentationFormat>A4 Paper (210x297 mm)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A4 Presentation</vt:lpstr>
      <vt:lpstr>Introduction</vt:lpstr>
      <vt:lpstr>PowerPoint Presentation</vt:lpstr>
      <vt:lpstr>Solving Equations</vt:lpstr>
      <vt:lpstr>Equations</vt:lpstr>
      <vt:lpstr>s = ut + 1/2 at2</vt:lpstr>
      <vt:lpstr>s = ((u+v))/2 t</vt:lpstr>
      <vt:lpstr>A=πr^2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creator>Michael Loh</dc:creator>
  <cp:lastModifiedBy>LOH Michael [Shenton College]</cp:lastModifiedBy>
  <cp:revision>14</cp:revision>
  <dcterms:created xsi:type="dcterms:W3CDTF">2017-06-13T06:34:12Z</dcterms:created>
  <dcterms:modified xsi:type="dcterms:W3CDTF">2019-02-28T01:36:12Z</dcterms:modified>
</cp:coreProperties>
</file>