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0" r:id="rId6"/>
    <p:sldId id="262" r:id="rId7"/>
    <p:sldId id="264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37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4T05:08:03.74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5260 7069 7569,'0'7'4524,"0"-1"-4075,0-6-138,6 0-157,-5 0 0,6 0 46,-3 0 0,-1 0 3,5 0 0,-4 0-24,4 0 1,1 0-15,3 0 0,0 0 23,1 0 0,3-2-84,1-2-52,5 3 1,-3-9 38,6 6 1,-1-1-178,-4 0 0,4 0-2,-4-3 0,2 1 137,-1 3 1,1 2-252,-5-2 1,1 1 90,-2-1 1,-6 3-323,2-3 172,-2 2 1,-2 2-378,0 0-92,-5 0-340,3 0 494,-6 6 0,-2-3 205,-2 5 0,1-5-478,-5 1 1,4 3 386,-4 1 1,4-3-163,-5 0 624,6 1 0,-8-4 0,5 3 0</inkml:trace>
  <inkml:trace contextRef="#ctx0" brushRef="#br0" timeOffset="1">5334 7330 7569,'0'7'-1475,"-1"-2"1916,-3-5 1449,3 0-774,-5 0-420,6 0 507,0 0 0,6 0-905,2 0 1,7 0-44,2 0 0,9 0-72,-1 0 1,2 0-65,-2 0 0,4 0-19,0 0 1,0-4-126,-4 0 1,-1 0 0,1 4 0,-6 0-265,-2 0 1,1 0-504,-2 0 0,-3 0 408,-5 0 1,-4 0-1041,5 0 501,-7 0 923,4 0 0,-6 5 0,0 2 0</inkml:trace>
  <inkml:trace contextRef="#ctx0" brushRef="#br0" timeOffset="2">6612 6387 7569,'0'-8'331,"0"0"574,0 5-267,0-3-156,0 6 337,0 0 0,4 6-556,1 2 1,3 7-32,-4 2 1,4 5 7,-4-1 1,2 3-23,-2 5 0,-1-2-112,5 1 0,-5 0 100,1 1 1,-3-3-281,-1 3 1,0-3 95,0-1 1,0-2-475,0-2 1,2 1 136,2-5 1,-3-1-21,3-3 0,-2-5-611,-2 0 158,0-5 0,0 1-205,0-8 1,5-4 460,3-9 1,3-8 531,2-8 0,-1-8 0,1-3 0</inkml:trace>
  <inkml:trace contextRef="#ctx0" brushRef="#br0" timeOffset="3">6860 6375 7569,'7'-6'355,"-1"5"1,-6-6 11,0 3-172,0-3 0,4-1-61,0-1 142,0 7-93,2-4 1,1 6 22,5 0 1,0 0-13,1 0 1,1 2-12,2 2 1,-1 3-69,6 5 1,0 2-66,3 2 1,-4-1-138,-4 6 1,-2-4 161,-2 3 1,0 1-75,-4 4 0,-3 0-25,-5-1 1,0-3 59,0 0 1,-1-2 65,-3 2 0,-3-2-58,-6-2 0,1-5 15,0 0 0,-5 1-5,1-5-22,-1-2 1,5-1 97,-1-5-13,6 0-151,2 0 90,5 0 0,9 0 75,4 0 1,8-4-94,-1 0 1,8-4 164,1 3 0,4-3-26,-4 4 0,1-4-72,-1 4 0,-3-1-48,3 5 1,-7 0-4,-1 0 1,-5 0-134,5 0 1,-6 0 63,2 0-652,-3 0 340,-2 0-866,0 0 21,-5 0 392,-1 6 0,-8 1 402,-2 5 1,-7-2 159,-5 2 1,-8-1 217,0 10 0,-7 0 0,-6 3 0</inkml:trace>
  <inkml:trace contextRef="#ctx0" brushRef="#br0" timeOffset="4">6315 7045 6709,'12'0'1768,"-2"0"-908,2 0-567,-2 0 0,13-2 39,-2-2 1,2 3 36,2-3 1,5 2-116,3 2 0,5-1-48,3-3 1,-1 2 65,5-2 1,1 3-60,4 1 1,1 0-38,2 0 0,-4 0-55,4 0 1,-9 0-201,6 0 1,-3 0 161,3 0 1,-2-4-158,-3-1 0,-2 1 138,-6 4 0,-1-4 27,-3 0 1,-1-4-331,-3 4 1,-7 0 107,3 4 1,-7-5-99,2 1 101,-5 0-174,3 4 61,-5 0-756,-6 0 569,-2 0 262,-16 0 0,-3 1 166,-10 4 0,-7 2 0,-1 5 0</inkml:trace>
  <inkml:trace contextRef="#ctx0" brushRef="#br0" timeOffset="5">6513 7330 7569,'6'-7'865,"-5"-4"-539,4 9-324,1-9 1,1 10 114,5-3 0,1 3 89,-1 1 0,0 0-23,1 0 0,1 0 0,2 0 0,-2 0-164,2 0 0,2 5-44,-1 3 1,-1 3-81,-3 2 1,-5-1 143,0 1 1,-5 5-55,1 2 1,-2-1 53,-2 2 0,-2 0 26,-2 4 0,-3-5-32,-5 1 0,-2-6-11,-2 2 1,2-1 154,-3-3 1,2 2-85,-1-7 0,2 2 20,-3-2-21,3-3 1,2-5-15,0 0 1,3 0 137,1 0-133,5 0 0,-2-1 4,5-3 55,0 3-111,0-5-8,0 1 1,5 3-6,4-2 1,3-1 31,5 0 0,-4 1-15,4 4 0,2-4-94,2 0 1,-2 0 97,2 4 0,-5-4-169,5 0 1,0-2 92,4 2 1,-5 3-83,1-4 0,-2 4-75,2 1 1,-3-4-174,-6 0 0,1 0-547,-1 4-419,0 0-90,1-6 1423,-1 5 0,1-10 0,-1 4 0</inkml:trace>
  <inkml:trace contextRef="#ctx0" brushRef="#br0" timeOffset="6">7108 7330 7569,'0'-13'-918,"0"1"1208,0 5 632,0-4 0,-1 10-452,-3-3 1,1 2-37,-5 2 0,4 2-165,-4 2 0,3 3-63,-3 5 1,1 0-117,-1 1 1,1 1 92,3 2 1,3-2 22,-4 2 1,4 0-130,1 0 0,1-2-187,4 2 0,1-6 120,7-2 0,-1-1-37,1 2 1,5 2-77,2-3 0,0-1 112,0 1 0,-5-4-60,2 4 1,1-4 50,-2 5 25,1-1 1,-6 4-51,-3 1 0,-2-1-41,-6 1 97,0-1 0,-2 0 4,-2 1 1,-3-1-119,-5 1 1,-6-1 60,-3 0 1,-2 1-594,-2-1 1,-1 1 291,-3-1 1,1-5-696,-5-3 0,6-3 70,-2-1 948,3-5 0,6-7 0,2-8 0</inkml:trace>
  <inkml:trace contextRef="#ctx0" brushRef="#br0" timeOffset="7">7022 7355 7569,'12'-13'0,"-1"5"347,-3 0 1,3 5 514,-2-1 1,-2-2 29,1 2 1,0 0-418,4 4 0,2-1-332,3-4 0,-2 4 52,6-3 0,-1-2-807,5 2 0,0-4 105,0 4 1,0-6-699,-1 2 1205,1 2 0,0-10 0,0 2 0</inkml:trace>
  <inkml:trace contextRef="#ctx0" brushRef="#br0" timeOffset="8">8535 6796 6651,'7'-12'2227,"-1"0"-1704,-6 5-328,-6 1 0,3 16 139,-5 2 0,0 10-49,-5 3 0,1 4 14,0 4 1,-2 7-111,-3-3 0,2-1-24,-6-3 1,1 0 29,-5 5 0,0-1-12,0 0 1,2-1-1013,2-3 1,-1-4 490,6-9 1,-5-2-722,4-5 1,1-2 1058,3-3 0,-5-2 0,-1-6 0</inkml:trace>
  <inkml:trace contextRef="#ctx0" brushRef="#br0" timeOffset="9">7940 6908 8304,'12'0'803,"-4"4"-549,1 0 1,4 6 427,8-2 0,3 3-242,0 2 0,5 0-106,0 4 1,6-3-222,-2 2 1,3-2-94,1-1 1,0-1-81,0 0 1,1 1-256,-1-1 1,0 1-152,0-1 0,-4-4 245,0 0 0,0-1-1898,5 2 2119,-1 2 0,0-10 0,0 5 0</inkml:trace>
  <inkml:trace contextRef="#ctx0" brushRef="#br0" timeOffset="10">9056 6784 7569,'7'-8'248,"-3"0"0,-1 5 424,1-1-180,-2 2-194,3 2 0,-4 6 28,4 2 1,-4 9 139,3 3 1,-1 5-167,1 4 0,-3 3 35,3 5 0,-2 0-309,-2 0 0,0-4 112,0 0 1,-4 1-180,0 3 1,-1-4 101,5 0 0,0-4-580,0 4 0,0-7-162,0-1 0,0-2-1520,0-6 2201,6-1 0,6-3 0,8-1 0</inkml:trace>
  <inkml:trace contextRef="#ctx0" brushRef="#br0" timeOffset="11">9416 6958 7569,'-8'-2'629,"-1"-2"-360,7 3 1,-5-5 191,3 6-246,2 6 1,-5-3 98,3 5 1,3 1 147,-3 8 0,2 2-77,2 6 1,0 1-95,0 3 0,0-1-108,0 5 1,6-4 10,2 4 1,3-6-106,2 2 0,3-4 37,1-4 1,3-3-103,-3-6 0,4-1 79,-5-3 1,5-2-190,-5-6 1,5-6-283,-4-2 1,3-10 219,-3-7 1,1-1 101,-2-7 0,-6-4-31,2-4 1,-8-5-777,1 5 1,-5 0 453,-5 3 1,-1 7 318,-7 2 0,-5 4 64,-2 4 1,-4 7 291,-1 6 1,5 5-40,-1-1 1,2 4-128,-2 4 1,3 3-94,6 6 1,-1-2 111,1-3 1,5 3-827,3-3 0,2 3-13,2 2 1,0-1-996,0 1 1705,6-1 0,6-5 0,8-2 0</inkml:trace>
  <inkml:trace contextRef="#ctx0" brushRef="#br0" timeOffset="12">9863 6958 7569,'0'12'925,"-6"1"1,5 3-582,-3 1 1,2 6 2,2 2 1,0 0 957,0 4-934,0 2 0,2-5 23,2 3 1,3-4-150,5-4 1,6 0-210,3-9 1,1 2 109,-2-10 0,4 0 49,-4-4 0,3-7-212,-3-5 1,2-6-281,-5-7 1,-1-1 82,-3-3 1,-6-3-209,-3-5 0,-3 0-22,-1 0 0,-11 1 177,-5 3 0,-6 2 531,-3 7 0,-1 4-191,-3 4 0,1 7 54,-5 5 0,5 3-237,-1 1 0,3 5-305,1 4 1,6 4-212,3 0 1,2 6 625,1-6 0,1 2 0,0-3 0</inkml:trace>
  <inkml:trace contextRef="#ctx0" brushRef="#br0" timeOffset="13">10359 6672 8219,'-4'9'704,"0"-1"0,-1 0-341,5 5 1,-4 3-57,0 1 0,0 3-90,4-3 0,0 1-77,0-2 0,0-2-12,0 3 0,1-8-89,4 0 0,-3-7 62,7 3 1,-1-4-131,4-1 1,2-1 32,3-4 1,-2-7-375,5-9 1,-4-2 51,0-2 0,1-4-100,-5 0 1,2-5 152,-10 1 1,0 1-13,-4-1 1,-1 7 146,-3 1 1,-3 6-58,-6 6 0,-5 2 412,-2 3 0,0 2-177,0 6 0,-1 0 265,-4 0 1,6 5-230,2-1 1,4 5-106,0 0 1,6-3-92,3 3-224,3-6-172,1 8 0,10-6 236,2 3 0,9-2-748,-1-6 1020,4 0 0,1-6 0,-1-1 0</inkml:trace>
  <inkml:trace contextRef="#ctx0" brushRef="#br0" timeOffset="14">10830 6300 7569,'0'-6'1376,"0"-6"-947,0 11-436,0-4 313,0 5 1,0 1-74,0 3 1,0 4 63,0 9 1,0 4-65,0 8 0,-5 4 138,-3 8 1,-1 9-116,-3 7 1,2 0-317,-6 1 0,-4 1 195,0 7 1,-4-2-333,12-31 1,-1 0 0,-10 33 259,2-4 1,-2 1 131,2-9 0,3-2-262,2-6 1,-2 1 167,1-6 1,1-4-283,3-4 0,2-6-174,3-3 0,-2 0-119,6-8 0,0-3-897,4-5 471,0-5 0,11-9 900,-1-3 0,8-12 0,-2-1 0,-1-2 0,2 0 0</inkml:trace>
  <inkml:trace contextRef="#ctx0" brushRef="#br0" timeOffset="15">10793 6958 8539,'-4'8'800,"0"0"1,-2 6-460,2 7 1,-1 6 783,-4 2-719,4 6 1,5-5-72,0 3 0,0 1-148,0-5 0,10-4 19,2-4 1,9-7-24,-1-2 1,4-5-234,1-7 1,3-1 115,1-4 1,-1-3-295,-7-8 0,1-8-29,-6-5 1,-5-8-167,-7 4 1,-4-4 237,-4 8 0,-4-1 18,-9 1 0,-3 7 266,-9-3 0,1 12-76,-5 1 0,0 8-206,-4 0 1,5 2 100,3 2 0,4 6-1008,5 2 0,2 3 1090,5 2 0,1-1 0,0 0 0</inkml:trace>
  <inkml:trace contextRef="#ctx0" brushRef="#br0" timeOffset="16">12121 7007 7569,'-13'0'3564,"6"0"-2813,2 0-252,5 0 518,0 0-922,5 0 0,2 0 51,6 0 0,4 0-169,4 0 1,1 0 104,-1 0 1,2 0 100,-2 0 1,-2 0-608,2 0 0,-6 0-623,2 0 1,-4 0 378,0 0 0,-5 0-1252,0 0 450,-5 0 1470,3 6 0,-12 1 0,-1 5 0</inkml:trace>
  <inkml:trace contextRef="#ctx0" brushRef="#br0" timeOffset="17">12083 7144 11014,'13'7'2061,"-1"-2"-1508,1-5 1,4 0 140,4 0 1,3 4-444,0 0 0,-2 1-68,3-5 1,-3 0-1181,7 0 1,-3-5 671,-1 1 0,-1-1-2981,-4 1 3306,4 2 0,-5-14 0,6 2 0</inkml:trace>
  <inkml:trace contextRef="#ctx0" brushRef="#br0" timeOffset="18">6339 7900 7569,'0'-7'364,"0"-4"1,0 9-220,0-7 1,6 5-37,2-4 0,3 4 72,2-4 0,0-1-73,4-3 1,2-1 67,6 1 0,1-4-50,3-1 0,3-5 28,5 1 1,4-4-9,1-3 1,9-3-372,-2-2 1,11-4 292,-30 18 1,2 1 0,1-1 0,1 1-65,3-3 0,1 0 0,1 0 0,0-1 38,1 2 0,-1-1 0,0 1 0,-1 0-67,-3 3 0,0 1 0,1-1 0,-1 0 23,27-12 0,-3 5-265,-9 8 1,-12 3 120,-5 5 1,-11-2-236,-5 6 107,-9 0 20,-2 4 1,-8 4-274,-2 0 1,-4 6 546,-9-2 0,-1 5-20,-2 3 0,-8-1 0,3 3 0,-1-1 0,0-2 0,1 2 0</inkml:trace>
  <inkml:trace contextRef="#ctx0" brushRef="#br0" timeOffset="19">9007 7392 7569,'-7'0'-672,"-4"0"718,9 0 236,-3 0 177,-1 0-22,5 0 174,-5 0-143,6 0 421,0 0-376,0-6-318,0 5 0,2-6-32,2 3 1,-1 3-7,5-4 1,0-2-75,5-1 1,5-1 31,2 0 0,9-6-107,4 3 1,4-5 23,5 1 1,6 2 80,6-3 1,4-1-280,-5 2 1,5-1 201,-4 5 1,1 0-120,-1-1 0,-7 5 49,3 0 1,-9 1-23,0-2 1,-2 0 46,-2 5 0,-5-2 31,-3 2 1,-4 3 88,-5-3 0,2 1-72,-5-1 1,-1 2 188,-3-2 0,-2 1 408,-3-1-477,3 3 0,-5-6-62,2 3 0,-1 2-138,-3-2-100,-3 3-502,5-5 201,-6 5 0,0-6-68,0 3-799,0 3 1,0-10 1308,0 2 0,5-2 0,2-1 0</inkml:trace>
  <inkml:trace contextRef="#ctx0" brushRef="#br0" timeOffset="20">9416 6313 7569,'0'-13'705,"0"1"-315,0 5 86,0-4-199,0 10-139,6-5 0,-5 12 7,3 2 0,-4 0-67,-4 5 1,1-4-66,-5 8 0,1 1 56,-1-2 1,-3 1 71,2-5 1,3 5-49,-3-1 0,5 1-41,-4-5 0,4-1 13,-5-2 1,7 2-3,-2-3 1,2-1-3,2 1 1,3-5 0,5 1 1,2-3 156,11-1 0,-1 0-83,5 0 0,1 0-40,3 0 1,-1-1-5,5-3 1,-6 1-156,2-5 0,-2 4-27,-3-5 0,-4 7-54,-4-3 1,-2 4-73,-2 1 1,-3-4-761,-1 0-654,-5 0 1170,2 4 0,-10 1 132,-4 3 0,-7-1 328,-5 5 0,-8 0 0,-2 5 0</inkml:trace>
  <inkml:trace contextRef="#ctx0" brushRef="#br0" timeOffset="21">9552 6362 7569,'0'-12'-1491,"6"0"2583,-5-1-206,5 1-21,-6-1 93,0 7-384,0 0-391,0 6 1,0 10 11,0 2 0,0 13 0,0 0 0,0 8-313,0 0 1,0 3-253,0 1 0,-4 6-1228,0 2 1598,-6 9 0,3 2 0,-5 6 0</inkml:trace>
  <inkml:trace contextRef="#ctx0" brushRef="#br0" timeOffset="22">13510 6685 7569,'0'-13'204,"0"1"1093,0 0-457,0-1-360,0 1 336,0 5-45,0-4-546,0 10-82,0-5 1,-4 12-44,0 2 0,-6 3 63,2 1 1,-5 6-125,-3 3 1,-3 2 82,-6 2 0,4 0-14,0 0 1,-3-1-208,-5 1 0,4-1 30,4-4 1,6 0-29,-2-4 1,5-6 110,4 2-121,-3-2 0,9-2 47,-2 0 11,3-5 1,2 7 90,3-6 1,5 0 85,7-4 1,3 0-104,6 0 0,2 0 11,1 0 0,0-1 57,5-3 0,4 1-61,5-5 1,-1-1 9,-4-3 1,-1 1 8,-3 3 1,-3-2-274,-5 6 1,-1-4-357,-4 3-135,-2 1 189,-5 4-106,-6 0-32,-2 0 0,-6 0 233,-3 0 0,-5 4-311,-7 1 1,-2 3 44,-3-4 695,-8 6 0,9-9 0,-11 5 0</inkml:trace>
  <inkml:trace contextRef="#ctx0" brushRef="#br0" timeOffset="23">13498 6796 7569,'5'-17'110,"-3"3"83,2-3 0,-3 8 245,-1 0-162,6 1 149,-5-4-142,4-1 1,-3 2 453,2 3-161,-3 2-249,5 6 63,-6 0-375,0 0 1,0 10 90,0 3 1,-2 9-10,-2 2 0,2 4 67,-7 9 0,2-2-15,-1 6 1,-3-2-612,3-2 1,1-1 265,-1-3 1,5 2-663,-1-1 0,2-4 386,2-1 0,2-7 472,2-2 0,3-4 0,5 2 0</inkml:trace>
  <inkml:trace contextRef="#ctx0" brushRef="#br0" timeOffset="24">14031 6598 8386,'-7'0'677,"0"1"-464,3 4 0,-1 3-69,-4 8 0,-2 0 213,3 4 1,-3-3-85,-1 3 1,5 0-72,3 0 0,2 2-15,2-5 1,0-5-21,0-3 1,6-2-6,2 1 0,4-3-68,5-5 1,2 0-72,6 0 0,1-7 31,3-5 1,-1-6-407,5-7 0,-10 5 174,2-1 0,-8 0-223,-1-4 0,-8-3 161,-3-1 0,-4 4 20,-1 4 1,-6 6 141,-2-2 1,-10 5 113,-7 4 0,2 2 20,-10 6 0,8 2-93,-8 2 0,1 7-5,3 5 0,5 2 28,3-1 0,6-2-659,-2 6 1,9-5 72,4 5 0,2-2 600,2 2 0,0 8 0,0-3 0</inkml:trace>
  <inkml:trace contextRef="#ctx0" brushRef="#br0" timeOffset="25">14006 6871 7746,'0'-7'1066,"-1"1"-749,-3 6 1,1 0 36,-5 0 1,-2 7-69,-6 6 0,2 5-5,-3 7 0,-1 1-98,2 3 1,-1-3 104,5 3 0,5 1-99,3-1 0,2 0-162,2-4 1,0-6 103,0-2 0,10-4-83,2 0 1,9-6-77,0-3 1,2-4 42,2-4 0,4-3-82,0-6 0,-1-5 4,-8-2 1,2-4 76,-5 0 0,-6-3-288,-7-2 0,-3-1-334,-1-3 1,-2 3 446,-7 5 1,0 1 203,-12 4 1,0 2 85,-4 5 1,-1 7-83,-3 1 1,2 4-115,-6 1 0,9 6 58,-1 2 1,10-1-397,3 1 1,1 0-213,7 5 0,0-1 617,4 1 0,5 4 0,2 3 0</inkml:trace>
  <inkml:trace contextRef="#ctx0" brushRef="#br0" timeOffset="26">14589 6623 6651,'-5'-7'-917,"3"-4"1183,-3 10-181,-1-5-90,5 6 1,-10 0 1402,10 0-437,-5 0-573,1 0 1,3 1-134,-2 4 0,-1 1 3,0 7 0,0-1-180,1 1 0,1 0 70,-5 4 1,5 1 57,-1 3 1,3-2-24,1-3 1,0-2-303,0 3 0,1-4 65,3 0 1,-1-5-58,5 0 0,2-5-22,6 1 0,-1-2 79,6-2 1,-2-6-189,2-2 1,2-4 90,-2-5 0,-3 2 99,-1-6 0,-5 5-9,-4-5 0,-2 0-231,-6-4 0,0 2 70,0 2 0,-6-1 135,-2 6 0,-7-1 266,-2 5 0,-3 1-101,3 3 1,1 2 55,3 6 0,1 0 33,-1 0-458,1 0 242,0 0-323,5 0 114,1 0 0,8 0-120,2 0 0,3 0 72,5 0 0,0 0-10,1 0 0,3 0 316,1 0 0,-1-4 0,-3 0 0,5-6 0,1 3 0</inkml:trace>
  <inkml:trace contextRef="#ctx0" brushRef="#br0" timeOffset="27">15024 6424 7569,'6'-1'0,"-1"-3"166,-4-4 17,4 2-13,-3 1 197,3-1 340,-5 5-242,0-10-155,0 9 7,0-3-182,0 5 1,-1 1-10,-3 3 0,1 5 23,-5 7 0,0 1-83,-5 7 1,-1 0 49,-2 9 0,1 3-69,-6 9 1,0-2 68,-3 11 1,-1-1-504,0 9 1,0 0 395,0 1 1,0-6 81,1 1 1,4-5-188,4 0 0,2-3-53,2-5 1,-1-2-32,1-6 1,4-4 119,-1 1 1,5-8-174,-4-1 1,4-2 61,-5-7 1,7-3-821,-2-5 964,2-5-247,2 2 274,0-5 0,0-5 0,0-2 0</inkml:trace>
  <inkml:trace contextRef="#ctx0" brushRef="#br0" timeOffset="28">14949 7107 7569,'-1'8'631,"-3"0"0,-2 0-325,-2 5 1,-2 5-101,6 2 1,-4 4 159,4 1 0,0-5-73,4 1 1,0-6 37,0 2 0,5-4-106,3 0 0,9-2-45,4-3 1,2-2-100,2-6 1,0-7-180,-1-6 0,1-5 91,0-6 0,-6-1-67,-2 0 0,-9-4-100,-4 0 0,-2-4 59,-2 4 1,-10 2 250,-2 6 1,-9-1-98,0 5 0,-2 6 113,-2 7 0,0 3-346,0 1 0,2 0-509,2 0 1,2 5 247,2 4 0,8 2 455,-4 1 0,4 6 0,-4 1 0</inkml:trace>
  <inkml:trace contextRef="#ctx0" brushRef="#br0" timeOffset="29">6724 9351 7569,'-8'-4'1398,"-1"0"64,7-6-1058,-4 9 0,6-6 134,0 3-171,0 3-322,0-5 1,1 6 58,4 0 0,6-1-90,5-3 0,5 1 55,-5-5 0,6 1-159,-1-2 1,3 0-589,0 5 0,-3-2 375,0 2 0,-6 3 159,1-3 0,-2 2 2,-1 2 0,-2 6-1880,-3 2 2022,-3 3 0,-10 7 0,-2 1 0</inkml:trace>
  <inkml:trace contextRef="#ctx0" brushRef="#br0" timeOffset="30">6724 9587 7569,'-13'0'2347,"7"0"-1609,0 0 0,7 0-301,4 0 0,1 0-194,7 0 0,5-4-60,3 0 1,7-6-59,6 2 0,0-3-317,-1-2 0,7-3-495,-3-1 1,3 2 575,-3 7 50,-5-3 0,10 4 0,-4-5 0</inkml:trace>
  <inkml:trace contextRef="#ctx0" brushRef="#br0" timeOffset="31">8362 8892 7569,'0'-12'-33,"0"5"82,0 2 1,0 3 88,0-2 0,-2 3 131,-2-3-43,3 2 116,-5-3 1,6 3-20,-5-3-260,3 5 1,-5 0 156,3 0-126,3 0 1,-9 1 22,6 3 0,-4 3-80,4 6 1,-5 0-16,5 4 1,-5-3 54,0 2 0,4 2 16,1-1 0,-2-1-21,2-3 0,0-1 40,4 1-30,0-1 0,0 0-5,0 1 0,0-5 66,0 0 1,0 1 161,0 3-291,0 0 1,4 1 86,0-1 0,2-1 3,-2-3 1,-1 3-7,5-2 0,-5-2-411,1 1 137,3-5 231,-1 2-38,7-5-13,-1 0 0,1-1 46,-1-3-27,1-3 1,-1-10 4,0 1 0,1-1 39,-1 5-137,1-1 0,-2 1 73,-3 0-9,3-1 1,-10 1 8,3-1 0,-1 2-7,1 3 0,-2-3-60,2 3 1,-3-3 59,-1-2 1,0 1-3,0-1 1,0 0-3,0-4 1,-4 3-159,0-2 1,-2 6 72,2 2 158,3 0 0,-6-3-45,3 2-4,2 4 0,-4 1 156,1 0-159,4-1 42,-4 5-7,-1-5 1,3 4-87,-5-4 1,4 4 1,-4 1 1,3 0-124,-3 0 1,0 0 94,-4 0 1,3 4-112,1 0 0,0 6-374,-5-2 1,2-1 236,3 1 1,-2-3-160,6 3 228,0 0 243,4 4 0,6 1 0,0-1 0</inkml:trace>
  <inkml:trace contextRef="#ctx0" brushRef="#br0" timeOffset="32">8672 9165 7569,'7'0'1321,"-2"0"-931,-5 0 2282,0 0-2413,0-5-318,0 3-559,0-3-1134,0-1 1004,0 5 391,0-4 1,0 5 356,0 0 0,6 0 0,0 0 0</inkml:trace>
  <inkml:trace contextRef="#ctx0" brushRef="#br0" timeOffset="33">8907 8942 6434,'-5'-7'-567,"2"-2"510,-5 4 1,5 0 56,-1 1 0,3 1 1898,1-5-1414,0 5 1,1-3-332,3 6 1,3-4-20,5 0 1,1 0-126,-1 4 0,1 0-40,-1 0 1,0 0 108,1 0 0,-1 0 54,1 0 0,-5 4-171,0 0 0,0 6-89,5-2 0,-5-1 116,0 1 0,-5 1 39,1 3 1,-2 0-40,-2 1 0,-2-1-2,-2 1 1,1-1 48,-5 1 1,0 2-15,-5-3 0,0 3 2,-4-7 1,3 4 0,-2 0 1,3-4-79,5 0 0,-3-3 28,3 3 6,2-5 1,1 4-37,5-3-43,0-3 0,5 5 99,4-6 1,2 1-18,1 3 0,5-1-7,-1 5 1,5-4-3,-5 4 0,5-1-13,-4 2 0,3 2 32,-3-3 1,3 3 3,-3 1 0,-1-1 43,-3-2 1,-2 2 5,-3-3 0,-1 2 115,-3-2 1,-2 3-55,2-3 1,-3-1-87,-1 1 1,-1-4 14,-3 5 1,-3-5 355,-6 4 1,1-4-187,-1 5 0,-4-3-129,-4 3 1,3 0-21,1-5 1,0 6-149,0-2 1,-1-2-754,2-2 445,2-3 237,-4-1 8,5 0 0,7-1 154,1-3 0,10-9 0,1-6 0</inkml:trace>
  <inkml:trace contextRef="#ctx0" brushRef="#br0" timeOffset="34">9304 8992 7569,'-7'-6'604,"-2"3"-559,5-5-67,0 5 0,5-6 93,3 5 1,-1-1 156,5 5 0,0-4 173,5 0-229,5-5 1,-3 6-128,6-5 0,-5 3-13,5-3 1,-5 5-64,5-1 0,-6-1 74,2 1 0,-4-1 24,0 5 0,-1-4-58,1 0 1,-5 0-41,0 4 125,-5 0-3,2 0 126,-5 0 0,0 6-107,0 2 0,-1 7 62,-3 2 0,3 5-44,-4-2 1,4 1-28,1 4 0,-1-3-4,-3 7 0,2-3-84,-2-1 0,3 1 6,1 3 1,0-3 19,0 3 1,0-3-10,0-1 1,0-4-149,0-1 1,-2 0-163,-2 0 1,3 2 122,-3-5 1,2-1 91,2-3 0,0-5-62,0 0-2652,0-5 2779,0 8 0,6-10 0,1 5 0</inkml:trace>
  <inkml:trace contextRef="#ctx0" brushRef="#br0" timeOffset="35">9987 8942 7569,'0'-7'454,"0"-4"343,0 10-121,0-5-373,0 6 377,0 0-407,-6 0-106,5 0 1,-6 0-104,3 0 1,2 2 138,-2 2 67,3-3 6,-5 5-172,5-6 1,-6 0 54,3 0-315,3 0 152,-5 0 177,6 0-320,0 0 4,-5 0 73,3 0 111,-3 0-35,5 0 1,-4 1 7,-1 3 410,1-2-264,-1 3 1,2-4-99,-5 4 1,4-3-56,-5 7 1,5-2 57,-4 1 0,1 3-97,-1-3 1,-3 3 60,2 2 0,3-1 57,-3 0-63,7 1 0,-8-1-275,6 1 151,0-7 81,4 0-49,0-1 30,0-3 0,5 3-178,3-5 198,3 0 0,2 2-4,-1 2 0,5-3-35,-1 3 1,1-1-163,-5 1 0,1 2 100,-1 2 1,5 3 36,-1-3 0,1 7 5,-5 2 1,1 1 4,-1-2 0,-1 4 99,-3 5 0,2-2-102,-6-2 1,0 1 11,-4-6 0,0 1 1,0-5 1,0 1 1325,0-1-864,0 0 0,-5-1-78,-4-2 1,-3 0-135,-5-5 1,2 5-60,-5-5 0,-5 4-243,-4-4 0,-2 2 114,3-2 1,0-3 135,-5 3 1,4-2-42,-4-2 0,9 0-1635,0 0 0,6-2 359,-3-2 1,10-4-765,-1-9 1946,2-2 0,-2-11 0,-1-2 0</inkml:trace>
  <inkml:trace contextRef="#ctx0" brushRef="#br0" timeOffset="36">9801 8979 7819,'7'-5'563,"-1"-1"-470,-1-2 1,-4 1-94,3 3 1163,3 3 0,-4-5-496,5 6 1,0 0-331,5 0 0,-4 0-122,4 0 0,-4 0-338,8 0 0,2 0-305,2 0 0,2 0-485,2 0 0,-1 1 612,-4 4 301,4-4 0,-5 4 0,6-5 0</inkml:trace>
  <inkml:trace contextRef="#ctx0" brushRef="#br0" timeOffset="37">11091 9091 7704,'0'-7'2213,"0"2"-2029,0 5 1,-2 1 147,-2 3 0,-3 4-98,-5 9 1,0 4 83,-1 7 1,-3 0-205,-1 5 1,-4 0-104,5 4 1,-2-1-92,1-3 0,0 2-343,-4-6 1,2 1-433,2-1 0,2-4 439,-6 0 0,6-5 194,-2-3 1,0-8-515,0 4 736,0-9 0,0-4 0,-3-7 0</inkml:trace>
  <inkml:trace contextRef="#ctx0" brushRef="#br0" timeOffset="38">10681 9141 7569,'6'-20'574,"-5"2"850,10 11-593,-4 2-528,6 10 1,-1 0 133,0 7 0,5-1-148,0 10 0,0-5-259,0 5 0,-2 0 125,6 3 0,0 1 28,3 0 1,1-4-106,0-1 1,4 1-1315,0 4 1,5-6 1235,-1-2 0,9-4 0,2 0 0</inkml:trace>
  <inkml:trace contextRef="#ctx0" brushRef="#br0" timeOffset="39">11699 9091 7569,'0'-7'2211,"0"2"-2350,0 5 269,0 0 0,0 5 101,0 3 1,4 5-49,0 3 1,0 5 22,-4 8 1,0 3-24,0 5 1,-1-4-76,-3 0 0,2-1-389,-2 1 0,3 1-184,1-5 0,0 0-251,0-4 1,0-2-276,0-2 1,1 1 990,3-6 0,3-5 0,6-5 0</inkml:trace>
  <inkml:trace contextRef="#ctx0" brushRef="#br0" timeOffset="40">11996 9165 8984,'-12'0'425,"0"0"0,1 6-636,2 2 1,0-1 1,5 1 0,-5 2 368,5 6 0,-1 4 385,1 5 1,2-1-298,-2 1 0,3-4-149,1 0 1,5-2-170,3 1 1,3-2 71,2-5 0,-1-2 85,1-3 0,-1-2-11,0-6 0,5 0-322,0 0 1,0-6 60,0-2 0,-3-7-89,2-2 1,-6-5 6,-2 1 1,-1-3-25,1-5 0,-2 2 82,-6-1 0,-1 1 59,-4 3 0,-1 3-3,-7 0 0,-3 6 144,-1-1 0,-5 7 397,1 5 0,2 3-206,-2 1 0,6 1 33,-1 3 1,2-1-268,1 5 1,5-1-284,0 1 0,5 3-390,-1-2 1,4-2 78,4 1 647,3 0 0,11-1 0,1-1 0</inkml:trace>
  <inkml:trace contextRef="#ctx0" brushRef="#br0" timeOffset="41">12245 9128 7569,'-6'7'1970,"3"4"-1635,-5-3-198,5 9 1,-2-2 62,5 6 0,0-1-23,0 5 0,0-1-127,0-4 0,5 2 112,4-5 0,3-2 21,5-7 1,2-2-46,6-6 0,-1 0-232,1 0 0,-4-6-76,0-2 1,-6-7-152,1-2 1,-3-1 122,-5 2 0,-2-3-41,-6-6 0,0 0 5,0 0 1,-12 2 64,-4 2 1,-6-1 63,-3 5 0,-1 5 143,-3 4 0,1 5 533,-5-1 1,10 3-385,-2 1 1,8 1-116,1 3-476,2-3-148,2 10 1,5-8-423,3 5 1,9-5 973,8 1 0,-1-2 0,6-2 0</inkml:trace>
  <inkml:trace contextRef="#ctx0" brushRef="#br0" timeOffset="42">12617 8917 7569,'-6'-7'176,"5"2"1,-6 5 360,3 0 1,2 1-192,-2 3 0,-1-1-121,1 5 1,-5 1-60,5 3 1,0 0 16,4 1 1,0-1-193,0 1 102,0-1 1,2-1 89,2-3 1,3 2-101,5-6-535,0 0 0,1-5 306,-1-3 1,1-3 56,-1-5 1,-1-5-167,-3 0 0,2 0-58,-6 0 0,0 2 65,-4-6 0,-4 0 87,0-3 0,-4 3 31,4 0 1,-5 5 78,5-5 0,-4 6 837,4-2-464,0 4-251,4 0 32,0 1 0,5 1-76,3 3 1,3-2-77,2 6 1,-1-4 53,1 3 1,3 0 22,1 1 0,-1 2-54,-3-2 0,2 1 198,-3-1 1,3 3 19,-6-3 0,-2 2 231,1 2-206,-5 0-83,8 6 1,-10 1 125,3 5 1,-2 1-78,-2-1 1,-5 6-31,1 3 0,-4-1 63,4 5 0,-6-1 143,2 9-199,-3 0-509,-2 4 342,7 0 130,-5 6 1,4-3-78,-6 5 0,1 1 78,-1 3 0,1 4-131,0-4 0,1 4 80,2-8 0,-2 2 87,3-2-737,3-2 619,-7-6 0,11-1-696,-3-3 471,3-2-156,-5-1 1,5-8-451,-3 3 419,2-9 351,2 2-998,0-5 1098,0-1-687,0-5 1,2-2-806,2-5 1411,3 0 0,11-16 0,1-5 0</inkml:trace>
  <inkml:trace contextRef="#ctx0" brushRef="#br0" timeOffset="43">12877 9376 7569,'-1'8'0,"-3"1"0,-2-1 324,-2 4 0,-2 2 1065,6 3-927,0 2 60,4 6-246,0-6 1,0 3-61,0-5-32,6-1-47,1-3 1,5-1-171,0 0 1,6-5 57,3-3 158,8-2 1,-3-8-416,10-1 416,-4-11-796,-1-6-529,0-2 579,-7-10 219,1 10-162,-5-10 226,-8 4 28,-7 0 15,-5-4 53,0 10 0,-6-4-202,-7 5 1630,-5 6-670,-7 6-290,-5 8-172,4 5-13,-10 0 0,10 0 104,-4 11 1,2-3-55,3 9-251,-2 2-482,13 0 1,-3 2 582,9 0 0,3-1 0,5 5 0,-3 0 0,-6 0 0,-4 0 0</inkml:trace>
  <inkml:trace contextRef="#ctx0" brushRef="#br0" timeOffset="44">13833 9389 7569,'0'-13'1667,"0"6"0,5 2-1472,3 5 0,2-2-12,-2-2 1,7 3-39,-2-3 0,3 2-258,1 2 1,-2 0-149,6 0 1,-5 0-244,5 0 1,-4 0-482,3 0 0,-5 0 403,2 0 1,-3 5 581,-2-1 0,1 11 0,-1-1 0</inkml:trace>
  <inkml:trace contextRef="#ctx0" brushRef="#br0" timeOffset="45">13845 9562 7569,'0'7'1649,"0"4"0,1-9-849,4 2-537,-4-3 1,10-1 6,-3 0 1,5 0-88,3 0 1,9 0 11,8 0 0,-1-1 0,1-3 0,4-3-555,4-6 360,1 6 0,-5-9 0,0 2 0</inkml:trace>
  <inkml:trace contextRef="#ctx0" brushRef="#br0" timeOffset="46">15433 8744 7569,'-11'-6'0,"3"-2"1813,4-3-769,2 4-426,2-4-137,0 10-356,0-10 0,10 9 70,2-2 0,5-1-12,-1 0 1,5 3 1,8 6 0,-2 3-165,7 5 0,-5 2-66,4 2 1,-10 4-122,2 4 1,-4-3-39,-1 0 0,-2-2-188,-5 2 0,-7 1 196,-1-6 1,-5 5 91,-5-4 0,-4 0 0,-12 0 1,0-3 20,-8 2 1,-2-3 419,-2-5 0,-2 3-113,2-3 0,4-1 75,9 1 0,2-5-121,5 1 0,6-1 117,3 1-405,3-2 0,4 7 84,5-5 1,6 6 93,10-2 0,7 3-57,2 2 0,-1 3-160,1 1 1,-2 5 65,2-1 0,-2 2 44,-6 2 1,-2-5 51,-2 1 1,-3-4 123,-6 3 1,-1-5 206,-3 2 1,-2 1-137,-6-2 1,-6 1-115,-2-5 0,-10 1 112,-7-1 0,-1 5 340,-7-1 0,4 1-312,-4-5 1,3-1-222,-8-3 0,9 2-153,-4-6 0,6 0-420,2-4 0,4 0-514,1 0 1,4 0 532,0 0 0,8-1 201,4-3 1,2 0-184,2-9 524,0 4 0,11-20 0,3 3 0</inkml:trace>
  <inkml:trace contextRef="#ctx0" brushRef="#br0" timeOffset="47">15904 8892 7569,'0'-12'716,"0"0"130,0 5-183,0-4-296,0 9-89,0-3 0,6 5 160,2 0 0,9-2-242,3-2 1,5 3-124,4-3 1,1 1-103,4-1 0,6 3 78,-3-4 0,0 0-247,0 1 0,-8-4 117,4 3 0,-5 1 65,-3 4-5,-6 0-406,-1 0 371,-11 0 1,-2 2 324,-5 2 1,-5 3-63,-4 5 1,-2 7 183,-1 6 0,-2 4-37,-2 4 1,2 3-63,-3-3 0,5 3-78,4 1 0,-2-1 25,6-3 1,0 1-292,4-5 1,0 4-419,0-4 0,0 0-581,0-4 1,0 0-230,0 0 0,0-5 616,0 1 0,0-6 664,0 2 0,-6 2 0,-1 0 0</inkml:trace>
  <inkml:trace contextRef="#ctx0" brushRef="#br0" timeOffset="48">16475 9413 7569,'7'-7'2538,"-2"-4"-1469,-5 10-694,0-4-533,0 5-314,0 0 0,6 0-1978,2 0 2450,-2-6 0,5-1 0,-4-5 0</inkml:trace>
  <inkml:trace contextRef="#ctx0" brushRef="#br0" timeOffset="49">16934 8930 7569,'-7'-7'-918,"2"-4"2855,5 9-724,0-3-368,0-1 163,0 5-667,0-5 1,0 8-252,0 2 0,-4 3 105,-1 5 0,-4 2-12,1 3 1,1 1-20,-2 2 1,5 2-278,-4-5 1,5 3 126,-1-3 0,3 0 127,1-5 0,0 2-278,0 2 1,0-2-88,0 3 0,9-2 77,4 1 0,3-1 61,1 6 0,6-2 55,6 2 1,0 1-17,-4-5 1,0 5-156,0-2 1,-5 0 113,1 0 1,-6-3 44,2 4 1,-9-6-27,-4 1 1,-3 2 58,-1-1 1,0-1 275,0-3 1,-9-1-136,-4 0 1,-7 1-107,-1-1 0,-2-4 54,-2 1 1,-4-5-135,0 4 0,-4-5-360,4 1 0,-4-3-414,4-1 0,0-1 34,4-3 1,6-7 794,2-6 0,-2-10 0,0 1 0</inkml:trace>
  <inkml:trace contextRef="#ctx0" brushRef="#br0" timeOffset="50">16971 9004 7569,'0'-12'2250,"0"5"0,0 0-1704,0 3 75,0 2-130,0-3-580,0 5 1,7 0-334,6 0 1,0-4-205,8 0 0,-3-1 399,7 5 0,-3 0-2075,7 0 2302,-3 0 0,4 0 0,2 0 0</inkml:trace>
  <inkml:trace contextRef="#ctx0" brushRef="#br0" timeOffset="51">17654 8930 7569,'0'-13'1366,"0"5"-745,0 0-254,0 5-253,-6-3 0,1 8 38,-4 2 1,0 4 30,5 9 1,-5-2-4,5 6 1,-1-5-112,1 5 0,2-2 46,-2 2 1,3-3-199,1-6 0,4 1 77,0-1 1,4-4-63,-4 0 1,6-5 11,-2 1 0,3-2 114,2-2 1,-1-2-36,0-2 0,-1-7-58,-2-5 1,0-2-41,-4 1 0,3-2-177,-4-6 0,-1 0-317,-7 0 0,1 5 394,-5-1 1,-1 6 171,-3-2 1,-1 5 61,1 4 0,0-2-136,-1 6-65,6 0 299,-4-2 130,10 5 0,-5-6-151,6 3 0,6 1-189,2-5 0,5 4-82,3-4 0,-1 1 92,6-2 1,-4 0 28,3 5 1,0-5-19,0 5 0,-1-4-22,-2 4 1,-7-4 78,2 3 0,-2 1 604,2 4-304,1 0-239,-1-5 50,0 3-17,1-3 29,-6 5-48,-2 0-44,1 0-56,-5 0 6,5 0 17,-6 0 159,0 0-128,5 0-9,-4 0-49,5 0 31,-6 0 321,0 0-213,6 0-93,-5 0 1,6 0 3,-3 0 0,-1 0-64,5 0 1,-1-2 72,1-2 1,3 3-111,-3-3 0,2 1-21,-2-1 1,-1 3-390,-3-4 367,-2 4 291,3 1-170,-5 0 199,0 0-152,-5 0 1,3 0-72,-9 0-402,10 0 89,-5 0-60,6 0 3246,0 0-2761,0 6-143,0-5 1,-1 10-40,-3-3 0,3 3 126,-4 2 0,-1 6 135,-3 6 1,1 6-23,-4 11 0,2 3-70,-7 9 0,-1 3-317,2 5 0,5-29 0,-2 1 254,1 1 0,0 0 1,1 1-1,1 0 7,-2-1 0,-1 0 0,2-1 0,0 0 14,-14 28 1,5-2-396,-1-2 1,2-3 94,-2-5 0,2-6-54,2-3 1,7-7-196,-2-6 0,7-3-134,-4-4-855,7-3 606,-4-11 408,6-2 711,0-5-243,0 0 0,6-11 0,0-3 0</inkml:trace>
  <inkml:trace contextRef="#ctx0" brushRef="#br0" timeOffset="52">17914 9500 7569,'-7'0'647,"0"0"-555,3 0 462,3 0 0,-5 6-174,6 2 0,0 4-157,0 5 0,2-2 16,2 6 0,4-5 77,9 5 1,-2-2-143,6 2 1,3-5-97,5-7 1,6-4-96,-2-5 0,-1-1 51,1-3 1,-10-5-150,2-7 0,-9 1 72,1-6 0,-5 5 88,-3-5 0,-5 4-85,-8-3 0,-7 5 77,-6-2 0,-11 5-90,0 3 0,-3 4-102,-2 5 0,1 1-1050,-1 3 0,3 3 1205,5 6 0,-5 5 0,-2 1 0</inkml:trace>
  <inkml:trace contextRef="#ctx0" brushRef="#br0" timeOffset="53">6538 13097 7569,'0'-7'2732,"1"1"-2280,3 6 0,3-4-226,6 0 0,0 0-43,4 4 1,-2 0-1,6 0 1,-1 0-233,5 0 0,-4 0 79,0 0 1,-1 0 139,5 0 1,0 0-343,0 0 0,-2 1-1389,-2 4 0,2-4 649,-2 3 0,-3-3 912,-2-1 0,-2 6 0,-1 1 0</inkml:trace>
  <inkml:trace contextRef="#ctx0" brushRef="#br0" timeOffset="54">6674 13357 7569,'-12'7'0,"5"-1"2101,1-6-1353,6 0 1,0-2 321,0-2-820,6 3 1,2-5-223,9 6 1,-2 0-259,6 0 0,3 0 263,5 0 0,6-1 153,-2-3 1,8 1-187,5-5 0,2-6 0,2-5 0</inkml:trace>
  <inkml:trace contextRef="#ctx0" brushRef="#br0" timeOffset="55">8225 12812 7708,'-12'0'1848,"3"0"-1458,1 0-140,5 0 1,-6 1-108,5 3 1,-6 7 21,2 6 0,1 3-59,-2-3 0,7 4 11,-2-5 1,-2 1 77,2-5 0,0 0-68,4 1-46,0-1 1,1-1 43,3-2 1,3 0-119,6-5 1,0 5-300,4-5 1,2 1 153,6-1 0,0-2-32,0 2 1,1 1 38,3 0 0,-3 4-80,3-1 0,-4 3 109,-5 2 1,2-1 24,-5 1 0,0-5-76,-5 0 0,-5 0 11,-3 5 0,2-5 409,-2 0 0,-2-1-10,-6 2 0,-7 2 131,-5-3 0,-6-1-182,1 1 0,-4-1 69,-4 1 0,2-1-73,-6-3 1,5-2 15,-1 2 1,3-3-316,1-1 0,2 0 5,2 0 0,-1 0-816,5 0 1,1 0-695,3 0-219,1-5 1821,0-2 0,-1-11 0,1-2 0</inkml:trace>
  <inkml:trace contextRef="#ctx0" brushRef="#br0" timeOffset="56">8163 12898 7999,'0'-8'497,"0"0"1,0 0 933,0-5-1100,6 1 1,-4 1-96,7 3 0,-1-2 356,4 6-347,1-6 1,0 9-118,4-3 1,1 1-190,3-1 0,6 2-75,-2-2 0,3 3-297,-4 1 0,1 0-652,0 0 1,0 0 527,0 0 1,-5 0 53,1 0 503,-6 5 0,9 2 0,-5 6 0</inkml:trace>
  <inkml:trace contextRef="#ctx0" brushRef="#br0" timeOffset="57">8758 12774 7569,'-4'-12'712,"0"0"-398,-5-1 1,7 5 163,-2 0 0,-1 4 189,0-5-277,1 1-189,4-4 0,6 5-229,2 3 0,3-2 4,1 2 0,2 0-3,3 4 0,-2 5-97,6 4 0,-5 6 94,5 1 0,-2 8-100,2 1 1,-3 1 42,-6 7 0,-5 0 47,-3 4 0,-2 0 6,-2 0 1,0-5 97,0-3 0,-6-4 93,-2-4 1,-3-4 227,-2-4 0,0-2-167,-4-3 1,3-2-68,-2-6 0,-2 0-192,1 0 1,-3 0 81,3 0 114,0-6 0,6-1 48,3-5-269,3 5-33,5-4-19,0 10 1,7-5 75,5 6 1,2 0 42,6 0 1,1 0-53,4 0 1,4 0 60,0 0 0,4 0-19,-4 0 1,4 0-4,-4 0 0,4 0 5,-4 0 0,0 0-62,-4 0 1,-5 0-262,1 0 63,-6 0 1,3 0-868,-5 0-379,-7 0 1075,0 0 1,-6 1-19,0 4 456,-6-4 0,0 15 0,-7-2 0</inkml:trace>
  <inkml:trace contextRef="#ctx0" brushRef="#br0" timeOffset="58">7828 13481 7569,'0'-8'126,"0"0"172,0 0 380,0 1-215,0-4 140,0 4-373,6 0 1,0-3-66,7 6 0,5 0 19,2 4 0,4 0 0,1 0 0,5 0-54,3 0 0,4 1 11,5 3 0,6-2-165,6 2 1,9 1-222,-1 0 0,-25-3 0,1 0 208,-1-2 0,0 0 0,4 0 0,-1 0 24,-1 0 1,1 0-1,4-2 1,1 0-92,1 0 1,-1-1 0,2 1 0,-1-1-9,1 1 0,1 0 0,-3 1 1,0-1-16,0-2 0,1 0 0,-3 2 1,-1 1 57,-2-1 1,-1 0-1,0 1 1,-1 1-54,28 0 1,-1 0-180,-7 0 1,-3 0 203,-6 0 1,-5 1 80,-2 3 1,-5-3-57,-4 4 1,-4-4 52,-8-1-192,2 5 750,-9-3-714,4 3 280,-11-5 1,-9 0-1030,-10 0 924,-6 6 0,-12 1 0,-2 5 0</inkml:trace>
  <inkml:trace contextRef="#ctx0" brushRef="#br0" timeOffset="59">8473 13581 7569,'0'-7'1248,"0"1"-1021,-5 6 0,3 2-176,-2 2 1,3 4 148,1 8 1,0 4 105,0 5 0,0 4-308,0-1 10,0 7 1,0-5 111,0 3 0,5 2 46,4-6 0,-3 4-769,3-4 1,-1 0 324,4-5 0,1 1-604,-1 0 1,1-6 881,-1-2 0,0-3 0,1-2 0</inkml:trace>
  <inkml:trace contextRef="#ctx0" brushRef="#br0" timeOffset="60">8932 13754 7569,'-8'0'1157,"0"0"-927,-1 0 0,-3 2-35,0 2 0,3-2 57,1 7 0,5 3-69,-1 5 1,3 1-148,1-2 1,5-2 63,4 2 0,6 2-161,1-1 1,6-5 3,-1-3 1,0-7-72,3 2 1,-6-8-64,7-4 1,-3-4-41,3-5 0,-10 2 6,-2-6 1,-5 5 42,0-5 1,-4 2 100,-8-2 1,-7-1-9,-5 6 0,-6-5 202,1 4 1,-3 5 94,0 4 1,0 4 165,4-5 1,-3 6 134,7-1 126,-1 3-554,5 1 83,5 0 0,8 0-379,12 0 1,5 0 156,7 0 1,1-1-102,3-4 1,-2 4 54,6-3 1,-1 4-59,1 4 1,2-1 129,-6 5 1,0 5 12,-5 3 1,-4 5 76,-4-5 0,2 6-74,-1-1 1,-5 1 321,-4-1 1,1 1-126,3-6 1,2 5 84,2-5 1,-2 0-19,3-8 0,2 2-111,2-6 1,-2 0-55,2-4 0,-1-6-105,5-2 0,0-8 39,0-5 0,-6-3 48,-2 0 1,-5-3-275,-4-2 1,-2 3 88,-6-3 1,-6 3-12,-2 1 1,-10 1 96,-7-1 1,-5 5 114,-7 4 1,-5 8 82,1 4 0,0 5-105,3 7 0,3 0-325,1 9 1,6 1 116,7-2 0,3 6-887,6-1 0,5-2 1036,2 2 0,10 0 0,2 4 0</inkml:trace>
  <inkml:trace contextRef="#ctx0" brushRef="#br0" timeOffset="61">10657 13320 10406,'-6'-7'2014,"5"2"-1828,-5 5 53,12 0 1,2 4-24,9 0 1,-2 0-135,5-4 1,1 0-130,4 0 1,1 4-437,3 0 0,-3 1 322,3-5 0,-3 0-278,-1 0 1,0 0 191,0 0 0,-6 0-768,-2 0 0,-4 5-49,0 3 1064,-6 3 0,-2 2 0,-5-1 0</inkml:trace>
  <inkml:trace contextRef="#ctx0" brushRef="#br0" timeOffset="62">10619 13667 10064,'-6'-5'2711,"0"-2"-2285,6 0 1,1 0-130,4 3 1,7 3-169,9-3 0,3 2-67,5 2 1,3 0-129,5 0 0,-2 0-1012,2 0 1,-1-4 645,9 0 1,-3 0-1160,3 4 1394,1 0 0,-2-6 0,-2-1 0</inkml:trace>
  <inkml:trace contextRef="#ctx0" brushRef="#br0" timeOffset="63">8163 13196 7569,'-12'0'1293,"5"-5"-1018,-4 3 445,9-9-95,-3 10-547,5-5 0,0 5 70,0-3 1,7 2 25,5-2 1,6 2 8,7-3 1,7-2-79,5-5 0,7-2 101,10-2 1,4-4-333,-26 8 1,2 0 0,0-1 0,1-1 22,2 0 1,0 0 0,1 0 0,0 1-110,1-1 0,0-1 1,-2 2-1,-1-1-381,4-1 1,-1 1-1,-5 3 1,0 0 592,1-2 0,0 1 0,0 1 0,0 0 0,0-1 0,0-1 0,2 2 0,0 0 0,0 2 0,0 2 0,0 1 0,0 1 0</inkml:trace>
  <inkml:trace contextRef="#ctx0" brushRef="#br0" timeOffset="64">9825 12551 7569,'0'-8'-827,"0"0"2739,0 5-1512,0-3 0,-1 8-150,-3 2 0,3 4-208,-4 9 1,4 2 94,1 6 0,0 5-201,0 3 0,-4-1 85,0 1 1,0-1-481,4 1 0,0-2-25,0-2 0,0-7-1112,0 3 906,5-8 690,2-5 0,5-6 0,1-6 0</inkml:trace>
  <inkml:trace contextRef="#ctx0" brushRef="#br0" timeOffset="65">9987 12564 7569,'7'-6'264,"-2"-1"-153,1 0 0,-4 0-58,7 3 0,-5 3-181,4-3 0,-1 4 16,1 4 147,3-3 1,-4 10 118,6-2-83,-1 2 1,-1 1-10,-3 0 0,-2 2-6,-6 3 1,0-4 41,0 4 1,-6-3-51,-2-2 0,-4 1 111,-5-1 0,3 0-28,-2 1 0,-2-2-26,1-3 1,-3 2-2,3-6 1,5 4 86,3-4-3,7 0 44,-4-4-602,6 6 1,10-3 178,2 5 1,3-5 132,-2 1 1,5 1-66,2-1 0,-2 6-137,-1-2 0,-3 3 146,-2 2 1,0-1 142,1 1 0,-6-1-102,-3 0 1,-3-3 17,-1-1 1,-5 0 580,-4 5 0,-3 0-249,-5 4 0,2-3-185,-5 2 1,-2-1-239,-7 2 1,1-3-359,-5 2 1,1 2 309,-1-1 194,-3 5 0,5-3 0,-7 6 0</inkml:trace>
  <inkml:trace contextRef="#ctx0" brushRef="#br0" timeOffset="66">8287 14077 7569,'-12'0'1260,"-1"0"-312,1 0-429,5 0-402,1 0 0,17-6 280,6-2-192,11-3 1,9-3-92,8-2 0,19-8-23,-30 10 0,2-1 1,5-2-1,1 0-337,1 0 1,1 1 0,3-4 0,1 1 334,1 0 0,1 1 1,1-2-1,0 1-178,-3 4 1,-1 1-1,0 0 1,0-1 65,0 3 1,1 0 0,-4-1 0,0 1-268,0-1 0,-1 1 1,-3 2-1,0 1-292,-5 0 1,0 1 0,31-6-435,-8 2 1,-3 0 308,-5-1 707,-11 6 0,1-2 0,-9 4 0,2 0 0,2-5 0,-2-3 0</inkml:trace>
  <inkml:trace contextRef="#ctx0" brushRef="#br0" timeOffset="67">9838 13915 8356,'-13'-6'1567,"7"-5"-1422,0 9 171,6-3-285,0-1 0,6 5-54,2-3 1,3 2-60,1 2 1,5 0 54,-1 0 1,2 2-178,-1 2 0,-3-2-92,2 7 0,-6 0 123,-2 8 1,-5-3 161,1 2 0,-3 2-52,-1-1 1,-1 3 144,-3-3 0,-3-1-81,-6-3 0,-3-1 222,-1 1 1,-3-2 7,3-3 0,1 2 95,3-6 0,1 0-46,-1-4 0,5 0 173,0 0-594,5 0 167,-2 0 1,6 0-57,3 0 1,4 0-99,9 0 1,-3-4-101,2 0 0,2-6-30,-1 2 0,3 1-140,-3-1 0,4 1-218,-5-2 1,1 0 210,-5 5 0,1-5-134,-1 5 1,-1-1 538,-3 1 0,3 2 0,-4-9 0,6 4 0</inkml:trace>
  <inkml:trace contextRef="#ctx0" brushRef="#br0" timeOffset="68">10160 13891 7110,'6'-7'-1147,"-5"-4"2196,5 9-569,-6-3 0,0 3-61,0-2 0,-2 3 157,-2-3-537,3 2 1,-6 4 177,3 2-126,2-3 1,-3 10 91,5-2 1,0-3-161,0 3 1,1-2-9,3 1 1,3 3-78,6-3 0,-4 3 57,4 2 0,-4-1 75,8 0 0,-3-3 42,-2-1 1,-1 0-40,-2 5 1,2-1 44,-3 0 1,-1-1-29,1-2 1,-5 2 10,1-3 1,-3-1 2,-1 1 1,0-4 93,0 5-164,0-1 0,-5 4-109,-4 1 0,-6-2-611,-1-3 0,-6 3 372,1-3 0,-1-2-298,1-2 0,-2-3-4,2-1 616,-2 0 0,3-5 0,3-2 0</inkml:trace>
  <inkml:trace contextRef="#ctx0" brushRef="#br0" timeOffset="69">10061 13965 7110,'6'-12'-1032,"-5"-1"1032,10 1 1686,-4-1-840,5 1 0,1 4-341,-1-1 0,1 5-291,-1-4 1,6 4-443,3-4 0,-2 4 211,2-5 1,-1 5-1779,5-4 1795,0 0 0,0-5 0,-1 1 0</inkml:trace>
  <inkml:trace contextRef="#ctx0" brushRef="#br0" timeOffset="70">12518 12700 7569,'-7'0'-10,"1"-6"0,5 5 305,-3-3 10,2 3-11,-3 1-312,5-6 222,0 5 32,0-5 118,-6 6 5,5 0-46,-5 0 0,6 0 181,0 0-349,6 0 7,-5 0 1,5 2-100,-6 2 1,0 3 69,0 5 0,0 2-60,0 2 1,0-1 40,0 6 1,0 0-15,0 4 1,0-1-81,0 1 0,0-5 87,0-4 1,0 2-105,0-1 0,0-1 57,0-4 0,0-3-100,0-1 1,0-4-234,0 4-365,0-5 211,0 3-93,0-6-1680,0 0 1835,5 0 0,2-2 375,6-2 0,4-8 0,3-8 0</inkml:trace>
  <inkml:trace contextRef="#ctx0" brushRef="#br0" timeOffset="71">12728 12663 7114,'7'-6'65,"-1"-1"403,-1-5 0,-2 1-114,5 3 1,-3-3-140,3 2 1,0 3-142,4-3 0,2 6-27,3-1 0,-3 3-51,2 1 0,2 0 127,-1 0 1,3 0-108,-3 0 1,-1 5-3,-3 4 1,-2 2-101,-3 1 0,-2 5 115,-6-1 0,0 1 45,0-5 1,-6 1-95,-2-1 0,-9 0 86,-3 1 0,-4-2 89,-1-3 0,5 2-106,-1-6 0,6 4 376,-2-4-240,3 0-185,8-4 202,0 0-95,6 0 0,6 0-279,2 0 1,7 5 66,2-1 0,5 1-47,-2-1 1,0-1 37,0 5 0,-3-4-52,3 5 1,-4-1 77,0 4 0,-2-1 72,-2-2 1,-5 2 79,-3-3 0,2-1 185,-2 1 1,-1-1-79,-7 1 1,-3 3-102,-6-2 1,-5 2-20,-2 1 0,-4 0 18,0 1 1,-1-2-240,0-3 0,0 3-139,0-3 0,0 3-151,1 2 1,-1-5 1,0 0 1,4 1-911,1 3 1368,5 0 0,-9 1 0,5-1 0</inkml:trace>
  <inkml:trace contextRef="#ctx0" brushRef="#br0" timeOffset="72">12108 13221 7569,'-7'0'-52,"0"-4"462,3 0 673,3-1-277,-5 5-492,6-5 0,6 4 145,2-4-322,3 4 1,7 0 144,3-3 0,2 2-58,2-2 0,9 1 111,4-1 1,7 3-91,1-3 1,6 1-77,2-1 0,11 2-358,1-2 0,-31 3 0,1 0 184,2-2 0,-1 1 0,0 1 0,0 0 31,1-4 0,-1 1 0,32 2-417,-3-3 1,-4 0 311,-4 1 1,-5-4 74,-7 3 0,-5 1-163,-8 4 0,-4-4 45,-8 0 1,-3 0-91,-6 4 851,1 0-714,-6 0 171,-2 0 1,-6 0-488,-3 0 1,-5 0 217,-7 0 0,1 0 82,-6 0 1,0 1-1142,-3 3 1,-3 3 1231,-2 6 0,-2 5 0,-7 1 0</inkml:trace>
  <inkml:trace contextRef="#ctx0" brushRef="#br0" timeOffset="73">12269 13643 7569,'0'-13'0,"0"5"790,0 0-463,-5-1 0,4 1 178,-4 0-138,4 5-241,1-8 1,6 10 79,2-3 0,3 1-221,1-1 1,5 2 10,-1-2 0,5 3 26,-4 1 0,5 5 12,-2 4 1,-2 2-192,-1 1 1,1 2 30,-2 2 0,-3-1 118,-5 6 1,-5-2-22,1 2 0,-3 3 39,-1-4 0,-1-2 101,-3-1 0,-7 1-61,-6-2 1,-4-1 103,5-6 0,-2 0-118,1-5 0,4 5 9,-4-5 0,3 0 193,2-4-120,-1 0 72,1 0-113,5-6 0,2-1-61,5-5 0,5 4 35,3-1 1,3 1 7,2-4 0,3 1-51,1 3 0,1-4-3,-2 4 1,0 1-7,4-1 0,-5 4-134,2-4 0,1 5-4,-2-1 1,1 1 80,-5-1 1,2 3-473,3-4 1,-8 4-29,4 1 1,-4 0-228,4 0 0,-5 0 225,0 0 560,1 0 0,3 0 0,0 0 0</inkml:trace>
  <inkml:trace contextRef="#ctx0" brushRef="#br0" timeOffset="74">12865 13581 7569,'5'-13'637,"-3"1"957,3 5-864,-5-4-170,0 9-239,0-3-267,0 5 0,-5 5 41,3 2 0,-3 6 88,5-1 1,0 1 1,0-1 0,0 0-293,0 1 0,1-1 88,3 1 0,2-1 101,2 0 0,3 1 38,-2-1 1,2 1 17,1-1 1,-4 0-56,0 1 1,1-1 18,3 1 0,-4-1 12,1 0 0,-7-3 20,3-1 0,-4 0-143,-1 5 1,0-5-1,0 0 1,-6 0-61,-2 5 1,-3-5-236,-1 0 0,-5-1-420,1 2 1,-6 0-424,1-5 1,-2 0 531,-2-4 0,0-1 36,0-3 580,0-3 0,0-16 0,1-4 0</inkml:trace>
  <inkml:trace contextRef="#ctx0" brushRef="#br0" timeOffset="75">12766 13618 7569,'12'-7'1886,"5"-4"-1292,-1 3 137,6-3 1,-2-2-258,4 1 0,3 1 15,1 2 1,-1 0-213,2 5 0,-2-5-251,2 5 1,-1-1-431,5 1 0,-6 1-1527,2-5 1931,-3 5 0,5-8 0,0 4 0</inkml:trace>
  <inkml:trace contextRef="#ctx0" brushRef="#br1" timeOffset="76">15445 13159 6804,'-12'0'2357,"0"0"-1457,-1-6 0,5 5 19,0-3-322,5 2-230,-3 2 156,6 0 0,2 0-34,2 0 1,3 2 24,5 2 1,6-3-184,3 4 0,4 0-88,4-1 1,2 2-181,6-2 1,2-3 79,2 3 0,1-2-181,7-2 0,-2-4 74,7-1 1,-2-3-20,2 4 0,-3-4 99,3 4 1,-7-5-543,-2 5 0,-9 0 116,1 4 0,-9-4-32,-3 0 1,-6 0-781,-7 4 444,1 0-243,-6 0 585,-2 5 0,-6-2 314,-3 5 1,-5-4-383,-7 5 0,1-1-621,-6 4 1,0-3 234,-3-1 790,-1 0 0,0-1 0,0-2 0</inkml:trace>
  <inkml:trace contextRef="#ctx0" brushRef="#br1" timeOffset="77">15619 12787 7569,'-12'0'1895,"3"0"-1605,1 0 1,0 5-274,-5 4 0,0 7 118,-4 5 1,2 6-9,-6 2 1,1 10 457,-5-2-298,0 3 1,0-3-71,0 0 0,1 1-34,-1-1 1,-4-4 124,0 0 0,0-5-125,4 1 1,0-5 125,0-3 1,5-2-8,-1-2 1,6-3 43,-2 2 0,5 2-99,4-1 0,2 1 119,6-2 0,6-1-280,2 6 1,10-6 53,7 2 1,5 0-206,7 0 0,6-2 85,2-7 1,5 2-522,4-6 1,-3 5 74,3-5 1,-3 0-179,-2-4 1,-3 0-184,-1 0 0,-9 0-1708,1 0 2495,-2 0 0,-4 5 0,0 2 0</inkml:trace>
  <inkml:trace contextRef="#ctx0" brushRef="#br1" timeOffset="78">16996 12973 7569,'0'-15'-918,"0"2"459,0 4 1928,0 2-1006,0-4 1,0 8 297,0-5-207,0 5-351,-5-3 1,2 13 54,-5 6 1,3 6 84,-3 10 0,4 3-65,-4 5 1,4 4-33,-5 1 1,5 3-111,-4-4 1,5 3 57,-1-6 1,-1 0-239,0-9 0,1 0 84,4-4 0,-4-6 135,0-2 0,0-8 85,4 0-61,0-7-128,0-7 1,0-10-115,0-14 0,5 1-209,4-5 1,-2-1 168,1-8 1,-1 0-211,1-4 0,3-1 134,-3 6 1,3 0 58,2 3 1,-5 7 90,0 2 0,1 4 101,3 4 0,0 2-133,1 3 0,-1 2 24,1-3 1,-1 8-26,0 0 1,5 2 27,-1-1 0,5-2 63,-4 6 0,-1-4-48,-3 4 1,0 0 303,4 4-139,-3 0 1,4 0 33,-6 0 0,0 5-96,1 4 1,-2 7 57,-3 5 0,2 4 76,-6 4 1,0 2-66,-4 6 0,4 1-251,0-1 0,1 0 70,-5 0 1,0-1-385,0-3 1,0 2-25,0-6 1,-5 0-211,1-5 1,0-3 212,4 0 0,0-6-758,0 1-772,-5-2 1089,3-1 854,-9-7 0,4 0 0,-5-6 0</inkml:trace>
  <inkml:trace contextRef="#ctx0" brushRef="#br1" timeOffset="79">17009 13196 7779,'0'-12'42,"0"-1"1724,0 1-1236,0 5 1,5-3-364,3 6 1,7 0 15,2 4 1,6 4-462,2 0 1,1 0-131,8-4 0,-6 0-370,6 0 0,-3 5 570,2-1 0,2 0 208,-6-4 0,5 0 0,-2 0 0</inkml:trace>
  <inkml:trace contextRef="#ctx0" brushRef="#br1" timeOffset="80">17592 12998 7110,'7'-6'-1140,"-1"5"1062,-1-3 12,-4 2 90,4 2-68,-5 0 2342,0 0-1483,0-5-23,0 3-150,0-3 93,0-1-160,0 5-68,0-5-167,0 6-23,0 0-132,0 6 1,0 2 0,0 9 0,-5-2-36,-3 6 1,1 1 44,-2 7 0,1-3-92,-4 3 1,1 1 50,3-1 1,-4 4-152,4-4 0,3 0-12,1-4 0,-2-6-40,2-2 0,0-4 289,4 0-12,0-6 49,0 4-198,0-10 1,5 5 36,4-6 0,2 0-28,1 0 1,2 0-93,2 0 1,2 0 10,3 0 0,2 0-92,-2 0 0,-2 0-37,2 0 0,-4 0-189,3 0 0,-5 0-148,2 0 0,-3 0 174,-2 0 0,-4 0-1743,1 0 933,-7 0-1002,4 0 2097,-1 0 0,-3 0 0,3 0 0</inkml:trace>
  <inkml:trace contextRef="#ctx0" brushRef="#br1" timeOffset="81">17976 13047 7569,'0'-12'288,"0"-1"0,0 5 480,0 0-184,0 5 209,0-2-325,0 5 1,0 1 35,0 3 0,0 4-164,0 9 1,-4 2-55,0 6 1,-4 7-74,4 5 1,-1-4-147,5 4 0,-4-6-35,0 2 0,0-6-120,4 2 1,1-4 59,4-4 0,-4-3-266,3-6 104,3-5 1,-4 2 94,5-4 0,-4-3 15,4-6 0,-4-3 21,5-5 1,-1-6-131,4-3 0,1-2 31,-1-2 0,1 2 89,-1 2 1,-4-1 64,1 5 228,-7 6 1,4 0 0,-2 11-91,0 0 0,0 11 28,-4 10 0,0 7-70,0 1 0,0 4-16,0-4 1,4-2-30,1-6 1,4 1-138,-1-6 0,3 0 161,2-8 0,-1-3 13,1-5 1,0 0 27,4 0 0,-5-11-66,1-5 1,-1-6-23,-3-3 1,-3-5-2,3-3 0,-7-2 141,3 2 1,-4-1 15,-1 5 0,0 0 58,0 4 1,-1 6-211,-4 2 0,3 5-239,-7 3-534,7-2 0,-5 10 71,3-3 364,2 2 215,-3 8 1,6 1-1501,3 5 0,-1-3 148,5-1 1447,1-5 0,3 8 0,0-5 0</inkml:trace>
  <inkml:trace contextRef="#ctx0" brushRef="#br1" timeOffset="82">18510 13072 7569,'0'-12'1085,"0"-1"-680,0 6 0,0 0 599,0 3-651,0 3 1,0-3-159,0 8 0,4 8-12,0 9 1,0 4 216,-4 4 1,0 1-123,0 3 0,0 3-215,0-3 0,0-3 11,0-1 1,0-2-151,0-3 0,1-4-202,4-4 252,-4-2 35,4-7 0,-5-3-39,0-8 1,5-4 277,-1-9 1,5-8-154,0-8 1,2-4-191,1-4 0,1-4-76,-1-4 0,0 1-262,1 2 1,-1 1 259,1 7 0,-1 1-16,0 12-61,1 3-176,-1 10 752,1 5 1,-5 9-118,0 10 1,-4 7 24,5 10 0,-7 3-84,2 5 1,2 0-102,-2 0 0,0 5-197,-4-1 0,4 0 75,0-3 1,1-5 109,-5 0 1,0-6-36,0 2 1,0-4-769,0-4 1,0 1 83,0-6 1,0-3-886,0-5 1019,0-5 548,0 2 0,0-5 0</inkml:trace>
  <inkml:trace contextRef="#ctx0" brushRef="#br1" timeOffset="83">18472 13196 7919,'-12'0'789,"4"0"-526,0 0-263,5 0 1170,-3 0 1,16 0-507,2 0 0,9 0-330,0 0 0,5 0-406,7 0 1,-1-4-412,5 0 1,4-2-983,-4 2 1,-1 3 270,-3-3 1194,0 2 0,-1-3 0,-2-2 0</inkml:trace>
  <inkml:trace contextRef="#ctx0" brushRef="#br1" timeOffset="84">18969 12998 7569,'0'-7'2554,"0"1"-2262,0 6 1,0 6-110,0 2 1,1 4 307,3 5 1,-1 1-262,5 3 1,-1 5-256,1-6 0,3 7-68,-2-7 1,2-2-265,1-1 0,1 1-855,-1-2 0,0-1 137,1-6 1075,-1 2 0,1-10 0,-1 5 0</inkml:trace>
  <inkml:trace contextRef="#ctx0" brushRef="#br1" timeOffset="85">19204 12998 8016,'-1'-7'1064,"-3"3"0,3 8-708,-4 4 1,0 9 73,1 3 0,-5 4-106,5 0 0,-5 7-118,0 2 1,0 0-68,0 4 0,-2-4-90,3 4 0,-1 1-122,0-5 1,0 1-386,4-1 0,-3 2-891,4-6 1,0 0 209,4-5 1139,0-4 0,0-2 0,0-6 0</inkml:trace>
  <inkml:trace contextRef="#ctx0" brushRef="#br1" timeOffset="86">19490 13084 7569,'0'-12'1926,"-6"0"-1581,5 5 0,-10-3-104,3 6 1,1 0 366,-2 4-385,1 0 1,-4 5 132,-1 4 0,2 2-175,3 1 0,1 0-50,3 1 0,3 3-66,-4 1 1,5 4-201,5-5 1,0 2-111,3-1 1,8-4 197,-4 4 0,0 1-43,1-2 0,-4 5 16,8-4 0,-3 3 242,-2-3 1,-4 3-7,1-3 0,-5 1 9,4-2 1,-5-2 32,1 3 0,-4-3 179,-4-2 1,-4 0-92,-9 1 0,-2-5-96,-6 0 0,-1-1-262,-3 1 1,-3 2 85,-5-6 0,-4 4-638,-1-3 1,1 0 118,4-1 0,1-2-107,3 2 0,8-3 606,8-1 0,-2 0 0,0 0 0</inkml:trace>
  <inkml:trace contextRef="#ctx0" brushRef="#br1" timeOffset="87">20631 12960 7569,'-5'-12'0,"-2"0"0,-6-1 0,5 1 139,0-1 0,4-2 277,-5 3 1,7-3-25,-3 6 0,0-2-88,1-1 0,0 4-69,4-1 0,-2 5 132,-2-4-276,3 5 1,-10-2 53,2 5 0,-7 0 38,-5 0 1,-2 5-16,-2 4 0,-1 3-109,-3 5 1,3-2 177,-3 5 0,8 0-74,5 0 1,2 4-189,1-4 1,6 0 112,3 0 1,4 2-133,4 7 1,5-2-17,7 1 1,4 3-6,4-2 0,5 0 87,0-5 0,0-3-90,-4 0 1,-2-2-21,-2 2 0,-4-3 80,-9-6 207,3-5 1,-11 3-67,0-6 1,-7 1-36,-9-1 1,-5-2-93,-8 2 1,-3-3-72,-5-1 1,1 0 64,3 0 0,3 0-14,5 0-1384,0 0 1035,6 0 1,6-1-1092,9-3 0,10 2 1454,6-2 0,12-3 0,7 1 0</inkml:trace>
  <inkml:trace contextRef="#ctx0" brushRef="#br1" timeOffset="88">20730 13072 6269,'7'-12'401,"-3"-1"0,-2 1 1900,-2-1-1822,-6 7 1,5-1 141,-3 3-280,2 2 1,2 2-106,0 8 0,0 8-116,0 0 1,0 10 7,0-1 1,0 8-111,0 0 0,4 3 110,1 1 0,-1-4-136,-4 0 1,0-1-739,0 1 1,0-2 413,0-7 1,0 0-728,0-4 1,0-2-152,0-5 1210,5-1 0,2 1 0,6-1 0</inkml:trace>
  <inkml:trace contextRef="#ctx0" brushRef="#br1" timeOffset="89">21041 13084 7569,'0'-6'-8,"0"-5"0,-2 5 2365,-2-2-1281,3 2-607,-5 6 0,5 2-45,-3 2-287,2 8 1,-3 9 25,5 8 1,0-3-24,0 3 1,0 1-215,0-1 1,0-1 125,0-8 0,1 2-301,3-5 1,-2 0 135,2-5 0,-3-4-493,-1 0 341,0-5 210,6 3 1,-4-13-34,7-6 0,-4-4 14,8-8 0,-8-6-176,7-2 1,2-3 70,3-1 0,-5 1 237,-4 3 0,1 0-81,3 9 0,-4-3 856,1 11-346,-7-1-81,4 10-294,-1 2 0,-3 8 28,2 5 1,-3 6 193,-1 10 0,0 3-15,0 2 1,0-3-301,0 3 0,0-3 69,0-1 1,6-2-313,2-2 0,-1-3 50,1-6 0,-1-4-27,1 1 0,4-7 120,-4 3 1,7-7 18,1-6 0,5-3-444,-4-14 0,5 0 153,-2-12 1,0-3-1,0-10 1,0 1 73,0-1 0,2 8 513,-5 4 1,-5 8 35,-3 9 0,-5 8 676,4 4-767,-5 7 0,2 3 83,-5 11 0,0 8-58,0 9 1,-4 4-27,0 8 0,0-1-299,4 5 1,0-6 121,0-2 0,0 0-758,0-4 0,4-1-151,0 1 1,4-5-1432,-3 1 2339,4-3 0,-2-1 0,6 0 0</inkml:trace>
  <inkml:trace contextRef="#ctx0" brushRef="#br1" timeOffset="90">21872 13060 7569,'7'0'3186,"-2"0"-2917,-5 0 1,0 5 106,0 3 0,-1 10 89,-3 7 1,1 5-199,-5 8 1,1-5-62,-2 0 1,0-4-131,5 4 0,-5-10 71,5 2 1,0-8-129,4-1 23,-5-2 9,3-7-61,-3-2 1,5-12-190,0-5 1,0-7 36,0-10 1,1-4 66,3-9 1,3-3-352,5-9 0,1-1-11,-1-3 1,2 4 84,3 9 0,-4 8 222,4 8 0,-3 8 208,-2 5 0,1 7-127,-1 5 1,0 8 163,1 5 1,-2 3-147,-3 5 0,2 2-17,-6 6 1,4 1 527,-4 3 0,0-3-260,-4 3 1,-5-3-41,-3-1 0,-3-4-134,-2-1 0,-3-5-5,-1 2 1,-5-3-101,1-2 1,2-4-171,-2 1 1,6-7 167,-1 3 0,2-4 58,2-1-2625,5 0 1909,1 0 0,7-4-324,4 0 1063,1-1 0,7 0 0,-1-2 0</inkml:trace>
  <inkml:trace contextRef="#ctx0" brushRef="#br1" timeOffset="91">22207 12998 7569,'0'-13'1043,"0"-5"1,0 9 184,0-4-835,0 9 1,-2-1-112,-2 5 1,-1 7 279,-4 5 1,-2 7-184,3 10 0,-3-1-36,-1 5 0,1 0-147,2 4 1,0-4-24,5 0 1,-1-5-180,5 1 1,0-4 98,0-5 0,5 2 27,-1-5 1,7-1 62,1-3 1,2-6-152,7-3 1,-5-3-183,5-1 0,-1 0-104,5 0 0,-4-1-112,0-3 1,-6 1-295,1-5 0,2 3-748,-1-3 0,-5 4 665,-3-4 1,-5 4-646,4-5 1388,-5 7 0,2-9 0,-5 4 0</inkml:trace>
  <inkml:trace contextRef="#ctx0" brushRef="#br1" timeOffset="92">22529 13022 7522,'0'-8'855,"0"0"-15,0 5 171,0-2-316,0 5-512,0 0 1,4 5 11,1 3 0,-1 9 347,-4 4 1,0 6-250,0 2 0,0 4-187,0-4 1,0 6-245,0-2 0,-2-2-428,-2 2 1,3-5-802,-3 1 1,2 0 717,2-4 1,0 1 648,0-10 0,0 1 0,0-5 0</inkml:trace>
  <inkml:trace contextRef="#ctx0" brushRef="#br1" timeOffset="93">22815 13047 6438,'0'-12'-678,"0"5"2526,0 1 0,-5 13-792,1 6 0,-1 5-436,1 6 0,2 3-356,-2 2 1,3-2-261,1 6 1,0-4-230,0 4 1,0-7 227,0-1 1,0-1 141,0-8 0,0 1 87,0-5-1808,0 1 733,0-7 344,0 0 359,0-23 1,0 2 15,0-14 1,0 2-15,0-2 1,1-2 18,3-2 1,2-2 38,2 2 0,-1 2 48,-3 2 1,-1 4 325,5 5 0,-4 2-116,5 5 0,-5 5 28,4 0 0,0 5-154,5-1 0,-1 3-13,0 1 0,-3 0-93,-1 0 0,0 0 70,5 0 0,-1 4 51,0 0 1,1 1-56,-1 0-566,1-4 1,-1 9 46,0-6 1,-3 4-795,-1-4 1301,-5 6 0,2-3 0,-5 5 0</inkml:trace>
  <inkml:trace contextRef="#ctx0" brushRef="#br1" timeOffset="94">22765 13246 8629,'-7'0'2551,"2"0"-926,5 0-1123,5-6 0,6 5-193,6-3 0,1 1-673,-2-1 1,2 2 279,3-2 0,5 3-965,-5 1 1,5-4 624,-6 0 0,2-1 229,-1 5 1,1 0 194,-5 0 0,5-5 0,-3-2 0</inkml:trace>
  <inkml:trace contextRef="#ctx0" brushRef="#br1" timeOffset="95">23224 13109 7569,'-8'-4'0,"-1"0"1367,7 0 262,-4 4 1,6 1-1064,0 3 1,4-1-224,0 5 0,6 2-721,-2 7 1,5-6 285,3 5 1,-2-9-628,3 5 0,-4-3 495,0-1 1,1 2-1043,2-6 1,-2 0-66,2-4 1331,-7 0 0,2 5 0,-4 2 0</inkml:trace>
  <inkml:trace contextRef="#ctx0" brushRef="#br1" timeOffset="96">23509 13084 7569,'0'-6'3187,"0"0"-2395,0 6 1,-1 1-146,-3 4 0,-3 7 223,-5 9 1,-2 9 40,-3 7-611,3 6 0,-9 7-118,2-1 0,-2 9-557,-2 0 1,4 5-1324,1-5 1,0-3 522,0-1 1175,-4 3 0,5-12 0,-6 3 0</inkml:trace>
  <inkml:trace contextRef="#ctx0" brushRef="#br2" timeOffset="97">6687 15354 9199,'12'0'830,"0"0"-676,1 0 1,-1 0-58,1 0 1,1 4 16,2 0 0,-1 1 39,6-5 0,-6 0-8,2 0 0,2 0-75,2 0 0,-2 0-389,2 0 1,-5 0 149,5 0 1,-5-2-17,5-2 0,-6 3-107,2-4 0,-4 4-251,0 1 1,-1-4-771,1 0 1313,-1 0 0,0 4 0,1 0 0</inkml:trace>
  <inkml:trace contextRef="#ctx0" brushRef="#br2" timeOffset="98">6811 15615 7569,'-13'-6'3801,"6"5"-3247,2-5 0,8 5-239,5-3 0,6 2-132,11-2 1,5 3 22,3 1 1,0 0-1216,4 0 0,-1 0 325,10 0 1,-1 0 683,5 0 0,-1-6 0,1-1 0</inkml:trace>
  <inkml:trace contextRef="#ctx0" brushRef="#br2" timeOffset="99">8324 14970 7569,'0'-9'408,"0"1"142,0 5 1,0-4 118,0 3-452,0 3 0,6-5-22,2 6 0,-1 0-1,1 0 1,5 6-182,3 2 0,2 9 42,-1 3 1,-4 4-66,4 1 0,1 4 43,-2 0 0,0 4-155,-8-4 1,2 4-53,-6-4 1,0-1 80,-4-3 0,-6-4 89,-2 0 1,-4-6-33,-5 1 1,-2-6 253,-6-2 0,0-5-8,0 1 0,1-2-29,-1-2 0,4 0 35,0 0 40,6-6 0,-1 3 11,7-5 1,4 4-88,5-4 0,1 5-30,3-1 1,7-2 5,6 2 0,5 0-612,-1 4 0,2-1 7,2-4 0,0 4-206,0-3 1,-1 2 286,1 2 0,0 0-164,0 0 0,0 0-1009,-1 0 1541,1-5 0,6-2 0,0-5 0</inkml:trace>
  <inkml:trace contextRef="#ctx0" brushRef="#br2" timeOffset="100">8771 14883 7569,'-7'-7'2077,"-4"-4"-1775,10 10 0,-5-6 202,6 2-339,0 4 0,1-4-229,4 5 0,3 0 61,8 0 0,0 4 137,4 0 0,0 6-108,0-2 1,2 3-459,-5 1 1,-1 5 228,-3-1 1,-1 1-5,1-5 1,-7 1 141,-1-1 0,-4 5-8,-1-1 0,-6 1 326,-2-5 1,-7 0-135,-1 1 0,-2-5-104,1 0 1,2-1 6,-6 2 0,6-3 363,-1-1 0,6-4-2,2 3-410,5-3 1,-3 1 32,6 2 1,2-3-173,2 3 0,4-2-61,9-2 1,2 4 77,6 0 0,0 2 86,-1-2 1,0-1-69,-4 5 1,4-4 24,-3 4 0,-3-1 63,-2 1 163,-2 3 0,-3-8 73,-3 5 261,-2-5 122,-6 8 0,-6-5-231,-2 2 0,-5 3-113,-3-3 0,-3 3 18,-6 2 0,0-1-650,0 0 1,0 0-112,1-4 1,-5 3-411,0-3 1,0-1 623,4 1 0,4-5 297,1 1 0,-1 3 0,-4 0 0</inkml:trace>
  <inkml:trace contextRef="#ctx0" brushRef="#br2" timeOffset="101">7902 15565 7706,'-6'-6'205,"-5"5"0,8-4-205,-5 5 2386,5 0-1728,-3-6 1,9 5-306,5-3 1,6 2-159,11 2 0,8 0 149,8 0 0,5 0-95,12 0 0,1 0-484,7 0 0,-29 0 0,1 0 263,3 0 1,0 0 0,1 0-1,-1 0-73,2 0 0,1 0 1,-3 0-1,1 0-8,1 0 0,0 0 0,1 0 1,-1 0 36,-1 0 1,-1 0 0,-3-2-1,-2 0 18,0 0 1,-1 0 0,28-2-332,-5 4 0,-8 1-521,-9 3 1,-5-1 286,-7 5 0,-2-4 4,-10 5 1,-5-5-175,-3 4 25,-7-5 756,4 8 1,-13-6-435,-5 4 386,-1 2 0,-10-6 0,2 3 0,-2-1 0,-2 3 0,0 4 0</inkml:trace>
  <inkml:trace contextRef="#ctx0" brushRef="#br2" timeOffset="102">8461 15763 8523,'-7'0'1910,"1"0"-1609,1 0 1,3 2-83,-2 2 0,3 8-24,1 9 0,0 2-4,0 2 0,0 4-86,0 0 1,1 6-56,3-2 0,-2 1-181,2-1 1,-3 2-225,-1-6 0,4-2-396,1-6 1,3 1 30,-4-6 1,4 1 16,-4-5 703,6 1 0,-3-1 0,5 0 0</inkml:trace>
  <inkml:trace contextRef="#ctx0" brushRef="#br2" timeOffset="103">8746 15850 8090,'0'13'1335,"-5"-5"-612,-4 0-476,-2 0 1,3 9 13,0-1 0,5 7 57,-1-3 0,2 4-273,2 0 1,2 1 87,2 0 1,3-6 61,5-2 0,2-3-185,3-2 1,-4-5-773,4-3 1,-2-3 289,2-1 1,-4-6 74,4-7 1,-3-5 131,-2-7 1,-1-3 67,-3-1 1,-2-5 17,-6 6 0,-1-6 17,-4 6 1,-1 0 114,-7 7 0,1-1 162,-1 6 0,1 1 847,0 6 0,3 0 26,1 5-274,0-1-650,1 5-597,1 0 573,23 0 0,-7 5 118,10-1 1,-1 0-286,-2-4 1,5 4-120,-1 0 0,1 4-154,-2-4 1,4 6 278,-3-2 0,-2 3 231,2 2 0,-5 5-8,5 2 0,-1 5 157,5 4 0,0-1-121,0 5 1,0-6-75,0 2 1,-1-4 82,1-4 0,-1-3-40,-4-6 1,4-5-370,-4-3 0,-2-3 92,-1-1 1,1-11 128,-2-5 1,-1-13 57,-6-8 0,-4-2 100,-5-6 0,0 6-145,0 2 1,-11-3 8,-5 7 0,-6 1 692,-3 11 0,-4 5-170,0 8 0,-6 2 260,2 6 1,2 3-701,-2 5 0,6 0-582,3 9 0,4 2 477,8 2 42,-1-3 0,7 5 0,0-3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4T05:08:03.60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57D200"/>
    </inkml:brush>
  </inkml:definitions>
  <inkml:trace contextRef="#ctx0" brushRef="#br0">4975 6486 7569,'0'-6'409,"0"-5"-260,0 9 1,0-5 564,0 3-111,0 3-221,0-5-302,0 6 0,0 6 67,0 2 0,0 0 30,0 5 1,-4-4-37,-1 8 0,-3 1-136,4-2 0,-4 5 50,4-4 0,-5 3-79,5-3 1,-4 3-50,4-3 0,0-1 106,4-3 0,-5-1 31,1 1 1,0-5-8,4 0 0,2-5-129,2 1 1,3 2 16,5-2 1,2 0-65,2-4 0,2 0 38,3 0 1,4 0-62,0 0 0,-1 0 74,5 0 0,-2 1 36,-3 3 0,0-1 57,-4 5 0,2-3-64,-5 3 0,0-4-6,-5 4 1,-4 0 38,1 5 269,-7-1 0,4 1 12,-6-1 0,-2 0 46,-2 1 0,-4-1-83,-9 1 0,2-1-89,-5 1 0,-1-1-146,-4 0 0,0 1 95,1-1 1,0-4 50,3 1 1,-6-5-52,2 4 0,2-5-643,2 1 0,0-3-26,-4-1 0,6 0-1167,3 0-146,-4 0 1884,7 0 0,-5-11 0,5-2 0</inkml:trace>
  <inkml:trace contextRef="#ctx0" brushRef="#br0" timeOffset="1">4900 6486 7569,'0'-12'567,"0"0"1,0 3-242,0 1 0,0 4 20,0-4-45,6 5 1,-4-7-66,7 6 0,-1 0-41,4 4 0,1 0-11,-1 0 0,5 0-47,-1 0 0,8 0 1,1 0 1,1 0-127,7 0 1,-4 0-51,4 0 1,0-1 64,4-4 0,-4 4-288,0-3 1,-5 1 148,1-1 0,-3 3 96,-1-3 1,-6 2-311,-2 2-855,2 6 1,-7 2 1180,1 9 0,-6 2 0,-7 6 0</inkml:trace>
  <inkml:trace contextRef="#ctx0" brushRef="#br0" timeOffset="2">4243 7305 7569,'0'-8'146,"1"1"1,2 0 242,1 0 1,10 0-201,-2-1 0,10-3 129,3 3 0,1-2-50,7 2 0,5-2 16,3 6 1,6-4-76,-2 3 0,8 1-14,0 4 0,2 0-382,-1 0 1,1 0 279,3 0 0,2 0 102,-7 0 0,5 0-140,-4 0 0,-4 0-388,-5 0 1,-6 0 155,-2 0 1,-1-1-47,-7-3 1,0 2 38,-5-2 0,1 3 45,0 1 1,-6-4-25,-2 0 0,-3 0 54,-2 4 1,-4 0 331,1 0-542,-7 0-149,4 0 1,-7 0-64,-4 0 531,-7 5 0,-13 7 0,-7 8 0</inkml:trace>
  <inkml:trace contextRef="#ctx0" brushRef="#br0" timeOffset="3">4702 7466 7242,'0'-8'0,"0"0"562,0 5 50,0-3-79,0 6-245,0 0-130,0 6 1,0 1-12,0 5 0,-2 1-22,-2-1 0,3 0 23,-3 1 0,2-1 0,2 1 0,-4 0-43,0 4 0,0-3-76,4 2 0,0-2 134,0-2-195,0 1 1,1-1-27,3 1 0,3-5 84,6 0 1,0-1-99,4 1 1,-2-1 71,6-3 1,0-2 21,3 2 0,0 1-22,-4 0 0,3-1-147,-7-4 1,5 4 62,-5 0 1,-3 1 37,-5 0 1,-4-4 296,4 3-214,-5 3 1,3-4 217,-6 5 0,-2-4-72,-2 4 1,-3-1-120,-5 2 1,-6 2 34,-3-3 0,-2 3 134,-2 1 1,0 1-274,0-1 0,1-4-241,-1 1 0,0-1-426,0 4 1,0-3 355,0-1 0,1-5-490,-1 1 0,4-3 333,1-1 1,6-1 507,1-3 0,1-9 0,5-6 0</inkml:trace>
  <inkml:trace contextRef="#ctx0" brushRef="#br0" timeOffset="4">4664 7503 7569,'5'-8'858,"-1"0"-509,5 5 0,-2-8 120,6 3 0,-1 1-135,1-1 0,-1 4-369,0-5 0,6 7 98,3-3 1,2 4 131,2 1 0,1-4-331,3 0 0,-1 0-1375,5 4 1,-5 0 1510,0 0 0,4 5 0,0 2 0</inkml:trace>
  <inkml:trace contextRef="#ctx0" brushRef="#br0" timeOffset="5">5148 7528 7569,'-7'0'0,"1"0"111,1 0 57,4 6 0,-9 1 844,6 5-280,0 0 1,4 2-233,0 3 1,0 2-136,0 6 0,0 0-29,0-1 0,6-3-141,2 0 0,8-6-178,5 1 1,5-7 77,7-5 1,-2-4 99,10-4 0,-5-9-135,5-7 0,-4-4-794,-3-1 0,-5-3 386,-9-1 0,-3-2 91,-9 2 0,-2 3 160,-6-3 1,-12 4-21,-4 5 0,-13 3 323,-8 9 1,-2 2-136,-6 6 1,5 2-107,-2 2 0,1 7 41,4 5 1,4 1-1931,12-5 1924,3 6 0,6 2 0,-1 4 0</inkml:trace>
  <inkml:trace contextRef="#ctx0" brushRef="#br0" timeOffset="6">6364 6958 7569,'0'-13'0,"0"5"-138,0 0 138,0 5 474,0-2 1,-5 5-100,-4 0 0,-3 5-158,-5 3 0,-2 13-18,-6 4 1,-1 9-20,-3 3 1,2 3-84,-7 10 0,3-7-378,-2 6 0,-3-2 418,3 3 0,2-6 19,3-3 1,7-8-1018,4-4 1,5-8 415,4-5 0,-2-2 117,6-1 328,0-6 0,-2-2 0,-1-5 0</inkml:trace>
  <inkml:trace contextRef="#ctx0" brushRef="#br0" timeOffset="7">5831 6995 7685,'0'-7'348,"0"2"333,0 5 1,5 9-204,3 4 1,9 3-241,4 1 0,2 2-12,2 6 1,7 0-215,5-1 0,1 3-344,8 1 1,-2 3-596,2 2 1,2 3 707,-3-3-72,4 3 0,6 6 0,-27-20 1,0 0-1</inkml:trace>
  <inkml:trace contextRef="#ctx0" brushRef="#br0" timeOffset="8">7270 7020 7569,'-7'-6'194,"-4"-1"0,4-5 1,0 0 1579,3-1-865,3 6-70,1 2-541,0 5 1,1 9 146,3 4 1,-3 12-119,4-1 0,-4 14-198,-1-1 0,0 8-55,0 1 1,0 2-190,0 2 1,0-2-124,0-3 1,0-2-339,0-6 0,0-5-464,0-3 1,0-4 506,0-5 0,5-3-462,4-9 1,3-2 994,5-6 0,2-17 0,6-4 0</inkml:trace>
  <inkml:trace contextRef="#ctx0" brushRef="#br0" timeOffset="9">7530 7131 7569,'0'-12'1223,"0"0"-562,0 5-307,0 1 1,0 8 58,0 2 1,0 8-110,0 9 0,0 2-101,0 2 1,6 4-21,2 0 1,3 0-146,2-4 1,-1-2 18,0-2 1,2-2-126,3-2 1,1-8 87,2 4 0,0-9-143,-4 0 1,-1-4-2,6-4 1,-6-5 51,2-7 0,-4-3-29,0-6 0,-6 0 59,-3 0 1,-3-1-62,-1-3 1,-3 3 25,-5-3 0,0 0-128,-9 4 1,-2-1 189,-2 9 0,2 6 49,-2 7 1,2 3-141,-2 1 1,-1 5 51,6 4 0,-1 2-502,5 1 0,5 5 225,3-1 1,3 5 173,1-5 0,1 5-234,3-4 1,8 3 390,9-3 0,3-1 0,0-3 0</inkml:trace>
  <inkml:trace contextRef="#ctx0" brushRef="#br0" timeOffset="10">8002 7107 7569,'7'0'666,"-7"5"0,-7-2-280,-6 5 1,2 4 34,3 5 1,-2 5-193,6-1 0,0 6-34,4 2 0,0 0-126,0-4-50,6-6 0,5 3 33,5-5 1,8-2-76,0-7 0,1-2-189,4-6 0,-1-6 115,1-2 0,-7-9-78,3-3 0,-9-5 55,1-4 0,-9 2 15,-4-7 0,-3 3 32,-1-2 0,-6 2-10,-7 7 0,-5 0 88,-7 3 1,1 5 101,-1 8 0,0 2-291,0 6 0,2 6 103,2 2 1,3 3-478,6 1 1,1 5 247,2-1 1,4 1-2,5-5 311,0 1 0,11-1 0,3 1 0</inkml:trace>
  <inkml:trace contextRef="#ctx0" brushRef="#br0" timeOffset="11">8461 6883 7569,'-7'0'891,"-4"-5"-753,9 3 0,-7-2 83,5 8 1,0-1-1,4 5 1,0 5-170,0 3 0,0 2 99,0-1 1,5-3-235,3 2 0,3-3 94,2-5 1,3-1-194,1-3 1,1-3 73,-2 3 1,-1-8-50,6-4 0,-6-4 36,2-5 1,-8 2-75,0-6 0,-6 1 90,1-5 0,-4 0 36,-4 0 0,-3 0 38,-6 0 0,-3 2-31,-1 2 0,-4 3 224,5 6 0,-5 1-10,5 3 0,-5-2-10,4 6 0,1 0-15,4 4 1,3 0 394,1 0-625,5 0 0,-1 0 62,8 0 0,3-4-116,6 0 1,3-5 58,1 5 1,1-4-124,-2 4 0,-2-6 24,2 2 1,-6 1-153,-2-1 171,1 5 1,-3-4-411,-1 3 85,-4 3 503,-1-5 0,0 6 0,0 0 0</inkml:trace>
  <inkml:trace contextRef="#ctx0" brushRef="#br0" timeOffset="12">8858 6586 7569,'-7'-6'255,"0"5"115,3-3 1,2 5-69,-2 7 0,3 3-108,1 14 1,-1 4 147,-4 12 1,0 5-111,-3 8 1,-3 8-361,6-28 1,1 2 0,-1 0-1,-2 1 202,-1 0 0,-1 0 0,2 2 0,1 1 17,-2-1 1,-1 0 0,0-2 0,0-1-352,-7 31 0,3-5 33,5-4 0,0-3-276,-5-6 1,6-9 287,3-3 1,1-8-340,-1 0 1,3-8-121,-3-5-318,2-2 992,2-7 0,0-1 0,11-6 0,3 0 0</inkml:trace>
  <inkml:trace contextRef="#ctx0" brushRef="#br0" timeOffset="13">8858 7379 7569,'-13'13'0,"1"1"0,0 2 883,-1 5 0,2 4-165,3 4 1,2-3-331,6 3 0,2-3-56,2-1 1,4-5-150,9 1 1,2-11-151,6-2 0,5-5-104,3-3 1,2-11-132,-2-6 0,1-5 136,-5-3 0,-7-4-67,-9 0 0,-7-4-177,-6 4 0,-2 0 133,-7 5 0,-4 0 94,-12 4 0,-5 3-19,-4 9 0,-1 4-161,-3 8 1,5 3-391,0 5 0,7 5 653,1-1 0,0 6 0,6-3 0</inkml:trace>
  <inkml:trace contextRef="#ctx0" brushRef="#br1" timeOffset="14">5868 5197 7569,'0'-13'-80,"0"1"1,0-1 218,0 1 1,0 0 293,0-1-327,0 1 0,-1-1 28,-4 1 0,4 4-103,-3-1 1,-2 5 289,2-4-193,-5 0 0,2-5-18,-6 1 0,2 4 55,3-1 1,-3 7-154,3-2 0,-3-2 70,-2 2 0,-3 0-27,-1 4 1,-1 0 28,2 0 1,-2 0-76,-3 0 0,-2 4 66,2 0 0,-1 6-21,1-2 1,-2 3-26,2 1 0,3 1 43,2-1 1,-2-1-21,1-3 0,1 3 12,3-2 0,2 2-7,3 1 0,-3 1-8,3-1 1,-2 2-3,2 2 0,-3-2 29,2 3 1,3 1-10,-3-2 0,5 5 59,-4-5 0,1 5-56,-1-5 0,-2 5-17,6-4 1,-2 5 12,2-2 0,3 2-9,-3-1 0,-2 3-18,2-4 0,0 0-6,4 0 1,-1-3-8,-4 3 0,4 0-19,-3 0 0,3 2 52,1-5 0,0 4-12,0-5 0,1 5 8,3-5 0,-1 2-14,5-1 1,-4-3-19,5 2 0,-5-2-4,4-2 1,-4 1-2,4-1 0,-1 1 31,2-1 0,2 4-9,-3 1 0,-1 0-66,1-5 0,0-1 60,5-3 1,-1 3-81,0-2 1,-1 2 65,-2 1 1,3 0-27,1 1 1,-1-5 0,5 0 0,-4-1-5,0 1 1,3 2 59,1-6 0,1 4 1,-2-3 0,-1 3-60,6-4 0,-2 2 22,2-2 1,2-3-26,-2 3 1,1-2 25,-1-2 0,2 0-54,-2 0 0,1 0 12,-1 0 0,2 0-86,-2 0 1,-2-2 61,2-2 1,-2 3-73,2-3 0,1 1 36,-6-1 1,5 2 32,-4-2 1,1-1-28,-2 0 1,-1-3 24,6 4 0,-2-6 29,2 2 1,-2-1 10,-2 0 1,-3-2 7,2 3 0,2-3 6,-1-1 0,-1-5 13,-4 0 0,1-3 21,-1 3 0,-3-3-56,-1 3 1,-5-6 55,1-2 0,-3-1-40,-1-7 0,0 4 14,0-4 0,-1-1-69,-3-3 1,1-4-8,-5 0 1,-1-1 65,-3 5 1,-1-4-2,1-1 0,0 5 371,-1 4 0,-1 6-166,-2-2 0,1 2 138,-6 3 1,-4 6-105,-4 5 0,-1 2-182,1 7 1,1-1-132,-5 0 1,7 4-328,1-3 0,2 3-170,6 1 0,5 1-1501,4 3 2078,5-3 0,-8 10 0,4-4 0</inkml:trace>
  <inkml:trace contextRef="#ctx0" brushRef="#br1" timeOffset="15">5806 4353 6367,'0'-12'-278,"0"4"278,0-1 0,1 2 1321,3-1-829,-2-3 1,3 4-92,-5-5 0,0-1-60,0 1 1,0 4 16,0-1 55,0 1-309,0-4 1,-5 5 78,-4 3 1,-3 4-42,-4 4 0,0 8-2,-4 9 0,0 2-16,0 2 1,2 0 15,5 0 0,2-2-99,3-2 0,3 1-66,5-5 0,0-1 63,0-4 0,5-5-102,3-3 0,8-2 89,0-2 1,6-2-230,-1-2 1,1-3 27,-1-5 1,1-4 28,-6-1 0,1-1 93,-5 2 1,0 2-93,1-3 1,-6 3 214,-3 2 1,-3 4-118,-1-1 601,0 7-407,0-4 1,0 8 77,0 2 1,-4 4-33,0 9 1,0 0-65,4 4 1,0 1-43,0-5 0,4 3-6,0-3 1,6 4-132,-2-5 0,4-1 97,5-6 0,-2 0-631,6-5 0,-6 0 301,2-4 1,0 0-910,0 0 1,-5 0 113,-3 0 1079,-1 0 0,4-5 0,1-2 0</inkml:trace>
  <inkml:trace contextRef="#ctx0" brushRef="#br1" timeOffset="16">9875 5333 7012,'7'0'854,"0"-4"-676,-3 0 0,-1 0 163,5 4-68,-5-6 1,2 3-59,-5-5 0,2 5 339,2-1-100,-3-3-346,5 0-25,-6-5-190,-6 0 177,-1-1 1,-5 1-89,-1-1 1,1 5 1,0 0 1,-5 4 36,1-5 1,-2 5 66,1-4 0,-2 5-52,-6-1 0,2-1 94,2 1 0,-3-1-1,4 5 1,-4 0-8,0 0 0,0 0-48,3 0 1,-2 0 5,2 0 0,2 5-97,-2-1 1,2 5 103,-2 0 0,-1 2-145,6 1 1,-6 0 74,1 1 1,-1 1-39,1 2 1,-2-2 96,2 2 1,2 2 77,-2-1 0,2 5-62,-2-1 1,-1-2 7,6 2 1,-5-2 75,4 2 1,1 2-55,3-2 0,1-2 72,0 2 1,1-1-76,2 5 0,0 0-12,5 0 1,-1-1-30,5 1 1,0-1-74,0-4 0,0 4 73,0-4 1,6 4-79,2 1 0,0 0-75,5-1 0,-3-3 83,6 0 1,-2-2-69,-2 2 0,6 1 50,3-6 0,-2 5 8,2-5 0,0 1 41,3-5 1,1 1 62,0-1 1,1 3-71,3-2 0,1 2 7,4-7 1,1 3 32,-2 2 0,3-2-30,1-3 0,1 2-59,-1-6 0,6 4 63,2-4 0,-1 0-216,2-4 0,-1 0-13,5 0 0,-5 0-19,1 0 1,-2-1 86,1-3 1,2-2 10,-5-2 1,-1-3 99,-4 3 1,-4 1-87,0-2 0,-5 3 210,1-3 1,-3-2-66,-1 3 1,-2-3 184,-2-1 1,1-1-30,-5 1 0,1-5-41,-2 1 0,-2-6-118,2 1 0,-2 0 20,-1-4 0,-2 2-116,-3-10 0,2 1 79,-6-1 1,0-7-116,-4 3 0,-2-4 29,-2-1 1,-7 4 23,-5-4 1,-10 4 139,1 1 0,-12 1 164,-1 3 1,-2 2-97,3 7 0,-1 4 104,-4 4 1,4 2-296,-4 2 1,8 5 89,1 3 1,5-2-554,-1 2 1,4 0 49,5 4-2136,-4 0 86,10 0 2473,-3 0 0,15 11 0,4 3 0</inkml:trace>
  <inkml:trace contextRef="#ctx0" brushRef="#br1" timeOffset="17">9838 4242 7369,'0'-13'-600,"-4"1"600,0-1 0,-1 5 1432,5 0-475,0 0 25,0-5-291,0 1 26,0 5-498,0 1 1,0 8-44,0 2 1,0 10 18,0 10 0,0 7-12,0 6 0,0 11 156,0 6 1,0 5-334,0 3 0,-4 0 20,0 0 1,0-5 74,4-3 0,0-9-83,0-4 0,0-8 45,0-4 0,1-8 27,4-4 140,-4-9-159,10-3 0,-10-12-194,3-5 0,3-7 315,2-10 1,2-3-631,1-5 1,0-6 201,1-2 1,5 3-116,2 5 1,-2 7 94,-1 9 0,1 1-30,-2 7 1,1 3 169,-5 10 1,1 2 149,-1 2 1,1 8 38,-1 9 0,-1 2-80,-3 2 1,2 4 266,-6 0 1,0 4-106,-4-4 0,-1 0 318,-3-4 0,-3-4-21,-6-1 0,-5-5 153,-2 2 1,-4-7-324,0-2 0,-5-5-126,0 1 0,-4-3-67,4-1 1,0 0 70,4 0 0,6 0-1035,2 0 641,3 0-1531,2 0 1,5 6 1764,3 2 0,8 8 0,3 4 0</inkml:trace>
  <inkml:trace contextRef="#ctx0" brushRef="#br1" timeOffset="18">13411 3225 7569,'0'-13'6,"0"1"1,-2 4 155,-2-1 1,3 5 147,-3-4-143,-3 0 1,1-5 22,-2 1 1,-3 4 27,3-1 1,1 7 219,-1-3-248,-1-2 1,-3 6-8,0-3 1,-1 4-21,1 4 1,-2 9 62,-3 7 1,2 5 70,-5 4 0,0 4-72,0 8 0,-2-1 23,5 6 0,2-5-267,7 5 1,2-8 81,6-1 0,0-1-83,0-7 1,4-4 45,0-4 0,7-6-24,2 1 1,-1-7 59,5-5 1,1-3-175,-2-1 1,6-7-110,-1-5 1,2-7-41,2-10 0,-4 1 70,-1-5 1,-3 4-27,4-4 1,-10 0 122,1-4 1,-2 4 2,2-1 0,-5 8 176,-3 2 0,-1 6-197,1 9 546,-3-2 1,5 11-59,-6 0 0,0 11 103,0 10 0,0 2-207,0 2 1,0 4 24,0 0 0,1 1-264,4-1 0,-3-7 47,7 3 0,-1-3-202,4 3 1,1-6 132,-1-2 0,0-3-965,1-2 1,-1-1 19,1-3 0,0-2-1285,4-6 2219,-3 0 0,15 0 0,-3 0 0</inkml:trace>
  <inkml:trace contextRef="#ctx0" brushRef="#br1" timeOffset="19">14316 3237 7569,'0'-12'267,"0"-1"539,0 1-128,0-1-265,0 1 234,0 0-141,0 5-69,0 1 0,0 8-8,0 2 0,-5 8 11,-3 9 1,1 8-166,-2 4 1,3 7 44,-3 1 1,0 6-311,5-2 0,-5 0 56,5 0 0,0-6 117,4-2 1,0-7 22,0-9 0,0-3-501,0-6 113,0 0 74,5-5 0,-2-7-134,6-8 1,-5-10-224,4-7 1,-5-5-179,1-7 1,-3-2 277,-1-2 1,-7 2 162,-5-2 0,-6 4-20,-7 4 0,0 4 194,1 8 1,-5 5 148,0 7 0,0 4 267,4 5 0,-4 5-146,0 4 0,4 6 279,5 1 0,4 6-128,0-1 0,8-2-115,3 2 1,4-6 5,1 2 1,3 1-51,5-2 1,2 1-52,10-5 1,7 0-184,6 1 0,4-6-984,4-3 1,3-4 203,6-4 0,4 1-439,-1-5 1,5 1 8,-4-1 0,-4 2 203,-5 6 1007,-5 0 0,4-4 0,-5 0 0,1 1 0,0 2 0,1 1 0</inkml:trace>
  <inkml:trace contextRef="#ctx0" brushRef="#br1" timeOffset="20">14837 3187 7569,'0'-12'0,"-1"0"0,-2-1 640,-1 1-227,0 5 807,4-4-404,0 10-588,0-5 1,-1 7-23,-3 4 1,2 3 334,-2 8 0,-1 9-123,0 8 0,-3 3 16,4 1 1,-6 7-244,2 6 0,-3 0-276,-1 3 1,3-2 53,1-1 0,5-6 72,-1-3 0,3-3 142,1-5 1,0-4 229,0-9-743,0-2 136,0-11 119,0-1 0,4-13-283,0-6 1,2-5 318,-2-6 1,1-7-464,4-2 0,3-3 223,0-1 0,2 1 122,7 3 1,-2 4-31,2 9 1,1 3-217,-6 9 0,5 2 187,-4 6 0,-1 6 285,-3 2 1,-1 9 24,0 3 1,-5 5 266,-3 4 0,-2-3 138,-2 3 1,-2 1-254,-2-1 0,-4 2-73,-9-2 0,-6-7 42,-6 2 1,-1-7-59,1 0 0,-2-5-232,-2-4 0,-1-2-369,5-6 1,1 0-182,8 0 0,-1-2-1703,9-2 2328,-4 3 0,15-16 0,-4 4 0</inkml:trace>
  <inkml:trace contextRef="#ctx0" brushRef="#br1" timeOffset="21">15433 3659 7569,'7'-13'0,"-3"1"0,-3-1 0,1 2 896,2 3-176,-3-3 255,5 10-272,-1-10-325,-3 9 1,5-2 5,-3 8 0,-3 3 97,3 6 1,-2 5-158,-2 2 1,4 0-142,0 0 1,0 1 22,-4 4 0,0-2-470,0-2 0,1 1-90,4-6 1,-4-3-318,3-5 1,-1-1-548,1 1-1004,-3-2 448,10-6 1774,-4-6 0,0-6 0,-1-7 0</inkml:trace>
  <inkml:trace contextRef="#ctx0" brushRef="#br1" timeOffset="22">15396 3411 7569,'0'5'0,"0"-5"623,0-5-17,0-8-250,5 6-196,2-4 1,6 10-8,-1-3 1,5-2-61,-1 2 0,6 0 76,-1 4 1,-1 1 13,5 4 1,-7-3-1,7 7 1,-3 0 22,3 8 1,-6-2-405,-2 6 0,-4-1 158,0 5 1,-2 1 131,-3 3 0,2-1 103,-6 5 1,0 0-66,-4 4 1,0-5-66,0-3 0,-4-3 35,0-1 1,0-6 117,4-2 1,0-8 61,0-1 1,0-5-4,0 3-131,0-23 0,1 2-156,3-14 0,3 2-204,6-2 1,3-4-127,1-9 0,1 4 167,-2-4 0,-1 9 99,6 4 1,-6 9-10,2 3 1,-8 5-106,0 3 1,-1 4 199,4 5 0,-5 11 376,-3 5 0,-1 12 301,1 5 0,-2 3-331,2 1 1,-3-1 7,-1-3 1,0-1-59,0-3 1,4-7-327,0 2 0,6-7 91,-2 0 1,-1-8 109,1-1 1,1-5-641,3 1 1,2-2-899,2-2 1,4-4 635,4-1 719,1-4 0,11-4 0,3-6 0</inkml:trace>
  <inkml:trace contextRef="#ctx0" brushRef="#br1" timeOffset="23">16810 3287 7569,'0'-13'1617,"-5"1"-1046,3 5 0,-5 1-171,3 6 1,3 7-163,-3 6 1,2 9 20,2 7 1,0 11 84,0 1 1,-4 6-675,0 2 281,0 1 1,4 0-411,0-1 1,0-3-590,0-1 0,0-5-962,0 2 2010,0-9 0,0-9 0,0-6 0</inkml:trace>
  <inkml:trace contextRef="#ctx0" brushRef="#br1" timeOffset="24">16537 3609 7569,'-5'-12'0,"2"-5"0,-5 1 0,5-1 1631,-1 5-1041,2-1 0,4 1 23,2-1-374,3 1 0,6 0-146,4-1 1,4-1-136,8-2 1,2 2-4,7-2 1,-5 2 104,0 1 0,-2 5-102,3 0 0,-4 5 35,-5-1 1,-5 4-58,1 4 1,-6 4 147,2 9 1,-5 2 77,-4 6 0,-2 5 8,-6 3 1,0 7 191,0 2 0,-6 5-229,-2-2 1,1-2 7,-1-2 1,5-8-22,-1-4 1,3-8 209,1-5-244,0-2 0,0-1 1,1-7 26,3-1 0,3-11-174,6-6 0,3-6-218,1-7 1,3 0 74,-3 0 0,1 1 89,-2-1 0,-3 1 161,-1 4 1,0-2-89,-3 5 1,-4 5 151,-1 3 0,-1 7 120,1-3-189,-2 4 1,3 7 107,-5 2 0,4 8 232,0 5 1,2 1-131,-2-1 1,-1 1-125,5-6 0,0 5-156,5-4 1,3-1 55,1-3 1,5-7-179,-1-1 0,2-4 20,2-1 0,0-6 21,0-2 0,-1-4-91,1-5 1,0-2-248,0-6 0,-6-1-176,-2-3 0,-5 3 253,-4-3 1,2 0 58,-6 4 1,-1 3 85,-7 10 1,-5 1 904,-7 2 1,-3 9-287,-6 9 0,0 9-26,0 6 1,0 7-112,1 6 0,0 0 215,3 0 1,8-4-155,4 0 1,7-5 1,-3 1 0,4-4-2183,1-5 0,6 2 288,2-5 1576,8 0 0,4-5 0,5 0 0</inkml:trace>
  <inkml:trace contextRef="#ctx0" brushRef="#br1" timeOffset="25">18212 3572 7569,'12'-13'0,"-5"1"234,-3 0 0,-2-2 384,-2-3 0,-4 4-282,-1-4 1,-4 3-154,1 2 1,-3 5 533,-2 3 0,-3 2-261,-1 2 0,-5 0-102,1 0 0,-1 6-120,2 2 1,-2 3-40,5 2 0,0-1-143,5 0 1,5 2 98,3 3 0,3 1-177,1 2 1,5 4 62,3-4 1,5 5-140,3 4 0,4-7 46,4 3 1,1 0-52,0 0 1,0 2 30,0-6 1,-2-2 61,-2 2 0,1-6-40,-6 2 1,-5-4 15,-6 0 388,-4-1 0,-2-1-149,-4-3 0,-7 2 37,-9-6 0,-10 0-55,-2-4 1,-6 0-150,6 0 0,1 0 101,-1 0 0,7 0 27,1 0 0,2-4-710,6 0 1,5-4-65,3 4 1,7-2-748,-2 2 1,4 1 627,4-5 1,8 4-425,9-4 1,8 3 1154,4-3 0,8 0 0,3-4 0</inkml:trace>
  <inkml:trace contextRef="#ctx0" brushRef="#br1" timeOffset="26">18609 3696 7744,'7'-13'437,"-2"1"573,-5 0-656,0-1 1,-5 6 182,-3 3 1,-9 3-188,-4 1 0,-2 1 181,-2 3 0,-4 9-196,0 7 1,-4 5 32,4 4 1,2 2-127,6 2 1,3-2-314,6-2 0,5-4-34,3 0 0,2-2-33,2-6 1,2-5 94,2-4 1,3-5 19,5 1 0,2-5-295,2-7 1,4-2 141,4-11 1,1-1-34,0-7 0,-2 3 28,-2-3 0,-3-1 242,-6 1 1,-3 4 68,-1 5 0,-5 4 472,1 0-206,3 8-267,-6 2 0,-1 9 254,-8 5 0,1 6-127,-1 11 0,1 4-114,-1 0 1,-2 4 42,6-4 0,0 0-526,4-5 0,1-3 140,3 0 0,3-6-4,5 1 1,5-7 65,0-5 0,0-3 20,0-1 0,-2-1-2,6-3 1,-5-5 19,5-7 1,-6-3 80,2-6 0,-3 0-31,-2 0 0,0-1 122,1-3 1,-2 3 32,-3-3 1,-1 7 372,-3 1-116,-3 6-214,5-3-210,-6 11 125,0 2 1,-4 12-80,0 5 0,-6 2 83,2 6 0,1 1-77,-1 4 0,1 0-67,-2 0 1,3-1-180,1 1 0,4-4 68,-3-1 1,3-4-92,1 0 208,0-8 0,1-2-3,3-6 1,-1 0 207,5 0 0,0-10-83,5-2 1,1-10-245,2-3 0,-2-1 14,2-7 0,2 0-65,-1-4 1,-1-1 169,-3 1 1,3 5-1,1 3 1,-2 9 92,-7 3 0,2 8-223,-6 0 141,6 7 0,-9 2-46,3 8 0,-2 13 397,-2 3 1,-2 9-123,-2 0 0,-1 2-15,-4-2 1,0 3-147,5-3 0,-5-3-106,5-1 1,0-8-96,4-5 0,0-2-52,0-1 219,0-7 0,6 0-8,2-6 1,4-10-154,5-2 0,2-10 42,6-3 1,0-1-30,0-7 0,-2 0 101,-2-4 1,1 1 3,-6 3 1,1 4 173,-5 8 0,1 4-127,-1 9 132,-5 3 1,-2 7-54,-5 7 1,0 6 286,0 14 1,-4-2-77,0 6 0,0-1 51,4 1 1,0 2-147,0-6 0,0-2 70,0-6 0,7 1-143,5-6 0,2 0 57,7-8 0,4-3-289,4-5 0,4 0 113,-4 0 0,5-11-335,-1-5 0,3-6-30,1-3 1,0-1-202,1-3 1,-3-4 96,-1-9 0,-4 1 83,-5-9 0,-6 5 88,-3-5 1,-7 12 136,-5 9 1,-4 8 629,-4 5 1,-5 7-353,-7 5 0,-13 14 833,-8 6 1,-7 13-211,2 9 1,2 4-99,7 8 0,0 2-216,8-2 0,3 1-86,10-10 0,1-1-186,3-7 0,2 2-85,6-6 1,6-5-1067,2-3 0,7-7 634,2-2 0,5-1 386,-2-7 0,15 1 0,3-5 0</inkml:trace>
  <inkml:trace contextRef="#ctx0" brushRef="#br1" timeOffset="27">20172 3708 7569,'7'-12'0,"-3"-1"0,-3 1 924,-1 0-463,0-1 1,0 5 264,0 0 0,5 6-335,-1 2 0,0 7 93,-4 10 1,0 8-87,0 8 0,0 7-158,0 1 1,0 4-173,0-3 1,1-6-133,3-7 1,3-3 39,6-1 0,0-8 93,4-4 1,-2-2-175,6-7 1,-5-5 18,5-8 1,0-7-294,4-5 1,-1-4 140,1-4 1,-1 2-3,-4-6 1,-2 0 168,-5-4 1,-2 1 17,-3 3 0,-3 4 172,-5 8 1,0 3-22,0 6 185,0 5 1,-4 4-109,0 11 0,-5 10 117,0 11 1,4 6-114,1-2 1,2 1-185,2-1 0,0 2-128,0-6 1,6 4-309,2-4 0,3-5-89,1-3 1,2-6 277,3 2 1,-2-3-802,6-2 0,-5-5 452,5-3 1,-5-3 600,5-1 0,-6-5 0,3-2 0</inkml:trace>
  <inkml:trace contextRef="#ctx0" brushRef="#br1" timeOffset="28">20780 3820 7569,'0'-18'0,"0"7"562,0-6-3,0 12 298,0-12-251,0 16-270,0-4 1,0 6 103,0 3 0,-4 7-85,0 6 1,-5 5-173,5-2 1,-5 4-101,0 1 0,4-1 75,1 1 0,2-4-342,2-1 0,0-4 19,0 0 0,0-2-505,0-2 519,0-5 1,6-3 93,2-8 1,7-8-76,2-9 1,5-6 2,-1-2 0,2-6 132,2 2 1,0-7-79,-1-1 1,1 0 174,0 3 0,-6 7 92,-2 2 1,-3 8 372,-2 4-73,1 9-341,-7 3 0,0 12 93,-6 5 1,0 11-13,0 10 0,-6 3 65,-2 2 0,1-1-54,-1 0 1,4 0-259,-4 0 1,5-4-67,-1 0 1,2-9-116,2 1 1,6-9-118,2 1 1,3-9 178,2-4 1,-1-2-39,0-2 0,5-3 49,-1-5 0,8-2-306,1-11 1,-2-4 108,2-4 1,-2 1 35,-6 3 1,4-4 213,-5 0 1,1 1 174,-5 8 0,-4 2-237,1 5-175,-7 6 810,4 2 1,-6 8-250,0 5 1,-6 2 199,-2 10 1,1 0-138,-1 0 0,0 6-474,-5-5 1,5 4-254,0-9 1,5 5-1066,-1-4 225,2-1 162,2-3 1,2-7 1087,2-1 0,8-10 0,8-1 0</inkml:trace>
  <inkml:trace contextRef="#ctx0" brushRef="#br1" timeOffset="29">21313 3659 7569,'-17'0'0,"3"-4"0,-3-1 0,9-4 0,2 6 2346,6-5-718,0 5-769,0-8-621,6 10 0,2-9-490,9 6 0,3 0 224,9 4 1,-1-4 163,5-1 1,-1 1 46,1 4 1,1 0-1792,-5 0 1,0 0 1607,-4 0 0,0 0 0,0 0 0</inkml:trace>
  <inkml:trace contextRef="#ctx0" brushRef="#br1" timeOffset="30">21624 3485 8070,'5'-11'503,"3"3"1,3-2-321,2 6 1,1-2-641,2 2 1,2 2 169,3-7 287,2 7 0,-4-15 0,6 3 0</inkml:trace>
  <inkml:trace contextRef="#ctx0" brushRef="#br1" timeOffset="31">21897 3125 7569,'-13'0'270,"1"6"1,-2 8 0,-1 12 721,-2 10 0,-5 13-540,1 13 0,9-28 0,0 0-725,-3 3 1,1 0 534,1 1 1,0-1-639,-5 0 1,0 0 552,4-2 0,2-1-86,-4 0 1,1 0 141,-4 22 880,6-6-872,8-8 62,5-10 1,1-7 292,3-9 1,5-3-276,7-5 1263,4-8-1401,10-7-368,2-16 0,5 1-4170,0-11 2531,0 0 1824,1-5 0,-8 4 0,0-1 0,2 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4T05:08:03.6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10198 7355 7569,'6'-6'599,"0"3"1886,-6-5-2038,0 5 1,0-4 43,0 3 62,0 3 1,1-5-174,4 6 0,1-4-146,7 0 1,1-1-120,2 0 0,3 4-93,6-3 1,0-2-157,0 2 0,0 0-368,0 4 0,-1-4-658,1 0 1,-4 0 582,-1 4 0,-4 0-149,0 0 0,-2 0 275,-2 0 0,-5 5 451,-3 4 0,-8 7 0,-3 3 0</inkml:trace>
  <inkml:trace contextRef="#ctx0" brushRef="#br0" timeOffset="1">10210 7565 7569,'-12'13'780,"3"-6"1137,1-3-728,5-3-428,-2-1-221,5 0 0,1 0 107,3 0 1,5 0-439,7 0 0,8-1-14,4-3 0,7 1-505,-2-5 1,7 1 257,1-1 1,1-3 251,-5 2-200,0 4 0,0-6 0,1 4 0</inkml:trace>
  <inkml:trace contextRef="#ctx0" brushRef="#br0" timeOffset="2">4727 7131 7569,'-7'0'773,"0"-4"-62,3 0-137,2 0-52,-3 4-327,5-6 0,1 1-12,3-3 1,3-8 11,6 4 0,9-9 57,2 1 1,11-4-105,2 0 0,4-7-141,5-2 0,6-1 140,-2 1 0,4-3-393,-1 3 1,-2-2 229,3 2 0,-8 1 56,-5 4 1,-4 5 80,-4-1 0,0 7-53,-8 1 1,1 2-475,-9 1 1,-5 5 130,-3 0 0,-7 4 140,3-5 1,-4 5-344,-1-4 454,0 0 0,0-5-368,0 1 0,0 4-199,0-1-400,0 1 279,0-4 30,5 5 682,2 1 0,6 6 0,-1 0 0</inkml:trace>
  <inkml:trace contextRef="#ctx0" brushRef="#br0" timeOffset="3">4379 8037 7110,'0'7'885,"0"-2"-144,0-5-234,0 0-183,0-5-134,0 3 0,6-5 23,2 3 0,0 1-11,5-5 1,-2 0 0,9-4 0,2-1-78,7 1 0,-1-2 58,5-3 1,4 2-213,5-5 0,4-1-19,0-4 1,2 0 48,2 0 0,4-1-323,-1-3 0,5 3 137,-4-3 1,1 3-27,-1 1 0,-7 5-108,2-1 1,-7 2 35,-1-2 0,-8 3 73,-4 6 0,-4 3 143,-4 1 1,-4 1-200,-4-1 167,-6 2-36,-2 6 1,-6 0 269,-3 0 1,-4 2-385,-9 2 1,2 3-201,-6 5 0,0 5 449,-3-1 0,-7 6 0,0-2 0</inkml:trace>
  <inkml:trace contextRef="#ctx0" brushRef="#br0" timeOffset="4">4813 8099 7569,'7'0'32,"-1"0"303,-6 0 886,0 0-1038,0 5 1,0 6-35,0 6 0,-2 3-99,-2-3 1,3 5 11,-3-1 0,-2 6-113,2 2 1,-4 2-325,4-3 1,-5 0 245,5 5 0,0-5-405,4 1 1,0-7-36,0-2 145,0-5 227,0 3 197,6-11 0,1-1 0,5-6 0</inkml:trace>
  <inkml:trace contextRef="#ctx0" brushRef="#br0" timeOffset="5">5074 8235 7563,'-7'6'468,"-3"-4"-324,6 7 0,-1 0 343,1 8 0,2-3-118,-2 2 1,3-2-57,1-2 1,5 4-136,3-4 1,3 3 22,2-7 1,5-2-77,2-2 1,4-4-88,1-4 1,0-4-166,-1-9 1,4 2 131,-3-6 1,1 1-225,-10-5 1,4-4 130,-8 0 0,2 3-132,-10 1 0,-1 4 66,-7-4 0,-3 1 81,-6 3 1,0 3 62,-4 1 0,-4 9 6,-8 4 0,2 4 49,-6 4 0,4 4-46,-4 9 1,7 1-476,1 3 1,3 1 192,9-6 0,4 2-1252,9-1 1535,0-4 0,0 11 0,0-5 0</inkml:trace>
  <inkml:trace contextRef="#ctx0" brushRef="#br0" timeOffset="6">4317 8793 7761,'-8'0'452,"0"0"217,5 0-384,-3-5 1,8 2-95,2-5 0,3-1-4,5-3 1,6-2 94,3-2 0,9-1-133,7-8 0,3 2 7,10-10 0,4 0-441,-22 14 1,2 1-1,-1-2 1,0 0 267,4-3 1,0 0-1,2 0 1,1-1-624,5-4 0,1-2 0,0 4 1,2 0 498,1-1 0,1 0 0,-2 1 1,0 0-640,2-1 0,0 0 780,-5-1 0,1 0 0,6-1 0,0 1 0,-4 1 0,-2 0 0,0 2 0</inkml:trace>
  <inkml:trace contextRef="#ctx0" brushRef="#br0" timeOffset="7">6984 7565 7569,'-12'13'-746,"0"-1"1,-1-3 1121,1-1 0,4-5 309,-1 1-236,1 3-238,-4-6 0,3 9 233,1-6 165,5 0-168,-2-4-137,5 0 1,5-2-74,4-2 1,11-3 62,5-5 0,14-6-99,2-3 0,11-2-65,6-2 0,-23 13 0,1-1-276,1 1 0,0 0 0,0-3 0,-1 1 112,-1-1 1,0 1 0,2 1-1,-1 1-45,2 1 1,-1 1 0,1 1-1,0-1 53,28-11 0,0-1-296,-4 6 0,-7-1 214,-5 5 1,-7-1-24,-10 1 0,1 4 66,-5-1 0,-1 1 20,-8-4 1,2 3-8,-5 1 1,-1 4-43,-3-4 359,-6 5 0,2-4-340,-5 3-44,1 3-95,-5-5-783,0 6 322,0 0 1,5-5 0,2-2 0</inkml:trace>
  <inkml:trace contextRef="#ctx0" brushRef="#br0" timeOffset="8">7307 6511 7539,'-7'-5'98,"-3"2"355,6-5 106,0 5-169,4-8-140,0 10-67,0-5 1,0 7-78,0 4 0,-1 1 89,-3 7 0,2 3-125,-2 1 1,-1 5-27,0-1 1,-3 3-153,4 5 0,-6-1-80,2 5 0,1-4-324,-1 4 1,5-5 75,-1 1 1,-1-5 27,0-3-110,1-3 0,6-7 518,2-3 0,3-2 0,5-6 0</inkml:trace>
  <inkml:trace contextRef="#ctx0" brushRef="#br0" timeOffset="9">7468 6573 7569,'0'9'-523,"0"-1"0,0-4 1204,0 4 1,-1 0-253,-3 5 1,2-1-138,-2 1 0,3 3 53,1 1 1,0 1-61,0-2 1,0-2-26,0 2 1,1-2-115,3-1 1,3-6-1,6-3 0,0-3-39,4-1 1,1-1-104,3-3 0,1-5-1,-6-7 0,5 1 55,-5-6 1,0 2-313,-8-2 0,-3-2 112,-5 2 1,-5-3-91,-3 0 0,-9 4 81,-4 4 0,-2 3 98,-2 5 1,0 3-79,0 5 1,1 1-153,-1 3 0,6 4-285,2 9 0,9-2 568,4 6 0,-3-1 0,0 5 0</inkml:trace>
  <inkml:trace contextRef="#ctx0" brushRef="#br0" timeOffset="10">11463 7231 7696,'0'-13'319,"0"1"529,0-1-512,0 1 1,4 4 30,0-1-184,0 7 0,-2-4 536,2 6-327,-3 0 1,6 2-8,-3 2 0,-2 3-105,2 5 1,-3 4 95,-1 1 0,4 9-261,1-1 0,-3 7 68,-6-3 1,1 5-213,-5-1 1,4-3 70,-4-1 1,5 2-505,-1-2 1,-2 0-65,2-5 0,0-3-338,4 0 0,0-6-398,0 1 386,0-2 1,1-7-160,4-3 1035,1-2 0,7-2 0,-1 0 0</inkml:trace>
  <inkml:trace contextRef="#ctx0" brushRef="#br0" timeOffset="11">11810 7206 7569,'0'-7'1022,"0"1"0,-1 6-800,-3 0 0,3 2-87,-4 2 1,-2 4 574,-1 9 1,1 3-270,-1 9 1,1-1-77,-1 5 0,-2-1-159,6 1 1,0-2-154,4-2 1,3-4 38,5 0 1,-3-4-114,12-5 0,-5-6 159,9 2 0,-6-8 45,2 0 1,1-2-102,-2-2 0,1-6-87,-5-2 0,1-3-664,-1-1 1,-4-6 310,1-3 0,-7-2 155,2-2 1,-9-4 142,-7 0 0,-2 0 31,-7 4 0,5 6-45,-5 2 1,4 5-7,-3 4 1,5 2 512,-2 6-187,3 0-817,2 0 1,5 2-647,3 2 365,2 3 0,12 5 230,2 0 622,9-5 0,-2 4 0,6-4 0</inkml:trace>
  <inkml:trace contextRef="#ctx0" brushRef="#br0" timeOffset="12">12195 6995 8216,'-7'0'1113,"0"0"-746,3 0 78,3 0 1,-6 0 208,3 0-436,2 0 0,-5 0-43,3 0 0,3 5-23,-3 4 0,1 2-6,-1 1 0,2 5-53,-2-1 1,-1 5-112,1-5 1,0 5 48,4-4 0,0-1 3,0-3 14,0-1 0,4-4-191,0 0 1,5-5-57,0 1 1,-2-2-54,1-2 1,0-6 81,5-2 1,-1-3-86,0-1 0,-3-2 5,-1-3 1,-1-1 98,1-2 0,-2-2 33,-6 5 0,0-4-25,0 5 1,-2-1 224,-2 5 1,-3 4 8,-5-1 0,-1 5 59,1-4 1,0 5-91,-1-1 1,1 3 200,-1 1-456,1 0 164,0 0-287,5 0 217,1 0-416,6 0 0,0 1-23,0 3 0,6-2-665,2 2 1205,3-3 0,1 5 0,1 1 0</inkml:trace>
  <inkml:trace contextRef="#ctx0" brushRef="#br0" timeOffset="13">12530 6896 7569,'0'-13'-746,"0"6"1,0-4 1012,0 3 0,0 1 1335,0-1-882,0 5-243,0-8 31,0 10 126,0-5-459,0 6 0,-1 2 8,-4 2 1,4 7 48,-3 5 1,-3 8-50,-1 1 1,-3 5 48,-2 7 0,0 2-69,-4 2 1,6 5-110,-6 7 1,2 0-381,-5 5 0,-4-1 366,3 5 0,2-4-35,-1 0 0,0-5 64,0 0 0,0-3-46,4-5 0,2-1 36,-3-2 1,4-8-114,0 3 0,2-9-170,3-3 1,-2-2-267,6-6 1,-4-1-629,4-3-1049,0-1 1083,4-5 1084,5-1 0,-1-2 0,6 0 0,-1-1 0,-3-2 0</inkml:trace>
  <inkml:trace contextRef="#ctx0" brushRef="#br0" timeOffset="14">12456 7503 7569,'-6'13'781,"-1"-1"0,-5 1 177,-1-1-641,6 6 1,-2 1 155,5 6 0,-5-2 141,5-2 1,0 1-312,4-5 1,1 1-121,4-2 1,1-6-85,7 2 0,5-8 84,2 0 1,0-2-251,0-2 0,-3-6-41,4-2 0,-6-4-117,1-5 1,-2-4 135,-1-7 1,-7 1-97,-1-2 1,-5 3 334,-5 1 0,-3 6-52,-8 3 1,-4 2 166,-4 1 1,3 7-86,0 1 1,-2 5-230,-2 5 0,-3 1-280,8 7 0,2-1-554,1 1 1,8 3 480,0 1 402,7 5 0,-9-3 0,4 6 0</inkml:trace>
  <inkml:trace contextRef="#ctx0" brushRef="#br0" timeOffset="15">3622 10802 7569,'0'-12'175,"0"0"275,0-1-234,0 6 1,0-4-22,0 3 0,0 1 195,0-1-207,-5 5 1,3-4-45,-2 3 0,-3 3 0,-1-3 0,1 4-12,-1 4 1,0 3 91,-5 5 0,0 6-9,-4 3 0,3 6 159,-2 2 1,2 1-62,2-1 0,-1-1-113,1 5 0,5-5-12,3 1 1,2-1 180,2-3 0,0 1-149,0-9 1,2 4-139,2-5 0,3-1 0,5-6 0,5 0-147,-1-5 0,6 5-670,-1-5 0,2 0 402,2-4 1,5-6 226,4-2 0,0-4-9,-1-5 0,3 3-1577,-3-2 0,2-2 186,-2 1 1511,-3 1 0,-5-2 0,0-1 0</inkml:trace>
  <inkml:trace contextRef="#ctx0" brushRef="#br0" timeOffset="16">3970 10914 7569,'-9'-4'-145,"1"0"140,5-6 204,-2 9 1,1-6 190,0 3 0,-6 2-207,3-3 1,-1 5 209,0 0 0,3 1-41,-3 3 1,5 3-54,-1 6 1,-1 5-59,1 2 1,0 2 93,4-1 0,0 2-239,0-2 0,0-2 99,0 2 0,1-6 195,3 2-207,3-9 1,5 2-131,1-6 0,-1 0-108,1-4 0,3-6-262,1-2 0,-2-4 64,-7-5 0,2 2-209,-6-6 0,0 2-160,-4-2 0,0-2 245,0 2 1,-6-1-10,-2 2 1,-7 2 85,-2 5 0,1 2 105,4 3 0,-1 2-2,1 6 1,-1 2 11,1 2 0,5-1-100,3 5 0,3 0 285,1 5 0,5-1 0,2 0 0</inkml:trace>
  <inkml:trace contextRef="#ctx0" brushRef="#br0" timeOffset="17">4205 10827 7115,'7'0'413,"-1"-1"549,-6-3-180,0 2-500,0-3 1,-4 6-89,0 3 1,-1 3 94,5 6 1,0 0 129,0 4 0,0 2-210,0 6 1,0 0-113,0 0 0,0-2-181,0-2 1,5 1 118,-1-6 0,0 1 27,-4-5 0,1-5 233,3-3-167,-2-2-106,3-2 0,-3-10-1,2-2 1,-1-9-60,5 0 1,-1-8-167,1-4 1,3-3-55,-3-1 1,3 4 115,2 0 1,-5 10 250,0-2 0,-4 8-113,5 1 1,-5 8-167,4 3 176,-5 4 0,6 2 533,-4 4 0,3 6-208,-4 5 1,4 6-14,-4-1 0,5 2-349,-5 2 0,4 4 73,-4 0 1,5 0-555,-5-4 0,5-2 277,0-2 0,0-2 106,-1-2 1,4-4-350,-4 4 0,-1-7-605,1-2 0,-1-4 475,1 4 1,3-5-40,-3 1 1,3-4 646,2-4 0,-1-8 0,1-8 0</inkml:trace>
  <inkml:trace contextRef="#ctx0" brushRef="#br0" timeOffset="18">4627 10951 7569,'0'-12'-1445,"0"-1"1619,0 1 0,0 0 658,0-1 0,0 5 432,0 0-496,0 5 24,0-3-511,0 6 0,0 6-86,0 2 0,4 7 56,1 2 0,3 4 100,-4-5 1,6 5-213,-2-5 1,2 5-111,-2-4 1,3-1 156,-3-4 204,3-5-330,2 4-22,-1-9 0,0-2 62,1-8 1,-5-5-149,0-3 0,1-5-197,3-8 0,-4-3 16,1-5 1,-5-4-143,4-1 1,-5 2 3,1 7 0,-3 0-192,-1 8-57,6-2 178,-5 13-302,5 2 1,-6 8 219,0 8 0,0 4 58,0 9 0,-5 2 462,1 6 0,-5 5 0,2 2 0</inkml:trace>
  <inkml:trace contextRef="#ctx0" brushRef="#br0" timeOffset="19">4913 11125 7569,'12'7'491,"-5"-2"16,-2-5 59,1 0-269,1 0 1,1-1-148,0-3 0,-3-3-44,3-5 1,0-1-8,4 1-50,1-6 1,-1 0 48,1-3 1,-2-4-148,-3 1 1,2-1-109,-6-4 1,0 1 71,-4-1 1,0 3-11,0-3 1,-1 7 55,-4 2 1,-2 8 335,-5 0 1,0 8-36,-1 0 1,-1 8-29,-2 4 1,1 9-27,-6 3 1,6 8 194,-2 1 1,5 10-192,4-2 1,2 1-11,6-5 1,0 2-352,0-6 1,6 0 147,2-4 1,4-2-508,5-2 1,-2-3 296,6-6 0,-5-4 72,5 0 1,-2-5-357,2 1 0,1-8-597,-5-4 1,3-4 372,-3-5 0,-1-2 309,-3-6 1,-2-4 409,-3 0 0,-1-5 0,-3 1 0,-3 2 74,4 2 0,-4 4 41,-1 5 0,0 2 219,0 5 314,0 1 142,0 5 0,-1 2-132,-4 5 0,4 9-241,-3 4 1,3 7-91,1 1 0,0 7-144,0 1 1,0 5-139,0-1 1,0-1 9,0 1 1,0-6-22,0 2 0,0-8 418,0-4-256,0-4 1,1-4 225,3-1 0,-3-7-91,4-1 1,-3-5-148,2-8 0,-1-6 0,5-6 0,-1-5-141,2-7 1,2-1 13,-3 1 1,-1 0-15,1 0 1,0 5-67,5 3 0,-5 4-314,0 5 1,-4 2-1477,5 5 876,-6 1-1876,8 5 1592,-5 2 1221,7 5 0,-6 5 0,-2 2 0</inkml:trace>
  <inkml:trace contextRef="#ctx0" brushRef="#br0" timeOffset="20">5607 10492 7569,'0'-12'619,"0"5"0,0 0-90,0 3-364,0 3 1,0-3 212,0 8 0,0 4 228,0 8 0,-4 11 181,0 10-492,-6 6 0,9 10-32,-3 1 1,-2 1 189,2-1 1,0-4-122,4-1 0,2-5-87,2-7 1,4-6-150,8-6 0,-2-2 87,3-6 1,-3-1-585,-2-3 0,0-5 63,1 0 0,-1-5-167,1 1 1,-1-3-174,0-1 1,-3-1-573,-1-3 1,-1-9 1249,1-7 0,3-9 0,-4-3 0</inkml:trace>
  <inkml:trace contextRef="#ctx0" brushRef="#br0" timeOffset="21">5409 10691 8196,'-18'0'1089,"4"0"1,2-2-499,8-2 0,2 2-169,2-7 0,7 5 0,6-4 1,4 1-188,8-1-98,6-3 1,-4 8-282,6-5 1,0 4-485,5-5 0,-1 7-2370,0-3 2998,6 4 0,-10-5 0,3 0 0</inkml:trace>
  <inkml:trace contextRef="#ctx0" brushRef="#br0" timeOffset="22">7022 10790 7569,'0'-12'255,"0"-1"0,0 1-72,0-1 1,0 1-1,0 0 1,0-1 12,0 1 1,0-1 98,0 1 0,-2 0-26,-2-1 1,-3 5-35,-5 0 1,-2 5-142,-2-1 1,0 2 88,-4 2 1,-2 2-138,-7 2 0,2 3 41,-1 5 0,-1 2 89,4 3 0,-1-8-47,9 4 1,0-4-167,5 4 0,5-5 40,3 0 0,3-4 72,1 5 1,2-5-136,7 4 1,0-4 91,12 4 0,1-1-150,7 2 0,0 2 49,8-3 0,-6-1 89,6 1 0,-7 0-68,3 5 0,-4 0-123,4 4 1,-9-3 179,0 2 1,-7-1-42,0 2 1,-8-3 193,-1 2 0,-5-2-57,1-2 1,-5 5 370,-7 0 0,-2-1-205,-11-4 0,-3 1-70,-5-1 1,-6 1-19,2-1 1,-1-4 16,1 1 1,-3-7-347,3 3 1,2-4 158,2-1 1,3 0-718,1 0 0,2-4 377,2 0 0,3-2-592,6 2 0,4 1 378,-1-5 0,7 4 197,-3-4 1,4-1-42,1-3 385,0-1 0,11-4 0,3-3 0</inkml:trace>
  <inkml:trace contextRef="#ctx0" brushRef="#br0" timeOffset="23">6836 10418 7569,'6'-19'0,"0"1"701,-6 5-103,5 6-183,-3 2 0,3 6 56,-5 3 1,0 10-196,0 11 0,0 11 61,0 9 1,5 5 691,-1 4-972,0 2 0,-4 6-165,0 0 1,0 0 140,0 0 0,1-5-941,3-3 0,-1-4 570,5 0 1,-1-4-1951,1-1 2288,4-5 0,-8 1 0,5-5 0,1 1 0,-2 3 0</inkml:trace>
  <inkml:trace contextRef="#ctx0" brushRef="#br0" timeOffset="24">7642 10740 7569,'-12'-6'570,"1"-5"-15,2 2-313,-2-2 1,10-1 30,-3-1 1,-2 5 6,2 0 1,0 0-164,4-5 1,0 1 88,0-1 1,0 5-179,0 0 1,5 5 61,4-1 1,2 3-40,1 1 0,2 1-32,2 3 1,0 6-47,4 10 1,-5 2 79,2 12 1,-5 3-11,-3 4 0,-4 6-149,-5-2 1,-1 2 111,-3-1 0,-5-5 112,-7-8 1,1-3-77,-6-5 0,4-5 321,-3-4 0,-1-8-159,-4-3 1,5-4-100,-1-1 0,2-1-32,-2-4 0,3-3 1,6-8 1,-1-4-114,1-5 0,5 6 72,3 3 0,2-2 41,2 1 0,2 5-13,2 4 0,3 5-30,5-1 1,1 2-24,-1 2 0,2 3-70,2 5 0,0-2 56,4 10 1,-5-5-118,2 6 1,-2-3-474,2-2 0,-4 0 280,4 1 0,-3-1-715,-2 1 0,1-1 445,-1 1 1,0-1 585,1 0 0,-1-5 0,1-1 0</inkml:trace>
  <inkml:trace contextRef="#ctx0" brushRef="#br0" timeOffset="25">7915 11026 6422,'0'-13'1469,"0"1"40,0 5-1198,0-4 1,0 4-1350,0 0 868,0-4 1,1 10 169,3-3 0,3-3 0,6 0 0</inkml:trace>
  <inkml:trace contextRef="#ctx0" brushRef="#br0" timeOffset="26">8188 10703 8103,'-7'-5'653,"1"3"-256,1-3 0,2 5-131,-5 0 1,4 0-35,-5 0 1,7 5-77,-2 4 1,-2-3 135,2 3-188,0-1 0,4 4 45,0 1 0,0-5-239,0 0 162,0 1 1,1 3-61,3 0 0,-1-1 35,5-2 1,1 2 25,3-3 0,5 3-28,-1 1 1,6 2-22,-1 3 0,-2-2-114,2 6 1,-5-6 95,5 1 0,-6 2-85,2-1 0,-5-1 57,-4-3 75,-2 5 0,-6-5-2,0 4 1,-3-3 0,-5-2 1,-2-4-53,-10 1 0,-1-2 4,-4 1 0,-1-3-351,-3-5 1,1 0 163,-5 0 1,4-5-720,-4-3 1,10-5 411,-2-3 0,8-5 490,1-8 0,2-3 0,2-5 0</inkml:trace>
  <inkml:trace contextRef="#ctx0" brushRef="#br0" timeOffset="27">8113 10753 7569,'14'-6'868,"3"5"-650,-10-10 0,5 8 0,0-5 0,1 4-35,-1-5 1,1 7 80,-1-2 0,0 2 338,1 2-382,-1 0 1,2 0-197,3 0 1,-4 0 128,4 0 1,1 0-201,-2 0 0,2 6 73,-1 2 0,-5 3-59,1 1 0,-1 2 96,-4 3 0,-2 2 163,-2 6 1,1 0-114,0-1 1,-1 1 120,-4 0 0,5-2 45,4-2 0,2 1 5,1-5 0,2-2-255,2-7 0,-1-2 112,6-6 0,3 0-278,0 0 0,4-10-22,-7-2 1,1-9-125,-2 0 1,-6-4 159,-6-3 0,-5 0-17,1-5 1,-12 0-293,-4-4 1,-13 1 104,0 3 1,-4 8 425,0 8 0,-1 5-69,-3 4 0,1 2-337,3 6 1,4 7-339,0 6 0,2 0-1317,6 8 1962,1 5 0,9 0 0,2 5 0</inkml:trace>
  <inkml:trace contextRef="#ctx0" brushRef="#br0" timeOffset="28">9552 10666 7569,'0'-14'0,"0"-1"0,0-1 127,0 0 1,0 3 67,0 0 0,5 1 172,-1-1 618,0 1-298,-4 0 87,0 5-475,0 1 1,4 8 104,0 2 1,0 9 16,-4 12 1,0 6 53,0 6 1,-1 10-225,-3 2 0,1 8-68,-5-3 1,5 3-142,-1-3 1,2-6 60,2-6 1,2-5-189,2-4 1,-1-7 118,5-5 1,0-7-154,5-2 0,-1-1-29,1-7 1,-1 0-41,0-4 1,5-5 49,-1-3 0,2-5 75,-1-3 0,-3-5-370,2-8 1,-6 3 145,-2-3 1,-4 4 126,5 4 1,-7-1 22,2 6 1,-2 3 713,-2 5-375,0 5 0,-6-2 36,-2 5 1,1 5-176,-1 4 0,5 3 12,-1 5 1,-2 1 126,2 2 0,0-1-40,4-2 0,6-3-427,2 2 1,4-3 148,5-5 0,-3-2-162,2-6 1,-2 0 89,-2 0 1,1-2-21,-1-2 1,1-3 91,-1-5 0,-5-6-41,-3-3 0,-3-2 234,-1-2 1,-5 1-61,-3 4 0,-7 2 298,-2 5 1,-1 1-144,2 0 1,2 5 127,-3 3 1,3 2-309,2 2 1,1 2-313,3 2 0,-2 3 262,6 5 1,0 0 118,4 1 0,0-1-1584,0 1 0,4-1 53,0 0 1470,6-5 0,-3 4 0,5-4 0</inkml:trace>
  <inkml:trace contextRef="#ctx0" brushRef="#br0" timeOffset="29">9255 10827 7569,'-20'-5'859,"3"-2"1,5-1 541,4-1-913,3 7 1,5-5-128,0 3 0,1 2-86,3-2 1,9 3-176,7 1 0,11-4 95,6-1 0,7-3-435,10 4 0,-3-4 105,2 4 1,3-5-1036,-3 5 1,9-1-1111,-4 1 2280,6 2 0,-2-9 0,7 4 0</inkml:trace>
  <inkml:trace contextRef="#ctx0" brushRef="#br0" timeOffset="30">10917 10691 7569,'-7'-6'2140,"2"5"-1262,5-10-284,0 4-391,0-5 1,0 3-223,0 1 1,4 4 33,0-4 0,7 5 133,1-1 1,1 2-147,3 2 1,4 0 71,0 0 1,-2 6-101,-1 2 0,1 9-27,-2 3 1,1 9-43,-5 4 0,-5 3 71,-3 1 1,-2 5-102,-2-1 0,-6 0 87,-2-3 0,-3-2 55,-2-3 1,-4-3 44,-4-5 0,2-6-73,-2-2 1,4-9 416,-3-4 0,3-3-171,-4-1 1,8-1-48,0-3 1,2-3-29,7-5 0,0-1 1,4 1 1,0-1-88,0 1 1,1 4 83,3-1 1,3 5-192,6-4 1,5 5 40,2-1 1,0 3-190,0 1 1,1 0-91,4 0 0,0 0-188,-1 0 1,-3 0 27,0 0 1,-5 0-317,5 0 0,-6 0 59,2 0 1,-8 0-138,0 0-387,-1 0 1212,4 0 0,-5 0 0,-1 0 0</inkml:trace>
  <inkml:trace contextRef="#ctx0" brushRef="#br0" timeOffset="31">11500 10716 7569,'-5'-7'2336,"3"1"-1946,-9 6 411,4-5-151,-5 3-8,0 2-373,-1 7 1,6 6-31,3-1 1,-1 0-66,1 1 0,-1-1-11,5 1 0,0-1 2,0 0 0,2 1 30,2-1 0,3 1-176,5-1 1,1 5 63,-1-1 0,5 1-180,-1-5 0,5 0-60,-5 1 1,5 3-134,-4 1 0,-1-1 111,-4-3 1,1-1-112,-1 1 0,-1-1 96,-2 0 1,-4-3-100,-5-1 315,0 0 1,-10 5-107,-2-1 0,-10-5 9,-3-3 1,-1 2-169,-7-2 1,0 0-214,-4-4 1,4-1-38,-1-4 0,7-1-251,-2-7 1,8-5-443,5-2 1186,2-4 0,7-6 0,2-2 0</inkml:trace>
  <inkml:trace contextRef="#ctx0" brushRef="#br0" timeOffset="32">11364 10740 7569,'12'0'464,"-5"-5"0,3 2 174,-6-5 1,4 4 161,-4-5-45,6 7 0,-3-8-295,5 6 1,-4 0-52,1 4 0,0-4-272,8 0 0,-2-1-193,6 5 0,-5 0-83,5 0 1,0 2-317,3 2 1,1-1 17,0 5 0,-4 0 202,-1 5 0,-4-5-664,0 0 0,-2 0-301,-2 5 850,1-1 1,-2 1 346,-3-1 1,-2-4 214,-6 1 0,0-1-8,0 4 0,0 2 254,0 3 0,-5 2-12,1 6 1,0-2-177,4-2 0,0 1 208,0-6 1,6 5-68,2-4 1,9-2-251,3-7 1,5-3-105,4-5 0,1-1-106,3-3 0,2-8 15,-6-9 0,-2-3-241,-6 0 1,-3-7 147,-6-2 0,-5-1 66,-3 1 1,-9-3 13,-8 3 0,-9-2 8,-7 2 1,-5 4 315,1 9 0,-7 3-72,-1 9 1,-4 4-60,8 8 1,-1 4-646,9 9 1,4 2-1820,4 6 2318,12 0 0,-8 5 0,10 2 0</inkml:trace>
  <inkml:trace contextRef="#ctx0" brushRef="#br0" timeOffset="33">12654 10815 7569,'7'-7'0,"3"-4"299,-6 3-103,0 2 0,1-3 442,4 4 291,-4-4-208,1 2-174,-6 0-293,0-4 1,-10 10-54,-2-4 1,-9 7-7,0 6 0,-8 2 0,-4 10 0,1 1 317,-1 4 0,0 5-153,-4 3 1,3-2 270,5-3 0,1-3-181,12-4 0,5 1 7,6-5 0,4 3-214,1-3 0,6-1-64,2-3 1,10-2 16,7-3 0,9 2 0,7-6 0,10 0-588,-1-4 0,5-6 329,-5-2 0,2-2-892,-6 2 1,-5-3 38,-4 3 0,-5 2-1415,-7 2 960,-6-3 583,-1 6 0,-13-5 425,-5 6 1,-5 0-2,-7 0 365,-12 0 0,3 0 0,-9 0 0</inkml:trace>
  <inkml:trace contextRef="#ctx0" brushRef="#br0" timeOffset="34">12592 10542 7569,'-12'-12'100,"5"-1"1379,-4 6-968,9 2 1,-3 6 1000,5 3-1024,0 9 1,4 9 56,0 11 0,0 11 120,-4 14 0,4 8-639,-2-31 1,0 0-1,1 2 1,-1-1 70,-2 1 1,0 1-1,1 1 1,2 0-435,-1 1 1,0-1-1,1-2 1,-1 0 131,0-1 0,0-2 53,5 31 1,2-28 0,0-1 0,1-1 0,0-1 0</inkml:trace>
  <inkml:trace contextRef="#ctx0" brushRef="#br0" timeOffset="35">6947 11943 7569,'14'-8'0,"-6"0"662,-5-2-198,-3 5-97,0-6-184,0 9 1,0-2 22,0 8 1,-1 5-124,-3 7 1,-3-1 153,-6 6 0,1-4 23,-1 3 0,5-1-76,0 2 1,1 1 152,-1-5-81,-3-1 1,8-5 110,-5-2 0,5-4 46,-3-5-550,6 0 1,2 0 47,2 0 1,3 0-44,5 0 0,2 0 20,3 0 0,-2 0-61,5 0 0,1 0 40,4 0 0,4 6 79,0 2 1,-2 3 1,-6 1 0,1 1-16,-5-1 1,3 1 172,-3-1 0,-5 3 23,-4-3 1,-5 4 385,1-8-272,-2 3 1,-4 1 188,-2 1 0,-7-5-187,-5 0 0,-6-4-97,1 5 0,-3-5 36,0 4 1,-1-4 61,0 4 1,0-3-822,0 3 1,2-5-45,2 1 1,2 1-352,2-1 0,8 1-584,-4-5-413,4 5 1968,-4-4 0,1 5 0,0-6 0</inkml:trace>
  <inkml:trace contextRef="#ctx0" brushRef="#br0" timeOffset="36">6898 12005 7569,'0'-12'-1333,"0"5"2821,0-4-888,0 10 1,1-9-211,3 6 1,-1 0-114,5 4 1,0-2-265,5-2 1,1 3 54,2-3 0,-1 2 115,6 2 1,0 0-84,3 0 0,1 0-386,0 0 1,0 5 90,0-1 0,0 0-225,-1-4 1,1 4 195,0 0 1,-4 0-89,-1-4 1,-5 0 180,2 0 0,-3 0-97,-2 0 90,1 0 1,-5 0-208,0 0 1109,-5 0-94,2 0 212,-5 0 2122,0 0-2871,0 6 0,0-3 28,0 5 1,0 0 14,0 4 1,-1 5 118,-3 0 0,3 5-100,-4-2 0,3 4-31,-2 0 1,2 1 46,-2 0 1,4 0-197,4 0 1,3-6-22,5-2 0,5 0-36,0 0 1,6-5 45,2-3 0,1-7-89,7 3 0,-1-5-237,1-5 0,-1-1 160,-4-7 1,-1-3 89,2-1 1,-9-5 5,-3 1 0,-9 2-187,-4-2 0,-2 1 80,-2-5 1,-7 0 210,-6 0 1,-6 5 24,-10-1 1,-3 7 247,-5 2 0,-4 5-127,-1 7 1,1 0-54,4 0 1,1 5-50,3 4 1,8 2 58,9 1 0,2 0-1876,1 1 1,7 1 174,1 2 1560,10-2 0,7 9 0,7-3 0</inkml:trace>
  <inkml:trace contextRef="#ctx0" brushRef="#br0" timeOffset="37">6277 12588 7569,'-8'-1'0,"0"-3"608,5-3 1042,-3-5-670,6 5-429,0-4 0,12 9-165,4-2 1,12 3 17,5 1 0,12 0-170,5 0 1,12 0-385,0 0 0,-25 0 1,2 0 240,0 0 1,0 0 0,2 0 0,0 1-50,2 1 1,0 0 0,2-1 0,0 0-207,4 1 1,1 0 0,0-1 0,0-1-230,-1 0 0,1 0 0,0 0 0,0 0 187,2 0 1,0 0 0,-4 0-1,0 0 98,2 0 0,0 0 0,-5 0 0,-1 0-192,0 0 1,-1 0 0,-3 0 0,0 0 264,30 0 1,-8 0-153,-8 0 0,-4 2 59,-5 2 0,-4-2 444,-7 7 1,-4-5-50,-5 4 1,-2-4 331,-2 5 1,-3-7-849,-6 2 701,-5-2-824,4-2 1,-11 0-637,0 0 1,-12 1 1007,-13 3 0,-5 3 0,-8 6 0</inkml:trace>
  <inkml:trace contextRef="#ctx0" brushRef="#br0" timeOffset="38">6587 12812 7569,'-12'0'433,"1"-6"701,3-2-590,2 2-41,6-5-310,0 10 0,2-5 0,2 6 0,3-4-142,5 0 1,6 0 80,3 4 0,2 1 51,2 4 1,0 1 22,-1 7 1,1 5-356,0 2 1,-1 5-32,-4 4 0,1-3-15,-9 3 1,2 2 137,-10-2 0,0 4 37,-4-4 0,-7-1 206,-5-3 0,-6 0-114,-7 0 0,1-2-59,-1-2 0,-4-3 51,0-6 0,0-5 121,4-3 1,6-2 280,2-2 318,-2 0-312,5 0-280,-4 0 0,13-4-281,5-1 1,7 0 77,9 1 0,3 1 149,6-5 0,0 4 22,0-5 0,4 5-799,0-4 0,5 4 79,-1-4 0,-1 3-144,1-3 1,-5 4 46,1-4 1,-2 4-304,2-5 1,-3 1 959,3-4 0,-3-1 0,-1 1 0</inkml:trace>
  <inkml:trace contextRef="#ctx0" brushRef="#br0" timeOffset="39">7332 12836 7569,'7'0'0,"-3"-1"726,-8-3 172,-3 3 0,-6-5-169,1 6-458,0 0 1,-1 0 29,1 0 0,-1 6 84,1 2 0,0 1-269,-1 0 1,6 2 23,3-3 0,3 7 43,1 2 1,0-1-74,0-3 0,1-1-287,3 0 0,3 1 92,6-1 1,3 5-77,1-1 0,3 1 66,-3-5 0,5 1-61,-1-1 1,-3-1 20,-2-3 0,-2 3 79,-2-2 0,-1 2 23,-2 1 1,-3-1-2,-1-3 0,-4 3 159,3-2 0,-4 0-11,-4 0 1,-3 2 1,-5-3 0,-2 3-230,-3 1 0,-2-3-186,-6-1 0,0-5-270,1 1 0,-5-3 255,0-1 0,0 0 157,4 0 1,0-7-24,0-5 1,2-7-1776,2-10 1956,3-3 0,0-11 0,-1-1 0</inkml:trace>
  <inkml:trace contextRef="#ctx0" brushRef="#br0" timeOffset="40">7034 12948 7569,'12'-5'-168,"1"-4"1,-5 4 186,0 1 1,1-2 130,3 2 1,0-4 91,1 4 1,3-5-90,1 5 1,5-4 3,-1 4 0,-1-5 23,5 5 0,-3-1-49,7 1 0,-3 2-107,-1-2 1,4 1-77,0-1 0,0 3 52,-4-3 1,0 2 82,-1 2 0,-3 0-48,0 0 0,-6 0 5,2 0 0,-8 2 141,-1 2 1,-5 3 192,1 5 1,-2 5-78,-2-1 1,0 6 121,0-1 1,0-2-109,0 2 0,1-4-128,3 3 1,3-5-1,6 2 1,3-5-19,1-3 0,5 0-196,-2-5 0,8-1-86,1-7 0,0-4-174,-4-9 1,-1 1-130,1-9 0,-5 3 203,-4-7 0,-8 1-35,-3-1 0,-5 3 108,-5-3 1,-4 3 10,-12 1 1,-5 7 79,-11 6 0,2 5 472,-2 7 1,1 1-360,-9 4 0,9 6-108,-1 5 0,12 6-423,0-1 1,13 4 470,-1 4 0,9-3 0,-2 4 0</inkml:trace>
  <inkml:trace contextRef="#ctx0" brushRef="#br0" timeOffset="41">9081 12402 7569,'-5'-7'307,"3"2"1,-9 5 434,3 0 1,-3 0-137,-2 0 0,-4 7-247,-4 5 0,-4 12-140,-4 9 0,-3 3 37,-5 1 0,-1 5-288,-4 4 0,4 2-62,-4 2 1,5-2-376,4-2 0,-2 0-41,7-4 1,4-5-597,8-4 1,6-11 1105,2-1 0,5-6 0,-3-3 0</inkml:trace>
  <inkml:trace contextRef="#ctx0" brushRef="#br0" timeOffset="42">8560 12452 7569,'0'-12'2409,"6"5"0,-4 3-2105,7 8 1,-1 8-34,4 9 0,6 8 131,3 4 0,4 4-395,4 4-235,-3-2 1,14 4-108,-3-6 0,8 0-580,1 0 0,8-1-2254,4-3 2806,2-3 1,2-5 0,0 0-1</inkml:trace>
  <inkml:trace contextRef="#ctx0" brushRef="#br0" timeOffset="43">9627 12365 7569,'7'-7'1192,"-2"2"0,-5 6-997,0 3 1,0 5 31,0 7 0,0 9 109,0 8 1,0 8-33,0 5-167,0 2 1,-4-3-180,0 1 0,0-10-292,4 1 1,1-8-786,3 0 0,3-3 595,6-1 0,1-6 524,2-2 0,3-4 0,6 0 0</inkml:trace>
  <inkml:trace contextRef="#ctx0" brushRef="#br0" timeOffset="44">10012 12539 7569,'-13'0'0,"1"0"0,-2 0 416,-3 0 1,8 5 585,-4 4 1,8 3-601,-3 4 0,5 4-92,-1 5 1,2-1-313,2 1 0,6-1 67,2-4 0,4 2 130,5-5 0,-3-5 0,2-3 0,2-7-562,-1 2 0,3-4-23,-3-4 0,-2-7-260,-7-5 0,2-6 399,-6 1 1,-1-8 26,-7-4 1,-3-3 182,-5-1 0,-6 0-46,-3 0 1,-1 5-31,1 3 1,-2 3 40,2 1 0,3 10 581,2 2 1,2 9 147,1 0-382,7 3 1,0 2-312,6 3 0,7 3-367,5 6 1,2-5-238,7 0 0,5 0 308,7 5 0,-3-2 79,-1-3 0,3 3-47,1-3 1,-3 2-3,-1-2 0,-2-2 306,-3-6 0,-4 0 0,-4 0 105,-2 0-44,-2 0 0,-5 1 867,-3 3 1,-6 3-427,-2 6 1,-5 0-182,5 4 0,-4-2 31,4 6 0,0-1 372,4 5 0,0 0-290,0 0 0,5-2-194,3-2 0,5 1-155,3-6 1,4-3-137,4-5 1,-3-5-192,0 1 1,0-9 210,3-8 0,0-1-2,-4-6 0,-3-2-46,-9-7 0,-2 1-278,-6-5 0,-3 0 150,-5-4 0,-2 5 144,-11 3 0,-3 0 138,-5 4 1,-6 3 196,2 10 1,-3 5-140,-1 3 0,5 8-89,3 4 0,5 5 42,3 3 0,7-2 26,6 3 0,6-2-112,2 1 0,11-2 0,9 4 0</inkml:trace>
  <inkml:trace contextRef="#ctx0" brushRef="#br0" timeOffset="45">10669 12142 7569,'-5'-7'610,"3"-4"-334,-9 10 194,10-5 23,-5 1-198,6 3 72,0-3 23,0 5 2,0 0-352,0 5 0,0 2 40,0 5 1,0-3 33,0-1 1,0-4-22,0 4 1,0 1-12,0 3 0,0 1 107,0-1 0,0 0-73,0 1 0,0-5-6,0 0 1,2 1-45,2 3 1,1 0-199,4 1 0,2-5 57,-3 0 0,3-5-21,1 1 1,2-2 26,3-2 0,-4 0-198,4 0 1,-3-6-69,-2-2 1,1-7 82,-1-2 1,-1-1 113,-3 2 0,-2-4-34,-6-4 1,0-1-81,0 0 0,-10 0 258,-2 0 0,-8 6 245,4 2 1,-5 5-36,5 4 0,-5 2 152,4 6 0,-3 2-380,3 2 0,2 3 74,7 5 1,2 0 49,6 1 0,0-1-380,0 1 0,6-1-2567,2 0 2835,9-5 0,-4 4 0,5-4 0</inkml:trace>
  <inkml:trace contextRef="#ctx0" brushRef="#br0" timeOffset="46">11116 11881 7569,'7'-12'766,"-2"5"0,-9 3-563,0 8 1,-4 4-35,3 9 1,-4 4 779,0 8-259,-2 2 1,-2 12-188,-4 2 0,3 4-92,-2 0 0,-2 11-507,1 2 1,7-28 0,-2 0 377,-8 33 1,8-30-1,0 0-234,0-2 0,-1 0 1,1 1-1,1-1 87,-10 27 1,3 0 72,6 0 1,0-11-229,-1-6 1,2-5-1204,3-3 1,-2-5 524,6-3 0,0-7 7,4-1 1,0-10-708,0 1 359,0-8 1,5-9 1038,0-9 0,4-8 0,1 5 0,-2 6 0</inkml:trace>
  <inkml:trace contextRef="#ctx0" brushRef="#br0" timeOffset="47">10992 12638 8197,'-5'14'1139,"1"2"0,-4 5-899,4 8 0,0-2 229,4 7 1,0-7 358,0 2 0,1-3-358,3-1-333,3-6 1,10 2-88,-1-9 1,8-2-155,1-10 0,-1-1-145,5-3 0,-4-9 232,-4-8 0,-3-2 44,-6-2 1,-1-1-256,-3-3 1,-2 3-305,-6-3 1,-10 7 382,-2 1 0,-9 6 202,0-1 1,-7 3-66,-6 5 0,3 4 99,-2 8 0,2 8-1471,2 9 1,2 2 1383,10 2 0,1 0 0,3 0 0</inkml:trace>
  <inkml:trace contextRef="#ctx0" brushRef="#br0" timeOffset="48">11910 12688 8385,'-7'-6'1998,"-4"3"-1179,2-5-315,4 5 435,-1-8-112,6 10 0,6-6-392,2 3-298,9 3 1,2-5-118,6 6 1,5 0-193,3 0 0,-1 0-693,1 0 1,-4 0 506,4 0 0,-5 0 116,1 0 0,-5 1-92,-3 4 334,-3-4 0,-6 10 0,1-4 0</inkml:trace>
  <inkml:trace contextRef="#ctx0" brushRef="#br0" timeOffset="49">11872 12911 7569,'-6'0'3338,"0"0"-2088,17 0 1,3 0-619,11 0 1,5 0-290,3 0 1,4-4-117,5 0 0,2-6-392,5 2 0,1-3-5157,0-2 5322,-6 1 0,4-1 0,-4 1 0</inkml:trace>
  <inkml:trace contextRef="#ctx0" brushRef="#br0" timeOffset="50">7853 12725 7569,'12'-13'-1491,"-3"2"1491,-1 3 0,0-3 0,4 3 0,-3-3 233,-1-2 0,-4 5 1216,4 0-1083,-5 5 0,7-4 356,-6 3 476,0 3-479,-4-5-56,0 6 0,-1 2-260,-3 2 0,-3 4-153,-6 9 1,-5 3-68,-2 9 1,-4 8 249,-1 9 1,-1 3-261,-3 5 0,3-1 10,-3 4 1,-1-3-907,1 4 1,1-7-70,8-1 1,2-1-2665,5-3 3456,1-4 0,5 0 0,0-6 0,0-2 0,-1 0 0,0 0 0</inkml:trace>
  <inkml:trace contextRef="#ctx0" brushRef="#br0" timeOffset="51">7580 11981 7569,'7'-13'678,"-2"6"-484,-5-4 0,2 6 551,2-3 713,-3-3-1018,5 9 0,-8-2-183,-2 8 1,1 6-75,-5 10 1,-4 8 101,-5 13 0,-5 3-332,2 6 1,-5 1-683,-4 3 0,3-2 420,-3 6 0,4-4-813,4 4 791,-2-6 0,3 9 0,-4-5 0</inkml:trace>
  <inkml:trace contextRef="#ctx0" brushRef="#br0" timeOffset="52">6798 12402 7569,'-12'7'0,"0"-3"0,5-2 0,1-2 2513,6 0-759,0 0-862,0-6-641,6-1 0,7-6-64,12-4 1,7-8-15,9-8 0,9-4-620,-22 16 1,2 1 0,2 0 0,2 1 393,1-2 1,0 1 0,1-2 0,0 1 95,-1 0 0,0 1 0,0-1 1,-1 0 10,-1 2 0,0 1-54,-1 2 0,0 0 0,2-2 0,-1 1 0,29-15 0</inkml:trace>
  <inkml:trace contextRef="#ctx0" brushRef="#br0" timeOffset="53">6451 11695 7569,'0'-6'0,"0"-1"0,0 2 626,0 4 27,0-4-384,0 5-132,0 5 1,0 3-69,0 9 0,0 2-159,0 6 1,0 5-189,0 3 1,0 9 155,0 3 122,0 9 0,-6 8 0,0 7 0</inkml:trace>
  <inkml:trace contextRef="#ctx0" brushRef="#br0" timeOffset="54">6476 13258 7569,'7'-5'1190,"-2"-2"0,1-6-566,2 1 1,4 1 23,5 3 0,4-5-351,8 1 1,2-1-155,6-3 0,12-2-105,4 1 0,7-3-138,2 3 0,4-1 295,0 2 0,0 2-220,-4-3 1,-2 4-1240,-7 0 0,0 5 338,-12 0 1,0 1-1004,-3-1 1929,-7-3 0,-4 5 0,-7-2 0,2 4 0,2 2 0,1 2 0</inkml:trace>
  <inkml:trace contextRef="#ctx0" brushRef="#br0" timeOffset="55">5855 12911 7569,'0'-8'934,"0"-1"91,-5 7-709,4-4 1,-9 12-134,6 2 1,-6 4-510,2 5 435,2-3 0,-3 8 21,5-6 1,-5 5-8,5-5 1,0 1-19,4-5 0,0 1-104,0-1 1,1 0 38,4 1 0,0-1 76,3 1 1,3-5 34,-2 0 1,6-1-124,1 1 1,5 2-133,-4-6 1,5 4 67,-2-3 0,8 4 45,1-1 1,-2-1-43,-6 2 1,1-1 75,-5 4 1,-1-3 259,-3-1-262,-7 0 1,0 5-4,-6-1 0,-1 0-15,-4 1 0,-3-2 7,-8-3 1,-4 3 30,-4-3 0,-7 6 16,-2-2 1,-1 4-352,1-8 0,-3-3-499,3 0 1,-2-4-37,2-1 1,3-1 7,5-4 801,6-7 0,-5-13 0,5-6 0</inkml:trace>
  <inkml:trace contextRef="#ctx0" brushRef="#br0" timeOffset="56">5707 13072 7569,'6'-12'336,"6"-1"0,-6-1-288,7-2 0,5 1-48,2-6 0,4 5 1978,1-5-1268,5 6 0,3-7-185,8 5 1,1-1-77,7 2 0,-2 2-1776,7-3 1,-2 4 841,2 0 1,3 1 152,5-1 1,0 1 0,0 0 0</inkml:trace>
  <inkml:trace contextRef="#ctx0" brushRef="#br0" timeOffset="57">5508 13568 7569,'-12'0'433,"-1"0"-179,6 0 0,1 0 334,1 0-356,4 0 0,-6-1 463,3-3-224,3 2-288,-5-9 1,13 3 11,5-9 0,6-2-37,7-6 0,10-5-14,2-3 1,14-6-431,-25 17 0,2-1 0,3 2 0,2 1 99,2-5 1,1 0 0,3-1-1,2 1-526,2-2 1,0 0 0,1-2-1,1 0 496,2 2 0,1 1 217,-1-4 0,1 0 0,-1 3 0,1-1 0,0-2 0,-1 0 0,1 0 0</inkml:trace>
  <inkml:trace contextRef="#ctx0" brushRef="#br0" timeOffset="58">9366 12898 7569,'-12'0'1726,"5"0"-168,2-5-568,-1 4-430,5-5-1,-5 6-207,6 0 1,0-1-262,0-3 1,11 1-139,6-6 0,10 0 99,6-8 0,14-2-111,7-6 0,-22 10 1,1 0-103,2-2 1,0 1-1,4-2 1,1 1 197,1 1 0,0-1 0,1 1 0,-1 1-236,3 0 1,-1 1-1,-4 1 1,1-1 18,1 0 0,0 0 0,-5 3 0,0 1-736,30-7 1,-4 8 107,-4 0 0,-8 5 63,-9-4 0,-7 5 745,0-1 0,-7 3 0,2 1 0,-3 0 0,-1 0 0,0 0 0</inkml:trace>
  <inkml:trace contextRef="#ctx0" brushRef="#br0" timeOffset="59">9825 11894 7569,'-6'-13'321,"1"1"0,4 0-120,1-1 0,0 5 229,0 0 1,0-1 147,0-3-335,0 0 1,1 3-151,4 1 0,-3 1 90,7-1 1,-1-2-177,4 6 0,5 0 119,-1 4 1,5 1-35,-4 4 0,5 3 58,-2 8 1,0 8-170,0 5 1,-5 7-59,2 1 0,-9 1-34,-4 8 0,-4-2 49,-4 1 1,-4-2-80,-9-6 1,-2-5 422,-6-3 0,-1-8-81,-3-5 0,2-2-51,-6-2 1,1-5-70,-1-3 1,-2-2 52,6-2 0,-2-10 27,6-2 0,-1-9 9,9 0 1,5-2-62,3-2 1,7 0-141,-3 0 1,5 2 218,5 2 1,3 5-79,8 8 0,0-2-58,4 6 1,1 0 35,4 4 1,0 5-140,-1 3 1,1 5-61,0 3 0,0 0-150,0 4 1,-1-5-81,1 2 1,-1-3-276,-4-2 1,-2 3-408,-5-2 0,-5 2 445,0-7 0,-4-2-606,5-2 1184,-7-3 0,9-1 0,-4 0 0</inkml:trace>
  <inkml:trace contextRef="#ctx0" brushRef="#br0" timeOffset="60">10210 12005 7569,'0'-17'332,"0"3"-57,0-3 243,0 3 1,-1 8-122,-4 1 0,3 4-176,-7 1 1,-3 1 33,-4 4 0,0 6 326,8 5 0,-2 8-261,6 0 0,0 1-121,4 4 0,0-4-285,0-4 0,7-4 123,5-4 1,6-2-151,7-3 1,0-2 166,0-6 0,4-10-182,0-2 1,0-9 43,-5 0 0,-4-2-201,-4-2 1,-7-1 100,-5-3 1,-6 7 93,-6-3 0,-2 9 65,-10-1 0,-6 9-34,-8 4 0,3 4-221,-2 4 0,5 10 74,-1 10 1,8 3 205,5 6 0,2 0 0,2 4 0</inkml:trace>
  <inkml:trace contextRef="#ctx0" brushRef="#br0" timeOffset="61">12877 12477 8850,'-1'-17'601,"-3"1"0,2-2-561,-2 1 0,3 3 66,1-2 1,4 1 189,0-2 0,7 3 127,2-2-223,-1 2 0,7 2-144,-2-1 0,2 6-136,6 3 0,0 3 37,0 1 1,-1 3 91,1 5 1,0 7-43,0 14 1,-7 4 77,-6 8 1,-1 5-115,-7 8 0,-5-3-134,-7 2 1,-9-2 79,-4-1 1,-3-5 129,-5 1 0,-3-12 132,-5-1 1,1-6 297,3-7 0,1-7-206,3-9 0,4-3-132,1-1 0,0-7 3,8-5 0,-1-6-124,5-7 1,5-1 158,3-3 0,2 3-245,2-3 1,7 7-136,6 1 1,0 6-104,8-1 1,0 7-56,4 5 1,-1 8 130,1 5 1,4 7-325,0 5 0,0 4 180,-4 4 1,0-3-97,-1 3 0,5-3 136,0-1 0,4-2-319,-4-2 1,2-3 652,-2-6 0,-3-5 0,4-2 0</inkml:trace>
  <inkml:trace contextRef="#ctx0" brushRef="#br0" timeOffset="62">13510 12601 7116,'0'-37'-1017,"0"6"1424,0 6 0,-1 6 970,-3 7 1,-5 5-350,-7 3 1,1 9-536,-6 8 1,2 6-63,-2 10 0,3 4-97,6 8 1,5-2-152,3 2 1,4-8-205,4-4 1,9-3-526,12-1 0,6-11 337,6-6 1,10-8-68,2-8 1,2-6-11,-5-11 1,-5-5 78,-8-3 0,-5 1 304,-12-1 1,-5 2-95,-11-3 1,-7 0-68,-5 5 1,-7 2 73,-10 6 0,-3 4 220,-5 9 1,-2 4-304,-2 8 0,6 4-426,-2 9 1,10 6 498,2 6 0,0 6 0,6-4 0</inkml:trace>
  <inkml:trace contextRef="#ctx0" brushRef="#br0" timeOffset="63">14031 12192 7527,'-12'0'-21,"-1"0"1,5 1 274,0 3 0,-1 7 479,-3 6 1,0 5-337,-1-2 1,5 5-10,0 4 0,5-7-227,-1 3 1,8-7-159,4 2 1,5-6 2,3-1 1,-1-6 95,6-7 1,0-3-200,3-5 1,1-5 61,0-8 1,-1-3-11,-4-1 1,-3 0-48,-9-4 0,-2-1-25,-6 1 1,-6-4 127,-2 4 1,-9 1 0,-3 8 0,0-1 95,0 9 0,0-2-101,0 10 1,-4-1-294,3 5 1,5 6 110,4 2 1,1 3-216,6 2 0,1-1-101,4 0 0,2 1-301,2-1 1,4 1 792,9-1 0,2 1 0,6-1 0</inkml:trace>
  <inkml:trace contextRef="#ctx0" brushRef="#br0" timeOffset="64">14515 11881 7569,'0'-6'886,"0"-5"0,-1 9-709,-4-2 1,3 5 78,-7 8 1,1 6 75,-4 14 1,-2 8 420,-3 8-455,4 9 1,-11 8-385,14-27 1,-1 0-1,-2 7 1,-2 1 310,-2 2 1,0 0 0,-2 5 0,-2 1-168,1 1 1,-1-1 0,-2 3-1,-1-1 17,2-4 1,-1 1 0,-1 2 0,1-1-175,0-5 1,0-1 0,4 2 0,0-2 100,2-5 1,1-1 0,2-3-1,2 0-204,-13 26 1,5-6-266,8-6 1,1-10-390,3-3 1,2-12-306,6 0-385,0-14 727,0 0 1,10-22 818,2-6 0,9-8 0,0-5 0,2-3 0,2 0 0</inkml:trace>
  <inkml:trace contextRef="#ctx0" brushRef="#br0" timeOffset="65">14292 12799 7569,'6'-12'1227,"0"5"-821,-6 1 0,0 12 162,0 2 0,-4 9 227,0 3-512,-6 9 0,9-1-90,-3 5 1,4-5-38,4 0 0,4-7-113,9-4 1,3-5 48,9-4 1,3-4-51,5-8 1,-1-8 101,-3-9 0,0-6-214,-8-2 0,0-4 69,-13 4 0,-2-4 102,-10 4 0,-3 1 70,-5 8 0,-12-1 189,-13 8 0,-2 0-50,-3 9 0,1 5-108,0 7 0,0 9-1347,-1 3 1,8 4 640,5 1 1,6 4 503,7-1 0,5 7 0,1-3 0</inkml:trace>
  <inkml:trace contextRef="#ctx0" brushRef="#br0" timeOffset="66">4813 14870 7569,'-8'-24'1006,"0"-1"-611,-6 6 0,13-4-58,-3 7 1,2-5-19,2 5 1,2 1 147,2 6 0,3-2-278,5 3 0,2 2-34,2 2 1,4 3-204,4 1 64,7 5 0,-4 8 42,6 8 0,-5 7-104,1 6 0,-3 3-193,-1 4 1,-7 3 170,-6 6 0,-5 2-62,-7-2 0,-1 2 41,-3-6 0,-7-5 257,-6-4 0,-5-5-18,1-7 1,-4-6 146,-3-2 1,0-9-156,-5-4 1,5-4 41,-1-4 0,5-4 31,3-9 1,3-2-46,6-6 0,5 0 39,3 0 1,4 2-49,4 2 1,8 3-77,9 6 1,2 1-66,2 3 1,5 2-168,3 6 0,2 1-67,-2 4 0,3 1-241,-3 7 1,3 5-610,1 2 1,-4 0 496,0 0 0,-1-3-151,1 4 0,1-6 718,-5 1 0,6 4 0,-4-1 0</inkml:trace>
  <inkml:trace contextRef="#ctx0" brushRef="#br0" timeOffset="67">5793 14660 7569,'-1'-11'2090,"-3"2"-623,3 4-870,-5 5 1,6 5-34,0 4 0,1 7-50,4 5 1,-3 5-176,7 7 1,-5 1-219,4 12 0,-4-1 62,4 5 1,1-5-721,3 1 0,-4-2-130,1 2 1,-1 0-594,4-4 1,1-1 532,-1-4 727,1-5 0,-1-2 0,0-5 0</inkml:trace>
  <inkml:trace contextRef="#ctx0" brushRef="#br0" timeOffset="68">6116 14932 8185,'-12'0'949,"-1"0"-1012,1 0 1,-1 2 342,1 2 0,0-1 358,-1 5 0,1 4 70,-1 5-445,6-1 1,-2 1 30,5 0 1,-5 3 70,5-3 1,0 3-158,4-3 0,2 4-13,2-5 0,3 1-89,5-5 0,2 5 77,2-1 1,-1-3-308,6-5 0,-2 0-241,2 4 1,3-3-506,-4-1 0,2-5 180,-1 1 1,1-3-476,-5-1 0,3 0 282,-3 0 1,-1-2 197,-3-7 685,-1 1 0,1-21 0,-1 3 0</inkml:trace>
  <inkml:trace contextRef="#ctx0" brushRef="#br0" timeOffset="69">6327 15156 7569,'0'-25'-726,"5"0"0,-3 0 2137,2 0-855,-3 6 1,-1 1 552,0 6 146,0-1-491,0 7-519,0 0 0,0 9-73,0 5 0,2 2 11,2 10 1,-1 2-83,5 7 0,-4-2-32,4 1 1,-1-1-85,1-3 1,2 1 34,-6 0 0,4-6-225,-3-2 1,-1-3 134,-4-2 1,1-5 155,3-3 221,-2-3 1,3-3-123,-5-7 0,0-2-297,0-13 0,2 0-22,2-9 1,-2 0-145,7-4 1,-2 1 229,1 3 0,3 4 76,-3 8 1,-1 1-225,1 7 137,1-2 16,3 14 1,-1 1-49,-3 8 1,3 9 386,-2 3 1,-3 4-100,3 0 1,-5 5-17,4 0 1,-4-1-273,5-7 1,-5-4-238,4-4 0,-4-2 51,4-3 0,1-2 108,3-6 0,-2-7-87,2-6 1,-2-6 49,6-10 0,-2-7-260,-2-5 0,1-4 387,-1 3 1,-1 6 443,-2 7 1,0 9 262,-5 3 134,6 9 1,-3 4 212,5 8 0,-1 14-416,-2 11 1,2 7-246,-3 5 1,3-1-102,1 5 1,1-3-1006,-1 3 1,1-9-310,-1 1 0,0-6 1101,1 2 0,5-6 0,1 4 0</inkml:trace>
  <inkml:trace contextRef="#ctx0" brushRef="#br0" timeOffset="70">7940 15131 7569,'-13'-7'0,"1"1"0,-1 2 1902,1 0-693,5 0 38,-4 4-957,10 0 0,-3 0-231,8 0 1,4 0 67,9 0 1,2 0-142,6 0 1,1 0-736,3 0 1,-2 0 543,6 0 1,-1 0-535,1 0 1,2 0 301,-6 0 1,0 0 436,-5 0 0,-4 11 0,-2 3 0</inkml:trace>
  <inkml:trace contextRef="#ctx0" brushRef="#br0" timeOffset="71">7915 15404 7569,'-7'0'4579,"1"0"-3570,6-6-634,0-1 0,10 0-117,3 3 1,13 3-76,3 1 1,7-4-1,5 0 1,3 0-1171,6 4 0,-1 0 307,1 0 405,-1 0 0,7 5 1,0 2-1</inkml:trace>
  <inkml:trace contextRef="#ctx0" brushRef="#br0" timeOffset="72">9242 15007 7569,'0'-7'149,"0"0"314,0 3-46,0 3-53,0-10 1,0 8 265,0-6-263,0 1 0,0-4 242,0-1 1,0 5 140,0 0-476,0 5 0,0-1-110,0 8 1,2 4-107,2 9 0,-3 8-464,3 8 0,-2 3 347,-2 1 0,-2 4 109,-2 1 0,3 3-50,-3-4-149,8 6 0,3-14 0,5 3 1</inkml:trace>
  <inkml:trace contextRef="#ctx0" brushRef="#br0" timeOffset="73">9019 14970 6651,'0'-9'-573,"-1"2"573,-3 2 0,2 1 0,-3 2 0,5-2 0,-6 3 0,5-5 0,-10 6 0,4 0 0</inkml:trace>
  <inkml:trace contextRef="#ctx0" brushRef="#br0" timeOffset="74">8746 14982 7569,'7'0'-1491,"-2"0"1605,-5 0 450,0-5 84,0 3-165,0-9-202,0 10-132,0-10 1,0 8 290,0-5-342,0 5 1,2-4 20,2 3 1,-1 3 12,5-4 0,0 4-132,5 1 1,-1 0 39,1 0 0,-1 10 79,0 2 1,2 10-29,3 3 1,-4 1-5,4 7 1,-5 0-117,-3 4 1,0 5 13,-5-1 1,1-4-52,-5-4 1,0-5 93,0 1 1,-6-4-14,-2-5 1,-3-2 154,-2-5 0,0-2-86,-4-3 1,2-2-48,-6-6 1,5-2 5,-5-2 0,2-4 118,-2-9 1,-1 2-114,5-6 1,1 6-64,3-1 0,5 2 40,0 1 0,5 5-21,-1 0 1,4 5-123,4-1 1,3 4 86,5 4 0,6 3 39,3 5 0,2 1-13,2-1 0,0 2-495,0 3 1,0-4-16,0 4 0,-1-3-193,1-2 0,0 1 708,0-1 0,0-5 0,-1-2 0</inkml:trace>
  <inkml:trace contextRef="#ctx0" brushRef="#br0" timeOffset="75">9242 15056 7111,'7'-12'-605,"-1"0"1,-6 3 627,0 1-11,0 5 0,0-4 611,0 3-94,0 3-124,0-5-104,0 1-148,0 4 0,0-6 436,0 3-193,0 2-100,0-3 53,0 5 137,0 0 1,-2 5-435,-2 3 0,3 8 106,-3 0 0,-2 10-22,2-1 1,0 3 54,4-4 0,0 5-30,0 0 1,0 4-27,0-4 0,1 0-7,3-4 0,-1-1-129,5-4 1,1 2 27,3-5 0,1-1-64,-1-3 1,2-5 93,2 0 1,-2-5-32,3 1 0,-4-2 25,0-2 0,-1-6 17,1-2 0,-1-3-98,0-2 1,-1-5 85,-2-2 1,0-4 0,-4-1 1,-1-3-42,-4-1 0,0-2-156,0 2 0,-2-1 84,-2-3 0,-7-1 29,-5 5 0,-2 0 7,1 4 0,3 6-9,-2 2 0,-2 5 486,1 3 1,1 4-165,3 5 1,1 0-144,0 0 0,3 5-422,1 4 0,5 2-529,-1 1 1,3 2 228,1 2 0,7 0-389,5 4 1,2-5-58,7 2 0,1 1 145,7-2 873,-3 1 0,10 1 0,-5 1 0</inkml:trace>
  <inkml:trace contextRef="#ctx0" brushRef="#br0" timeOffset="76">9813 15106 7569,'0'-12'40,"-1"3"273,-3 1 0,1 5 472,-6-1 0,5 3 451,-4 1-863,5 0 0,-6 7-94,5 5 0,-5 2-84,5 7 0,0 3 0,4 5 0,0 2-102,0-2 0,5-3-125,4 3 0,6-7 17,1-2 1,2-4-203,-1 0 1,-2-8-23,6-3 0,-5-4 113,5-1 1,-6-1 1,2-4 0,-4-7 85,0-9 1,-6-2-30,-3-2 0,-3 0 39,-1 0 0,-2-5 88,-7-3 0,0 3-88,-12 1 0,0 4 10,-4 4 1,5 3 225,-1 6 1,2 5-75,-2 3 0,-1 3-338,6 1 0,-1 9 88,5 4 1,1 7 134,2 1 0,4 1-371,5-1 1,3 1-957,5-6 1,1 5 342,12-4 966,0-1 0,4 2 0,-1 1 0</inkml:trace>
  <inkml:trace contextRef="#ctx0" brushRef="#br0" timeOffset="77">10098 15118 7569,'6'-6'0,"-5"-5"642,5 9 172,-6-3 0,-2 10-353,-2 3 0,3 5 11,-3 3 1,2 5-301,2 8 0,2-3 23,2 3 0,3-3-280,5-1 1,1-6 118,-1-2 1,5-5 160,-1-3 0,9-4-187,-4-5 1,5-5-264,-6-4 0,-2-7 120,-1-5 0,-7-6-16,-2-2 1,-5-2 337,1 2 1,-10 2-60,-6-6 0,-6 5-117,-7-1 1,-1 9 36,-3 3 1,3 9 17,-3 4 0,3 2-206,1 2 1,1 11-284,4 6 1,-1 9-242,9 3 1,-2 7 663,10 1 0,5 0 0,6 6 0</inkml:trace>
  <inkml:trace contextRef="#ctx0" brushRef="#br0" timeOffset="78">11078 15180 7569,'-8'-4'379,"0"0"1006,-2 1-514,-1 2 0,3 1-320,0 0 0,5 3-189,-1 5 1,2 6-279,2 11 1,2-1 77,2 1 0,-1 4-136,5 0 1,-4 0-9,4-4 0,-4-4 51,5-1 21,-6-5 0,6-1-185,-5-6 465,0-5 1,-4-3-118,0-8 0,0-9-239,0-3 0,-4-9 77,0-4 1,0-3-258,4-1 1,0-5 44,0 1 0,4 1 59,0 7 0,2 3 89,-2 5 1,-1 6-183,5 2 1,-4 5-313,4 3 276,1 4 1,3 6 222,0 3 0,-1 9-64,-2 7 1,2 9 119,-3 4 0,-1 3-8,1 1 1,-4-1-73,5-3 0,-5-2 3,4-7 0,-1 0 14,1-3 1,2-3 95,-6-6 0,1-4-67,0 0 77,-4-5 0,9-3-63,-6-8 1,4-9-232,-4-3 0,6-5 12,-2-4 0,3-7-6,2-5 0,-1-5 103,0 5 0,1-3-134,-1 7 1,-1-1 602,-3 14 0,4 2-223,-4 9 0,3 2 424,1 3 1,5 5-293,-1 11 1,5 6 598,-4 11 0,3 1-353,-3 3 0,5 3-150,-2 5 0,-2 3-289,-1-3 1,1 2-220,-2-10 0,5 0-1009,-4-5 1,-1-4 720,-3-4 1,-1-2-2148,0-1 1,1-7 2522,-1-1 0,1-4 0,-1-1 0</inkml:trace>
  <inkml:trace contextRef="#ctx0" brushRef="#br0" timeOffset="79">6885 15937 7569,'0'-7'1620,"0"-4"-827,0 10-477,0-5 0,0 8-79,0 2 1,0 8-37,0 9 1,0 8 22,0 4 1,0 4-129,0 4 1,0-2-132,0 2 1,0-2-428,0-2 0,0 0 283,0 0 1,0-1-731,0-3 1,4 2 420,0-6 0,6-4 488,-2-5 0,-2-5 0,-1 3 0</inkml:trace>
  <inkml:trace contextRef="#ctx0" brushRef="#br0" timeOffset="80">7220 16135 7733,'-7'6'410,"-4"-3"-186,3 5 1,1 0 268,-1 5 1,1 6 126,-1 6-356,2 0 1,6 10-118,0-2 1,0-2-141,0-2 0,6-3-268,2-1 0,7-6 186,2-2 0,1-8-229,-2-1 1,2-5 190,3 1 0,2-8-99,-2-4 1,-3-9 34,-2-3 1,-2-5 43,-2-4 1,-5 1 104,-3-5 0,-5 2 213,-7-2 1,-2-2 118,-11 6 1,1 0-157,-5 4 0,0 6 252,0 3 0,1 7-134,-1 5 0,4 3-219,0 1 1,6 3 93,-1 5 0,6 2 43,2 10 1,5 1-497,-1 4 0,8-1-684,4 1 1,9 0 995,3 0 0,9 0 0,3-1 0</inkml:trace>
  <inkml:trace contextRef="#ctx0" brushRef="#br0" timeOffset="81">7617 16135 7569,'0'-6'2137,"-4"6"-1728,0 8 0,0 4 34,4 5 1,1 1-268,3 2 1,5 4-165,7-4 1,3-2 147,6-1 1,4-5 34,0-3 0,8-5-536,-4-8 286,6-3 0,-13-7-77,3-3 0,-4-2 63,-4-6 0,-9 0-148,-8 1 1,-2-1 61,-2 0 1,-12 0 165,-4 0 0,-12 6-27,-5 3 1,-8 3-3,-5 5 1,2 2-118,-1 6 0,5 3-166,-1 5 0,3 6-593,5 11 0,7 1 894,5 3 0,1 8 0,-5 7 0</inkml:trace>
  <inkml:trace contextRef="#ctx0" brushRef="#br0" timeOffset="82">6414 16669 7569,'-6'-13'0,"-1"1"1409,-5 0-368,0 5 439,5-4-1068,-4 4 0,9-2-179,-2 1 1,5 5-28,8-1 1,2 3 130,14 1 0,4-1-102,12-4 0,9 4-29,7-3 0,11-2-338,-31 4 1,0 0 0,3-2 0,0 0 244,3 2 0,1 0 0,2-1 1,-1 0-165,0 1 0,1 0 0,2 2 0,1-1 65,-2-1 1,1 0 0,-1 1 0,-1 0-166,2 1 0,0 0 0,-2 0 0,1 0 114,1 0 0,-1 0 1,0 0-1,0 0-142,-1 0 0,-1 0 1,-1 0-1,-1-1 83,1-1 1,-1 0 0,-3 1 0,0 0-122,-5-1 1,0 0 0,31 1 19,-8 1 1,-5 0-128,-12 0 1,-1 0 410,-11 0 0,-4 0-32,-5 0 1,-9 0-713,2 0 177,-9 0 198,7 0-116,-10 5 0,-2-2 325,-12 5 73,1 1 0,-17 9 0,3 1 0</inkml:trace>
  <inkml:trace contextRef="#ctx0" brushRef="#br0" timeOffset="83">6389 16892 7999,'-7'-6'597,"3"-2"1,3 1-918,1-1 677,0 0-194,0 1 0,5 1-92,3 6 1,9 2-41,4 2 1,6 4-89,2 9 1,1 2 56,-1 6 0,-2 5-131,1 3 0,-1-1 54,-3 1 1,-8-1-72,-4 1 1,-4 1 180,1-5 1,-5 0 181,-8-4 0,-7-6-132,-6-2 1,-6-1 63,-2-3 0,-1 0 115,-8-8 1,3-1-72,-2-4 0,-2-2 191,6-2 1,2-3-75,6-5 0,3-1 63,6 1 0,3 1-259,1 3 1,5-3-287,-1 2 0,10 4 102,6 1 1,8 2-60,8 2 1,4 0-475,5 0 1,1 0 308,-1 0 0,4 5-494,1-1 1,3 4 287,-4-4 1,2 4-265,-2-3 1,-2-1 765,2-4 0,-2 0 0,-2 0 0</inkml:trace>
  <inkml:trace contextRef="#ctx0" brushRef="#br0" timeOffset="84">7046 16991 7569,'0'-12'2153,"-5"5"-1666,-2 1-349,0 6 0,0 2-45,3 2 0,3 4 90,-3 9 1,4-1-124,4 9 0,3-3 105,5 7 0,0-3-370,1-1 0,5-4 7,2-1 1,3-6-179,-3-1 1,2-2 232,-5-7 1,3 0 6,-3-4 1,-2-6 334,-7-2 1,2-8-106,-6-5 0,-1-3 42,-7 0 0,-6 2-95,-10-3 0,2 7 103,-11-7 0,4 4 17,-8 1 0,5 6 42,-1 6 0,3 5-152,1-1 1,6 4-91,2 4 0,5 3-734,4 5 1,2 5 386,6-1 0,7 5-592,6-5 0,4 5 978,8-4 0,6-1 0,0-3 0</inkml:trace>
  <inkml:trace contextRef="#ctx0" brushRef="#br0" timeOffset="85">7431 16942 9910,'-7'0'1318,"-2"1"-1022,4 3 1,1 4-249,4 9 1,2 2 40,2 6 0,3 0-286,5 0 0,2-5 163,2 1 1,4-6-359,4 2 1,1-9 187,0-4 1,-1-3 12,-4-1 1,2-5 112,-5-3 0,-2-9-11,-7-4 0,-2 2 257,-6-2 1,-2 1-77,-2-5 1,-8 0 79,-9 0 1,-2 6-36,-2 3 0,-4 2 177,0 1 0,0 5-133,4 0 0,0 6-232,1 2 0,4 3-41,4 10 1,3-4-188,5 8 1,3 2-765,5 2 1,2-2 493,7 2 1,2-6 548,13 1 0,-1 4 0,7-1 0</inkml:trace>
  <inkml:trace contextRef="#ctx0" brushRef="#br0" timeOffset="86">7828 16917 7569,'-7'0'2711,"2"1"-1891,5 3-561,0 3 1,0 6-71,0-1 1,5 6-100,3 3 1,8-2-319,0 2 0,8-6 200,0 1 0,1-7-360,4-5 0,1-3 280,-1-1 0,4-7-105,-4-5 1,-5-6 160,-8-7 0,-3 2 258,-5 2 0,-4-3-151,-8 4 1,-8 1 66,-9-2 0,-8 7 165,-4 2 0,-3 1-52,-1 7 0,-4 1-340,-1 7 1,2 3 105,7 5 0,3 10-2300,5 3 2299,6 8 0,1 10 0,5 8 0</inkml:trace>
  <inkml:trace contextRef="#ctx0" brushRef="#br0" timeOffset="87">9466 16446 7569,'0'-18'0,"-6"4"0,3-3 0,-5 9 887,0-3-530,-5 10 1,1-4 234,0 10-363,-6 7 0,-2 13-35,-4 8 0,-3 8 12,-2 5 0,2 3-514,-6 5 0,4-2 386,-4 6 0,4-4-745,-4 4 1,7-7 171,1-1 0,1-2 495,8-7 0,-6 0 0,2-3 0</inkml:trace>
  <inkml:trace contextRef="#ctx0" brushRef="#br0" timeOffset="88">8821 16408 7569,'-13'-19'4094,"6"1"-3197,-4 6-714,10 5 1,-3 8 108,8 12 1,4 6-110,9 10 1,3 4-169,9 8 0,4-2 72,9 2 0,2-2-876,5-2 0,8-1 409,5-3 1,-31-16-1,0 0-94,2-2 1,0-1-1,1 1 1,0-1 126,-1-1 1,0-1-1,34 7 347,0-2 0,2-3 0,-32-8 0,0 0 0</inkml:trace>
  <inkml:trace contextRef="#ctx0" brushRef="#br0" timeOffset="89">10074 16247 7569,'-6'-7'1946,"-1"2"0,-9 5-1448,-1 0 1,5 7-140,3 5 1,2 9-179,-1 12 0,-1 0 0,4 8 1,1 3-965,4 2 576,0-4 0,2 5 30,2-5 1,3-1-136,5-4 0,1 0-2015,-1 1 2327,6-1 0,1-6 0,6 0 0</inkml:trace>
  <inkml:trace contextRef="#ctx0" brushRef="#br0" timeOffset="90">10322 16346 7569,'-11'2'1881,"2"2"0,0 3-1641,5 5-282,-1 0 0,5 11 160,0 1 0,2 9 9,2 0 0,4-2-588,9-2 0,-2-3 213,6-1 0,-5-6-223,5-2 0,-2-9 204,2-4 0,1-4 410,-6-4 1,1-9 98,-5-7 1,-5-4 71,-3 0 0,-4-5-150,-4 0 0,-8 0 13,-9 4 0,-6 1 342,-2 4 0,-7 2-173,-1 5 1,1 7-158,-1 1 1,5 5 19,7 5 0,2 1-1140,2 7 1,7 1 32,6 2 1,6 4-421,2 4 1,6 1 1317,6 0 0,6 0 0,2 0 0</inkml:trace>
  <inkml:trace contextRef="#ctx0" brushRef="#br0" timeOffset="91">10619 16321 11669,'0'18'818,"0"2"-127,0 4 1,2 3-811,2 2 83,8-3 1,3 4 114,6-5 1,0-4 115,4-1 0,-1-10-661,1-2 1,4-6 247,0-7 0,0-7 265,-4-9 1,-6-8-75,-2-4 0,-5-2 562,-4-3 1,-8 1-148,-8 0 1,-8 5 38,-5 3 1,-9 4-123,-8 5 0,0 3-68,-8 9 0,1 4-132,-5 8 0,2 10-169,2 11 0,0 10-354,4 11 1,8 2 417,9 2 0,7-1 0,10-2 0,4-5 0,2-7 0</inkml:trace>
  <inkml:trace contextRef="#ctx0" brushRef="#br0" timeOffset="92">11165 16247 7569,'0'-12'0,"-4"3"1198,0 1-288,-6 5-375,9-2-394,-10 5 1,4 5 56,-5 4 1,5 3 86,3 5 0,2 2-120,2 6-107,0-1 1,0 1 115,0 0 0,10-1 10,2-4 1,3-2-559,-2-5 1,3-2 202,1-3 0,5-3 10,-1-5 1,-2-2 57,2-7 0,-6 0-28,1-12 1,-3-1 30,-5-7 1,2 3 17,-6-3 0,-3-3-112,-9-1 1,-2 1-159,-10-1 0,-1 2 44,-4-2 1,-4 2 112,0 6 0,2 6 496,6 3 1,-1 7-206,5 5 0,-3 3-268,3 1 0,5 5-178,3 4 0,7 2-314,-2 1 0,4-4 664,4 1 0,8 4 0,7 7 0</inkml:trace>
  <inkml:trace contextRef="#ctx0" brushRef="#br0" timeOffset="93">11587 15925 7569,'0'-13'0,"4"1"262,0-1 0,2 7 1079,-2 1-603,-3 4-555,5-5 1,-6 11-1,0-1 1,-1 12 208,-4 9 0,-2 11 888,-5 9-944,0 9 0,-2 5-208,6-24 0,-1 1 1,2-2-1,-1 1 48,-2 1 0,0 2 0,-1 4 0,1 0-288,-2-1 0,-1 1 0,0 1 0,0 1 88,-2-3 1,1 0-1,1 1 1,0 0-152,-2-2 0,1-1 1,1 0-1,1-1 68,1-2 1,1-2 0,-10 31 270,7-11 1,-1-2-2213,10-10 1,0-7 895,4-6 1,0-4 1151,0-4 0,4-6 0,0-5 0,-1 2 0,-1 2 0,-2 2 0</inkml:trace>
  <inkml:trace contextRef="#ctx0" brushRef="#br0" timeOffset="94">11686 16557 9512,'-7'6'373,"2"6"-336,5 9 1,0 8 567,0 4 0,0 5 836,0 0 1,5 0-1338,4-9-121,7-6 0,4-6-87,4-9-1,5-2-165,0-6 1,4-7 20,-4-6 1,0-10 175,-4-10 1,-6-7-309,-2-1 0,-9-6 76,-4 1 1,-5 0 317,-7 0 1,-6 3 119,-11 6 1,-5 7 189,-3 5 1,-7 11-243,-2 10 0,0 5-52,0 8 1,4 10-645,-4 14 0,9 13-946,4 3 1561,9-2 0,7-6 0,9-8 0,3-6 0,1-9 0,0-7 0</inkml:trace>
  <inkml:trace contextRef="#ctx0" brushRef="#br0" timeOffset="95">12840 16520 7569,'-5'-12'0,"-1"3"2521,-2 1-761,2 5-984,6-2-545,6-1 0,-3 5-188,5-3 0,6 2-181,6 2 0,0 0-70,0 0 0,2 4 130,7 1 0,-1-1-585,5-4 1,-6 4 344,2 0 0,2 0-798,-2-4 0,-4 4 1116,-5 0 0,-5 6 0,3-3 0</inkml:trace>
  <inkml:trace contextRef="#ctx0" brushRef="#br0" timeOffset="96">12790 16793 13762,'14'1'719,"3"3"1,8-1-849,8 5 1,7-5 144,1 1 0,10-2-1163,-1-2 1,6-2-565,-2-2 1711,0-3 0,-5-11 0,1-1 0</inkml:trace>
  <inkml:trace contextRef="#ctx0" brushRef="#br0" timeOffset="97">7791 17128 7569,'-7'0'0,"1"0"0,6 0 0,3-2 2351,5-2-1525,1-3 1,16-11-224,-1-2-466,7-9 1,10-7-406,0-5 0,5-5-16,-5 5 1,2-2-118,-2 2 1,-6 6 262,2-2 1,-4 4-1143,0 0 1,-4-2 1279,-8 6 0,2 1 0,-3 3 0</inkml:trace>
  <inkml:trace contextRef="#ctx0" brushRef="#br0" timeOffset="98">7617 16359 8653,'-7'0'1648,"2"-2"-1415,5-2 1,1-3 84,3-5 1,9-6-99,7-3 1,5-9-149,4-7 0,3 0-33,5-5 1,0 2-466,0-1 0,5-2 118,-1-2 1,-1 6-402,-7 6 1,-2 10 3,-7-2 0,0 10 11,-4 2 694,-2 6 0,-11 2 0,-1-2 0</inkml:trace>
  <inkml:trace contextRef="#ctx0" brushRef="#br0" timeOffset="99">7456 17128 7569,'7'-9'1091,"-3"1"-685,-3 0 1,3-5-29,1 1 0,4-5-86,-1 1 1,3-6-243,2 1-5,-1-2 0,6-6-135,3 0 0,1-6-251,-1 2 0,2-2-126,-2-3 0,1 5 300,-2 0 0,0 2-1438,-4-3 1605,-7 4 0,13 5 0,-9 1 0</inkml:trace>
  <inkml:trace contextRef="#ctx0" brushRef="#br0" timeOffset="100">7084 16570 7569,'-6'-13'0,"5"1"0,-3-1 0,4 1 1446,4 0-928,-3-6 0,12 2-210,-1-4 1,3-1-141,10-4 0,-2-1-326,10-3 124,-5 3 1,9-8-246,0 5 1,1-4-486,3 4 1,-1 0 505,1 4 37,-2 0 0,4 0 1,-6 0-1</inkml:trace>
  <inkml:trace contextRef="#ctx0" brushRef="#br0" timeOffset="101">7009 17264 7586,'-12'-5'2661,"5"3"-2478,1-9 1,6 4 416,0-5 1,10-6-221,2-3 1,15-4-158,2-3 0,6-1-585,7-9 1,9 1-458,-21 13 0,2-1 0,0 1 1,1 1 818,3-4 0,2 0 0,3-4 0,1 0 0,5-1 0,0 1 0</inkml:trace>
  <inkml:trace contextRef="#ctx0" brushRef="#br0" timeOffset="102">10557 16706 7569,'-5'7'2066,"3"-2"-676,-3-5-976,5 0 0,5 0-187,4 0 1,3-11-33,5-5 0,3-12 0,9-5 0,4-10-654,9-6 0,-2-6-137,-17 24 1,-1 0 0,-1-2 0,0 0 381,1 0 1,1-1-61,0-4 1,0-1 0,1 2-1,1-2 1,0-4 0,0 0-1</inkml:trace>
  <inkml:trace contextRef="#ctx0" brushRef="#br0" timeOffset="103">14056 16297 7569,'0'-7'1110,"0"-4"-1092,0 9 0,0-5-304,0 3 367,0 3 68,0-5 32,0 6 1441,0 0 0,0 6-1569,0 2 1,-1 7-53,-4 2 1,3 5-30,-7-1 0,5 2-130,-4 2 1,4-4 93,-4-1 1,1-5-56,-2 2 0,2-5 220,3-3 1,3-3-145,-3-1-39,-3-4-28,6 5 402,-5-6 1,6-2 86,0-2-287,0 3 1,6-9-60,2 6 1,-1-4-17,1 3 0,0-3-58,5 4 1,-5-4 53,0 4 1,0-2 26,5 2-51,-1 3 0,1-5-142,-1 6 114,1-5 1,-1 3 27,0-2 0,-3 3 6,-1 1 1,-4 0-1,4 0 63,1 0 1,2 1-63,-3 3 3,3-2 1,-4 7 3,5-5 1,-4 6 121,1-2 1,-2 3-91,1 2 1,3 3-1,-3 1 1,2 5-27,-2-1 1,2 3-4,-6 5 0,4-3 22,-4 3 0,0-2-7,-4-3 0,0 1-84,0 0 1,-5-2 66,-3-2 1,-5-3 387,-3-6 1,-4 1-84,-4-1 0,-1-5 50,0-3 0,-5 2-90,-3-2 1,-2 0 55,2-4 0,-1-4-150,5 0 1,0-6 23,4 2 0,6 1-4,2-1 0,3 1-12,2-2 1,5 3-2695,3 1 1321,2 4 0,4-4-380,2 5 0,0 0 666,8 0 904,-2 0 0,8 5 0,-6 2 0</inkml:trace>
  <inkml:trace contextRef="#ctx0" brushRef="#br0" timeOffset="104">14068 16259 7569,'-12'-5'735,"5"4"-505,-4-10 0,5 8 1664,-2-5-1251,3 5 1,5-4 652,0 3-536,0 2 0,1-9-625,3 3 1,4 1 59,9-1 0,2 0 0,6-5 0,4 1-258,0-1 1,7 1-855,1 0 1,0 3 37,5 1 0,0 1-2050,0-1 2771,-1-3 1,-4 4 0,1-5 0</inkml:trace>
  <inkml:trace contextRef="#ctx0" brushRef="#br0" timeOffset="105">14788 16135 7569,'0'-12'0,"-2"4"473,-2 0 611,3 5-523,-5-3 158,6 6-183,0 0-296,-5 11 0,4-1-67,-4 11 1,4-1-77,1 5 1,0 0 108,0 0 1,0-5-24,0 1 1,1-6-1,4 2 1,1-4-539,7 0 0,-1-6 130,1-3 0,-1-4 4,0-4 0,1-7 55,-1-6 1,-1-5-105,-2 1 0,-4-3 66,-5-5 0,-1 3 105,-3-3 1,-5 2 10,-7 3 1,-4 0-6,-4 4 0,-1 3 293,0 9 1,4 2 18,1 6 1,0 0 25,0 0 1,2 6-376,5 2 1,6 3-338,3 1 1,3 1-391,1-1 1,1 1 391,3-1 0,8-4 465,4 1 0,6-1 0,-3 4 0</inkml:trace>
  <inkml:trace contextRef="#ctx0" brushRef="#br0" timeOffset="106">15148 15999 6651,'7'-12'-688,"-2"-1"688,-5 1 0,6-1 0,-5 1 1203,3 0 1,2 3-380,-2 1 0,0 4 340,-4-4-302,5 5-39,-3-3-323,3 6 0,-5 2-131,0 2 0,0 10-186,0 11 1,-1 8-1,-3 12 1,-7 2 183,-6 11 1,-5 7-475,12-29 0,-1 2 0,0-1 0,-1 0 153,0 2 0,-1 1 0,0 0 0,0 1 33,-1 1 0,-1-1 0,1 0 0,0 1-60,-2 1 0,-1 0 1,2-1-1,-1-1-174,-1 3 0,1-1 1,0-5-1,1 0 92,2-5 1,1 0 0,-7 26-96,3-1 1,2-10 175,1 2 1,2-13-1502,3 0 0,-2-8 318,6 0 1,-4-8-995,4-5 1440,0-7 719,4-4 0,4-9 0,0 0 0,0 0 0</inkml:trace>
  <inkml:trace contextRef="#ctx0" brushRef="#br0" timeOffset="107">15098 16793 7569,'0'18'4281,"0"-2"-3628,0 9 1,1 3-127,4 9 1,-3-4-233,7 0 0,-1-5-89,4 0 1,2-6-24,3-1 1,-2-11-193,5-2 0,0-5-383,0-3 1,2-7 285,-5-5 1,4-8-91,-5-9 0,-1-2 186,-6-7 1,-4 0 188,-5-4 0,-1 8 621,-3-3 1,-7 8-391,-6 0 0,-4 10-174,5 6 1,-5 2 42,5 7 1,-2 1-442,1 7 1,5 9-761,-1 8 1,2 2-2713,7 2 3634,0 0 0,10 5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4T05:08:03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 3287 7569,'0'-20'35,"0"4"219,0 2-153,0 2 1,4-1 0,1 1-48,-3-1 73,5 7 1,-4-4-44,5 6 1,-4 0 148,5 4 0,-5 1-31,4 3 0,-4 7 9,4 6 1,-5 6-31,1 2 1,2 5-16,-2 7 0,0 1-32,-4-1 1,0 0-32,0 0 0,0-1 70,0-3 0,0-3-5,0-5 1,0-1 84,0-4 1,0-6 117,0-6 156,0-5-126,0 3-316,0-23 1,0 2-95,0-14 1,0-4-194,0-4 0,0-5 76,0-3 0,2 1-135,2 3 1,1 7 61,3 1 0,2 7-80,-6 6 33,6 2 22,-3 5 116,5 6 1,-1 7 77,-3 9 0,3 7 106,-2 5 0,-2 2-62,1 2 1,-5 5 71,1 3 0,1 2-94,-1-2 1,1 1-13,-5-5 1,4-1 30,0-7 1,1-1-4,0-7 347,-4 2-192,4-14 1,-3 2 93,2-11 0,-3-3-197,3-14 0,2-4-146,-2-12 1,6-1-161,-2-7 0,2-4-92,-2-9 0,3-4 208,-3 0 1,5 9 66,3 8 0,-6 9 21,2 3 1,-2 6-51,2 11 0,-3 6 178,-1 6-108,0 5 0,3 3 138,-3 8 0,2 5 65,-6 3 1,4 3-69,-3 6 0,3 0 173,-4 0 0,4 4-230,-4 0 0,5 4-66,-5-4 0,5 1-44,0-1 0,-2-3-174,1 3 0,-4-3-469,4-1 1,-4 1 355,5 3 1,-2-3-812,1 3 1,3 2 1151,-3-2 0,3-1 0,2-3 0</inkml:trace>
  <inkml:trace contextRef="#ctx0" brushRef="#br0" timeOffset="1">2096 3448 7569,'-5'14'1486,"-2"-3"-644,0-6-607,2 2 1,6 0-23,3-3 0,3-4-209,5-4 1,6-4 94,3-9 0,0-2-64,4-6 1,-5-4 58,5 0 1,-6-1-297,-6 1 1,-1 1-32,1-5 0,-7 6-5,-1-2 0,-10 4 181,-3 4 0,-3 5 229,-1 8 0,-2 3 258,-3 10 1,-1 8-209,-2 12 1,-2 7 39,5 9 1,2-1-86,7 6 0,-2-8-148,6-1 0,1 1 125,7-5 1,5-4-660,7-5 0,-1 0-69,6-8 0,1-1-396,7-6 1,3-4 969,5-5 0,0-5 0,0-2 0</inkml:trace>
  <inkml:trace contextRef="#ctx0" brushRef="#br0" timeOffset="2">2692 2803 7569,'0'-12'506,"-1"3"795,-4 1-845,4 5 0,-6-1-117,3 8 0,3 10-20,-4 11 0,3 5-91,-2 7 1,2 12-124,-2 4 1,3 2-475,1 3 0,0 4-8,0 4 1,0-1-12,0-7 1,1-8-527,3-9 1,-1-8-490,5-4 522,1-8 881,3-9 0,-5-17 0,-2-9 0</inkml:trace>
  <inkml:trace contextRef="#ctx0" brushRef="#br0" timeOffset="3">2493 3150 7569,'-12'0'0,"0"4"0,-1 0 1159,6 1-302,2 0-529,5-4 1,11 9-106,5-6 1,8 0-292,5-4 53,2 0 0,7-6-286,-1-7 1,4-1 214,1-6 1,-1-1 131,-4-4 1,-1-1 36,-3-3 0,0 3-810,-8-3 1,-3-1 306,-10 1 0,1 0 262,-1 4 1,-5 2 235,-3 2 767,-2 3-277,-2 6 0,-6 12-306,-2 8 0,1 10-95,-1 11 1,-1 4 50,-3 8 1,4 9 262,0 8 1,5 9-511,1-30 1,0 0-1,1 0 1,0 0-164,1 0 1,0 0 0,0 26 55,0-9 1,6-13-82,2-3 1,7-11 96,2-2 140,-1-6 0,-3-12-63,-1-3 1,5-5-53,-1-7 1,1-8 30,-5-12 1,1-6 52,-1-7 1,4-2-407,1-2 1,0-1 139,-5 9 0,-4-1 375,0 9 1,-1 5-189,2 8 1,-2 3-248,-3 5 142,-3 3 0,5 6-25,-6 3 0,0 7 587,0 6 1,0 5-212,0-2 1,0 2 18,0-1 0,0 1-49,0-5 0,0 3-63,0-3 0,1-1 33,3-3 0,-1 3-60,5 1 1,-1-1-2,1-3 1,2-1-11,-6 1 1,6-1 148,-2 0 0,3-1-95,1-2 0,1 2-25,-1-3 0,1-1 3,-1 1 1,0-5-12,1 1 0,3-3-48,1-1 1,4-9 63,-5-4 1,1-3-17,-5-1 0,1 2-9,-1-5 1,0 3-235,1-4 1,-2 1-3,-3-5 0,-1 4 33,-3 0 0,-3 2 58,4-1 0,-5-3 21,-5 7 1,3 1 144,-7 7 1,1 2-91,-4 6 0,3 0-34,1 0 1,0 0 5,-4 0 1,3 6 65,1 2 1,0 3-28,-5 1 0,5 1-250,0-1 0,4 5-26,-5-1 1,7-4-46,-3-3 1,3-2 70,-2 1 1,2-1-74,-2-3 35,3-3 309,6 5 0,-2-6 0,5 0 0,0 0 0,5 0 0</inkml:trace>
  <inkml:trace contextRef="#ctx0" brushRef="#br0" timeOffset="4">3523 3373 7569,'-7'0'461,"-2"2"-13,4 2 0,-3-1-83,4 5 0,-4 0-182,4 5 1,-5 5-1,5 2 1,-4 0 261,4 0 1,0 1-154,4 4 0,0-1-144,0 1 1,5-5 10,3-4 1,4-3-116,0-5 0,2 1-29,2-4 0,2-3 90,3-6 1,-2-4 11,-2-9 1,-4-2-47,4-6 0,-5 0-367,-3 1 1,0-1 90,-5 0 1,-1-1 1,-7-3 1,-8 3 58,-9-3 1,2 3-82,-2 1 0,0 6 273,-3 2 0,-1 9-75,0 4 1,1 2-49,4 2 1,-2 2-1,5 2 1,5 7-207,4 5 0,5 1-205,-1-5 1,2 5-286,2-1 0,7 5 771,6-4 0,4-1 0,8-4 0</inkml:trace>
  <inkml:trace contextRef="#ctx0" brushRef="#br0" timeOffset="5">3846 3349 7569,'0'-17'0,"-2"1"513,-2 0-252,3 3 0,-10 0 89,3 1 1,1 4 90,-2-1 0,1 7-104,-4-3 0,-1 10-97,1 3 1,-2 10-58,-2 7 1,2 2-1,-3 10 1,5-1 112,4 10 1,-2-6-163,6 1 0,0-8-151,4-4 1,6-8 82,7-5 0,1-3 106,6-5 0,2-4-216,7-8 1,-1-13 58,5-8 1,-4-9 76,4-3 0,-7-7-37,-1-10 0,-2 3-781,-6-3 0,-2 0 280,-7-3 0,2 4-29,-6-5 0,0 18 385,-4 11 1,0 9 254,0 7 0,-1 8 301,-3 5 0,-3 12-279,-5 13 0,-1 11-76,1 9 0,-1 8-70,1 0 0,5 3-469,3-3 0,3-2 178,1 3 250,5-8 0,-1 2 0,6-3 0,2 3 0,2 2 0,3 0 0</inkml:trace>
  <inkml:trace contextRef="#ctx0" brushRef="#br0" timeOffset="6">4739 3200 7569,'0'-8'337,"0"-1"0,0 1-29,0-4 0,4-5-201,0 1 1,6-7 87,-2 3 0,3-5-28,2-4 1,3 2-15,1-7 1,3 3-50,-3-2 0,-1-2 28,-3 6 0,-2 0-141,-3 5 0,2 0 249,-6 3 0,4 4 105,-4 4 242,0 6-77,-4 2-441,0 5 1,-1 7 71,-3 5 0,1 6-57,-5 7 0,5 6 32,-1 7 1,3 0-136,1 8 0,0-1-405,0 5 0,0-1 245,0 1 0,0-5-435,0 1 1,0-10 296,0 1 1,4-8-151,0 0 0,4 0-102,-4-4 1,0 1-729,-4-10 1297,6 1 0,-5-5 0,5 1 0</inkml:trace>
  <inkml:trace contextRef="#ctx0" brushRef="#br0" timeOffset="7">4751 3584 7569,'-7'13'4075,"2"-6"-3673,5-2 1,1-5-178,3 0 0,9-4-30,8 0 0,-1-6 333,5 2 0,-2 1-455,11-1 0,-3-1-427,2-3 0,3 0-264,-3-1 1,7 1-1902,2-1 2316,-1 1 1,2-6-1,1-1 1</inkml:trace>
  <inkml:trace contextRef="#ctx0" brushRef="#br0" timeOffset="8">3188 4527 7839,'0'-8'1284,"0"-1"-704,-5 7 344,3-4-643,-3 6 1,5 7 0,0 5 1,0 8 3,0 9 1,0 2-92,0 6 0,0 6-172,0 3 0,0-2 76,0 1 0,1-5-139,3 2 0,-2-4-265,2-1 0,-1-1-371,1-3 0,-3-2 107,3-7 1,2-4-433,-2-4 1,5-8-248,0-3 1248,-4-4 0,6-12 0,-4-3 0</inkml:trace>
  <inkml:trace contextRef="#ctx0" brushRef="#br0" timeOffset="9">3449 4614 7569,'-4'-13'156,"-1"1"0,1 4 786,4-1-700,0 1 1,0 0-68,0 0 1,2 5-153,2-1 0,3 2 114,5 2 1,5 6-159,-1 2 1,6 4 85,-1 5 0,1 2-49,-1 6 0,1 5-71,-6 3 1,1 7-135,-5 2 1,-4-1 144,1-4 0,-7-1 77,3-3 1,-10-2 319,-3-7 1,-3 0-153,-1-4 1,-1-2 251,1-5 0,-5-2-161,1-3 0,-5-2-2,5-6 1,-2 0-129,1 0 1,5-2-20,-1-2 0,2-3 74,7-5-251,0-1 1,4 1-338,0 0 0,3 3 244,5 1 0,2 4-209,10-4 0,1 5 154,4-1 1,0 1-217,0-1 0,4 1-135,-1-5 1,7 4-299,-2-5 0,1 3 244,0-3 587,1-2 0,-3-1 0,5-7 0</inkml:trace>
  <inkml:trace contextRef="#ctx0" brushRef="#br0" timeOffset="10">4044 4738 7569,'-12'0'0,"-5"1"814,1 3-315,-1 3 48,5 6 1,-1 4-154,1 4 1,5 3-60,3 0 0,3-3-140,1 0 0,5-6-113,3 1 0,5-3-22,3-5 1,5-2-80,8-6 0,-2-3 55,7-5 0,-7-8-113,2-13 0,-4 3-130,-4-3 0,-5 0 123,-8 5 1,-2-8 56,-6 7 0,-7 3 22,-5 5 0,-6 4-6,-7 0 0,-5 6-86,-4 3 0,-1 8-147,-3 5 1,7 7-199,2 5 0,4 4 442,4 4 0,3-3 0,6 4 0</inkml:trace>
  <inkml:trace contextRef="#ctx0" brushRef="#br0" timeOffset="11">4813 4477 7569,'13'-7'529,"-6"-4"1,0 10-72,-3-3-352,-3 2 0,5 4 81,-6 2 0,0 8 272,0 9 0,-7 9-176,-6 8 1,0 4 66,-8 8 0,2 4-256,-2-1 1,-3 1-119,4-4 1,-4-1-313,-1 1 1,1-2-389,-1-2 1,6-5 213,2-8 0,3-4-437,2-8 0,-1-5 947,1-8 0,0-2 0,-1-6 0</inkml:trace>
  <inkml:trace contextRef="#ctx0" brushRef="#br0" timeOffset="12">4404 4614 8991,'7'0'1046,"0"5"-950,-3 3 1,-1 9 215,5 4 1,0 2-107,5 2 0,0 1-193,4 3 1,2-3-87,6 3 1,4-3-277,0-1 1,7 0-673,1 0 1,2-5 142,6 1 616,1-6 0,3 9 0,1-5 0</inkml:trace>
  <inkml:trace contextRef="#ctx0" brushRef="#br0" timeOffset="13">5310 4328 8705,'-9'0'1255,"1"0"-865,5 0 37,-2 0-317,5 0 1,0 2-98,0 2 1,1 3 17,3 5 0,5 1-134,7-1 1,-2 0-312,2 1 1,0-1 266,0 1 1,-2 0-247,2 4 1,-6-3 161,-2 2 1,-5-2 17,1-2 1,-2 1 123,-2-1 1,-10 2 117,-2 3 1,-9-4 4,0 4 1,-2-2 201,-2 2 1,2-8 194,2 4 1,3-5 34,6 0-440,-1 3 70,6-9 0,3 4-154,8-1 1,5-4 31,7 3 1,3 2-121,6-2 0,4 4 47,0-4 0,4 6-122,-4-2 0,4-1 86,-4 1 1,-4 1 58,-4 3 1,-8 4 291,0 1 0,-2 1-111,-7-2 0,0 0 171,-4 4 0,-5-5 140,-4 2 1,-3 1 307,-5-2 1,-2 1-281,-6-5 1,-5 1 33,-3-1 1,-2 1-352,2-1 0,2 0 19,2 1 0,7-6-454,-3-3 0,8-1 229,1 1-324,2-3 1,7-1-261,3-8 0,4-3-603,4-2 0,8-5 489,9-2 1,7-4 776,1 0 0,5-7 0,-2 0 0</inkml:trace>
  <inkml:trace contextRef="#ctx0" brushRef="#br0" timeOffset="14">5657 4626 9013,'-12'12'1399,"1"2"-988,2 3 0,0 2-182,4 6 0,1-2-23,4-2 0,0 1 102,0-5 1,10-1-186,2-3 1,9-2-171,0-3 0,2-3 15,2-5 1,0-7-155,0-5 1,-5-2-144,1-6 1,-6 3 144,2-4 0,-9 1 95,-4-5 0,-3 0 12,-1 0 0,-9 2 128,-4 2 1,-7 3 49,-1 6 0,-2 5 242,-2 3 1,0 2-171,0 2 1,0 6-90,1 2 1,4 3-740,4 2 1,7-1 371,5 0 1,3 1-840,1-1 0,0 1 61,0-1 1061,11-5 0,3-2 0,11-5 0</inkml:trace>
  <inkml:trace contextRef="#ctx0" brushRef="#br0" timeOffset="15">5930 4403 7569,'0'-7'588,"-6"1"1,4 6-457,-7 0 1,7 6-4,-3 2 0,4 3 77,1 2 1,0-1-142,0 0 0,1 1-30,4-1 0,-3-3-121,7-1 0,-5-5 122,4 1-150,0-3 0,3-2 19,-2-3 0,0-3 94,-5-6 0,1 1-69,-5-1 0,0-3 77,0-1 1,-2-1-22,-2 2 1,-3 1 49,-5-6 0,-1 6 73,1-2 1,0-1 3,-1 2 0,5 4 166,0 3 1,5 5-96,-1-4 0,2 4-26,2-5-328,0 7 1,7-9 112,6 2 0,0-2-51,8-1 1,0 2-56,4-2 1,-1 6-96,1-6 1,-6 2 91,-2-2 207,2 5 0,-5-3 501,3 6-310,-9 0-227,-3 4 0,-5 6 17,0 2 1,0 4 703,0 5 0,-5 2-148,-3 6 0,-3 5-32,-2 3 1,1 10-240,-1 7 0,1 1-116,0 7 1,-2 1-345,-3 7 0,3-1 275,6-30 0,0 0 1,-6 31-384,8-31 0,0 0 0,-7 32 311,7-32 1,0 0 0,-1 26-246,3 1 1,3-9-441,1 1 1,0-3-400,0-1 0,0-6 253,0-3 0,4-7-352,0 0 1,4-11 1132,-4 2 0,4-7 0,-1 0 0,2-2 0,0-1 0,0 2 0</inkml:trace>
  <inkml:trace contextRef="#ctx0" brushRef="#br0" timeOffset="16">6265 5011 6651,'0'-7'-688,"-6"3"688,-2 8 0,1 3 0,-1 5 0,4 2 1555,-4 2 0,5-1-642,-1 6 0,2-4-445,2 3 0,6-5-316,2 2 1,0-5-236,5-3 1,-4-4-195,8-5 1,1-3 232,-2-5 1,5-6-177,-4-10 0,-1-1 83,-3 0 0,-7-4 7,-1 0 1,-4 0 100,-1 4 1,-7 2 150,-5 2 1,-6 5-97,-7 7 0,-5 4 176,-3 5 1,-3 5-1046,-2 4 0,5 9 106,0 6 737,6 7 0,-4 6 0,7 0 0</inkml:trace>
  <inkml:trace contextRef="#ctx0" brushRef="#br0" timeOffset="17">7084 4775 7569,'0'-7'3875,"0"-4"-3512,0 10 0,5-5-71,3 6 1,3 0-110,2 0 1,5 1-38,2 4 1,4-4-177,1 3 0,0 2-273,-1-2 1,1 4-382,0-4 0,-2 6-576,-2-2 1,-3-1 147,-6 1 1112,1 6 0,-6 0 0,-2 4 0</inkml:trace>
  <inkml:trace contextRef="#ctx0" brushRef="#br0" timeOffset="18">7059 5035 7569,'-4'9'1776,"0"-1"-1505,1 2 1,4-4-272,7 3 0,2-5 657,11 4 0,5-4-562,7 4 0,4-5-623,5 1 1,3-2 527,9-2 0,2-11 0,6-3 0</inkml:trace>
  <inkml:trace contextRef="#ctx0" brushRef="#br0" timeOffset="19">8163 4390 7569,'-6'-6'2261,"5"-5"-1529,-10 9-514,10-3 0,-5 7 248,6 7-174,0 4 0,0 18-121,0 2 1,2 8-156,2 5 0,-3-2-322,3 1 1,2 1 233,-2 3 0,4 1-1033,-4 0 1,5-5 579,-5 0 0,4-10 144,-4-2 381,6-11 0,2-4 0,7-6 0</inkml:trace>
  <inkml:trace contextRef="#ctx0" brushRef="#br0" timeOffset="20">8324 4502 7569,'-12'-4'0,"-1"0"253,7-6 328,-5 9-362,9-5 0,-2 2-90,8 0 1,3 0 64,5 4 0,2 0-69,3 0 0,3 7-74,9 5 1,-2 3-29,2 10 0,-3-1 4,-1 9 1,-6 0-37,-3 4 1,-2 4-129,-1 1 0,-7 2 13,-1-7 1,-5 1 82,-5-9 1,-3 0 305,-8-4 1,1-6-101,-6-2 0,0-7-46,-4-2 0,1-5 1,-1 1 0,4-3 4,0-1 0,10-1-42,-1-3 0,8 1 14,0-5 1,2 3-376,2-3 1,7 1 148,6-1 0,5-2-320,6 6 0,1-5 215,0 0 1,5 2-258,3-1 1,3 0 128,1-4 1,-4 3-30,1 1 0,-7 0 151,2-5 1,0 1 94,-4 0 1,-3-1 245,-10 1 1,-1 3-242,-2 1 1202,-4 5-878,-5-2 1,-10 10 579,-2 4 0,-3 7-275,2 5 0,5 2-42,0 2 0,5-4-174,-1-1 1,8 0-238,4 0 1,9-2-57,4-5 1,8-6 85,4-3 1,3-8-139,1-5 0,-6-3 60,-2-5 1,-2-2-159,-3-6 1,-4 1 23,-4-1 0,-7 0 109,-5 0 0,-4 0 8,-4 1 0,-9 3 18,-8 0 0,-7 7-100,-6 2 1,-1 5 90,-3 7 0,1 7-448,0 5 0,5 5 182,3 4 1,7 2 286,2-2 0,4 2 0,-2 2 0</inkml:trace>
  <inkml:trace contextRef="#ctx0" brushRef="#br0" timeOffset="21">9763 4403 7569,'7'-13'491,"-1"-3"128,-6-1 1,4 5-90,0 4-303,0 5 33,-4-3 0,0 12 185,0 2 0,-1 14 179,-3 7-388,-3 6 1,-7 11-81,-3 4 1,2 8-172,-5 0 1,3 1-497,-4-1 0,2 3 372,-2-4 0,4-6-1019,4-1 1,1-9 582,-1 1 0,5-11-1071,0-6 1646,-1-5 0,-3-14 0,0 0 0</inkml:trace>
  <inkml:trace contextRef="#ctx0" brushRef="#br0" timeOffset="22">9404 4477 7569,'0'-12'1374,"0"5"-872,0 1-320,5 17 0,3-2 261,9 7 0,-2 4-130,6 0 0,1 4-330,7 0 1,-2 1 59,6 0 1,2 0-562,6 0 0,3-2-38,6-2 1,4 1-420,0-6 672,5 1 0,-8-5 0,4 1 0</inkml:trace>
  <inkml:trace contextRef="#ctx0" brushRef="#br0" timeOffset="23">10421 4229 7569,'-19'-12'958,"3"-1"-361,7 1 1,-1 4-557,6-1 3,0 7 1,9-4-111,4 6 0,3 0-8,5 0 0,2-4 112,6 0 0,4 1-262,0 7 0,0 3 149,-5 6 1,1 3-165,0 1 1,-7 5 51,-6-2 1,-1 2 94,-7-1 1,-1 3 125,-7-4 1,-3-1 104,-5 2 0,-5-6 198,1 2 0,-6-3-166,1-2 1,2-5 129,-2-3 1,6-3 177,-2-1-507,4 0 124,6 0 0,3 0 67,8 0 0,4 0-485,8 0 0,0 5-62,4-1 0,2 1 29,7-1 1,-3 2 126,3 2 1,-7 3 167,-1-3 1,-6 3-34,2 2 0,-5-1 429,-3 1 0,-4-5-57,-5 0 1,0 0 86,0 5 1,-7-1 49,-5 1 0,-6-1 235,-7 0 1,0 0-297,0-4 0,1 3-139,-1-3 0,-4 2-481,0-2 1,4-3 194,4-5-1454,6 0 957,-3 0 1,13-5-137,5-3 1,8-9 168,13-3 534,-1-4 0,22-6 0,-4-2 0</inkml:trace>
  <inkml:trace contextRef="#ctx0" brushRef="#br0" timeOffset="24">10942 4304 7569,'5'-7'1001,"-5"3"1,-4 17-581,-4 8 1,3 5 52,5-1 1,0 4-244,0 0 1,2-2-172,7-6 0,2 1 40,13-5 37,-2-6 1,14-6-48,-3-5 0,3-2-129,1-7 0,-1 0-44,-3-12 1,-4 0 18,-8-4 1,-4 1 327,-9-1 0,-3-4-94,-5 0 0,-12-4-32,-9 4 0,-4 1-48,-8 8 1,0 3 17,-4 9 1,-4 2-187,-1 6 0,1 7-255,4 6 1,5 5-925,3 6 1,7 7 618,1 2 0,10-2 638,-1 3 0,2-1 0,-2 4 0</inkml:trace>
  <inkml:trace contextRef="#ctx0" brushRef="#br0" timeOffset="25">10359 4961 7569,'-13'0'1236,"1"0"1,4 0-298,0 0-637,5 0 1,-1 0 53,8 0 0,-1 0-108,5 0 1,6 0 110,6 0 1,5 0-59,4 0 0,4 0-106,8 0 1,9-4-39,8 0 0,8-2-213,-31 4 1,0 0 0,1 1 0,0-1 77,-1-2 0,0 0 0,3 1 1,-1-1 23,0 0 1,0 0-1,-2-2 1,1 1-223,1 1 0,0 0 1,28-6 108,-3 2 0,-3-2-361,-9 6 1,-3-2 153,-10 2 0,-5 3 11,-4-3 1,-7 2-402,-4 2-330,-4 0 252,-6 0 0,-2 0 306,-10 0 1,-13 6-1262,-10 2 1697,-12 9 0,-9-2 0,-4 5 0,0 0 0,2-5 0,2-4 0</inkml:trace>
  <inkml:trace contextRef="#ctx0" brushRef="#br0" timeOffset="26">10520 5110 10105,'0'12'747,"0"2"-264,0 2 0,-4 5 82,0 8-428,0 3 1,0 5-52,-1 0 1,-3 0-134,4 1 0,0-1-718,4 0 1,0-4 495,0 0 1,1-4-1847,3 4 2115,9-11 0,6 7 0,6-10 0</inkml:trace>
  <inkml:trace contextRef="#ctx0" brushRef="#br0" timeOffset="27">10892 5271 7569,'-5'-7'1497,"-2"2"1,-5 5-1142,-1 0-218,1 0 0,1 5 81,2 3 0,0 8 83,5 0 1,-5 5-262,5-5 0,0 6 50,4-1 0,6-2-300,2 2 0,3-6 202,1 2 0,6-9-428,3-4 0,-2-3 184,2-1 0,-5-1-57,5-3 1,-6-4 52,2-9 0,-5 2 10,-4-6 0,-2 2 213,-6-2 0,-1-2-65,-4 2 1,-3-1 208,-8 2 1,1-3-64,-6 7 1,2 1 252,-2 6 0,2 0-120,2 5 0,7 0 222,-2 4-511,8 0-91,-2 0 0,9 0-114,5 0 1,6 0 161,11 0 0,1 0-127,3 0 1,1 0 57,3 0 1,3 0 148,-3 0 1,-2 0-27,-2 0 1,-7 1 74,-2 3 1,-4 3 121,0 5 1,-3 2 353,-5 3 0,1 1 260,-4 2 0,3 4-334,-4-4 0,6 2 56,-2-1 1,3 1 167,1-5-408,6-1-45,2-9 31,4 4 1,1-9-89,0 3 88,0-10-46,0-2 1,-2-7-96,-2-3 19,2-2 1,-9-10-117,2 0 1,-7-1 43,-5 1 1,-4 1-50,-4-5 1,-5 6 41,-7-2 1,-5 7-116,-8 1 56,3 6 0,-10 2-398,3 9 314,-8 3 0,2 6-65,-2 4 226,2 7 0,-3 9 0,-3 7 0</inkml:trace>
  <inkml:trace contextRef="#ctx0" brushRef="#br0" timeOffset="28">6935 6077 7569,'-7'0'2807,"1"0"-2418,6 0-70,0 0 0,10 0 59,2 0 1,11 2-132,1 2 1,7-3-65,6 3 1,4-1-277,1 1 1,3-3 143,-4 4 0,5-3-830,-5 2 1,-4-2 445,-3 2 1,-7 1 217,2 0 1,-7 0-961,-1-1 1075,-12 3 0,2 11 0,-11 1 0</inkml:trace>
  <inkml:trace contextRef="#ctx0" brushRef="#br0" timeOffset="29">6997 6462 10707,'11'-7'832,"3"1"-504,10 6 1,10-5 112,7-4 1,6 3-184,15-3 0,0 1-502,-25 2 1,0 0 0,1-2-1,1-1-444,5 1 0,-1 0-368,1-3 0,-1-1 1056,1 3 0,-1-1 0,0-2 0,1-1 0,-1 1 0,1 0 0</inkml:trace>
  <inkml:trace contextRef="#ctx0" brushRef="#br0" timeOffset="30">11463 5048 7569,'7'0'794,"-2"0"-137,-5 0-154,0 0 1,-1 5 128,-3 4 0,-3 13-205,-5 7 1,-8 6 12,-4 7 1,-3 0-197,-6 4 0,0 2-237,-4-2 0,4-4-333,0 0 286,5-4 0,-6-1-1255,5 1 0,4-3 319,4-1 976,6-4 0,-8-5 0,3-1 0</inkml:trace>
  <inkml:trace contextRef="#ctx0" brushRef="#br0" timeOffset="31">11029 4204 7569,'4'-19'-68,"1"1"1,1 2 88,-1-1 1,5 1 60,-2 3 1,3 1 527,2-1 0,-5 6 194,0 3-337,-5-3 1,7 7-118,-6 0 1,0 7-168,-4 10 1,-5 9 208,-4 11 0,-7 12-97,-5 8 1,9-24 0,-2 1-480,-2 0 1,-1 2-1,1 2 1,-1 1 247,-4 0 1,0 1 0,2 1 0,1 2-500,2-2 1,-1 0-1,-1 0 1,0 0 261,1 0 1,1 0 0,3-3 0,0 0-1175,0-1 1,1 0 1346,3-2 0,2-1 0,-9 31 0,7 0 0,-4-3 0,0-1 0,-4-4 0</inkml:trace>
  <inkml:trace contextRef="#ctx0" brushRef="#br0" timeOffset="32">11016 5159 7569,'-6'-12'1504,"0"0"-1112,0 5 0,5 0 463,-3 3-613,3 2 0,-4-2-59,1 8 1,-5 10 825,0 11-619,-2 5 0,-7 9-318,-2 2 1,-4 3 16,0 6 1,-3-1-1330,-2 1 1,2-3 478,-6 2 418,0-2 1,-5 8 0,1-5 0</inkml:trace>
  <inkml:trace contextRef="#ctx0" brushRef="#br0" timeOffset="33">9007 4589 7569,'0'-13'-918,"0"1"1197,0 0 1541,-6 5-839,5-4-485,-5 9 0,6 4-73,0 10 0,0 13 85,0 12 1,0 13-59,0 12-621,-2-26 1,-1 1 0,0 3 0,-1 1 102,-2 2 0,-1 1 1,1-2-1,-1 0 91,-2 2 1,1-1-1,1-3 1,-1 1-719,-2 4 0,-1 1 1,1-3-1,0 0 695,-3 2 0,1 0 0,-1-3 0,1-1 0,0-1 0,-1 0 0</inkml:trace>
  <inkml:trace contextRef="#ctx0" brushRef="#br0" timeOffset="34">8572 5990 7791,'0'-12'1376,"0"4"-672,0-1-567,0 7 1,2-5 21,2 3 0,3 2 24,5-2 1,2 1-218,3-1 0,2 3-27,6-3 1,1 2-94,3 2 0,-3 2 152,3 2 1,-3-1-80,-1 5 1,-6 0-122,-2 5 0,-5-1 46,-4 0 0,-2 1 215,-6-1 1,-6 1-112,-2-1 0,-10 4 145,-7 1 0,1 1 12,-5-2 0,2-2 115,3 3 0,0-5-103,4-4 0,2 2 340,5-6-470,1 6 0,5-7 110,3 5 1,4-5-200,4 1 0,3 3 50,5 1 1,6 3-58,3 1 1,1 1 44,-1-1 0,2 1-79,-2-1 0,2 0 121,2 1 0,-6-1-27,-2 1 0,-3-1 328,-2 0-98,0 1 306,-5-1 1,-3 1-227,-8-1 1,-4-1 255,-9-3 0,2 3-144,-5-2 1,-1 2-34,-4 1 1,0 0-145,0 1 1,1-5-31,-1 0 0,1-4-284,4 5 1,-2-6 161,5 1 0,5 1-1348,3-1 720,7 0-489,-9-4 1,11 0 195,0 0 0,7-5-77,9-3 0,5-9 954,8-4 0,8-13 0,7-5 0</inkml:trace>
  <inkml:trace contextRef="#ctx0" brushRef="#br0" timeOffset="35">9280 5928 7569,'6'-8'949,"-1"0"-337,-4 5 332,-1-2-593,-6 5 0,0 1 315,-7 3 1,5 8-137,0 9 1,-5 9 13,-3 8 0,-5 8-206,4 8 0,2 4-268,7-4 1,-2-2-109,6-6 0,6-4 100,6-4 1,8-7-199,5-2 0,3-8 154,0-5 1,9-7-235,1-5 0,0-3 22,-5-1 0,-8-5-121,-1-4 0,-6-6 105,-6-1 1,-2-6 225,-6 1 1,-13-1-211,-7 1 1,-9 3 55,-8 6 0,-1 5-136,1 3 1,-4 12 55,-1 5 1,5 11-894,4 1 1,10 7 1110,-2-3 0,8 5 0,-1-2 0</inkml:trace>
  <inkml:trace contextRef="#ctx0" brushRef="#br0" timeOffset="36">1724 8148 6269,'0'-12'1527,"0"5"0,0 7-1372,0 8 0,0 10 28,0 7 1,4 5-103,1 8 0,3-1-11,-4 0 1,4 3-108,-4-3 1,5 2 130,-5-10 1,4-2-111,-4-6 0,2-5 66,-2-7 31,-3 2 1,9-11 116,-6 0 0,1-7-83,0-10 0,-3-9-192,7-11 0,-5-6-6,4-6 0,-5-5-131,1 0 0,1-4 167,0 4 0,-1 2-54,-4 7 1,5-1-54,4 9 0,-3 4-47,3 12 2,-1-2 113,4 15 0,-1-1 156,-2 18 1,0 6 37,-5 14 0,5 4 59,-5 8 0,4-2-120,-4 2 0,6-4-16,-2-4 1,-1 0-25,1-8 0,-1-3 67,1-9 64,4-1 0,-6-5-95,7-3 0,-2-4 103,-3-4 0,3-9-121,-3-7 0,3-9-38,2-4 1,-5-4 0,0-5 1,1-6 2,3-6 1,-4-4-235,1 5 0,-1 4 165,4 8 0,1 8 34,-1 4 0,-4 10 19,1 6 1,-5 6-33,4 7 0,-4 9 137,4 7 1,-3 15 186,3 14 1,-1 9-175,1 4 0,3 1-215,-3-1 1,7 5 256,2-5 1,5-1-53,-1-12 1,2-4 217,2-8 0,4 1-195,0-10 0,0-2 19,-4-9 0,2-6-53,-2-3 0,5-3-17,-9-1 0,5-11 10,-5-5 1,-3-8 260,-2-5 1,-2-2-506,-1-7 1,-7-3 110,-1 0 0,-7-2-297,-6 2 1,0 3 141,-9 1 0,2 7 159,-2 9 0,2 5 26,-5 7 0,3 5 62,-4 8 0,2 10-68,-2 11 1,5 5 90,8 8 0,2 3 35,6 0 1,6 2-50,2-2 0,8-2-201,5 2 0,7-2 117,1-2 0,5-5-412,-1-3 0,3-7 58,1-2 0,5-10-70,-1-2 1,0-5 102,-4-3 1,-3-7-21,-1-5 0,-4-13-382,4-12 494,-6-1 0,4-15 1,-7 2-1</inkml:trace>
  <inkml:trace contextRef="#ctx0" brushRef="#br0" timeOffset="37">3163 7689 7569,'0'-31'-1484,"0"0"3291,0 7-677,-5 4-690,3 8 0,-7 13-135,5 12 1,-2 6-114,2 10 0,3 4-101,-3 8 0,2 1-167,2 7 0,2 2 96,2 7 1,-2-3-102,7-5 0,-5 4-991,4-1 0,-1 1 595,1-4 0,-1-8-317,-3-4 0,-2-12 794,2-10 0,-3-7 0,-1-4 0</inkml:trace>
  <inkml:trace contextRef="#ctx0" brushRef="#br0" timeOffset="38">2915 8099 7569,'-19'-13'0,"-3"1"1201,5 0-746,1-1 1,9 5-146,3 0 1,2 3-105,2-3 0,7 0-197,6-4 28,-1-1 1,17-5 83,0-2 1,5-5-46,4-4 0,3 1-149,0-5 1,1 4 110,-5-4 0,-1 1-215,-3-1 0,-3 3 46,-5 5 1,-2 2-94,-2 2 333,-3 3 52,-6 6 1,-1 6-75,-2 6 1,-4 13 126,-5 12 0,4 6 207,1 11 1,0 7-139,-1 9 0,-1 11-423,1-34 0,0 0 1,-2 3-1,0-1 265,7 29 1,-1 1-646,4-9 1,1-3 286,-1-17 1,5-5 117,-1-13 0,1-3 94,-5-9 0,5-2-88,-1-6 1,1-3-15,-5-5 1,5-8 27,-1-13 1,2-2 182,-1-6 1,-4 1-276,4 3 0,-5-2 165,-3 6 1,0 2-13,-5 6 1,2 3-47,-2 6-112,-2 5 88,3 1 1,-1 8 216,0 2 1,0 4-56,-4 9 1,5-2 171,-1 5 1,1 5-79,-1 4 1,2 0 17,2-4 1,3-2-80,-3-2 0,-1 2-55,2-2 0,0-3 44,8-1 1,-3-5 35,2-4 0,2-2-502,-1-6 1,5 0 177,-2 0 0,4-6-96,1-2 1,-1-7 89,1-2 0,-6-3 35,-2 3 1,-3-4 140,-2 5 0,-1-1 113,-2 5 0,-4 4-154,-5-1 0,4 5-122,0-4 958,0 5-571,-4-2 1,-4 6 44,0 3 0,0 3-65,4 6 1,0 0-88,0 4 1,0-3-27,0 2 1,0 3-29,0 2 1,6-3 50,2-1 1,3-4-23,1 0 0,1-5-111,-1 0 0,0-5 102,1 1 1,1-4-67,2-4 0,-2-4 53,3-9 1,-4 2 0,0-6 1,-5 1-53,0-5 1,-5-1-6,1-3 1,-2 1 46,-2-5 0,-7 2-7,-6-3 1,-1 0-264,-6 5 1,-1 6 69,-4 6 1,-1 9 258,-3 4 1,-1 5-80,-3 7 0,2 2 68,7 11 0,4-2-241,4 2 1,7 1-268,5-6 0,3 6 257,1-1 1,7-2 179,5 2 0,6 0 0,7 3 0</inkml:trace>
  <inkml:trace contextRef="#ctx0" brushRef="#br0" timeOffset="39">4590 8074 7569,'-12'-19'0,"3"-5"0,1 4 0,1-3 587,-1 3 154,-3-4 1,8 12-394,-5 0 0,4 5-147,-5 7 0,3 7-14,-3 5 1,-2 11 23,3 10 0,-2 9 61,2 3-134,3 4 0,5 0 56,0 1 1,0-10-3,0-3 0,6-10-231,7-2 0,1-7 71,6-10 1,1-3-63,4-10 0,1-8 52,3-12 1,-3-7-185,3-9 1,-3-2-30,-1-2 1,-1-12-416,-4 3 0,-2-13 525,-5 1 1,-8 30-1,1 0 47,-2-1 0,0 0 1,-1 0-1,-1 1-406,-2-35 1,0 15 137,0 10 0,0 17 29,0 9 0,-1 10 50,-3 6 0,-3 15 1134,-5 10 0,-1 13-350,1 12 1,1 11-197,2 6 0,0 1-286,5-2 1,0-1 213,4-3 0,0 1-1047,0-5 0,1-6 460,3-7 0,3-3-2061,5-5 2355,1-9 0,-2-4 0,0-6 0,-2-2 0,1-5 0,-2-4 0</inkml:trace>
  <inkml:trace contextRef="#ctx0" brushRef="#br0" timeOffset="40">6228 7776 7569,'-13'-25'0,"1"6"0,1 1 0,3 2 700,3-1 0,0-3-253,1 3 0,0-4-263,4 5 1,4-5-132,0 5 1,6-1 131,-2 5 1,3 1-21,1 2 0,2 4-202,3 5 1,2 1 78,6 3 1,0 14 88,-1 11 1,1 13-43,0 7 1,-6 9-347,-10-23 0,-1 0 1,4 33 230,-7-29 1,-2 0 0,1-3-1,-2 0-54,-2 1 0,0 0 1,-1 31 91,-4-10 0,-3-10 18,-8-11 0,-2-2 526,-3-10 1,-7-1-210,4-11 1,-4 1-289,3-10 0,-1-6 63,-3-6 0,7-10-143,-3-7 1,10-5 290,3-7 1,5 1-357,7 3 0,1 4 148,3 8 0,5 3-52,7 6 0,3 5 138,6 3 0,4 9-110,0 8 1,6 5 313,-2 7 1,3-1-122,1 1 1,0 0-2,0 0 1,0-6-129,1-2 0,-7-4-127,-2 0 0,-4-2 203,-4-3 1,-3-2 127,-6-6-1071,0 0 0,0-6 364,-4-2 1,-3 1-607,-5-1 1,0-1 457,0-3 0,0 0-1690,0-1 2239,0 1 0,0-6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4T05:08:03.537"/>
    </inkml:context>
    <inkml:brush xml:id="br0">
      <inkml:brushProperty name="height" value="0.053" units="cm"/>
      <inkml:brushProperty name="color" value="#FF0000"/>
    </inkml:brush>
  </inkml:definitions>
  <inkml:trace contextRef="#ctx0" brushRef="#br0">3548 9227 7569,'0'-8'1043,"0"0"-305,0 0-263,0 1-108,0 1 46,0 6-89,0 0-131,0 6 1,0 1 22,0 5 1,4 6-69,0 3 1,0 2-1,-4 2 0,2 4-66,2 0 1,-3 5 42,3-1 1,-2-1 31,-2 1 0,0-6 19,0 2 0,4-4-537,0-4 0,0 2-47,-4-2 0,2-3-232,2-2 0,-2-2 118,7-1 0,-7-5-335,3 0 0,1-5 429,3 1 0,2-4 428,1-4 0,6-14 0,1-8 0</inkml:trace>
  <inkml:trace contextRef="#ctx0" brushRef="#br0" timeOffset="1">3908 9339 7569,'7'-6'0,"-2"4"46,-5-7 1,-1 7 1285,-3-2-792,2 2 0,-7 4 34,4 2 1,1 8-210,4 9 1,0 2-34,0 2 0,0 4-190,0 0 0,2 4 9,2-4 1,3-4 31,5-5 1,2-4-11,2 0 1,4-8-282,5-4 1,-1-2 20,1-2 0,1-7-30,3-5 0,-4-6-190,0-7 0,-2-4 152,-6 0 0,-6-4-13,-7 4 1,-4-4 88,-4 4 0,-8-3 21,-9 7 0,-7-1-29,-1 10 1,0 1 143,5 6 1,0 4-142,3 5 0,-1 0-33,6 0 0,1 5-177,6 4 0,0 2-347,5 1 0,0 0-187,4 1 1,5-1 382,3 1 1,5-2-226,3-3 670,4-3 0,10-5 0,2 0 0</inkml:trace>
  <inkml:trace contextRef="#ctx0" brushRef="#br0" timeOffset="2">4392 9079 7569,'6'0'1164,"0"0"-640,-17 0-249,3 0 1,-9 1-93,9 3 1,-2 3-186,6 5 1,0-3 60,4-1 0,1 0 124,3 5 1,-1-2-41,5-3 1,1-3-456,3-5 0,2 0 72,2 0 1,-2-5-3,3-3 1,-3-3 54,-2-2 1,-5-3 48,-3-1 0,-3-4 113,-1 5 1,-1-5-33,-3 5 0,-4-5-2,-9 4 1,2 1 37,-6 3 1,6 1 252,-1 0 1,2-1-25,1 1 0,2 4 205,3-1-364,3 1 10,5-4 1,6-1-152,7 1 1,1 1 57,6 3 1,1-3 86,4 2 0,-2-2-9,-2-1 1,1 5-227,-6 3 1,5-2-122,-4 2 274,-1 0 0,-5 5 124,-2 4 0,-4 3 202,-5 8 0,0 0 223,0 4 0,0 1-221,0 4 1,-1 5-123,-3 3 1,1 4 19,-5 5 1,3-1 156,-3 9 0,5-4-337,-1 8 1,-1 3-11,1 1 1,-2-2-152,2 2 1,3-3 154,-4-1 0,4 0-377,1-9 0,0-2 184,0-2 0,0-2 106,0-2 1,0-7-5,0-5 1,1-3-904,4-10 0,-3 4 217,7-8 1,-5-3 68,4-1 0,-3-5 697,8-7 0,-6-6 0,9-11 0,1 3 0,-3 6 0,-3 5 0</inkml:trace>
  <inkml:trace contextRef="#ctx0" brushRef="#br0" timeOffset="3">4801 9426 7569,'0'14'169,"0"2"1,-1 3 291,-4 6 1,4 0-76,-3 0 0,3 0-153,1-1 0,0-4-50,0-4 1,5-2 49,3-2 0,3-5-79,2-3 0,-1-2-58,1-2 0,-1-6-108,0-2 0,1-4-17,-1-5 1,-5 2-232,-3-6 0,-2 2-241,-2-2 0,-11 2 272,-6 2 1,-5 5 95,-3 0 1,0 5-48,1 7 0,-5 1 180,0 3 0,0 9 0,4 6 0</inkml:trace>
  <inkml:trace contextRef="#ctx0" brushRef="#br0" timeOffset="4">5967 9327 7692,'-5'-7'308,"-2"1"0,-6 6 169,1 0 0,4 0-146,-1 0 1,1 6 95,-4 2 0,3 8-161,1 5 0,4-2-222,-4 2 0,5-4-48,-1 3 0,4-5-180,4 2 0,-1-5-117,5-3 1,0-4 173,5-5 0,3 0 89,1 0 1,3-7-110,-3-5 1,4-2-257,-5-7 1,1 1 109,-5-5 0,-5 4 13,-3 1 0,-2 0 118,-2 0 1,0-2 112,0 5 1,-5 1-102,1 3 0,-5 5-143,0 0 627,4 5-276,-6-3 1,9 12 752,-2 2-602,3 9 1,2-4-78,3 4 1,3-5-82,6-3 1,1-4-12,2-5 0,-1-1 16,6-3 0,-2-9-11,2-7 1,-3 0-14,-6 0 0,1-1-15,-1-4 0,-5-4 58,-3 0 0,-3 0-3,-1 5 0,0 0 73,0 3 0,0 4 62,0 4-3,0 6 1,0 3-64,0 8 1,0 11-56,0 14 1,0 15 17,0 18 0,0 6-311,0-31 1,0 0-1,0 7 1,0 1 307,0 0 0,0 1 0,2 3 1,1 1-89,-2-2 1,2-1 0,1-2 0,0-1-117,-2-2 0,0-1 1,0-2-1,0-1-75,-2 24 0,0-5 65,0-16 1,0-6 904,0-15 1,-7 1-376,-5-9 1,-2-2-240,-7-10 0,-1-6-111,-7-2 0,3-14 504,-3-7 1,-1-11-271,1-5 0,6-8 36,6 0 1,9-7-356,4 2 0,8 7-172,4 2 1,9 9-609,3 3 0,4 5 365,1 7 1,5 2 186,3 2 1,3 3-134,1 6 379,6-1 0,-3 2 0,5 3 0,2 1 0,1-2 0,2-5 0</inkml:trace>
  <inkml:trace contextRef="#ctx0" brushRef="#br0" timeOffset="5">7195 9153 7569,'0'-12'0,"0"3"0,0 1 618,0 5-17,0-2-20,6 5-444,1 5 1,1 9 86,0 11 1,1 7 11,3 9 0,-5 3-314,-3 6 1,1-1 97,0 1 0,0-1 175,-1 1 0,-2-6 0,2-3 0,1-3-1232,-1-5 0,1-3 298,-5-5 0,1-7-499,3-6 1238,-3-5 0,16-7 0,-3 0 0</inkml:trace>
  <inkml:trace contextRef="#ctx0" brushRef="#br0" timeOffset="6">7642 9401 7569,'-12'-17'0,"-1"0"802,1-3-573,-1 0 1,6-1 520,3 0-512,3 1 1,1-5-31,0 0 0,4 4-80,0 1 0,10 4-171,-2 0 0,5 6 83,-1 2 0,0 5 53,4-1 0,1 10 0,4 6 0,-5 7-358,1 10 1,-2 3 72,2 5 1,-4 6-53,-9 2 1,2 8 70,-6 0 1,-2 1-35,-6-4 0,-3-6 79,-5-3 0,-4-9 16,-1-7 1,-1-6 345,1-7 1,2-1-146,-5-2 1,4-4 524,0-5 0,1-1-217,-2-3 1,8 1 294,-4-5-424,4-1-438,2-3-346,1 0 0,13 3 317,5 1 0,6 5 124,7-1 1,0 3-44,0 1 1,5 0-662,3 0 1,2-4 153,-2 0 0,3-2 93,-3 2 0,-2 1 532,2-5 0,-5 0 0,1-5 0,-4 1-233,-5-1 0,1-3 233,-8-1 0,2-3 0,-7 3 0,-3-1 0,0 2 883,-4 2-389,-1-4 1,-6 11 269,-2 3 1,1 4-277,-1 4 0,0 4 32,-5 9 0,6 2-336,3 6 1,3 0-2,1 0 1,5-2 11,4-2 0,6 1 0,1-6 0,11 1-474,-3-5 0,10-5 119,-1-3 1,2-12-94,3-4 1,-5-13 116,0 0 1,-11-7-64,-1 3 0,-8-4 195,-4 4 0,-4-4-43,-5 4 1,-11 0-4,-5 5 1,-8 0 9,-5 3 1,-7 9-94,-5 8 1,-4 4-161,3 4 1,2 4-852,7 9 1144,-3 2 0,5 11 0,-7 2 0</inkml:trace>
  <inkml:trace contextRef="#ctx0" brushRef="#br0" timeOffset="7">9391 9426 7569,'-12'-6'0,"-1"4"-502,1-7 1903,5 1-431,2 1-195,5 2-595,0 5 0,5 0 3,3 0 1,9 0 11,4 0 0,2 1-109,2 3 1,4-3-485,0 4 0,4-4 11,-4-1 0,0 0-391,-4 0 0,2 0 315,-2 0 463,2 0 0,-13 5 0,4 2 0</inkml:trace>
  <inkml:trace contextRef="#ctx0" brushRef="#br0" timeOffset="8">9366 9736 7569,'-12'0'0,"5"0"1888,2 0-1195,5 0 0,1 0 166,3 0-609,9-6 0,6 5-145,6-3 1,5 1-135,3-1 0,4-3-246,5-5 1,2 3-519,5 1 0,1 0-1475,0-5 1946,5 1 0,1-6 1,6-1-1</inkml:trace>
  <inkml:trace contextRef="#ctx0" brushRef="#br0" timeOffset="9">10409 9165 7569,'-7'-12'1232,"0"0"-664,3-1-178,2 6 103,-3-4 420,5 10-525,0-5 1,0 12-43,0 2 1,0 9-49,0 3 0,0 5-92,0 4 1,0 3-266,0 5 1,0 0 96,0 0 1,0-1 167,0-3 1,0 3-133,0-3 0,4-3-1021,0-1 0,1-7 199,0-1 0,-3-6-178,7 2 0,-5-8 210,4 0 716,0-6 0,5 2 0,-1-5 0</inkml:trace>
  <inkml:trace contextRef="#ctx0" brushRef="#br0" timeOffset="10">10669 9227 7569,'0'-18'0,"0"5"515,0-4-272,0 3 357,0 2-401,6 0 0,0 1 177,7 2 1,-1 0-95,1 4 0,0-3-263,4 4 0,-2 0 69,6 4 0,-5 0 49,5 0 1,0 5-52,4 4 1,-5 7-234,1 5 1,-6 4 72,2 4 0,-5 2-11,-4 7 0,2 4-3,-6 4 0,-1-2 66,-7 1 0,-7-5 41,-6 2 1,-4-8-24,5-1 0,-6-9-4,1 0 1,-2-7 86,-2-1 0,4-7 425,1-5 1,4-3-209,0-1 1,3-5-50,5-4 1,3-3-38,5-4 0,7-2-41,5-3 1,6-1 164,7 5 1,5 2-50,3 7 0,4 2-87,5 6 0,-4 2-33,4 2 0,-5 1 166,-4 4 0,1 6-123,-5-3 0,-4 3-157,-4-2 1,-6-2-376,2-3 1,-4 3 184,0-3-1096,-1-2 0,-5 1 52,-3-3 733,-2-3 450,-2 10 0,-12-4 0,-1 6 0</inkml:trace>
  <inkml:trace contextRef="#ctx0" brushRef="#br0" timeOffset="11">3002 11175 7569,'-16'-14'0,"-1"-1"0,3-2 801,5 2-309,3 1 60,6 2-331,0-1 1,6 1-130,2-1 1,7 2-113,2 3 0,5-3-19,-2 3 0,8 2 143,1 2 1,5 3 72,-1 1 0,0 5-65,5 4 1,-9 3-337,4 5 1,-6-2 68,-2 5 0,-6 1 25,-2 4 1,-7-4 117,-2-1 0,-7-3 37,-1 3 1,-7 0 229,-9 0 0,-4-2-91,-4-5 0,-5-1-133,0 1 1,0-5 48,4 0 1,6-5 160,2 1 0,3-3 33,2-1-239,0 0-65,5 0 0,3 0-217,8 0 0,4 0 29,8 0 0,4 0 80,5 0 0,5 2 94,3 2 0,4 3-70,5 5 0,-4 1-91,4-1 1,-9 2 83,-4 2 1,-1-2 144,-3 3 0,-3 0 43,-9 0 1,-6 1 212,-3-2 1,-4 0 269,-4 4 1,-5-3-245,-7 4 0,-8-5-137,-5 5 0,-2-6 66,-2 1 1,4-3 177,-8-5 1,8 3-177,0-3 1,4-2-289,4-2 0,3-3-126,6-1 0,4 0-927,-1 0-63,6 0 0,1-1 573,10-3 0,7-9 222,14-7 1,4-5-30,9-4 1,2-3 400,5-5 0,6-6 0,-26 21 0,-1 0 0</inkml:trace>
  <inkml:trace contextRef="#ctx0" brushRef="#br0" timeOffset="12">3833 11175 7569,'7'-6'0,"-1"6"262,-6 0 1,-6 6 420,-2 6 0,-3 7 210,-2 6-603,1 0 0,4 9-94,0-5 0,5 4 10,-1-4 0,8 0-220,4-4 1,9-6 78,3-2 1,5-5 140,4-4 1,-3-2-69,3-6 1,-1-7-358,1-5 0,-9-5 98,1-4 0,-6-2-41,-2 2 0,-7-2 170,-1-2 1,-15 0 7,-7 1 1,-6 3-10,-6 0 0,-3 6 12,-5-1 1,0 3 3,0 5 1,2 2 12,6 6 0,2 0-231,10 0 1,2 2-285,7 2 1,-2-1-373,6 5 1,7-4-33,9 4 1,7-5 882,10 1 0,9-13 0,6-5 0</inkml:trace>
  <inkml:trace contextRef="#ctx0" brushRef="#br0" timeOffset="13">4255 10976 7569,'-18'0'0,"4"0"50,-2 0 1,2 6 385,2 2 1,1-1-132,2 1 0,0 0-120,5 5 1,-1-5-348,5 0 153,0-5 1,2 7-37,2-6 1,3-1 69,5-8 0,5-2 46,-1-5 0,-1-2-54,-6-2 1,0 1-182,-4-6 0,-1 2 54,-4-2 1,0-2 87,0 2 0,-2-1 169,-2 1 0,-3-2-53,-5 2 1,4-2 28,-1-2 0,5 1-59,-4 4 1,5-2-20,-1 5 1,4 1 11,4 3 1,3 1-115,5-1 0,1 2 91,-1 3 0,1-3-89,-1 3 0,5 2-15,-1 2 1,2 1 48,-1-1 0,-4 3-81,4-3 0,1 8 88,-2 4 1,-3 5-10,-5 3 0,-1 1 48,1 7 1,-2 0 341,-6 9 0,0 6-73,0 6 1,0 2 82,0 7 0,-4-5-424,0 13 0,-5 2 149,5 2 0,0-31 0,0 0-122,0 31 0,-1-30 1,0 0 45,1-1 1,0 0 0,0 1-1,1 0 90,-2-1 0,2 0 0,0 27-69,-1-8 0,2-3-795,2-2 0,0-9 144,0-2 1,0-15-183,0-2 0,6-6 55,2-3 1,3-6 19,2-6 711,4-11 0,3-14 0,5-7 0</inkml:trace>
  <inkml:trace contextRef="#ctx0" brushRef="#br0" timeOffset="14">4652 11323 8059,'0'18'484,"-1"2"-207,-3 4 0,2 3-94,-2 1 1,3-1 22,1 2 1,1-5 5,3-3 1,3 0-105,5-9 1,1 2 88,-1-10 0,2-1 11,3-7 1,-4-7-111,4-6 1,-5-5-105,-3 1 1,-4-6-388,-5-2 1,-1 0 241,-3 4 0,-5 2 156,-7 2 0,-3 3-5,-6 6 0,-4 5-1563,0 3 1563,-6 8 0,4 8 0,-7 8 0</inkml:trace>
  <inkml:trace contextRef="#ctx0" brushRef="#br0" timeOffset="15">6091 11100 7569,'0'-8'49,"-1"1"63,-3 1 1,1-2-56,-5 4 1,4 1 16,-5 7 0,1 5 13,-4 7 0,-1-1 238,1 6 1,-5 1-79,1 7 1,3-3-146,5 3 0,5-7 69,-1-1 0,3-6 34,1 2 0,1-4-139,3 0 1,3-6-117,6-3 0,3-3 60,1-1 1,5-7-144,-2-5 0,0-3-134,0-10 1,0 1 96,0-9 0,-2 6 115,-5-2 0,-2 3-82,-3 1 0,-3 1-114,-5 4 0,0-2 165,0 5 1,-5 5 107,-3 4 1,-3 5-101,-2-1 1,-1 2 13,-2 2 1,2 4 120,-2 1 1,3 4-77,5-1-40,2-2 89,6 5 1,3-10 30,5 4 0,2-7-83,11-6 0,1 0 6,7-9 1,-3-4-8,3-3 0,-4-1-1,-5-4 1,2-1 36,-5 1 1,0-6-29,-5 2 0,-1-1-5,-3 1 0,-2-3 35,-6 3 0,0 4 174,0 4 1,0 6 147,0 6-62,-6 1 0,3 8-88,-5 8 1,5 11-61,-1 18 1,3 13 92,1 16 0,0-26 0,0 2-308,0 5 0,0 1 1,0 3-1,0 2 173,0 2 0,0 2 1,2 3-1,0 2-357,0 0 0,0 0 0,1-1 0,-2 0 303,0-1 1,-2 0-1,1-4 1,0-1 10,0-5 1,0-1 0,0 0-1,0-2-179,1-5 0,-2-1 0,-3 27 325,0-14 1,-6-9 158,2-12 0,-3-3 245,-1-13 0,-2-4 170,-3-9 0,-2-2-521,-6-7 1,-1-10-143,-3-14 1,7-10-316,-3-6 0,10-12 287,8 27 1,2-2 0,0-2 0,3-1-251,1-1 0,2 1 0,3 2 0,3 1-59,9-30 1,5 9-176,0 8 0,6 10-523,-2 10 0,8 9 396,0 3 0,-1 5 212,1 3 0,0 4 328,4 5 0,2 0 0,2 0 0,2 0 0,-3 0 0,-4 0 0</inkml:trace>
  <inkml:trace contextRef="#ctx0" brushRef="#br0" timeOffset="16">7431 10827 7569,'0'-12'597,"0"-1"140,0 7 1,1 0-395,4 6 0,-3 7-115,7 5 0,-7 6-33,2 7 0,2 10 7,-2 2 0,0 8-55,-4 1 1,0-4-127,0 0 0,2-4-248,2 0 1,-1-3-567,5-2 0,-1 2 446,1-6 1,3-2-581,-3-6 0,7-4 63,2-9 864,5-3 0,-3-16 0,6-2 0</inkml:trace>
  <inkml:trace contextRef="#ctx0" brushRef="#br0" timeOffset="17">7754 10778 7569,'-7'0'381,"1"0"-178,6 0 27,0 0 5,6 0 1,1 5-82,5 3 1,5 5-52,-1 3 1,5 4 6,-5 4 1,6 5 0,-1 0 0,1 4-46,-1-4 1,-3 4-143,-6-4 1,-1 2 122,-3-2 0,-2-3 30,-6 3 1,0-4-47,0-5 0,-6-2 172,-2-5 0,-7-2 14,-2-3 0,-5-3-73,2-5 0,-2 0-28,1 0 1,3-5-22,6-3 0,-1-3 19,1-2 0,1 1 3,3-1-288,2 1-14,6 0 1,7-1-321,5 1 1,6 5 52,7 3 1,0-3 171,0-1 0,4 2 82,0 2 0,0-2-60,-5 2 0,1-4-157,0 4 1,0-6 189,0 2 0,-6 1 192,-3-1 1,-3 4 19,-5-5 196,3 7 1,-10-5 929,4 3-874,-4 2 0,-1-2-89,0 8 1,-1 4 129,-4 9 1,4 2 336,-3 6 1,3-4-312,1-1 0,5 1-209,3 4 1,8-6-7,0-2 0,10-5-142,-1-4 0,8-2-100,0-6 0,-1-7 74,1-5 1,-3-6 92,-1-7 0,-5-1-53,-12-3 0,-1 3 9,-3-3 1,-3-2 48,-10 2 0,-3 0 17,-8 5 0,-4 4-52,-4 4 1,-7 6-1,-2 2 1,1 7-512,-1 1 0,2 11 258,-2 9 1,4 4 32,8 0 235,-3 7 0,11 0 0,-5 7 0</inkml:trace>
  <inkml:trace contextRef="#ctx0" brushRef="#br0" timeOffset="18">9404 10976 7569,'-13'-12'0,"5"3"0,0 1 0,5 4 909,-1-4 182,2 5 0,8-3-837,2 6 1,5 0-406,3 0 1,3 0-10,6 0 0,0 0-185,0 0 0,4 0-282,0 0 0,0 2 291,-4 2 1,-1-1 170,1 5 1,-6 0 164,-2 5 0,-3 5 0,-2 1 0</inkml:trace>
  <inkml:trace contextRef="#ctx0" brushRef="#br0" timeOffset="19">9453 11249 7569,'-12'0'1217,"-1"0"564,7 0-718,0 0-759,6 0 1,11-4-879,6 0 0,5-5 312,2 5 1,11-5-875,2 0 1,14-2 1135,3-1 0,5-6 0,3-1 0</inkml:trace>
  <inkml:trace contextRef="#ctx0" brushRef="#br0" timeOffset="20">10706 10691 7569,'-20'-13'0,"-1"1"0,0 4 318,-4-1 1,5 3 538,-1-3 0,7 2-61,2 3-144,-1 3-756,12-5 1,-3 6 148,8 0 1,7 0-196,6 0 0,9 2 129,-1 2 1,4-1 157,0 5 0,1 0-229,3 5 1,-3 3-530,-5 1 1,-1-1 283,-4-3 0,-3 3 14,-9 1 0,-2 5 350,-6-2 1,-2 0-94,-2 0 1,-8-3 273,-9 4 0,-2-6-131,-2 1 1,-3-2-85,3-2 1,-1 1 138,10-1 0,3-3 226,5-1 0,5-4-247,-1 4 0,5 0-260,8 5 1,0-2 45,12-3 0,5 7 94,7-2 0,2 2-78,-2-3 0,1 1 70,-5-1 0,4 5-33,-4-1 0,-5 5 81,-8-5 0,-6 2 374,-2-1 0,-6-2-67,-2 6 1,-9-5 139,-11 5 1,-2 0-260,-12 3 0,-3 1-35,-4 0 0,-10 0-536,1 0 1,-6-1 90,2 1 0,-3 0 345,8 0 1,-1-5-85,13 1 0,-2-8 0,10 3 0,2 1 0,1-4 0,1-2 0</inkml:trace>
  <inkml:trace contextRef="#ctx0" brushRef="#br0" timeOffset="21">12034 10641 7569,'0'-7'1910,"0"2"-1440,0 5-348,-6 5 0,3 8 24,-5 7 0,-4 11 151,-5 6 0,-6 10 4,-2 7 0,0-1-269,-4-3 0,-1-5 71,1 1 0,-8-1-161,4 5 1,-5-6-654,9-3 1,-2-2 43,6-2 0,-3-5-1194,8-3 1861,2-9 0,-6-2 0,5-5 0</inkml:trace>
  <inkml:trace contextRef="#ctx0" brushRef="#br0" timeOffset="22">11401 10778 8019,'0'-20'1590,"0"2"-1234,0 12 1,1 0-147,4 6 0,3 7-61,8 5 1,4 6 442,4 7-292,1 0 0,4 5-61,0 3 1,6 3-62,-2 1 0,3 0-293,1 1 0,0-2-408,0-3 0,0 1-831,1-5 1,3 0 740,0-4 0,1-2 613,-5-2 0,6 2 0,1-3 0</inkml:trace>
  <inkml:trace contextRef="#ctx0" brushRef="#br0" timeOffset="23">12418 10678 7569,'0'7'1297,"4"10"-279,1-1-666,4 12 1,-7 5-65,2 8 1,-3-1-140,-1 6 0,0-6-642,0 1 1,4-6 266,0-2 1,2-6 220,-2 2 1,-1-4 56,5-4 1,-4-5-53,4-8 0,1-2 0,3-6 0</inkml:trace>
  <inkml:trace contextRef="#ctx0" brushRef="#br0" timeOffset="24">12629 10530 7569,'0'-13'369,"0"5"126,0 0 1,6 5-313,2-1 0,3 9-287,1 8 1,5 0 210,-1 8 1,5 1 98,-4 7 1,-1 1-24,-3 4 1,-1 1 39,0-2 1,-5 7 23,-3 2 0,-2-1-13,-2-4 0,-2-1-12,-2-3 0,3-4 119,-3-8 1,2-3-109,2-6 0,2-1-153,2-3 1,4-2 125,9-6 0,8-3-23,8-5 1,0-2-1,4-10 1,-3 0-652,8 0 1,-9-2-506,-4 5 0,-3 2 973,-1 7 0,0-3 0,-1 4 0</inkml:trace>
  <inkml:trace contextRef="#ctx0" brushRef="#br0" timeOffset="25">9490 12328 7569,'-6'0'1579,"0"-6"-1019,6 5 0,6-9 87,2 6-510,8 0 1,1 4-271,8 0 0,2 0 146,11 0 1,-1 0-620,0 0 0,-4 0 411,0 0 0,-1 0 144,1 0 51,-3 0 0,-10 0 0,-3 0 0</inkml:trace>
  <inkml:trace contextRef="#ctx0" brushRef="#br0" timeOffset="26">9515 12650 7569,'0'6'0,"0"-6"0,2-7 410,2-10 1,10 4 551,10-4 0,8 8-1148,9 0 1,1-3-15,7-5 1,0-3-1048,9 3 1,-2-5 1246,2 1 0,3-2 0,-5-2 0</inkml:trace>
  <inkml:trace contextRef="#ctx0" brushRef="#br0" timeOffset="27">10781 12129 7569,'-13'-12'715,"1"0"155,-1-1 1,5 2-508,0 3 0,5 1 84,-1 3-308,3 3 0,2-6-125,3 3 1,7 2 180,6-2 0,5-1 0,-2 0 0,8 1-404,1 4 145,5 0 1,-7 0-240,2 0 1,0 2 209,-5 2 1,3 3-329,-11 5 0,1 0 198,-5 1 0,-5-1 41,-3 1 0,-4 0 34,-4 4 0,-8-2 181,-9 6 1,-5 0 116,-7 3 0,-1 1 265,-7 0 1,3 0 29,0 0 0,1-1-207,0 1 0,7-1-25,5-4 1,7-2-52,10-5 0,2-5-479,6 0 0,6-1 182,2 1 1,12 2 161,5-6 1,8 2-139,0-2 1,3-3-250,2 3 1,-5-1 127,0 1 1,-6-1 17,2 5 0,-4 0 264,-4 5 1,-1-1-61,-7 1 1,1-1 530,-10 0 0,0 1-268,-4-1 1,-7 1-117,-5-1 1,-2 0 301,-7 1 1,-5-1 543,-7 1 1,1-1-648,-1 0 0,1-3-201,-1-1 1,-1-1-368,5 1 0,1-2 230,8-6 1,2 0-1911,5 0 1467,1 0 0,5-2 218,3-2 1,8-3-602,4-5 1,13-6 827,4-3 0,13-2 0,1-2 0</inkml:trace>
  <inkml:trace contextRef="#ctx0" brushRef="#br0" timeOffset="28">11562 11993 7569,'-12'-5'985,"-1"3"203,1-2 0,-4 10-714,-1 6 0,0 7-223,5 10 0,0 6 828,-1 10-690,1 1 0,-1 10 244,1-2 0,5-2-195,3 6 0,4-10-374,4 2 0,9-9 40,7 1 1,5-13-708,4-5 1,4-8 434,8-4 0,3-8 257,6-12 1,-4-7-477,-1-14 1,-1-7-1069,2-5 1,-9-5 830,-8 5 0,-10-5 281,-6 5 0,-7 1 666,-6 7 1,-12 0-277,-9 8 0,-9 8 766,-11 13 0,-8 4-448,-4 4 1,-5 9-183,4 7 0,10 8-21,7 1 0,8 5-8,0 0 0,12-3-1862,5 2 0,9-1 1708,3 1 0,4-3 0,7-5 0,-1 0 0,0 0 0,-2 0 0</inkml:trace>
  <inkml:trace contextRef="#ctx0" brushRef="#br0" timeOffset="29">1737 13990 7569,'-7'-6'27,"-4"5"124,4-10 0,-1 8-22,-1-5 0,7 4 77,-3-4 1,4-1-84,1-3 1,0-1 59,0 1 1,0 0 122,0-1 1,4 5-108,0 0 1,5 4 133,-5-5-205,5 7 1,-2-3-143,6 10 0,-5 6 52,0 5 1,0 10 128,5-1 0,-5 7-222,0-3 1,1 5 51,3-1 1,-4-1-73,1 1 0,-5-5 0,4 1 1,-5-5 5,1-3 1,-1-3 230,1-6 141,-3-5-122,5-1 1,-10-9-40,-1-5 1,-4-2-425,1-11 0,1-5 163,-2-7 0,2-7-313,-1-1 1,-1-6 177,4 1 0,1 0 15,4 0 0,0 5 165,0 8 1,2 2 87,2 7 1,3 6 75,5 5 0,-4 6-84,1 7 0,-1 2 189,4 2 1,1 8-53,-1 9 1,1 7 151,-1 0 1,4 8-81,1 2 1,0-1-70,-5 4 1,5-4-116,-1-4 0,2 2-125,-1-6 1,-4-6-125,4-6 188,-3-4 1,-2-6 253,0-2 0,-3-5-133,-1-5 0,-4-7-113,4-9 1,-3-9-6,3-7 1,-4-6-107,4-7 0,-5-3 37,1-1 1,-1-5-412,1 1 1,1-1 365,4 1 1,2 8 79,-3 9 1,3 8 157,1 4 0,1 9-85,-1 8 1,-3 1 19,-1 7 1,-1 2-26,1 11 0,3 5 130,-3 10 0,3 7 5,2 2 0,1 7 185,2 1 0,-2 6-58,2-2 1,2 4-70,-1 0 1,5 1-117,-1-1 1,2-4-6,2-4 1,0-4 3,-1-4 1,1-4-28,0-8 1,4-3-11,0-6 0,0-1-215,-4-3 1,0-2 60,-1-6 0,1-6-67,0-2 0,-2-8 52,-2-5 0,-3-4-21,-6-4 1,-1-4-70,-2-8 0,-5-2-309,-8-2 1,-7-2 225,-6 5 0,1 7 114,3 6 1,-3 8 193,-1 4 1,-5 10 311,1 7 0,2 9 250,-2 11 0,6 5-336,-1 8 1,3 9-47,5-1 1,3 4 6,5 1 1,6 1-530,7-6 1,6 0 63,10-3 1,3-7-87,5-2 1,6-4-112,2-4 0,8-3-2166,0-6 2629,7-5 0,-9-4 0,2-12 0,-2-4 0,-1-1 0,0 3 0</inkml:trace>
  <inkml:trace contextRef="#ctx0" brushRef="#br0" timeOffset="30">3498 13382 7569,'-12'-12'333,"1"-1"453,3 1-936,-3 5 9,9 2 0,-7 10 285,4 3 1,0 10 307,1 7 1,2 7-144,-2 9 0,3 3-96,1 6 0,0-1-268,0 1 1,5 0-182,4-1 1,0 1-240,0-1 0,2-3 200,-3-1 1,3-5-40,1 2 1,-3-13-62,-1-5 163,-5-7 0,-1-5 212,-10-8 0,-6-13 0,-10-5 0</inkml:trace>
  <inkml:trace contextRef="#ctx0" brushRef="#br0" timeOffset="31">3238 13928 7569,'-37'-24'-1435,"5"5"2577,3-6-659,3 6 1,6 7-5,4-1 0,3 5 43,5 0 0,3 4-375,5-5 0,7 5 48,5-4 0,10 0-199,7-5 0,11 1 87,1-1 0,12-5-251,5-2 1,2-5-278,2-4 1,0 2 295,0-7 0,-5 7-75,-3-2 1,-9 3-197,-4 1 1,-7 6 237,-5 2 1,-9 3-37,-3 2 828,-3 5-482,-8 2 1,0 7 555,-6 7 0,-4 6 130,0 14 0,-5 2-371,5 7 1,-4 4-28,4 4 0,0 2 20,4 2 1,0-1-352,0 1 0,4-2 57,0-2 0,10-4-429,-2-5 0,3-5 255,-2-3 1,-1-7-366,1-1 1,3-10 161,1 1 0,-1-8 9,-3 0 0,0-4-60,4-4 0,-3-4 29,2-8 0,-2 0 61,-2-4 1,1 0-6,-1 0 1,1-4 369,-1 4 0,-1-2-114,-3 1 0,3 3 49,-2 6 1,2 1-70,1 2 0,-4 0-75,1 5 0,-5-1 47,4 5 0,-1 6 18,1 2 0,3 5 92,-3 3 0,4 3-76,0 6 1,0 0 80,1 0 0,-1 0-70,1-1 1,3 0-64,1-3 1,5 1-1,-2-6 1,0-3 9,0-5 0,-3-5-19,4 1 0,-2-4-136,2-4 1,1-5-2,-6-7 1,1 1 73,-5-6 0,0 0-120,1-4 0,-5 1 35,0-1 1,-5 6 193,1 2-120,-2 3 124,-2 7-12,0 2 1,-4 6 171,-1 3 1,1 7-13,4 6 1,0 4-72,0-5 1,6 6-107,2-1 1,3-3 55,1-2 1,1-2-113,-1-2 0,5-1 42,-1-2 1,2-4 26,-1-5 0,-2-1 61,6-3 0,-6-3 100,1-6 0,-6-4-15,-2-4 1,-5-3-69,1 0 1,-9-3 74,-8-1 1,-5 1-81,-6-2 1,-1 5-72,0 3 0,-4 4 18,0 9 1,0 1-2,4 3 1,6 4-227,2 0 1,5 1-393,4 8 0,2 3-580,6 5 1,3 3 524,5-3 1,7 4-16,14-5 0,3 2 655,5-1 0,1-4 0,-1 5 0</inkml:trace>
  <inkml:trace contextRef="#ctx0" brushRef="#br0" timeOffset="32">5235 13891 7569,'-7'-25'0,"-4"-3"369,3 3 0,-3-1 542,-1 10 0,1-1-635,2 5 1,-2 1-82,3 3 0,-3 2-172,-1 6 1,-1 0 224,1 0 0,-1 6 213,1 2 0,-1 4-185,1 5 0,0 6 37,-1 6 1,2 6-84,3-2 1,2 1-12,6-1 1,0 2-336,0-6 0,2-2 155,2-6 1,3-1-292,5-7 0,1 1 145,-1-10 1,2 0-27,2-4 0,0-11 25,4-6 0,-3-12-69,3-8 1,0-7-505,0-10 0,2-4 159,-5-8 0,-8 32 1,-1-2-35,-2-3 1,0-1 0,-2 3 0,-1-1 256,-1-2 0,0 1 1,-1 2-1,1 1 264,2-30 0,-3 12-47,3 17 1094,-2 11 0,-8 15-390,-2 11 1,1 18-14,-1 15 1,5 14 104,-1 11 1,3 4 634,1 4 1,1-3-814,3 3 1,3-2-342,5-2 0,6-2-1280,3-2 1,2-3 708,2-5 1,0-6-1401,0-3 1,5-4 1775,3-3 0,-2-5 0,0-3 0,1 4 0,1-1 0,0-1 0</inkml:trace>
  <inkml:trace contextRef="#ctx0" brushRef="#br0" timeOffset="33">6327 13407 7971,'0'-7'377,"0"2"1,0 3-112,0-2-19,0 3 5,0-5-24,0 1-16,-6 3-272,5-3 103,-4 5-189,5 0 383,0 0-120,5 0 0,2-4-36,5-1 0,-2 1 8,2 4 1,-2 0-40,7 0 1,2-4 12,2 0 1,3 0-44,5 4 1,-1-4-8,5 0 0,-1 0-75,1 4 1,1 0 104,-5 0 0,4-2-163,-4-2 0,4 3-14,-4-4 0,0 4-48,-4 1 0,-2-1 78,-2-3 32,3 2 0,-11-3-52,4 5-11,-9 0 358,3 0-220,-9 0 1,2 0 187,-8 0 0,1 0 76,-6 0-107,1 5 0,-4-3 1,-1 2 0,5 1 26,0-1 1,4 1-33,-5-5 19,7 0-222,-9 5 1,5-2 74,-2 5 1,-3-4-112,3 4 0,-3-3 46,-2 3 0,-1 2-280,-2 6 1,-5-1 1,-8 6 1,-7 5-134,-5 7 0,-9 8 178,24-18 1,-1 0-1,-1 3 1,-1 2-1,-5 0 1,1 0 0</inkml:trace>
  <inkml:trace contextRef="#ctx0" brushRef="#br0" timeOffset="34">6426 13754 7569,'-7'-5'278,"-4"-2"0,10-1-93,-3-1 0,-2 5 230,2-4-111,0 0-126,4-5-89,0 1 0,5 1 47,4 2 0,6 0-43,1 5 1,6-5 54,-1 5 0,4 0-80,4 4 0,-2 0 41,7 0 1,-5 7 9,4 5 1,-2 2-55,2 7 1,2 0-117,-6 3 1,0 7 5,-4 2 0,-6-2 27,-3 3 1,-7 1-104,-5 3 0,-3 2 117,-1-7 0,-11-2 176,-5 2 0,-8-5-130,-5 1 0,-8-4-36,-8-5 1,-5-2 400,-4-5 1,-2-2-117,-6-3 1,0-3 402,0-5 1,6 0-277,7 0 1,2 0-32,10 0 1,-2-4-88,10 0 1,6 0-403,6 4 1,8-4-259,0 0 133,6 0 1,1 4-456,10 0 0,7 1-627,14 3 1,4-1 1308,9 5 0,2 6 0,5 5 0</inkml:trace>
  <inkml:trace contextRef="#ctx0" brushRef="#br0" timeOffset="35">4268 14883 7569,'0'-13'559,"0"1"-210,0 0-244,-6 5 0,3 1-105,-5 6 558,5 0-386,-8 0 1,8 6-26,-5 2 1,5 7-78,-1 2 0,3 3 243,1-3 0,0 9-20,0-1 0,0 4-124,0 0 1,1 2-27,3 7 0,-2-5 33,2 0 1,-3 0-342,-1 4 0,4-4-222,1 0 0,-1-1-471,-4 1 0,4 1 448,0-5 1,4 0-1027,-4-4 1436,6 0 0,-3-6 0,5-1 0</inkml:trace>
  <inkml:trace contextRef="#ctx0" brushRef="#br0" timeOffset="36">4900 14821 7569,'0'-7'1120,"-1"1"-1034,-3 6 0,1 2-245,-5 2 0,1 4 318,-1 9-35,-4 2 0,7 2-57,-3-1 1,2-3 7,6 4 1,0-6 43,0 1 1,2-7-28,2-5 1,4-3 115,9-1 1,-4 0-78,4 0 1,1-10-147,-2-2 1,2-5-8,-1 1 1,-8 1-128,4-6 1,-8 5 164,4-5 0,-7 6 29,2-2 1,-6 2-228,-2-2 1,-6 8-112,2-4 0,-3 5 147,-2 0 0,1-2 77,-1 6 1,5 0 270,0 4-103,5-6-86,-2 5-34,5-4 0,7 3 23,5-2 1,6-3-38,7-5 0,-1 4 54,1-1 1,4 1 90,0-4 1,0 5-113,-4 3 1,0-2 95,0 2 1,-5 0-54,1 4 0,-6 1 74,2 3 1,1 3-78,-2 6 0,-1-1 20,-6 0 0,0 6 121,-5 3 0,0 2 65,-4 2 0,0 1 41,0 3 1,0 3-60,0 5 0,-5 0-116,-3 1 0,1 3-60,-2 0 0,3 6-150,-3-1 0,-2 0 185,3 0 1,1 2 35,-1-2 1,1-2-553,-1 1 1,2-5-251,6 2 0,0-8-182,0-1 1,0-9 367,0 0 1,2-9 45,2-2 0,3-6 179,5-7 1,0-9 269,1-7 0,5-9 0,1-12 0</inkml:trace>
  <inkml:trace contextRef="#ctx0" brushRef="#br0" timeOffset="37">5409 15329 7569,'11'-19'648,"-3"2"-366,3 4 1,-8 2 177,5 2-377,-5 4 1,7 6 111,-6 3-58,0 3 1,1 6 56,4-1 1,2 0-1,1 1 1,2-1-129,2 1 1,0-2 76,4-3 1,1-2-221,4-6 1,4-7 48,0-6 0,-2-5-26,-6-7 1,1 2 34,-5 2 1,-6-6-79,-7 2 1,-3-1 113,-1 5 1,-7-1 19,-5 6 0,-6 0-335,-7 8 0,0-1-118,0 4 1,2 4-112,2 9 1,3 2 220,6 11 0,5-1 306,3 5 0,8 0 0,3 0 0</inkml:trace>
  <inkml:trace contextRef="#ctx0" brushRef="#br0" timeOffset="38">6910 15019 7701,'-6'-18'332,"4"5"-359,-7-4-120,7 3 305,-4 2-170,6 5 0,0 0-22,0 3 0,0 3 117,6-5 0,-4 6 143,7 0 95,-7 6 0,5 0-105,-2 7 0,-4 1-7,3 2 0,-3 2-132,-1 3 1,5 2-136,-1-2 0,0 1 240,-4-1 92,0-4-747,5-4 169,-3-6 187,3-2 0,-3-12 52,2-5 0,-3-3-45,3-10 1,-2 2 108,-2-10 0,0 4 8,0-5 1,0 7-31,0-2 0,0 8 3,0 5 376,0 2-91,0 2-550,0 5 126,5 1 76,2 6 1,7 0 73,2 0 1,-2-4-13,3 0 1,2-6-11,2 2 1,-2-9-27,2-3 0,-5-4-32,5 0 1,-6-5-6,2 0 0,-4-2-26,0 2 1,-1 5 78,1-1 1,-5 1 157,0 8 0,-4 3 179,4 5-10,-5 5 0,7 9-185,-6 10 1,2 18-79,-2 7 1,-2 17 676,7 8 0,-5-27 1,0 0-481,2 5 0,0-1 1,1 1-1,-1 0 80,0 4 1,0 0 0,0-1 0,-1 1-379,-1 1 1,1 1 0,0-3-1,1 0 118,-2-1 1,0-1 0,-1-5 0,-1-1-34,0-3 0,0-1 0,4 30-125,-2-16 1,-1-3 264,-7-13 0,-5-9 48,-7-7 0,-5-5 563,-8-3 0,-2-5 139,-7-8 0,-3-10-908,0-11 0,-6-7 48,1-9 1,4-6-557,20 19 0,2-2 0,-13-32 96,18 28 1,1-2 0,4 2 0,1-1-669,-4-31 1,7 8 654,6 0 1,6 13 97,7 8 1,16 2-629,12 10 0,12 5 424,4 11 0,-22 6 0,1-1 542,1 1 0,0 2 0,29 11 0,-10 2 0,-12 9 0,-9 4 0</inkml:trace>
  <inkml:trace contextRef="#ctx0" brushRef="#br0" timeOffset="39">8473 14622 7569,'-25'-37'0,"6"5"408,3 4 1,6 4 1404,2 8-1007,5-1-397,-3 16 0,5-9-128,-3 6 0,2 1-405,-2 7 0,4 9 160,4 7 1,2 9 115,2 4 0,5 7-147,-1 2 1,0 3-239,5-4 0,-3 2 35,-2-1 1,3-3-235,-2 7 0,2-6-656,-7 1 0,2-2 488,-2-2 1,2-1 599,-6-3 0,0-3 0,-4-5 0</inkml:trace>
  <inkml:trace contextRef="#ctx0" brushRef="#br0" timeOffset="40">8709 14548 7569,'0'-12'125,"1"3"189,3 1-283,-2 0 0,9 1-31,-3 3 0,-1 2 181,1 2 0,5 2-149,3 2 1,5 3-77,-5 5 0,6 2 48,-1 2 0,3 4-1,0 5 1,-3-1 292,0 1 0,-6 1-14,1 3 1,-2-1 2,-1 5 0,-6-4-93,-3 4 1,-3-1-39,-1 1 1,-1-3-11,-3-5 0,-5 0 3,-7-1 1,1-3 17,-6 0 1,0-6-6,-4 1 1,1-7-93,-1-5 1,4-3 60,0-1 0,6 0-174,-1 0 0,6 0 98,2 0 1,5-5-112,-1-4 1,2-2 88,2-1 1,0 0-358,0-1 0,7-1 38,6-2 1,1 1-99,6-6 0,1 5 168,4-5 0,0 4 58,-1-3 1,1 5 153,0-2 0,-2 3-86,-2 2 1,-2 1 134,-2 3 1,-7 2 152,2 6-19,-2 0 1,1 6-23,-3 2 1,-1 3 184,-3 1 0,-3 6-120,3 3 1,-1-2 20,1 2 1,3-2-95,6 2 1,-1-2-10,0-2 0,2-5-148,3 0 0,2-1 62,6-6 0,1-1-28,3-4 1,-3-2 31,3-2 1,-3-3-139,-1-5 0,-1-6 87,-4-3 0,-3 2 31,-9-2 1,-2 1-117,-6-5 0,-2 0 70,-2 0 0,-8 2-204,-9 2 1,-7-1 101,0 6 0,-7 0 116,2 8 1,-3 3-240,-1 5 1,1 1-265,3 3 0,3 7 102,5 6 1,1 1-112,4-2 1,3 2-1129,9 3 1636,2 2 0,6-9 0,0 4 0</inkml:trace>
  <inkml:trace contextRef="#ctx0" brushRef="#br0" timeOffset="41">10074 14784 7569,'-21'-2'1704,"0"-2"-714,6-3-615,-3-5 1,10 4-57,0-1-208,5 6-258,-3-2 0,12 5 74,2 0 0,9 0 106,3 0 9,4 0 0,6-1-5,3-4 0,3 4-67,1-3 1,5 3-137,-1 1 0,4 0-237,-3 0 0,0 0-373,0 0 1,-8 5 265,4 3 510,-10 3 0,3 7 0,-6 2 0</inkml:trace>
  <inkml:trace contextRef="#ctx0" brushRef="#br0" timeOffset="42">10123 15056 7569,'-18'0'0,"6"-5"3052,-1-3-984,1 2-1575,11-5 1,-3 4-337,8-5 1,9 5-1842,12 3 1078,17 2 0,4 2-146,12 0 1,2 2-2764,6 2 3515,3-3 0,-32 4 0,0 1 0,0-2 0,1-1 0</inkml:trace>
  <inkml:trace contextRef="#ctx0" brushRef="#br0" timeOffset="43">11475 14560 7569,'-4'-18'267,"0"-2"0,-1 2 425,1 1 1,2 8 110,-2 0-254,3 7-110,1-4-152,-6 17 0,5 7 126,-3 11 1,-2 7-197,2 1 1,-2 2-47,2 6 1,3-4-134,-3 5 0,-2-2 109,2 1 0,0-2-818,4-6 0,0-1 415,0-3 1,0 2-751,0-6 1,0-2 122,0-6 0,0 1-714,0-5 1597,0-1 0,0-4 0,0 1 0</inkml:trace>
  <inkml:trace contextRef="#ctx0" brushRef="#br0" timeOffset="44">11860 14945 8889,'-25'-11'3301,"6"3"-2971,-5-5-1239,16 8 545,-8 5 0,10 1-64,-2 3 0,1-1-49,3 5 0,2 0-1390,-2 5 1867,3-1 0,1 1 0,0-1 0</inkml:trace>
  <inkml:trace contextRef="#ctx0" brushRef="#br0" timeOffset="45">12096 14523 7569,'-6'-25'0,"5"2"1148,-3 2-574,2 3-395,2 11 1,2-2-105,2 5 0,3 0-117,5 4 1,2 2-12,2 7 1,0 0 218,4 12 0,-3 0 602,4 3-503,-1 7 1,1 2 129,0 8 1,-6-1-56,1 6 1,-3-5 102,-5 4 0,2-3-189,-6 3 0,0-4-246,-4 5 1,-3-6-188,-5 1 174,0-8 0,-16-2 74,3-7 1,-2-4-145,-2-4 1,-4-7 114,0-5 1,0-3-109,5-1 1,3-7 230,0-5 1,12-6-40,0-7 1,7 0-83,2 0 1,11 5 289,5-1 1,12 6 933,5-2 0,9 9-814,8 4 1,1 4-511,7 4 0,-6 4-591,2 9 0,-7 2 575,-2 6 1,-5 1-1562,2 3 0,-9-3 849,-4 3 0,-8-3-2354,-5-1 3140,-2-5 0,-7-1 0,-3-3 0,-3 5 0,-1 2 0</inkml:trace>
  <inkml:trace contextRef="#ctx0" brushRef="#br0" timeOffset="46">3697 16272 7569,'-2'-18'892,"-2"-3"0,-1 3-192,-3 2-306,2 8-635,6 2 217,0 6 1,1 0 8,4 0 1,6 0-95,5 0 1,8 0 116,0 0 1,3 0-25,6 0 1,0 0-43,4 0 0,-4 0 28,0 0 0,-1 0 41,1 0 0,-7 6 3,-5 2 0,-6 3 23,1 1 0,-6 6-5,-2 3 1,-6 2-18,-2 2 1,-7 5 30,-10 3 0,-2-1-5,-6 1 1,-1-5 44,-3 1 1,0-7-34,0-2-24,0-4 0,10 0 61,-6-8 121,6 3 10,1-9-294,11 3-139,1-5 1,12 0 144,2 0 1,9 0 83,3 0 1,4 0-71,1 0 1,4 2 43,0 2 0,1 3-106,-1 5 1,-3-2 86,3 2 0,-4-2 8,-4 6 0,-4 2 72,-4-1 0,-2 5 183,-3-1 1,-2-2-112,-6 2 1,-2-1 103,-2 5 0,-3-2 157,-5-2 0,-6 3-114,-3-4 0,-2-1-223,-2 2 1,0-6-127,0 2 0,2-3-267,2-2 0,-1-1-166,6-3-370,-1 3 603,5-9 1,5 2-122,3-8 1,5-5-308,7-7 1,3-5 269,14-8 0,0 2 94,12-6 1,-5-2 273,9-6 1,-1-2-205,6-2 1,1-2 279,-6 5 0,0 3-2,-3 5 0,-8 6 4,-5 7 1,-2 3 1,-6 6 1,-5 0 1200,-4 4-912,-5 3 1,3 6 290,-6 3 1,-5 9-118,1 7 0,-5 4 250,0 1 0,3 1-370,-3 3 0,6-2-26,-1 6 1,3-5-191,1 1 1,1-7 66,3-1 1,3-6-275,6 1 1,5-8 100,2-3 0,0-4-77,0-1 0,2-8-28,7-9 1,-2-2-56,1-10 1,-7-1-62,-4 1 0,-5-2-67,-4 2 0,-2 3 139,-6-3 0,0 5 30,0 3 1,-10-1 132,-2 5 0,-5 6-98,1 7 1,-4 3-323,-4 1 1,3 5-65,0 3 1,6 8-202,-1 0 0,3 1 179,5-5 0,-2 1-52,6-1 0,1-4 511,8 0 0,7-5 0,13-3 0,6-7 0</inkml:trace>
  <inkml:trace contextRef="#ctx0" brushRef="#br0" timeOffset="47">4975 16210 8260,'-13'0'470,"1"0"-155,-1 0 1,0 5-50,-4 4-128,3 2 0,-4 5 9,6 1 1,5 1-75,3-2-64,-3-2 0,6 4 149,-3-6 0,8-5-248,4-3 0,3-2 26,1-2 0,1-2-104,-1-2 0,1 1 16,-1-5 1,-1-1 5,-3-8 1,-2 3 9,-6-2 1,0-2-73,0 1 1,-6-5-31,-2 1 1,-3 2 90,-1-1 0,1 3 191,2-4 0,0 6-100,5-1 0,-1-2 279,5 1 1,2 1-107,2 3 1,3 5-16,5 0 0,5-1-123,-1-3 0,5 4-2,-4-1 1,5 5 24,-2-4 1,0 5 48,0-1 1,0 3-102,0 1 0,-2 0 49,-5 0 1,3 1 48,1 3 0,-2-1 17,-7 5 0,2 1 138,-6 3 1,4 5 18,-4-1 0,0 8 167,-4 0 0,0 3-174,0 6 1,-4 1-61,0 7 0,-4-1 388,4 6 1,-2-1-171,2 5 1,1 4-406,-5-1 1,4 7 10,-4-2 0,3 2-434,-3 2 0,4 0 198,-4 0 0,5-5-384,-1-4 1,3-2-58,1-1 0,1-6 322,3-3 1,0-7-378,9-6 1,-8-7 290,7-4 0,2-5 134,3-4 328,-1-8 0,-2 0 0,0-5 0,-2-2 0,-2 0 0</inkml:trace>
  <inkml:trace contextRef="#ctx0" brushRef="#br0" timeOffset="48">5260 16731 7569,'0'-13'504,"0"1"130,6 5 0,-5 7-22,3 8-385,3 9 0,-2-2-61,4 6 1,2-5-166,-3 5 1,7-2 15,2 2 0,1-3 152,-2-6 0,-1-5-164,6-3 1,-2-2 79,2-2 0,-2-6 158,-2-2 1,-8-5-169,4-3 0,-9-3-108,0-6 0,-4 0-74,-4 0 1,-3 0-279,-5 1 0,-5 4 162,1 4 0,-5 3 79,4 5 0,-1 3-466,2 5 0,4 6 220,-1 7 1,6 6 389,7 10 0,6-3 0,1 5 0</inkml:trace>
  <inkml:trace contextRef="#ctx0" brushRef="#br0" timeOffset="49">6699 16421 7569,'-32'-18'1202,"2"4"0,7-3-855,2 9 1,3-1 488,6 4-1687,5 1 508,1 4 0,6 6 26,0 2 1,6 4 134,2 5 0,4-2 91,5 6 1,-2-2 87,6 2 1,-1 1 10,5-6 0,0 5-76,0-4 0,-2-2 70,-2-7 0,-3-2 10,-6-6 0,1 0-19,-1 0 1,-4-2 1,1-2 1,-7-4-16,3-9 1,-5-2-56,-5-6 1,-1 0 20,-7 1 0,1-1 39,-1 0 1,0 0-27,-4 0 1,7 6-7,-2 2 1,4 8 468,-1 1 718,-2 5-975,10-3 1,-5 8-185,6 2 0,2 1-59,2 4 0,3 0 133,5-5 0,2 0-190,3-4 0,-2 0 45,5 0 1,-3-6 171,4-7 0,-6-6-76,1-10 0,1-3-3,-5-5 1,2-2-108,-10-2 0,2 1-148,-2-5 1,-3 5 251,3-2 0,-2 9-17,-2 4 1,0 13 764,0 3-560,-6 9 0,1 6 248,-3 10 0,2 14 107,6 16 0,0 14-100,0-20 0,0 3 0,2 1 0,2 1-364,-1 4 0,2 1 0,2 2 0,2 0 346,1 6 0,1 0 0,0-2 0,0 0-520,-1 2 0,1 0 1,0-4-1,1-1 213,-1-5 1,-1-1 0,-1-3 0,0 0-229,-1-2 0,0-2 0,6 26 90,-2-12 1,-3-11-24,-1-11 1,-5-3 305,1-4 1,-10-5 400,-6-7 0,-7-4 62,-10-5 0,-3-7-719,-5-5 0,0-7-242,-1-10 1,5-7 237,0-5 0,6-16-1329,-2-1 1,8-5 561,5 1 1,7 7-572,5 5 0,5 10 422,8 7 0,6 7-4,14 1 1,11 6 297,5 6 619,17 6 0,-4-4 0,-21 8 0,1 0 0</inkml:trace>
  <inkml:trace contextRef="#ctx0" brushRef="#br0" timeOffset="50">8262 16024 7569,'-30'-13'0,"8"1"1116,-3 0 0,9 5 177,-1 3-790,9 2-301,-3 2 0,9 6-138,-2 2 0,4 9 81,4 3 0,3 9-151,6 4 1,-1 3 103,0 1 0,5 0-291,-1 1 1,1-1-231,-5 0 0,2 0-451,3 0 1,-3-1 238,2-3 0,-2 2-1018,-2-6 1653,6 0 0,-4-4 0,4-1 0</inkml:trace>
  <inkml:trace contextRef="#ctx0" brushRef="#br0" timeOffset="51">8585 15999 7569,'5'-12'0,"1"-1"1067,2 1-351,3 5-360,-4-4-324,5 10 0,2-5-48,3 6 1,-2 6-15,6 2 1,-1 8 97,5 5 0,-4 7-43,-1 1 1,-4 5 270,0-1 1,1 3-87,-5 1 0,2-1 22,-10-3 0,0 1-87,-4-5 1,0 4-37,0-4 0,-7-1 2,-5-7 1,-6 1-13,-7-6 1,0-1-37,0-6 0,1-4 56,-1-5 1,0 0-119,0 0 1,2-5 47,2-4 0,3-2-34,6-1 1,1 0-127,3-1 1,2-1-247,6-2 0,7 2 52,5-3 1,2 4-131,7 0 0,4 1 119,4-1 1,-1 2 37,-3 3 1,4-1 180,0 4 0,2-3-117,-3 4 0,-3 0 266,0 4 0,-1 0 112,-8 0 0,5 1 150,-5 3 0,1 3-203,-5 6 965,-5 5-697,4 1 1,-8 4 106,5-2 0,-1 1-135,1-5 0,3 3-23,-2-3 0,3-1-133,5-3 0,-4-5-117,4 0 1,2-5-22,2 1 1,1-8-82,-1-4 1,2-9 58,-2-3 0,-3-5-157,-2-4 1,-8-3-71,-3-5 1,-4 0 91,-1-1 0,-7-3-170,-5 0 0,-6 4 101,-7 4 0,-4 6 664,0 3 0,-5 10-195,0 10 0,0 2-33,1 2 1,0 7-568,8 6 0,-1 0-644,9 8 0,2-4-171,7 3 0,2 1 180,6 4 935,0-6 0,17 10 0,4-3 0</inkml:trace>
  <inkml:trace contextRef="#ctx0" brushRef="#br0" timeOffset="52">10371 16073 7569,'-25'0'0,"1"-4"1483,-1 0-931,0-5 1,6 3-135,2-2 1,3 2 201,2 6 98,5 0-594,2-5 0,11 2 35,7-5 1,5 4-80,7-5 0,6 2 115,7-1 0,0-2-551,8 6 0,-1 0-290,5 4 0,-1 2-511,1 2 0,0 3 464,-1 5 432,-5 6 0,5 7 0,-5 6 0</inkml:trace>
  <inkml:trace contextRef="#ctx0" brushRef="#br0" timeOffset="53">10297 16470 7569,'-6'-18'1736,"1"-1"297,-3-6 0,3 2-1719,10 2 1,8 5-815,12 7 1,8 0-1798,13 5 1840,5-6 0,-16 9 0,1 1 202,1-2 0,1-1 0,5 0 0,2 0 1,-1-1-1,0 1 0</inkml:trace>
  <inkml:trace contextRef="#ctx0" brushRef="#br0" timeOffset="54">11513 15714 7569,'4'-20'0,"0"4"2187,-1 2-613,-2 2-765,5 5-565,-5 1 0,4 13 55,-5 6 0,0 10-104,0 10 0,0 4-210,0 5 1,0-4 90,0 4 1,-1-4-611,-3-1 0,3 1-76,-4-1 0,4-4-346,1 0 1,1-4 235,4 4 0,-3-5 720,7 0 0,-1 4 0,4 0 0</inkml:trace>
  <inkml:trace contextRef="#ctx0" brushRef="#br0" timeOffset="55">11959 16173 7569,'7'-18'2702,"-3"-3"-853,-2-2-1977,-2 3-23,0 8-664,0 6-105,0 6 1,0 2 715,0 2 1,0 3 203,0 5 0,0 6 0,0 1 0</inkml:trace>
  <inkml:trace contextRef="#ctx0" brushRef="#br0" timeOffset="56">12096 15813 8376,'0'-25'1816,"0"2"-1333,0 2-359,0 3 0,5 7-105,4 3 0,2 2-1,1 6 1,6 0-125,3 0 1,2 2 61,2 2 0,4 8 245,0 9 0,4 4-28,-4 4 0,0 1-20,-5 3 0,0 6-139,-3-6 1,-5 9 4,-8-4 1,2 6 53,-6-3 0,-7 0 3,-9-3 0,-6-3-80,-7-1 0,-4-6 64,0-7 0,-4-7 597,4-6 0,-2-5-5,6 1 1,-1-4 1118,9-4-1376,6-3 1,6-5-166,5-1 1,9 2 44,4 3-45,13-3-47,0 10 1,17-5-1813,6 6 1,4 0 1030,5 0 0,-2 0-2949,2 0 3547,8 6 0,-5-1 0,8 6 0,-3-1 0,3-1 0,-33-4 0,0-1 0</inkml:trace>
  <inkml:trace contextRef="#ctx0" brushRef="#br0" timeOffset="57">13237 15602 7569,'-12'-23'1351,"-1"8"249,1-6 0,-1 11-1051,1 6 1,4 4-237,0 4 0,-1 5-252,-3 7 0,-1 9 93,1 8 0,-3 4 188,2 4 1,-2-1-192,7 6 1,-2-2-229,2 1 1,-2-2-285,6-6 1,0 5-556,4-1 0,-1-1 676,-3-7 0,2 2 115,-2-6 1,1-6-1648,-1-7 1,-3-2 1771,-5-1 0,-6-6 0,-1-2 0</inkml:trace>
  <inkml:trace contextRef="#ctx0" brushRef="#br0" timeOffset="58">12604 15825 7569,'-5'-12'0,"3"0"1041,-2-1 0,8 6 1382,5 3 0,9 3-1680,6 1 0,8 3-381,10 5 0,3 6-1127,9 10 368,2 1 1,-22-10-1,0 1 408,1 0 1,0 1-1,0 0 1,-1 1 102,1 1 1,0 0-24,1-1 1,-1 1-304,-4-1 0,1 1 1,4 0-1,0-1 0,-5 1 1,1-1-1</inkml:trace>
  <inkml:trace contextRef="#ctx0" brushRef="#br0" timeOffset="59">13622 15714 7569,'7'-13'1272,"-2"6"-795,-5 2-467,0 5 233,0 0-233,-5 0 226,3 0 6,-3-6 0,5 4-47,0-7 1,0 5 401,0-4-211,0 5-211,0-8 1,0 8-38,0-5 275,0 5-399,0-2 108,0-1 97,0 5-171,0-4 1,0 3-127,0-2 136,0 3 0,4-6 11,0 3 1,6 2-150,-2-2 1,-1-1 93,1 0 1,0-3-16,5 4 1,-1-4 38,1 4 1,0-2 6,4 2 0,-3 3-54,2-3 1,2 1 4,-1-1 1,5 2 41,-2-2 0,0 3-6,0 1 0,1 1-199,4 3 0,-4-1 59,-1 5 0,-3 1-144,3 3 1,-9-4 28,2 0 1,-5 1 116,0 3 0,-2 1 44,-6-1 1,-1 2 87,-4 2 0,-3-2-131,-8 3 0,-4-4 8,-5 0 0,-3-5 362,-1 0 0,-6-4-124,2 5 1,-1-7 200,0 3 1,0-4 6,5-1 1,0 0 151,4 0 0,5 0-231,-1 0 0,10 0 330,-1 0-372,7 0 1,0 1-46,5 3 1,7 2-689,5 2 0,7 3 338,10-2 0,-1 3-49,5 5 1,4-4 84,5 4 0,0-3-7,0-2 0,-6 5 42,5-1 0,-11 1 27,3-5 0,-11 0 17,-5 1 1,-5-1 54,-3 1 1,-4-1 474,-5 0 0,-12 1-212,-9-1 1,-8-1 367,-8-2 0,-10 2-101,-3-3 0,-6-1 82,2 1 0,0-4-430,5 4 0,0-5-305,4 1 1,2 2 224,6-2 0,9 0 262,4-4-3967,2 6 2660,2-5 0,9 6-663,11-3 1,11-3 568,10 3 0,8-4 126,4-4 0,7-3 908,1-5 0,12 0 0,-2-1 0</inkml:trace>
  <inkml:trace contextRef="#ctx0" brushRef="#br0" timeOffset="60">14267 15739 7569,'0'-13'0,"-6"2"0,-2 3 0,-3 2 2789,-1 6-1826,-1 11 1,2 3-286,3 11 0,-2 9-141,6 4 1,0 6 98,4-3-370,0 6 0,11-13-74,6 4 0,6-9-36,6-1 0,3-7 50,5-4 1,1-8-24,4 0 1,-4-8-184,4-1 1,-4-7 96,0-9 0,-5-4-257,0-5 1,-11-3 41,-2-1-508,-4-6 437,-10 3 0,0-5-74,-6 0 0,-8 0-179,-9 0 0,-3 4 212,-14-1 0,0 12 13,-7 2 1,-3 6 226,-6 6-34,0 8 0,2 12-228,3 9-2419,-4 8 2080,11-3 1,-1 10 590,6-3 0,8 4 0,2 2 0,8-2 0,4-6 0,2-3 0</inkml:trace>
  <inkml:trace contextRef="#ctx0" brushRef="#br0" timeOffset="61">10582 17041 7569,'-12'-2'1979,"-1"-2"-1788,6 3 84,2-10-69,5 10 1,1-5-24,3 6 1,5 0-216,7 0 1,4 0 108,4 0 1,1 0 12,0 0 0,4 0-77,0 0 0,1 0-142,-1 0 1,-3 0-200,3 0 1,-2 0-294,-3 0 1,-3 0 411,0 0 0,-5 0-24,5 0 233,-6 6 0,3 6 0,-6 7 0</inkml:trace>
  <inkml:trace contextRef="#ctx0" brushRef="#br0" timeOffset="62">10595 17363 7569,'-13'7'2804,"6"-7"-1729,3-8 1,3 1-513,1-1 1,11 1-1475,5-1 582,12-3 1,4 9 182,5-2 0,6 3 135,2 1 1,5 0-1525,3 0 0,-2 4-574,3 0 2109,-3 6 0,-1-4 0,-1 7 0</inkml:trace>
  <inkml:trace contextRef="#ctx0" brushRef="#br0" timeOffset="63">11996 16979 7569,'-12'-6'1040,"0"-1"1,3-1-370,1 0-536,5 5 0,-6-4 277,5 3-408,-1 3 6,5-5 23,0 1 1,0 2 59,0-5 1,2 4 25,2-5 1,1 5-113,4-4 0,2 4-3,-3-5 0,-1 5 40,1-4 42,0 5 0,5-4-145,-1 3 1,-3 3 51,-1-3 1,-4 2-49,4 2 0,-4-1 108,5-3 0,-5 2 1,4-2 1,-4 3 55,4 1-62,1 0-38,3 0 1,1 0 28,-1 0 0,-4 0-73,0 0 0,-3 0 27,3 0-20,0 0 11,5 0 1,-1 0 0,-4 0 35,1 0-17,-7 0 27,9 0-24,-9 0 79,3 0 0,-3 0 51,2 0 18,-3 0-125,5 5 0,-6-2 5,0 6 0,0-5-62,0 4 1,-2-4 61,-2 4 0,1 1-37,-5 3 0,4 0 33,-4 1 1,-1-1-72,-3 1 0,-5 0 57,1 4 1,-5-3 0,5 2 1,-6-1 26,1 2 1,-1-3 87,1 2 1,-2-6 101,2-2 1,2-1-66,-2 1 1,6-1 53,-2-3 1,4-2 85,0 2 220,1-3-248,5-1-568,1 0 289,6 0 1,6 0-101,2 0 0,7 0-15,2 0 0,6 0 58,2 0 0,1-4-41,7 0 0,-4-4 12,4 4 1,-1-1-150,1 5 1,3 0-24,-3 0 0,-3 0 118,-1 0 0,2 6 98,-2 2 1,-4 7 66,-5 2 1,-5 5 81,2-1 0,-7 2-65,-2 2 0,-5 4 57,1 0 1,-4 0-68,-4-5 0,-9 1 429,-7 0 1,-5-4 44,-4-1 0,-2-4 183,-2 0 0,-8-2-257,0-2 0,-2-5 45,-3-3 0,2 2-212,-1-2 1,-2 0-85,6-4 1,-1-4-162,5 0 0,5-2 69,3 2 0,5 1-637,3-5 0,3 5-633,6-1-717,5-3 1091,1 6 1,8-4-380,2 5 1,7 0-62,5 0 0,8 0 638,0 0 1,3 0-458,6 0 1064,0 0 0,4 5 0,0 2 0</inkml:trace>
  <inkml:trace contextRef="#ctx0" brushRef="#br0" timeOffset="64">12691 16917 7569,'-5'-13'462,"-2"1"0,-6 1 658,1 3 1,4 2-181,-1 6-649,1 0 1,0 2 74,0 2 0,4 5 124,-5 12 0,6 5 373,-1 11 0,-1 10-394,1 3 0,-5-1-41,5 1 1,0-3-113,4 7 1,2-9-258,2-3 1,7-8-42,5-1 1,6-7-129,-1-1 0,2-6 82,2-6 1,1-6-53,3-3 1,-2-4-80,1-4 1,-5-9 75,-3-7 0,-6-4 88,-2-1 1,-5 0-64,-7 1 1,-5 0 543,-3 4 0,-10 2-44,-7 5 1,-6 6 109,-6 3 1,0 10-366,0 6 1,-3 6-201,3 7 1,-2 4-1353,10 0 1,2 4 773,6-4 1,0 5-647,9-1 0,2-2 525,10-2 0,1-3-2117,4-1 2829,7-6 0,13 4 0,7-3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D96AB-57D9-584E-8661-D51847D5D262}" type="datetimeFigureOut">
              <a:rPr lang="en-US" smtClean="0"/>
              <a:t>2/4/19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86C4F-0D06-F24F-B7E4-8039D506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1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www.transum.org</a:t>
            </a:r>
            <a:r>
              <a:rPr lang="en-US" dirty="0"/>
              <a:t>/Software/SW/</a:t>
            </a:r>
            <a:r>
              <a:rPr lang="en-US" dirty="0" err="1"/>
              <a:t>Starter_of_the_day</a:t>
            </a:r>
            <a:r>
              <a:rPr lang="en-US" dirty="0"/>
              <a:t>/starter_July27.ASP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8D861-58FC-0946-BBEE-31E7DB3809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CB89-FCEA-3941-A533-EF50C8FB1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Percentages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3B689-EF3D-084A-A01C-31FF9D43F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5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8" y="1585913"/>
            <a:ext cx="9453104" cy="47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8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DF85-1245-5548-8A69-9E7CD89C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percentages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DFAA5-AEC8-A44D-8FF1-0956AB377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1834521"/>
            <a:ext cx="6129337" cy="3896927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89117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B4F5-7C23-074C-A2CF-1C909B3C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2B5B9-64AF-2945-9C9C-D6F4397052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Write the following </a:t>
                </a:r>
                <a:r>
                  <a:rPr lang="en-US" dirty="0"/>
                  <a:t>as a percentage: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0.375</a:t>
                </a:r>
              </a:p>
              <a:p>
                <a:pPr lvl="1"/>
                <a:endParaRPr lang="en-AU" dirty="0"/>
              </a:p>
              <a:p>
                <a:r>
                  <a:rPr lang="en-AU" dirty="0"/>
                  <a:t>W</a:t>
                </a:r>
                <a:r>
                  <a:rPr lang="en-US" dirty="0"/>
                  <a:t>rite the following as a fraction and as a decimal:</a:t>
                </a:r>
              </a:p>
              <a:p>
                <a:pPr lvl="1"/>
                <a:r>
                  <a:rPr lang="en-AU" dirty="0"/>
                  <a:t>5</a:t>
                </a:r>
                <a:r>
                  <a:rPr lang="en-US" dirty="0"/>
                  <a:t>2%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AU" dirty="0"/>
                  <a:t>2</a:t>
                </a:r>
                <a:r>
                  <a:rPr lang="en-US" dirty="0"/>
                  <a:t>3%</a:t>
                </a:r>
              </a:p>
              <a:p>
                <a:endParaRPr lang="en-A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2B5B9-64AF-2945-9C9C-D6F4397052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924233-B791-0840-AD62-5A140EF1B455}"/>
                  </a:ext>
                </a:extLst>
              </p14:cNvPr>
              <p14:cNvContentPartPr/>
              <p14:nvPr/>
            </p14:nvContentPartPr>
            <p14:xfrm>
              <a:off x="1893600" y="2254680"/>
              <a:ext cx="6570000" cy="3598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924233-B791-0840-AD62-5A140EF1B4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4240" y="2245320"/>
                <a:ext cx="6588720" cy="361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88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A8D8-E7E8-AF4A-AA22-FC2F881C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quantity as a percentage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219BC-E96A-2B47-84C9-BDA1E5AAA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8543925" cy="1574800"/>
              </a:xfrm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U" dirty="0"/>
                  <a:t>Percentage of one quantity (a) of another (b)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100%</m:t>
                      </m:r>
                    </m:oMath>
                  </m:oMathPara>
                </a14:m>
                <a:endParaRPr lang="en-AU" dirty="0"/>
              </a:p>
              <a:p>
                <a:pPr lvl="1"/>
                <a:r>
                  <a:rPr lang="en-AU" dirty="0">
                    <a:solidFill>
                      <a:srgbClr val="FF0000"/>
                    </a:solidFill>
                  </a:rPr>
                  <a:t>Note that a and b must be in the same unit of measurement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219BC-E96A-2B47-84C9-BDA1E5AAA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8543925" cy="1574800"/>
              </a:xfrm>
              <a:blipFill>
                <a:blip r:embed="rId2"/>
                <a:stretch>
                  <a:fillRect l="-1036" t="-5469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6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9BD4-C405-6B46-BA69-D25B334F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C3055-F183-4349-8BC2-D51C194BA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5g out of 50g as a percentage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r>
              <a:rPr lang="en-AU" dirty="0"/>
              <a:t>Write 50c out of $2.50 as a percentage.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Write 100m out of 2km as </a:t>
            </a:r>
            <a:r>
              <a:rPr lang="en-AU"/>
              <a:t>a percentage.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7B67D9-B8DA-EA4B-B437-1862097C626B}"/>
                  </a:ext>
                </a:extLst>
              </p14:cNvPr>
              <p14:cNvContentPartPr/>
              <p14:nvPr/>
            </p14:nvContentPartPr>
            <p14:xfrm>
              <a:off x="1527480" y="1116720"/>
              <a:ext cx="6378120" cy="173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7B67D9-B8DA-EA4B-B437-1862097C62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8120" y="1107360"/>
                <a:ext cx="6396840" cy="17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FBD80E-C076-C04C-B3A0-0E16D1C95BA5}"/>
                  </a:ext>
                </a:extLst>
              </p14:cNvPr>
              <p14:cNvContentPartPr/>
              <p14:nvPr/>
            </p14:nvContentPartPr>
            <p14:xfrm>
              <a:off x="1236960" y="2312640"/>
              <a:ext cx="4287960" cy="3969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FBD80E-C076-C04C-B3A0-0E16D1C95B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7600" y="2303280"/>
                <a:ext cx="4306680" cy="39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901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1762-DE72-104A-A2AD-BFAEC3C5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450574"/>
            <a:ext cx="8543925" cy="5726389"/>
          </a:xfrm>
        </p:spPr>
        <p:txBody>
          <a:bodyPr/>
          <a:lstStyle/>
          <a:p>
            <a:r>
              <a:rPr lang="en-AU" dirty="0"/>
              <a:t>Find 30% of 120.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605EAD-6EF1-ED4C-ABD0-28EF5D58204D}"/>
                  </a:ext>
                </a:extLst>
              </p14:cNvPr>
              <p14:cNvContentPartPr/>
              <p14:nvPr/>
            </p14:nvContentPartPr>
            <p14:xfrm>
              <a:off x="500040" y="973440"/>
              <a:ext cx="3680280" cy="2105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605EAD-6EF1-ED4C-ABD0-28EF5D5820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680" y="964080"/>
                <a:ext cx="3699000" cy="21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6EBF77-1BDE-B741-8ADB-F4159DA8DC75}"/>
                  </a:ext>
                </a:extLst>
              </p14:cNvPr>
              <p14:cNvContentPartPr/>
              <p14:nvPr/>
            </p14:nvContentPartPr>
            <p14:xfrm>
              <a:off x="607320" y="3152160"/>
              <a:ext cx="4685400" cy="32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6EBF77-1BDE-B741-8ADB-F4159DA8DC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7960" y="3142800"/>
                <a:ext cx="4704120" cy="324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640157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354</TotalTime>
  <Words>126</Words>
  <Application>Microsoft Macintosh PowerPoint</Application>
  <PresentationFormat>A4 Paper (210x297 mm)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A4</vt:lpstr>
      <vt:lpstr>Percentages</vt:lpstr>
      <vt:lpstr>Percentage</vt:lpstr>
      <vt:lpstr>Converting percentages</vt:lpstr>
      <vt:lpstr>Example</vt:lpstr>
      <vt:lpstr>Writing quantity as a percentage 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Percentages</dc:title>
  <dc:creator>LOH Michael [Shenton College]</dc:creator>
  <cp:lastModifiedBy>LOH Michael [Shenton College]</cp:lastModifiedBy>
  <cp:revision>18</cp:revision>
  <dcterms:created xsi:type="dcterms:W3CDTF">2018-02-08T02:39:52Z</dcterms:created>
  <dcterms:modified xsi:type="dcterms:W3CDTF">2019-02-04T05:08:59Z</dcterms:modified>
</cp:coreProperties>
</file>