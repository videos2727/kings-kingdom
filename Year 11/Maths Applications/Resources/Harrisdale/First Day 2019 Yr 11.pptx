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69" r:id="rId2"/>
    <p:sldId id="256" r:id="rId3"/>
    <p:sldId id="260" r:id="rId4"/>
    <p:sldId id="263" r:id="rId5"/>
    <p:sldId id="258" r:id="rId6"/>
    <p:sldId id="268" r:id="rId7"/>
    <p:sldId id="270" r:id="rId8"/>
    <p:sldId id="271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3"/>
    <p:restoredTop sz="94611"/>
  </p:normalViewPr>
  <p:slideViewPr>
    <p:cSldViewPr snapToGrid="0" snapToObjects="1">
      <p:cViewPr varScale="1">
        <p:scale>
          <a:sx n="91" d="100"/>
          <a:sy n="91" d="100"/>
        </p:scale>
        <p:origin x="1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09F2E-AC55-9C47-AC9B-06C0794ED2A6}" type="datetimeFigureOut">
              <a:rPr lang="en-US" smtClean="0"/>
              <a:t>2/1/19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C69E5-468B-B14B-A6ED-50125F57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41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2/1/19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B3D3D2-DB48-2A47-9B63-CC0FABCBB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5553"/>
            <a:ext cx="9906000" cy="27445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7F0DD1-8753-2843-BB7A-60EDF33C99AE}"/>
              </a:ext>
            </a:extLst>
          </p:cNvPr>
          <p:cNvSpPr txBox="1"/>
          <p:nvPr/>
        </p:nvSpPr>
        <p:spPr>
          <a:xfrm>
            <a:off x="2250831" y="618978"/>
            <a:ext cx="528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Welcome – Seating Plan</a:t>
            </a:r>
          </a:p>
        </p:txBody>
      </p:sp>
    </p:spTree>
    <p:extLst>
      <p:ext uri="{BB962C8B-B14F-4D97-AF65-F5344CB8AC3E}">
        <p14:creationId xmlns:p14="http://schemas.microsoft.com/office/powerpoint/2010/main" val="109507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24029"/>
            <a:ext cx="8420100" cy="1007062"/>
          </a:xfrm>
        </p:spPr>
        <p:txBody>
          <a:bodyPr>
            <a:normAutofit fontScale="90000"/>
          </a:bodyPr>
          <a:lstStyle/>
          <a:p>
            <a:r>
              <a:rPr lang="en-US" sz="8800" b="1" dirty="0">
                <a:solidFill>
                  <a:srgbClr val="FF0000"/>
                </a:solidFill>
              </a:rPr>
              <a:t>WELCOME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8000" b="1" dirty="0">
                <a:solidFill>
                  <a:srgbClr val="FF0000"/>
                </a:solidFill>
              </a:rPr>
              <a:t>Year</a:t>
            </a:r>
            <a:r>
              <a:rPr lang="en-AU" sz="6000" b="1" dirty="0">
                <a:solidFill>
                  <a:srgbClr val="FF0000"/>
                </a:solidFill>
              </a:rPr>
              <a:t> 11 Mentor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84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5F693E-6A2D-4E4F-93CE-4AA3176F8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64" y="79232"/>
            <a:ext cx="8935671" cy="669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46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A770-0F40-2D4B-BA4A-55C4C5D0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b="1" dirty="0"/>
              <a:t>2019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6A3CE-02CC-D244-A009-E30B90FC10CF}"/>
              </a:ext>
            </a:extLst>
          </p:cNvPr>
          <p:cNvSpPr txBox="1"/>
          <p:nvPr/>
        </p:nvSpPr>
        <p:spPr>
          <a:xfrm>
            <a:off x="438150" y="1221345"/>
            <a:ext cx="1633537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</a:rPr>
              <a:t>START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53076-537A-F547-B3F3-DA1E7D9B9DEA}"/>
              </a:ext>
            </a:extLst>
          </p:cNvPr>
          <p:cNvSpPr txBox="1"/>
          <p:nvPr/>
        </p:nvSpPr>
        <p:spPr>
          <a:xfrm>
            <a:off x="7837234" y="5845732"/>
            <a:ext cx="1633537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</a:rPr>
              <a:t>END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7" name="Notched Right Arrow 6">
            <a:extLst>
              <a:ext uri="{FF2B5EF4-FFF2-40B4-BE49-F238E27FC236}">
                <a16:creationId xmlns:a16="http://schemas.microsoft.com/office/drawing/2014/main" id="{D2B96F70-9EB2-4D41-BA66-9F6A8B57132C}"/>
              </a:ext>
            </a:extLst>
          </p:cNvPr>
          <p:cNvSpPr/>
          <p:nvPr/>
        </p:nvSpPr>
        <p:spPr>
          <a:xfrm rot="2031208">
            <a:off x="1421888" y="2701527"/>
            <a:ext cx="6983978" cy="2120368"/>
          </a:xfrm>
          <a:prstGeom prst="notched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Quad Arrow Callout 7">
            <a:extLst>
              <a:ext uri="{FF2B5EF4-FFF2-40B4-BE49-F238E27FC236}">
                <a16:creationId xmlns:a16="http://schemas.microsoft.com/office/drawing/2014/main" id="{07F38973-8963-2243-BE0E-BF4427E46C00}"/>
              </a:ext>
            </a:extLst>
          </p:cNvPr>
          <p:cNvSpPr/>
          <p:nvPr/>
        </p:nvSpPr>
        <p:spPr>
          <a:xfrm rot="2052774">
            <a:off x="1852152" y="867531"/>
            <a:ext cx="6532925" cy="5815693"/>
          </a:xfrm>
          <a:prstGeom prst="quadArrowCallout">
            <a:avLst>
              <a:gd name="adj1" fmla="val 5792"/>
              <a:gd name="adj2" fmla="val 8852"/>
              <a:gd name="adj3" fmla="val 18515"/>
              <a:gd name="adj4" fmla="val 2807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26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expectations for the year?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65" y="1456020"/>
            <a:ext cx="4106623" cy="503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39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2600">
              <a:alpha val="58824"/>
            </a:srgbClr>
          </a:solidFill>
        </p:spPr>
        <p:txBody>
          <a:bodyPr/>
          <a:lstStyle/>
          <a:p>
            <a:r>
              <a:rPr lang="en-US" sz="6000" b="1" dirty="0">
                <a:latin typeface="+mn-lt"/>
                <a:ea typeface="Rockwell Extra Bold" charset="0"/>
                <a:cs typeface="Rockwell Extra Bold" charset="0"/>
              </a:rPr>
              <a:t>Expectations from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57150">
            <a:solidFill>
              <a:srgbClr val="0070C0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Always be the best that you can be.</a:t>
            </a:r>
          </a:p>
          <a:p>
            <a:r>
              <a:rPr lang="en-US" sz="4000" dirty="0"/>
              <a:t>Always ask when you are unsure.</a:t>
            </a:r>
          </a:p>
          <a:p>
            <a:r>
              <a:rPr lang="en-US" sz="4000" dirty="0"/>
              <a:t>Mistakes are fine, learn from your mistakes.</a:t>
            </a:r>
          </a:p>
        </p:txBody>
      </p:sp>
    </p:spTree>
    <p:extLst>
      <p:ext uri="{BB962C8B-B14F-4D97-AF65-F5344CB8AC3E}">
        <p14:creationId xmlns:p14="http://schemas.microsoft.com/office/powerpoint/2010/main" val="381994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2788-B4D9-A44C-AE02-3227BD01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I would like to see you observe in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6067A-9401-A341-8856-EE58BFDA2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switch off your phone when you come in the class.</a:t>
            </a:r>
          </a:p>
          <a:p>
            <a:r>
              <a:rPr lang="en-US" dirty="0"/>
              <a:t>Please listen and keep quite while I am teaching.</a:t>
            </a:r>
          </a:p>
          <a:p>
            <a:r>
              <a:rPr lang="en-US" dirty="0"/>
              <a:t>Please do not eat in class.</a:t>
            </a:r>
          </a:p>
          <a:p>
            <a:r>
              <a:rPr lang="en-US" b="1" dirty="0"/>
              <a:t>No Chewing gum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72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3D5C86-1F45-A845-9F1F-5A444BC7E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97" y="127856"/>
            <a:ext cx="6316394" cy="658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13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8908</TotalTime>
  <Words>88</Words>
  <Application>Microsoft Macintosh PowerPoint</Application>
  <PresentationFormat>A4 Paper (210x297 mm)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WELCOME</vt:lpstr>
      <vt:lpstr>PowerPoint Presentation</vt:lpstr>
      <vt:lpstr>2019</vt:lpstr>
      <vt:lpstr>Your expectations for the year?</vt:lpstr>
      <vt:lpstr>Expectations from me</vt:lpstr>
      <vt:lpstr>Rules I would like to see you observe in class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36</cp:revision>
  <cp:lastPrinted>2018-02-02T00:04:35Z</cp:lastPrinted>
  <dcterms:created xsi:type="dcterms:W3CDTF">2017-01-04T02:10:38Z</dcterms:created>
  <dcterms:modified xsi:type="dcterms:W3CDTF">2019-02-02T12:52:58Z</dcterms:modified>
</cp:coreProperties>
</file>