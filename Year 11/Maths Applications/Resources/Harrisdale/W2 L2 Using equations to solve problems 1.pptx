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8"/>
  </p:normalViewPr>
  <p:slideViewPr>
    <p:cSldViewPr snapToGrid="0" snapToObjects="1">
      <p:cViewPr varScale="1">
        <p:scale>
          <a:sx n="109" d="100"/>
          <a:sy n="109" d="100"/>
        </p:scale>
        <p:origin x="1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19FA7-671E-5B4F-9F59-D753ED9BAAA7}" type="datetimeFigureOut">
              <a:rPr lang="en-US" smtClean="0"/>
              <a:t>7/18/19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64894-A6FA-424E-9671-6BB892B9B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4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1" y="0"/>
            <a:ext cx="8543925" cy="1325563"/>
          </a:xfrm>
        </p:spPr>
        <p:txBody>
          <a:bodyPr/>
          <a:lstStyle/>
          <a:p>
            <a:r>
              <a:rPr lang="en-US" dirty="0"/>
              <a:t>Solve the following equations: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5325" y="1311275"/>
                <a:ext cx="8543925" cy="4351338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2(x + 1) + 4(x </a:t>
                </a:r>
                <a:r>
                  <a:rPr lang="mr-IN" dirty="0"/>
                  <a:t>–</a:t>
                </a:r>
                <a:r>
                  <a:rPr lang="en-US" dirty="0"/>
                  <a:t> 3) = 26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3x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4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5</m:t>
                        </m:r>
                      </m:den>
                    </m:f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10 -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𝑎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+3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 = 6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𝑎</m:t>
                        </m:r>
                        <m:r>
                          <a:rPr lang="en-AU" i="1">
                            <a:latin typeface="Cambria Math" charset="0"/>
                          </a:rPr>
                          <m:t>+5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𝑎</m:t>
                        </m:r>
                        <m:r>
                          <a:rPr lang="en-AU" i="1">
                            <a:latin typeface="Cambria Math" charset="0"/>
                          </a:rPr>
                          <m:t>+3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3</m:t>
                        </m:r>
                      </m:den>
                    </m:f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325" y="1311275"/>
                <a:ext cx="8543925" cy="4351338"/>
              </a:xfrm>
              <a:blipFill rotWithShape="0">
                <a:blip r:embed="rId2"/>
                <a:stretch>
                  <a:fillRect l="-1498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262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Using equations to solve problems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8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" y="1023912"/>
            <a:ext cx="8465951" cy="48768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15138" y="2514600"/>
            <a:ext cx="800100" cy="814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667375" y="3652838"/>
            <a:ext cx="800100" cy="814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438525" y="3595687"/>
            <a:ext cx="800100" cy="814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524376" y="4710113"/>
            <a:ext cx="800100" cy="814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3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25" y="1057275"/>
            <a:ext cx="8857003" cy="51292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00425" y="1543049"/>
            <a:ext cx="614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67225" y="2695574"/>
            <a:ext cx="747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4038" y="1633537"/>
            <a:ext cx="747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4038" y="3819524"/>
            <a:ext cx="747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1325" y="2690811"/>
            <a:ext cx="747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5763" y="1576387"/>
            <a:ext cx="747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9563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1"/>
          <a:stretch/>
        </p:blipFill>
        <p:spPr>
          <a:xfrm>
            <a:off x="861067" y="842963"/>
            <a:ext cx="8887325" cy="5129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86563" y="1042988"/>
            <a:ext cx="800100" cy="814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810251" y="1981200"/>
            <a:ext cx="800100" cy="814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39063" y="1981200"/>
            <a:ext cx="800100" cy="814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852988" y="2895601"/>
            <a:ext cx="800100" cy="814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753226" y="2909888"/>
            <a:ext cx="800100" cy="814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838576" y="3852863"/>
            <a:ext cx="800100" cy="814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795961" y="3867151"/>
            <a:ext cx="800100" cy="814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824412" y="4824413"/>
            <a:ext cx="847725" cy="814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ysClr val="windowText" lastClr="000000"/>
                </a:solidFill>
              </a:rPr>
              <a:t>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1" y="5100639"/>
            <a:ext cx="2386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32 + 4x = 55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5815013" y="5372100"/>
            <a:ext cx="1000125" cy="142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71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4"/>
          <a:stretch/>
        </p:blipFill>
        <p:spPr>
          <a:xfrm>
            <a:off x="922860" y="1071562"/>
            <a:ext cx="8680927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93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202" y="1157288"/>
            <a:ext cx="7410530" cy="43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99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03" y="1157288"/>
            <a:ext cx="8551421" cy="50285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29538" y="1500188"/>
            <a:ext cx="800100" cy="814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38188" y="1495425"/>
            <a:ext cx="800100" cy="814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3725" y="1533525"/>
            <a:ext cx="800100" cy="814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9588" y="5048250"/>
            <a:ext cx="800100" cy="8143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960025522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46</TotalTime>
  <Words>53</Words>
  <Application>Microsoft Macintosh PowerPoint</Application>
  <PresentationFormat>A4 Paper (210x297 mm)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A4 Presentation</vt:lpstr>
      <vt:lpstr>Solve the following equations:</vt:lpstr>
      <vt:lpstr>Using equations to solve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Solve the following equations:</dc:title>
  <dc:creator>Michael Loh</dc:creator>
  <cp:lastModifiedBy>LOH Michael [Shenton College]</cp:lastModifiedBy>
  <cp:revision>7</cp:revision>
  <dcterms:created xsi:type="dcterms:W3CDTF">2017-06-18T07:47:41Z</dcterms:created>
  <dcterms:modified xsi:type="dcterms:W3CDTF">2019-07-18T06:00:19Z</dcterms:modified>
</cp:coreProperties>
</file>