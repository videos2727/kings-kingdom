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62" r:id="rId3"/>
    <p:sldId id="263" r:id="rId4"/>
    <p:sldId id="264" r:id="rId5"/>
    <p:sldId id="265" r:id="rId6"/>
    <p:sldId id="266" r:id="rId7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83"/>
    <p:restoredTop sz="94611"/>
  </p:normalViewPr>
  <p:slideViewPr>
    <p:cSldViewPr snapToGrid="0" snapToObjects="1">
      <p:cViewPr varScale="1">
        <p:scale>
          <a:sx n="109" d="100"/>
          <a:sy n="109" d="100"/>
        </p:scale>
        <p:origin x="1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57C2B-AA34-0646-BBD7-90105BE1CF32}" type="datetimeFigureOut">
              <a:rPr lang="en-US" smtClean="0"/>
              <a:t>7/18/19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BFE64-F1AA-0644-B91C-9F4934E0D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2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Algebra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Solving Linear Equations</a:t>
            </a:r>
          </a:p>
        </p:txBody>
      </p:sp>
    </p:spTree>
    <p:extLst>
      <p:ext uri="{BB962C8B-B14F-4D97-AF65-F5344CB8AC3E}">
        <p14:creationId xmlns:p14="http://schemas.microsoft.com/office/powerpoint/2010/main" val="1590050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144611-28BB-2F41-9FBE-407DC80B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4" y="301625"/>
            <a:ext cx="63881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91A571A-1F89-6446-AA8E-9B1CC53C65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29"/>
          <a:stretch/>
        </p:blipFill>
        <p:spPr>
          <a:xfrm>
            <a:off x="139663" y="185737"/>
            <a:ext cx="7340600" cy="99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742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0C9CF03-B644-A24D-B5AE-ACC4874A0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00" y="55562"/>
            <a:ext cx="88011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742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0A6727F-A4B8-894F-920E-39A3D486D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" y="126150"/>
            <a:ext cx="97663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029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0B225B-46F6-3148-BDB8-5BADAB64F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704"/>
            <a:ext cx="9906000" cy="429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42921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533</TotalTime>
  <Words>4</Words>
  <Application>Microsoft Macintosh PowerPoint</Application>
  <PresentationFormat>A4 Paper (210x297 mm)</PresentationFormat>
  <Paragraphs>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A4 Presentation</vt:lpstr>
      <vt:lpstr>Algebra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</dc:title>
  <dc:creator>Michael Loh</dc:creator>
  <cp:lastModifiedBy>LOH Michael [Shenton College]</cp:lastModifiedBy>
  <cp:revision>29</cp:revision>
  <cp:lastPrinted>2017-04-20T14:58:24Z</cp:lastPrinted>
  <dcterms:created xsi:type="dcterms:W3CDTF">2017-04-18T07:24:23Z</dcterms:created>
  <dcterms:modified xsi:type="dcterms:W3CDTF">2019-07-18T05:55:10Z</dcterms:modified>
</cp:coreProperties>
</file>