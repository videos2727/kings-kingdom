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74" r:id="rId9"/>
    <p:sldId id="275" r:id="rId10"/>
    <p:sldId id="278" r:id="rId11"/>
    <p:sldId id="279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65"/>
    <p:restoredTop sz="94718"/>
  </p:normalViewPr>
  <p:slideViewPr>
    <p:cSldViewPr snapToGrid="0" snapToObjects="1">
      <p:cViewPr varScale="1">
        <p:scale>
          <a:sx n="117" d="100"/>
          <a:sy n="117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7073F-178C-E74D-88A4-1F3369D68A52}" type="datetimeFigureOut">
              <a:rPr lang="en-US" smtClean="0"/>
              <a:t>8/4/19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7402-2EEC-2D4D-9D48-486928B10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7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Solving simultaneous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19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94" y="540327"/>
            <a:ext cx="3960234" cy="563663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Consider 2 equations: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 = 2x + 2 and y = -2x + 6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Sketch both graphs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There is a point where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two lines meet.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point where they meet is the solution to the simultaneous equations.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4350327" y="1593273"/>
            <a:ext cx="4874636" cy="4583690"/>
            <a:chOff x="1510145" y="246240"/>
            <a:chExt cx="6786466" cy="629310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145" y="246240"/>
              <a:ext cx="6786466" cy="6293105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5735782" y="997527"/>
              <a:ext cx="151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2">
                      <a:lumMod val="50000"/>
                    </a:schemeClr>
                  </a:solidFill>
                </a:rPr>
                <a:t>y = 2x + 2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00862" y="997527"/>
              <a:ext cx="1884239" cy="50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y = - 2x + 6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810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simultaneous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to solve the simultaneous equation by plotting graphs.</a:t>
            </a:r>
          </a:p>
          <a:p>
            <a:endParaRPr lang="en-US" dirty="0"/>
          </a:p>
          <a:p>
            <a:r>
              <a:rPr lang="en-US" dirty="0"/>
              <a:t>2 </a:t>
            </a:r>
            <a:r>
              <a:rPr lang="en-US" dirty="0" err="1"/>
              <a:t>algebric</a:t>
            </a:r>
            <a:r>
              <a:rPr lang="en-US" dirty="0"/>
              <a:t> methods </a:t>
            </a:r>
            <a:r>
              <a:rPr lang="mr-IN" dirty="0"/>
              <a:t>–</a:t>
            </a:r>
            <a:r>
              <a:rPr lang="en-US" dirty="0"/>
              <a:t> substitution and elimination.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6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6" y="29009"/>
            <a:ext cx="8543925" cy="629898"/>
          </a:xfrm>
        </p:spPr>
        <p:txBody>
          <a:bodyPr>
            <a:normAutofit/>
          </a:bodyPr>
          <a:lstStyle/>
          <a:p>
            <a:r>
              <a:rPr lang="en-US" sz="3200" dirty="0"/>
              <a:t>Solve y = 2x + 2  and y = -2x + 6 for x and 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5" y="658907"/>
            <a:ext cx="8543925" cy="963223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 </a:t>
            </a:r>
            <a:r>
              <a:rPr lang="en-AU" dirty="0"/>
              <a:t>= 2x + 2	(1)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y = -2x + 6	(2)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8A55C-FE9B-884E-8095-8CF6B82B91EC}"/>
              </a:ext>
            </a:extLst>
          </p:cNvPr>
          <p:cNvSpPr txBox="1"/>
          <p:nvPr/>
        </p:nvSpPr>
        <p:spPr>
          <a:xfrm>
            <a:off x="681033" y="1622130"/>
            <a:ext cx="1900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Substitution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8D6E0-8BE2-7A4C-81CC-A922A680D190}"/>
              </a:ext>
            </a:extLst>
          </p:cNvPr>
          <p:cNvSpPr txBox="1"/>
          <p:nvPr/>
        </p:nvSpPr>
        <p:spPr>
          <a:xfrm>
            <a:off x="5365091" y="1519036"/>
            <a:ext cx="1900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Elimination</a:t>
            </a:r>
          </a:p>
        </p:txBody>
      </p:sp>
    </p:spTree>
    <p:extLst>
      <p:ext uri="{BB962C8B-B14F-4D97-AF65-F5344CB8AC3E}">
        <p14:creationId xmlns:p14="http://schemas.microsoft.com/office/powerpoint/2010/main" val="161709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91000" cy="125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059330-464B-3E48-BBE7-42C6B932B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800" y="0"/>
            <a:ext cx="51562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5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9B297-5880-3140-A314-C7EBEFC35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85" y="171824"/>
            <a:ext cx="4817851" cy="11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8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2900" cy="162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065271-0BBF-3649-911D-77218974C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0"/>
            <a:ext cx="33782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1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543" y="301171"/>
            <a:ext cx="7112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028" y="288472"/>
            <a:ext cx="51308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9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0"/>
            <a:ext cx="8543925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957942"/>
            <a:ext cx="8543925" cy="524804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Substitution method</a:t>
            </a:r>
          </a:p>
          <a:p>
            <a:pPr lvl="1"/>
            <a:r>
              <a:rPr lang="en-US" dirty="0"/>
              <a:t>Make x or y the subject of one equation and substitute into the other equation.</a:t>
            </a:r>
          </a:p>
          <a:p>
            <a:pPr lvl="1"/>
            <a:r>
              <a:rPr lang="en-US" dirty="0"/>
              <a:t>Solve the equation to determine x (or y)</a:t>
            </a:r>
          </a:p>
          <a:p>
            <a:pPr lvl="1"/>
            <a:r>
              <a:rPr lang="en-US" dirty="0"/>
              <a:t>Substitute the value of x (or y) into one of the equation and determine the other value.</a:t>
            </a:r>
          </a:p>
          <a:p>
            <a:pPr lvl="1"/>
            <a:r>
              <a:rPr lang="en-US" dirty="0"/>
              <a:t>Check by substitution into the other equation.</a:t>
            </a:r>
          </a:p>
          <a:p>
            <a:pPr lvl="1"/>
            <a:endParaRPr lang="en-US" dirty="0"/>
          </a:p>
          <a:p>
            <a:r>
              <a:rPr lang="en-US" b="1" dirty="0"/>
              <a:t>Elimination method</a:t>
            </a:r>
            <a:endParaRPr lang="en-US" dirty="0"/>
          </a:p>
          <a:p>
            <a:pPr lvl="1"/>
            <a:r>
              <a:rPr lang="en-US" dirty="0"/>
              <a:t>Add or subtract the LHS and RHS of the two equations to eliminate one of the pronumerals.</a:t>
            </a:r>
          </a:p>
          <a:p>
            <a:pPr lvl="1"/>
            <a:r>
              <a:rPr lang="en-US" dirty="0"/>
              <a:t>Solve the equation and then substitute the value determined into the other equation.</a:t>
            </a:r>
          </a:p>
          <a:p>
            <a:pPr lvl="1"/>
            <a:r>
              <a:rPr lang="en-US" dirty="0"/>
              <a:t>Note that the equations may be multiplied by a non-zero constant.</a:t>
            </a:r>
          </a:p>
        </p:txBody>
      </p:sp>
    </p:spTree>
    <p:extLst>
      <p:ext uri="{BB962C8B-B14F-4D97-AF65-F5344CB8AC3E}">
        <p14:creationId xmlns:p14="http://schemas.microsoft.com/office/powerpoint/2010/main" val="1561285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one </a:t>
            </a:r>
            <a:r>
              <a:rPr lang="en-US" dirty="0"/>
              <a:t>to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Usually if </a:t>
            </a:r>
            <a:r>
              <a:rPr lang="en-US"/>
              <a:t>you have </a:t>
            </a:r>
            <a:r>
              <a:rPr lang="en-US" dirty="0"/>
              <a:t>equations which are of the form</a:t>
            </a:r>
          </a:p>
          <a:p>
            <a:pPr marL="457200" lvl="1" indent="0">
              <a:buNone/>
            </a:pPr>
            <a:r>
              <a:rPr lang="en-US" dirty="0"/>
              <a:t>y = </a:t>
            </a:r>
            <a:r>
              <a:rPr lang="mr-IN" dirty="0"/>
              <a:t>………</a:t>
            </a:r>
            <a:r>
              <a:rPr lang="en-AU" dirty="0"/>
              <a:t>              or            x = </a:t>
            </a:r>
            <a:r>
              <a:rPr lang="mr-IN" dirty="0"/>
              <a:t>………</a:t>
            </a:r>
            <a:r>
              <a:rPr lang="en-AU" dirty="0"/>
              <a:t>..</a:t>
            </a:r>
          </a:p>
          <a:p>
            <a:pPr marL="0" indent="0">
              <a:buNone/>
            </a:pPr>
            <a:r>
              <a:rPr lang="en-AU" dirty="0"/>
              <a:t>Use substitution.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Otherwise, use elimination.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453778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339</TotalTime>
  <Words>235</Words>
  <Application>Microsoft Macintosh PowerPoint</Application>
  <PresentationFormat>A4 Paper (210x297 mm)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A4 Presentation</vt:lpstr>
      <vt:lpstr>Solving simultaneous equations</vt:lpstr>
      <vt:lpstr>PowerPoint Presentation</vt:lpstr>
      <vt:lpstr>Solving simultaneous equations</vt:lpstr>
      <vt:lpstr>Solve y = 2x + 2  and y = -2x + 6 for x and 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Which one to 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simultaneous equations</dc:title>
  <dc:creator>Michael Loh</dc:creator>
  <cp:lastModifiedBy>LOH Michael [Shenton College]</cp:lastModifiedBy>
  <cp:revision>19</cp:revision>
  <cp:lastPrinted>2017-03-22T14:13:34Z</cp:lastPrinted>
  <dcterms:created xsi:type="dcterms:W3CDTF">2017-03-20T15:22:28Z</dcterms:created>
  <dcterms:modified xsi:type="dcterms:W3CDTF">2019-08-04T03:35:58Z</dcterms:modified>
</cp:coreProperties>
</file>