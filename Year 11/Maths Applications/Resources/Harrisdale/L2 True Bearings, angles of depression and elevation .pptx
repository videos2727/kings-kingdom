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4" r:id="rId6"/>
    <p:sldId id="259" r:id="rId7"/>
    <p:sldId id="265" r:id="rId8"/>
    <p:sldId id="266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96"/>
  </p:normalViewPr>
  <p:slideViewPr>
    <p:cSldViewPr snapToGrid="0" snapToObjects="1">
      <p:cViewPr varScale="1">
        <p:scale>
          <a:sx n="116" d="100"/>
          <a:sy n="116" d="100"/>
        </p:scale>
        <p:origin x="1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651A4-29CB-324A-9252-4F4F836FE9AD}" type="datetimeFigureOut">
              <a:rPr lang="en-US" smtClean="0"/>
              <a:t>9/15/19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B14E8-0BB3-344E-B397-955E7E85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95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www.bbc.co.uk</a:t>
            </a:r>
            <a:r>
              <a:rPr lang="en-US" dirty="0"/>
              <a:t>/education/guides/zq4w7ty/revision/4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5F3E5-CF7E-A94A-9AD9-581C337249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36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True Bearings, Angles of Elevation and depression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3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bearings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1037" y="1502896"/>
                <a:ext cx="8543925" cy="11596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True bearings give the angle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</m:oMath>
                </a14:m>
                <a:r>
                  <a:rPr lang="en-US" dirty="0"/>
                  <a:t> from the </a:t>
                </a:r>
                <a:r>
                  <a:rPr lang="en-US" dirty="0">
                    <a:solidFill>
                      <a:srgbClr val="FF0000"/>
                    </a:solidFill>
                  </a:rPr>
                  <a:t>NORTH</a:t>
                </a:r>
                <a:r>
                  <a:rPr lang="en-US" dirty="0"/>
                  <a:t>, measured CLOCKWISE.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7" y="1502896"/>
                <a:ext cx="8543925" cy="1159622"/>
              </a:xfrm>
              <a:blipFill>
                <a:blip r:embed="rId2"/>
                <a:stretch>
                  <a:fillRect l="-1486" t="-7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B2B191E-8BF0-7347-A9F9-091185B82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515" y="2528048"/>
            <a:ext cx="2107952" cy="34091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8D6AF1-F8F0-4346-8622-4230E48C0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85" y="2618372"/>
            <a:ext cx="1806974" cy="336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0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07" y="379826"/>
            <a:ext cx="9120265" cy="17303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07" y="2514599"/>
            <a:ext cx="2030242" cy="394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2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718DC4-8876-C047-8E47-0DEEBD8B89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32" t="25878" r="46035" b="61420"/>
          <a:stretch/>
        </p:blipFill>
        <p:spPr>
          <a:xfrm>
            <a:off x="196947" y="295420"/>
            <a:ext cx="7527566" cy="147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13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296" y="329887"/>
            <a:ext cx="8543925" cy="1325563"/>
          </a:xfrm>
        </p:spPr>
        <p:txBody>
          <a:bodyPr/>
          <a:lstStyle/>
          <a:p>
            <a:r>
              <a:rPr lang="en-US" dirty="0"/>
              <a:t>Angle of elevation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9932"/>
          <a:stretch/>
        </p:blipFill>
        <p:spPr>
          <a:xfrm>
            <a:off x="501202" y="1655450"/>
            <a:ext cx="3888540" cy="322583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62AD04-B490-B549-B4D5-695FB517E179}"/>
              </a:ext>
            </a:extLst>
          </p:cNvPr>
          <p:cNvSpPr txBox="1">
            <a:spLocks/>
          </p:cNvSpPr>
          <p:nvPr/>
        </p:nvSpPr>
        <p:spPr>
          <a:xfrm>
            <a:off x="4787153" y="365127"/>
            <a:ext cx="48543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Angle of depression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A77661-1E44-9D4C-9FF6-53FC4C4C23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8011"/>
          <a:stretch/>
        </p:blipFill>
        <p:spPr>
          <a:xfrm>
            <a:off x="5114792" y="2944906"/>
            <a:ext cx="4579611" cy="261470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3C0E9F-DBC6-A24A-A662-6B348A37957B}"/>
              </a:ext>
            </a:extLst>
          </p:cNvPr>
          <p:cNvCxnSpPr/>
          <p:nvPr/>
        </p:nvCxnSpPr>
        <p:spPr>
          <a:xfrm>
            <a:off x="4585447" y="524435"/>
            <a:ext cx="0" cy="595704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395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1924050"/>
            <a:ext cx="3447036" cy="34734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5000" t="15812" r="12948" b="3960"/>
          <a:stretch/>
        </p:blipFill>
        <p:spPr>
          <a:xfrm>
            <a:off x="3853404" y="1606550"/>
            <a:ext cx="6052596" cy="37909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401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1255"/>
            <a:ext cx="9906000" cy="10017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4"/>
          <a:stretch/>
        </p:blipFill>
        <p:spPr>
          <a:xfrm>
            <a:off x="207818" y="2337954"/>
            <a:ext cx="3796146" cy="310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3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3F38C9-9C05-6F47-BF81-992601A3EB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79" t="18306" r="28994" b="70947"/>
          <a:stretch/>
        </p:blipFill>
        <p:spPr>
          <a:xfrm>
            <a:off x="0" y="182879"/>
            <a:ext cx="9250801" cy="104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65731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28</TotalTime>
  <Words>49</Words>
  <Application>Microsoft Macintosh PowerPoint</Application>
  <PresentationFormat>A4 Paper (210x297 mm)</PresentationFormat>
  <Paragraphs>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A4</vt:lpstr>
      <vt:lpstr>True Bearings, Angles of Elevation and depression</vt:lpstr>
      <vt:lpstr>True bearings</vt:lpstr>
      <vt:lpstr>PowerPoint Presentation</vt:lpstr>
      <vt:lpstr>PowerPoint Presentation</vt:lpstr>
      <vt:lpstr>Angle of elevation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 Bearings</dc:title>
  <dc:creator>LOH Michael [Shenton College]</dc:creator>
  <cp:lastModifiedBy>LOH Michael [Shenton College]</cp:lastModifiedBy>
  <cp:revision>5</cp:revision>
  <dcterms:created xsi:type="dcterms:W3CDTF">2017-07-25T03:04:22Z</dcterms:created>
  <dcterms:modified xsi:type="dcterms:W3CDTF">2019-09-15T03:46:21Z</dcterms:modified>
</cp:coreProperties>
</file>