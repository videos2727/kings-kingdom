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78" r:id="rId3"/>
    <p:sldId id="276" r:id="rId4"/>
    <p:sldId id="277" r:id="rId5"/>
    <p:sldId id="275" r:id="rId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22"/>
    <p:restoredTop sz="90789"/>
  </p:normalViewPr>
  <p:slideViewPr>
    <p:cSldViewPr snapToGrid="0" snapToObjects="1">
      <p:cViewPr varScale="1">
        <p:scale>
          <a:sx n="88" d="100"/>
          <a:sy n="88" d="100"/>
        </p:scale>
        <p:origin x="1048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0C50-DFDB-FC49-8DD0-8B806F2F7779}" type="datetimeFigureOut">
              <a:rPr lang="en-US" smtClean="0"/>
              <a:t>6/11/19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51CA1-19B0-6E45-A9A8-231EA3D53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47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6/11/19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4 </a:t>
            </a:r>
            <a:r>
              <a:rPr lang="mr-IN" dirty="0"/>
              <a:t>–</a:t>
            </a:r>
            <a:r>
              <a:rPr lang="en-US" dirty="0"/>
              <a:t> Similar Triangles</a:t>
            </a:r>
          </a:p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58422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D17F194-75EC-104C-94EA-59D18E62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4303"/>
            <a:ext cx="99060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35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82D473-AADB-474B-8CE3-F383587AE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193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68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2DC418-D885-B44B-9B65-A7FA186D5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181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4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353E964-E202-6042-A78E-C50DA6357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39"/>
            <a:ext cx="9906000" cy="222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32128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509</TotalTime>
  <Words>7</Words>
  <Application>Microsoft Macintosh PowerPoint</Application>
  <PresentationFormat>A4 Paper (210x297 mm)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A4 Presentation</vt:lpstr>
      <vt:lpstr>Similarity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20</cp:revision>
  <dcterms:created xsi:type="dcterms:W3CDTF">2017-06-11T08:28:12Z</dcterms:created>
  <dcterms:modified xsi:type="dcterms:W3CDTF">2019-06-11T00:31:48Z</dcterms:modified>
</cp:coreProperties>
</file>