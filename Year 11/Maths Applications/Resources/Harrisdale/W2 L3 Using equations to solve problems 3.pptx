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63" r:id="rId3"/>
    <p:sldId id="265" r:id="rId4"/>
    <p:sldId id="264" r:id="rId5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55"/>
  </p:normalViewPr>
  <p:slideViewPr>
    <p:cSldViewPr snapToGrid="0" snapToObjects="1">
      <p:cViewPr varScale="1">
        <p:scale>
          <a:sx n="97" d="100"/>
          <a:sy n="97" d="100"/>
        </p:scale>
        <p:origin x="1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F02DF-2E1D-2C44-B98C-7675E7413850}" type="datetimeFigureOut">
              <a:rPr lang="en-US" smtClean="0"/>
              <a:t>8/1/19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046F1-5E9D-4B46-8172-7BFDCECE3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5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8/1/19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equations to solve problems - 2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Solving Word Problems</a:t>
            </a:r>
          </a:p>
        </p:txBody>
      </p:sp>
    </p:spTree>
    <p:extLst>
      <p:ext uri="{BB962C8B-B14F-4D97-AF65-F5344CB8AC3E}">
        <p14:creationId xmlns:p14="http://schemas.microsoft.com/office/powerpoint/2010/main" val="4123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87" y="356578"/>
            <a:ext cx="90551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39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B7807-4ADC-A844-B042-433DDA7B7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47" y="222112"/>
            <a:ext cx="8993049" cy="15006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ratio of male students to female students in a school is 12 : 19. If the total number of male students in the school is 600. Determine the number of female students in the school.</a:t>
            </a:r>
          </a:p>
        </p:txBody>
      </p:sp>
    </p:spTree>
    <p:extLst>
      <p:ext uri="{BB962C8B-B14F-4D97-AF65-F5344CB8AC3E}">
        <p14:creationId xmlns:p14="http://schemas.microsoft.com/office/powerpoint/2010/main" val="11114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B7807-4ADC-A844-B042-433DDA7B7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47" y="222112"/>
            <a:ext cx="8993049" cy="15006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ratio of male students to female students in a school is 12 : 19. If the total number of students in the school is 1 302. Determine the number of female students in the school.</a:t>
            </a:r>
          </a:p>
        </p:txBody>
      </p:sp>
    </p:spTree>
    <p:extLst>
      <p:ext uri="{BB962C8B-B14F-4D97-AF65-F5344CB8AC3E}">
        <p14:creationId xmlns:p14="http://schemas.microsoft.com/office/powerpoint/2010/main" val="2027953637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29</TotalTime>
  <Words>88</Words>
  <Application>Microsoft Macintosh PowerPoint</Application>
  <PresentationFormat>A4 Paper (210x297 mm)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A4 Presentation</vt:lpstr>
      <vt:lpstr>Using equations to solve problems - 2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5</cp:revision>
  <dcterms:created xsi:type="dcterms:W3CDTF">2017-06-19T11:22:38Z</dcterms:created>
  <dcterms:modified xsi:type="dcterms:W3CDTF">2019-08-01T00:14:08Z</dcterms:modified>
</cp:coreProperties>
</file>