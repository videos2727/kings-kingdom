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1"/>
    <p:restoredTop sz="94729"/>
  </p:normalViewPr>
  <p:slideViewPr>
    <p:cSldViewPr snapToGrid="0" snapToObjects="1">
      <p:cViewPr varScale="1">
        <p:scale>
          <a:sx n="77" d="100"/>
          <a:sy n="77" d="100"/>
        </p:scale>
        <p:origin x="200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7:11.04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2845 76 6806,'11'-19'1449,"-5"0"-822,-4 9 52,-2-7-227,0 15-127,0-7-4,0 9 651,0 0-537,-8 9 1,-1 1-481,-3 9 15,-5 0 0,13 0 0,-9-2 43,-2-4 0,5 4-45,-3-5 1,0 7 36,-6 7 0,0-5 0,0 6 0,0-2 29,0 1-47,-8 7 1,6-9 44,-4 7 1,-3-1-28,3 1 1,-7 5 36,7-4 1,-6 1 1,5-1 1,-7 4 1,1-5 1,2-1 2,-1 2 0,6-1-30,-7 7 0,2-6 1,-1-1 0,-3 1 17,9 6 0,-7-6 7,7-1 0,-7-6-107,7 7 1,-2-2 41,1 1 1,3 5 27,-8-4 1,7 1 47,-1-1 1,-2 4 7,1-5 0,-5 5-8,5 2 1,-5 0 7,6 0 1,-7 0-31,7 0 1,-9 6 12,2 0 0,-1 1 21,1-7 0,-4 6-39,5 0 0,-5 2-3,-2-1 1,0-5 33,0 4 1,-4 2-8,4-1 1,-4-1 10,10-6 0,3 0 5,-3 0 0,2-3-15,-1-3 0,-3 4 7,9-4 1,-7 3 52,7 3 1,-2-2-61,1-4 1,5 1 6,-4-7 0,4 5-30,2-5 0,0 5-13,0-5 0,0-1 31,0-6 1,6 2-3,1 4 1,1-4 1,-1 4 0,-5-10-2,4-2 0,2 0-23,-1 6 0,6-7-31,-7 1 0,9-7 1,-3 7 1,-1-7-8,2 7 0,-3-7-38,3 7-6,4-9 1,-13 6-310,9-3 63,-1-5 1,1 8 102,0-3 1,-3-5-263,3 4 53,4-4 0,-9-2-796,5 0 645,4 0 1,-9 0-952,5 0 348,4 0-332,-7 0 1496,9 0 0,-8-8 0,-2-3 0</inkml:trace>
  <inkml:trace contextRef="#ctx0" brushRef="#br0" timeOffset="308">95 2599 7569,'-19'0'1004,"6"0"-685,1 0 1,8 2-126,-3 4 1,-1 13 0,1 13 0,1 12-60,6 7 0,-2 6-58,-4 6 1,4 2 134,-5 5 1,5 1-12,2-7 1,0-7 81,0-7 1,6-10 131,1-2 0,10-4 190,2-15 0,2 2-222,10-15 1,1 0-152,6-6 1,8-10-7,5-9 1,10-8 97,2-11 0,7-7-441,-7 1 1,6-2-573,-5 2 1,-1 3 115,-6-3 1,0 10-674,0 3 1,0 1-539,-1-1 0,1 1 1784,0 5 0,-2 0 0,-4-5 0,-3 5 0,5-5 0,6-3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7:12.82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778 494 7309,'0'-19'15,"0"0"0,0 6 703,0 1 1,0 5-286,0-5 0,-2 5-193,-4-5 1,4 5-124,-5-5 4,-3 7 1,-1-3-35,-8 8 0,7 0 77,-1 0 1,0 2-23,-6 4 0,-6-1-137,0 7 0,-7 1 9,7 6 0,-9 6-83,3 1 1,3 5 45,3-6 1,4 1 54,2-7 0,0 2 56,0 4 1,8-10 72,5 4-69,4-4 1,2-3-10,0 1 1,10-9 13,9 2 0,3-4 109,9-2 0,1 0-224,6 0 0,0 0 14,0 0 1,-1 7-66,1-1 0,-2 3 82,-4-3 0,2-2-126,-9 9 1,-6-7 118,-7 7 1,-7-1-30,1 7 1,-4 0 140,-2 0 1,-2 0-82,-4 0 1,-5 6 135,-8 1 0,-6-1-136,0-6 1,-7 6-39,7 1 1,-9-1-101,2-6 0,3-2-194,-3-5 0,9 5 120,-2-4 0,-3-5-296,3-1 181,0-5 0,6-2-854,0 0-180,8 0 808,3-9 1,8-8 31,0-8 0,2-7 484,4 7 0,-1-9 0,7 3 0,1-5 0,6-2 0</inkml:trace>
  <inkml:trace contextRef="#ctx0" brushRef="#br0" timeOffset="231">475 77 7569,'0'-19'4,"-2"2"275,-5 4 226,5-4-12,-6 15-183,8-6 0,2 18 118,4 9 0,-2 13-95,9 18 1,0 5 45,6 21 0,-7 2-112,1 11 0,-7 3-221,7-3 1,-9-3-27,2 3 0,3-9-198,-3 2 0,1-4-308,-7-2 1,0-7-27,0 1 0,2-15-461,4 2 0,-4-13 973,4 0 0,-4-4 0,-2-6 0,0-5 0,0-3 0,0-1 0</inkml:trace>
  <inkml:trace contextRef="#ctx0" brushRef="#br0" timeOffset="1013">1082 665 7569,'-13'0'-416,"2"-3"1608,3-3-703,2-4-293,6-9 0,0 6-65,0 0 1,2 3-136,4-3 0,5 3-16,8 3 1,0 3 115,0-9 0,2 9-40,4-2 0,-4 4-4,4 2 0,-4 2-109,-2 4 0,0 7 53,0 12 1,-2 3 31,-4 3 1,-5 11 55,-8-4 0,0 4 3,0-4 0,-2 0 84,-4 0 1,-7 0-60,-12 0 0,2-6 49,-9-1 1,7-8-30,-7 3 0,9-7-8,-2-7 0,4 3-40,2-9 0,0 1 70,0-7 19,8 0-48,3 0-94,8 0 1,8-2 65,5-5 0,6 5-28,6-4 1,-2-3-154,9 3 0,-7-7-174,7 7 1,-3-2-88,3 1 1,2 5-270,-9-4 1,7 2 78,-7-3 0,0 3-308,-6-8 0,4 5 422,-4-5 0,4-1 421,-10-6 0,-5 0 0,9-8 0,-6-3 0</inkml:trace>
  <inkml:trace contextRef="#ctx0" brushRef="#br0" timeOffset="1362">1556 437 7569,'0'-19'-1487,"0"6"3006,0 1-906,0 7 1,0-5 210,0 4-500,0 3 1,2-5-176,4 8 0,5 0-23,8 0 1,0 2-90,0 4 0,6 1 82,0 12 0,3-2-178,-3 14 1,-4 1 78,4 6 1,-10 0-82,-2 0 0,-9 6-64,2 0 0,-4-6-88,-2-6 0,-2-3 222,-4 3 1,-5-5 153,-8-8 0,0 0-17,0 0 0,-2-6-93,-4-1 1,4-7-62,-4 1 0,4-4 61,2-2 0,0 0 14,0 0 1,6 0 34,0 0-17,9-8-78,-4 6 0,16-13-17,5 8 1,4 1-42,2 6 0,0 0 73,0 0 0,6 0-281,0 0 0,7 0-1,-7 0 1,9 0 7,-3 0 0,-3 0-109,-3 0 0,-4 0-256,-2 0 0,0 0 79,0 0 538,0 0 0,9-8 0,1-3 0</inkml:trace>
  <inkml:trace contextRef="#ctx0" brushRef="#br0" timeOffset="1548">2258 551 7569,'8'10'0,"-6"-1"535,7-9 830,-9 0-719,0 0-612,-9 8 0,7-4-588,-4 9 1,4-7 385,2 7 0,0-7-1454,0 7 1622,0-9 0,0 5 0,0-9 0</inkml:trace>
  <inkml:trace contextRef="#ctx0" brushRef="#br0" timeOffset="1887">2447 323 7569,'0'-10'1340,"0"1"-784,0 9-346,0 0 0,0 9-24,0 3 1,0 7-1,0 6 1,0-3 19,0 3 1,0-2-24,0 2 1,7-4-151,-1 5 0,0 1 279,-6-2-153,9 1 0,1-7-5,9 0 0,-6-7 13,-1 1 0,3-9-35,10 2 1,-3-3-1,3-3 1,2 0-33,-1 0 0,-1-3-132,-6-3 0,6 2-218,0-9 1,1 7 87,-7-7-405,0 9 1,0-4-455,0 8 336,-9-9 1,1 7-103,-5-4-125,-4 4 510,6 2 402,-8 0 0,-8-9 0,-3-1 0</inkml:trace>
  <inkml:trace contextRef="#ctx0" brushRef="#br0" timeOffset="2104">2846 228 7569,'-11'-8'304,"-6"6"-167,15-7 1,-13 7 45,9-4 1,-2 4 11,1-5 0,5 7 56,-4 7 0,-3 5 101,3 14 1,0-3-263,6 9 1,0-1 69,0 7 1,-7 2 22,1 4 1,0-4-387,6 5 1,0-5-543,0-2 1,6 0 563,0-1 0,7-1 15,-7-4 166,9-5 0,4 1 0,11 1 0</inkml:trace>
  <inkml:trace contextRef="#ctx0" brushRef="#br0" timeOffset="2370">3092 380 7569,'19'-11'-1491,"-8"-5"2033,-3 14 242,-8-7 0,-2 24-195,-4 4 0,4 6-50,-5 0-272,5 5-130,2 8 1,2-2 0,5-5 0,3 3 11,9-9 0,6-2 44,1-10 1,7-4-12,-1-9 0,4 0-68,2 0 1,0-9 76,0-4 1,-7-12-153,1-6 1,-9 1-7,2-2 0,-12 1-87,-7-7 1,-4 0-39,-2 0 1,-2 0-201,-4 0 1,-13 9 103,-13 3 1,-4 5-75,-1 2 0,-1 9-326,0 3 1,0 14 232,0 5 1,-6 14-962,-1 5 1316,1 5 0,6 11 0,0 1 0</inkml:trace>
  <inkml:trace contextRef="#ctx0" brushRef="#br0" timeOffset="3622">1 1878 7110,'10'-2'-844,"-4"-4"1644,-3 4-539,-3-7 1,2 7 128,4-4-353,-4 4 1,9-7 23,-5 9 0,-2 0 25,9 0 1,-7-6 48,7 0 0,-1-3 9,7 3 0,2 2-43,5-9 1,-5 9-35,4-2 0,2-5 52,-1-2 1,7 5-10,-1 2 0,4-3-8,2 3 1,0-7-9,0 7 1,0 0-69,0 6 1,0-2 26,-1-5 1,1 5-101,0-4 1,7 4 114,-1 2 0,0-7-12,-6 1 0,6 0 1,1 6 0,5-7-15,-6 1 1,7 0 79,-7 6 0,15-7-65,-2 1 1,2-7 4,-8 7 1,3-2 6,-3 1 1,-2 3 1,1-8 1,-8 7 12,3-1 1,1-2-8,-2 1 0,0-5-8,-6 5 0,0-1-4,0 2 1,2 3 77,4-3 0,-3-2-54,3 1 1,-6-1 3,-7 2 0,5 4-10,-4-5 0,4-1 36,2 1-17,-1 1-17,-7-2-95,6 6 89,-7-7 1,9 1 25,-8 6 0,6-13-21,-5 9 1,5-3-50,2 3 42,-9 4-2,7-15-192,-6 15 184,-1-7 2,7 9-8,-6-8-37,8 6 1,-1-13 80,1 9-56,9-1 14,-7 7 1,6-6 20,-8 0-58,8-1 42,-6 7-31,-2-8 1,-2 6 33,-4-4 1,4 3-23,2 3 0,-3 0-2,-3 0 0,4 0 62,-5 0 0,5 0 110,2 0 0,0-6-98,0 0 1,2-3 105,4 3 0,-4 4 4,5-4 0,-7-3-63,-7 3 1,5 0 16,-4 6 0,-3-3-57,3-3 0,-9 4-2,2-4 0,3 4-36,-3 2 0,0-3-111,-6-3 1,0 4 35,0-4 1,0 4-108,0 2 1,0 0-178,0 0 210,0 0 0,-2 2 76,-5 4-72,5-4 0,-12 9-884,7-5-116,-8-4 261,5 7 1,-9-7-820,0 4-511,0-4 2124,-9 15 0,-1-15 0,-9 6 0</inkml:trace>
  <inkml:trace contextRef="#ctx0" brushRef="#br0" timeOffset="4490">740 2201 6183,'0'-11'1138,"0"-6"0,2 15-963,5-4 1,-3-2 19,9 1 0,-1-1 0,7 1 0,0 5-121,0-4 1,6 4-164,1 2 1,5 0 165,-5 0 1,5 8-44,-6 5 0,1 10-16,-7 2 0,0 9 29,0-2 0,-7 4 43,1 2 0,-9-7-5,2 1 0,-3-3 10,-3 3 1,-7-3-2,1-3 0,-9-5 0,3 4 1,-7-6 0,-7-6 0,5 4 4,-4-5 0,4-3-160,2-3 0,0 2 90,0-1 0,6-1 76,1-6 30,7 0-14,-3 0-47,8 0-41,8 0 0,5-6 19,12-1 1,-4-5 14,5 5 1,1-7-260,-2 1 1,7 2 83,-7-1 0,7-1-508,-7-6 1,9 7-1,-2-1 0,1 0-216,-1-6 0,4 0 832,-5 0 0,-3-8 0,-1-3 0</inkml:trace>
  <inkml:trace contextRef="#ctx0" brushRef="#br0" timeOffset="4845">1840 1973 7569,'0'-10'504,"-8"1"1,4 9-158,-9 0 281,9 0-301,-13 0 0,13 0-29,-9 0-228,0 9 0,1 1 65,-1 9 1,3 0 11,-3 0 0,-2 0 15,9 0 0,0 6-78,6 1 1,-7-1-42,1-6 1,0 0 16,6 0 0,2 0-64,4 0 1,-2 0 86,9 0 0,-3-7 32,3 1 0,10-2-30,-4 1 1,7-1 4,-1-5 0,-2-2-32,9 9 1,-9-7-92,2 7 0,2-7-38,-1 7 0,-1-7 47,-6 7 1,0-7-166,0 7 0,-2-7-12,-5 7 0,3-7-15,-8 7 0,-1-7 121,-6 7 0,-2-3 2,-5 3 0,-3 4-159,-9-5 0,-6 5-213,-1 2 1,-7 0-203,1 0 0,-2-8 246,3-5 0,-5-4-465,4-2 886,5 0 0,-17 0 0,4 0 0</inkml:trace>
  <inkml:trace contextRef="#ctx0" brushRef="#br0" timeOffset="5248">1859 1935 7569,'9'-10'0,"-7"1"514,15 9 10,-15-8 405,6 6-302,1-7-537,-7 18 1,13-5 82,-9 9 1,9-9-24,-3 2 1,5 3 32,2-3 1,0 0 22,0-6 1,6 0-132,1 0 1,1 0-156,-2 0 0,-4 0-62,5 0 0,-5 2 101,-2 5 1,0-3 83,0 9 0,-7-1-104,1 7 0,-9 2-95,2 5 1,3 3 84,-3 9 1,0 6 18,-6 0 0,7 3 27,-1-3 0,7-4-1,-7 4 0,15-10 164,-2-2 0,6-15-95,1 2 0,3-13 149,9 0 1,0-6-13,0-6 0,0-13-105,0-13 1,0-4-54,0-1 0,-9-8-49,-3 1 0,-8-9 40,-5 3 1,-4-5-113,-9-2 0,-3 2-285,-3 5 0,-11-3 163,-8 9 0,-11 2-100,-2 10 1,-2 7-40,-10 12 0,5 9-89,-5 16 0,1 5 162,-1 21 1,3-10 286,9 10 0,1-5 0,-1 5 0</inkml:trace>
  <inkml:trace contextRef="#ctx0" brushRef="#br0" timeOffset="5881">4856 1234 7648,'-8'10'646,"3"-2"62,-7-8-385,7 0 0,-5 0 415,4 0 219,4 0-456,-7 0-318,9 0 1,2 0-94,5 0 0,3 0 26,9 0 1,0 0-159,0 0 1,0-6-83,0 0 0,6 0-324,0 6 1,7-7 23,-7 1 1,3 0-367,-3 6 0,-4 0 44,4 0 1,-10 0 745,-2 0 0,-1 8 0,7 3 0</inkml:trace>
  <inkml:trace contextRef="#ctx0" brushRef="#br0" timeOffset="6021">4875 1499 7569,'-8'19'595,"5"-6"929,-3-1-680,4-7-549,2 3 0,2-8-236,4 0 1,5 0-250,8 0 0,8 0-201,5 0 0,4-6-1162,2-1 1553,0-7 0,8 3 0,2-8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7:33.29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20 0 9069,'-11'0'1572,"3"0"1,25 0-1281,8 0 0,0 0-97,1 0 0,1 2-12,-2 5 1,7-3-551,-7 9 1,7-9-752,-7 2 0,7-4 870,-7-2 1,0 7 247,-6-1 0,0 9 0,0-5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7:33.44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49 1 7569,'-19'0'3896,"0"8"-3395,8-6 0,11 9-148,13-5 1,6-4-2124,6 4 1173,13-4 1,11-2 83,8 0 513,-1 0 0,1-8 0,0-3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7:26.64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0 58 7569,'17'-9'-139,"-4"-3"155,-5 3 1,-8-1 157,0 3 10,0 5-1,0-6-183,0 8 862,0 0-624,0 8-235,0 3 1,0 8 84,0 0 1,0 2 30,0 4 1,0-4-41,0 4 34,0 5 3,8-9-188,-6 15 153,7-7 1,-1 9 7,5 0 1,-2 2-20,1 5 0,3-3-25,10 8 0,-4-5-6,5 5 1,3 1-19,3 6 45,-5-1-122,9 1 0,-9 2 201,5 5-1080,4-5 1000,-15 14-58,6-14 40,1 15 1,-7-6 5,4 7 1,2-5-199,-1 0 0,5 5 165,-5 8 0,7-8-1,-1-5 0,6 0-21,6 5 44,-4 1-10,6 0 0,-5 0 46,3 0 1,-4-7-21,4 1 108,-4-9-914,-2 4 790,-8-8 12,5 0 13,-14 0 1,13 0-15,-9 0 1,1-7 211,-7 1 0,6-7 398,0 7 1,3-9-491,-3 2-78,-4 5 140,6-9 1,-1 6-171,-1-8 36,0 0 499,3 0-630,-7 0 114,15 0 0,-13 0 64,8 0 1,-1-7-92,2 1 0,3-3-18,-3 3 0,-3-5 44,3-8-57,0 9 16,-3-7 1,5 4-14,-9-12 1,3 4 2,-3-5 0,-4 3 189,4-2-171,-4 4 27,-2-15-29,0 15 0,0-9-15,0 5 1,-6-3-207,-1-4-15,-7-3-13,12 5-210,-15-8 167,15 8-240,-15-5 212,6 5 0,-8-8-1487,0 0 1482,0-8 76,-8 5 1,3-11-888,-7 7 451,8-7 637,-13 3 0,6-8 0,-8 0 0</inkml:trace>
  <inkml:trace contextRef="#ctx0" brushRef="#br0" timeOffset="309">1688 3756 8015,'-10'0'2116,"-7"0"-1503,15 0-136,-7 0-101,9 9-193,0-7 1,0 15 97,17 2 0,-4 2 166,12 4-287,4-4 1,1 4 115,8 1-93,0-1 50,8-15 1,-6 7 213,4-4 0,-1-3-121,1 3 0,-4-9-111,4 3 0,-6-5 106,-6-2-217,4 0 1,-15-9 0,4-3-9,-4-5 1,4-2 225,1 0-200,-1 0 0,-4-8 1,2-7 244,2-8-1150,9-7 0,-7-10 0,7-6-2669,-2-11 1914,-1-8 1279,-16 32 0,0 0 1,6 4-1,2-1 1,-3-2-1,0-1 1</inkml:trace>
  <inkml:trace contextRef="#ctx0" brushRef="#br0" timeOffset="1285">3073 4287 7110,'0'-19'-556,"0"0"1313,0 0 0,-3 0-369,-3 0 0,4 0-35,-4 1 1,-5 1-220,-1 4 0,-5-2-177,-2 9 1,0 0 32,0 6 1,-9 2 156,-3 4 0,1 5-126,-1 8 1,7 0 77,-1-1 0,4 1 34,2 0 1,7 0-19,-1 0 0,9-6 89,-3 0 0,7-7-67,7 7 0,3-7 24,9 7 0,6-9-100,1 2 0,7 3 105,-1-3 0,4 9-233,2-3 1,6-1-51,0 1 1,1-1-43,-7 2 1,-3 3 94,-3-3 0,-5-2-193,-8 1 264,0 1 1,-8 6 63,-5 0 0,-18-2-34,-7-5 1,-13 5-54,0-4 0,-6 4 29,-6 2 0,4-7-110,-4 1 0,2 0-176,-3 6 1,8-9 209,-1-4 1,0-1 20,6 1-401,5-4 1,-1 7-538,9-9 1,9-3 552,3-3 1,5 2 426,2-9 0,9-8 0,1-8 0</inkml:trace>
  <inkml:trace contextRef="#ctx0" brushRef="#br0" timeOffset="1505">2902 4022 7569,'0'-19'-733,"0"-9"0,-6 7 888,-1-4 0,1 4 654,6 2 1,0 6-398,0 1 1,0 5 370,0-5-337,0 8-304,0-5 1,2 20-68,4 8 1,3 8 46,3 11 0,3 8-82,-8 5 1,7 2-19,-1-3 0,-3 13-217,3 1 0,0 1-134,6 4 0,-2-10-299,-5-2 0,11 4 270,-4-10 218,5 0 1,3-5 0,2 2 0</inkml:trace>
  <inkml:trace contextRef="#ctx0" brushRef="#br0" timeOffset="1775">3566 4041 5745,'0'21'1634,"0"4"0,0 5-1415,0 8 1,0-1-25,0 1 0,6-2 0,0-4 0,9 2-347,-2-9 1,-3 6-446,3-5 1,0-1 224,6-6 0,-7-6 372,1-1 0,8-8 0,8 5 0</inkml:trace>
  <inkml:trace contextRef="#ctx0" brushRef="#br0" timeOffset="2100">3888 3946 7569,'-10'-19'-1482,"-7"8"2635,6-5-267,1 13-548,1-5 0,9 10-164,0 4 1,2-1-102,5 7 1,3 7 21,9 7 0,0 7-166,0-1 1,0 4 54,0 2 0,-2 0-161,-4-1 0,-5 1-14,-8 0 0,0-6 64,0 0 0,-2-9 51,-4 2 1,-5-6 131,-8-6 0,0 1 193,0-7 0,6-1-115,1-6 1,-1 0 343,-6 0-225,9 0 22,1 0 113,9 0-259,0 0 1,9 0 1,3 0 1,12 0-94,1 0 0,9 0-132,-3 0 0,5 0-12,2 0 0,-2 0-190,-5 0 0,3 0-62,-9 0 1,1 0-848,-7 0 1205,0 0 0,0 8 0,-1 3 0</inkml:trace>
  <inkml:trace contextRef="#ctx0" brushRef="#br0" timeOffset="2317">4400 4344 7569,'7'13'-1491,"-1"-1"1491,0-7 653,-6 3 0,0-6 1435,0 5 0,-2-5-1422,-4 4 1,2 2-349,-9-1-620,9 7-889,-5-3 121,1 0 1070,6-3 0,2-8 0,10 0 0</inkml:trace>
  <inkml:trace contextRef="#ctx0" brushRef="#br0" timeOffset="3134">4666 3813 7110,'0'-10'-110,"0"-7"1,0 6 943,0-8-102,0 9-254,0-7-24,0 15 24,0-7-240,0 9 1,0 11-1,0 8 0,0 8-43,0 11 0,0 0-72,0 0 0,0 8-4,0 5 0,0-5-85,0-1 0,0-1 89,0-6 1,2 2-77,4-15 1,5 0 48,8-6 0,0-2-160,0-4 4,0-5 0,0-8 84,0 0 1,-3-8-182,-3-5 0,2-4 19,-9-2 1,0 0 14,-6 0 1,0 0 104,0 0-10,-8 1 0,-3 7-39,-7 5 27,-1 4 1,0 2-158,0 0 0,6 8-10,0 5-195,9 3 1,-4 3 5,8 0 1,2-2-135,4-4 1,5 2 203,8-9 1,2 2 116,4-1 0,2-5 209,5 4 0,4-12 0,-7-5 0</inkml:trace>
  <inkml:trace contextRef="#ctx0" brushRef="#br0" timeOffset="3397">5121 4098 7569,'13'-19'-1284,"-3"-2"1020,-1-5 0,3 5 264,-5-4 0,-1 10 306,-6 3 0,-2 1 448,-5-2 1,3 5 116,-8 8-254,-1 0-227,-6 0-259,0 0 1,6 8-93,1 5 0,8 4 156,-3 2 0,5 0-12,2 0 1,9 0-68,3 0 0,7 6-142,6 0 1,-1 1 27,7-7 0,-5 6 112,5 0 1,-1 0-77,1-6 1,-3 2 61,-9 5-156,0-5 0,-9 6 143,-4-8 0,-3 0-14,-3 0 1,-11-6-203,-8-1 0,-2-5-285,-11 5 0,1-7-414,-7 1 1,4-4 378,-4-2 0,4-2-862,-10-4 1311,4-5 0,2-25 0,0-4 0</inkml:trace>
  <inkml:trace contextRef="#ctx0" brushRef="#br0" timeOffset="3535">4931 3946 7569,'19'-11'84,"0"5"1,-6-2 137,0 1 0,-1 1 248,7 6-212,0-8 1,0 5-76,0-3 0,2-2 0,4 1 1,5 1-181,8 6 1,0 0-36,0 0 0,-7-2-623,1-4 0,-9 3 655,2-3 0,5 4 0,-1 2 0</inkml:trace>
  <inkml:trace contextRef="#ctx0" brushRef="#br0" timeOffset="4301">2447 5160 7263,'19'0'-1300,"-9"0"1847,-1 0 0,-1 0-102,5 0 1,-1-7-84,7 1 0,-2-2-159,15 1 0,-7-1 0,7-5 0,6 3 11,6 3 1,0 3-24,-6-8 0,8 7-18,5-1 1,-3-2 32,3 1 1,0 1 6,6 6 1,6 0-85,0 0 0,0 0-90,-6 0 1,0 0 75,0 0 0,2-6-117,4-1 0,2-1 154,5 2 0,4 3-38,-5-3 0,5 2-394,2-2 0,0 3 231,0-3 1,-3-2 63,-3 1 0,4-7 17,-5 1 1,-1 2 13,1-1 0,-6 6 31,7-7-150,0 9-818,-3-5 926,7 1 1,-7 6 33,9-5-20,-9-3-3,7 8 0,-15-7 43,4 9-36,5-8-16,-18 6 1,20-13 306,-13 9-281,12-9-645,-10 13 815,15-7-171,-23 1 1,12 6-187,-12-4 64,-5 3 131,0-5 0,-8 6 837,0-4-803,0 3 67,-8 3-249,-3 0 857,-8 0-719,0 0 145,0 0 0,0 0-312,0 0-237,-9 9 178,7-7 0,-13 6 93,9-8 1,-7 3 29,7 3 33,-9-4-567,5 6-467,-1-8 703,-6 0-371,7 0 180,-1 0-252,-6 0-251,7 0 1034,-9 0 0,8-8 0,3-3 0</inkml:trace>
  <inkml:trace contextRef="#ctx0" brushRef="#br0" timeOffset="4973">3357 5463 7569,'11'-8'1372,"-5"-5"-478,-4 5 83,-2-9-407,0 15-364,0-7 1,0 18-108,0 3 0,2 5 75,4 2 1,-1 7 23,7-1 0,-7 9-15,1-3 1,2 5-1,-1 2 1,-1-7-333,-6 1 1,6-2-534,1 1 0,-1 3-306,-6-9 1,0 1 13,0-8-130,8 1 1104,3 0 0,8 0 0,0 0 0</inkml:trace>
  <inkml:trace contextRef="#ctx0" brushRef="#br0" timeOffset="5250">3945 5293 7569,'-13'-11'-908,"1"5"2358,8 4-917,-13 2 1,12 0 94,-7 0 1,6 2-240,-7 4 1,9 7-263,-3 12 0,-1-4-10,2 4 0,-1 3-78,7-3 1,2 7 110,5-7 1,3 0 32,9-6 1,2-2-69,5-4 0,3-3 22,9-4 1,2-3 112,4 3 0,-2-6-71,9-6 0,-7 1-93,7-7 0,-9 5-91,2-5 1,-4 8-232,-2-3 0,-8-1 254,-5 1 222,-4-7-981,-2 12 1,-6-13-2951,-1 9 3691,-7-1 0,-5-1 0,-11-3 0</inkml:trace>
  <inkml:trace contextRef="#ctx0" brushRef="#br0" timeOffset="5450">4324 5255 7569,'11'0'1562,"-3"-9"-1379,-8 7 1,0 2 203,0 13 0,0 6 202,0 6 0,0 4-604,0 9 1,0 7 74,0-1 1,0 6 122,0-5 1,0-1-397,0-6 1,7-2-562,-1-5 1,7 3 520,-7-9 0,9-6 253,-3-6 0,5 0 0,2 6 0</inkml:trace>
  <inkml:trace contextRef="#ctx0" brushRef="#br0" timeOffset="5792">4799 5368 7569,'0'-10'-1707,"0"-7"1722,-9 15 0,5-7 894,-9 9 1,9 3 312,-2 3-847,-5 4 0,9 9-119,-4 0 0,4 2-3,2 5 1,0-5-75,0 4 1,8-2 22,5 3 0,4-3-19,2 8 1,2-7-1,4 1 1,2-4-102,5-2 1,4 0-22,-5 0 1,-1-7-46,1 1 0,-1-2 96,2 1 0,-5 3-137,-8-9 1,0 9 11,0-2 1,-9-3 12,-3 3 65,-5 0 1,-6 6-19,-9-1 1,-2 1-528,-16 0 0,5 0-168,-5 0 1,-7 0-341,-6 0 1,-1-6 424,7 0 0,0-9 563,0 2 0,1-12 0,-1-5 0</inkml:trace>
  <inkml:trace contextRef="#ctx0" brushRef="#br0" timeOffset="5947">4818 5463 7110,'29'-27'-1032,"-2"12"2980,-8-4-1200,0 4 0,2-2-301,5 5 1,-5-3-177,4 9 1,-2-1 494,3 7 1,-3 0-304,8 0 1,-5 0-760,5 0 0,-8 0-376,3 0 1,1 0-1888,-2 0 2559,1 0 0,1-8 0,3-3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7:19.61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437 930 7569,'-9'-13'132,"-3"0"0,1 7 267,-2-7 1,1 3-65,-7-3 1,0-1 61,0 7 1,0-5-172,0 5 0,0 1-117,0 6 0,-6 0-169,-1 0 0,-5 2 120,5 4 0,-5 5-41,6 8 0,-1 0 44,7 0 0,2 2-158,5 4 175,3-4 0,9 7-22,0-9 1,9 0-3,3 0 1,7-7 58,7 1 1,3-3 79,9 3 1,0 2-112,0-9 0,8 9 19,5-3 1,-5 5-52,-1 2 1,-14 0-112,-6 0 1,-3 0 4,-4 0 0,-7 0 62,-5 0 0,-6 6 21,-6 1 0,-13 1-10,-13-2 0,-3-4-16,-3 5 1,0-5-70,0-2 0,0 0-141,0 0 0,2-9-2,5-3 1,-3-5-187,9-2 1,-1 0-326,7 0 0,9-9 304,3-3 1,5 1-315,2-2 1,2-1 729,5-12 0,12-3 0,10-9 0</inkml:trace>
  <inkml:trace contextRef="#ctx0" brushRef="#br0" timeOffset="274">285 607 7114,'-9'-27'-1025,"5"4"1097,-8-9 0,7 9 564,-1-2 1,4 10 4,2 2-182,0 9 160,0-13 272,0 15-571,0-6 1,0 18 84,0 9 1,0 19 73,0 19 1,0 10-160,0 16 1,-2 5-417,-1-38 1,-1 1-1,3 0 1,-2-1 255,-3 7 1,0 0-937,3-6 1,1-1 806,-2 11 1,0-1 19,4 36 1,0-45 0,0 0-1902,0 37 1431,0-4 124,8-16 1,3 1 0,8-12-1003,0-8 1,6-7 1296,0-4 0,3-4 0,-7-5 0,2-4 0,0 5 0,3 4 0</inkml:trace>
  <inkml:trace contextRef="#ctx0" brushRef="#br0" timeOffset="2566">1025 1025 7263,'-19'0'-1185,"6"-7"1387,0 1 0,7 0 440,-7 6 1,9-2 170,-2-5-545,-5 5 1,7-4-103,-9 12 1,7 5 2,-7 8 1,3 2 0,-3 4 0,3-2 38,3 9 0,5-3 11,-4 3 0,4 2-24,2-9 0,0 0-12,0-6 1,2-6-22,4-1 0,5-7-28,8 1 1,6-4-109,0-2 0,7-8 55,-7-5 1,7-10-168,-7-2 1,0-9 15,-6 2 1,0-4-142,0-2 1,-2 0-83,-4 1 0,-5 1 134,-8 4 1,-2-4 8,-4 5 0,0 3 66,-13 3 0,2 10 40,-15 3 1,7 7-18,-7-1 0,3 6 95,-3 6 0,-2 11-99,9 9 1,0-1 12,6-6 0,8 0-200,5 0 0,4 0 82,2 0 1,0 0-68,0 0 0,2-3-104,4-3 0,5-2-110,8-5 1,6-4 450,0 4 0,9-4 0,-4-2 0</inkml:trace>
  <inkml:trace contextRef="#ctx0" brushRef="#br0" timeOffset="2782">1575 1176 7569,'-9'11'2005,"1"-1"-952,-5-3-381,-4-5 1,7 13-184,-9-9-592,0 9-1052,0-5 871,8 1 370,3-3 1,10-8-513,4 0 0,5-2 426,8-4 0,0-5 0,0-8 0</inkml:trace>
  <inkml:trace contextRef="#ctx0" brushRef="#br0" timeOffset="3216">1802 854 7569,'0'-11'-158,"0"1"493,0 3 242,0 5 131,0-6-235,0 8 190,0 0-383,-8 0 0,6 8-57,-5 5 0,3 12-1,-2 7 0,4 4 0,-5 2 0,5 6-104,2 0 0,0 0-88,0-6 0,2-2-16,5-4 0,3-5 98,9-8 1,2-2-79,5-4 0,-5-5 56,4-8 1,2-4 3,-1-9 1,5 1-36,-6-14 1,1-3-68,-7-3 1,-7-4 16,1-2 0,-9-6-117,3 0 0,-7 0-110,-7 6 1,-3 0 91,-9 0 1,-2 2 63,-5 4 1,3 11 17,-8 9 0,5 8-23,-5-3 0,1 7-51,-1 7 0,3-3-121,9 8 1,0 1 11,0 6 1,9 0-220,3 0 0,5-6-381,2-1 0,0 1 363,0 6 0,9-2 464,3-5 0,5 5 0,2-6 0</inkml:trace>
  <inkml:trace contextRef="#ctx0" brushRef="#br0" timeOffset="4040">2618 930 6995,'8'-19'-295,"-6"8"801,7-6-184,-9 15 84,0-15 92,0 7-270,0-9 1,-7 0-1,1 0 1,-2 0-46,1 0 1,5 0 11,-4 0 0,-3 0-96,3 0 1,-9 2 51,3 5 1,1-5-103,-1 4 0,-3 3-28,-10-3 1,3 9-75,-3-3 0,4 5 130,2 2 0,0 7 7,0-1 1,2 9-97,5-3 0,-3 5-154,9 2 1,-1 0 198,7 0 0,0 6-8,0 1 1,2 7 147,5-1 0,1 10-102,5 2 1,4 3-40,-5-3 0,5-2 35,2 9 0,-6-9 14,-1 2 1,-5-6-36,5-6 1,-7 1-73,1-7 0,-4-1 492,-2-6-306,0 0 1,-2-6 34,-4-1 0,1-8-111,-7 3 1,-1-7-127,-6-7 1,-2-3 156,-4-9 1,4-2 18,-5-4 1,7 1-162,7-7 1,-3-1-231,9-6 0,-1 7 90,7-1 0,2 9 51,5-2 1,-3 4-62,9 2 0,-1 0 41,7 0 0,0 0 75,0 0 0,6 2-81,1 4 0,5-4-136,-5 5 1,5-5-122,-5-2 1,7 6-353,-1 1 0,4 7 34,2-1 1,-3 2 80,-3-3 636,4 5 0,-7-6 0,9 8 0</inkml:trace>
  <inkml:trace contextRef="#ctx0" brushRef="#br0" timeOffset="4438">2940 835 7569,'11'0'-1475,"6"0"2186,-15 0-304,15 0 0,-15-2-63,4-5 1,-2 3-150,2-8 0,-3 5 0,3-5 0,-4-1 238,-2-6-139,0 0 0,0 0-50,0 0-61,0 9 1,-2 1-193,-4 9 1,-5 0-24,-8 0 1,-6 11-72,0 8 0,-7 2 161,7 10 1,-7-1 4,7 1 0,-1 5-77,7-4 0,7-3-96,-1 3 0,9-9-49,-2 3 1,6-8 58,6-5 0,5-4 84,7-9 0,1 0 46,0 0 0,7-9 89,-1-4 0,7-3-111,-7-3 0,2-7 4,-1 1 0,-7-7-30,-1 7 1,1 0-139,-6 6 212,4 0-49,-6 0 100,-3 8 1,-8 5-42,0 12 0,-6 5-28,-1 8 1,-5 2-16,5 4 1,-5 5 12,5 8 0,-5 0-80,5 0 1,-1 0-131,2-1 0,4 1-228,-5 0 1,-1 0 175,1 0-1,1-6-816,6-1 598,0-7 0,2 1-445,5-12 890,-5-5 0,15 0 0,-7 3 0</inkml:trace>
  <inkml:trace contextRef="#ctx0" brushRef="#br0" timeOffset="4733">3395 702 7569,'0'-29'0,"0"1"0,0 9 245,-8 9 1,4 1 386,-9 9 1,0 11-193,-6 8 0,7 8-7,-1 11 1,1 11-49,-7 8-248,8-1 1,-4 16 7,9-9 1,0 1-115,6-8 0,0-7 122,0-5 0,8-6 53,5-6 1,12-7-119,7-12 0,-5-5 0,-2-8 0,3 0-90,-3 0 1,0-10-138,-6-9 0,-2-3-99,-4-9 1,-5-1 36,-8-6 0,0 7-130,0-1 1,-8 9 102,-5-2 1,-10 12-39,-2 7 1,-3 4 2,3 2 0,-2 6 39,-5 0 1,5 15-184,8-2 1,8-2-136,5-4 1,-3-1 541,3 7 0,0 0 0,6 0 0</inkml:trace>
  <inkml:trace contextRef="#ctx0" brushRef="#br0" timeOffset="5255">3983 95 7569,'0'-19'-112,"0"0"121,0 0 1,0 7 324,0-1-59,0 9 224,0-5-46,0 9-10,0 0 0,0 9-260,0 3 1,0 16-1,0 10 1,-2 10 119,-4 15 0,4 5-90,-5 8 1,-1 8-346,2 5 1,-9 3 211,2 3 1,5-44 0,-1-1-96,0 1 0,-1-1 0,-2 2 0,-1 0-32,1-1 0,-1-1 0,-1-2 0,1 1-194,-1 2 1,2-1 0,-5 36 169,-8-10 1,15 0-35,-9-6 0,6-11-984,0-2 0,5-15 0,8-4 1089,0 0 0,-6-15 0,-1 4 0,3-2 0,2-1 0,2 1 0</inkml:trace>
  <inkml:trace contextRef="#ctx0" brushRef="#br0" timeOffset="5796">4325 968 6078,'2'-13'845,"4"0"1,-2 3-420,9-3 0,-7-4-132,7 5 0,-7-5-89,7-2 0,-3-2-71,3-4 1,2 10 0,-9-4 0,1 4 27,-7-4 1,0 6-58,0 1-16,0 8 0,-11-5-166,-8 9 1,-2 15-20,-11 4 0,1 15 128,-7 4 1,6 2-52,1 10 1,9-8-11,4 3 1,1-5-104,10-2 1,1-3 27,6-3 1,0-5-97,0-8 0,8-8 166,5-5 0,4-4 38,2-2 0,0-8 23,0-5 1,0-10-69,0-2 1,0-9 22,0 2 0,-2 5-6,-5 2 24,5 4 0,-13 4 53,9 4 0,-9 7 103,2 12 1,-3 9-25,-3 17 0,0 10 170,0 21 0,0 4 63,0 9 0,0 8-1488,0 5 1338,-9 4-6,7-7-298,-6 7 1,6-11 107,-5 0-94,-3 0 269,-1-23 0,-8 5 0,2-14 986,-6-6-941,-11-3 1,3-12 0,-13-4 108,-7-4 1,0-10-460,-6-5 0,5-6 147,-11-6 0,-3-5 141,3-8 0,0-8-691,6-5 0,8-3-974,5-3 1,6-7 683,7 1 804,3 0 0,11 0 0,5-1 0,5 3 0,5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7:47.05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551 1168 7574,'-8'-17'3,"-5"4"196,4-4 0,-5 7 329,7-9 0,-7 6-23,1 1-230,-4 7-138,7-11 1,-7 7-103,4-4 0,-6 5 78,-6 8 1,4 0 38,-5 0 0,-3 0 37,-3 0 1,3 8 7,-3 5 0,3 4-18,-3 2 1,-2 0-16,9 0 1,0 0 131,6 0-140,0 0 0,8 0-87,5 0 1,4-7 66,2 1 1,10-2 37,9 1 1,11 3-88,14-9 0,-2 7-100,9-7 1,0 7 26,5-7 0,-1 9-108,-4-2 0,1-3 6,-7 3 1,-3-1-134,-11 7 0,-3 0 41,-9 0 0,-9 0 97,-3 0 0,-7 7 74,-7-1 0,-12 2-1,-12-1 0,-11 1 100,-3 5 0,-7 1-127,1-7 1,3-1 22,-3-6 0,9 0-527,-2 0 0,6-7-1081,6 1-497,-4-9 2119,15 5 0,2-18 0,11-1 0</inkml:trace>
  <inkml:trace contextRef="#ctx0" brushRef="#br0" timeOffset="229">210 694 7569,'0'-47'392,"-7"9"152,1 0 0,-3 5 387,3 14 197,4-4-749,-6 12 1,8 17-58,0 13 1,6 26 216,0 18-291,9 4 0,-11 32-431,9-4 1,-11-42 0,0 2 170,1-2 0,0 1 0,-1 2 1,-1 0-89,-1 1 0,0 0 1,0-4-1,2-1-339,1-1 0,0-1 0,-1 1 1,0-1-1049,11 45 0,-1-11 214,7-14 1273,-8-1 0,4 1 0,-9 0 0,-2-3 0,-2-6 0,-2-6 0</inkml:trace>
  <inkml:trace contextRef="#ctx0" brushRef="#br0" timeOffset="725">1082 1054 7569,'11'11'0,"-5"-3"761,-12-8 161,3 0 1,-11 2-116,7 4 1,1 7-353,6 12 0,-2 1-134,-4 12 1,4-5-178,-5 12 0,7 1-67,7-2 0,3 0 20,9-6 0,2-8-158,4-5 0,-1-6 116,7-6 1,-1-5-96,1-8 1,3-8-153,-9-5 1,7-10-9,-7-2 1,-6-15-11,-6 2 1,-3-13 119,3 0 0,-5-3-43,-8-3 1,-8 2 36,-5 4 1,-10-1-128,-2 7 1,-9 10 302,3 9 1,1 14-69,-2 5 1,1 7 123,-7 7 0,2 3-146,4 9 0,5 7-228,8-1 0,2 9 50,5-3 0,3-3-150,9-3 0,0 2-97,0-1 0,2 5-420,5-6 1,9 1 854,10-7 0,-1 0 0,-6 0 0</inkml:trace>
  <inkml:trace contextRef="#ctx0" brushRef="#br0" timeOffset="988">1936 1433 9642,'-30'7'2495,"5"-1"-2030,4 0 1,2-4-67,0 5 0,6-5 538,0 4-1614,9-4 536,-4 7 331,8-7-515,0 6 1,2-10-3607,4-4 3931,5 4 0,8-15 0,0 6 0</inkml:trace>
  <inkml:trace contextRef="#ctx0" brushRef="#br0" timeOffset="3024">2201 997 7569,'11'-2'344,"-5"-4"114,-4 4 459,-2-15-234,0 15-106,0-7-304,0 18 1,0 3-53,0 14 0,0 3-38,0 9 1,0 0 22,0 0 1,2 2-24,4 4 1,5-10-157,8 4 1,0-11 81,0 5 1,0-15-61,0 2 0,6-7 36,0 1 0,1-5 13,-7-8 1,2-8-45,4-5 0,-4-12 5,4-7 1,-6-3 53,-6-3 0,2 0-13,-9 0 1,0-7-347,-6 1 0,-8-8 84,-5 1 1,-6 5-42,-6 1 0,-4 7 195,-9 7 1,0 10 149,0 8 0,6 9-179,1-2 0,1 10-12,-2 2 0,5 15 64,8-2 1,2 4-176,5-4 0,-3 2-122,8 5 1,3-5-239,11 4 1,3-2-331,9 2 0,6-3 197,1 3 0,7-10 653,-1-3 0,12 1 0,5 6 0</inkml:trace>
  <inkml:trace contextRef="#ctx0" brushRef="#br0" timeOffset="3441">2960 978 7569,'0'-10'881,"0"-7"0,-9 8-663,-3-3 1,-5-3 112,-2 9 1,2-3-108,4 3 0,-4 4-73,5-5 0,1 5 126,-1 2 45,7 0-169,-3 0 1,8 2-61,0 5 1,2-3 84,4 9 1,7 1-14,12 12 1,-1-3-99,7 8 1,1 1-27,6 6 0,2 0-85,4 0 1,-6 0-44,0 0 1,-2 6-192,-11 0 0,0 0 118,-6-6 1,-8-6-13,-5 0 1,-4-3 318,-2 3 0,-2-5-71,-4-8 1,-5-6 32,-8-1 1,-8-7-1,-5 1 1,-4-4 134,-2-2 1,3-2-94,3-4 1,-2-7 56,9-12 0,0 1-107,6-7 0,2-1-23,4-6 0,5 0-178,8 0 0,0 1 57,0-1 0,0 8-44,0 5 1,8 4-112,5 2 0,-3 6-425,3 0 457,-9 9 1,11-6 56,-9 3 1,3 5-905,-3-4-833,-4 4 396,7 2 647,-9-9 803,0 7 0,-9-15 0,-1 7 0</inkml:trace>
  <inkml:trace contextRef="#ctx0" brushRef="#br0" timeOffset="3724">3206 807 7569,'-27'0'868,"-5"0"-516,5 0 0,-1 0 507,10 0-19,-1 0-378,8 0-82,3 0-480,33-8 0,-2-3 14,21-8 0,3 1 19,-3-1 0,11 0 87,2 0 0,-7 6-123,7 0 0,-13 9 116,1-2 0,-5 4 6,-2 2 1,-9 8-43,-4 5 1,-10 12 83,-2 7 0,-9 6 225,2 6 0,-6 4-209,-6 9 0,2 0-266,-9 0 1,0 0-200,-5 0 0,-1-7-461,0 1 0,0-7 849,0 7 0,0-9 0,0 4 0</inkml:trace>
  <inkml:trace contextRef="#ctx0" brushRef="#br0" timeOffset="4148">4306 87 7569,'9'-19'392,"-9"0"1,-2 2-13,-11 4-285,9-4 362,-13 15 0,9 2-97,-5 13 0,4 14-58,9 11 0,-6 15-70,0 10 1,-1 17 23,7 2 0,-6 3-428,0 3 0,-7 1 188,7 6 1,-1-45-1,-1 1-245,2 0 1,-1-1 0,-3 45 117,-3-7 0,3-3-529,-3-3 1,5 0 339,8-13 0,0-10-218,0-2 0,0-6-70,0 0 588,0-14 0,0-5 0,0-9 0,0 0 0,0 7 0,0 4 0</inkml:trace>
  <inkml:trace contextRef="#ctx0" brushRef="#br0" timeOffset="4516">4743 921 7110,'0'-19'-1032,"-3"0"2123,-3 0 0,-4 7-363,-9-1 1,4 9-281,-4-2 1,4 3-158,-10 3 0,-3 9-66,3 3 0,-9 16-94,3 10 0,3 0-105,3 6 1,-2-4 85,1-2 1,10 0-164,9 0 0,5-9-136,2-3 0,11-14 125,8-5 0,2-5-52,10-2 1,3-11-30,10-8 0,-4-10-32,5-16 1,1 3 48,-2-8 1,-2 8-91,-10-3 0,2 7 356,-9 7 0,0 12-78,-6 12 0,-8 7 596,-5 7 1,3 22-321,-3 22 1,-8 14 6,-11 17 0,4-33 1,-1 1-80,-2 4 0,-1 0 0,-1 1 0,-2 0-38,-2-4 0,-2-1 1,2-2-1,-1 1 7,0 2 1,0-1-1,-28 36-52,-3-10 1,-1-9 60,-6-10 0,2-8-57,-14-5 1,-3-6-824,-10-6 0,2-7 473,-9-12 1,7-5 180,-6-8 0,8-17-18,-3-8 0,5-13 0,7-13 0,3-12 0,5-9 0,0-3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7:52.57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38 1518 7569,'-10'-2'702,"3"-5"-338,-3 5 3,8-15-69,-7 15-141,9-6 0,9 1-89,3 1 1,5-2 125,2 1 1,8 3 0,5-9 0,4 7 6,2-6 0,8 5-16,5-5 0,4 5-49,1-5 0,10-1 22,3-6 1,13 0-316,7 0 0,-40 9 1,1-1 181,0-2 0,1 1 1,7 0-1,0 0-277,-1-3 0,0-1 1,6 3-1,0 1 302,0-4 0,1 0 0,5 0 0,1 0 4,2-2 1,1-2 0,2 2-1,0 1-35,1 1 0,0 0 1,0-2-1,1 0-323,2 2 0,1 1 1,-1-3-1,0 0 272,0-2 1,0 2 0,-1 2-1,0 2 32,-8 1 1,-1 1-1,0 1 1,1 1-37,-4 0 0,1 1 0,-3 0 1,0-1-115,-3 0 0,-2 1 1,0 2-1,-2 1 10,38-6 0,-4 5 312,-16-5 0,-13 8-190,-6-3 0,-13 5 371,-5 2 1,-9 0-416,-10 0 1,-6 0 1403,-1 0-1316,-7 0 0,1 0 320,-12 0 1,-5 0-386,-8 0 0,-6 0-344,-1 0 0,-1 0 164,2 0 1,4 2 109,-5 5 1,5-5-596,2 4-98,0-4 1,7-2 801,-1 0 0,0 9 0,-6 1 0</inkml:trace>
  <inkml:trace contextRef="#ctx0" brushRef="#br0" timeOffset="297">3831 95 7569,'-19'-10'395,"0"-9"656,9 0-793,1-9 0,12 18-170,3 3 1,4 5-231,9 2 123,9 0 0,-1 7 98,5-1 1,10 11 18,-4 2 0,12 2 69,1 11 0,4-1 6,2 7 0,0 6 7,0 1 0,-9 14-239,-4-3 0,-4 6 44,-2-6 1,-17 1 19,-8 0 0,-9-6-58,-4-1 0,-25-5-48,-13 5 0,-23-5-112,-15 5 1,31-25 0,-3 1-140,-5 2 1,-1 1 0,1-1-1,0 0 16,-1 1 1,1-1 335,3 1 0,1-1 0,-4-1 0,1-1 0,3 0 0,1 1 0,-2 1 0,1 1 0,-1 0 0,0 1 0,0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4T03:59:20.9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209 209,'-21'-32,"13"-10,18 29,9-14,0 8,8 0,-6 0,7 9,-9-7,0 15,-9-7,-1 43,-35-9,3 47,-31-22,5 7,1-2,-7-15,15 7,2-18,19-10,10-11,52-16,-8-11,48-10,-16-1,0-6,-1 15,-26 2,-4 2,-26 15,-44 44,7-12,-7 9,-4 2,-10 7,-9 9,17 0,4-8,17-3,9-16,18-11,22-11,35-8,13-8,17-3,-9-8,-10 8,-28 3,-12 16,-25 3,-20 25,-29 12,-18 9,-14 0,22-8,-14-3,20-6,-15 15,19-24,11 5,17-17,1-8,43-3,-9-8,47-8,-13-3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4T03:59:22.1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532 247,'-40'-30,"4"-6,8 15,16-6,-14 8,24 0,-14 0,13 0,-5 8,-9 3,4 8,-22 8,14-5,-7 13,18-5,1 0,51-3,-23-16,51-3,-30-8,17 0,-9 0,-10 9,-10 1,-18 9,-48 30,-25 8,-2 2,8-9,4-8,-21 22,-4-22,9 21,14-31,36 4,11-17,58-17,-12-4,9-2,5-1,28-16,9-4,-9 12,-15 5,-6 8,-2 8,-27 3,-77 50,-29 9,31-21,2-1,-14 9,6-7,1 1,8 0,-30 14,19-6,-12-2,35-11,14-16,66-3,5-25,-1 7,4-1,-10-3,1-1,3 1,-1 0,35-5,-18 9,-22 10,-35 19,-37 17,-24 8,-9 7,2-7,0 8,0-1,0-5,-8 26,-3-11,9 15,13-19,27-11,36-16,15-11,50-11,-2-16,-24-1,-1-1,26-3,1-4,-51 17,-14 17,-53 4,-12 24,-22-1,13 0,3-6,5 0,9-9,13-10,35-10,30-18,55-26,-34 9,0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4T03:59:23.1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287 228,'-59'-19,"12"0,28 8,11-5,42-3,-1-11,50 1,-31 1,20 9,-32 0,-2 9,-11 1,-60 39,-18 8,-16 2,10-9,0-7,-17 20,4-4,3 0,21-4,35-17,39-9,41-3,26-14,0-1,-19-5,-7-4,1 5,-9 3,21-8,-29 15,1-6,-43 8,-64 25,-4-8,11 1,-2 2,-41 12,7-1,6 3,6-9,9 9,-12-5,22 1,13-3,30-16,43-3,22-16,26-5,-1-4,10-10,-3 14,6-12,-36 23,-15-7,-50 18,-15 18,-34 5,-8 12,8-12,-8 12,4-12,0 14,12-8,20-9,16-1,11-9,19 0,11 0,25 0,4-9,33 7,-12-15,13 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4T03:59:24.1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174 134,'-32'-22,"15"-3,36 15,28-1,20-6,19 7,1-9,-3 8,-8 3,-17 16,-4 3,-34-1,-21 7,-38-6,-34 14,-16 0,-1 1,39-13,-1 1,2 0,-1 1,-4 4,3 0,-25 19,30-8,35-3,38-16,30-5,6-4,7-2,6 0,6 0,0-6,-6 0,0-7,0 7,-9-1,24-1,-19 6,3-7,-28 18,-37 1,-37 18,-34 1,-21 9,-5-6,18-1,1-8,-1 3,-1 3,24-10,-1 0,-41 21,10 7,23-9,45-1,37-7,40-3,-16-20,4-3,1 1,0-2,-2-3,-1 0,33 9,5-7,-19 15,-5-7,-23 9,-42 0,-37 9,-35 1,19-10,-3 0,1-4,0 0,0 3,3-1,-19 4,14 7,141-9,26-19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4T03:59:25.5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589 76,'-78'0,"12"0,28 0,11 8,17-6,60-2,-10-10,12 1,4-1,22-9,8 0,-2 8,-25 3,-12 8,-28 8,-62 20,6 3,-15-5,-6-1,-31 13,-1 4,20-10,-12 4,35-14,-1 2,-1 0,-1 0,-3 0,3 1,-17 21,29-16,21-3,34-16,21 6,37-15,18 6,-42-7,-1-2,35 1,14 0,-9 0,-33 0,0 0,-4 0,-3 0,20 0,-15 0,-36 17,-36 4,-28 17,-24 0,-1-9,-8 11,-4-8,4 8,-12-10,10 8,31-19,3-1,-13 12,14-3,43-8,38 0,32-8,-19-7,96 0,-61-4,-8 0,0 0,-1 0,1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4T03:59:26.4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133 114,'49'-30,"5"3,12 16,20-5,-30 14,2 1,5-3,-2 0,38 4,-36-4,-1 0,20 1,-30-1,-1 0,25 4,-28 0,-20 0,-96 25,-3 3,9-7,-3 2,7-1,3-2,-34 5,3 9,-3-2,1 4,36-18,0 2,4-1,1-1,-39 12,21 6,14-7,13 9,21-8,43-11,14-2,44-15,9 6,-43-7,1-2,42 1,-18 0,1-6,0-1,-6-1,-1 2,-8 4,13-7,-15 9,-10 0,-22 0,-78 23,-24 9,-18 0,17-7,-6 2,0-1,-7 7,7-1,8-5,-10 15,8-4,9-4,20 2,18-7,10 9,36-8,39-11,29-11,-35-7,1-2,-1 1,1 0,1 0,1 0,4 0,0 0,-4 0,0 0,2 3,49 15,-1 9,33 24,-64-15,-9 0,0 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14T03:59:28.3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285 106,'57'-21,"0"4,17 17,-4 0,14 0,-8 0,-17 0,-5 0,-32 0,-14 0,-61 9,7 1,-4-1,-3 1,-30 9,5 0,-4 9,4 1,-8 1,18-11,22-3,27-14,19 7,36-9,-2-9,46-1,-11-9,-18 9,2 1,44-10,-3 0,-18 9,-19 1,-19 9,-27 0,-39 25,-14-10,-40 29,35-24,-1-2,-3 1,-1 0,-3 1,2-2,-33 12,4-11,21 0,-5 0,37-9,12-1,84-9,-10-3,-4 0,2 0,29-1,-14-9,-7 7,6-7,-16 9,36-4,-26 8,21 0,-35 0,-14 0,-24 17,-45 4,7 8,-60-1,18-10,-1 1,-20 9,1-7,36-7,1-1,-35-2,30-3,22-8,41-17,23-4,35-17,3 7,9-1,-4 3,10-3,-2-4,2 5,-4-5,4-2,-10 8,-3 5,-16 4,19-6,-38 6,1-7,-43 9,-38 9,-28 1,-21 9,-2 9,15 3,-9-3,-6 8,46-11,1 0,-38 3,5 8,22-15,-4 6,35-8,14-8,66-11,-12-2,8 6,5 2,25-6,-4 0,10 0,-4 0,0 0,-5 0,-24 9,-11 10,-11 19,-8 10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7:53.710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759 2647 7569,'-38'0'0,"8"0"519,5 0-256,-4 0 0,14 0 511,-4 0-188,13-8-340,-11 6 1,17-9-52,0 5 0,10 4-47,16-5 1,5-3-60,13-3 1,-1-4-18,7-2 1,7 0-58,6 0 0,-2 0-158,-10 0 1,4 7 3,-5-1 0,-3 9-147,-3-2 1,-6 4 148,-6 2 1,-5 0 23,-8 0 1,-9 4 68,-3 8 0,-5 3-38,-2 17 1,-9-1 312,-3 7 1,-5 15 1,-2 4 1,-6 4 165,-1-4 1,-5 0-133,6 0 0,-1 4-128,7-4 0,7 2-152,-1-15 0,9 7-185,-3-7 1,5 0 201,2-6 0,0-8 94,0-5 0,9-4-1171,3-2 0,7-9 1073,7-3 0,12-5 0,10-2 0</inkml:trace>
  <inkml:trace contextRef="#ctx0" brushRef="#br0" timeOffset="164">1650 3008 7569,'-38'0'0,"7"0"856,-1 0-523,17 0 0,-10-7-32,13 1 0,1 0 89,-2 6-1585,9 8 988,-4 3 0,16-1 207,5-4 0,4-3 0,2-3 0</inkml:trace>
  <inkml:trace contextRef="#ctx0" brushRef="#br0" timeOffset="1281">1802 2571 7569,'-27'0'146,"6"0"0,0 0 87,8 0 534,9-8-700,-5 6 0,18-7 31,3 9 0,7 0 6,7 0 0,1 0-76,5 0 1,3 7-225,-3-1 1,-2 7 137,1-7 1,-6 9 102,7-3 1,-9 5 17,3 2 1,-12 2-2,-1 5 0,-9-3 34,2 8 0,-3 1-55,-3 6 1,0 0 163,0 0 1,-9 0 15,-4 0 1,3-3-85,-3-3 1,-6 4-48,-6-5 0,2-3-5,10-3 0,-8-4-23,8-2 1,-8-8 58,9-5-133,3 5 175,-8-9-311,15 6 44,-6-8-112,8 0 156,0-8-186,0 6 140,0-7-7,0 9-91,0 0 217,-8 0 11,5 0-59,-5 0-1,8 0 251,0 0-172,-8 0-115,5 0 85,-5 0-21,8 0 15,0 0-7,8 0 2,-5 0 1,7 0 4,-4 0 172,-3 0-64,13 0-50,-14 0 0,9 0-17,-5 0 6,-4 0-19,7 0 0,-7 0 56,4 0-228,-4 0 118,7 0 2,-9 0-35,0 0 42,0-8-1,0 6-71,0-7 79,0 9-288,0 0 301,0-8 3,0 6-21,0-7-6,0 9-105,0 0 227,0-8-118,0 6 17,0-7 5,0 9 269,0 0-253,0-8 123,0 6-54,0-7 6,0 9 70,0 0-76,8 0-65,-6 0 3,15 0-11,-15 0 0,15 0-24,-4 0 0,4 0-106,2 0 0,2 0-88,4 0 0,2 0-296,5 0 1,6 0-561,0 0 0,0 0 78,6 0 972,-4 0 0,-2-8 0,0-3 0</inkml:trace>
  <inkml:trace contextRef="#ctx0" brushRef="#br0" timeOffset="1588">2580 2704 7569,'10'0'0,"-1"2"559,-9 5-281,0 11 1,0 12 50,0 8 1,0 8 44,0 5 1,2 4-185,4 2 1,11-3-78,8-3 0,11-11-20,2-8 0,2-16 90,11 3 1,-7-14 22,6-5 1,-7-11-144,1-14 1,-6 2-196,-7-9 1,-5-2-17,-14-10 1,-3-4-166,-9-9 1,-11 0 33,-8 0 1,-14 0-239,-12 0 1,-16 6-292,-2 1 1,-9 10 433,-4 2 0,7 8-166,-1 11 540,9 9 0,-6-5 0,8 9 0,2 2 0,4 2 0</inkml:trace>
  <inkml:trace contextRef="#ctx0" brushRef="#br0" timeOffset="74712">436 4089 7385,'-12'-7'0,"1"-1"-420,3-3 1,-7 7-1,2-2 765,-3 4 0,-3 2-112,0 0 1,-2 0-114,-5 0 1,5 0 10,-4 0 1,4 0-44,2 0 0,6 0 88,1 0 103,7 0 52,-3 0-235,8 0 1,4 0-19,9 0 0,8 0 76,17 0 0,10-9-42,9-3 0,11 1-56,14-2 0,15-6-229,-41 7 0,2-1 0,2-1 0,2 1 227,4 0 1,1 1 0,0 0 0,0 0-326,3-3 0,0-1 0,3 3 0,1 0 298,2-2 1,0-1 0,2 3 0,0 1-6,-5-4 0,-1 0 0,0 4 0,-1 1-63,2-2 0,0 0 0,-4 3 0,-1-1 33,2 1 0,-1 1 1,-3 3-1,-1 0-240,-5-1 1,0 1 0,0 4 0,0 0 78,-6-1 1,-1 0 0,-1 1 0,0 1-33,-2 1 0,1 0 1,44 7-311,-7-1 1,-6 9 136,-12-2 0,-7 3-247,-12 3 621,-5 9 0,-2-11 0,0 8 0,-1 0 0,-3-4 0,-2-4 0</inkml:trace>
  <inkml:trace contextRef="#ctx0" brushRef="#br0" timeOffset="75408">361 2723 6743,'-13'0'330,"0"0"-337,1 0 1,-7 6-16,0 1 1,0 7-48,0-1 1,-2 4 81,-5 2 1,5 2-32,-4 4 1,-2-4 24,1 5 1,1-5-2,6-2 1,0 6 17,0 0-15,9 1 0,1-7 85,9-1 1,2-7-84,5-5 0,5 3 167,14-3 0,3 0-89,9-6 1,8 7 22,5-1 0,-3 7-54,3-7 1,-7 7 19,7-7 0,-3 9-56,3-3 0,-5 5-106,-8 2 1,-6 0 28,-1 0 0,-14 0 49,2 0 1,-12 2-95,-1 4 0,-6-3 60,-6 3 0,-7 2-127,-12-2 1,-5 3 45,-8-3 1,2-4 73,5 5 0,-5-12-96,4-1 0,3-9-169,-3 2 1,9-3 311,-2-3 0,-5-9 0,1-1 0</inkml:trace>
  <inkml:trace contextRef="#ctx0" brushRef="#br0" timeOffset="75666">493 2325 7569,'0'-19'163,"0"0"-2,0 8 1,0 5-90,0 12 0,0 13-65,0 13 0,-2 14 25,-4 11 0,4 11-139,-4 14 1,3 4-1820,3 9 1877,0-44 0,0 1 1,0-1-1,0-1 11,0 7 0,0 0 1,4-3-1,1 0-197,1 2 0,1 1 0,1 0 1,2-2 72,3-4 0,0-1 1,-2 4-1,1 0-145,3-3 1,2-1-1,14 43 307,7-11 0,0-13 0,0-5 0,2-5 0,4-2 0,3-5 0,3 1 0,-6 4 0,-4 2 0,-2 4 0</inkml:trace>
  <inkml:trace contextRef="#ctx0" brushRef="#br0" timeOffset="76046">1499 4411 7098,'-13'0'-96,"0"0"1,7 0-39,-7 0 1,7 2-29,-7 5 0,7-5 111,-7 4-219,9-4 173,-13-2-55,15 0 152,-6 0 0,-1 0 0,-1 0 0</inkml:trace>
  <inkml:trace contextRef="#ctx0" brushRef="#br0" timeOffset="76474">1328 4354 7569,'-13'0'18,"1"0"1,5 0 139,-5 0 146,7 0-104,-3 0 52,8 0-257,0 0 30,0-8 90,8 6 0,3-7-7,8 9 0,2-6-4,4 0 0,-1-7-72,7 7 1,1-9 30,6 2 1,0 3-90,0-3 0,2 2 120,4-1 1,-4-5-159,4 4 0,-4 3 34,-2-3 1,0 3-64,0-3 1,-9-2 113,-3 9 1,-5 0-4,-2 6 1,-2-3-157,-5-3 1,-1 4-120,-5-4 55,-4 4 153,7 2 0,-18 8 47,-3 5 0,-5-3-3,-2 3 0,-7 0-2,1 5 0,-2 4-21,2 3 1,-3-2 6,-3 9 0,-3-7 94,9 7 0,-9-1-57,2 7 1,3 2 44,-3 4 0,7-4-57,-7 5 0,9 1-112,-2-2 0,4 1 16,2-8 1,2-1-162,4-4 0,5 2 168,8-9 1,0 0 26,0-6 1,0-6-332,0-1 1,2-7 34,4 1 0,5-4 354,8-2 0,8-8 0,3-3 0</inkml:trace>
  <inkml:trace contextRef="#ctx0" brushRef="#br0" timeOffset="76879">2181 4297 7569,'-10'-8'-516,"1"6"588,9-7 1,-6 11 270,0 5 1,-1 3-405,7 9 111,-8 0 0,4 6-9,-9 1 0,9-1-8,-2-6 1,4 2 49,2 4 0,2-10-5,4 4 1,5 0 84,7 0 0,4 6-21,3-6 1,-4 0-44,4 7 0,3-5-20,-3-2 1,0 0 37,-6 0 0,0 0-66,0-1 1,-8 1-152,-5 0 1,-4 0 139,-2 0 1,-2 2 8,-4 5 0,-11-5-430,-9 4 1,-5-4 164,6-2 1,-9-6-373,2-1 0,-4-10 28,-2-2 560,9-8 0,-7-19 0,7-3 0</inkml:trace>
  <inkml:trace contextRef="#ctx0" brushRef="#br0" timeOffset="77025">2068 4430 7569,'10'-27'57,"1"6"109,-5-5 1,-2 5 274,9 2-197,0 0 0,8 0-192,4 0 0,4 2-164,9 5 1,2-5 219,5 4 0,5-4 75,13-1 1,-4-1-1710,5 0 1268,3 0 0,1-9 1,7-1-1</inkml:trace>
  <inkml:trace contextRef="#ctx0" brushRef="#br0" timeOffset="77504">4268 3861 7708,'-19'-8'-149,"6"6"-364,0-5 182,9 5 672,-13 2 244,7 0 0,-3 2-416,1 5-47,7-5-70,-3 6-118,8 0 1,2-5 80,4 3 0,11-4-15,9-2 1,7-6-24,-1-1 1,4-5 60,2 5 0,0-1-265,-1 2 0,6 4-45,-5-5 1,4 5-26,-11 2 1,-3 0 71,-3 0 1,-4 2-294,-2 5 518,-8-5 0,5 15 0,-5-7 0</inkml:trace>
  <inkml:trace contextRef="#ctx0" brushRef="#br0" timeOffset="77688">4135 4297 7569,'-19'11'1514,"8"-3"-701,3-8-875,8-8 20,8 6 1,5-13-92,12 9 1,-1-1-232,7 7 1,1-2 93,6-4 1,2 4-97,4-5 0,5-1 199,7 2 0,3-7 48,5 7-160,3-1 0,17-1 0,3-3 0</inkml:trace>
  <inkml:trace contextRef="#ctx0" brushRef="#br0" timeOffset="80108">6752 3216 6087,'-19'0'209,"3"9"514,3 3 1,-4 11-401,4 3 1,-1 16-116,1 2 1,-2 9-196,9 4 8,0 0 1,6-3 59,0-3-1,10 2-88,9-9 1,8-8-2,11-11 0,0-6 75,0-6 1,0-5 45,0-8 1,-2-15-53,-4-4 0,1-12-93,-7-1 0,-1-4 51,-6-2 1,-7-8-90,1-5 1,-9-3 63,3-3 0,-14 0-102,-5 0 0,-7 6-151,-7 1 1,5 16 77,-4 2 1,2 11 6,-2 9 1,1 3 48,-7 9 0,8 9-127,-3 3 0,7 12-45,7 1 1,-3 0 297,9-6 0,-1 9 0,7 1 0</inkml:trace>
  <inkml:trace contextRef="#ctx0" brushRef="#br0" timeOffset="80299">7378 3482 7569,'-29'0'533,"1"0"0,9 2-284,0 4 1,0-2-67,0 9 1,1-2 34,-1 1-69,8 5 0,-4-13-1070,9 9-66,0-9 987,14 5 0,11-9 0,11 0 0</inkml:trace>
  <inkml:trace contextRef="#ctx0" brushRef="#br0" timeOffset="80604">7758 3178 7569,'-19'19'6,"0"-8"1,0 6 137,0-5 0,0 7 76,0 7 1,0 3-26,0 9 0,2 0-149,4 0 0,5 0 15,8 0 0,2-9-94,4-4 1,13-6 104,13-6 0,6-4 29,6-9 1,-4-9-27,4-4 0,-1-12-17,1-6 0,-13-7-133,1-7 0,-5 3 76,-8-8 0,-4 7-110,-15-1 0,-2-2-35,-4 2 1,-11-1-142,-8 7 1,-9 3 81,2 3 1,-4 13-38,-2 13 0,7 4 14,-1 2 1,9 2 57,-2 4 1,6 5-325,6 8 492,5 8 0,-1-6 0,-1 6 0</inkml:trace>
  <inkml:trace contextRef="#ctx0" brushRef="#br0" timeOffset="81020">8516 3008 7569,'-12'-19'316,"-1"0"1,7 6-69,-7 0 0,7 7 97,-7-7 0,0 7-341,-6-7-10,9 9 1,-13-4 41,4 8 0,-4 2-100,4 4 1,-2 5 191,-5 8 1,7 6 37,0 0 0,2 3-435,11-3 1,0-2 101,6 9 1,0-9-77,0 2 1,15-12 111,3-7 0,8-4 130,-1-2 1,2-2-1,5-4 1,4-7 4,-4-12 1,-5 2 6,-2-9 1,-4 7-38,-2-7 1,0 7 91,0-7 1,-6 9-63,-1-2 1,-7 4 30,1 2-28,-4 8-9,-2 3 0,0 10 47,0 4 1,-2 13 3,-4 13 1,-3 6-42,-3 6 1,-3-2-1,9 9 0,-3-7-98,3 7 0,4-3 67,-5 3 1,5 1-302,2-7 1,7-3 11,-1-11 0,9 3-97,-3-9 1,5-1-23,2-12 431,0-3 0,8-9 0,3 0 0</inkml:trace>
  <inkml:trace contextRef="#ctx0" brushRef="#br0" timeOffset="81304">9104 2685 7451,'-12'15'121,"-1"4"0,-2 4 119,-10 15 1,4 6 2,-4 0-105,3 18 0,-3-10-32,0 18 1,2-9-96,10 2 0,5-6-78,8-6 0,2-5 97,4-8 0,7-11 123,12-8 0,4-2-76,9-11 0,-2-1-103,-4-12 0,2 3 5,-9-9 0,-2-1-47,-10-12 0,-5 3 38,-8-8 1,-4 5-115,-9-5 1,-2 10-62,-16 2 0,6 2 86,-7 11 1,2-1-19,-1 7 0,-3 9-76,9 3 0,6 7-118,6 7 0,9-5 9,-2 4 322,4-4 0,10-2 0,3 0 0</inkml:trace>
  <inkml:trace contextRef="#ctx0" brushRef="#br0" timeOffset="81763">9730 1926 7569,'0'-19'-81,"0"1"136,0-1 1,-2 8-112,-4 5 186,4 4 12,-7 2 1,9 4 58,0 8 1,-6 12-59,-1 20 0,-7 13 148,1 12 0,-2 16-144,3 9 1,3-42 0,1 2-316,1 5 0,1 2 1,-2 1-1,-1 0 197,0 4 0,-1 1 0,1-1 0,-1 1-46,1 0 0,-1-1 0,4-6 0,0 0-103,-1 0 0,1 0 0,4-8 0,0-1-99,-1 3 1,0 0-1,1 45 86,2-5 1,0-7-88,0-5 1,0-10-206,0-3 0,2-14 18,4 2 1,2-13-426,5 0 832,4-12 0,-9 0 0,9-9 0,-2 0 0,0 7 0,-3 3 0</inkml:trace>
  <inkml:trace contextRef="#ctx0" brushRef="#br0" timeOffset="82321">10223 3064 7569,'0'-19'-641,"0"7"709,0-1 0,0 1 127,0-7 0,0 0-164,0 0-31,-8 0 1,6 0 73,-5 0 1,-1 6-170,2 0 1,-3 7 101,3-7 1,-5 9-66,-8-2 0,-2 12 178,-4 7 1,-2 12-55,-5 7 0,-4 12-45,5 7 1,3-3 40,3 3 0,6-3-36,6 3 0,5-5-21,8-8 1,2-8-10,4-5 1,7-13 29,12-5 1,-2-5-8,9-2 0,0-17-147,6-8 0,6-5 95,0-8 0,0 7-70,-6-7 1,0 0 87,0 6 1,-8 11 37,-5 2 0,-4 13 77,-2 0 1,-9 16 164,-3 15 0,-5 15-14,-2 24 0,-2 5 145,-5 13 1,-3 5-402,-9 8 0,9-45 0,-1 1 157,-1-1 0,-1 1 0,-1 0 0,0-1-50,-17 45 1,-5-7-199,4 1 0,-6-17 191,-6-3 1,-4-10 39,-9-8 1,-11-7-96,-8-12 1,-8-5-77,-11-8 1,2-9-230,5-3 0,4-7 174,8-7 1,0-5 139,0-13-49,9 3 0,3-20 0,10 4 0,1-2 0,0 0 0,3 2 0</inkml:trace>
  <inkml:trace contextRef="#ctx0" brushRef="#br0" timeOffset="79544">5975 3671 7569,'10'-29'-155,"1"-1"1,-7 7 425,2-2-139,9-9 1,-13 13 0,7-4 17,-1 4 0,-6-5 187,4 1-3,-3 0 0,-3 6-357,0 0 1,-3 6 47,-3 1 0,-4 7-84,-9-1 0,-2 4 58,-5 2 1,-3 8-79,-9 5 0,0 4 72,0 2 1,8 0 9,5 0-42,-4 8 0,10-6-21,0 5 91,8-5 1,13-4 68,5-5 0,12-3 23,12-9 1,5 6-55,2 0 1,2 3-98,4-3 1,-4-2 74,5 9 0,-7-3 8,-7 3 0,-1 4-59,-5-4 0,-6 3-123,0 3 1,-9 2 112,-10 5 1,0-5-20,0 4 1,-10-4 15,-9-2 1,-9 6 6,-9 1 0,-8 5-170,1-5 0,-2-1 104,1-6 0,5 0 50,-4 0 0,4-7-200,2 1 1,9-9-810,3 3 549,5-5 1,11-4 485,3-5 0,14-12 0,3-10 0</inkml:trace>
  <inkml:trace contextRef="#ctx0" brushRef="#br0" timeOffset="79774">5937 3027 7569,'0'-19'26,"0"0"0,0 6 154,0 0 187,0 9-172,0-4 0,0 18-20,0 9 1,6 17-97,0 15 1,1 14 17,-7 11 1,0 0-155,0 6 1,0 4-210,0 3 0,2-3 187,4 3 0,3-9-501,3 2 1,5-4 303,-4-2 0,4-7 276,2 1 0,8-9 0,2 4 0</inkml:trace>
  <inkml:trace contextRef="#ctx0" brushRef="#br0" timeOffset="96550">1707 182 7588,'0'-11'211,"0"0"1,2 7-3,5-2 0,5 0-3,14 6 1,3 0-127,9 0 0,0-3-170,0-3 1,6 4-16,0-4 0,7 4 100,-7 2 1,1-2-257,-8-5 0,8 5 20,-1-4 0,-6 4-80,-6 2 0,-3 0 157,3 0 0,-5 0-38,-8 0-122,0 0 324,-9 0 0,-1 0 0,-9 0 0</inkml:trace>
  <inkml:trace contextRef="#ctx0" brushRef="#br0" timeOffset="96724">2314 125 7569,'-19'10'-732,"0"-1"1,7-9 1550,-1 0-123,9 0-417,-13 0-207,15 0 1,-7 10-141,9 9 1,0 2 168,0 11 1,0-1 39,0 7 1,0 9-159,0 3 0,0 11-208,0 3 0,0 1-258,0-2 1,7 2 75,-1 5 178,9-5 0,-5 1 1,9 1-1</inkml:trace>
  <inkml:trace contextRef="#ctx0" brushRef="#br0" timeOffset="96906">2106 1016 7569,'-19'-8'0,"-2"-1"0,-5-3 1,14-5 92,-14 15 102,16-7 0,-3 7 195,0-4-353,9 4 0,-2-7-201,12 9 0,5 0 50,8 0 0,8-6 91,5 0 0,4-7-139,2 7 1,6-7 55,0 7 1,7-7-192,-7 7 1,6-7 111,-5 7 0,5-7 185,-5 7 0,7-9 0,-3 4 0</inkml:trace>
  <inkml:trace contextRef="#ctx0" brushRef="#br0" timeOffset="97440">2769 371 7569,'-19'-6'-520,"0"0"1,7 3 298,-1 16 0,1 4 105,-7 21 0,2 4 827,4 15-442,5 0 0,8 0-102,0 0 0,0 0-146,0-1 0,2-7-95,4-5 1,5-6 78,8-6 0,0-7 59,-1-12-51,1-5 0,-2-10-12,-4-4 1,2-11 44,-9-9 1,7-9 127,-7-3 1,7-7-157,-7-5 0,7-7 21,-7 0 0,0 0-108,-6-6 1,7 10 74,-1 3 1,0 14-13,-6-2 0,0 13 18,0-1 0,0 12-27,0 1 16,0 9 21,0-5-131,0 9 108,9 9 1,-7 3 70,4 14 1,3-5-49,-3 4 0,6-4 3,-5-2 1,1 0-9,-1 0-9,3 0 1,9-2-12,0-5 1,-6-3 4,-1-9 1,1-2 3,6-5 0,0-9 7,0-10 0,-2-7-31,-5 1 0,5-4 16,-4-2 1,2 0-5,-3 0 1,5 9 9,-4 4-1,-5 4 0,3 4 8,-5 4 0,-4 9 1,4 16 0,-3 10 109,-3 15 1,0 8-110,0-1 1,0 9-109,0-3 0,2 5-27,4 2 1,2 0-187,5 0 0,4-2 180,-4-5 0,10-4 79,2-8 0,9-10 50,-3-9 0,5 0 0,2-9 0</inkml:trace>
  <inkml:trace contextRef="#ctx0" brushRef="#br0" timeOffset="97911">3869 807 7430,'-29'30'-174,"4"-5"0,4-4 225,2-2 1,6 7-29,0-1 1,7 0 1,-7-6 0,9-6 145,-2-1-89,4-7-30,2 3 0,2-19-31,4-7 0,-2-10-6,9-10 0,-9 0 25,3 0 1,1-12 10,-2-1 0,3-16-81,-3 4 1,-4-9 12,4-4 0,3 2-116,-3 5 0,7 3 38,-7 9 0,9 11 186,-2 8 1,-5 9-94,-2 10 15,5 8-18,-1 3 0,9 12 8,0 9 1,-2 1 17,-4 18 0,4-7 6,-5 7 0,-1 4 7,2 2 1,-9 4-25,2-11 0,-4-1-172,-2 1 0,-2-7 108,-4 1 0,-1-4 59,-12-2 1,5-2-62,-12-5 0,-1 5-75,2-4 0,-1-2 108,7 1 0,1-8-1,-1 3 1,6 1-466,0-2 490,9 9 0,-4-13 0,8 7 0</inkml:trace>
  <inkml:trace contextRef="#ctx0" brushRef="#br0" timeOffset="98202">4419 409 7569,'-31'2'21,"-1"5"13,9 3 0,-13 17 149,5 5 1,-5 4 10,-2 2 1,6 0-289,1 0 0,7 0 83,-1 0 0,13 0-36,5-1 1,5-7 32,2-5 0,2-4 82,5-2 0,3-8 24,9-5 0,2-6-100,4-6 1,-1-7 2,7-12 1,-8 2-67,3-9 1,-5 0 14,-2-5 1,-2-3 92,-5-5 1,-3 5-4,-9-4 0,0 4-186,0 2 0,-9 2-212,-3 5 1,1 5 173,-2 14 0,1 1 83,-7 5 1,6 4-272,0-5-29,9 14 407,-4 3 0,-1 9 0,-1 0 0</inkml:trace>
  <inkml:trace contextRef="#ctx0" brushRef="#br0" timeOffset="98698">4780 713 7569,'0'19'-198,"0"0"1,0 6 237,0 0 0,0 7 103,0-7 0,0 0-118,0-6 1,0 0 64,0 0 42,8-8-1,-6-3 0,7-10 0,-9-4 0,0-11-146,0-8 0,6-11-187,0-2 0,1-2 100,-7-11 1,2 1 89,4-7 1,-2-2-119,9-5 0,-7-3-18,7-9 1,-2 9 83,1 4 1,5 12 14,-4 7 0,1 6-85,-1 6 146,4 5 283,-6 8-275,7 8-26,1 11 1,-2 13 30,-4 12 0,-5-2-50,-8 9 1,2 0-9,5 6 1,-5-7 27,4 1 0,-4-7-7,-2 7 0,0-9 41,0 2 1,-8-4 7,-5-2 0,3 0 75,-3 0 1,0 0-109,-6 0 1,7-2 98,-1-4 0,7 1-17,-7-7 8,9 7-42,-4-3 0,8 8 9,0 0 1,2 0-71,4 0 0,5 0 6,8 0 0,-1 0 32,1 0 1,7 0-13,-1 0 0,0 0-298,-6-1 1,7-5 20,-1 0 1,0-1-80,-6 7 1,6-2 338,1-4 0,16-5 0,-2-8 0</inkml:trace>
  <inkml:trace contextRef="#ctx0" brushRef="#br0" timeOffset="98948">5330 314 7569,'-11'0'30,"3"0"0,10-6 31,4 0 0,5-1-3,8 7 0,8-6-72,5 0 0,10-7 36,2 7 1,9-7-74,-2 7 0,3-3 90,3 3 0,-2 4 0,-4-4 1,3-3-418,-3 3 1,-5-1 377,-1 7 0,3-8 0,0-2 0</inkml:trace>
  <inkml:trace contextRef="#ctx0" brushRef="#br0" timeOffset="99144">5823 333 7569,'-19'9'177,"0"-7"1,0 15 17,0-5 0,0 5 0,0 2 0,0 6-36,0 1 0,2 14-130,5-2 0,-3 4-293,9-4 0,-7 6 199,7 0 1,-1 1-117,7-8 0,3-1-93,3-4 1,4 2-507,9-9 780,0 0 0,9-6 0,1 0 0</inkml:trace>
  <inkml:trace contextRef="#ctx0" brushRef="#br0" timeOffset="99539">6411 238 7569,'-19'-10'0,"0"1"-149,0 9 82,0 0 0,0 3 145,0 3 1,-6 7 115,0 12 1,6-2-129,6 9-6,0-1 0,-4 7 24,5 0 1,-3 0 0,9 0 0,-1 0-219,7 0 0,-6 0-58,0 0 1,-1-9 133,7-4 1,0-10 65,0-2 114,0-9 0,7-6-68,-1-17 1,9-8-31,-2-11 0,3-2-2,3-5 0,0 3 20,0-8 0,7-1-149,-1-6 0,6 0 13,-5 0 1,-1 3 29,-6 3 0,0 5 61,0 8 1,-6 10-25,-1 9 32,-8 0 79,5 17 1,-9 2-95,0 13 0,0 12 13,0 7 1,0 6 74,0 6 1,0 4-82,0 9 0,0 7-252,0-1 0,0 2 83,0-2 0,0-10 43,0 4 1,6-15 63,1-4 1,7-2-21,-1-11 1,-3-2-23,3-10 0,-7 2-149,7-9 256,-9 0 0,13-6 0,-6 0 0</inkml:trace>
  <inkml:trace contextRef="#ctx0" brushRef="#br0" timeOffset="100148">6259 694 7569,'-19'0'-275,"0"-2"-72,0-5 0,9 3 168,3-9 0,5 7 86,2-7 1,2 7 511,5-7-240,3 9 0,16-11-108,-1 9 1,9-9-58,-3 3 1,7-3-50,6 2 1,-4-4-101,5 5 0,-5 1-47,-2-1 1,0 5 102,0-5 0,-1 1 31,1-2 1,-6-3 4,0 3 1,-9 2-3,2-1 0,-6 5-62,-6-5 107,4-1 353,-15 3-117,6-7 1,-10 15-6,-4-5 1,-5 5-64,-8 2 0,0 7-69,0-1 0,0 9 33,0-3 0,-2 7-42,-4 7 0,6-3 25,0 8 1,0-5-17,6 5 0,-3 1-138,-3 6 1,8-7-47,5 1 0,4-13-13,2 6 0,0-14 165,0 8-22,0-13 14,8 3 1,3-9 91,8 0 1,0-9-114,-1-4 1,1-6 7,0-6 0,7-2-132,-1-5 1,7-2-11,-7 9 0,0 0 23,-6 6 1,0 2 75,0 4 0,-6-1-81,-1 7 0,-5 1 62,5 6 0,-7 2-6,1 4 1,-2 5-9,2 8 0,-3 0 2,3 0 0,2 0 33,-1 0 0,5-7 20,-5 1 105,7-9 0,-3 11-44,8-9 86,-9 1 1,5-9-52,-9-5 1,1 3-78,-7-9 1,0 1 25,0-7 0,0 0 20,0 0 0,0-2-86,0-4 1,0-5-144,0-8 1,0 0-174,0 0 1,2 0 150,4 0 0,-4 3-79,5 3 1,-3 5-90,2 8 51,-4 0 8,7 0 114,-9 8 0,2 3-49,4 8 0,-2 8 205,9 5 0,0-5 0,6 1 0</inkml:trace>
  <inkml:trace contextRef="#ctx0" brushRef="#br0" timeOffset="100444">7454 182 7586,'-19'-11'143,"7"-4"270,-1 9-230,9 0 1,-5 3 277,9-3-381,0 4 1,9-8-117,3 3 0,14 5 78,5-4 1,5-3-132,2 3 1,-4-7-23,4 7 1,-5-2-8,12 1 0,-3 5 32,2-4 1,-4 4 40,4 2 0,-4-7-733,-2 1 778,-8 0 0,6 6 0,-7 0 0</inkml:trace>
  <inkml:trace contextRef="#ctx0" brushRef="#br0" timeOffset="100619">7814 106 7569,'-29'10'167,"2"-1"1,1-7 205,1 4-236,0 13 1,6 4 68,0 9 1,0-1-24,0 7 1,-6 2-243,-1 5 1,1 1-161,6 5 0,0 1-369,0-7 0,2 5 155,5-6 433,-5 1 0,-2 1 0,-11 2 0</inkml:trace>
  <inkml:trace contextRef="#ctx0" brushRef="#br0" timeOffset="101286">5159 1775 7569,'17'-2'-313,"-4"-5"295,-5-3 1,-8-9-4,0 0 0,2 6 64,5 1 0,-5-1-56,4-6 0,2 0 142,-1 0 0,5 6-15,-5 1 0,7 1-92,-1-1 1,-2-3 53,1 8 0,-5-5-81,5 5 0,-5 1 82,5 6 0,-5 0-62,5 0 1,-8 2-2,3 5 0,1 12-8,-2 12 0,3 5 55,-3 2 1,-2 6-17,9 0 0,-7 1-108,7-7 0,0-3-16,6-3 0,2-5 59,4-8 0,-4-8 27,4-5 0,3-4 43,-3-2 0,2-14-52,-1-5 0,-5-13 1,4 0 0,-6-3 9,-6-3 1,1-7 3,-7 1 1,5-6-40,-5 5 0,-1-5 11,-6 6 1,6 8 40,1 10 1,-1 12-23,-6 1-20,0 9 0,0 4-27,0 12 1,0 7-2,0 7 0,0 3 40,0 9 1,2-6 1,4-1 0,-1 1-138,7 6 0,1-2-200,6-5 0,2 3-358,4-9 699,-4 1 0,24 1 0,-5 3 0</inkml:trace>
  <inkml:trace contextRef="#ctx0" brushRef="#br0" timeOffset="101731">6601 1320 7288,'-9'-11'111,"-3"5"1,-5 4 71,-2 2 1,-7 8-80,1 5 0,-6 6 56,5 6 0,-7 4-144,1 9 1,2 2 95,-1 5 0,1-5-160,-1 4 1,3-2-34,9 2 0,-4-6-25,4 0 1,2-2 138,11-11 0,4-6 8,-4-6-24,3-9 0,6-4 14,3-13 0,-2-12-58,9-6 0,-1-7 43,7-7 1,7 3-66,-1-8 1,0 5 33,-6-5 1,0 8-4,0-3 1,0 12 34,0 1 0,-6 17-12,-1 3 0,-5 1-41,5 5 1,-5 2 20,5 10 1,-8 7 60,3 12 0,-3 4-48,2 9 0,-1-6 8,7 0 1,-5-7 36,5 6 0,3-7 4,10 1 0,-2-12-35,9-7 0,-7-4 0,7-2 1,-9-2 53,2-4 1,3-5 120,-3-8 1,0-2-223,-6-4 0,-6 2 78,0-9 0,-9 0-235,2-6 0,-4 7-20,-2-1 1,0 9-32,0-2 1,-2 6 46,-4 6 12,4-4-447,-15 15 314,15 2 1,-7 11 316,9 8 0,0 0 0,0 0 0</inkml:trace>
  <inkml:trace contextRef="#ctx0" brushRef="#br0" timeOffset="101935">7321 1225 7569,'11'-19'50,"-3"0"0,-8 0 63,0 0 1,-8 8 92,-3 3 0,-10 18-23,-4 9 1,4 2-151,-4 11 0,4 2-18,2 10 1,2-4-155,4 4 1,-2-4 112,9-2 1,0-2-239,6-4 0,0 1 15,0-7 0,8-1-120,5-6 0,4 0 180,2 0 0,8-9 60,5-3 129,-5-5 0,17-19 0,-4-4 0</inkml:trace>
  <inkml:trace contextRef="#ctx0" brushRef="#br0" timeOffset="102148">7587 1187 7569,'-28'0'0,"7"0"-215,-4 0 191,4 0 237,2-9 66,0 7-266,9-6-15,1 8 0,18-2 146,3-5 0,14 3-16,5-8 1,7-1-97,6-6 1,1 0-145,11 0 0,-9 6-31,10 1 0,-7-1 79,1-6 1,4 6-202,-5 1 1,-3 8 16,-3-3 1,0-1-73,-6 1 0,2 1 320,-15 6 0,1 0 0,-7 0 0</inkml:trace>
  <inkml:trace contextRef="#ctx0" brushRef="#br0" timeOffset="102356">8061 1206 7569,'-19'0'126,"0"0"11,0 0 1,2 8 60,5 5-61,-5 12 1,6-2 68,-8 9 1,0-1-24,0 7 1,2 0-324,5 0 0,-5-2 17,4-4 0,5 1-297,2-7 1,3 5 246,3-5 0,0-1-313,0-6 1,9-9 485,4-3 0,12 3 0,4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9:44.41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435 338 7569,'0'-38'-208,"0"6"77,0 1 1,0 6 152,0-7 0,0 7 103,0-7 1,6 9 180,1-2-45,-1 4 150,2 2 152,-5 0-381,5 8 0,-8 7-11,0 16 0,-8 5-219,-5 21 0,2-2 83,-1 15 0,1 1-358,-1 12 1,3-3 86,9 8 0,0-1-70,0 1 0,0-3 52,0-10 132,0 1 0,-8-8 0,-3-3 1</inkml:trace>
  <inkml:trace contextRef="#ctx0" brushRef="#br0" timeOffset="550">151 698 7569,'-28'-19'-497,"7"0"1,-6 0 898,8 1 0,2 5-67,4 0 0,-2 1-110,9-7 1,2 0-32,10 0 1,7-7-59,12 1 1,5-9 17,8 3 0,2-5-84,4-2 1,4 0 16,9 0 1,0 0-134,0 0 0,0 0 111,0 0 1,-9 9-80,-3 4 0,-5 10 55,-2 2 1,-9 9 26,-4-2 0,-12 12 27,-7 7 1,3 12-25,-3 7 1,-2 5 5,-10 8 1,-5 10-33,-8 8 1,0 0 2,1-6 0,-1 0-37,0 0 0,8-11-121,5-8 0,4-9 357,2-10-168,0 0 73,0-8 0,8-11-68,5-13 1,4-10-35,2-2 0,6-11-84,0-2 1,7 0-126,-7-6 1,7 4 75,-7 2 1,6 8-128,-5 5 1,-1 6 6,-6 7 149,0-5 1,-2 17 82,-4 0 1,-5 17-60,-8 14 0,6 3-27,1-3 0,-1 5 108,-6-4 1,6-3 153,1 3 0,7-15-50,-1 2 1,4-7 32,2 1 1,6-4 51,0-9 1,3 0-112,-3 0 0,-2-9-134,9-4 1,-9-3 98,2-3 0,-2-7 7,3 1 1,-5-9-208,4 3 0,-4-5-282,-2-2 0,-8 0 144,-5 0 0,2 9-49,-1 3 1,-3 7 168,-10 7 1,-1 5 2,-12 14 1,3 12 244,-16 12 0,0 11-36,-6 3 0,9 5-34,4-5 1,12 1-79,7-2 0,4-6 47,2 0 1,16-2-500,10-11 1,16 7-824,8-7 1299,5 0 0,10-6 0,3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9:43.64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19 379 7569,'0'-27'203,"-2"6"543,-4-4-385,4 4 1,-7 10 460,9 3-528,0 16 1,0 5-18,0 12 1,0-2-83,0 9 0,2-1-428,5 7 1,3 0-281,9 0 0,0-2-360,0-4 0,0 1 466,0-7 1,0-9 153,0-11 1,6-4 252,0-2 0,9-17 0,-4-4 0</inkml:trace>
  <inkml:trace contextRef="#ctx0" brushRef="#br0" timeOffset="387">228 57 7569,'-19'-13'-164,"0"1"154,0 8 1,0-11 278,0 8 121,0 1 9,8 6-318,3 0 1,10 0-65,4 0 0,11 0 105,9 0 1,7 0 44,-1 0 0,4 0-131,2 0 0,6 0-208,0 0 1,0 0 128,-6 0 1,-2 0 66,-4 0 1,1 0-333,-7 0 4,-9 0 288,-1 9 1,-22 1 7,0 9 1,-17 2 66,-9 4 0,-4-1-43,-2 7 0,0-8 6,0 3 0,7 1-11,-1-2 0,11 7 12,2-7 0,2 1 102,11-7 0,2 0-58,10-1 1,5 1 46,8 0 1,14 0-71,5 0 1,13-6 20,-1 0 0,3-3-20,-2 3 1,-1-5 3,-12-8 0,2 7 7,-15-1 1,1 0 71,-7-6-314,-9 0 116,-1 9 1,-20-1-135,-8 5 0,0 4 65,-6-5 0,-5 3 108,-1-2 0,1 3-297,-1-3 1,8-2-918,-3 1 1245,14 1 0,-5 6 0,6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9:42.559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418 209 7263,'-19'0'-510,"0"0"1210,0-9-106,8 7-227,3-6 17,8-1 0,0 5-86,0-9 1,2 9-156,4-2 1,11-2 62,8 1 1,9-5-144,-2 5 0,4-8-8,2 3 0,6-3-99,0 2 0,7-1 127,-7 7 0,-2-5-17,-10 5 0,1-1-866,-7 2 0,-1 4-853,-6-5 1134,-9 5 0,-1 4 224,-9 5 0,-2-3 295,-5 8 0,-9 1 0,-10 6 0,1-2 0,6-4 0,0 3 0,0-3 0,0 4 0,0 2 0,7 0 67,-1 0 1,7 8 341,-7 5 0,9 4-89,-3 2 0,5-1-63,2 1 1,0 7 74,0-1 0,7 2-61,-1-1 0,0-5-97,-6 4 0,2-10 23,5-3 0,-5-8-14,4 3 1,-12-5 27,-7-2 0,-12-7-31,-7 1 0,-4-9-18,-2 2 0,-8-3 25,-4-3 0,-5 0-479,-2 0 1,0-3 6,0-3 1,9-2-154,3-5 0,5-2 304,2 9 1,9-7-83,4 7-1479,12 0 1695,4-3 0,26 7 0,4-6 0</inkml:trace>
  <inkml:trace contextRef="#ctx0" brushRef="#br0" timeOffset="745">1347 550 7569,'-10'-19'152,"1"0"0,3 0 321,-1 0-336,-7 9 1,10-5 45,-9 9 1,0-1 11,-6 7 0,0 2-153,0 5 1,-6 5-51,0 14 1,-1 12-60,8 12 1,-1-3 106,0-3 1,8 2-37,5-2 0,4-6-52,2-6 1,8-11-44,5-2 0,4-2 119,2-11 1,6-2-31,0-10 1,0-4 1,-6-9 0,2-7-18,5 1 1,-7-9 71,0 3 0,0 1-30,-7-1 1,-1 5 5,1-5 1,-7 1-32,1-1 0,-4 3-15,-2 9 35,8 0-14,-5 0 1,5 11-32,-8 8 0,0 8 62,0 11 1,0 7 84,0-1 1,0 9-106,0-3 1,8-3 95,5-3 0,4-4-26,2-2 1,2-2 127,4-5 0,-4-3-140,5-9 1,-5 0 28,-2 0 1,0-9 70,0-3 1,0-5-103,0-2 1,0-2-80,-1-4 1,-5-3 63,0-3 0,-7-5-80,7 4 0,-9-2 46,2 3 0,-4-3-195,-2 9 210,0-1-32,0 8-69,0 7 1,0 5 47,0 12 0,-6 11 68,0 8 1,-9 9-47,2-3 0,5 5 3,2 2 1,1-8 37,-1-5 1,4-4 204,-4-2-202,4 0-19,2-8 1,2-3 471,4-8 0,-4-11-92,4-8 0,-1-2-360,1-10 0,-2-1 64,9-6 1,-1 0-246,7 0 1,2-8-248,5-5 0,-3 5-341,9 2 0,-1 4 459,7 2 0,-6 8-22,-1 5 0,1 6-1214,6 6 1494,0 5 0,8 8 0,3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9:40.26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38 304 7569,'-6'-22'243,"-1"-3"504,-7 4-92,12-6-106,-7 16-328,9 3 1,0 18-39,0 9 1,0 17-110,0 15 1,0 6-36,0 6 0,0-4-505,0 4 0,0 2 371,0-1 0,0-5-820,0-3 1,6-9 914,1 10 0,16-5 0,-2 5 0</inkml:trace>
  <inkml:trace contextRef="#ctx0" brushRef="#br0" timeOffset="288">512 57 7569,'-12'2'37,"-1"4"1,0 7 166,-6 12 0,0 1 95,0 12 0,3-5-173,3 12 1,-2-3-102,9 2 0,-7-6 124,7 0 1,-1-2-11,7-11 0,3 0-144,3-6 37,4 0 0,9-6 187,0-1 0,9-7-85,3 1 1,5-4 113,2-2 0,0 0-108,0 0 0,6 0-77,1 0 0,-1 0 102,-6 0 1,-2-6 14,-5-1 1,5 1-358,-4 6 0,-3-2-277,3-4 1,-9 4-488,2-5 1,-4-1 137,-2 1 803,-8 1 0,6-2 0,-7-3 0</inkml:trace>
  <inkml:trace contextRef="#ctx0" brushRef="#br0" timeOffset="466">854 114 7569,'-13'0'0,"0"0"0,9 8 486,-2 5 53,-5 12-268,9-4 1,-13 21-100,9-4 0,-7 13 34,7 0 1,-2 1-427,1-1 1,5 4-107,-4-5 0,4 5-318,2 2 0,6-15 644,0-4 0,18-4 0,-3 4 0</inkml:trace>
  <inkml:trace contextRef="#ctx0" brushRef="#br0" timeOffset="749">1385 209 7569,'-19'-11'491,"8"3"-272,-6 16 0,9 3-36,-5 8 1,5 2-1,8 4 1,0-2 1,0 9 1,0-7 12,0 7 1,8-1-76,5 7 1,4-6 82,2-1 0,6-7-141,0 1 1,9 2-17,-2-1 0,-3-1-67,3-6 0,-11 0 105,-2 0 1,-2 0 119,-11 0-439,0 0 1,-6 0-2,0 0 1,-10-7-309,-9 1 1,0-9 254,-7 2 0,3-3 79,-2-3 0,-2-9 207,-5-3 0,-12-5 0,4-2 0</inkml:trace>
  <inkml:trace contextRef="#ctx0" brushRef="#br0" timeOffset="909">1328 228 7569,'10'-19'-215,"7"8"1,-6-6 1147,8 5-519,-9-5 1,7 4-80,-4 1 1,4 1-153,2-2 1,2-1-101,4 7 1,-2-7-53,9 1 1,-1 2-728,7-1 1,2 5 695,5-5 0,3 8 0,9-5 0</inkml:trace>
  <inkml:trace contextRef="#ctx0" brushRef="#br0" timeOffset="1522">2466 550 7569,'10'-8'0,"1"6"-38,-5-5 62,-4-3 0,13 5 306,-9-7-138,1 8 1,-5-5-98,4 9 32,-4 0 31,7-8 0,-11 6 158,-5-5-429,-3 5 1,-9 4-20,0 5 1,-7 1-5,1 5 0,0 10 70,6-4 0,-4 4-7,4-4 0,-4 0-8,10 0 1,4 0 34,3 0 1,6-6 28,6-1 0,5-8 0,8 3 0,2-7 8,4-7 1,-4 1 4,5-13 0,-5 4 107,-2-10 0,0-2-106,0 1 1,-2 7 101,-5 7 1,-1 1 12,-5-1-80,-4 3 0,7 11 2,-9 5 0,0 7 7,0 18 0,0 8 50,0 17 0,0 10 75,0 9 1,-7 6-219,1 7 1,-9 2 233,3-9 1,-5-2-226,-2-11 1,6-5 215,0-14 1,1-4 214,-7-8 0,-2-8-182,-5-5 1,-3-12-94,-9-7 1,-2-4 92,-4-2 1,-5-2 186,-8-4 0,7-5-184,-1-8 0,9-2-165,-2-4 1,6 2-589,6-9 1,5 7 10,8-7 1,8 3-251,5-3 0,4 3 219,2 3 564,17 5 0,4-14 0,17 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9:39.28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39 494 7569,'-11'-9'0,"-3"5"328,7-9 596,1 9-495,6-4 1,8 1-120,5 1 1,4-6-238,2 5 1,15-5 22,3 5 1,8-8-42,-1 3 0,-2 1 140,9-1 0,-7 1-12,7-2 1,-3-3-641,3 3 0,1 2-241,-7-1 1,-3 8-85,-11-3 1,3-1 347,-9 1 0,7 1 434,-7 6 0,0 0 0,-6 0 0</inkml:trace>
  <inkml:trace contextRef="#ctx0" brushRef="#br0" timeOffset="188">570 380 7569,'0'10'69,"0"-1"0,-6-7 22,-1 4 1,-1 5 152,2 8 1,1 8-89,-7 5 0,7 4-43,-1 2 0,4 6-58,2 0 1,0 7-243,0-7 187,0 0 0,0 3 0,0 1 0</inkml:trace>
  <inkml:trace contextRef="#ctx0" brushRef="#br0" timeOffset="646">1158 1 7569,'-9'29'0,"-1"1"86,-9-5 1,6 4 137,1 9 1,5 2-96,-5 5 0,7-3 70,-1 8 0,4 1-289,2 6 1,0-11 119,0-8 0,2-8 18,4-11 0,-1-9 35,7-4 1,1-3 38,6-3 0,-2-9-39,-5-4 1,10-5-35,-10-8 1,9 5-102,-8-4 0,4-3-11,2 3 1,-7 0-27,1 6 114,0 8 1,4 1-82,-5 4 0,3 6 17,-9 0 0,7 2 16,-7 10 0,9 7 19,-2 7 0,3-1-1,3-6 0,2 0 46,5 0 0,-3-7 89,9 1 0,-3-9 16,3 3 0,4-14-67,-5-5 1,-1-1 5,1-6 1,-8 2-90,3-14 0,-5 5 7,-2-5 1,-2 5 54,-5-5 0,-3-1 2,-9-6 0,0 9-218,0 3 1,-9 5-96,-3 2 0,-7 9 108,-7 3 1,5 16 90,-4 10 1,2 10 243,-2 16 1,6-5-83,0 4 1,8 2-134,11-1 0,0-8-114,0-5 0,8-2-178,5 1 1,15-3 182,9-9 134,1 0 0,26 0 0,-5-1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9:55.844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1044 684 7569,'-19'-28'31,"-8"-10"1,6-4 83,-5-8 1,7-1 219,7-6 0,-5 0 6,4 0 0,-2-4-109,3 4 0,-5 5-120,4 14 1,3 6 68,-3 1 1,7 16-1,-7 2 1,1 9-51,-7 4 1,0 17-72,0 8 1,-2 28 64,-5 16 1,3 24-77,7-37 1,0 2-1,4 3 1,-1 2-340,-3 6 0,1 1 0,3 2 1,0 0 293,0 3 0,-1 1 0,0 0 0,1 0-493,2 0 0,1 0 0,-2-1 0,1-1 405,6 0 1,1-2 0,-1-5 0,0-1 41,1-6 1,0 0 0,1-6 0,-1-1-113,-3-1 0,0-3 0,0 31-105,-7-10 1,-2-13 235,-10-13 1,4-4 277,-5-21 1,-3 2 311,-3-14 0,3-5-532,-3-15 1,7-2 377,-7-16 1,7-3-529,-7-10 1,11 2 306,2-9 1,3 2-295,9-1 0,1-5-218,6 5 0,2 1 167,4-2 0,5 11 76,8 3 1,6-1 163,0 6 1,11 2-52,2-1 1,9 6 49,9-7 0,8 0-39,-1-6 0,9 0-190,-3 1 0,5-1 156,2 0 0,-7 6 19,1 0 0,-11 9 95,-2-2 0,-9 6 150,-10 6 0,-8-1 135,-5 7-183,-4 1-235,-10 6 1,-5 0 106,-13 0 0,-3 6 117,-9 1 1,2 7-172,4-1 1,-3 4 28,3 2 0,2 2-39,-1 4 0,8-4 7,-3 5-10,5-5 1,17-2 12,4 0 1,6-9-81,0-4 1,-1-3 79,7-3 0,-5 0-100,5 0 1,1-9 50,6-4 1,0-5-13,0-8 1,-1-1-30,1-5 1,7-6-13,-1 0 1,0 0-54,-6-6 1,-2 10 52,-4 3 0,1 8 92,-7-3 1,-1 7-96,-6 7 207,0-5 1,-2 17-64,-5 0 0,-3 17 34,-9 14 1,0 7-41,0 7 0,0 3 146,0 9 1,0-2-173,0-5 1,0 1 32,0-13 1,0 2 284,0-15 0,6 0-89,0-6 1,3-8 216,-3-5 1,-2-4-183,9-2 1,0-17-113,6-8 0,0-9-205,0-3 1,8-8-252,5 1 0,10-9-1086,2 3 1,9-9 717,-3 2 1,5-2-3034,2 15 3651,0 8 0,-2 0 0,-1 9 0,-1-1 0,0 3 0,-3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9:57.922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114 542 7569,'-19'-17'0,"0"4"0,2-4 177,5 5 0,1 3 782,5 3-853,4 4 1,-7 4 76,9 4 0,-6 7-186,0 12 0,-1-2-5,7 9 1,0 0-118,0 6 0,0-3 177,0-3 0,9-5 51,3-8 1,-1-6-69,2 0 0,-3-11-182,3-2 1,4-11 219,-5-14 1,5-5-52,2-8 0,0-8 51,0-4 0,6 1-36,1-2 0,-1 1-64,-6-7 1,0-2 78,0-4 1,0 12 10,0 1 1,-7 3-36,1 9-126,0 5 0,6 16 98,0 4 0,-9 13 12,-4 13 0,-3 14-17,-3 11 1,2 11 13,4 14 1,-4-6-40,4 0 0,-1-1 39,1-5 1,2-5 0,5-1 0,4-14 16,-4-5 1,-3-5-6,3-2 0,-7-9 259,7-4-217,-9-3 0,11-6-29,-9-3 0,7-11-53,-7-8 0,7-9-106,-7 3 0,9-5 157,-3-2 0,-1 2 4,2 4 0,-7 1-68,6 12 1,-1-4-339,2 10 185,4 5 141,-7-1 0,7 20 35,-4 8 0,3 2-32,-3 10 1,-2 1 76,1 6 0,1 0-79,6 0 1,0 0-1,0 0 0,0-3 48,0-3 0,6-5 1,0-8 1,7-8 102,-7-5 1,9-4-73,-2-2 1,-3-2-24,3-4 0,-7-11-5,7-8 1,-9-7-134,2 7 1,-4-9 49,-2 3 0,-8-3-26,-5 2 1,-4-4 67,-2 5 1,0 3-67,0 3 134,0 13-85,-8-5 1,-3 23 125,-8 0 0,2 15-30,5 5 0,-3 7 48,9-1 1,-7 2-91,7-3 1,-1 3 15,7-9 1,2 7 83,5-7 0,3-6 137,9-6 1,2-9 2,5 2 0,-5-4-116,4-2 1,-4-8-142,-2-5 1,0-3 71,0-3 1,0-7-136,0 1 0,-9-9-11,-3 3 0,-3-5-36,2-2 0,-4 0 103,5 0 0,-7 0-29,-7 0 0,5 0 15,-4 0 0,4 9 2,2 4 0,0 3 241,0 3-180,0 1 0,0 5-37,0 0 1,2 9 65,4-2 0,5 4 135,8 2 0,0 6-137,0 0 0,2 15 9,4-2 1,-4 11-23,4-5 0,-4 11 8,-2 2 0,-2 0-162,-4 6 1,2 4 91,-9 3 0,9-5-167,-3-1 1,-1-7 90,2-7 1,-9-3 165,2-9 1,-2-7-136,3 1-40,-5-9 181,6 5 0,-8-24 85,0-4 0,0-6-167,0-1 0,0-3 34,0-9 0,6-6-119,1-1 0,5 1 77,-5 6 0,8 9 26,-3 3 0,-1 5 22,1 2 0,-5 9-7,5 3 0,-5 7 73,5 7 1,-8 3-96,3 9 0,1 9 111,-1 3 1,5-1-47,-5 1 0,7-7 41,-1 1 1,4-4-5,2-2 1,2-6 122,4-1 0,-2-8-155,9 3 1,-3-5-1,3-2 0,2-2 59,-9-5 0,0-3-81,-6-9 0,0 0-199,0 0 1,0 0 82,0 0 0,-8-6-158,-5-1 0,-4-5-35,-2 6 0,-2-9-16,-4 2 1,-5-2 100,-8 3 0,7 3 38,-1 9 0,7 3 168,-7 3-108,0 5 0,-4 12 143,5 8 1,-3 9-53,9 17 1,-1 2-58,7 5 1,0-3 110,0 8 0,2-7 208,5 1 0,12-4-165,12-2 1,-1-9-114,2-3 1,-1-12 9,7-1 1,-2-9 19,-5 3 1,3-7 19,-8-7 1,7-3-29,-1-9 1,-5-9-99,-1-3 1,1-5 32,-2-2 0,-6 6-7,-6 1 0,-7 1 13,7-1 0,-9-3-7,2 9 1,-4 6-4,-2 6 1,0 7-6,0-7-18,0 9 0,0 4 30,0 12 0,0 5 60,0 2 0,0 7-8,0-1 1,0 6 5,0-5 1,0 1 7,0-2 0,9-3 11,3 3 1,-1-10 145,2-3-174,-1-8 1,7 5 102,0-9 0,0-2-81,0-5 1,0-5-95,0-14 1,0 3 24,0-8 0,-2 1-108,-4-1 1,1 3 116,-7 9 1,5 0 5,-5 0-106,7 9 0,-12 3 54,5 14 1,1 12 243,-1 12 1,-1 14-81,-6 5 1,0 13 198,0 7 0,0 10-200,0 2 0,-6 5-90,-1-12 1,-8 3 104,3-14 0,-5-3 12,-2-11 0,-8-5 334,-5-14 0,-4-3-64,-2-9 1,-8-3-342,-5-3 1,-10-4 43,-2-9 0,-7-3-580,7-3 1,-6-4-83,5-9 0,10-9-350,9-3 1,14-7 595,5-7 0,14 3-128,5-8 452,14 8 0,20-13 0,13 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9:59.148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456 831 7569,'-49'-19'299,"3"-7"144,8 1 1,6 0 185,1 6-375,7 0 0,-5 6-88,4 1 0,3 7-32,-3-1 1,-2 4 71,2 2 1,-1 6-24,7 1 1,2 7-308,5-1 0,3 4 88,9 2 0,2 0-93,5 0 1,5 0 26,14 0 0,3 6 49,9 0 1,4 3 41,9-3 0,-7-2 9,13 9 1,-13-9 23,1 2 0,-8 3-7,-5-3 1,-5 0-57,-8-6 1,-8 0 58,-5 0 1,-6 0-40,-6 0 1,-13 0-15,-13 0 1,-6-6-88,-6-1 0,2-5 2,-9 5 1,3-8-183,-3 3 1,5-5 182,8-2 0,2-2 37,5-5 1,5-3-629,14-9 0,3-2 710,9-4 0,0-13 0,0-11 0</inkml:trace>
  <inkml:trace contextRef="#ctx0" brushRef="#br0" timeOffset="184">323 224 7569,'0'-57'0,"0"11"322,0 8 0,0 8 267,0 11 281,-9 0-524,-1 9 1,-9 5 16,0 18 1,2 10-9,4 21 1,-4 7-308,5 12 1,1 7 19,-1 12 0,7 4-417,-1 9 0,12-2 413,7-5 1,6 5-767,6-4 0,-1-7 80,7-6 622,1 0 0,6-15 0,0 8 0,4 3 0,8 2 0,9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9:58.553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209 809 7569,'-38'-8'0,"11"-3"205,8-8 516,0 9-415,17 1 0,-15 9-80,4 0 0,3 9-34,-3 3 1,7 10-272,-7 9 1,7 1-14,-7 12 0,9 4-4,-2 3 1,3-5 74,3-1 1,9-5-92,4-2 0,3-11 141,3-8 0,0-2-30,0-11 1,2-2 134,5-10 0,-3-11-60,8-8 0,-7-11-21,1-2 0,2-2 11,-1-10 1,-1 7 14,-6-1 1,0-2-64,0 2 1,-2-5-11,-5 11 1,-3 4 67,-9 15 1,2 7 7,4-1-146,-4 9 0,5 6 98,-14 17 0,3 4-84,-9 15 1,9-2 42,-2 15 0,4-7-2,2 6 0,8-14 64,5 2 1,6-6 3,6-1 1,5-12 90,8-12 1,-1-5-87,1-2 0,0-2 104,0-5 1,-6-5-55,-1-14 0,-1-5 68,2-13 0,3-5-142,-3-8 0,-5-2 4,-1-4 1,-5-5-40,-2-7 1,-7-3-414,1-5 1,-7-1 263,7-4 1,-9 5 58,3 14 0,-5 14 105,-2 17 0,-2 11 13,-5 14 0,-3 11 122,-9 21 1,-2 15-145,-5 29 1,3 11-25,-8 8 0,10 4-325,2 3 1,2-9 66,10 8 0,1-5-184,6-1 0,2-13 427,4 1 0,5-11-840,8-9 0,6-7-43,1-18 911,-1 0 0,-4-16 0,4 3 0,7-5 0,4-5 0</inkml:trace>
  <inkml:trace contextRef="#ctx0" brushRef="#br0" timeOffset="194">740 392 7569,'-48'19'445,"-3"-2"159,13-4 0,-2 1-182,15-7 0,0 5 475,6-5-306,8-1-408,3-6 1,25-2-201,8-5 0,17-3 103,9-9 0,14 0-827,11 0 0,2 0-268,10 0 1,1 0 1008,6 0 0,-1 0 0,1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9:53.987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188 1116 7569,'-29'-9'0,"-5"-1"-56,9-9 1,-1 0 1049,7 0-586,0 0 1,7 2 300,-1 4-485,9 5 0,-2 10-57,12 4 0,4 13-104,9 13 0,3 6 103,3 6 0,4-2 17,9 9 1,2-7-1,5 6 1,3-7 22,9 1 1,0-12-280,0-7 0,-7-6-326,1-7 1,-9-3 347,2-9 1,-6-11 96,-6-8 1,2-8-87,-9-11 1,0-2 88,-6-4 0,0-5 5,0-8 0,0-2-18,0-4 1,-9 4-400,-3-4 1,1-2 97,-1 1 1,-1-3-63,-6 10 1,0 4-158,0 15 238,0 9-298,0 1 278,0 18 1,0 4 109,0 12 1,0 4-6,0 9 1,8 9-657,5 3 817,12-3 0,5 16 0,8-4 0</inkml:trace>
  <inkml:trace contextRef="#ctx0" brushRef="#br0" timeOffset="1020">1630 869 7835,'-9'-13'382,"-3"1"0,-7 7-86,-7-1 0,3 6-271,-8 6 0,-7 13 86,-7 13 1,1 0 71,6 6 1,-6 4-91,0 15 1,2 0-194,10-1 0,7-7 0,12-5-97,7-4 131,4-10 0,4-3 101,4-8 1,7-8 109,12-5 1,-2-6-67,9-6 0,-1-7-13,7-12 1,2-7-56,5-12 0,-5 2 56,4-9 0,-10 3-48,-3-3 1,-6-2-12,7 9 0,-9-7-107,3 7 1,-5 2 38,-2 10-97,0 5 131,-9 17 1,-2 3 10,-8 14 0,-8 12 22,-5 12 0,-3 7-20,-3 6 0,0-2-12,0 9 0,8-9 22,5 2 1,4-6 3,2-6 1,10 2 1,9-9 1,2-8-7,11-11 0,-1-4 231,7-2 1,0-2-25,0-4 1,0-13-148,0-13 1,0-4-10,0-1 1,-6-10 33,-1-3 1,-8-5-53,3-2 1,-5-11-73,-2-7 1,0-3-290,0-11 0,6-6 198,-12 45 0,-1-1 0,1 2 0,0 1-42,6-34 1,-9 10 80,-4 22 1,-4 10 568,-2 8-341,0 17 1,-14 3 2,-5 24 1,-11 12-10,5 20 0,-7 4 96,7 9 0,0 8-113,6 5 0,8-3-38,5 3 1,4 0-409,2 5 0,2 1 251,4 0 1,13-8 25,13-5 0,4-13 276,2-5 0,0-14-250,-1-5 0,-1-14 44,-4-5 0,4-5 115,-5-2 1,-1-5-129,1-7 1,-5-3 18,5-17 0,-7 1 49,1-7 0,2 0-87,-1 0 1,-3 0-77,-11 0 1,3 9 67,-9 3-15,9 5 43,-13 11 1,5 1 3,-14 9 0,3 11-1,-9 8 1,3 4 83,-3 15 0,-2-4 6,9 10 0,0-6-46,6-7 1,0 5 22,0-4 1,8-5-42,5-1 1,6-7 21,6-7 0,-2 3-23,9-9 0,-7 1 1,7-7 1,-9-3-29,2-3 0,3-4-97,-3-9 1,0 0-51,-6 0 0,0-7 91,0 1 0,-2-2-74,-4 1 0,4 3 102,-5-8 0,-1 7-152,1-1 169,-7 4 0,3 2-19,0 9 38,-5 1 55,5 18 0,-8 1-46,0 9 1,0 0 106,0 0 1,2 6-70,4 1 0,-1-1 26,7-6 1,1 0-24,6 0 0,6 0 72,0 0 1,9-7-71,-2 1 0,4-9 2,2 3 1,0-7-105,-1-7 1,1-3 100,0-9 1,0-2-169,0-5 1,-2 3 44,-4-8 0,-5-3-53,-8-10 0,0 1-53,0-7 0,-9 1-145,-3-1 0,-5 6 182,-2 12 0,-4 5 76,-9 8 0,-2 8 322,-16 5 1,-1 14-160,-6 11 1,0 2 168,0 11 0,9-1-96,3 7 1,7 7-35,7-1 1,3 0-157,9-6 1,0 0-121,0 0 1,11-6-107,8-1 0,2-8-393,11 3 1,-1-1 405,7-6 1,9 4 222,3-10 0,13 4 0,5 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3:59:52.61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133 966 7569,'0'-19'-43,"0"-2"0,0-4-71,0-7 0,-6 1 306,0-7 1,-1 4 32,7-10 1,-6 4-11,0 2 0,-1 0 86,7 0 0,-6 6 43,0 1 1,-1 5 130,7-5 67,0 8-319,0-5-219,0 18 1,0 3 69,0 14 0,-2 14-140,-4 17 0,2 8-14,-9 11 0,3 10 67,-3 9 0,-2 0-464,9 6 1,-1-4 290,7-2 1,0-9-137,0-3 0,0-14 216,0-5 1,0-14 299,0-6-158,0-12 1,9-9 148,4-16 0,-3-9-110,3-17 0,6-9-66,6-3 1,9-5-93,-3-2 0,1 0 23,6 0 1,-4 2-121,10 5 1,-6 6 332,-7 12 1,3 7-206,-9 12 1,7 5-41,-7 8 0,1 10 175,-7 9 0,-3 9-76,-3 9 1,2 1-53,-9 0 0,0 7 78,-6-1 0,-2 13-32,-4-7 1,-7 7-147,-12-13 0,2 1 100,-9-7 0,1-3 32,-7-3 0,0-5-131,0-8 0,6-8-160,1-5 1,7-4 177,-1-2 1,10 0-43,3 0 168,8-8 0,-5-11 0,9-10 0</inkml:trace>
  <inkml:trace contextRef="#ctx0" brushRef="#br0" timeOffset="291">607 1118 7569,'19'0'-63,"0"0"0,-6 0-250,0 0 491,-1 8 1,7-6 353,0 5 0,0-5-206,0-2-200,9 0 0,-5 0 1,8 0 0,1-7-151,6 1 0,-7-9 167,1 3 1,-9-3 18,3 2 0,-5-3-430,-2 3 1,-3-10 157,-3-3 0,-4 1-83,-9 6 1,0-6 34,0 0 1,-9-7-50,-4 7 1,-10 6 140,-2 6 0,-7 9 126,7-2 0,-9 6-117,3 6 1,3 11-6,3 8 1,4 9 225,2-3 0,2 5-51,5 2 1,3 0-199,9 0 0,2 0-28,5 0 0,9-2-195,10-5 1,7 3 46,-1-9 0,12-6-90,7-6 0,4-9-60,2 2 411,-1-12 0,10-13 0,1-10 0</inkml:trace>
  <inkml:trace contextRef="#ctx0" brushRef="#br0" timeOffset="554">1613 1004 7569,'27'-46'-727,"-6"6"0,11-7 687,-13 9 1,2 7 398,-15-1 0,0 9-58,-6-2 0,-2 10-91,-4 2 1,-5 9-66,-8-2 1,1 4 13,-1 2 1,-7 8 20,1 5 0,-2 6-78,1 6 1,5-2-6,-4 9 0,10-7 64,3 7 0,7-7-100,-1 7 0,4-1-22,2 7 1,8-6 100,5-1 1,4-5-55,2 5 0,0-8 27,0 3 0,-7 1-77,1-2 1,-2 1 7,1-7 0,3 0-188,-9 0 146,1 0 0,-16-1-140,-3 1 1,-12-8-327,-1-5 1,-9 3 221,3-3 1,1 0-87,-1-6 1,7-8 100,-1-5 1,4-4-332,2-2 0,9-2 558,3-4 0,5-13 0,2-10 0</inkml:trace>
  <inkml:trace contextRef="#ctx0" brushRef="#br0" timeOffset="771">1973 340 7569,'48'-57'0,"-3"3"-91,-14 3 126,-3-4 0,-9 21 209,0-4 0,-9 20 481,-3-1-497,-5 12 0,-4 1-22,-5 12 1,-12 15-21,-12 17 1,1 11-4,-1 14 1,1 6-90,-2 14 1,-1-3-330,7 8 1,3-1 152,11 1 1,3-6 36,9-12 0,15-13-221,4-13 0,15-6 63,4-6 0,-1-7 84,8-12 0,1-5-147,-2-8 1,1-2 67,-7-4 0,-9-5 198,-4-8 0,1 2 0,-3 0 0,-4 3 0,-2-1 0,-5 2 0</inkml:trace>
  <inkml:trace contextRef="#ctx0" brushRef="#br0" timeOffset="937">1651 492 7569,'-38'0'988,"8"0"-674,11 0 0,11-2 44,8-4 0,10 1-140,9-7 1,11-1-13,14-6 1,15 0-640,17 0 0,8 2 215,11 5-70,0-5 0,-44 15 0,1 2 0,1-5 1,-1 1-1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0:08.26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169 302 7569,'-29'0'167,"1"0"0,9 0 152,0 0 0,3 8 0,1 7-8,2 8-128,9-2 1,-7 21 171,5-4 1,4 11-194,-4-5 1,6 7-140,6-7 1,11-6-10,8-7 0,7-9 146,-7-4 1,15-7 3,-2-11 0,6-8-37,1-5 0,-5-12-22,4-7 0,-6-6-104,-7-6 1,3 2-163,-9-9 1,-8 7 104,-10-7 1,-5 7-108,-2-7 0,-11 9-125,-8-2 0,-2 10 105,-11 3 1,7 16 15,-6 2 0,5 9 49,-5 4 1,1 2 5,-1 5 1,3 5-137,9 13 0,2 3-181,5 3 1,3 5 4,9-4 424,0 4 0,17 2 0,4 0 0</inkml:trace>
  <inkml:trace contextRef="#ctx0" brushRef="#br0" timeOffset="196">985 567 7569,'-19'11'1558,"6"-3"-937,1-8-415,-1 0 1,-6 0-199,0 0 67,8 0-371,3 0-229,8 0 0,2-6-952,4 0 1477,13-9 0,11 4 0,8-8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0:14.436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191 235 7569,'0'-19'-1,"0"-2"1,0-2 0,0-3 0,0 1 168,0-2 0,-3 6 153,-3-5 48,4 14 277,-6-5-457,8 6 1,-3 5 5,-3 12 0,2 15-12,-9 24 1,7 11-39,-7 14 1,1 6-100,-7 6 1,0 2-134,0 5 0,6-3 259,0-4 0,3-10-704,-3 4 1,5-4-284,8 3 0,0-7 59,0-5 0,2-6 98,4-6 658,5-5 0,4-2 0,-1 1 0,5-3 0,2-2 0,5-2 0</inkml:trace>
  <inkml:trace contextRef="#ctx0" brushRef="#br0" timeOffset="450">646 709 7569,'8'-19'0,"-6"0"7,5 0 1,-5-2 137,-2-4 1,0 10 425,0-4-346,0 4 0,-9 5-204,-3 3 0,1 5 79,-2 2 0,1 9-29,-7 3 0,-4 12 108,4 1 0,-4 6 11,10-5 0,-4 5-407,-2-5 0,8 5-41,5-5 0,4-1 124,2-6 0,0-7 60,0 1 1,2-9 162,4 3 0,5-5-76,8-2 0,-6-2 11,-1-5-14,1-3 1,6-9 9,0 0 1,-9 0-30,-3 0-6,3 8-38,-8 3 1,7 10 61,-9 4 1,0 13 102,0 13 1,0 14-57,0 11 1,0 15 5,0 10 1,-2 9-262,-5-3 0,5-6 231,-4-6 1,-2-4 26,1-15 0,1-5-2,6-14 0,-2-8 394,-5-5 1,3-10-166,-8-2 1,-1-9 43,-6 2 0,-8-6-69,-5-6 1,-4-5-70,-2-8 0,0 0 234,0 0 0,0 2-217,0 5 1,7-3-352,-1 9 1,9-7-1097,-2 7-937,4-1 1270,2 7 905,8 0 0,11 9 0,11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4T04:00:13.461"/>
    </inkml:context>
    <inkml:brush xml:id="br0">
      <inkml:brushProperty name="width" value="0.08571" units="cm"/>
      <inkml:brushProperty name="height" value="0.08571" units="cm"/>
      <inkml:brushProperty name="color" value="#CC0066"/>
    </inkml:brush>
  </inkml:definitions>
  <inkml:trace contextRef="#ctx0" brushRef="#br0">151 319 7569,'-13'-6'149,"0"-3"275,-2-1 182,7-3-344,-9 2 0,13 3-139,-9 8 0,9 2 3,-2 4 1,-3 5-92,3 8 1,-2 8 147,1 5 1,5 4-1,-4 2 1,2 2-158,-3 4 0,5-6-47,-4 0 1,6 0 0,6-7 1,-2-9 77,9-4 0,0-5 52,6 0 1,6-5 20,0-8 1,9-8 103,-2-5 1,3-12-127,3-7 0,-6-4 13,0-2 0,-9-6-175,2 0 0,-12 0-300,-7 6 0,-4-6 14,-2-1 1,-8-5 160,-5 5 0,-10 1-7,-2 6 0,-7 2 55,7 5 0,-3 6 38,3 12 0,4 4-28,-4 9 1,6 3-13,6 3 0,-2 4-133,9 9 1,0 0-49,6 0 1,8 2-148,5 5 0,6-5-122,6 4 582,4-4 0,18-2 0,1 0 0</inkml:trace>
  <inkml:trace contextRef="#ctx0" brushRef="#br0" timeOffset="337">947 224 7569,'0'-19'-253,"-6"0"253,-1 0 0,-5 0 0,5 0 0,-7 0 782,1 0 0,-4 7-287,-2-1 0,0 9-385,0-2 1,0 6 44,0 6 0,0 6-79,0 14 0,1-3-29,-1 9 1,2-9-138,4 2 0,-2 2 145,9-1 0,0-1-1,6-6 0,8-8-171,5-5 0,4-4-93,2-2 0,6-8 100,0-5 0,9-10 108,-3-3 1,3-12-60,-2 7 1,1-9 16,-7 8 1,5-2-4,-5 3 0,-3 10 15,-10 8 15,3 9 1,-14 0 23,5 16 0,-7 12 71,-7 20 1,3 4-37,-8 9 1,-1 0-45,-6 0 1,6-2-90,1-5 0,8 5-100,-3-4 1,5-5-267,2-2 0,2-10 247,5-2 1,3-9 209,9 2 0,0-4 0,0-2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7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56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1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7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1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0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0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5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5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5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image" Target="../media/image7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29.png"/><Relationship Id="rId26" Type="http://schemas.openxmlformats.org/officeDocument/2006/relationships/image" Target="../media/image33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37.png"/><Relationship Id="rId42" Type="http://schemas.openxmlformats.org/officeDocument/2006/relationships/image" Target="../media/image41.png"/><Relationship Id="rId47" Type="http://schemas.openxmlformats.org/officeDocument/2006/relationships/customXml" Target="../ink/ink23.xml"/><Relationship Id="rId50" Type="http://schemas.openxmlformats.org/officeDocument/2006/relationships/image" Target="../media/image45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image" Target="../media/image21.png"/><Relationship Id="rId16" Type="http://schemas.openxmlformats.org/officeDocument/2006/relationships/image" Target="../media/image28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32.png"/><Relationship Id="rId32" Type="http://schemas.openxmlformats.org/officeDocument/2006/relationships/image" Target="../media/image36.png"/><Relationship Id="rId37" Type="http://schemas.openxmlformats.org/officeDocument/2006/relationships/customXml" Target="../ink/ink18.xml"/><Relationship Id="rId40" Type="http://schemas.openxmlformats.org/officeDocument/2006/relationships/image" Target="../media/image40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49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27.png"/><Relationship Id="rId22" Type="http://schemas.openxmlformats.org/officeDocument/2006/relationships/image" Target="../media/image31.png"/><Relationship Id="rId27" Type="http://schemas.openxmlformats.org/officeDocument/2006/relationships/customXml" Target="../ink/ink13.xml"/><Relationship Id="rId30" Type="http://schemas.openxmlformats.org/officeDocument/2006/relationships/image" Target="../media/image35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44.png"/><Relationship Id="rId56" Type="http://schemas.openxmlformats.org/officeDocument/2006/relationships/image" Target="../media/image48.png"/><Relationship Id="rId8" Type="http://schemas.openxmlformats.org/officeDocument/2006/relationships/image" Target="../media/image24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2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39.png"/><Relationship Id="rId46" Type="http://schemas.openxmlformats.org/officeDocument/2006/relationships/image" Target="../media/image43.png"/><Relationship Id="rId59" Type="http://schemas.openxmlformats.org/officeDocument/2006/relationships/customXml" Target="../ink/ink29.xml"/><Relationship Id="rId20" Type="http://schemas.openxmlformats.org/officeDocument/2006/relationships/image" Target="../media/image30.png"/><Relationship Id="rId41" Type="http://schemas.openxmlformats.org/officeDocument/2006/relationships/customXml" Target="../ink/ink20.xml"/><Relationship Id="rId54" Type="http://schemas.openxmlformats.org/officeDocument/2006/relationships/image" Target="../media/image47.png"/><Relationship Id="rId6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34.png"/><Relationship Id="rId36" Type="http://schemas.openxmlformats.org/officeDocument/2006/relationships/image" Target="../media/image38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25.png"/><Relationship Id="rId31" Type="http://schemas.openxmlformats.org/officeDocument/2006/relationships/customXml" Target="../ink/ink15.xml"/><Relationship Id="rId44" Type="http://schemas.openxmlformats.org/officeDocument/2006/relationships/image" Target="../media/image42.png"/><Relationship Id="rId52" Type="http://schemas.openxmlformats.org/officeDocument/2006/relationships/image" Target="../media/image46.png"/><Relationship Id="rId60" Type="http://schemas.openxmlformats.org/officeDocument/2006/relationships/image" Target="../media/image50.png"/><Relationship Id="rId4" Type="http://schemas.openxmlformats.org/officeDocument/2006/relationships/image" Target="../media/image22.png"/><Relationship Id="rId9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lipartpanda.com/clipart_images/frequently-asked-questions-6246245" TargetMode="External"/><Relationship Id="rId7" Type="http://schemas.openxmlformats.org/officeDocument/2006/relationships/hyperlink" Target="https://en.wikipedia.org/wiki/Grape" TargetMode="External"/><Relationship Id="rId2" Type="http://schemas.openxmlformats.org/officeDocument/2006/relationships/hyperlink" Target="http://www.livestrong.com/article/419969-what-are-the-benefits-of-apples-oranges-grap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vohnsvittles.com/2014/03/page/8" TargetMode="External"/><Relationship Id="rId5" Type="http://schemas.openxmlformats.org/officeDocument/2006/relationships/hyperlink" Target="http://www.cngfloristsundries.co.uk/artificial-fruit/6-artificial-decorative-apples-red-yellow-3066.html" TargetMode="External"/><Relationship Id="rId4" Type="http://schemas.openxmlformats.org/officeDocument/2006/relationships/hyperlink" Target="http://www.clipartpanda.com/clipart_images/question-mark-clipart-624654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299" y="15043"/>
            <a:ext cx="1733677" cy="27794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21268" b="14067"/>
          <a:stretch/>
        </p:blipFill>
        <p:spPr>
          <a:xfrm>
            <a:off x="287762" y="175207"/>
            <a:ext cx="3819603" cy="34268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21268" b="14067"/>
          <a:stretch/>
        </p:blipFill>
        <p:spPr>
          <a:xfrm>
            <a:off x="8175392" y="3308505"/>
            <a:ext cx="3819603" cy="34268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4722" y="263432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Comparing Apples, Oranges and Grapes?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62" y="4148563"/>
            <a:ext cx="22606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4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compare apples, oranges and grapes?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166" y="2345443"/>
            <a:ext cx="3077453" cy="2308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859" y="2341155"/>
            <a:ext cx="3088889" cy="23166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988" y="2439821"/>
            <a:ext cx="3171792" cy="2119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7854" y="5096107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 Apples</a:t>
            </a:r>
          </a:p>
          <a:p>
            <a:pPr algn="ctr"/>
            <a:r>
              <a:rPr lang="en-US" sz="2400" dirty="0"/>
              <a:t>$6.00</a:t>
            </a:r>
          </a:p>
          <a:p>
            <a:pPr algn="ctr"/>
            <a:r>
              <a:rPr lang="en-US" sz="2400" dirty="0"/>
              <a:t>1.2 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4304" y="4969727"/>
            <a:ext cx="2522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bunch of grapes</a:t>
            </a:r>
          </a:p>
          <a:p>
            <a:pPr algn="ctr"/>
            <a:r>
              <a:rPr lang="en-US" sz="2400" dirty="0"/>
              <a:t>$8.00</a:t>
            </a:r>
          </a:p>
          <a:p>
            <a:pPr algn="ctr"/>
            <a:r>
              <a:rPr lang="en-US" sz="2400" dirty="0"/>
              <a:t>1.5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079" y="5096416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 oranges</a:t>
            </a:r>
          </a:p>
          <a:p>
            <a:pPr algn="ctr"/>
            <a:r>
              <a:rPr lang="en-US" sz="2400" dirty="0"/>
              <a:t>$5.50</a:t>
            </a:r>
          </a:p>
          <a:p>
            <a:pPr algn="ctr"/>
            <a:r>
              <a:rPr lang="en-US" sz="2400" dirty="0"/>
              <a:t>1.0 kg</a:t>
            </a:r>
          </a:p>
        </p:txBody>
      </p:sp>
    </p:spTree>
    <p:extLst>
      <p:ext uri="{BB962C8B-B14F-4D97-AF65-F5344CB8AC3E}">
        <p14:creationId xmlns:p14="http://schemas.microsoft.com/office/powerpoint/2010/main" val="264266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Based on quantity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166" y="1564861"/>
            <a:ext cx="3077453" cy="2308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859" y="1560573"/>
            <a:ext cx="3088889" cy="23166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988" y="1659239"/>
            <a:ext cx="3171792" cy="2119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7854" y="4315525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 Apples</a:t>
            </a:r>
          </a:p>
          <a:p>
            <a:pPr algn="ctr"/>
            <a:r>
              <a:rPr lang="en-US" sz="2400" dirty="0"/>
              <a:t>$6.00</a:t>
            </a:r>
          </a:p>
          <a:p>
            <a:pPr algn="ctr"/>
            <a:r>
              <a:rPr lang="en-US" sz="2400" dirty="0"/>
              <a:t>1.2 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4304" y="4189145"/>
            <a:ext cx="2522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bunch of grapes</a:t>
            </a:r>
          </a:p>
          <a:p>
            <a:pPr algn="ctr"/>
            <a:r>
              <a:rPr lang="en-US" sz="2400" dirty="0"/>
              <a:t>$8.00</a:t>
            </a:r>
          </a:p>
          <a:p>
            <a:pPr algn="ctr"/>
            <a:r>
              <a:rPr lang="en-US" sz="2400" dirty="0"/>
              <a:t>1.5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079" y="4315834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 oranges</a:t>
            </a:r>
          </a:p>
          <a:p>
            <a:pPr algn="ctr"/>
            <a:r>
              <a:rPr lang="en-US" sz="2400" dirty="0"/>
              <a:t>$5.50</a:t>
            </a:r>
          </a:p>
          <a:p>
            <a:pPr algn="ctr"/>
            <a:r>
              <a:rPr lang="en-US" sz="2400" dirty="0"/>
              <a:t>1.0 kg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9614" y="5727595"/>
            <a:ext cx="2129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1 apple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7838" y="5776332"/>
            <a:ext cx="253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1 orange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3233" y="5776331"/>
            <a:ext cx="253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</a:t>
            </a:r>
            <a:r>
              <a:rPr lang="en-US" sz="2400">
                <a:solidFill>
                  <a:srgbClr val="FF0000"/>
                </a:solidFill>
              </a:rPr>
              <a:t>1 grape 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051180" y="793732"/>
            <a:ext cx="2585227" cy="5497552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8251460" y="793732"/>
            <a:ext cx="2487165" cy="5462104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7544" y="6189276"/>
            <a:ext cx="2129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$1.00/apple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5768" y="6238013"/>
            <a:ext cx="253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$1.10/orange</a:t>
            </a:r>
          </a:p>
        </p:txBody>
      </p:sp>
    </p:spTree>
    <p:extLst>
      <p:ext uri="{BB962C8B-B14F-4D97-AF65-F5344CB8AC3E}">
        <p14:creationId xmlns:p14="http://schemas.microsoft.com/office/powerpoint/2010/main" val="783374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Based on weight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166" y="1659646"/>
            <a:ext cx="3077453" cy="2308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859" y="1655358"/>
            <a:ext cx="3088889" cy="23166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988" y="1754024"/>
            <a:ext cx="3171792" cy="2119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7854" y="4410310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 Apples</a:t>
            </a:r>
          </a:p>
          <a:p>
            <a:pPr algn="ctr"/>
            <a:r>
              <a:rPr lang="en-US" sz="2400" dirty="0"/>
              <a:t>$6.00</a:t>
            </a:r>
          </a:p>
          <a:p>
            <a:pPr algn="ctr"/>
            <a:r>
              <a:rPr lang="en-US" sz="2400" dirty="0"/>
              <a:t>1.2 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4304" y="4283930"/>
            <a:ext cx="2522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bunch of grapes</a:t>
            </a:r>
          </a:p>
          <a:p>
            <a:pPr algn="ctr"/>
            <a:r>
              <a:rPr lang="en-US" sz="2400" dirty="0"/>
              <a:t>$8.00</a:t>
            </a:r>
          </a:p>
          <a:p>
            <a:pPr algn="ctr"/>
            <a:r>
              <a:rPr lang="en-US" sz="2400" dirty="0"/>
              <a:t>1.5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079" y="4410619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 oranges</a:t>
            </a:r>
          </a:p>
          <a:p>
            <a:pPr algn="ctr"/>
            <a:r>
              <a:rPr lang="en-US" sz="2400" dirty="0"/>
              <a:t>$5.50</a:t>
            </a:r>
          </a:p>
          <a:p>
            <a:pPr algn="ctr"/>
            <a:r>
              <a:rPr lang="en-US" sz="2400" dirty="0"/>
              <a:t>1.0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553" y="5698864"/>
            <a:ext cx="2860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1 kg of apples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9492" y="5698863"/>
            <a:ext cx="3022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1 kg </a:t>
            </a:r>
            <a:r>
              <a:rPr lang="en-US" sz="2400">
                <a:solidFill>
                  <a:srgbClr val="FF0000"/>
                </a:solidFill>
              </a:rPr>
              <a:t>of oranges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48413" y="5669279"/>
            <a:ext cx="2834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1 kg of grapes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40" y="6224030"/>
            <a:ext cx="2611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002060"/>
                </a:solidFill>
              </a:rPr>
              <a:t>$5.00/kg of apple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95364" y="6235702"/>
            <a:ext cx="259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$</a:t>
            </a:r>
            <a:r>
              <a:rPr lang="en-US" sz="2400" b="1">
                <a:solidFill>
                  <a:srgbClr val="002060"/>
                </a:solidFill>
              </a:rPr>
              <a:t>5.50/kg of orange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88290" y="6224029"/>
            <a:ext cx="2678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002060"/>
                </a:solidFill>
              </a:rPr>
              <a:t>$5.33/kg of grapes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19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comparison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8043558"/>
              </p:ext>
            </p:extLst>
          </p:nvPr>
        </p:nvGraphicFramePr>
        <p:xfrm>
          <a:off x="838200" y="1529324"/>
          <a:ext cx="10515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7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2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Apples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Oranges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Based on 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$1.00/apple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$1.10/orange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Based on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$5.00/kg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$5.50/kg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$5.33/kg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5422" y="3281083"/>
            <a:ext cx="99911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Discuss the following: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What other methods can you used to compare apples, oranges and grapes?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Will the other methods give you the same answers?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If you consider buying something else like orange juices or apple juices, what are the unit measurement you can use to compare the prices?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Can you think of any other examples?</a:t>
            </a:r>
          </a:p>
        </p:txBody>
      </p:sp>
    </p:spTree>
    <p:extLst>
      <p:ext uri="{BB962C8B-B14F-4D97-AF65-F5344CB8AC3E}">
        <p14:creationId xmlns:p14="http://schemas.microsoft.com/office/powerpoint/2010/main" val="313874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buying different size of similar goods?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805" y="1027906"/>
            <a:ext cx="2247874" cy="24569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484" y="1690688"/>
            <a:ext cx="2208425" cy="1899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60" y="2064667"/>
            <a:ext cx="2680364" cy="16190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60" y="4540732"/>
            <a:ext cx="736157" cy="8431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019" y="4023407"/>
            <a:ext cx="1113714" cy="14366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317" y="4204483"/>
            <a:ext cx="1081402" cy="14048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733" y="3683679"/>
            <a:ext cx="1615301" cy="18583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501" y="5215387"/>
            <a:ext cx="917302" cy="11944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508" y="4737829"/>
            <a:ext cx="1235661" cy="17429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457" y="4540732"/>
            <a:ext cx="1745370" cy="186905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3827" y="4230681"/>
            <a:ext cx="1848595" cy="230634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829" y="1505098"/>
            <a:ext cx="885348" cy="159362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5479" y="1262447"/>
            <a:ext cx="1029701" cy="198789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180" y="837572"/>
            <a:ext cx="1523446" cy="244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5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CCF97F-CA44-F54D-A37D-B7A2E2754E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92" t="50000" r="33803" b="8848"/>
          <a:stretch/>
        </p:blipFill>
        <p:spPr>
          <a:xfrm>
            <a:off x="199506" y="0"/>
            <a:ext cx="7431578" cy="37322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5">
                <a:extLst>
                  <a:ext uri="{FF2B5EF4-FFF2-40B4-BE49-F238E27FC236}">
                    <a16:creationId xmlns:a16="http://schemas.microsoft.com/office/drawing/2014/main" id="{CF38EF3A-C4D0-9043-A30D-F016EE19AA21}"/>
                  </a:ext>
                </a:extLst>
              </p14:cNvPr>
              <p14:cNvContentPartPr/>
              <p14:nvPr/>
            </p14:nvContentPartPr>
            <p14:xfrm>
              <a:off x="1541690" y="3025976"/>
              <a:ext cx="1031400" cy="1229400"/>
            </p14:xfrm>
          </p:contentPart>
        </mc:Choice>
        <mc:Fallback xmlns="">
          <p:pic>
            <p:nvPicPr>
              <p:cNvPr id="4" name="Ink 5">
                <a:extLst>
                  <a:ext uri="{FF2B5EF4-FFF2-40B4-BE49-F238E27FC236}">
                    <a16:creationId xmlns:a16="http://schemas.microsoft.com/office/drawing/2014/main" id="{CF38EF3A-C4D0-9043-A30D-F016EE19AA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6210" y="3010856"/>
                <a:ext cx="1062000" cy="12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Ink 27">
                <a:extLst>
                  <a:ext uri="{FF2B5EF4-FFF2-40B4-BE49-F238E27FC236}">
                    <a16:creationId xmlns:a16="http://schemas.microsoft.com/office/drawing/2014/main" id="{21D7370F-04F6-F64A-8599-33D28DC5E7CE}"/>
                  </a:ext>
                </a:extLst>
              </p14:cNvPr>
              <p14:cNvContentPartPr/>
              <p14:nvPr/>
            </p14:nvContentPartPr>
            <p14:xfrm>
              <a:off x="647090" y="4411976"/>
              <a:ext cx="1864440" cy="956160"/>
            </p14:xfrm>
          </p:contentPart>
        </mc:Choice>
        <mc:Fallback xmlns="">
          <p:pic>
            <p:nvPicPr>
              <p:cNvPr id="26" name="Ink 27">
                <a:extLst>
                  <a:ext uri="{FF2B5EF4-FFF2-40B4-BE49-F238E27FC236}">
                    <a16:creationId xmlns:a16="http://schemas.microsoft.com/office/drawing/2014/main" id="{21D7370F-04F6-F64A-8599-33D28DC5E7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1970" y="4396856"/>
                <a:ext cx="1895040" cy="9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7AD71B3-CEAD-FC4A-A160-1600913E2673}"/>
                  </a:ext>
                </a:extLst>
              </p14:cNvPr>
              <p14:cNvContentPartPr/>
              <p14:nvPr/>
            </p14:nvContentPartPr>
            <p14:xfrm>
              <a:off x="7119890" y="4480376"/>
              <a:ext cx="143640" cy="277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7AD71B3-CEAD-FC4A-A160-1600913E267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04770" y="4465256"/>
                <a:ext cx="1742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2B39E44-5750-194D-9934-E0EA320F1DFC}"/>
                  </a:ext>
                </a:extLst>
              </p14:cNvPr>
              <p14:cNvContentPartPr/>
              <p14:nvPr/>
            </p14:nvContentPartPr>
            <p14:xfrm>
              <a:off x="7116290" y="4651016"/>
              <a:ext cx="133920" cy="14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2B39E44-5750-194D-9934-E0EA320F1DF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00810" y="4635896"/>
                <a:ext cx="1645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5" name="Ink 56">
                <a:extLst>
                  <a:ext uri="{FF2B5EF4-FFF2-40B4-BE49-F238E27FC236}">
                    <a16:creationId xmlns:a16="http://schemas.microsoft.com/office/drawing/2014/main" id="{03B45AAC-7E4D-1E4B-80F7-FEE1ECA4F41B}"/>
                  </a:ext>
                </a:extLst>
              </p14:cNvPr>
              <p14:cNvContentPartPr/>
              <p14:nvPr/>
            </p14:nvContentPartPr>
            <p14:xfrm>
              <a:off x="4634810" y="2745896"/>
              <a:ext cx="2321640" cy="2171160"/>
            </p14:xfrm>
          </p:contentPart>
        </mc:Choice>
        <mc:Fallback xmlns="">
          <p:pic>
            <p:nvPicPr>
              <p:cNvPr id="55" name="Ink 56">
                <a:extLst>
                  <a:ext uri="{FF2B5EF4-FFF2-40B4-BE49-F238E27FC236}">
                    <a16:creationId xmlns:a16="http://schemas.microsoft.com/office/drawing/2014/main" id="{03B45AAC-7E4D-1E4B-80F7-FEE1ECA4F41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19332" y="2730773"/>
                <a:ext cx="2351875" cy="2201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6" name="Ink 57">
                <a:extLst>
                  <a:ext uri="{FF2B5EF4-FFF2-40B4-BE49-F238E27FC236}">
                    <a16:creationId xmlns:a16="http://schemas.microsoft.com/office/drawing/2014/main" id="{FA8E6756-3E3F-304F-894C-5E54AB7999DA}"/>
                  </a:ext>
                </a:extLst>
              </p14:cNvPr>
              <p14:cNvContentPartPr/>
              <p14:nvPr/>
            </p14:nvContentPartPr>
            <p14:xfrm>
              <a:off x="2729690" y="4473536"/>
              <a:ext cx="1598040" cy="825840"/>
            </p14:xfrm>
          </p:contentPart>
        </mc:Choice>
        <mc:Fallback xmlns="">
          <p:pic>
            <p:nvPicPr>
              <p:cNvPr id="56" name="Ink 57">
                <a:extLst>
                  <a:ext uri="{FF2B5EF4-FFF2-40B4-BE49-F238E27FC236}">
                    <a16:creationId xmlns:a16="http://schemas.microsoft.com/office/drawing/2014/main" id="{FA8E6756-3E3F-304F-894C-5E54AB7999D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714210" y="4458416"/>
                <a:ext cx="1628640" cy="85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0" name="Ink 70">
                <a:extLst>
                  <a:ext uri="{FF2B5EF4-FFF2-40B4-BE49-F238E27FC236}">
                    <a16:creationId xmlns:a16="http://schemas.microsoft.com/office/drawing/2014/main" id="{5AC8FE62-B5D7-524B-A731-EE73B77E1683}"/>
                  </a:ext>
                </a:extLst>
              </p14:cNvPr>
              <p14:cNvContentPartPr/>
              <p14:nvPr/>
            </p14:nvContentPartPr>
            <p14:xfrm>
              <a:off x="7509050" y="3971336"/>
              <a:ext cx="1773360" cy="816480"/>
            </p14:xfrm>
          </p:contentPart>
        </mc:Choice>
        <mc:Fallback xmlns="">
          <p:pic>
            <p:nvPicPr>
              <p:cNvPr id="70" name="Ink 70">
                <a:extLst>
                  <a:ext uri="{FF2B5EF4-FFF2-40B4-BE49-F238E27FC236}">
                    <a16:creationId xmlns:a16="http://schemas.microsoft.com/office/drawing/2014/main" id="{5AC8FE62-B5D7-524B-A731-EE73B77E168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93930" y="3955863"/>
                <a:ext cx="1803960" cy="846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0" name="Ink 81">
                <a:extLst>
                  <a:ext uri="{FF2B5EF4-FFF2-40B4-BE49-F238E27FC236}">
                    <a16:creationId xmlns:a16="http://schemas.microsoft.com/office/drawing/2014/main" id="{40DA4F37-BA89-CD47-BEA2-2689EB1E2FEF}"/>
                  </a:ext>
                </a:extLst>
              </p14:cNvPr>
              <p14:cNvContentPartPr/>
              <p14:nvPr/>
            </p14:nvContentPartPr>
            <p14:xfrm>
              <a:off x="6041330" y="1421456"/>
              <a:ext cx="1625040" cy="546840"/>
            </p14:xfrm>
          </p:contentPart>
        </mc:Choice>
        <mc:Fallback xmlns="">
          <p:pic>
            <p:nvPicPr>
              <p:cNvPr id="80" name="Ink 81">
                <a:extLst>
                  <a:ext uri="{FF2B5EF4-FFF2-40B4-BE49-F238E27FC236}">
                    <a16:creationId xmlns:a16="http://schemas.microsoft.com/office/drawing/2014/main" id="{40DA4F37-BA89-CD47-BEA2-2689EB1E2FE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25853" y="1405966"/>
                <a:ext cx="1655633" cy="5774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1FDD882-24C8-9A42-9D2F-2FBD0171CDB2}"/>
                  </a:ext>
                </a:extLst>
              </p14:cNvPr>
              <p14:cNvContentPartPr/>
              <p14:nvPr/>
            </p14:nvContentPartPr>
            <p14:xfrm>
              <a:off x="2716010" y="4712576"/>
              <a:ext cx="229320" cy="4237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1FDD882-24C8-9A42-9D2F-2FBD0171CDB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662010" y="4604576"/>
                <a:ext cx="336960" cy="63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413B784-F291-9B44-8815-699760CEEF2F}"/>
                  </a:ext>
                </a:extLst>
              </p14:cNvPr>
              <p14:cNvContentPartPr/>
              <p14:nvPr/>
            </p14:nvContentPartPr>
            <p14:xfrm>
              <a:off x="4102010" y="4733096"/>
              <a:ext cx="233280" cy="4784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413B784-F291-9B44-8815-699760CEEF2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48370" y="4625096"/>
                <a:ext cx="340920" cy="6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6012E36-D33F-BF4A-A032-0583345ED4A9}"/>
                  </a:ext>
                </a:extLst>
              </p14:cNvPr>
              <p14:cNvContentPartPr/>
              <p14:nvPr/>
            </p14:nvContentPartPr>
            <p14:xfrm>
              <a:off x="7447130" y="4289216"/>
              <a:ext cx="275040" cy="3484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6012E36-D33F-BF4A-A032-0583345ED4A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393130" y="4181216"/>
                <a:ext cx="38268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C42990DB-71CC-4448-AFBF-04DAC4060788}"/>
                  </a:ext>
                </a:extLst>
              </p14:cNvPr>
              <p14:cNvContentPartPr/>
              <p14:nvPr/>
            </p14:nvContentPartPr>
            <p14:xfrm>
              <a:off x="8908010" y="4193456"/>
              <a:ext cx="377280" cy="4032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C42990DB-71CC-4448-AFBF-04DAC406078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854370" y="4085816"/>
                <a:ext cx="484920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B6EE7157-305F-884F-8EE7-E330B9AEAF44}"/>
                  </a:ext>
                </a:extLst>
              </p14:cNvPr>
              <p14:cNvContentPartPr/>
              <p14:nvPr/>
            </p14:nvContentPartPr>
            <p14:xfrm>
              <a:off x="9796490" y="1483016"/>
              <a:ext cx="345600" cy="3690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B6EE7157-305F-884F-8EE7-E330B9AEAF4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742850" y="1375016"/>
                <a:ext cx="453240" cy="58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BA38900A-D606-014B-AA0B-ED2F9DBE0D19}"/>
                  </a:ext>
                </a:extLst>
              </p14:cNvPr>
              <p14:cNvContentPartPr/>
              <p14:nvPr/>
            </p14:nvContentPartPr>
            <p14:xfrm>
              <a:off x="11093930" y="1278176"/>
              <a:ext cx="478440" cy="4510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BA38900A-D606-014B-AA0B-ED2F9DBE0D1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039930" y="1170176"/>
                <a:ext cx="586080" cy="66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7A5699C-5C61-CD4A-B3C5-EE60A1CA30DE}"/>
                  </a:ext>
                </a:extLst>
              </p14:cNvPr>
              <p14:cNvContentPartPr/>
              <p14:nvPr/>
            </p14:nvContentPartPr>
            <p14:xfrm>
              <a:off x="7720730" y="386456"/>
              <a:ext cx="434160" cy="2293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7A5699C-5C61-CD4A-B3C5-EE60A1CA30D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667090" y="278816"/>
                <a:ext cx="5418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32" name="Ink 132">
                <a:extLst>
                  <a:ext uri="{FF2B5EF4-FFF2-40B4-BE49-F238E27FC236}">
                    <a16:creationId xmlns:a16="http://schemas.microsoft.com/office/drawing/2014/main" id="{A9622C90-63A2-3A43-ABA2-CA2A7B8F1B64}"/>
                  </a:ext>
                </a:extLst>
              </p14:cNvPr>
              <p14:cNvContentPartPr/>
              <p14:nvPr/>
            </p14:nvContentPartPr>
            <p14:xfrm>
              <a:off x="7850690" y="297896"/>
              <a:ext cx="3748680" cy="1796040"/>
            </p14:xfrm>
          </p:contentPart>
        </mc:Choice>
        <mc:Fallback xmlns="">
          <p:pic>
            <p:nvPicPr>
              <p:cNvPr id="132" name="Ink 132">
                <a:extLst>
                  <a:ext uri="{FF2B5EF4-FFF2-40B4-BE49-F238E27FC236}">
                    <a16:creationId xmlns:a16="http://schemas.microsoft.com/office/drawing/2014/main" id="{A9622C90-63A2-3A43-ABA2-CA2A7B8F1B6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835211" y="282416"/>
                <a:ext cx="3778917" cy="18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50" name="Ink 154">
                <a:extLst>
                  <a:ext uri="{FF2B5EF4-FFF2-40B4-BE49-F238E27FC236}">
                    <a16:creationId xmlns:a16="http://schemas.microsoft.com/office/drawing/2014/main" id="{9A40AF55-34C4-1645-88E8-72B1A23FAB1C}"/>
                  </a:ext>
                </a:extLst>
              </p14:cNvPr>
              <p14:cNvContentPartPr/>
              <p14:nvPr/>
            </p14:nvContentPartPr>
            <p14:xfrm>
              <a:off x="5297570" y="5451296"/>
              <a:ext cx="579960" cy="292320"/>
            </p14:xfrm>
          </p:contentPart>
        </mc:Choice>
        <mc:Fallback xmlns="">
          <p:pic>
            <p:nvPicPr>
              <p:cNvPr id="150" name="Ink 154">
                <a:extLst>
                  <a:ext uri="{FF2B5EF4-FFF2-40B4-BE49-F238E27FC236}">
                    <a16:creationId xmlns:a16="http://schemas.microsoft.com/office/drawing/2014/main" id="{9A40AF55-34C4-1645-88E8-72B1A23FAB1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282450" y="5436176"/>
                <a:ext cx="61056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51" name="Ink 155">
                <a:extLst>
                  <a:ext uri="{FF2B5EF4-FFF2-40B4-BE49-F238E27FC236}">
                    <a16:creationId xmlns:a16="http://schemas.microsoft.com/office/drawing/2014/main" id="{87454001-A0BE-B342-B0D9-A61704FF15FB}"/>
                  </a:ext>
                </a:extLst>
              </p14:cNvPr>
              <p14:cNvContentPartPr/>
              <p14:nvPr/>
            </p14:nvContentPartPr>
            <p14:xfrm>
              <a:off x="4614290" y="5545616"/>
              <a:ext cx="286920" cy="259920"/>
            </p14:xfrm>
          </p:contentPart>
        </mc:Choice>
        <mc:Fallback xmlns="">
          <p:pic>
            <p:nvPicPr>
              <p:cNvPr id="151" name="Ink 155">
                <a:extLst>
                  <a:ext uri="{FF2B5EF4-FFF2-40B4-BE49-F238E27FC236}">
                    <a16:creationId xmlns:a16="http://schemas.microsoft.com/office/drawing/2014/main" id="{87454001-A0BE-B342-B0D9-A61704FF15F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598829" y="5530136"/>
                <a:ext cx="317122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52" name="Ink 156">
                <a:extLst>
                  <a:ext uri="{FF2B5EF4-FFF2-40B4-BE49-F238E27FC236}">
                    <a16:creationId xmlns:a16="http://schemas.microsoft.com/office/drawing/2014/main" id="{B9D58823-CE97-B446-B15A-816C5C7B291C}"/>
                  </a:ext>
                </a:extLst>
              </p14:cNvPr>
              <p14:cNvContentPartPr/>
              <p14:nvPr/>
            </p14:nvContentPartPr>
            <p14:xfrm>
              <a:off x="3521690" y="5552456"/>
              <a:ext cx="785520" cy="320400"/>
            </p14:xfrm>
          </p:contentPart>
        </mc:Choice>
        <mc:Fallback xmlns="">
          <p:pic>
            <p:nvPicPr>
              <p:cNvPr id="152" name="Ink 156">
                <a:extLst>
                  <a:ext uri="{FF2B5EF4-FFF2-40B4-BE49-F238E27FC236}">
                    <a16:creationId xmlns:a16="http://schemas.microsoft.com/office/drawing/2014/main" id="{B9D58823-CE97-B446-B15A-816C5C7B291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506570" y="5536976"/>
                <a:ext cx="81612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53" name="Ink 157">
                <a:extLst>
                  <a:ext uri="{FF2B5EF4-FFF2-40B4-BE49-F238E27FC236}">
                    <a16:creationId xmlns:a16="http://schemas.microsoft.com/office/drawing/2014/main" id="{FBB844CD-4939-474B-861E-1EF64BEA6EE9}"/>
                  </a:ext>
                </a:extLst>
              </p14:cNvPr>
              <p14:cNvContentPartPr/>
              <p14:nvPr/>
            </p14:nvContentPartPr>
            <p14:xfrm>
              <a:off x="2169890" y="5559296"/>
              <a:ext cx="921960" cy="567000"/>
            </p14:xfrm>
          </p:contentPart>
        </mc:Choice>
        <mc:Fallback xmlns="">
          <p:pic>
            <p:nvPicPr>
              <p:cNvPr id="153" name="Ink 157">
                <a:extLst>
                  <a:ext uri="{FF2B5EF4-FFF2-40B4-BE49-F238E27FC236}">
                    <a16:creationId xmlns:a16="http://schemas.microsoft.com/office/drawing/2014/main" id="{FBB844CD-4939-474B-861E-1EF64BEA6EE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154410" y="5543816"/>
                <a:ext cx="952560" cy="59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54" name="Ink 158">
                <a:extLst>
                  <a:ext uri="{FF2B5EF4-FFF2-40B4-BE49-F238E27FC236}">
                    <a16:creationId xmlns:a16="http://schemas.microsoft.com/office/drawing/2014/main" id="{038BB642-F1FD-C34C-9B59-B93943CAFC73}"/>
                  </a:ext>
                </a:extLst>
              </p14:cNvPr>
              <p14:cNvContentPartPr/>
              <p14:nvPr/>
            </p14:nvContentPartPr>
            <p14:xfrm>
              <a:off x="981530" y="5654696"/>
              <a:ext cx="676800" cy="321120"/>
            </p14:xfrm>
          </p:contentPart>
        </mc:Choice>
        <mc:Fallback xmlns="">
          <p:pic>
            <p:nvPicPr>
              <p:cNvPr id="154" name="Ink 158">
                <a:extLst>
                  <a:ext uri="{FF2B5EF4-FFF2-40B4-BE49-F238E27FC236}">
                    <a16:creationId xmlns:a16="http://schemas.microsoft.com/office/drawing/2014/main" id="{038BB642-F1FD-C34C-9B59-B93943CAFC7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66402" y="5639576"/>
                <a:ext cx="707056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E372582A-BAEE-3E4E-95FA-81F76D7DABC5}"/>
                  </a:ext>
                </a:extLst>
              </p14:cNvPr>
              <p14:cNvContentPartPr/>
              <p14:nvPr/>
            </p14:nvContentPartPr>
            <p14:xfrm>
              <a:off x="9557450" y="4964936"/>
              <a:ext cx="935640" cy="8388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E372582A-BAEE-3E4E-95FA-81F76D7DABC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542330" y="4949816"/>
                <a:ext cx="966240" cy="86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CE3493BB-093A-8C4D-83B0-D2D166E8D021}"/>
                  </a:ext>
                </a:extLst>
              </p14:cNvPr>
              <p14:cNvContentPartPr/>
              <p14:nvPr/>
            </p14:nvContentPartPr>
            <p14:xfrm>
              <a:off x="1705490" y="6258776"/>
              <a:ext cx="1126800" cy="4341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CE3493BB-093A-8C4D-83B0-D2D166E8D02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690370" y="6243296"/>
                <a:ext cx="115740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77" name="Ink 181">
                <a:extLst>
                  <a:ext uri="{FF2B5EF4-FFF2-40B4-BE49-F238E27FC236}">
                    <a16:creationId xmlns:a16="http://schemas.microsoft.com/office/drawing/2014/main" id="{24DFAA4F-5619-9A4F-BAB7-87AA313CABD1}"/>
                  </a:ext>
                </a:extLst>
              </p14:cNvPr>
              <p14:cNvContentPartPr/>
              <p14:nvPr/>
            </p14:nvContentPartPr>
            <p14:xfrm>
              <a:off x="4163570" y="5949896"/>
              <a:ext cx="198360" cy="531360"/>
            </p14:xfrm>
          </p:contentPart>
        </mc:Choice>
        <mc:Fallback xmlns="">
          <p:pic>
            <p:nvPicPr>
              <p:cNvPr id="177" name="Ink 181">
                <a:extLst>
                  <a:ext uri="{FF2B5EF4-FFF2-40B4-BE49-F238E27FC236}">
                    <a16:creationId xmlns:a16="http://schemas.microsoft.com/office/drawing/2014/main" id="{24DFAA4F-5619-9A4F-BAB7-87AA313CABD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148090" y="5934776"/>
                <a:ext cx="228960" cy="5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78" name="Ink 182">
                <a:extLst>
                  <a:ext uri="{FF2B5EF4-FFF2-40B4-BE49-F238E27FC236}">
                    <a16:creationId xmlns:a16="http://schemas.microsoft.com/office/drawing/2014/main" id="{1CA0F4E3-1182-6F43-A239-808BF35AF239}"/>
                  </a:ext>
                </a:extLst>
              </p14:cNvPr>
              <p14:cNvContentPartPr/>
              <p14:nvPr/>
            </p14:nvContentPartPr>
            <p14:xfrm>
              <a:off x="3316850" y="6039536"/>
              <a:ext cx="464760" cy="447840"/>
            </p14:xfrm>
          </p:contentPart>
        </mc:Choice>
        <mc:Fallback xmlns="">
          <p:pic>
            <p:nvPicPr>
              <p:cNvPr id="178" name="Ink 182">
                <a:extLst>
                  <a:ext uri="{FF2B5EF4-FFF2-40B4-BE49-F238E27FC236}">
                    <a16:creationId xmlns:a16="http://schemas.microsoft.com/office/drawing/2014/main" id="{1CA0F4E3-1182-6F43-A239-808BF35AF23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301730" y="6024056"/>
                <a:ext cx="49500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79" name="Ink 183">
                <a:extLst>
                  <a:ext uri="{FF2B5EF4-FFF2-40B4-BE49-F238E27FC236}">
                    <a16:creationId xmlns:a16="http://schemas.microsoft.com/office/drawing/2014/main" id="{4A29F792-7D75-B44F-9669-155CFD37E9FE}"/>
                  </a:ext>
                </a:extLst>
              </p14:cNvPr>
              <p14:cNvContentPartPr/>
              <p14:nvPr/>
            </p14:nvContentPartPr>
            <p14:xfrm>
              <a:off x="7796690" y="5068976"/>
              <a:ext cx="1385640" cy="538200"/>
            </p14:xfrm>
          </p:contentPart>
        </mc:Choice>
        <mc:Fallback xmlns="">
          <p:pic>
            <p:nvPicPr>
              <p:cNvPr id="179" name="Ink 183">
                <a:extLst>
                  <a:ext uri="{FF2B5EF4-FFF2-40B4-BE49-F238E27FC236}">
                    <a16:creationId xmlns:a16="http://schemas.microsoft.com/office/drawing/2014/main" id="{4A29F792-7D75-B44F-9669-155CFD37E9F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781570" y="5053856"/>
                <a:ext cx="1416240" cy="56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80" name="Ink 184">
                <a:extLst>
                  <a:ext uri="{FF2B5EF4-FFF2-40B4-BE49-F238E27FC236}">
                    <a16:creationId xmlns:a16="http://schemas.microsoft.com/office/drawing/2014/main" id="{CAF6B974-6DE6-2948-B544-2D38F43C6FC0}"/>
                  </a:ext>
                </a:extLst>
              </p14:cNvPr>
              <p14:cNvContentPartPr/>
              <p14:nvPr/>
            </p14:nvContentPartPr>
            <p14:xfrm>
              <a:off x="6375770" y="5204696"/>
              <a:ext cx="867600" cy="498240"/>
            </p14:xfrm>
          </p:contentPart>
        </mc:Choice>
        <mc:Fallback xmlns="">
          <p:pic>
            <p:nvPicPr>
              <p:cNvPr id="180" name="Ink 184">
                <a:extLst>
                  <a:ext uri="{FF2B5EF4-FFF2-40B4-BE49-F238E27FC236}">
                    <a16:creationId xmlns:a16="http://schemas.microsoft.com/office/drawing/2014/main" id="{CAF6B974-6DE6-2948-B544-2D38F43C6FC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360650" y="5189565"/>
                <a:ext cx="897840" cy="528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91" name="Ink 191">
                <a:extLst>
                  <a:ext uri="{FF2B5EF4-FFF2-40B4-BE49-F238E27FC236}">
                    <a16:creationId xmlns:a16="http://schemas.microsoft.com/office/drawing/2014/main" id="{F375BF56-5068-6C4E-B494-AA4050F71D05}"/>
                  </a:ext>
                </a:extLst>
              </p14:cNvPr>
              <p14:cNvContentPartPr/>
              <p14:nvPr/>
            </p14:nvContentPartPr>
            <p14:xfrm>
              <a:off x="4526090" y="6160136"/>
              <a:ext cx="354600" cy="225720"/>
            </p14:xfrm>
          </p:contentPart>
        </mc:Choice>
        <mc:Fallback xmlns="">
          <p:pic>
            <p:nvPicPr>
              <p:cNvPr id="191" name="Ink 191">
                <a:extLst>
                  <a:ext uri="{FF2B5EF4-FFF2-40B4-BE49-F238E27FC236}">
                    <a16:creationId xmlns:a16="http://schemas.microsoft.com/office/drawing/2014/main" id="{F375BF56-5068-6C4E-B494-AA4050F71D0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510970" y="6144656"/>
                <a:ext cx="3852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97" name="Ink 198">
                <a:extLst>
                  <a:ext uri="{FF2B5EF4-FFF2-40B4-BE49-F238E27FC236}">
                    <a16:creationId xmlns:a16="http://schemas.microsoft.com/office/drawing/2014/main" id="{FF5983CF-0C5B-DC42-AE02-EE5FBEA16F92}"/>
                  </a:ext>
                </a:extLst>
              </p14:cNvPr>
              <p14:cNvContentPartPr/>
              <p14:nvPr/>
            </p14:nvContentPartPr>
            <p14:xfrm>
              <a:off x="5686010" y="5932256"/>
              <a:ext cx="239760" cy="616680"/>
            </p14:xfrm>
          </p:contentPart>
        </mc:Choice>
        <mc:Fallback xmlns="">
          <p:pic>
            <p:nvPicPr>
              <p:cNvPr id="197" name="Ink 198">
                <a:extLst>
                  <a:ext uri="{FF2B5EF4-FFF2-40B4-BE49-F238E27FC236}">
                    <a16:creationId xmlns:a16="http://schemas.microsoft.com/office/drawing/2014/main" id="{FF5983CF-0C5B-DC42-AE02-EE5FBEA16F9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670867" y="5917127"/>
                <a:ext cx="270406" cy="647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98" name="Ink 199">
                <a:extLst>
                  <a:ext uri="{FF2B5EF4-FFF2-40B4-BE49-F238E27FC236}">
                    <a16:creationId xmlns:a16="http://schemas.microsoft.com/office/drawing/2014/main" id="{4499D9F3-78CD-8140-BEF2-0E9135867BF5}"/>
                  </a:ext>
                </a:extLst>
              </p14:cNvPr>
              <p14:cNvContentPartPr/>
              <p14:nvPr/>
            </p14:nvContentPartPr>
            <p14:xfrm>
              <a:off x="5092730" y="6086336"/>
              <a:ext cx="381240" cy="271800"/>
            </p14:xfrm>
          </p:contentPart>
        </mc:Choice>
        <mc:Fallback xmlns="">
          <p:pic>
            <p:nvPicPr>
              <p:cNvPr id="198" name="Ink 199">
                <a:extLst>
                  <a:ext uri="{FF2B5EF4-FFF2-40B4-BE49-F238E27FC236}">
                    <a16:creationId xmlns:a16="http://schemas.microsoft.com/office/drawing/2014/main" id="{4499D9F3-78CD-8140-BEF2-0E9135867BF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077610" y="6071216"/>
                <a:ext cx="411840" cy="30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6825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photographs/pictures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Slide 1</a:t>
            </a:r>
          </a:p>
          <a:p>
            <a:pPr lvl="1"/>
            <a:r>
              <a:rPr lang="en-US" dirty="0">
                <a:hlinkClick r:id="rId2"/>
              </a:rPr>
              <a:t>http://www.livestrong.com/article/419969-what-are-the-benefits-of-apples-oranges-grapes/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http://www.clipartpanda.com/clipart_images/frequently-asked-questions-6246245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http://www.clipartpanda.com/clipart_images/question-mark-clipart-6246545</a:t>
            </a:r>
            <a:r>
              <a:rPr lang="en-US" dirty="0"/>
              <a:t> </a:t>
            </a:r>
          </a:p>
          <a:p>
            <a:r>
              <a:rPr lang="en-US"/>
              <a:t>Slides </a:t>
            </a:r>
            <a:r>
              <a:rPr lang="en-US" dirty="0"/>
              <a:t>2, 3 </a:t>
            </a:r>
            <a:r>
              <a:rPr lang="en-US"/>
              <a:t>&amp; 4</a:t>
            </a:r>
            <a:endParaRPr lang="en-US" dirty="0">
              <a:solidFill>
                <a:srgbClr val="002060"/>
              </a:solidFill>
              <a:hlinkClick r:id="rId5"/>
            </a:endParaRPr>
          </a:p>
          <a:p>
            <a:pPr lvl="1"/>
            <a:r>
              <a:rPr lang="en-US" dirty="0">
                <a:hlinkClick r:id="rId5"/>
              </a:rPr>
              <a:t>http://www.cngfloristsundries.co.uk/artificial-fruit/6-artificial-decorative-apples-red-yellow-3066.html</a:t>
            </a:r>
            <a:endParaRPr lang="en-US" dirty="0"/>
          </a:p>
          <a:p>
            <a:pPr lvl="1"/>
            <a:r>
              <a:rPr lang="en-US" dirty="0">
                <a:hlinkClick r:id="rId6"/>
              </a:rPr>
              <a:t>http://vohnsvittles.com/2014/03/page/8</a:t>
            </a:r>
            <a:endParaRPr lang="en-US" dirty="0"/>
          </a:p>
          <a:p>
            <a:pPr lvl="1"/>
            <a:r>
              <a:rPr lang="en-US" dirty="0">
                <a:hlinkClick r:id="rId7"/>
              </a:rPr>
              <a:t>https://en.wikipedia.org/wiki/Grape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9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334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Comparing Apples, Oranges and Grapes? </vt:lpstr>
      <vt:lpstr>How do you compare apples, oranges and grapes? </vt:lpstr>
      <vt:lpstr>Based on quantity</vt:lpstr>
      <vt:lpstr>Based on weight</vt:lpstr>
      <vt:lpstr>Methods of comparison</vt:lpstr>
      <vt:lpstr>How about buying different size of similar goods?</vt:lpstr>
      <vt:lpstr>PowerPoint Presentation</vt:lpstr>
      <vt:lpstr>Sources of photographs/pictures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Apples, Oranges and Grapes? </dc:title>
  <dc:creator>Michael Loh</dc:creator>
  <cp:lastModifiedBy>LOH Michael [Shenton College]</cp:lastModifiedBy>
  <cp:revision>17</cp:revision>
  <dcterms:created xsi:type="dcterms:W3CDTF">2016-03-30T00:26:37Z</dcterms:created>
  <dcterms:modified xsi:type="dcterms:W3CDTF">2019-02-14T04:12:31Z</dcterms:modified>
</cp:coreProperties>
</file>