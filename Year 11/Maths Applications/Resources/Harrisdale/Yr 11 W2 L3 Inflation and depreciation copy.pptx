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57" r:id="rId8"/>
    <p:sldId id="263" r:id="rId9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4674"/>
  </p:normalViewPr>
  <p:slideViewPr>
    <p:cSldViewPr snapToGrid="0" snapToObjects="1">
      <p:cViewPr varScale="1">
        <p:scale>
          <a:sx n="97" d="100"/>
          <a:sy n="97" d="100"/>
        </p:scale>
        <p:origin x="13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3:28.689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399 507 7110,'9'0'-976,"3"-7"1458,-7-3 1,2-4 1,-2-1-347,-3 6 1,6-4 137,-3 3 136,-3-4-262,5-1 0,-2-1 222,0 1-197,0 0 0,0-1 33,0 1-73,0 0 0,-5-1-113,0 1 0,-1 5 69,-4-1 1,-4 8-78,-6-2 1,-1 3 4,1 2 0,-2 0-160,-3 0 0,1 9 69,-7 6 1,6 0-67,-6 6 0,1 3 118,-6 1 1,7-3 79,4-1 0,-1 1 0,6-2 0,-2-4 20,12-6 25,0 0-35,5-1 0,1-2 116,5-7 1,2 0-155,7 0 0,6 0 33,-1 0 0,6 5 13,-6 0 0,6 0-69,-6-5 1,6 5-242,-6 0 0,6 7 93,-6-2 0,1 4 100,-6 1 1,0 1 1,1-1 1,-3 0-16,-2 1 1,-5-1 65,-6 0 0,-1 2-44,-4 4 1,-4-2 157,-6 6 1,-6-6-97,1 1 0,-7-1-38,1 2 1,-3-4-28,-2 3 0,1-3-80,-1-2 1,-1 1-9,-4-1 1,5-6-185,1-4 0,1-4 29,8-1 1,1-1-108,4-4 1,3-4-72,2-6 0,5-2 52,6-4 1,1 2 402,4-6 0,4 1 0,6-2 0,1 4 0,-1 7 0,-5-5 0,0-1 0,1-6 0,4 3 0</inkml:trace>
  <inkml:trace contextRef="#ctx0" brushRef="#br0" timeOffset="324">292 123 7569,'9'-15'-93,"-3"0"0,0-1 307,-1 1-19,0 0 0,-5-1 247,0 1 171,0 7-398,0 1-43,0 20 0,0 11 17,0 17 1,-5 5-51,0 5 1,-1 6-122,6 9 0,2 4-83,3 7 0,-3-2-355,3-4 0,4 4 220,1-3 0,3-4 202,3-2 1,-3-3-716,-2-1 1,2-13 712,-3-3 0,4-10 0,1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3:32.271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15 78 7569,'-6'-16'0,"4"6"107,-3 0 322,3 0-35,2-6 0,0 8-372,0 1 1,0 9-29,0 3 0,0 5-23,0 10 0,0 3 154,0 2 0,0 9 16,0-3 0,0 3-190,0-3 0,0-2-524,0-4 428,7 4-259,-5-5 0,4 2 188,-6-1 1,2-10-198,3 6 0,-3-13 152,3 8 0,2-9 261,-2 3 0,7-7 0,-4-3 0,8-8 0</inkml:trace>
  <inkml:trace contextRef="#ctx0" brushRef="#br0" timeOffset="367">245 124 7569,'9'0'-428,"-2"1"185,-7 4 214,0-3 0,0 12-30,0-4 311,-7 10 0,5 3 71,-3 2-272,3 4-14,2-5 0,2 2 19,3-1 0,-1-8-6,6-2 0,2-1 48,8-9 0,-1 0 10,7-5 1,-6-1-32,6-5 1,-3-4-6,3-10 0,1 1-129,-6-6 0,-1 4 72,-4-5 1,-3-2 43,-3-3 1,-3-2-88,-7 13 0,0-7-163,0 1 1,-2 4 144,-3 2 0,-3 3 10,-7 1 1,-1 8 38,1 3 0,0 3-20,-1 2 1,-1 7-176,-3 3 177,3 4-53,-6-6 1,8 11-294,0-4 328,-1 4-59,1-4 0,0 1-117,-1-1 0,6-5 59,0 0 1,7 6-16,-3 4 0,5-5-130,1-4 295,0-8 0,0 11 0,7-13 0,1 6 0,7-14 0,-6-1 0,11-7 0,-3-1 0</inkml:trace>
  <inkml:trace contextRef="#ctx0" brushRef="#br0" timeOffset="694">706 93 6426,'0'8'673,"-7"-1"1,5-5-501,-3 3 0,3 4-19,2 6 0,0 5 40,0 1 1,0 1 23,0-2 0,0-3-25,0 4 0,7-4-14,3-2 1,9-1 7,1-4 0,8-3-73,-3-7 0,4-2-98,2-3 1,0-3 24,-1-8 0,-6-6-160,-3-3 0,-11-4 124,-5-2 0,-3 5-79,-2 1 1,-9 1-197,-6-2 1,-14 4 121,-12 7 1,-3 6-174,-2 4 1,3 4-30,-3 1-153,10 0 294,-8 13 1,10-1-212,3 14 1,2-6 19,9 6 1,8 3 399,-4 1 0,5-2 0,-5-13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3:30.947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138 138 7569,'-15'0'-124,"0"0"0,-1 0 140,1 0 1,1-1-238,4-5 222,-4 5 0,8-8 197,-5 4-190,5 3 1,6-6 101,0 3-31,0 3-8,0-12 1,1 11-4,4-7 0,-1 6-74,6-1 0,0 4 29,6 1 1,-1 6-71,0 5 0,1 9 88,-1 6 0,5-2-47,1 1 1,-1 1-14,-4 4 1,-6 1-14,0 0 1,-5-2 33,5-4 0,-6 2-3,1-6 0,-5-1-2,-5-4 0,1-3-1,-6-2 0,-2-3 131,-8-3 0,3-3-67,-4 3 1,-1-3-55,2-2 0,-1-7-3,6-3 1,-4 1-6,4-1 1,-4 1 4,9-1 0,3-3-15,2 2-51,3 5-10,2-1-17,0 7 1,7 0 79,3 0 1,4 1-76,1 5 0,1-5 9,-1 4 1,0-3-8,1-2 0,-1 0 50,0 0 1,2 0 3,4 0 1,-8-2-15,8-3 1,-7-2 0,6-3 0,-8-3-4,-2 2 1,0-2 2,6-3 1,-8 1 69,-3 0-67,4 6 104,-7-4-38,4 4 0,0-1 51,-1 0 216,0 6-122,-5-3-100,0 7 0,0 7 3,0 3 1,0 4-31,0 1 1,0 1 17,0-1 1,0 0-14,0 1 1,5-1-29,0 0 0,7-4 83,-2-1 1,4-7-4,1 2 0,0-3-31,1-2 0,4-2 19,1-3 0,-1-3-119,-5-8 1,1-4 59,-1-1 1,-1 1 40,-4 5 0,-3-2-100,-7-4 1,0 4-168,0-3 0,-9 3 102,-6 1 0,-2 6-54,-9 0 0,2 6 46,-1-1 0,-4 5 24,3 5 0,3 4-87,-3 6 1,7 1 102,-1-1 1,4 5-16,6 1 1,3-1-101,7-4 1,2-1-176,3 0 1,9-6 351,6-4 0,8-3 0,-3-2 0,4 0 0,2 0 0,5 0 0,-1 0 0,8-14 0,-4-3 0</inkml:trace>
  <inkml:trace contextRef="#ctx0" brushRef="#br0" timeOffset="283">829 184 7569,'-16'0'-726,"1"0"0,5-1 798,-1-5 0,6 5 1210,-5-4-545,7-4-433,-4 7 0,7-6-207,0 3-38,0 3 0,0-3 34,0 10 0,0 4 11,0 6 1,5 0-188,0 1 0,7 4 13,-2 1 0,-1 4-175,1-4 0,-5 4-222,5-4 0,-1 4 212,1-4 1,4 1-358,-4-2 299,-3-10 156,6 11 1,-4-19 156,6 3 0,-1-5 0,-4-5 0,4-11 0,-6-1 0,8-5 0</inkml:trace>
  <inkml:trace contextRef="#ctx0" brushRef="#br0" timeOffset="693">997 0 7569,'0'9'555,"7"-9"-436,2-2 0,11 0-168,1 7 1,-1 7 72,-5-1 1,1-3-70,-1 2 0,-1 1 51,-4 4-104,3 0 0,-11 1-122,3-1 183,-3 0 35,-2 1 0,-7-1-35,-3 0 0,-4-4-7,-1-1 0,0-5 71,-1 5 1,3-5 4,2 5 0,3-4 18,3 4-41,3-7 2,-5 4 1,14-2 41,3 0 1,4 2 6,1-2 1,2-1-62,4 6 0,-2-5-6,6 5 1,-4-5 3,4 5 0,-6-4-5,1 4 1,-8-5 50,-2 5 1,-6-5-35,1 5 0,-3-4 207,-2 4-167,0 0 0,-9 5-24,-6 1 0,-2-1-42,-9 0 0,1 1-98,-6-1 1,2 0-6,3 1 1,-1-1-206,7 0 1,4-1-215,6-4 0,5 2 539,-5-7 0,6 7 0,-2-3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3:36.927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246 169 7569,'-7'-15'-1573,"6"-21"1753,-13 16 1,11-14-1,-6 22-76,2 1 1,0 6-66,2-5 0,2 2 244,-7-3 155,6 5-187,-9 6-128,4 0 0,-6 0 22,-1 0 1,6 1 35,0 4 1,5 6 14,-5 9 0,-1 19-98,-4 7 1,1 9 17,4-9 0,-2 0-79,7 5 1,-5-3-190,5-2 1,0-7-65,5-3 1,7 10 145,3-5 0,3-2-397,3-19 1,1-3 60,3 4 0,-1-4-89,7-2 0,-3-6 495,3-4 0,3-4 0,-5-7 0,6-3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3:37.345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16 139 7569,'0'-31'44,"0"0"1,-1 1 184,-5 14-89,5 1-109,-6 6 295,7 3-152,0 6 1,0 6 8,0 5 1,0 4 22,0 5 1,0 4-234,0 7 1,0 5-54,0-1 1,0 3-69,0-2 1,5-4-62,0 4 1,2-4-178,-2-1 1,-2 0 69,8-1 0,-6-1-237,5-3 0,-5-11 553,5-10 0,-6 4 0,3-7 0,-1-2 0,3-9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3:37.752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31 62 7569,'7'-11'-488,"-7"1"2810,-7 0-2221,-1 10 5,1-14-665,0 11-271,5-11 7,-5 21 0,7-3 463,0 6 360,0-7 0,0-10 0,0-10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3:39.172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0 1 7569,'24'8'255,"5"6"0,-3-4-31,10 11-64,3 2 1,7 5 3,0 2 0,-5-2 0,0 7 0,-7 8-45,1-2 0,-9 7-155,-5-7 0,-6-2-134,-5 2 0,-3-6 155,-7 6 1,-4-5-265,-6 5 0,-2-5-102,-13 5 0,-13 10-305,-8 5 0,-10-10 686,0-10 0,-11 6 0,-3 13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3:42.095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31 32 7302,'-8'-16'-161,"1"8"337,7 1 0,-2 9 267,-3 3 1,4 5-277,-5 10 0,5 4-210,1 7 0,0 5 32,0 0 1,0 4-122,0-4 0,0 5-223,0-5 1,0-2 195,0-8 0,5 1-296,0-7 1,7 6 244,-2-6 0,-1-1 210,1-9 0,0-3 0,5-7 0,1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3:42.573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0 29 7569,'9'15'86,"-2"6"94,-7-1 1,-2 6-100,-3-6 1,3 8 113,-3-3 0,3 4-368,2 2 1,0-6 105,0 1 0,0-2-59,0 1 106,7-3-74,2-13 0,6-2 64,0-7 0,-4-7-17,-1-3 1,-2-6-130,3-4 1,1-2 94,-7-4 0,2-3-44,-2 4 1,-4-4 86,4-2 1,-3 0-6,-2 1 0,0 6 130,0 3 268,0 4-253,0 2 132,0 6-390,0 3 153,0 6-52,0 6 0,2 3 73,3 6 1,-3 1-13,3-1 1,2 2-15,-2 3 1,7-1-16,-2 7 0,4-2 48,1 1 0,0 2 118,1-6 1,4-2 34,0-9 1,8-3-39,-3-7 0,4 0-102,2 0 1,-2-7 30,-4-3 1,3 1 15,-8-1 1,1-5-61,-6-6 1,-1-4-123,-4 4 0,-3-1 113,-7 2 0,-2 1-94,-3-7 0,-5 7-72,-11-1 0,-3 5 87,-6 4 1,-1 0 53,0 5 1,1 3-14,-1 8 0,-3 4-7,3 6 0,-1 2-87,11 3 1,1-2-142,5 2 0,1-3-204,4-2 461,3 8 0,14-6 0,1 5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3:43.043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169 77 7569,'-8'-15'-1491,"-6"0"2273,12-1-348,-5 1 1,6 6 136,-4 4-464,-4 4 0,-6 4 0,-1 6 76,1 6 1,1 10-97,4 1-51,-3 10 1,6 8 24,-3 7 0,-2 0 45,7-5 1,-1 0-183,6 0 0,0-5 49,0 0 0,2-7 100,3 2 1,4-9-146,6-1 0,0-9-194,1-2 0,-1-1-58,0-9 0,2 0-220,4-5 0,-2-2 65,6-3 1,-4-5 478,4-10 0,-6 3 0,10-19 0,-5 3 0</inkml:trace>
  <inkml:trace contextRef="#ctx0" brushRef="#br0" timeOffset="238">353 16 7992,'0'-9'652,"0"4"-361,0 10 0,0-1-121,0 6 0,0 7-168,0 9 1,0 3 144,0 1 0,0 1 59,0 0 1,5 6-307,0 4 0,6-3-387,-6-3 1,5-2-168,-5-3 0,7-4 307,-2-1 0,-1-6-631,1 2 978,-7-4 0,11-2 0,-5 0 0</inkml:trace>
  <inkml:trace contextRef="#ctx0" brushRef="#br0" timeOffset="401">629 292 7569,'0'9'0,"-1"-3"364,-5-6-136,5 0 0,-8 5-464,4 1 0,3 0 162,-3-1 0,4-1-1176,1 6 705,0-6 545,0 2 0,0-6 0,6-13 0,3-4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3:40.422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1 139 7569,'8'0'205,"-1"0"-134,-7 0-12,0 0 1,0 8-33,0 8 0,0 1-1,0 8 1,0 1-86,0 4 1,0-1-173,0-3 1,2 3 84,3-4 1,-3-1-125,3 2 1,1-6 11,0 6 1,4-7-47,-5 1 304,7-3 0,-4-1 0,8-1 0</inkml:trace>
  <inkml:trace contextRef="#ctx0" brushRef="#br0" timeOffset="280">323 200 7569,'-16'0'-71,"1"0"162,7 0 1,1 7 102,7 3 1,0 4-134,0 1 0,0 0 39,0 1 0,7-1-39,3 0 0,3 6 29,3-1 0,1 2-99,3-1 0,2-4 80,4 3 0,-4-3-123,-7-1 0,1-3 4,-1-2 1,-5 1 166,1-7-342,-8 7 67,4-4 0,-14 1-119,-3-4 1,-4 2 1,-1-2 0,-7-2-111,-4-8 1,2 2 174,-1-8 1,1-1 208,-2-8 0,-3-4 0,5-13 0,-6-3 0</inkml:trace>
  <inkml:trace contextRef="#ctx0" brushRef="#br0" timeOffset="396">169 261 7569,'11'-6'203,"-1"-5"1,0-2 30,5-3 1,2 1 68,4 0 0,-2-1-108,6 1 0,1 0 0,4-1 0,6 6-619,0 0 0,7 0-48,-2-6 0,-4 1-936,-1 0 1408,-4-1 0,6 1 0,1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3:39.939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40 77 7569,'-9'-6'301,"3"-3"-164,6-6 1,0 5-292,0-1 140,0 8 1,6-4 121,5 7 0,2 0 130,3 0-109,-1 0 0,5 0-573,1 0 302,6 0 1,-3 7 39,7 3 1,-6 9 115,1 1 0,-2 8-64,1-3 0,-3 4 14,-6 2 0,-3-1 19,-2 1 0,-5 0 28,-6 0 1,-6-6 0,-5 1 0,-4-8 60,-5 3 1,1-9-2,-7-2 0,1-1-59,-6 1 0,0-3-3,1-7 1,-1 0 100,0 0 1,6 0-86,-1 0 1,13-2 34,-3-3 20,4 3-38,4-12 1,8 8-89,10-5 1,4-1-146,1 7 1,7-2-77,4 2 0,3-1 100,1-5 0,3-2-105,3 2 1,-4 3 11,4-2 1,1-2 259,-1-9 0,0 4 0,-6-3 0,-1 3 0,-3 1 0,3-4 0,-3 0 0,2-8 0,3 4 0</inkml:trace>
  <inkml:trace contextRef="#ctx0" brushRef="#br0" timeOffset="247">684 47 7569,'-7'15'200,"4"0"49,-7 1 1,5 4-97,-6 1 0,6 6-95,-5-1 0,7 2-100,-2 3 0,3-5 72,2-1 0,2-8-66,3-1 1,3-3 103,8-8 1,4 1 93,0-6 0,3-9-123,-3-6 0,-3-2-79,4-9 1,-10 2 108,0-1 0,-3-4-4,2 3 0,-3-3-272,-7-2 1,-7 6 85,-3-1 0,-5 8-122,-6-3 1,3 6 6,-8 5 0,7 3 20,-1 7 0,3 1 26,2 5 1,-1 2-124,1 7 1,6 1 126,4-1 0,4 0 186,1 1 0,0-1 0,0 0 0,6-6 0,3 5 0,6-6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3:38.489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31 369 7569,'0'-48'0,"0"17"-43,0 11 212,0 11-300,0-6 156,0 6 137,0 3 36,0 6 40,0 0-109,0 6 1,0 5 7,0 9 0,0-1-6,0 6 1,0 15-16,0 0 0,0-5-128,0-20 0,0 9-31,0 12 1,2-14 108,3-12 1,-2-2-6,8-2 1,-1-1-20,5-5 0,1-2-1,-1-3 1,0-4-37,1-6 1,-1-2-125,0-4 1,-5-1 93,1-3 0,-8 1-120,2 3 1,-3-2-42,-2-8 0,0 7 64,0 4 0,-7-3-49,-3 3 0,1 0 133,-1 4 0,0 6-18,-5 0 0,-1 6-38,1-1 0,0 5 5,-1 5 1,3-1-25,2 6 0,-2 0-52,2 6 1,3-1-21,-2 0 1,6 1 47,-1-1 0,3 0-27,2 1 1,0-1 163,0 0 0,2 16 0,3 0 0,4-21 0,6-20 0</inkml:trace>
  <inkml:trace contextRef="#ctx0" brushRef="#br0" timeOffset="329">399 231 7501,'0'-16'-121,"0"8"133,0 1 1,-1 7 2,-5 0 0,3 5 47,-7 0 0,6 7 106,-1-2 0,4-1-83,1 1 0,0 0 64,0 6 1,1-1-29,4 0 1,4 1-50,6-1 0,1 0-10,-1 1 0,2-1 13,3 0 1,-3-1 8,4-4 0,-9 2-61,-2-7 0,-5 7-101,5-2 1,-6-1 132,1 1-128,-3-7 0,-2 11-156,0-4 1,-7-1 74,-3 1 0,-6-1-205,-4 1 0,3 2 43,-4-7 1,-1 2-79,2-2 1,-2-4 393,1 5 0,4-12 0,-3-4 0,3 3 0,1 2 0,1-3 0,-7-35 0,-2-15 0</inkml:trace>
  <inkml:trace contextRef="#ctx0" brushRef="#br0" timeOffset="471">292 108 7569,'10'0'141,"0"0"-114,-6-7 67,9 5-145,-4-5 0,6 6-200,1-4 0,-1 3 14,0-3 1,1 1-114,-1-1 1,5 4 206,1-4 1,-1-4 142,-4-1 0,-1-4 0,7-1 0,2-1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3:35.947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0 154 7569,'0'-41'206,"0"10"-22,0 11 114,0 4-184,0 8 1,2 1 15,3 7 1,-3 8 11,3 8 0,2 9 53,-2 16 0,2-10-12,-2 10 1,-3-19-178,3 9 0,1-2-248,0 12 1,0-4-287,0-6 1,-3-2 278,7-4 1,-5 4-301,5-3 1,-1-4 230,1-2 0,4-9 318,-4-6 0,4-5 0,1-5 0,0-11 0,1-8 0</inkml:trace>
  <inkml:trace contextRef="#ctx0" brushRef="#br0" timeOffset="468">292 154 7569,'15'0'180,"-6"-14"-60,-3 11-131,-6-4 0,0 20 160,0 8 1,0 4 38,0-4 1,0 1-295,0-2 0,0 3 98,0 2 1,0-3-103,0-6 0,0-6-53,0 0 73,7-6 78,2 2 1,6-7-27,0-4 1,-4-4 14,-1-6 0,-7-1-13,2 1 1,-3-2-114,-2-3 1,0 8 89,0-4 0,0 4 19,0-3 1,0 0 53,0-1 1,0-9-6,0-1 1,0 1-9,0 9 1,0 6 15,0 0-25,0 6 0,2-2 12,3 6 0,-2 0-3,8 0 0,-6 0 4,5 0 0,-2 17-1,3 3 0,2 9 23,-2-8 0,-3 6 0,2-2 1,1-4 14,4 4 0,0-8 5,1 14 0,-1-10 19,0-1 1,6-3 10,-1-2 0,6-6 101,-6-4 0,6-3-34,-6-2 0,2-7-84,-1-3 1,-4-4-27,3-1 1,-3-7-67,-1-4 1,-8 7 27,-3-1 0,-5 1-130,-5-7 0,-9-18 98,-6 3 0,-7-1-70,1 16 0,-3 1 58,-1 9 1,-1 4 12,0 12 0,1 2 8,-1 3 0,0 9-113,1 6 1,6 2-171,3-1 0,6-2 195,5 6 0,-2 11-13,7 5 128,-1-14 0,6-7 0,0-11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3:33.671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62 292 7569,'0'0'0</inkml:trace>
  <inkml:trace contextRef="#ctx0" brushRef="#br0" timeOffset="542">78 292 7569,'0'-16'0,"1"1"0,3 0-578,1-1 413,7 1 1,-2 5 0,9 0 144,1-2 99,1 5 1,-6 0 21,0 7 0,6 0-92,-1 0 0,1 7 73,-6 3 1,-1 9-46,-4 1 0,2 8 8,-7-3 0,0 6 8,-5 5 1,-7-2 11,-3 7 1,-4-7 20,-1 1 1,-5-7-1,-1-3 0,-6-1-44,1 2 0,-1-4 15,2-7 0,-3-1-31,8-4 1,-6-15 8,6-10 1,4 8 38,6 7-33,7 3-19,-4-3-28,7 0 0,7 0-8,3 0 0,5 0-126,6 0 0,-2-2 95,6-3 0,1 4-50,4-4 0,-4 3-15,-1 2 1,-1-5-92,2 0 0,1-2 82,-6 2 1,4 1-106,-4-6 0,4-10 76,-4-6 0,-1 7 148,-5 14 0,1-3 0,-1-3 0,0-2 0,1-3 0,-6 1 0,0 0 0,-1-1 0,1 1 0,2-5 0,-7-1 88,0 8 450,-5 6-288,0 7 0,0 1 32,0 5 0,0 2-40,0 7 0,0 1-101,0-1 1,0 2-39,0 4 0,0-4 21,0 3 0,7-3-92,3-2 1,-1-13 91,1-7 0,0 5-30,6 0 1,-1-14-30,0-6 1,-1-4-126,-4 9 1,4 3-85,-4-3 0,-3 1 71,-2-12 1,-3 6 33,-2-6 1,-2 8-43,-3-3 0,-4 4-92,-6 2 1,-6 1 57,1 4 0,0 3-43,4 7 0,3 2 8,2 3 1,-1 5-89,7 11 1,-5-4-70,5 3 0,0-3 74,5-2 1,5 1 117,0-1 1,9 0 114,1 1 0,2-8 0,9-3 0,-1 4 0,6-1 0</inkml:trace>
  <inkml:trace contextRef="#ctx0" brushRef="#br0" timeOffset="572">737 384 7569,'21'-14'0,"-1"4"0,7-11 0,-3 4 0</inkml:trace>
  <inkml:trace contextRef="#ctx0" brushRef="#br0" timeOffset="780">998 184 7569,'0'-15'-114,"0"7"1,-2-4 338,-3 6 1,2 1-19,-7 5 0,4 2-40,-4 3 1,7 4-50,-2 6 1,-2 0-107,2 1 1,0 6 16,5 3 1,0 4-108,0 2 1,0 0-24,0-1 1,0-4-198,0 0 0,1-1-694,4 6 719,4-14 0,6 19 61,1-11 0,-8-15 212,-3-20 0,2-9 0,-2-1 0,7 3 0,-2-4 0,4-2 0,1-1 0</inkml:trace>
  <inkml:trace contextRef="#ctx0" brushRef="#br0" timeOffset="1007">1151 123 7569,'0'-15'-1449,"0"1"1114,0-6 335,0 6 0,0-6 492,0 20 741,0 13-1049,0-3 0,0 16-15,0-11 1,0 9-111,0-3 1,2 4 58,3-4 1,2 4 3,3-4 0,6-3-14,-1-7 1,0 1-18,6-7 1,1 0-62,-2-5 0,6 0-76,-6 0 0,6 0-272,-6 0 1,6-5 177,-6 0 0,1-6-790,-6 6 340,0 0-14,1-9 222,-8 4 382,-1-12 0,-7 0 0,0-2 0</inkml:trace>
  <inkml:trace contextRef="#ctx0" brushRef="#br0" timeOffset="1050">1504 169 7569,'-15'-14'0,"-1"-3"0</inkml:trace>
  <inkml:trace contextRef="#ctx0" brushRef="#br0" timeOffset="1156">1427 0 7569,'-8'7'-1452,"1"2"1682,7 6 471,0 0 1,0 9-542,0 7 0,0 6 35,0 9 0,0 5-576,0 1 1,0 4 104,0-5 0,0 5-22,0-5 0,0-6 115,0-10 183,7-16 0,1-5 0,8-14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3:41.505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599 1466 7569,'0'-16'39,"0"1"1,0 0 137,0-1 0,-2 3-117,-3 2 1,-4 0-39,-6 5 0,0 1-176,-1 5 1,-6 0 132,-3 0 0,-4 2-85,-2 3 1,0 4 94,1 6 0,-1 5 15,0 1 1,2 4 26,4-4 0,2-1-44,8-4 1,1-1 115,4 0-42,3 1-24,7-8 1,9-1-4,6-7 1,2 0-6,9 0 1,-6 0-23,6 0 0,-1 0-10,6 0 1,0 5-31,0 0 1,-3 6 50,-2-6 1,1 7-28,-6-2 0,4 3-4,-4 3 1,-8-1-3,-7 0 1,-5 1-9,-1-1 1,-1 0-2,-5 1 0,-9 1-29,-10 3 0,-4-3-5,-2 4 1,0-4-151,1-2 1,-5-1 59,5-4 0,-8 2-48,13-7 1,-6 0 65,11-5 1,-1-2 24,6-3 0,-1-5-4,1-10 1,5-6 108,0-10 0,6-3 0,-3-7 0</inkml:trace>
  <inkml:trace contextRef="#ctx0" brushRef="#br0" timeOffset="197">384 1113 7569,'0'-15'0,"0"-1"41,7 1 0,-6 5 102,4-1 5,-3 8 0,-2 5 35,0 13 1,0 7-40,0 9 1,-5 8-245,0 7 0,0 12 28,5 9 1,0-1-2,0-5 0,0 1-29,0-1 0,2-5-238,3 1 1,3-10-111,8-1 1,1-5 195,3-5 0,-3-5 254,4-1 0,2-6 0,-6-2 0,6 2 0</inkml:trace>
  <inkml:trace contextRef="#ctx0" brushRef="#br0" timeOffset="-6084">399 377 7569,'9'-22'-633,"-2"-9"1361,-1 12-811,-4-1-39,5 20 0,-9 0-55,-3 0 1,-3 1 146,-8 4 1,-6 4 30,-4 6 0,-3 1 27,-1-1 1,-1 5-11,0 1 1,1-1 132,-1-4 1,7-1-102,4 0 1,3-1 23,1-4 0,6 2 33,0-7-38,7 0 1,3-5-1,10 0 1,3 0 3,3 0 1,6-1-35,3-4 0,4 3-10,2-3 0,0 3-97,-1 2 0,-1 0 107,-3 0 1,1 0-117,-6 0 1,-1 2 10,-4 3 0,-6-2 22,0 7 1,-7 1 18,2 4 1,-11 0-15,-10 1 0,-4-1-27,-6 0 1,-4 6-99,-1-1 1,0 2-110,-4-1 1,4-9 63,5 3 0,-1-3 38,7 3 1,-6-6 170,6-4 0,-1-3 0,6-2 0,-1-2 0,1-3 0,0-10 0,-1-9 0</inkml:trace>
  <inkml:trace contextRef="#ctx0" brushRef="#br0" timeOffset="-5894">215 39 7569,'0'-15'258,"0"0"-63,0 6 0,0 11-91,0 13 1,0 17-20,0 20 0,0 2-152,0 13 1,0-1 178,0-5 1,0 4 35,0-9 0,2 4-330,3 1 0,-2-13-467,8-7 1,1-2-217,8-3 865,4 20 0,6-13 0,1 17 0</inkml:trace>
  <inkml:trace contextRef="#ctx0" brushRef="#br0" timeOffset="-5859">369 867 7569,'15'16'0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3:53.736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77 31 7569,'-15'0'-40,"-1"0"27,1 0 0,5-5-68,0 0 73,6 0 23,-3 5 0,9 0 19,3 0 0,-1-2-15,6-3 1,5 3-2,6-3 0,6 4 31,-2 1 1,4 6 69,2 5 1,5 2-103,0 3 0,5 1 33,-6 3 1,1 4-58,-5 7 1,-2-6-12,-4 1 1,1-2 9,-11 1 1,2 2 39,-12-6 1,0-1-8,-5-4 0,-8-3 38,-7-3 0,-1 2 13,-4-6 0,-4 4-83,-2-5 1,3 0 34,-3-5 0,2 0-24,-1 0 0,2 0-5,8 0-7,0 0 1,4 0 61,1 0-40,7 0 0,-2-2-114,10-3 0,3 3-110,8-3 0,6 4-34,3 1 1,4 0 134,2 0 1,0-7-37,-1-3 0,1 1 61,0-1 0,1-2-28,4-9 1,-4 3 3,4-8 0,-5 6 93,-6-6 0,3 6-7,-8-6 0,1 7 152,-6-1 0,-1 3 89,-4 2 0,2 4 33,-7 1-144,0 7 1,-5-2 1,0 10 0,-5 3 72,0 8 1,-7 1-121,2 3 1,1 4 39,-1 7 1,6-6-5,-1 1 1,4-8 12,1 3 1,1-6-129,4-5 1,0 2 49,11-6 0,-4-3 32,8-8 0,-1-5-56,1-11 0,-3 2-90,4-6 1,-6 1 127,-5-2 0,-3-3-8,-7 4 0,0 1-227,0-2 0,-1 8 1,-5-3 1,-2 6-35,-7 5 1,-1-2 104,1 7 0,0 1-59,-1 9 1,1 4 7,0 6 1,4 1-164,1-1 1,7 0 193,-2 1 0,3-1 136,2 0 0,7 1 0,1-1 0,8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3:53.987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1 276 7569,'9'0'4,"-3"0"32,-6 7 1,0 4 15,0 9 0,0 2 13,0 4 1,5 3 0,1-4 0,4 9-106,-5 2 0,5 0-164,-5-5 0,7-6 186,-2 1 0,2-1 44,-1 6 1,2-6-250,-3 1 0,4-12-319,1 1 0,2-10 542,4 0 0,-4-10 0,5-17 0,-7-10 0</inkml:trace>
  <inkml:trace contextRef="#ctx0" brushRef="#br0" timeOffset="253">446 0 7569,'0'23'-13,"0"2"25,0 11 0,0 8 3,0 7 1,0 7-2,0-1 1,0-5 330,0-1 1,2-5-297,3-5 1,5-5-69,10-10 0,-3-6 79,4-10 1,1-3 60,-2-7 1,1-1-92,-6-5 0,-5-2-10,1-7 0,-8-2-3,2-4 1,-3 2 3,-2-6 0,-7 4-201,-3-4 1,-4 11-84,-1-1 1,-7 10 37,-4 0 1,2 6 72,-1 9 1,4 6-202,-4 9 0,6 9 52,-2-3 1,11 8 300,5-3 0,-3 0 0,-1-5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3:55.381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338 423 7569,'9'0'-1491,"-2"-2"1544,-7-3 0,0 2 235,0-8 0,0 6 11,0-5 1,0 5-125,0-5 0,-6-1-13,1-4 0,-5 5-29,5 0 1,-5-1 8,5-4 1,-7 5-41,2 0 0,-4 6-85,-1-1 1,-2 3-39,-4 2 1,2 2-111,-6 3 1,-1-1 3,-4 6 1,6 0 117,3 5 0,-1 1-63,2-1 0,4 0 79,6 1 1,7-6-12,-2 0 1,3-5 4,2 6 1,2-8 0,3 2 1,8-3 117,8-2 0,6 0 8,-1 0 0,3 0-112,1 0 0,1 1 24,0 5 0,-2-5-76,-4 4 1,4 2 33,-3-2 1,-4 6-6,-2-6 1,-3 7 28,-1-2 1,-3-2-16,-3 3 1,-3-1-49,-7 5 0,0-5 25,0 1 0,-12-1 10,-3 5 0,-11 6 5,1-1 0,-4 0-144,-2-4 1,1-1 0,-1 1 0,0-3-100,1-3 0,4 2 149,0-7 0,8 1-44,-3-6-55,4 0 1,9-2-168,3-3 0,3-6 361,2-9 0,7-4 0,3-7 0,4-4 0,1-1 0,0-2 0,1 3 0,-1 2 0,0-3 0,1 2 0,-1-1 0,0 2 0,1-3 0,-3 4-36,-3 1 1,-1-3 95,-4 4 0,-3-4 99,3 8 0,-3-1 105,-2 1 267,0 4-23,0 7-336,0 6 0,0 11-43,0 13 1,0 9 24,0 12 0,-6 5-30,1 10 1,0 3-100,5 8 0,0-6-215,0 0 1,0 0 136,0 6 1,2-3-422,3-2 0,4 1 116,6-7 1,0-2-60,1-8 1,-1 2 416,0-8 0,1-6 0,-1-8 0,0-4 0,1-2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3:57.010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123 1 7664,'-15'6'250,"5"11"1,-1 14-173,0 8 1,-3 7-32,-1 5 0,4 4-65,1 6 1,5 1 140,-5-1 0,6-5-1,-1 1 1,4-3-448,1 2 1,6-8-59,5-7 0,2-2 129,3 2 0,4-5 94,0-11 1,3-2 24,-3-8 0,-1-1-156,6-4 291,1-3 0,5-7 0,-1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3:55.645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16 106 7575,'-7'-15'524,"5"7"-445,-5 1 0,13 8 3,-1 5 0,1 9-43,0 10 0,-5 6 111,4 5 0,2-2 33,-2 7 1,7-5-661,-2 5 0,-1-7 91,1 1 1,0-2-125,6-3 0,-1-4 26,0 0 484,-6-14 0,5 8 0,-6-11 0</inkml:trace>
  <inkml:trace contextRef="#ctx0" brushRef="#br0" timeOffset="486">399 106 7569,'0'9'114,"-5"5"69,0-4 1,-5 5-1,5 6 1,-6 2-139,6 8 1,-2 0-247,2-1 0,4 1-107,-4 0 1,3-6 201,2 1 0,2-7-60,3 1 1,-2-8 70,7-2 0,1-8 85,4-2 0,-5-3-29,0-13 1,1 4-27,4-8 0,-5-2 51,0 1 0,-5-6 34,6 1 1,-8 3-73,2-3 0,-3 0 44,-2-4 0,5 4 71,0 1 1,2 6-23,-2-2 1,-3 9 108,3 2 0,2 5-144,-2-5 13,7 7 60,-4-4 1,8 7-4,-1 0 0,-5 7 37,0 3 0,-5 3-49,6 3 0,-1 4 32,5 1 1,1 6-62,-1-2 1,-5-1 2,0 2 1,1-6 11,4 6 1,0-9 2,1-2 1,-1-1 112,0-9 0,2 0-97,4-5 1,-4-2-73,3-3 1,-3-3 69,-1-8 0,-1-1-104,0-3 0,-1-2 1,-4-4 0,-3-3 25,-7 4 1,0-4 42,0-2 0,-7 0-18,-3 1 1,-4 6-110,-1 3 1,0 9 52,-1 2 1,-6 7-67,-3-2 1,1 10 89,-2 5 0,2 10-153,-1 6 1,3-2-50,6 1 1,3 1-167,2 5 0,5-1 182,6 1 1,0-7 203,0-4 0,6-3 0,3-1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3:48.34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123 874 8073,'0'-8'152,"-7"-6"1,4 12-713,-7-3 133,6 4-324,-2 1 751,6 0 0,0 0 0,0 0 0</inkml:trace>
  <inkml:trace contextRef="#ctx0" brushRef="#br0" timeOffset="424">430 522 7569,'-15'0'301,"-1"0"0,1 6-164,7-4 1,-6 13-58,4 1 1,1 11 217,-1 9-417,7 0 137,-4 1 0,7-5 33,0 4 0,0-5-113,0-6 1,8-2 119,8-8 0,-1-1 32,5-4 0,2-3-70,-1-7 1,6-4 29,-1-6 1,-2-2-158,1-13 1,-6 2 35,1-7 0,-3 1-66,-1-12 1,-3-4 169,-2-1-141,-5 4 1,-9 6 0,-5 0 34,-8 2 0,-4 4 24,-1 4 0,3 6-7,-8 9 0,0 4 34,-4 7 1,4 2 174,1 3 0,4 9-71,-4 6 0,6 6-74,-2-6 1,9 6-72,2-6 1,7 3-140,-2-3 1,3 7 48,2 4 0,2 1-152,3-11 1,3-1 167,8-4 0,6-6-51,3 0 0,-1-7-30,2 3 0,-1-10 218,6-1 0,-2-7 0,-3 2 0,3-11 0,-6-2 0</inkml:trace>
  <inkml:trace contextRef="#ctx0" brushRef="#br0" timeOffset="663">829 475 7569,'8'0'304,"-1"0"81,-7 0-192,0 0 0,-5 7-40,0 4 1,0 2 10,5 3 1,2 1-125,3 3 1,-2 14 87,7 7 1,1-4-32,4-6 1,0-4 174,1 9-386,-1-10 94,0 3 1,-1-12 29,-4 3 0,4-3-111,-4-1-10,-3-1-236,0 0-49,-7-6 1,-7-2 193,-3-7 1,-6 0-85,-4 0 1,3-2 81,-4-3 1,-1-4 16,2-6 0,-6-7-178,6-4 365,-8-10 0,4-10 0,-6-8 0</inkml:trace>
  <inkml:trace contextRef="#ctx0" brushRef="#br0" timeOffset="787">660 475 7569,'9'-6'43,"-1"2"116,-3-6 0,-1 0-16,6-6 1,0 1-1,5 0 0,1-1-61,-1 1 0,6 1-146,-1 4 0,6-3-414,-6 2 0,7-1 271,-1 2 1,3-2-350,2 7 556,-8-7 0,6 4 0,-5-8 0</inkml:trace>
  <inkml:trace contextRef="#ctx0" brushRef="#br0" timeOffset="1062">1228 0 7569,'15'0'476,"-6"0"0,9 2 22,-2 3-360,9 3 0,-6 9 102,6 4 0,3 4-23,8 11 0,-4 0-38,4 10 1,-4-2 22,-1 13 0,-2-6-148,-4 5 1,-3-2 85,-6 3 1,-3 6-45,-2-7 0,-5 0-11,-6-10 1,-6-1-135,-5-5 1,-11 3-118,-8-7 1,-8 1-299,-8-1 1,-7-2-148,-3 7 0,-9-7-2324,-1 2 2935,-8 3 0,8-3 0,-7 10 0,-1 7 0,3 5 0</inkml:trace>
  <inkml:trace contextRef="#ctx0" brushRef="#br0" timeOffset="12337">1 1871 6995,'8'-15'1189,"-1"6"-863,-7 3 0,2 6 151,3 0-168,-4 0-234,6 6 1,-7 10-65,0 9 0,0 4 136,0 2 0,0 5 48,0 0 0,5 6-367,0-1 1,2 2-271,-2-2 1,-3 1-303,3-6 0,2 0 300,-2-6 1,2-6-256,-2-3 699,-3-11 0,11 4 0,-4-6 0</inkml:trace>
  <inkml:trace contextRef="#ctx0" brushRef="#br0" timeOffset="12475">353 2178 6269,'-8'0'1195,"1"0"-413,0 0-1550,6 0 0,-6 2 768,7 3 0,0-3 0,0 4 0</inkml:trace>
  <inkml:trace contextRef="#ctx0" brushRef="#br0" timeOffset="13046">629 1825 7569,'0'9'519,"-1"4"-336,-4-2 1,1 4 11,-6 5 0,5 6 9,-5 10 0,6 3-19,-1 7 1,3-2-139,2-3 1,7 0 12,3-10 1,6 1-15,4-11 1,-1-3 143,7-7 1,-3-5-1,3-6 1,1-13-210,-6-8 1,4-8 72,-4-6 1,-1 0-140,-4-5 0,-6 4 11,0-5 0,-7 2-24,2-2 0,-10-2 106,-5 7 0,-9-3-146,-1 9 1,-2 2-12,1 13 0,3 5 96,-8-1 0,6 10 21,-6 1 1,6 7-5,-6 8 0,7 7-202,-1 4 1,8 3-32,2 1 0,6-4-242,-1-1 0,3 1 179,2 5 1,9-8 14,6-2 1,2-4 316,9-2 0,-1-6 0,6-4 0,2-3 0,2-2 0,-2-5 0,2-1 0,-2-11 0,-2 2 0,-6-9 0,1 4 0,-8-2 0,3 1 0,-6 4 0,-5-3 0,2-3 300,-7 3 434,1 0 271,-6-3-481,0 13-281,0-3 1,0 14 68,0 4 1,1 4-42,4 6 0,4 6-83,6-1 0,2 7 1,4-1 0,-4 3-106,3 2 1,4-1 2,2 1 1,-4 0-107,-2-1 1,2-4 102,-1-1 0,-1-6 28,-4 2 1,-6-4-89,0-2 0,-6-5-140,1 1 1,1-6-499,0 5 0,-3-7 316,-8 2 1,-4-3-405,-6-2 1,-2 0 119,-3 0 1,1-7 0,-7-3 1,6-5 581,-6-6 0,2-4 0,-1-11 0,3-10 0,-1-9 0,0-6 0</inkml:trace>
  <inkml:trace contextRef="#ctx0" brushRef="#br0" timeOffset="13154">1074 1856 7569,'-8'-15'130,"1"4"184,7 1-97,0 0 1,0-5 136,0-1 1,7 1-172,3 0 1,5 4 22,6 1 1,-2 0-81,6-5 1,1 4-115,4 1 1,1 2-719,0-3 0,-1-1 177,1 7 529,-7 0 0,5-2 0,-5-1 0</inkml:trace>
  <inkml:trace contextRef="#ctx0" brushRef="#br0" timeOffset="13357">1626 1396 7569,'2'10'0,"3"0"0,9-5 291,6 6 1,13 4 1499,-3 5-1334,4 14 1,-1-8-16,3 10 1,-4 1-156,4-1 0,1 14-306,-1 1 1,-2 8-236,-8 8 1,-11 3-66,-10 17 0,-5-16 319,-5 16 0,-10-19 179,-11-6 1,-6-6-1465,-9-5 0,-7 3 1285,-13 8 0,-1-14 0,1-4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3:48.106"/>
    </inkml:context>
    <inkml:brush xml:id="br0">
      <inkml:brushProperty name="width" value="0.08571" units="cm"/>
      <inkml:brushProperty name="height" value="0.08571" units="cm"/>
      <inkml:brushProperty name="color" value="#5B2D90"/>
    </inkml:brush>
    <inkml:brush xml:id="br1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2685 92 7843,'-9'0'857,"2"-6"1,7 6-756,0 0 1,0 6-124,0 10 0,0 6 147,0 4 0,0 13 104,0 2-77,7 0-647,-5-4 1,5-5 121,-7 4 1,0-2-84,0 2 0,0-7 83,0 7 0,5-9 372,0 4 0,0-1 0,-5-6 0</inkml:trace>
  <inkml:trace contextRef="#ctx0" brushRef="#br1" timeOffset="-4349">77 415 7569,'-7'10'153,"-3"0"-204,3-7 1,-5 11 268,7-4 1,-5 9-67,5 2 0,-5 11-72,4-1 1,1 1 12,5-6 1,2 1-1,3-7 1,4-1-38,6-9 1,0-3 7,1-7 0,4 0 4,1 0 0,-1-7 14,-5-3 1,1-4-153,-1-1 1,-1-2 69,-4-3 1,4-8-123,-4-2 0,-3-5 4,-2 10 0,-4-4-41,-1-2 0,-1 2 132,-4 4 1,-4 3-30,-6 6 0,5 1-48,-1 0 0,1 6-102,-5 4 0,-1 5 20,1 5 0,5 4 103,0 6 0,4 5-122,-4 1 0,7-1-25,-2-4 1,5 4 1,5 1 0,-2-1 228,7-5 0,1-4 0,4-1 0,7-7 0,2 4 0</inkml:trace>
  <inkml:trace contextRef="#ctx0" brushRef="#br1" timeOffset="-4092">522 307 7569,'0'-17'-1470,"0"4"3194,0 13-1200,0 0 1,0 6-367,0 5 1,0 2 14,0 3 0,7 4-90,3 0 1,4 8 51,1-3 1,0-1-80,1 2 1,-1 4 111,0 6 1,1-5-46,-1-6 1,0-8-215,1-1 0,-1 4 60,0-4 1,-6-3-106,-4-3-5,-3-6 1,-2 4-94,0-2 0,-12-5-52,-4 4 1,-4-3-194,-1-2 0,-2 0 261,-8 0 1,5-2 25,1-3 0,-1-5-340,-5-10 1,6-4 531,-1-7 0,1-6 0,-6-3 0</inkml:trace>
  <inkml:trace contextRef="#ctx0" brushRef="#br1" timeOffset="-3955">384 277 7569,'15'-9'0,"-5"-3"560,1 7-298,-1-7 0,5 9-89,0-8 0,6 8-30,-1-2 1,3-2-709,-3 2 408,4 0 0,7 5-122,-1 0 1,1 0-221,0 0 1,4 0 227,1 0 0,-5-5-156,-6 0 427,-6-7 0,10 3 0,-5-6 0</inkml:trace>
  <inkml:trace contextRef="#ctx0" brushRef="#br1" timeOffset="-2638">1135 108 7569,'9'-7'61,"5"-2"1,-4-6 269,3 0 1,3 5 0,-1 1 238,0 2-365,8 2 0,-5 12-118,8 3 1,-1 11 32,6 4 1,-2 26-72,-3 6 0,-4 4-27,-7-10 1,-1 4-143,-4 6 0,-3 4-198,-7-4 0,-14 4 165,-6-9 0,-9 2 95,-7-2 1,-3 2-378,-7-7 0,0 0-1041,0-5 1230,0 0 0,-14 0 0,-3 0 0</inkml:trace>
  <inkml:trace contextRef="#ctx0" brushRef="#br0" timeOffset="-468">2301 0 7569,'-22'0'134,"5"0"82,-4 0 1,4 0-84,2 0 0,-7 9-106,-4 6 1,-4 9-72,-6 12 1,3 5 76,-2 10-16,2 4 81,9-1 1,-1 6 40,10-4 0,-3-3 0,13-2 1,0-3-130,5-2 1,2-5-184,3-1 0,10 10-343,11 1 1,3 2 289,2-17 0,6-6-320,4-4 0,-3-9 337,-3-2 0,-1-1 209,2-9 0,3 0 0,7-5 0</inkml:trace>
  <inkml:trace contextRef="#ctx0" brushRef="#br1" timeOffset="9192">31 1688 7659,'-9'-7'776,"3"5"-696,6-5 0,0 14 60,0 3 1,0 11 22,0 4 1,0 6 19,0 5 1,5-4-1,0 4 1,5 2-671,-5-3 0,7 1-123,-2-5 1,-1-1 243,1 1 1,-1 0 123,1-1 1,2-1 241,-7-3 0,7-4 0,-4-6 0</inkml:trace>
  <inkml:trace contextRef="#ctx0" brushRef="#br1" timeOffset="9346">414 1994 7569,'-6'-8'425,"4"-6"-437,-5 13 148,7-6 0,0 8-78,0 5-1510,0-5 1452,0 6 0,0-7 0,0 0 0</inkml:trace>
  <inkml:trace contextRef="#ctx0" brushRef="#br1" timeOffset="9655">629 1780 7569,'-2'15'0,"-3"0"0,2 1 92,-7-1 1,6 7 223,-1 4-178,4 3 0,1 1 45,0 1 1,1 0-142,4-1 1,-1-6-402,6-3 0,0-4 292,6-2 1,-1-6 132,0-4 1,2-10 19,4-6 1,-4-9-228,3-6 1,-3-3-57,-1-1 1,-6-6 151,0 0 1,-7-1 34,3 1 1,-5 4 23,-1-4 1,-7 5 24,-3 5 1,-3 4-26,-3 7 0,1 6-26,0 4 1,-6 4 11,1 1 0,-2 12-8,1 3 1,6 5-69,-1 1 1,1-2-109,5 6 1,3-6-106,2 1 1,3 3 95,2-3 1,7 0 78,3-4 1,4-6 113,1 0 0,7-6 0,2 2 0,7-6 0</inkml:trace>
  <inkml:trace contextRef="#ctx0" brushRef="#br1" timeOffset="9879">967 1749 7569,'18'-15'-730,"-2"-1"1,-11 6 1517,0 0-19,3 6-133,-6-2-453,5 6 1,-7 6 8,0 5 1,0 4-129,0 5 0,2-1-50,3 7 0,-3-1 120,3 6 0,-2 0-85,2-1 1,-3 1 6,3 0 0,2-6-160,-2 1 1,0-7 105,-5 1 1,0-8 76,0-2-283,0-6 1,-2 2-56,-3-6 0,-3 0-209,-8 0 1,1-1 201,0-4 0,-2-2-87,-4-3 1,2-9-134,-6 4 486,6-11 0,-10 2 0,5-7 0</inkml:trace>
  <inkml:trace contextRef="#ctx0" brushRef="#br1" timeOffset="9991">813 1795 7121,'0'-24'-424,"0"4"863,0 3-183,7 8 0,-4-4-25,8 2 1,-1-1-144,5 2 1,7-3-135,4 2 1,-2-2 155,1-3 0,1 6 43,5 0 1,-1 1-658,1-1 0,0-2 504,-1 7 0,1-7 0,0 4 0</inkml:trace>
  <inkml:trace contextRef="#ctx0" brushRef="#br1" timeOffset="10212">1289 1258 7569,'17'0'284,"3"0"-90,4 0 0,7 2-56,-1 3 1,6 9-1,0 6 1,7 9 312,-2 2 0,5 6-126,5 9 0,-9-5-299,4 0 1,-10-5 85,0 5 0,-11 0 71,-4 5 1,-11-5-290,-5-1 1,-6 1-405,-10 5 0,-7-6 379,-18-5 0,-5 5-12,-10 0 1,-4 0-747,-6 1 597,-1-14 0,-12 15 0,-5-9 0</inkml:trace>
  <inkml:trace contextRef="#ctx0" brushRef="#br0" timeOffset="12216">2562 1442 7569,'-16'-1'0,"1"-5"0,0 3-134,-1-7 146,1 6 3,0-2 0,-2 18 174,-4 3 1,4 10-81,-3 1 0,-2 5 145,1 4 1,1 0-63,4 5 1,1-5 18,0 0 0,6 3-94,4-2 1,3-1 7,2-4 0,0-5-140,0-1 0,7 1-18,3 4 1,4-4-140,1 0 0,2-8 96,4 3 1,-2-9-488,6-2 1,-4-2 69,4 3 1,-1-5-98,2-6 1,3 0 589,-4 0 0,4-6 0,2-3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4:08.938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476 122 7318,'-5'-24'0,"-2"3"-151,-1 4 151,4 2 0,-9 1 909,2 4-545,5-3 1,-8 11-118,4-3 0,-4 5-318,-1 5 1,3 3 121,-3 8 1,3-1-48,-9 0 1,4 8 139,2 2 1,-6 2 15,1-1-54,-1 10-26,-1-4 0,4 21 40,-8 3 1,0 0 77,-4 6 1,4-4-116,1 8 1,11-3-65,-1-1 1,9-6-137,1 0 0,4-1 80,1 1 1,1-8-297,4-7 0,6-7 145,9 1 0,1-4 105,9-5 1,-1-1-322,12-9 1,0-5 403,5-11 0,7 0 0,1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4:09.337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62 537 8156,'-8'7'305,"3"3"1,1 6-271,-1 4 0,2 4 82,-8 7 0,8 6-296,-2 4 1,-2-4 145,2-1 1,0 12-619,5-2 344,0 7 132,0-21 0,0 6-106,0-8 0,0-2-9,0 2 0,0-4 290,0 5 0,0-14 0,0-24 0,0-10 0</inkml:trace>
  <inkml:trace contextRef="#ctx0" brushRef="#br0" timeOffset="158">216 921 7569,'15'15'945,"-7"7"-1109,-1-12 167,-7 4-62,0-14-1015,0 0 0,0-19 1074,0-6 0,0-1 0,7 4 0,2 7 0</inkml:trace>
  <inkml:trace contextRef="#ctx0" brushRef="#br0" timeOffset="494">553 629 7110,'-7'9'-276,"-1"-2"1,-6-1 989,4 5 1,1-1-142,4 5-354,-3-3 0,-3 12-71,1-4 0,7 3-112,-2 2 1,3 14-151,2-3 0,2-4 138,3-11 1,3-6-21,8-5 0,-1-3 21,0-7 0,2-3-80,4-7 0,3-18 59,6-13 1,-1 1-4,-3 9 0,1-5-30,-6 0 0,-1-1-97,-5 1 1,-6 4-102,-4-4 0,-3 5 86,-2 6 1,-7 2 69,-3 8 1,-9 2 5,-1 2 1,-8 6 112,3 10 0,-4 11-69,-2 9 1,0 2-43,1-1 1,6 1-34,3-6 1,4-1 28,2-4 0,7-1-229,2 0 1,5 1 75,1-1 1,1-5 16,5 0 1,5-5 202,15 6 0,0-8 0,11 4 0,-6-7 0,-1 0 0,1 0 0,0 0 0</inkml:trace>
  <inkml:trace contextRef="#ctx0" brushRef="#br0" timeOffset="732">906 629 7569,'8'-12'-918,"-3"-3"631,-3 10 1,-2-16 286,0 11 0,0 2 0,0-3 912,0 8 33,-7-4-614,6 7 1,-6 7-126,7 3 1,0 9 9,0 1 1,2 3-65,3-3 1,1 9 22,5 7 1,2 3 7,-2 2 1,2-5-12,3 10 0,-1-14-71,0 4 0,1-12-160,-1 6 1,-5-9-102,0-1 0,-6-8 128,1-2 0,-3-4-380,-2 4 1,-2-7-66,-3 2 1,-5-3-278,-11-2 1,2-2 453,-6-3 0,-1 0-107,-4-10 407,-8 3 0,-1-17 0,-7 5 0</inkml:trace>
  <inkml:trace contextRef="#ctx0" brushRef="#br0" timeOffset="848">722 583 7569,'24'-22'1234,"-2"-2"-968,-7-7 1,7 6 9,4-1 0,3 1-101,2-6 0,-1 7-23,1 4 0,6 3-635,4 1 0,5-1 386,5-3 0,4 3-1739,6-4 1836,-13-2 0,3-1 0,-12-7 0</inkml:trace>
  <inkml:trace contextRef="#ctx0" brushRef="#br0" timeOffset="1618">1611 0 8278,'21'7'835,"-1"3"1,8 13-278,-3 7-228,4 15-266,2 9 1,-2 9-53,-4 4 1,3-4 63,-8 3 1,0-1-98,-4 1 0,-3-4-232,-2-1 0,-4-1 228,-7-9 1,-9 0-365,-6-5 0,-8-2 147,-7-3 0,-8-3-535,-3-8 1,-5 1 776,-5 0 0,-10-1 0,-9 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4:15.377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31 246 7579,'0'16'165,"0"4"83,0 0 1,0 13 61,0-3 1,-5 10-280,0-5 0,0 11 84,5-5 0,0 7-206,0-7 1,-2-2 40,-3 2 1,4-14 77,-5-1 146,5-7-129,1-4 1,0-8 92,0-7 0,1-14-86,5-11 0,-3-6-25,7-5 1,-6-3 52,1-7 1,2-2-125,-2-3 0,7 2 28,-2-8 1,3 6-53,3-5 1,-6 7 48,0-2 1,0 8-128,6 2 0,-1 12 82,0-2 1,-4 16 35,-1 0 0,-5 10 60,5-1-64,0 5 0,4 8 65,-4 3 1,2 10-39,-7 6 1,6 10 9,-6 5 0,2 5-49,-2 5 1,-4-5-5,4 0 0,2-2-130,-2-8 1,6-6 50,-6-4 0,2-6-189,-2 6 0,-4-7 66,4 1 1,-3-8-438,-2-2 687,0-6 0,0 9 0,0-4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4:15.714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0 538 7407,'16'-9'645,"1"-5"-497,3 4 0,-1-3-58,7-3 0,-1-1-459,6-3 1,5 1 189,-1-7 1,6 6-30,-5-6 1,5 1 80,-5-6 1,0 6 72,-6-1 1,-4 1 28,-1-6 0,-6 2-20,2 3 0,-9-1 216,-2 7 0,-7-1 48,2 6 16,-3-1 1,-9 3-49,-3 3 1,1 3 22,-1 7 0,0 12-28,-5 3 1,4 11-43,1-1 1,2 6 19,-3 5 1,5 3-1,6 7 1,0 0-174,0 0 0,0 5 73,0 0 0,0 5-318,0-4 0,1 5 153,4 0 0,-3-10-148,3-1 1,-1-15 83,1 0 1,-4-11 92,5 1 1,-5-4-55,-1-2 0,-7-6-107,-3-4 1,2-4 236,-2-1 0,-8 0 0,-5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4:15.860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1 169 7471,'2'-10'-255,"3"0"-4,3-1 0,8-4 163,-1 0 0,0 4-1,1 1 1,6 0 202,3-5-163,4 6 57,-5-5 0,12-1 0,-4-9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4:16.046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31 215 7569,'-11'0'-139,"1"0"246,7 0 88,-4 0 0,9-2 0,3-3 0,-2-3-378,7-8 130,8 1 1,-1 5-242,3-1 1,2 1 190,-1-5 1,1-1-222,-2 1 0,-3 0 175,4-1 0,-9 1 149,-2 0 0,0-1 0,5 1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4:16.563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138 46 7569,'0'-15'-420,"-6"0"0,-3 6 634,-6 4 0,-1 3 1,1 9-38,0 3 0,5 6-30,-1 4 0,3 6 6,-2 10 1,-2 3 20,7 7 0,-1 2-71,6 3 0,0-2 2,0 7 0,2-6-136,3 1 0,4-10 40,6-5 0,7-7 15,4-9 0,-2-1 89,1-14 0,-1 0-19,2-5 1,1-7-67,-7-3 1,3-11 4,-3-4 1,-3-6-10,3-5 1,-2 2 0,-3-7 1,-2 6-150,-2-6 1,-4 2 57,-7-2 0,0 3-92,0 7 1,-2 3 34,-3 2 0,-2 9 98,-3 7 0,-4 6 19,4-1 0,1 10-7,-1 6 0,2 9 19,-3 6 0,5 2 10,6 3 1,0 0 59,0 0 0,0-8-41,0-2 1,6-4 87,5-2 1,4 1-106,5-1 1,-3-7-1,4-2 1,1-5-19,-2-1 0,1 0 2,-6 0 0,1-7 8,-1-3 0,0-3-5,1-3 0,-1 1-151,0 0 1,-5-1 90,1 1 1,-3 0-59,2-1 0,2 1 47,-7 0 0,2 6 6,-2 4 1,-3 1 57,3-1 0,-1 4-6,1-4 1,-4 10 10,5 5 1,0 5 6,0 6 0,0-3-38,-1 8 0,-1-7 18,6 1 688,-7-3-275,11-1-215,-12-8 53,5-1 1,-7-9 269,0-3 1,1-5-273,4-11 0,-1 3-176,6-8 0,-5 1-460,5-6 0,1-5 257,4 0 0,0 0-838,1 6 1,1 1 977,3 3 0,-3-3 0,5 5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4:17.122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0 77 7569,'0'-16'-36,"2"1"0,3 1 0,4 2 0,1 4 0,0 1 0,2 4 0,2 1 310,1 2 1,0 0 0,2 2-121,4 3-129,-4 3 1,7 8 13,-4-1 0,-3 6-56,4-1 1,-9 6 67,-2-6 0,-7 6-153,2-6 0,-3 2 73,-2-1 0,-2-4-34,-3 3 0,2-8 21,-7-2 1,-1-1-11,-4 1 0,1-1 13,4-4 9,-3-4 0,11 8-53,-3-4 39,3-3 1,9 4 105,3-6 0,5 2-82,6 3 1,3-1 116,6 6 1,1-5-89,0 5 1,-2-5 10,-4 6 0,3-6-4,-8 5 23,0 0 132,-4 6 0,-9-1-88,-7 0 0,-14-5-70,-12 1 0,-3-1-64,-1 5 1,-6-1-152,0-4 1,0 2-11,6-7 0,-1 5-214,0-5 0,7 6 426,4-6 0,3 7 0,2-4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4:18.351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16 399 7569,'-9'-2'-132,"4"-3"421,4 4 147,1-6 1,1 12-171,4 0 1,1 12-30,9-2 1,-3 4-300,8-4 43,-3 1 1,5-1 31,4 0 1,-2-6-94,1-4 0,-6-3 49,2-2 1,1-2 86,-2-3 0,1-4-210,-6-6 0,-1-7 27,-4-4 1,2-1-19,-7 2 0,5-4 79,-5 3 0,0 4-27,-5 1-26,0 4 71,7 2 1,-5 8-6,3 7 0,-3 16 2,-2 14 0,0 8 389,0 8 0,0 7-141,0 3 1,0 5-107,0 6 0,0-4-44,0 3 1,0-4-120,0-6 0,-5-3 135,-1-7 1,0-9-3,1-6 1,-4-7 89,-6-9 0,-1-1-86,1-4 1,0-3-56,-1-7 1,-2-2 14,2-3 1,-8-10-138,9-11 0,1-8 63,4-2 1,7-5 104,-2 5 1,3 1-202,2 4 1,7 0-296,3 1 1,4 1 232,1 3 0,7 4 37,4 7 1,1-6 145,-1 1 1,8-1-87,-4 6 0,6-6 13,0 1 1,-2-2 89,7 1 1,-5 4 99,5-3 1,-7-2-111,1 1 0,1-4 64,-5 4 1,1-4-32,-11 4 0,-3 1-43,-7 4 1,1 1 80,-7 0 1,0-1-62,-5 1 1,-2 0 102,-3-1 1,-3 8-42,-8 3 1,1 3 4,0 2 1,-1 2-12,1 3 1,0 5 5,-1 11 1,1 1-51,-1 3 0,8 4 30,3-3 0,3-2-69,2 1 0,2-4 64,3 4 0,5-8-74,11-1 1,-3-3 77,8-8 1,0 0-3,4-5 1,3-1-34,2-4 1,-2-4 2,3-6 0,-4-7-88,-1-4 1,-2-5 93,-4-4 1,-3 9-177,-6 1 1,-1 1 95,0 3 0,-6-4-130,-4 4 179,3 1 12,-6 4 0,3 8 7,-10 3 1,-3 5 12,-8 5 1,1 3 36,0 8-61,-1-1 0,1 7-9,0 4 104,-1-4 1,8 5-75,3-6 0,-2-1 18,2-5 69,0 1 128,5-1-174,6-6 0,3-3 6,6-6 1,-1-1-19,-4-4 1,4-4 5,-4-6 0,4-1-134,1 1 1,0-2 76,1-3 1,-3 3-79,-3-4 0,4 4 79,-4 2 0,-1 1-24,1 4 45,-6-4 0,7 11 13,-5-7-51,-1 6 20,-5-3 0,0 9 141,0 3 0,0-1-67,0 6 1,5-5-7,0 5 1,5-5-4,-5 6 1,7-8 58,-2 2-99,4 4 0,1-3-2,1 5 0,4 1 23,1-7 0,-1 1-4,-5 0 0,1-3-104,-1 7 1,0-6 110,1 1-101,-1 3 108,0-6-1,1 5 61,-8-7 56,6 0 0,-12-2-133,3-3 1,-4-4 8,-1-6 0,-5-2 197,0-3 0,0-3-43,5-2 0,-5-4-244,0 3 0,1-1 9,10 2 1,-3 1-115,7 3 0,-5 9-11,6-3 1,-1 5-188,5-1 0,0 5 182,1 6 1,-1 0 174,0 0 0,8-7 0,0-2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4:18.643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230 16 7741,'0'-9'636,"2"2"-422,3 7 1,-3 2 205,3 3 1,-5 11-344,-5 9-74,-4 4 0,-8 4-114,-3 2 1,-2-2-286,-4 3 1,-3-4-1142,4-1 1537,-4 6 0,-2-5 0,0 6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4:18.969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47 73 7569,'-14'-15'0,"4"0"483,-4-1 764,12 1-894,-4 6 1,6 6-171,0 13 1,0 4-138,0 17-12,0 3 0,1 12-408,4 0 0,-3 5 256,3 0 0,2 0-258,-2-5 0,5 4 174,-5-4 202,1 3 0,7-10 0,4 7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4:19.505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62 285 7569,'-15'-14'207,"-1"4"1,3-7-73,2 7 0,5-1 11,6-4 0,0 0 25,0-1 0,6 1 12,5 0 1,7-1-70,3 1 1,8 0 80,1-1 0,3 1-143,8 0 1,0 1 55,5 4 1,0-2-43,0 7 1,-5 0-37,-1 5 1,-7 0-31,-3 0 0,-1 8-15,-8 8 0,-2 6 54,-9 8 1,-3 1-20,-7 0 0,0 6 50,0 4 0,-11 2-138,1-2 0,-7-2 83,7-3 1,-4-9 36,-1 4 1,6-11 94,4 0 34,-3-3-87,6-8-48,-5-2 1,14-16-43,3-6 1,9-2 12,2-9 1,4-4-94,-4-6 0,4-5 77,-4 5 0,4 6-90,-4 4 1,4 7-2,-4-1 42,-1 10 1,-5 3-13,1 7 40,-1 0 1,0 7-11,1 3 1,-6 3 19,0 3 0,0-1 52,6 0 0,-1-4-14,0-1 0,6-5 77,-1 5 0,6-6-62,-6 1 0,3-5 93,-3-5 1,-3-4-95,3-6 0,-1-1-5,2 1 1,-9-5 21,3-1 1,-5-6-54,0 1 0,-3-3-374,-7-1 1,0 1-114,0 3 212,0 4 0,-7 8 183,-3 4 1,-3 10 25,-3 10 1,-4 11 105,-1 4 1,1 9-43,5 2 0,1 5-77,4-5 0,3 5-24,7-5 1,7 5-628,3-6 1,10 1 723,6-5 0,10-1 0,3 1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4:20.006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1 345 7569,'8'-26'0,"-3"1"0,-3 6 236,5 4 1,-4 8 867,8 7-686,-1 0 0,3 8 78,-2 8 1,2 11-226,-3 9 1,2 8-89,-1 2 0,-5 0-199,-6 5 0,6-3 73,-1-2 1,0 0-242,-5 0 1,0-9 118,0-6-29,-7 0 1,4-16 144,-8 0 16,1-6 1,2-21-72,2-3 1,0-16-4,1 0 1,-1-11-123,6-4 0,2-9 94,3-11 0,5-4 71,11-7 1,-2 0-342,6 1 0,1 11-192,4 4 0,-1 21 161,-3 5 159,3 12 132,-5 1 0,-2 16 139,-7 6 0,-6 13 49,-9 13 0,-2 4-65,-3 6 1,-5 3-41,-11 7 1,3 0-23,-8 0 0,-1 0-154,-9 0 1,5-5-63,1 0 0,1-12-71,8 2 0,1-16-181,4 1-150,8-11 193,1 1 198,28-26 1,2 6 210,18-16 0,4 2 0,-6-2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4:20.338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1 207 7569,'22'-15'0,"-10"-1"15,3 1 0,-8 1 170,3 4 423,-6-3-180,3 11 0,-9-5-178,-3 7 0,1 2-93,-6 3 1,7 3-23,-2 8 0,3 4-17,2 1 0,0 6-75,0-2 1,0-1-181,0 2 1,0-7 127,0 1 1,5-3-104,0-2 1,7-6 38,-2-4 0,-1-3 148,1-2 1,0-9-76,6-6 1,1-2-9,3-9 1,-3 6-13,4-6 1,1 1 7,-2-6 1,6 0-109,-6 1 0,6-1 84,-6 0 0,1 7 20,-6 4 1,0 5 0,1 4 1,-3 3 0,-2 3 0,1 5 24,-7 0 0,0 3 95,-5 13 1,0-3-84,0 13 1,0-1 84,0 6 0,0-5-216,0-1 0,0-1 88,0 2 1,0-3-842,0-2 238,0-4 309,7 5 1,-4-13-54,7-4 1,-6-5 367,1-5 0,10-4 0,2-6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4:20.476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77 62 7569,'-15'-8'5,"0"-4"276,-1 7-56,8-7 1,-1 10 22,4-3 0,4 2-97,-5-3 32,5 5 1,2-6-561,5 7 1,2 0 104,7 0 0,1 5-320,-1 0 592,7 0 0,2 2 0,7 2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4:20.784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123 1 7569,'-16'15'573,"1"0"-266,0 1 0,-1 1 219,1 3 0,0 6-196,-1 9 1,8-2-141,3 3 0,3-4-7,2-1 1,9-2-1,6-4 1,7-3-44,9-6 0,6-8-123,4-3 1,-2-3 49,2-2 1,-7-7-96,2-3 0,-3-10-199,-3-6 1,-4 2 137,-1-1 1,-11-1-271,1-5 0,-4 1 174,-1-1 1,-3 2 103,-7 3 1,0 4-146,0 7 0,-7 1-256,-3 4 1,-4 3 273,-1 7 1,-2 4 232,-4 6 1,4 0 214,-3 11 0,4 2-168,6 3 0,-2 3-62,7 2 0,0-1-26,5 1 1,2-5 52,3-1 0,5-4 33,10 4-70,-3-13 0,19 15 0,-3-10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4:21.388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78 354 7569,'-16'0'341,"1"-2"615,0-3-716,6 3 0,0-5 150,4 7 241,4 0-369,-6 7 1,7 2-83,0 6 0,5 0-108,0 1 0,9 1-225,1 3 0,0-3 155,6 4 1,1-6-412,-2-5 1,3 2 132,-3-7 0,-3 0-64,4-5 1,-4-1 109,-2-4 0,-1-4-27,-4-6 1,3-1 106,-2 1 0,-3-7-30,2-4 0,-6-3 172,1-1 0,2-3-82,-2-2 1,2-3 93,-2-3 0,2-1 65,3 6 1,2 5 69,-7 5 1,5 8-69,-5-3 174,0 4-75,2 9 8,-5 1 1,6 7-157,-3 0 1,-1 2 35,6 3 1,-5-2-184,5 7 0,1 1-13,4 4 1,0 2-18,1 3 1,-1 4 96,0 7 0,-1 3 0,-4 7 0,2 2 35,-7 13 0,0 0 56,-5 5 1,0 2 179,0 4 1,-6 1-77,-5 4 1,-2-6 152,-3-10 0,-4-3 88,-1-7 1,-6-2 91,2-3 1,1-5-108,-2-10 0,2-4 18,-1-7 1,-3-6-95,8-4 0,0-5-27,4-5 0,6-5-241,0-11 1,6-10 65,-1-9 0,7-6-719,8-6 0,7-2 36,14-8 1,5 1-272,0 0 1,4 8 374,-4 7 1,-3 12 493,-3 8 0,-2 8 0,9-5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4:21.931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47 0 7569,'-16'16'132,"8"6"1,3 5 0,3 7 0,0 9 301,-3 6 1,3 7-394,-3 11 0,3-4 257,2 3-161,0 4 1,0-8-425,0-1 1,2-1 286,3-9 0,4 0 0,6-5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4:22.477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16 551 7569,'0'-24'73,"-7"2"0,6 2 16,-5-1 48,5 1 1,2 5 68,5-1 1,2-6-24,7-3 1,8-4-52,2-2 0,4 0-81,2 1 1,1-1-51,4 0 0,1 1 99,4-1 0,2 2-77,-7 3 1,1 4 25,-1 7 1,-4 1-48,4 4 1,-5 5 92,-6 10 0,3 10-25,-8 11 0,1 10-21,-6 5 1,-5 5 12,0 5 0,-6 3-145,1 8 1,-3-1 49,-2 0 1,-2-1-107,-3-4 0,3-5 86,-3-10 0,-2-5 166,2-10 1,0-4-125,5-7-39,-7-6 69,5-3 1,-4-19 111,6-8 1,0-8-135,0-6 1,1-3 38,4-3 0,-1-1-59,6 6 0,-1 7 202,1 8-9,3 4-149,-4 9 0,6 8-8,1 10 1,-6 10 43,0 6 0,0 3 98,6 2 1,-1-6-165,0 1 0,2-2 63,4 1 0,-2-4 71,6-11 1,1-3-74,4-7 1,-1 0 94,-3 0 1,3-2-53,-4-3 0,-1-9-36,2-6 0,-7-7-77,1 1 1,-3-3-111,-2-2 1,-1-4-273,-4-1 0,-3-5 197,-7 5 1,0 0-257,0 6 1,-5 6 200,0 3 0,-7 6 101,2 5 0,-4 11-44,-1 15 1,-1 8-19,1 11 0,0 5 192,-1 6 1,8-2 273,3-3 0,3 1-601,2-6 1,4 5-141,6-5 494,7-7 0,13 0 0,1-5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4:22.905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568 410 7569,'0'-44'56,"0"1"1,2 4-1,1 0 1,2 1-520,-1 1 1,-4 6 907,-6 5 1,3 1-188,-7-6 0,-2 9-73,-9 7 0,3 1-125,-8 9 0,1 7-7,-6 8 1,0 17 53,1 9 1,-1 20 121,0 11 1,2 14-472,4 11 1,10-42-1,1 1 293,0 5 1,2 0-1,0 0 1,0-1-102,-1 4 1,1 0 0,2-5-1,1-1-89,-1 4 1,-1-1-1,-6 37-411,2 5 0,0-17 435,-1-4 1,8-7 74,3-9 1,-2-8-300,2-7 0,0-8 339,5-13 0,-5-4 0,0-8 0,1-1 0,2 0 0,2-2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4:23.622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0 343 7569,'0'-8'679,"0"1"-496,7 7 1,1 0-132,8 0 0,1 0-198,3 0 0,2 0 34,4 0 0,8-5 101,-3-1 1,5-5-64,-1 0 0,4-2 25,8-3 0,-3 1-78,-3 0 0,-4-1 102,-6 1 0,0 0 45,-1-1 1,-6 1-5,-3 0 0,-6 4-26,-5 1 327,4 7-190,-13-4 29,6 7 1,-7 12-40,0 3 0,0 4-21,0-4 0,-1 6-14,-5-1 1,5 6 11,-4-6 1,3 6-37,2-6 0,-5 6-121,0-6-139,0 1 88,5-6 110,0-6 1,1-3 25,4-6 1,-1-8-2,6-7 0,0-3-23,6-7 0,-3-1-1,-3-4 0,9-1 19,-3 0 0,2 2 4,-2 4 1,-6 1 76,0 3 0,0 10-74,6-5 0,-6 11 64,0 0 1,-5 3-16,5 2 0,-4 7 11,4 3 1,-7 9-76,2 2 0,2 4-6,-2-4 1,7 4 51,-2-4 1,6-3 2,4-7 0,-3 0-173,4-5 1,1-3 36,-2-8 0,1-5 153,-6-11 0,0 2-72,1-6 0,-6-1 4,0-4 1,-6 1-45,1 3 1,-4-1-35,-1 6 101,0 1-5,0 5 1,-5 9-122,0 12 1,-7 11 45,2 18 1,2 6 236,-3 10 0,1 11 10,-5 9 1,1 4-106,4 2 0,-4 5 5,4 0 1,1-1-10,-1-4 0,0-2 71,-5-3 0,1-4-7,4-7 1,-9-8-48,4-7 1,-4-8 4,4-13 0,-1-4 139,1-11 0,0-3-126,-1-7 0,-4-9-101,-1-6 0,1-9-126,5-12 1,-1-6-324,1-15 1,6 1 349,4-10 0,12-4 80,8-2 1,8-3-977,7-2 1,1 9 377,0 7 0,4 8-53,1 12 1,7-1 266,-2 6 1,1 0 381,-1 5 0,2 1 0,-4-1 0,2 0 0,2 1 0,-3-1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4:23.806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93 0 7569,'-7'14'288,"-4"-4"0,3 4-41,-2-4 1,5-1-1,-6 1 0,3 0-163,-2 5 1,-2 1 77,7-1 0,0 0-238,5 1 1,0-6-87,0 0 0,0-5-92,0 5 1,1-4 47,4 4 1,-1-7-504,6 2 385,0-3 0,6-7 324,-1 0 0,7-14 0,2 2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4:24.477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 93 7569,'0'-15'-36,"0"4"60,0 1 0,0 5 279,0-5 110,0 6-645,6-9 159,-4 11 0,10-7 64,-7 4-77,7 4 1,-3-6 20,6 7 0,-5 0 106,0 0 1,-1 2-170,1 3 0,4-2-41,-4 7 0,4-1 94,1 1 1,-5 4 36,0-4 1,-1 5 8,1 6 1,4-4 24,-4 3 1,-2-3 4,3-1 1,-8-1 32,2 0 0,2 2-54,-2 4 1,0-9 126,-5 3 0,0-8 121,0 3 153,0-7-120,0 4-65,7-7 0,-4-8-146,8-8 1,-6 1-78,5-5 1,-7 3 10,3 1 1,0 1 96,0 0 1,0 6-264,-1 4 135,-3-4 64,12 8 0,-7 1-22,3 10 0,3 9-21,-2 1 0,2 2 57,3-1 1,-1-4 102,0 3 0,2-8-99,4-2 1,-2-6 4,6 1 1,-6-3 108,1-2 1,-3-7-66,-1-3 0,-1-4-24,0-1 0,1-8-65,-1-2 1,-5-2-117,1 1 0,-8-1 121,2 6 0,-3 1-197,-2 5 164,0 6 1,0 4 21,0 10 1,-2 7 231,-3 14 0,2 8-100,-8 17 0,6 3 224,-5 8 1,7 6-14,-3 3 0,-2 6-126,-2 5 1,1-4 57,-1 4 0,0-5-42,-6-6 0,1 1-63,0-11 1,-2 2 35,-4-12 0,-3-1-104,-6-9 1,-1-5-171,0-11 1,-4 1-283,-1-11 0,-5-3-2,5-12 1,-1-7-397,1-3 0,3-12 301,-2-9 458,2-6 0,3-16 0,-1-2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4:24.817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108 0 7569,'-20'0'631,"-1"0"-310,7 0-197,8 7 0,4 3 206,-3 11 0,3 8-61,-3 6 1,-2 15-102,2 1 0,-2 5-189,2 1 0,3-1-221,-3-10 1,4 3 208,1-8 0,0-3 111,0-3 1,0-9-1125,0-6 1,5-3 1045,0-1 0,7-8 0,-4-1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4:25.071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0 77 7569,'15'-15'-204,"2"1"40,4 4 1,-4-4 175,3 4 0,3 3 84,-3 2 1,7 3 26,-1 2 0,-2 2 7,1 3 1,-4 9 8,4 6 0,-8 6-40,-1-6 0,-3 6 6,-8-6 1,0 7 24,-5-1 1,-1 3-9,-4 2 1,-9-6-82,-6 1 0,-8-2-140,3 1 0,-4 2-225,-2-6 0,2 4 196,4-4 0,2-2 92,8-9-212,0 3-355,6-4 0,6-1 342,13-2 1,7-13 260,14-9 0,5-1 0,-1-8 0,8-8 0,-4-6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4:25.798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77 383 6651,'39'-36'-324,"-3"0"1,-9 5 445,-1 6-73,-8-1 1,3 2 324,-11 4 1,2 8 18,-7 2 1,-1 6-9,-10-1 1,-2 5-119,-7 5 1,-6 9-41,1 6 0,-8 8-87,3-3 1,1 4 54,-2 2 0,8 0-101,-3-1 1,4 1-4,2 0 0,1-6-134,4 1 1,3-8 42,7 3-265,0-4 238,0-9 1,7-1-25,3-7 1,4-7-4,1-3 0,-5-8 38,1-3 1,-1-6-49,5 1 1,1-3 18,-1-1 0,-5-1 0,0 0 1,-5 6 37,6-1 1,-8 7 0,6-1 17,-4 10-3,-4 3 0,6 9 146,-7 3 0,0 3-98,0 8 0,0 4 34,0 0 1,0 3-70,0-3 1,5-3 3,0 4 1,9-6 3,1-5 0,1 2-11,4-7 1,2 0 11,-1-5 0,4-1-8,-4-5 1,-1-2-55,-4-7 1,4-6 53,1 1 1,-1-8-73,-5 3 1,-1-4 9,-4-2 1,4 1-102,-4-1 1,-3 0 93,-2 0 0,-2 3-68,2 2 112,-3 4 5,5 6 89,-7 8 1,-5 3-77,0 10 0,-5 5 71,4 11 1,-4 2-44,5 8 1,-7 0-7,2 0 0,3 4 63,2 1 0,3 0 58,2-5 0,0-2-93,0-4 0,0-3 83,0-6-391,7-1 207,2-7 61,6-1 1,0-8-53,1-5-95,-1-2 0,0-7 75,1-1 1,-3 1 28,-2 0 1,2-1-78,-3 1 1,-1 1-121,1 4 1,-5-4 125,5 4 0,-4 2 17,4-3 1,-5 6-157,5-5 0,-5 7-58,5-2 182,-6-4 1,8 6-110,-7-8 1,7 8-8,-10-4-8,11 0 506,-11 6 1,5-4-34,-7 10-237,0 3 1,0 8 46,0-1 0,0 5 240,0 1 1,1-1-106,5-4 1,-5 1 9,4 3 1,2-3-137,-2 4 0,7-6-89,-2-5 1,4 2-232,1-7 0,2 0 143,4-5 0,-2 0-142,6 0 0,-4-5 104,4 0 1,-1-7 150,2 2 0,-4-11 0,-7-2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4:26.306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92 53 7569,'0'-15'198,"2"1"785,3 4-653,-3-4 0,3 19 114,-10 1 0,-4 12-213,-6 8 0,1 8-63,4 2 1,-3 1-77,2-1 1,5-4-52,0 4 0,0-5-182,0-6 1,1 3-67,5-8 1,2-5-353,3-4 1,-1-8-281,6 2 0,0-3 364,5-2 1,1-7 474,-1-3 0,0-11 0,1-2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4:26.697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0 14 7569,'0'9'-708,"2"3"648,3-7 64,3 0 1,8-5 50,-1 0 1,6 0 106,-1 0 1,7 0-219,-1 0 1,3 0 91,1 0 0,6 0-26,0 0 1,0-5 38,-6 0 0,1-2 5,0 2 0,-7 3 3,-4-3-13,-10-3 35,-3 6 1,-10-3 123,-7 10 0,-7 5-218,-14 11 1,0-3 78,0 8 0,1-2 8,-1 1 1,6 4-18,-1-3 0,7-4 81,-1-2 1,10-2-67,4-3 1,5 0 5,1 1 0,3-3-22,7-3 0,4 4-5,17-4 0,-2-1 15,12 1 0,-1-7 14,6 3 0,-1 0 70,-4-1 1,1 2-67,-6-2 0,-2-3 7,-8 3 1,-4 2-44,-7-2 0,-6 2 5,-4-2 0,-5-2-2,-5 8 0,-5-3-12,-11 2 0,-3 4-326,-6-4 1,-3 4 146,-3 1 1,4 1-452,-4-1 0,6 0 152,4 1 0,-1-6 441,6 0 0,1 0 0,4 6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5:00.885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62 0 7569,'-8'0'91,"-1"0"-91,4 0 0,3 0 0,-10 9 1222,7 6-749,0 0 1,0 19-167,0-3 1,0 10-142,5 0 1,0 3-334,0 2 1,0-5 167,0 0 1,0-5-639,0 5 0,7-7 389,3 2 1,2-6 134,-2-4 113,4 3 0,-6-12 0,7 5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5:01.109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31 123 7569,'-8'0'1061,"1"0"-878,7 0 1,-2 2 339,-3 3-281,3 10 0,-4 7-78,6 4 1,0 8-136,0-3 0,0 3-239,0-3 1,0 1 217,0 4 1,1-4-609,4 4 1,-1-4 102,6-1 0,-5-6-703,5 1 1200,1-7 0,4 3 0,0-7 0</inkml:trace>
  <inkml:trace contextRef="#ctx0" brushRef="#br0" timeOffset="380">338 200 6911,'0'-9'956,"0"-4"58,7 11-658,-5-12 0,6 13 108,-3-5-34,-3 5-215,12 8 0,-13 3-46,4 10 1,2-3 10,-2 4 1,0 3-24,-5 1 1,0 4-88,0 2 1,5 0-74,1-1 1,-1 1 39,-5 0 1,0-1-82,0 1 1,0-2 45,0-4 1,5 3-33,0-8 1,0 1 49,-5-6 41,0 0-99,0 1-256,0-1-104,0-7 1,-7 4 166,-3-6 1,-4-1-445,-1-5 1,0 0 70,-1 0 0,-4-2-123,-1-3 0,1-4 727,5-6 0,-7-7 0,-2-2 0</inkml:trace>
  <inkml:trace contextRef="#ctx0" brushRef="#br0" timeOffset="546">323 123 7569,'15'-7'0,"0"-1"260,1-8-174,-1 8 1,5-6 572,1 4 1,1 2-224,-1-3 0,-3 6-404,8-5 1,-6 7-165,6-3 1,-2 0-168,1 1 1,-3-1 112,-6 6 1,-1 2-69,0 3 0,-1-1 254,-4 6 0,4 0 0,-6 5 0</inkml:trace>
  <inkml:trace contextRef="#ctx0" brushRef="#br0" timeOffset="880">998 583 8381,'-16'-7'2177,"1"-1"1,0-6-1889,-1 4 0,1 3 1261,0 7-1003,-1 0 1,1 0-507,0 0 0,4 0-563,1 0 0,2 2-781,-3 3 1,-1-2 841,7 8 0,-2-1 461,2 5 0,4 7 0,-6 2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5:00.360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338 529 7649,'0'-16'0,"0"1"217,0 0 1,0-1 675,0 1-657,0 0 1,0-1 29,0 1 1,0 0-72,0-1 0,0 6-145,0 0 1,-1 1-24,-4-1 0,-4 2-126,-6 3 1,-8 3 121,-2-3 1,-4 12-83,-2 8 1,1 0 8,-1 6 0,0 3 89,1 1 0,6-3-45,3-1 0,6 1 65,5-2 93,3 1-85,7-6 1,3-1 7,8-4 0,0-3-61,15-7 1,0 0-7,4 0 0,1 0-64,0 0 1,4 0 89,1 0 1,0 2-108,-5 3 0,-6-2 57,1 7 1,-13 1-73,3 4 1,-11 0-10,0 1 0,-5 4-109,-5 0 0,-5 6 133,-11-6 0,-3 6-11,-6-6 1,-1 1-143,0-6 0,-4 6 45,-1-1 1,2-5-193,8-4 0,-1-6 77,6 5 0,1-7-203,5 3 499,6-12 0,-5-2 0,6-7 0</inkml:trace>
  <inkml:trace contextRef="#ctx0" brushRef="#br0" timeOffset="212">277 99 7569,'0'-23'-247,"0"-6"1235,-7 11-621,-1-4 1,-8 16-150,1 6 0,0 13-23,-1 13 0,3 16 239,2 9 0,-1 9-105,7 7 1,-5 2-254,5 8 1,0 2-71,5 2 0,0-2-248,0 3 1,7-6-597,3-4 0,5-6 455,6-10 1,3-3-529,6-7 1,1-1 910,0-4 0,-7-4 0,-2-6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5:04.168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47 353 7569,'-16'0'195,"6"-5"0,2-1-156,1-3-54,2 6 951,5-11-568,0 12 0,1-5-41,4 7 0,4 0-143,6 0 0,7 0-89,4 0 40,3 0 1,9-1-161,2-4 0,0-4 56,1-6 0,-1 1-110,6 4 1,-1-4-43,-4 4 0,-4-4-26,-6-1 0,-6 5 90,1 0 0,-12 6-12,1-1-38,-10-3-81,2 6 0,-7-3 188,0 10 0,-7 3-41,-3 8 0,-4 1 159,-1 3 0,-2 4-8,-4 7 0,4 6 12,-3 4 1,3 3-98,1 2 0,1-3 25,0 3 0,1-8-34,4 8 1,-2-4-66,7 4 0,0-5-705,5 0 0,0-7 352,0 2 0,5-5-696,0-6 1098,7-3 0,-4-6 0,8-1 0</inkml:trace>
  <inkml:trace contextRef="#ctx0" brushRef="#br0" timeOffset="354">952 93 7569,'-5'-21'170,"-1"1"1,0-1 306,0 6-173,5 6-202,-13 3 1,7 14-1,-3 8 1,-4 14 855,4 16-594,3 7 1,-6 17 152,3 7 1,1 1-425,-1 9 1,6-2-73,-1 2 1,5-7-12,5-13 1,7-4-74,14-17 0,1-7 125,14-19 1,0-1-84,5-14 0,-5 0 55,0-5 1,-9-12-20,-1-3 1,-2-12-367,-9-4 1,-4-1 390,-6-9 0,-8 5-498,-2-5 1,-12 7 207,-9-2 1,-8 11 128,-2 4 0,-4 11-21,-6 5 0,-4 7-70,5 8 1,2 7 24,2 14 0,4-1 204,1 1 1,7 0-18,4-1 0,3 1 0,2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4:13.609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215 86 7569,'-36'9'610,"1"-4"0,0-9-159,10-1-594,3 0 141,6-2 0,6 4 50,0-7 1,5 6 42,-5-1 0,6 2-85,-1-2 69,3 3 0,4-5 35,3 7 11,4 0 1,6 0-106,0 0 0,1 0-53,-1 0 0,0 0 74,1 0 1,4 7-15,1 3 0,-1 4 19,-5 1 0,1 2-75,-1 4 0,0-3 70,1 8 1,-8 0-17,-3 4 1,-3 1 8,-2 0 1,0 1 27,0 4 0,-2 3 91,-3 7 1,-3-2-106,-8-3 1,1 3 15,0-3 0,5 4-37,-1 1 0,3-5-2,-2-1 0,-4-4 5,4 5 1,1-5-74,-1 5 1,1 0 72,-1 5 1,-2 0-14,7 0 0,0-5 74,5 0 0,0-6-64,0 6 0,7-12 18,3 2 0,5-4-14,6 4 0,5-6 165,9 1 0,-1-6-45,7 6 0,-5-6-38,5 6 1,-5-2 31,5 1-220,-7 4 61,10 2 1,-12 3 15,4 7 1,-3-7 64,-3 2 1,-6 5-10,-3 5 1,-9 0-29,-2 5 1,-7 2-34,2-2 1,-12 9-9,-8 1 1,-7 0 4,-9 6 1,1 1 7,-1-2 0,-7 3-209,-2-3 1,-3 2 276,2 4 1,-2 1-49,8-6 0,-6 1-6,5-2 1,5-4 6,6-1 0,6 0 116,-1-4-115,2-5-24,10 8 1,-4-11 7,7 8 0,0-8-7,5 2 0,1 2-9,5-2 0,2 5-40,7-4 0,6-3 61,-1-8 0,8 5 194,-3 0 1,4-5-251,2 5 0,1-5-66,4 0 0,-5 5 140,-1 0 1,-1 1 106,-8 10 0,-1-6-61,-4 5 0,-3 0 145,-3 6 1,-3 1 19,-7 3 0,-1 2-77,-5 4 0,0 1-212,-5-6 1,-2 6 189,3-2 0,1-1-149,-1 2 0,5-2 24,-6 1 1,8 3-82,-2-8 0,3 2 13,2-1 0,0 1-116,0 3 1,2 3-28,3-8 1,-2 1 118,8-6 1,-6 5 28,5 1 1,-1 1 15,1-1 1,2-3 66,-7 8 1,0 0-36,-5 4 1,-2 1 10,-3 0 0,-3 1 25,-8 4 0,-1 3 106,-3 7 0,4-5 36,1 0 0,1-2-105,9 2 0,0 2-27,5-8 1,2 1 22,3-5 0,9 0-2,6-1 1,12-4-100,-1-1 0,8-6-160,-3 2 0,0 1-335,-5-2 0,-8 2-1589,-2-1 2117,-4-4 0,-3 9 0,-4-4 0,-5 3 0,-3-3 0,-2-3 0</inkml:trace>
  <inkml:trace contextRef="#ctx0" brushRef="#br0" timeOffset="71643">3359 5408 7569,'-15'0'284,"2"-1"749,2-4-489,4 3-299,7-5 1,2 2 24,3 0 1,6-2-76,9 2 1,4 3-1,6-3 1,1-2-59,0 2 0,5-5-82,-1 5 1,1-2-628,-5 2 1,0 3 353,-1-3 1,1-2-707,0 2 0,-8 0 48,-2 5 876,-4-7 0,-2 6 0,1-6 0</inkml:trace>
  <inkml:trace contextRef="#ctx0" brushRef="#br0" timeOffset="71792">3405 5639 7569,'7'8'1542,"7"-1"-1258,6-7 0,8 0-128,-3 0 1,11 0 72,5 0 0,5 0-61,5 0 0,2 0-1146,3 0 1,4-2 112,-4-3 865,4 3 0,8-11 0,2 4 0</inkml:trace>
  <inkml:trace contextRef="#ctx0" brushRef="#br0" timeOffset="55884">7240 608 7569,'0'-16'-43,"0"1"40,0 0 278,7-1-32,-5 1 1,4 5 344,-6 0-328,0 6-214,0-3 1,0 14-44,0 3 1,0 6 108,0 4 1,0-1-88,0 6 1,5 1 43,1 5 0,0-1-91,0 1 0,-3-5 14,7-1 1,-1-6-122,1 1 1,4-3 34,-4-1 0,5-8-123,6-3 1,-4-3-208,3-2 0,-5-2 182,-4-3 0,2-3 33,-3-8 209,-3 1 0,7-7 0,-6-2 0</inkml:trace>
  <inkml:trace contextRef="#ctx0" brushRef="#br0" timeOffset="56042">7240 255 7569,'-15'-7'767,"6"4"-798,4-8 1,3 6-230,2-5 0,2 7 133,3-2 0,4 3 52,6 2 1,0 0-388,1 0 1,4 5-14,1 0 475,-1 0 0,2 2 0,2 2 0</inkml:trace>
  <inkml:trace contextRef="#ctx0" brushRef="#br0" timeOffset="56250">7455 577 7569,'-9'0'319,"2"0"1,7 2-401,0 3 0,7-4-34,3 5 1,4-3-226,1 2 0,2-3-17,4 3 0,-2-3 76,6-2 281,-6-7 0,10-2 0,-5-6 0</inkml:trace>
  <inkml:trace contextRef="#ctx0" brushRef="#br0" timeOffset="56790">7792 623 7569,'-10'0'-453,"0"0"-564,6 0 1279,-2 0 1297,-1 0-1511,5 0-25,-5 0-27,7 0 1,2-5 176,3 0-87,4-7 1,6 3-56,0-6 1,1 0-39,-1-1 0,-5 1 28,0 0 0,1-1 6,4 1 1,-1-2-84,-4-4 0,2 4 99,-7-3 0,5 3-103,-5 2 0,0-6 79,-5 1 1,-1-1-15,-5 6 1,-2 5-40,-7-1 0,-1 8-215,1-2 251,0 3 0,-1 2-3,1 0 1,5 9 154,-1 6 0,8 0-54,-2 6 1,5 3 66,5 1 1,9-3-79,6-1 1,7 1-23,-1-2 1,-2 1 10,1-6 1,3-4-5,7-1 0,-7-7-59,2 2 0,-7-3-102,2-2 1,-6 0-331,1 0 1,-1 0 191,1 0 0,-8-5-393,4 0 0,-4-2 618,3 2 0,0-4 0,1-6 0</inkml:trace>
  <inkml:trace contextRef="#ctx0" brushRef="#br0" timeOffset="56937">8436 592 7569,'-23'-7'1463,"6"1"-1967,6-5-50,8-2 50,-11 11 1,7 2 503,-3 10 0,-3 4 0,4 1 0</inkml:trace>
  <inkml:trace contextRef="#ctx0" brushRef="#br0" timeOffset="61318">6949 1697 7569,'-9'-7'0,"1"5"413,2-3 118,5-4 1,-8 8-110,4-4 1,3 10-107,-3 5 0,5 9-218,5 1 0,-1 6-13,6-6 1,5 6-55,6-6 1,6 1 130,-1-6 0,8-5 21,2 0 1,-1-6-371,-4 1 0,5-10 26,0-5 0,-2-11-133,-9-4 1,2-4 128,-6-2 1,-1-1-76,-4-4 1,-3 2-1,-2-7 1,-5 2-2,-6-2 1,0 5-47,0 10 29,0 4 364,-6 14 1,2 4 2,-6 15 0,1 7 381,-1 18 1,2 10-233,3 10 0,3 6-128,-3 4 1,3 4 241,2 7 0,0-1 277,0 1 0,0-2-316,0-3 0,5 1-121,0-7 1,0-6-236,-5-9 0,0-5 41,0-5 0,-1-10-69,-4-11 1,-4-4 49,-6-6 1,-7-5-256,-4-10 1,-8-5-52,-2-11 1,-1-8-144,1-7 1,3-5 272,-2 6 1,4-8 48,5 2 0,4 4-248,7 1 0,5 3 53,-1 3 0,8 4 212,-2 1 1,5 4-67,5-4 0,5 6 193,11-2 1,8 3 36,7-3 0,8 4-18,2-3 1,2 3-71,8 1 1,-5-4 0,5 0 1,-5-3 50,6 3 0,-8 3 95,2-4 1,-3 3 4,-2-3 1,-2 4-126,-3-3 1,-5 3-138,-11 1 0,3 1 89,-8 0 1,-6-1-223,-9 1 237,-3-7 1,-6 5-15,-6-4 0,-2 11 17,-14 5 0,6 3 92,-6 2 0,1 7 363,-6 3 0,6 11-177,-1 4 1,7-1 59,-1 2 1,5-1-110,4 6 1,4 0-216,7-1 0,0-4 161,0-1 1,7-4 0,4 5 1,9-9-96,6-2 1,-3-1-183,3-9 0,6 0-272,9-5 248,-3-7 82,6-2 0,-6-11-57,2 0 1,8-8 66,-7 3 1,0-4-81,-10-2 0,-1 0 108,1 1 0,-7-4-8,-4 3 1,-3-1-61,-1 11 0,-8 1-105,-3 4 1,-3 1 309,-2 0 1,-7 6-70,-3 4 0,-4 5 87,-1 5 1,-5 5 22,-1 11 1,-4-2 13,4 6 0,-1 1-80,1 4 1,10 1 4,-5 0 0,9-6-16,-3 1 1,7-7-102,-2 1 1,5-3 12,5-2 0,-2-6 61,7-4 1,1-3-2,4-2 1,2-2-41,3-3 0,-3-5 2,4-11 1,1 4 20,-1-3 1,-1-2 5,-5 1 0,1 1-12,-1 4 1,0 1-9,1 0 1,-8-1-63,-3 1 70,4 6 214,-7 3-130,4 6-71,-6 0 0,0 6 8,0 5 1,0 2 5,0 3 1,0-1-30,0 0 0,0 1-11,0-1 1,5 0-42,1 1 1,6-3 68,-2-2-5,3-5 0,3-6-16,-1 0 0,0 0 6,1 0 0,-3-6 4,-2-5 0,2-2 2,-3-3 0,4-4-59,1-1 1,1-6-110,-1 2 1,-5-4-351,1-2 1,-3-3 197,2 3 0,2 4 299,-7 12 1,2-1 71,-2 1 120,-3 6 0,6 3-251,-2 6 11,-5 0 1,13 0 124,-4 0 1,4 5 107,1 0 0,2 2-211,4-2 1,2-4 43,8 5 0,2 0-156,2-1 1,-1 1 28,7-6 0,-5 0 80,5 0 1,-7 0-24,2 0 1,-4 1-9,-1 4 1,-7 4 175,-4 6 0,-3 2 298,-1 4 1,-8 3 310,-3 6 1,-10 1-291,-5 0 1,-11-2-117,-4-4 0,-11 2-263,-5-6 1,-3-1-284,-2-4 0,2-1 268,3 0 1,-7 1-34,7-1 0,-13 7 0,6 2 0</inkml:trace>
  <inkml:trace contextRef="#ctx0" brushRef="#br0" timeOffset="53418">1657 408 7569,'-10'0'0,"-1"0"92,8 0 1,-4-1 390,7-5-93,0 5-23,0-13-607,0 6 1,5-8 106,0 1 1,7-2-27,-1-4 1,1-2 144,-2-8 1,3 0-96,-2 1 0,-5-1 87,0 0 0,0 0-5,0 1 1,0 6 8,-1 3 1,-3 10-8,3 0 199,-3 8 0,3 3-55,0 10 0,2 11 38,-2 4 0,-1 11-113,6 5 0,-2 8 1,3 2 0,2 14-21,-3 2 0,-1 6-191,1 4 0,-5-1 220,5 1 1,-4-7-17,4-4 1,-7-9-122,2-6 0,-3-12 169,-2-8 0,0-8 133,0-7 0,-2-8-134,-3-3 0,-3-3-19,-8-2 0,-1 0-47,-3 0 1,1-7-110,-6-3 0,6-9 87,-2-1 1,4-1-9,2 6 0,5-5-15,0-1 1,4 2-12,-4 9 0,7-3-3,-2 2 0,3-2-57,2-3 1,7 1 5,3 0 0,9-1 78,1 1 1,7-5-1,-1-1 0,5-1 66,4 2 0,0 2-77,5-2 1,-5 8 51,0 2 0,-2 1-7,-3-1 0,1 3 101,0 7 0,-7 7-55,-4 3 0,2 11 12,-1 4 1,-3 11-42,-7 5 1,1 3-1,-7 2 1,1-5-84,0 0 0,-5-3 80,4-3 1,-3 0 254,-2-15-104,7 0 27,-5-11 1,6-2-169,-3-7 0,-1-12 9,6-3 0,-2-13-80,3-2 0,2-6-159,-2-5 0,2-3-54,2 3 0,1-2 113,-1 2 0,2 0 89,4 11 0,-9-1-32,3 16 1,-3-2-48,3 11 0,1 1 100,-1 5 0,-5 2 292,0 3 1,1 10-222,4 11 1,2-2-93,3 1 1,-3 1 70,4 5 1,-4-1 23,-2 1 0,6-2-718,-1-3 1,2 1 24,-1-7 636,-4 1 0,12-6 0,-5 0 0</inkml:trace>
  <inkml:trace contextRef="#ctx0" brushRef="#br0" timeOffset="55122">6258 960 7569,'-15'-13'377,"7"3"217,2-11-587,-2 11 0,4 12-98,-6 13 0,0 2-277,-5 9 1,-1-6-168,1 6 1,-2-6 534,-3 6 0,-4-1 0,-7 6 0</inkml:trace>
  <inkml:trace contextRef="#ctx0" brushRef="#br0" timeOffset="54087">3528 424 7569,'-8'-16'299,"-6"1"1,12 0-8,-3-1-123,4 1 1,1 5 68,0-1-101,0 8 1,6-4-13,5 7 1,2 7-105,3 3 0,-1 11 59,0 4 1,1 6-69,-1 5 0,0 0-87,1 10 1,-6-4 86,0 9 0,-7 2-71,3-2 1,0-1 27,-1-9 0,1-6 21,-6-9 1,0 1 72,0-6 1,-2-6 200,-3-5-286,-4-6 1,-6 2 4,0-6 0,-1 0-90,1 0 0,0 0 84,-1 0 0,1 0-40,0 0 0,4 0 33,1 0-32,7 0-12,-4 0 0,9 0 1,3 0 0,5-6 5,10-5 1,-1 3-3,7-2 0,-1-1-15,6-4 0,5-5 43,-1-1 1,3-6-22,-2 1 1,-2-3 3,7-1 1,-7-6 1,2 0 0,-11 2 34,-4 8 0,-1 4 221,-5 7-81,4 6 120,-17 3 0,5 12 9,-7 5 0,-2 9-103,-3 6 1,-2 4-13,-3 6 1,1-3-88,4 2 1,3 3-9,-3-2 1,5-6 98,5-4 0,-1-9-23,6-2 0,0-1-24,6-9 1,6 0-8,3-5 0,3-7-171,-3-3 0,3-7 101,-8-9 1,2 1-107,-1-11 0,-10 2-83,5-2 1,-11 4-102,0-4 1,-5-1 119,-5 1 0,-2 7 48,-3 8 0,-5 4-74,-1 2 1,1 6-142,-6 4 0,-1 5-70,2 5 0,-1 4 125,6 6 0,0 1-206,-1-1 477,8 0 0,-13 7 0,4 2 0</inkml:trace>
  <inkml:trace contextRef="#ctx0" brushRef="#br0" timeOffset="54619">4494 562 7569,'0'-23'83,"0"6"-42,0-3 1,0 3 94,0 2 0,0-1 256,0 1 0,0 5-415,0-1 90,0 8-126,0-4 97,0 7 1,2 0-17,3 0 0,4 2 72,6 3 1,2 4 65,4 6 0,-4 7-82,3 4 1,-4 4 54,-6 6-64,3-4-116,-11 13 0,5-11 86,-7 7 0,0-7-63,0 2 1,-2-11 38,-3-4 1,2-4-27,-8-2 1,1-1 19,-5-4 1,5-2-21,-1-2 32,1-5 0,0 6 36,0-7-86,6 0 48,-2 0 1,12 0 6,5 0 0,4-2-99,5-3 1,4 2-168,7-7 0,5-1 138,-1-4 1,8 0-41,-2-1 1,2-6 93,-3-3 1,-2 1-11,-7-2 1,-1 6-39,1-6 1,-7 2 26,-4-1 1,-4 3-1,-6 6 1,-2 6 213,-2 0 123,-5 6 1,-1 4-60,-10 11 0,-2 2 68,2 3 1,-4 6-81,4 3 1,3-1 58,2 2 0,3-7-72,2 1 1,12-3-48,4-2 0,9-6 20,1-4 0,3-5-30,1-5 1,1-4-187,0-6 1,-2-2-54,-4-3 0,-3-4-98,-6-7 0,-8 0-1,-3 1 0,-6-1-139,-10 0 1,-6 2-162,-13 4 0,-6 3 209,0 6 1,-5 8 25,5 3 1,-3 3-49,9 2 324,-11 7 0,22 8 0,-10 9 0</inkml:trace>
  <inkml:trace contextRef="#ctx0" brushRef="#br0" timeOffset="58865">2608 1773 7569,'-15'9'56,"-6"-2"0,1-7 61,1 0 0,7 0-171,2 0 0,1 1 372,-1 4 49,-4-3-604,6 12 1,-6-6 80,4 8 0,-2-1 73,7 0 0,-5-4 137,5-1 1,-2 0-86,2 5 1,3 1 14,-3-1-15,3 0 0,4-1 47,3-4 1,4-3 1,6-7 1,2-7-95,3-3 1,-1-4 33,7-1 1,-6-2-33,6-3 0,-8 3 59,3-4 1,-6 9 10,-5 2 1,2 5 62,-7-5 204,1 6-270,-6-3 0,0 14 4,0 3 1,0 4 44,0 1 0,0 2 108,0 4 0,6-4-188,5 3 0,2-4 75,3-6 0,-1-3-79,0-7 0,1-2 59,-1-3 1,0-9-4,1-6 0,-1-13-7,0 3 1,-1-11-11,-4 0 1,2-3 18,-7-2 0,2 0 10,-2 0 1,-3-2-175,3-3 1,-3 5 53,-2 0 1,0 13 231,0 13 0,5 3 85,0 2-49,0 6 0,0 11-128,0 13 0,5 16-26,-4 15 0,5 8 162,0 13 0,2 3 228,3 6 0,1 3-511,3 3 0,-1 1 255,6 4 0,4-5-194,2-11 1,2-4 90,-13-11 0,-1-5 198,-9-10 0,-3-10-152,-7-11 0,-2-4-28,-3-6 1,-5-3 8,-11-7 1,-3-9 21,-6-6 1,-1-9-115,0-12 1,2-3-86,4-7 1,-2 0-110,6 0 0,6 0 25,5 0 0,6 7-3,-1 3 0,5 5 62,5 6 0,0 1-20,11 3 1,-3 4-172,13-3 1,-1 4-210,6 6 1,0-3 523,-1 2 0,8-2 0,1-3 0</inkml:trace>
  <inkml:trace contextRef="#ctx0" brushRef="#br0" timeOffset="59063">3344 1589 7569,'-8'-7'1636,"3"-3"-1566,3-3 0,9 2 72,3 1 1,10 7-453,6-2 1,-1 3-27,6 2 1,-4 0-255,9 0 0,-2-2 419,2-3 0,-4 2 171,4-8 0,3 1 0,1-5 0</inkml:trace>
  <inkml:trace contextRef="#ctx0" brushRef="#br0" timeOffset="59638">3774 1221 7569,'-16'0'177,"-4"0"134,-1 0 1,4 0-114,2 0 1,3 7-24,-8 3 1,8 16-70,1 4 43,1 11 0,2 5 46,3 11 0,-2-3-12,2 2 1,0-1-267,5 1 0,5 0 4,0-10 1,8 2-133,3-12 1,1-7 88,8-9 0,-1-4 174,2-6 1,3-3-50,-4-7 0,4-4-5,2-6 1,-5 0 12,-1-11 1,-6-2 5,1-3 1,-4-3-172,-6-2 0,-3 1-4,-7-1 1,0 2-50,0 3 0,0 4 63,0 7 0,-7 1 172,-3 4 1,1 3 8,-1 7 0,1 2 75,-1 3 0,-2 5-128,7 11 0,0-4-11,5 3 0,2 4 116,3 2 0,3 1 160,8-1 0,1-3-89,3-2 1,4-9-91,7 3 0,-1-10-29,1 0 0,0-3-17,-1-2 0,1-2-2,0-3 0,-6-5 27,1-10 1,-7 1-12,1-7 1,2 6-63,-1-6 0,-3 2-109,-7-1 1,2-2 6,-3 6 125,-3 1 179,0 4-4,0 8-108,-5 1 1,4 14-47,-6 3 1,0 5 12,0 6 0,0 1 49,0 3 0,6-1 9,-1-3 1,5-2 5,-5 6 1,2-11 16,-2 1 406,-3-3-34,4-3-332,-6-3 1,0-12-37,0-5 1,0-9 13,0-6 0,0 1-241,0-6 0,0 4-343,0-9 1,7-3-466,4-2 0,9 9 447,6 1 1,3 10-331,1 1 1,8 10 799,3 5 0,3 3 0,2 2 0</inkml:trace>
  <inkml:trace contextRef="#ctx0" brushRef="#br0" timeOffset="60033">5660 1467 7569,'-22'0'212,"5"0"129,-3 0 0,3 0 324,1 0-97,1 0-387,6-7-127,2 5 0,16-6-97,6 2 1,9-2 189,12-7 1,1-1 35,4 1 1,9-2-400,-4-4 0,-2 6 9,-3 0 0,-7-1-26,2 6 0,-4 3 78,-1 2 0,-7 4 205,-4 1 0,-3 1-17,-1 4 1,-8 11 128,-3 9 1,-1 6-161,1 5 1,-3 5 5,3 10 1,-9-4 71,-1 5 1,-2-5 144,2-1 0,2 5-323,-7 1 1,6-6 60,-1-6 1,-2-4-327,2 5 1,0-12-18,5 2 1,0-11-172,0 1 1,2-6 52,3-5 498,3-3 0,14-7 0,2 0 0</inkml:trace>
  <inkml:trace contextRef="#ctx0" brushRef="#br0" timeOffset="64319">1442 3537 7273,'0'-10'163,"0"0"78,7 6 1,2-8-133,6 7 0,2-5-32,3 5 1,-1-7-38,7 2 0,-4-4-113,9-1 1,-8 0 61,13-1 1,-7-4 64,7-1 1,-4 1-99,-1 4 1,-2 3-95,-3 3 0,-3-2-177,-2 7 0,-4-2 49,3 2 174,-3 3 92,-8-5 0,5 14 0,-6 1 0</inkml:trace>
  <inkml:trace contextRef="#ctx0" brushRef="#br0" timeOffset="64484">1810 3399 7569,'-8'0'567,"1"2"-591,7 3 1,0 4 34,0 6 0,0 7-65,0 4 1,0 8 131,0 1 1,0 3-1,0-2 0,0-4-532,0 4 0,7-4-390,3-1 844,4 0 0,1-1 0,0 1 0</inkml:trace>
  <inkml:trace contextRef="#ctx0" brushRef="#br0" timeOffset="64921">2194 3108 7569,'0'-24'24,"0"2"141,0 6 142,0 8-147,-7 1 1,4 16 22,-8 6 1,8 9-1,-2 12 1,3 4-219,2 12 0,0-8-101,0 7 1,0-7-48,0 7 0,0-8 134,0-2 0,5-7 6,0 2 0,6-11-19,-6-4 0,7-11 61,-2-5 0,-2-3-1,3-2 0,-1-9-27,5-6 1,0-2 118,1-9 1,-1-4-55,0-6 1,1 2-8,-1 8 0,-6-3 1,3 12 196,-7-3-161,0 10 1,-5 6 64,0 14 1,0 4-101,0 17 1,2-4 4,3 9 1,0-4 51,10-1 0,-3-7-71,8-4 0,4-3 32,2-1 0,3-8 12,2-3 1,-1-5-18,1-5 1,0-5-102,-1-11 1,-6 3-164,-3-8 0,-4-1 167,-2-9 1,-7 4 40,-2-4 1,-6 4-361,-6 1 1,-2 2 48,-7 3 0,-1 11 296,1 10 0,0 3-55,-1 2 0,1 9-41,0 6 1,6 2 71,4 9 0,5 1 140,5 9 0,5-4-87,11 4 0,4-4 5,11-1 1,3-7-7,7-4 0,7 4 0,2 0 0</inkml:trace>
  <inkml:trace contextRef="#ctx0" brushRef="#br0" timeOffset="65618">3620 3215 7569,'-15'0'154,"-6"0"0,1 0 0,1 0 297,2 0 0,7 9-129,0 6-196,6 7 0,-2 9 10,6-1 0,0 8-150,0 3 1,1-2 82,4 2 1,-1-7 113,6 2 1,0-4-165,6-1 1,-1-6-276,0 1 0,1-7 148,-1 1 0,-7-3 74,-2-1 0,0-6-51,-1 0 0,2-7-372,-2 3 420,-3-5 1,5-2-16,-7-5 22,0-2 1,-5-12-53,0-1 0,-6-1-108,6 1 1,-5-2 154,5-8 1,-5-1-8,5-4 1,-6-5-132,6-10 0,0-4-8,5-6 1,0 1 297,0 4 1,0 10-74,0 10 0,5 11-105,0 4 0,2 6 127,-2 5 1,4 3 183,6 7 0,2 1-121,4 5 1,-3 9-46,8 10 0,-7 4 101,1 2 1,2 10-82,-1 0 1,-2 5-254,-9-10 1,-2 5 52,-3-6 0,-3 1 117,3-5 1,-5-7-84,-5-4 1,2-3-143,-7-1 0,-1-6 127,-4 0 1,0-7-64,-1 3-163,1-5 1,1-2-62,4-5 1,3-4-154,7-10 517,0 3 0,7-12 0,2 5 0</inkml:trace>
  <inkml:trace contextRef="#ctx0" brushRef="#br0" timeOffset="65967">3988 3292 7569,'22'-16'-1468,"-4"8"2276,4-6-107,-7 6-129,-6-1-231,-3 2-170,-6 7 0,-1 7 12,-4 4 1,1 2 11,-6 2 0,5 1-232,-5-1 0,6 0-81,-1 1 1,-2 4-6,2 1 0,0-1 87,5-4 0,0-1-212,0 0 149,0-6 1,2-2 81,3-7 0,-2-2 6,7-3 0,2-6-17,9-9 0,-4-2-93,3-4 0,-3-3-6,-1 4 1,-1-4 72,0-2 1,1 0 9,-1 1 0,0 6 165,1 3 0,-3 10-15,-2 0 0,-3 8-5,-3-2 1,-1 5-102,6 5 1,-7-2 25,2 8 1,2 4 107,-2 5 0,6 6-64,-6-6 1,5 3-272,-5-3 0,5-3-40,-5 3-487,7-3 193,-3-1 241,-1-8 1,1-1 103,-4-7 0,-3-2-51,3-3 241,-4-3 0,-1-14 0,0-2 0</inkml:trace>
  <inkml:trace contextRef="#ctx0" brushRef="#br0" timeOffset="66088">4341 2970 7569,'-5'-16'0,"0"1"0,-7 7 140,3-6-75,1 12-5,1-5-278,7 7 0,5 2 157,0 3 1,7 2-278,-2 3 0,9 4 338,2-4 0,6 4 0,-3 1 0</inkml:trace>
  <inkml:trace contextRef="#ctx0" brushRef="#br0" timeOffset="66421">4709 2924 7569,'-7'10'344,"-3"0"0,-3 5-167,-3 6 1,1 6 17,0-1 0,4 4-180,1 6 0,7-3 38,-2 2 1,3-2 18,2-3 1,8-4 95,8 0 1,1-13 10,8 3 1,6-11-235,5 0 1,1-7-27,-1-8 1,-2-2-31,7-14 1,-7-1 124,2-9 0,-4-1-209,-1-4 0,-2-3 11,-3 3 0,-9-2 5,-7 2 0,-7 4 107,2 6 0,-5 9-16,-5 7 0,-3 6-85,-8 9 1,-6 3 110,-3 8 1,2 6 154,3 13 0,-2 3-52,1 3 0,8-2-80,8 7 0,3-7-40,2 1 0,2-2 15,3-3 1,5-1 74,10-3 0,-1-4-17,7-7 1,-1-4 5,6-1 0,7-7 0,1 4 0</inkml:trace>
  <inkml:trace contextRef="#ctx0" brushRef="#br0" timeOffset="66844">2915 4381 7569,'-7'-9'315,"5"1"382,-3 3-211,-3 3-19,6-5-179,-5 7-153,7 0 1,2 0-8,3 0 0,5 0 45,10 0 1,-1 0 10,7 0 1,-1-5-356,6 0 1,1-5-162,4 5 0,-3-6-354,2 6 1,-2-5 346,-3 5 1,1 0-970,0 5 672,-7 0 636,-2 0 0,-14 7 0,-1 1 0</inkml:trace>
  <inkml:trace contextRef="#ctx0" brushRef="#br0" timeOffset="66975">3037 4565 7401,'-15'24'-52,"0"-9"1198,-1-8-837,8-7 1,8 0-115,10 0 0,7 0-241,9 0 1,6-2-105,14-3 0,2-3-487,3-8 0,-2 1 152,8 0 485,6-1 0,0 1 0,5 0 0</inkml:trace>
  <inkml:trace contextRef="#ctx0" brushRef="#br0" timeOffset="67626">4387 4120 7569,'-10'0'0,"0"0"0,6-2-918,-1-3 459,3 4 344,2-13 1,0 11-4,0-8 132,0 1 113,0-5 0,0 5-82,0-1 1,0 8 28,0-11 0,0 11 116,0-7 53,0 6 1,-5-4 17,0 3 1,-2 3 62,2-3-93,4 3-74,-13-5 77,5 6 0,1-6-28,-6 7-9,13 0-265,-6 0-68,7 0 380,0 0-195,7 0 18,-6 0 33,6 7-60,-7-6 1,2 6 40,3-7-2,-3 0-12,4 0-30,-6 0 1,0 2 37,0 3 28,7-3 12,-5 4-18,5-6 0,-7 0-9,0 0-42,7 0 0,-6 2 6,4 3-8,-3-3 1,-2 6-3,0-2 0,0 2-2,0 7 0,0 1 6,0-1 0,0 2-47,0 4 1,0 2 25,0 8 1,0 0-76,0-1 1,-2 6 77,-3 0 0,4 5-309,-5-5 0,0 5 123,1-6 1,-1 1 96,6-5 0,0-6-81,0 1 0,7-7-170,3 1 1,1-10-923,4-4 1234,-3-5 0,17-1 0,-5 0 0</inkml:trace>
  <inkml:trace contextRef="#ctx0" brushRef="#br0" timeOffset="68221">4801 4013 7569,'-15'0'618,"0"0"0,-1 1-318,1 5 1,0 4-106,-1 10 0,3 2-155,2 4 1,-1 3 106,7-4 1,0 4 47,5 2 0,2-5-90,3-1 1,4-6-106,6 1 1,0-9-98,1-6 0,6-4-89,3-1 0,-1-1 30,2-4 0,-6-6 84,6-9 0,-8 1 69,3-6 0,-4-1-25,-2-5 0,-6 2-58,-4 4 1,-3-4 18,-2 3 1,-7-3-112,-3-1 1,-4 2-22,-1 8 1,-6 0 42,1 9 0,-2 5 257,1 0 1,4 5-65,-3 1 1,8 0 195,1 0-84,8 0-138,-4 0 1,9 0 49,3 0 0,4 0 117,6 0 1,5 0-62,1 0 1,4 0-49,-4 0 0,4 0-37,-4 0 1,1 0 18,-2 0 1,-2 7-19,2 3 1,-3 3 20,-2 3 0,1 1-7,-1 3 0,-5 4-1,0 7 1,-4-1 0,4 1 0,-5 0 26,5-1 1,-5-4 10,5 0 0,1-8 94,4 3 1,0-4-75,1-2 1,1-6-11,3-4 0,-1-4-48,7-1 0,-1-3-92,6-7 0,1-7 122,4-14 1,-9 0 9,4 1 1,-11-3-386,1-2 1,-11-3-165,-5-3 1,-7-1-73,-8 6 1,-2 0 230,-13 5 0,-6 9 186,-5 7 1,-5 6-102,6 9 1,-6 7 8,5 3 1,2 6 24,8 4 1,6-3-13,10 4 1,3 1 196,7-2 0,7 1 0,1-6 0</inkml:trace>
  <inkml:trace contextRef="#ctx0" brushRef="#br0" timeOffset="68813">6228 3399 7569,'0'-15'7,"0"-6"0,0 1 0,0 1 399,0 2-51,0 9-79,0 1-139,0 0 1,-2 14 108,-3 3 0,-4 14 57,-6 17 0,-2 8-120,-3 18 1,1 4 22,-7 11 1,2-2-298,-1 7 0,1-5 156,3 5 0,11-9-247,0-1 0,7-9 119,3-12 0,8 2-371,7-7 1,8-6 32,7-10 1,1-4-213,0-5 0,4-4 359,1-7 0,5-1 254,-5-4 0,3-3 0,-1-7 0,3 0 0,-4 0 0,-3 0 0</inkml:trace>
  <inkml:trace contextRef="#ctx0" brushRef="#br0" timeOffset="69613">6611 3721 7569,'0'-10'262,"0"0"0,-5 5 802,0-5-713,0 6 0,0-1-47,0 10 0,-1 10-98,6 11 1,0 3-24,0 2 1,0 1-78,0 4 0,0-4-101,0 4 1,0 1-200,0-1 0,7 5-116,4-5 0,-3 0-321,2-6 1,-1 1 313,1 0 1,4-2-464,-4-4 1,2 3 779,-2-8 0,4 0 0,-6-4 0</inkml:trace>
  <inkml:trace contextRef="#ctx0" brushRef="#br0" timeOffset="69771">6964 3951 7569,'-15'-6'0,"6"2"769,4-6-195,-4 7-568,8-4 9,-6 7-1200,7 7 689,0 1 1,2 2 495,3 0 0,3-6 0,8 3 0</inkml:trace>
  <inkml:trace contextRef="#ctx0" brushRef="#br0" timeOffset="70076">7347 3767 7847,'-15'12'268,"0"4"0,4-4 119,1 8 0,5 4-19,-5 1-251,7-2 1,-4 6 39,7-4 0,1-3 20,5-1 0,4-11-233,10-5 0,2-3 0,4-2 1,1-2-16,-6-3 1,1-5 107,-2-11 0,-3-3-215,4-6 1,-9-6 3,-2 0 1,-7 0-81,2 6 0,-5-6 173,-5 0 1,-3 7 9,-8 9 1,-4 3-85,0 1 0,-1 8 38,6 3 0,-6 5-14,1 5 0,-1 3 37,6 8 1,0 4-166,-1 1 1,8 4-28,3-4 0,3-1-207,2-5 493,0 7 0,7-4 0,1 4 0</inkml:trace>
  <inkml:trace contextRef="#ctx0" brushRef="#br0" timeOffset="70343">7777 3614 7569,'-10'-9'5,"-1"4"1,6 4 34,-5 1 0,7 1 207,-2 4 0,-2 4 105,2 6 1,0 7 88,5 4-303,0 3 0,0 2 45,0-1 1,5 1 22,0 0 0,7-1-110,-2 1 1,9-2-42,1-3 1,1 3 71,-6-4 0,0-3 41,1-1 1,-3-4-151,-3-2 0,2 0-125,-7 1-16,1-8 1,-8 4 165,-3-7 1,-4 0 28,-6-5 0,0 0-573,-1 0 1,-4-1-249,-1-4 1,-1-1-771,2-9 1519,3 3 0,-5-17 0,6 5 0</inkml:trace>
  <inkml:trace contextRef="#ctx0" brushRef="#br0" timeOffset="70492">7716 3430 7337,'10'0'341,"0"0"0,0 5-417,6 0 0,6 0-140,3-5 1,-1 2-466,2 3 681,-1-3 0,6 5 0,0-7 0</inkml:trace>
  <inkml:trace contextRef="#ctx0" brushRef="#br0" timeOffset="70750">8206 3230 7569,'0'16'0,"2"1"166,3 3 0,-1 4 287,6 7 1,2 6-49,8 4 1,-3 4-121,4 1 0,3 0-251,1 0 0,-1 5 44,2 0 0,-8 0-92,3-5 1,-4 0 157,-2 0 0,-5-7 62,1-3 1,-8-4-252,2-1 1,-10-2-164,-5-3 0,-11-3-231,-4-2 1,-4-6 247,-2 1 1,0-1-365,1-5 1,1 2 40,3-2 1,-1 2-470,6-7 983,-6 0 0,3-5 0,-6 0 0</inkml:trace>
  <inkml:trace contextRef="#ctx0" brushRef="#br0" timeOffset="71080">8513 2878 7569,'0'-16'361,"0"6"111,0 0 1,2 5-143,3-5 0,-2 6 27,8-1 0,-1 2-248,5-2-66,0 3 0,8-10 140,2 7 1,6-5 22,5 4 1,1-4-173,4 5 1,2-5 21,-8 5 0,1 0-61,-5 5 0,0 0 59,-1 0 1,-6 6-81,-3 5 1,-6 4-5,-5 5 0,-3 6-59,-7 10 1,0 3 118,0 7 0,-12 0 19,-3 0 1,-6 5-859,1 0 0,1 6 809,-7-6 0,8 7 0,-4-4 0</inkml:trace>
  <inkml:trace contextRef="#ctx0" brushRef="#br0" timeOffset="80539">5062 5148 7569,'-15'-7'19,"6"-3"0,4-11 1,3-3-1,2 1 0,-1 0 585,-4 1 0,3 5-327,-3-3-227,-4 3 87,7 8 1,-11 2-326,3 7 0,-9 0 188,-2 0 1,-6 7-172,2 3 1,-4 11 117,-2 4 1,-5 3 104,0-3 0,2 4-105,9-3 0,-3 1 164,8-1 1,0-4 64,4-7 1,8 0-82,3 1 1,3-1-21,2 0 1,7-1 65,3-4 0,5 4-110,6-4 1,-3-1 59,8 1 0,5 0 9,4 5 0,1 1-93,-5-1 0,0 0-141,-1 1 1,1 4 61,0 1 1,-7 4 91,-4-4 0,-8 4-80,-2-4 1,-6 4 67,1-4 0,-5 4-73,-5-4 0,-4-1 64,-6-4 1,-6-1-2,1 0 0,-8-1-114,3-4 0,-4 2-159,-2-7 0,1 5-237,-1-5 0,5 1 196,1-6 1,6 0 315,-1 0 0,-4-14 0,0-3 0</inkml:trace>
  <inkml:trace contextRef="#ctx0" brushRef="#br0" timeOffset="80787">4924 4810 7569,'-15'0'12,"6"0"1,-5 0 188,4 0 1,2 4 98,-2 6 1,4 2-106,-4 13 0,2 10 0,-3 11 0,-1 8 232,7 13-214,0-4 1,5 6-254,0-2 0,7-7 76,3 6 0,4-6-555,1 6 1,6-3 62,-1-1 0,6-8-249,-6-3 1,6-5 704,-6-5 0,7 3 0,-3-4 0</inkml:trace>
  <inkml:trace contextRef="#ctx0" brushRef="#br0" timeOffset="80996">5369 5148 7636,'-2'-9'274,"-3"4"1,2 10-80,-8 5 0,1 16 264,-5 5-322,6 16 1,-3-6-324,7 10 0,0-1 168,5 1 1,0-3-638,0 3 0,5-3 655,0-2 0,14 0 0,-2 0 0</inkml:trace>
  <inkml:trace contextRef="#ctx0" brushRef="#br0" timeOffset="81225">5829 5178 7569,'-15'0'92,"-1"0"0,6 9 230,0 6 0,0 2 81,-6 9 0,3-1-102,2 6 0,5 2-152,6 2 0,0-2 57,0 2 1,1-2-181,4-2 1,11-3 104,9-2 0,6-5 75,5-11 1,-2-3-144,7-7 1,-5 0-175,4 0 1,-6 0-438,2 0 0,-5-2 296,-5-3 1,1 1-574,-7-6 0,1 5 66,-6-5 759,0 0 0,1-6 0,-1 1 0</inkml:trace>
  <inkml:trace contextRef="#ctx0" brushRef="#br0" timeOffset="81383">6044 5163 7569,'-14'7'0,"4"3"0,-4 4 272,4 1 0,-4 7 421,-1 4 1,5 4-593,0 6 1,6-2 28,-1 7 0,3 0-535,2 5 1,2-2 289,3-3 0,4 2 223,6-7-108,0 6 0,7-9 0,2 4 0</inkml:trace>
  <inkml:trace contextRef="#ctx0" brushRef="#br0" timeOffset="81622">6473 5286 6438,'-15'7'802,"-1"3"-259,1 3 0,0 8 203,-1-1 1,3 8-334,3-3 0,3 4-177,7 2 1,0 5-31,0-1 1,13-4-260,8-5 0,15-9-15,10-2 0,1-6 1,10-9 1,-8-4 105,2-6 1,-8-2-110,-2-14 1,-14 1-316,-2-6 1,-7 1 176,-8-1 1,-3-2-247,-7-2 0,-14 4 151,-7 0 1,-6 4-139,-3 12 0,-8-2 16,-3 12 0,-3 1 425,-2 9 0,0 11 0,0 7 0</inkml:trace>
  <inkml:trace contextRef="#ctx0" brushRef="#br0" timeOffset="83292">7363 5623 7569,'-16'0'0,"1"0"402,7 0-20,-6 0-240,12 7 0,-10 2-41,7 6 0,0 0-758,5 1 432,0-8 1,0 6 86,0-4 1,5-2 126,0 3 11,7-8 0,-3 11 0,6-6 0</inkml:trace>
  <inkml:trace contextRef="#ctx0" brushRef="#br0" timeOffset="83631">7577 5178 7569,'-23'-6'0,"6"-3"0,6-6 0,8-1 175,-2 1 1,1 5 793,-1 0-368,4 6-391,-6-9 1,14 6-16,3-3 0,5-2-178,6 6 0,2-5-11,8 0 0,2-2-34,2-3 1,3 3 163,3 2 0,1-2-90,-6 3 1,5-2-196,-5 1 0,0 3 74,-6 3 0,-1 3 82,-3-3 0,1 5 20,-6 5 1,-3 5 38,-8 11 0,2 3-59,-6 6 0,-1 3 1,-5 3 1,0 3 33,0 7 1,-7-4 4,-3 4 0,-4-8-444,-1 8 1,-1-4 12,1 4 0,5-6-245,0-5 0,-1 1 258,-4-5 0,5 3 371,-1-8 0,1-4 0,-5 0 0</inkml:trace>
  <inkml:trace contextRef="#ctx0" brushRef="#br0" timeOffset="83947">8452 4948 7569,'0'-15'405,"5"0"638,0-1-459,0 8-389,-5 1 0,0 21 374,0 6 0,-2 14-166,-3 7 1,-2 5-413,-3 5 0,-2-3 55,7 3 0,-2 2-714,2-2 0,4 5-21,-5-5 1,5 7 688,1-1 0,-7 2 0,-2 3 0</inkml:trace>
  <inkml:trace contextRef="#ctx0" brushRef="#br0" timeOffset="84718">1013 6866 7569,'-16'0'277,"1"-7"138,0-3 1,6 1 596,4-1-363,3 6-316,2-9 1,2 4-25,3-6 0,9 5-143,6-1 0,8 1 17,-3-5 1,11 0-197,5-1 1,3 3 82,2 2 0,2-2-422,3 3 1,-3-4-110,3-1 1,-3 4-316,-2 1 1,-7 7 222,-3-2 1,-6-2-748,-4 2 1300,3 0 0,-12 5 0,5 0 0</inkml:trace>
  <inkml:trace contextRef="#ctx0" brushRef="#br0" timeOffset="84909">1488 6697 7569,'-10'8'-71,"0"-2"1,5-5 352,-6-1 1,3 7 432,-2 3 1,-4 6-89,4 4-396,-4 4 0,1 12-200,2 0 0,3 1-181,3-1 0,3-4-103,-3 4 1,3-4 188,2-1 1,2 0 149,3-1 0,-2-6-301,8-3 0,-1-4-1947,5-2 2162,1-6 0,6-9 0,2-9 0</inkml:trace>
  <inkml:trace contextRef="#ctx0" brushRef="#br0" timeOffset="85325">1764 6497 7569,'9'-37'-45,"3"11"69,-7 1 451,0 6-226,-5 11 0,0 9 32,0 15 1,-5 6 158,0 8 1,-5 8-140,4 3 1,1 8-119,5 2 1,0-5-131,0-5 0,0-1 94,0 0 1,2-2-245,3-7 0,2-2 0,3-4 1,4-4-27,-4-11 1,4-3 68,1-7 1,0-2-73,1-3 0,4-5-32,1-11 0,-1-3 72,-5-6 1,1 1-98,-1 3 1,-5 4-107,0 7 367,1-1-25,-3 1 0,1 8 173,-4 7 0,-3 14-63,3 11 0,2-1 155,-2 2 0,7-1-64,-2 6 0,5-5-79,6-1 0,2-6-44,8 1 1,-2-8 42,-3-2 0,8-6-211,-4 1 0,-1-10-54,-3-5 1,-1-6-97,6-4 1,-7-4-101,-4-7 1,1-1-226,-6-4 1,2 2 33,-12-7 0,1 7 158,-6-2 0,0 9 41,0 1 0,-7 13-23,-4-3 1,-4 11 477,-5 0 0,3 17-37,-4 9 1,-1 6 72,2 4 1,1 4-291,9 1 1,-2 5-157,7-5 1,1 0 221,9-6 12,4 8 0,13-6 0,2 6 0</inkml:trace>
  <inkml:trace contextRef="#ctx0" brushRef="#br0" timeOffset="85852">3850 6927 7569,'-30'0'0,"6"-7"957,2 5-555,6 2 1,3 11 66,2 9 0,-1 6 29,7 9 1,-5 5-240,5 6-187,0-7 0,5 3 20,0-6 0,0 5-126,0-5 1,7-7 182,3-9 0,-2 1 218,3-6-878,-8-3 367,11-12 0,-7-14 10,3-6 1,2-16 27,-7-10 0,2-1-24,-2-10 1,3-6-3,8-8 0,-4-4-287,3-2 0,-3 0 272,8 1 1,4 1 71,2 3 1,-4 12-313,-2 14 0,2 9 74,-1 11 1,-1 6 453,-4 10 1,4 4 0,1 12 0,-3 4 112,-7 10 1,0 6-57,-5 10 1,-1 3 62,-5 7 1,0 0 16,0 0 0,-2 0-66,-3 0 1,-4 0-288,-6 0 1,-5-7 71,-1-3 1,1-5-190,4-6 0,1-3-45,0-6 1,6-6-527,4 0 38,-3-6 114,6 2 0,2-12 109,10-5 502,10-2 0,4-9 0,7-2 0</inkml:trace>
  <inkml:trace contextRef="#ctx0" brushRef="#br0" timeOffset="86172">4310 6774 7569,'16'-23'0,"-3"6"163,-2-3 135,2 3-103,-11 2 0,5 4 172,-7 1 57,0 7 1,-5 3-93,0 10 1,-7 5-170,1 6 1,-1 3-22,2 6 0,-2-1-105,7-3 0,-5 6 50,5-6 0,-2 4-155,2-9 1,3-1 134,-3-4 1,5-3-28,5-2 0,4-5-133,6-6 0,0-8-36,1-8 1,4-1 7,1-8 1,4-1 18,-4-4 0,6-1-90,-1 0 0,1-1 89,-2-4 0,3 5-54,-8 1 1,1 6 88,-6 9 1,0-1-28,1 1 0,-6 6 285,0 4 0,-7 5-45,3 5 1,-5 4-9,-1 6 1,0 1-153,0-1 0,2 2-66,3 3 0,-3-3-42,3 4 0,2-2-609,-2 1 574,7-3 0,-9 5 76,7-6 0,-5-8-1546,6-3 1628,-8-3 0,11-9 0,-6-1 0</inkml:trace>
  <inkml:trace contextRef="#ctx0" brushRef="#br0" timeOffset="86321">4648 6390 7569,'0'-15'831,"0"5"-323,0-1-278,0 8 1,2-4-172,3 7 0,-2 0-145,7 0 0,1 2-394,4 3 0,2-2 315,3 8 1,3-3-168,2 2 1,2 4 331,-6-4 0,13 11 0,-2 2 0</inkml:trace>
  <inkml:trace contextRef="#ctx0" brushRef="#br0" timeOffset="86638">5077 6467 7432,'-8'-7'-340,"-6"5"574,4-3 1,-4 3 472,-1 2 0,0 7-185,-1 4 0,1 9-169,0 6 0,4 4-63,1 6 0,7-2-107,-2 7 0,10-7-152,5 2 0,10-5 35,6-6 0,6-3-107,9-6 1,0-8 79,10-3 0,2-5-130,-2-5 0,-3-5-247,-2-11 0,-10-2 180,5-8 1,-7 0-74,-4 1 1,-6-3 77,-3-3 1,-11 4-356,-5-4 0,-3 6 160,-2 4 1,-7 6 139,-3 9 1,-9 4 181,-1 7 0,-8 7 250,3 4 0,-3 9 53,3 6 1,-2 8-179,6 1 0,8 3-109,7-2 1,5-4 46,1 4 0,7-4-508,3-1 1,10 0 470,6-1 0,3 1 0,1 0 0</inkml:trace>
  <inkml:trace contextRef="#ctx0" brushRef="#br0" timeOffset="87334">6611 6881 7179,'2'8'1046,"3"-2"0,4-3-454,6 2 1,2-3-258,3 3 1,4-5-153,7-5 1,0-4-175,-1-6 1,6-7-75,0-4 1,0 1-137,-6-6 1,1 2 51,0-12 0,-2 5-190,-4-5 1,2 1 11,-6-6 1,-2 5 118,-9 0 0,2 5 33,-7-5 1,5 12 29,-5-2 1,0 16 522,-5 0-213,0 10 1,-1 1 128,-4 14 1,-2 7-71,-4 14 1,0 1 47,5 4 1,1-2-145,5 7 1,0-5-19,0 5 1,7-7-97,3 2 1,4-4 14,1-1 1,7-7-184,4-4 1,-2-10 105,1-4 0,-4-5-78,4-1 1,-1-7 16,2-3 1,1-5-142,-6-6 1,4 3-29,-4-8 0,-1 2 88,-5-1 1,-4-4-10,-1 3 1,-2-1 44,3 1 1,-3 4 127,-3 7 30,-3-1 0,3 8 162,-10 3 0,2 3-35,-8 2 0,3 7 106,-2 3 1,-4 6 27,4 4 1,3-3-75,2 3 1,3 3-52,2-3 0,0 6-14,0-6 0,7 1-129,3-6 1,4-1 62,1-4 1,6 2-147,-1-7 1,0 0 33,-4-5 0,4 0-183,1 0 1,-1 0 10,-4 0 1,-6 0-43,0 0-82,0-7-79,6 5 125,-8 2 1,4 4-307,-7 6-222,0 0 424,-5 6 406,0-8 0,-7 6 0,-1-6 0</inkml:trace>
  <inkml:trace contextRef="#ctx0" brushRef="#br0" timeOffset="87521">6979 6053 7569,'-27'-9'626,"7"-6"-322,-1 6 0,19-11 412,-3 10 133,4 3-739,1 0 1,6 7-177,5 0 0,9 0-416,6 0 0,4 7 358,6 3 0,2-1-325,3 1 0,1 0 449,-6 5 0,7 1 0,-4-1 0</inkml:trace>
  <inkml:trace contextRef="#ctx0" brushRef="#br0" timeOffset="88029">7639 6528 7569,'-14'-2'41,"4"-3"48,3-3 1,7-2 195,0-1 0,0 1-68,0-5 0,0-1 196,0 1-215,0 0 1,2 1 37,3 4 0,-2-2-44,8 7 1,-1 0-23,5 5 0,7 0-14,4 0 0,3 1 23,2 5 1,1-1-112,4 10 1,1-3 114,4 8 0,-3-1-108,-8 2 0,1-3 32,0 8 1,-2-2-217,-4 1 1,-3 3-145,-6-8 0,-6 2-168,0-1 0,-6-4 37,1 3 0,-4-3-1090,-1-1 589,0-1 1,2-1 884,3-4 0,-3 3 0,5-4 0</inkml:trace>
  <inkml:trace contextRef="#ctx0" brushRef="#br0" timeOffset="88685">8728 6252 7593,'-16'-15'24,"3"-1"272,3 1 154,3 0 1,7 5 208,0-1-443,0 8 0,2-4-10,3 7 1,8 0-72,8 0 0,6 7-123,-1 3 0,4 5 91,6 6 0,-7 1-83,7 4 1,-9 8 56,4-4 0,-2 4-125,-9-3 0,1 0-182,-6-1 0,-5 1 126,0 0 1,-6-6 135,1 1 0,-10-7-78,-5 1 0,-4-3-210,-1-1 0,-2-8 36,-4-3 1,4 2 110,-3-2 1,-3 0 31,3-5 1,0 0-46,4 0 1,6 0-44,0 0 19,6 0 411,-2 0 0,7 0-136,4 0 0,11-5-122,9 0 1,6-7-70,5 2 1,0 1-107,10-1 1,-4 0 62,9-5 0,-3-6-4,-2 1 0,-7-1 161,-3 6 1,-4 1-166,-1 4-61,-7-4 158,-2 13 354,-13-6 0,-3 14-36,-6 3 1,-1 9 125,-4 1 0,3 7-147,-3-1 0,3-2 30,2 1 0,0-4-208,0 4 0,2-6 26,3 2 0,3-11 87,8-5 0,4 2-77,1-2 1,-1-2-297,-5-8 0,6-3 78,-1-8 1,-1 1-63,-9 0 0,2-8 5,-7-2 0,-1 1-78,-9-2 0,-11 1-302,-9-6 1,-4 2 228,-2 4 0,-5 2 96,1 8 0,-8 5-31,2 0 0,4 6-181,1-1 1,5 5 51,5 5 1,9-1-4,7 6 1,7-5 78,-2 5 275,3-6 0,16 9 0,3-4 0</inkml:trace>
  <inkml:trace contextRef="#ctx0" brushRef="#br0" timeOffset="89200">9848 6252 7725,'0'-15'560,"0"-1"-170,0 1 0,0 0 78,-7-1-193,5 1-9,-5 7-271,7 1 0,12 7 97,3 0 0,11 0 36,0 0 1,3 7 89,1 3 0,1 9-81,0 1 0,-6 6 3,1-6 0,-8 7-12,3-1 0,-6-2 10,-5 1 0,-3 1-37,-7 4 0,-1-4-123,-5 0 0,-2-3 84,-7 3 0,-2-4-49,-4-6 0,2-1-80,-6 0 1,6-5 98,-1 1 23,-4-8 1,7 4-99,-4-7-297,11 0 254,3 0 1,9 0-89,3 0 0,9 0 83,6 0 0,12-2-134,-1-3 1,5-3 42,0-8 0,3 1 101,7 0 0,-5-1-16,0 1 0,-7 1 2,2 4 1,1-4 2,-1 4 0,-7-4 25,-9-1 1,-3 7 115,-1 3 1,-6 3-9,0 2 135,-6 0 0,2 2 84,-6 3 0,0 3-108,0 7 1,0 1-6,0-1 1,7 0-57,3 1 1,4-8-9,1-3 0,2-3-17,4-2 1,-2 0-85,6 0 1,-4-2 57,4-3 0,-6 2-14,1-7 1,-8-2-95,-1-9 1,-3 4 100,2-3 0,-3-2-230,-7 1 1,-7-1-63,-3 2 0,-10 3-67,-6-4 0,-5 11-151,-4 5 1,-1 3-944,-10 2 1420,3 0 0,-16 7 0,4 1 0</inkml:trace>
  <inkml:trace contextRef="#ctx0" brushRef="#br0" timeOffset="95871">1366 8093 7718,'0'-16'794,"0"1"-498,0 0 1,5-1 58,0 1 1,0 5 20,-5 0-216,0 6 1,2-3 206,3 7-172,-4 0 0,6 9 63,-7 6 0,5 9-35,0 12 1,1 3-29,-6 7 0,0 5 11,0 0 1,0-5-169,0-5 1,5-7 65,0 2 0,7-5 55,-2-6 0,-2-3 1,3-6 1,-6-8 164,5-3-256,0-3 0,4-10-157,-4-8 1,4-6-317,-4-9 1,2 1 233,-2-1 1,2-5-277,-7 1 0,2 0 254,-2 10 1,-3 3 115,3 6 1,-3 6-185,-2 0 73,0 7 1,0 3 248,0 10 0,0 8 381,0 3 0,0 5-139,0-6 0,5 0-86,0-4 0,7-6-29,-2 0 0,4-6-21,1 1 0,0-5-21,1-5 1,-1-11-42,0-9 0,-1-4 0,-4-2 1,2-1-300,-7-4 1,0-2 2,-5-3 0,5-1-446,1 6 1,-1-5 318,-5 5 1,0 6-375,0 4 0,0 13-439,0-3 558,0 11 1,0 0 262,0 10 0,5 5 309,0 11 0,7 3 0,-4 6 0</inkml:trace>
  <inkml:trace contextRef="#ctx0" brushRef="#br0" timeOffset="96171">2056 8139 7569,'0'-9'1086,"0"2"-666,0 7 0,0 2 380,0 3 1,0 4-332,0 6 1,0 7-79,0 4 1,0-2-118,0 1 1,1-4-92,5 4 0,-3-6-81,7 1 0,0-4-112,6-6 1,-1 2 117,0-7-175,1 0 1,3-7-706,-4-3 0,4-3 393,-9-8 0,-2 1-745,3 0 1,-3-6 284,2 1 1,-3-7 81,-7 1 0,-2-3 757,-3-2 0,-3-6 0,-8-4 0,-6-3 0,-2-2 0</inkml:trace>
  <inkml:trace contextRef="#ctx0" brushRef="#br0" timeOffset="96613">2132 7909 7569,'-15'-16'0,"1"6"88,4 0 1,3 5 536,7-6-258,0 1-229,0-5 0,0 0-53,0-1 1,7 6-136,3 0 1,6 1 98,4-1 1,-3-4-123,4 4 1,-4 2-100,-2-3 1,0 3 75,1-2 92,6-4 0,-5 6 181,3-8 69,-9 8 1,-5-1 126,-6 4-23,7 3 1,-5-3-110,3 10 0,-5 11 51,-5 9 0,3 11 138,-3 5 0,-2 3-110,2 2 1,-2 7-250,2 3 0,4 1 86,-4 4 0,3-5 38,2 6 0,2-5-218,3-11 1,3-3-290,7-12 1,1-7 247,-1-4 0,0-5 43,1-4 0,-1-5 6,1-6 0,-1-8-44,0-7 1,6-13 82,-1-7 0,1-8-87,-6 2 0,5-10-160,1-5 0,-1-4 31,-4-1 1,-3-6-204,-3 1 1,-1-6 146,-4 6 1,-3-4-83,3 8 1,-2 6 308,2 15 0,-3 11-177,3 9 688,-3 4 0,-9 15-68,-3 8 0,-2 19 158,2 11 0,-4 8-324,4 7 1,3 9-5,2 6 0,-2 6 108,2-6 1,0 1-30,5-6 1,7-6-699,3-4 1,9-10 270,1-5 1,7-6-411,-1-4 1,1-4-166,-1-7 0,-2-1-420,-4-4 1,2-3 1090,4-7 0,3 0 0,-5 0 0</inkml:trace>
  <inkml:trace contextRef="#ctx0" brushRef="#br0" timeOffset="97431">3605 8338 7793,'-7'15'576,"5"-6"1,-4-1 685,6-2-922,0-5 1,1 6-158,4-7 1,4-7 131,6-3 1,1-5-81,-1-6 0,7-9-219,4-11 1,-3-4 46,3-1 1,0-6-59,4-5 0,-4-2-24,-1-3 0,-6 6-213,2 0 0,-6 1 176,-5-1 0,-1 7-6,-4 13 1,-3 7 218,3 14-176,-4-1 1,-2 16 181,-4 10 1,-4 18-16,-6 13 0,-1 10-9,1 5 1,0 16-111,-1 4 0,1 4-98,0-3 0,6-7 171,4-4 1,3-9-8,2-6 1,5-10 70,1-6 0,5-9-93,0-6 1,2-9 142,3-6 0,-1-4-97,0-1 0,2-11-195,4-5 1,-4-11-6,3-4 1,-3-5-247,-1-4 0,-1-3 259,0 7 1,-1-5 80,-4 5 0,4 2-876,-4 9 199,-3-4 698,0 12 1,-2 0 65,0 7 105,0 6-160,-5-3 1,7 9 64,3 3 1,-1-3-43,1 3 0,0 2 9,5-2 1,1 5-83,-1-5 0,2 2 33,4-2 0,-4-3-86,3 3 0,-3-3-41,-2-2-60,1 0 0,-1-7 148,0-3 0,-4-4-14,-1-1 1,-7-1-120,2 1 0,-3-5-171,-2-1 0,0-6-43,0 1 0,-7 4-176,-3 2 660,-4 9 1,-1 5 99,0 6 1,-1 8 159,1 7 1,0 9-97,-1 12 1,8 5 228,3 10 1,3-3-255,2 3 0,2-3 4,3-2 1,10-2-513,11-3 1,3-4 236,1-6 1,3-7-759,3-4 1,-2-3-125,7-1 1,-6-8 887,6-3 0,0-3 0,5-2 0</inkml:trace>
  <inkml:trace contextRef="#ctx0" brushRef="#br0" timeOffset="98047">6136 7909 7628,'8'-9'592,"-1"-5"7,-7 4 0,0 2-281,0-3 0,-2 1-123,-3-5 0,-3 5-39,-8-1 0,-1 8-90,-3-2 1,1-2-12,-6 2 0,-1 2 93,-5 8 1,-1 3-97,-4 8 1,9 4 69,-4 0 1,11 3-63,-1-3 0,6-3 27,5 4 1,3-4 182,7-2 0,7 0-112,3 1 1,10-3 71,6-3 0,3 4-58,2-4 1,4 4 2,1 1 0,0 1-118,-5-1 1,-6 2 16,1 4 1,-7-4-129,1 3 1,-5 2 126,-4-1 0,-5-1 35,-6-5 0,-1 1-443,-4-1 0,-11 0-37,-9 1 0,-6-1 11,-5 0 1,-1-4 135,-4-1 0,-2-7-270,7 2 0,-3-3-46,9-2 1,-3-2-149,13-3 1,1-3 340,9-8 1,3-1 347,7-3 0,7-4 0,1-7 0</inkml:trace>
  <inkml:trace contextRef="#ctx0" brushRef="#br0" timeOffset="98246">6105 7464 7569,'-7'-24'90,"-1"2"0,-3 12 140,1-1 1,0 8 368,-5-2 0,4 7 673,1 8-866,0 14 1,-5 18-63,-1 14 1,1 2-150,0 14 0,1 6-218,4 9 0,-2-2 328,7 2 0,-6-6-520,6 0 1,0-4 77,5-5 0,7 1-1048,3-7 1,6-4 1184,4-6 0,4 0 0,7 6 0</inkml:trace>
  <inkml:trace contextRef="#ctx0" brushRef="#br0" timeOffset="98760">6703 7771 8119,'-8'6'1985,"-1"11"-1317,4 14 0,-3 7-178,-8 8 1,6 6-209,0 5 0,1-4-87,-1-2 0,3 0-493,7-5 1,0 2-657,0-13 0,0 6 185,0-5 1,7-2 248,3-8 520,4-4 0,8-7 0,2 0 0</inkml:trace>
  <inkml:trace contextRef="#ctx0" brushRef="#br0" timeOffset="99037">7071 7786 7569,'0'-15'611,"0"6"0,-7 11-225,-3 13 1,-3 9 106,-3 12 0,3 0-252,2 10 0,0-4-58,5 9 1,-4 0 176,5-5 1,2 2-85,8-12 0,10-2-187,11-8 0,3-4 38,1-7 1,1-6-87,0-4 1,-1-10 141,1-6 1,-2-7 22,-3-3 1,-6-11-486,-10 1 0,-3-10-66,-7 0 1,-2-3 104,-3-2 0,-5 5 116,-10 0 1,1 12-178,-7-1 0,1 11 37,-6 3 0,5 8-37,1 8 1,6 7 111,-1 3 1,3 5-4,1 6 0,8-4-658,3 3 1,5 2 849,5-1 0,10-1 0,9-4 0</inkml:trace>
  <inkml:trace contextRef="#ctx0" brushRef="#br0" timeOffset="100071">7209 7740 7569,'0'-15'0,"0"4"420,0 1 32,0 7-239,0-11 0,0 11-7,0-8 1,-1 8 836,-4-2-152,3 3-632,-5 2 0,7 7-51,0 3 1,0 6 72,0 4 1,-5-1-63,0 6 0,-7 3-24,2 7 1,-4 5-13,-1 6 1,-2 0 22,-4 0 1,4 0-171,-3 0 0,-1-2-208,6-3 0,-4 1 198,9-6 0,3-5 62,2-5 0,3-8 301,2 3 0,7-4 17,3-2 1,4-6 19,1-4 0,7-4-141,4-1 1,3 0-61,2 0 0,1-1-9,4-4 0,-2 1-78,7-6 0,-5 0 68,5-6 1,-2 1-24,2 0 1,-4 5-597,-6-1 0,-2 1 41,-4-5 1,3 4-182,-8 1 1,-5 5 97,-4-5 263,-8 7 0,4-6-507,-7 4 0,-2 3-50,-3-3 0,-4 3 385,-6 2 1,0 0 148,-1 0 0,-4 0-861,0 0 0,-6 2 305,6 3 0,-6-3 120,6 3 0,-1 2 312,6-2 0,-2 0 339,-4-5 0,4 7 0,-5 1 0</inkml:trace>
  <inkml:trace contextRef="#ctx0" brushRef="#br0" timeOffset="100292">7317 7863 7569,'7'-24'-552,"-6"2"512,4 6 1,-3 1 39,-2 0 0,0 4 1994,0 1-544,0 7-874,0-4 1,0 10-262,0 8 0,0 2-109,0 18 1,0 0 420,0 15 1,-2-2-133,-3 12 1,2-5-186,-7 5 1,4-1-128,-4 1 1,5 2-779,-5-7 1,7 6-96,-3-6 1,3 0-569,-2-5 0,3-5 501,-3 0 757,3-7 0,-4 10 0,-3-5 0</inkml:trace>
  <inkml:trace contextRef="#ctx0" brushRef="#br0" timeOffset="100663">7823 7893 8269,'-15'0'1264,"-1"7"1,1 3-1044,0 11 1,-1 3 645,1 6 1,5 6-337,-1 0 1,8 5-194,-2-5 1,10-1-156,5-4 1,11-7 22,4-4 1,4-8-187,2-1 0,0-8-22,-1 2 1,1-10-114,0-5 1,-8-6 135,-2-4 0,-4-4-8,-2-7 1,-1 1-279,-4-1 1,-3 0-319,-7 1 0,-9-6 362,-6 0 0,-7 2 56,-9 8 0,1 4-302,-1 7 0,0 6 146,1 4 1,-1 10 60,0 6 0,6 2 74,-1 3 0,12 1-143,-1 3 0,10-1-197,0 6 0,5-4-181,5 4 0,5-6 707,11 2 0,3 2 0,6 1 0</inkml:trace>
  <inkml:trace contextRef="#ctx0" brushRef="#br0" timeOffset="100829">8452 8277 7569,'-16'0'1870,"1"0"0,5 0-1356,0 0-238,-1 0 91,3 0-161,1 7 1,9-6-207,3 4 0,10-3 0,9-2 0</inkml:trace>
  <inkml:trace contextRef="#ctx0" brushRef="#br0" timeOffset="101131">8743 7786 8567,'-31'0'499,"3"0"237,2 0 1,-1 0-176,6 0 0,1-2-75,4-3 1,6 3 82,0-3-363,7 4 0,3 1-15,10 0 1,10 0-1,6 0 1,8-6 3,2 1 0,8-5-12,2 5 1,0-5 6,5 5 1,-1-7 30,1 2 0,-4 3-24,5 2 1,-1 3-15,-5 2 1,1 0 22,-11 0 1,0 8-250,-5 8 0,-7 1-136,-4 8 1,-5 3-264,-4 7 0,-5 5 241,-6 6 0,-6 0-119,-5 0 1,-2 1-168,-3 4 1,1-8-364,0 3 1,-1-5 444,1 0 1,5-4 99,0-6 0,6-2 305,-1-3 0,-3-4 0,-1-7 0</inkml:trace>
  <inkml:trace contextRef="#ctx0" brushRef="#br0" timeOffset="101300">9771 7633 7569,'15'-9'1284,"-6"-5"0,-2 14-595,-7 0 0,0 11 174,0 14 0,-12 9 13,-4 17 1,-9 9 254,-1 6 0,-5 15-685,-4 0 1,2 6-408,-3 0 1,4-2-647,1-3 0,6-3-816,-1 2 1,13-7-3016,-3-3 4438,11-6 0,-8 3 0,4-6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6:08.511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77 230 7569,'-9'-15'87,"2"-1"106,7 1 0,-5 5 310,0 0-263,0-1 0,5-4-100,0 0 1,2 6 54,3 4 0,-2 3-143,8 2-33,-1 0 1,5 7-33,0 3 1,1 6 40,-1 4 1,1 4-155,-1 7 1,-2-1 0,-2 1 1,1 0 107,-7 0 1,5-1-8,-5 1 1,0-6 30,-5 1 1,-7-6 1,-3 6 0,-3-7-15,-3 1 1,-1-3 1,-3-1 0,1-3 2,-7-3 1,8 2 2,-3-7 0,4 6 45,2-6-1,-1 0 54,8-5 1,1-2-85,7-3 1,2 3 166,3-3 0,3 4-68,8 1 1,4 0-38,1 0 0,1 0-65,-2 0 1,-1 0-119,7 0 0,-6 0 10,6 0 0,-6 0-235,6 0 0,-8 0-1,3 0 1,1 5 119,-2 0 0,3 0 34,-3-5 1,-3 0-91,4 0 268,-4 0 0,-2-7 0,0-1 0</inkml:trace>
  <inkml:trace contextRef="#ctx0" brushRef="#br0" timeOffset="275">552 153 7386,'9'-17'0,"-2"-1"-46,-1-3 1,-4 1 435,3 4-163,4 1 0,-8 0 426,5-1-176,-5 8-170,-1 1 0,5 9 6,1 3 0,-1 12 73,-5 14 1,0 8-209,0 12 1,0 5-114,0 11 0,0 3-133,0 6 1,0 9-707,0 7 1,0 7 186,0-45 0,0 0 429,0 0 0,0-1 0,0-2 0,0-1 0,0 48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6:07.513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53 261 7019,'-9'-10'-385,"4"0"1,-1 5 525,0-6 0,0 6 263,1-5 1,3 5-270,-3-5 0,3 5-71,2-6 1,0 6-83,0-5 103,0 7 1,0-6 75,0 4-8,0 3-50,0-11 1,0 9-17,0-6 0,2 7-135,3-2 1,-2-2 76,7 2 1,1 0-32,4 5 1,5-6 1,1 1 1,1 0-2,-1 5 1,-3 0-11,8 0 0,-6 0-7,6 0 1,-6 0 36,6 0 1,-7 0-3,1 0-71,-3 7 0,-8 2 67,-4 6-75,-4 0 1,-4 1 26,-7-1 0,-2 5-3,-14 1 1,1-1 2,-6-4 1,0 1-5,1 3 1,4-3 15,1 4 0,6-10-31,-2 0-11,-2-1 49,5 5 197,3-6-146,8 4 1,14-11 5,3 3 1,11-3-20,4-2 1,4 0 2,2 0 0,0 0-10,-1 0 1,1 5 0,0 0 1,-1 7 24,1-2 1,-2 4-20,-3 1 0,1 1-18,-7-1 1,6 0 30,-6 1 0,-4-1 2,-6 0 0,-7 1 11,2-1 0,-3 0 66,-2 1 0,-2 1-80,-3 3 1,-8-3 1,-8 4 1,-6-3 93,1 3 0,-3-4-67,-1 3 0,-6 3-122,0-3 0,-5 0 40,5-4 0,1-1-119,4 0 1,2 1 10,3-1 1,-1-1-414,7-4 321,-1-3 131,6-7 1,8 0-429,7 0 0,9-2 516,11-3 0,4-10 0,7-9 0</inkml:trace>
  <inkml:trace contextRef="#ctx0" brushRef="#br0" timeOffset="383">866 169 7349,'-5'-10'-219,"0"0"695,-7 0 1,8-1-192,-6 1 0,5 7-128,-5-2 1,5 3 2,-6 2-292,8 0 10,-11 0 214,13 7-63,-6 1 1,9 8 62,3-1 1,3-2-110,8-2 1,1 4-4,3 0 0,-1 1 8,6 4 0,1-3 32,5-1 0,-6-1 1,1 0 1,-8 6 6,3-1 1,-4 2-6,-2-1 1,-4-4-22,-1 3 0,-7 2 18,2-1 1,-5-1 109,-5-4 1,0-1-111,-10 0 1,1 1 5,-11-1 0,-1 0-82,-5 1 0,-1-3-152,-4-2 1,4 0 10,-4-5 0,4-1-187,1-5 1,5 0 0,1 0 0,6-5-24,-1-1 407,9-12 0,-2-6 0,4-15 0</inkml:trace>
  <inkml:trace contextRef="#ctx0" brushRef="#br0" timeOffset="534">912 77 7569,'15'-7'8,"-6"4"134,-4-7 0,2 5 64,-2-6 1,0 6 160,-5-5-275,7 7 57,-6-11 0,8 12-622,-4-3 411,4 3 0,6 2-166,0 0 1,2 0 171,4 0 0,-2 7 56,6 4 0,1 2 0,4 2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6:17.588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16 62 9179,'0'-9'1041,"7"-3"-611,3 7 0,4-2-256,1 2 1,0 3-194,1-3 0,-1 4-197,0 1 0,6-6 222,-1 1 1,1 0-576,-6 5 0,0 0 73,1 0 1,-1 0-226,0 0 1,-5 0 323,1 0 0,-8 7 397,2 3 0,-10 4 0,-3 1 0</inkml:trace>
  <inkml:trace contextRef="#ctx0" brushRef="#br0" timeOffset="143">62 215 7569,'-17'7'1160,"-4"-6"1,15 8-318,-5-4-375,4-3 0,14 5 197,4-7 0,4 0-646,5 0 0,4 0 56,7 0 1,0 0-794,-1 0 1,1 0 17,0 0 0,4 0-351,1 0 0,0 0 1051,-5 0 0,-1 6 0,1 3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6:19.239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31 215 7569,'-9'0'0,"-4"-7"452,11 6 726,-5-13-977,7 12 1,2-6-5,3 3 1,4 3-200,6-3 1,7 1 11,4-1 0,8 2 90,1-7 0,6 6 18,-5-1 0,5 3-1,-5 2 1,-2 0-149,-9 0 1,3 0-252,-8 0 1,1 0-84,-6 0 1,-7 7 174,-2 3 1,-5 4 107,-1 1 1,-8 1-52,-8-1 1,-4 6-105,-6-1 0,-3 6 120,4-6 1,-4 0-15,-2-4 0,1-1 196,-1 0 0,7-4 313,4-1 1,3-2 51,1 3 1,8-3 16,3-3-234,3-3 0,4 10-158,3-7 1,5 5-68,10-5 0,-1 2 127,7-2 1,-1-3-3,6 3 1,0 2-148,-1-2 0,-4 7-247,-1-2 1,-1-1 81,2 1 0,1 0 67,-6 6 1,-1-1 114,-5 0 1,1 1 14,-1-1 0,-6 0-3,-4 1 0,-4-1-28,-1 0 0,-6 1 6,-5-1 1,-4 0 81,-5 1 1,1 1 145,-7 3 1,2-3-246,-1 4 1,-4-6 69,3-5 0,4 4-346,2-4 0,-3-1-11,3 1 1,5-7-626,4 2 455,1-3 501,2-2 0,1 0 0,7 0 0</inkml:trace>
  <inkml:trace contextRef="#ctx0" brushRef="#br0" timeOffset="364">874 307 7569,'-5'-10'0,"-1"1"553,-3 3-277,-1-6 1,0 10-211,-1-3 1,6 3 41,-5 2 1,7 2-105,-3 3 1,5-2 51,1 8 1,0-6 97,0 5 1,1-2-21,5 3 0,2 2-66,7-2 1,1 7-8,-1 3 1,2-1 45,4-4 1,-3 4-58,8 0 0,-7 1 73,1-6 0,-3 6-138,-2-1 0,-4 1 18,-1-6 0,-2 0-66,3 1 1,-4-1 115,-7 0 0,-2-5-16,-3 1 1,-4-1-60,-6 5 1,-6-5-116,1 1 0,-6-3-237,6 2 1,-6-1 165,6-4 1,-6-3-313,6 3 1,-6-3 76,6-2 1,-2-5-494,1-1 936,4-6 0,-5-3 0,7-9 0</inkml:trace>
  <inkml:trace contextRef="#ctx0" brushRef="#br0" timeOffset="508">798 338 7569,'29'-7'71,"-4"-3"89,-3-4 1,-1-1 22,-1-1 1,1 3-1,-6 3 1,6-4 42,-1 4 1,0 3-23,-4 2 0,-1 1-340,1-1 1,-1 4 182,0-5 0,1 5-599,-1 1 0,0 0 93,1 0 1,-5 0 458,5 0 0,-4 7 0,10 1 0</inkml:trace>
  <inkml:trace contextRef="#ctx0" brushRef="#br0" timeOffset="900">1442 184 7229,'0'-8'-340,"0"-1"649,0 4 1,0 2-38,0-7 0,2 6-104,3-1 1,-2 3-30,7 2 1,1 0 0,4 0 0,0 2-34,1 3 0,4 4-30,1 6 0,-1 2 28,-5 4 0,1 2 31,-1 8 0,-1 0-114,-4-1 1,-2 1 6,-2 0 0,-5 0-64,4-1 0,-5 1 123,-5 0 0,-3-8-4,-8-2 0,1-4-30,0-2 1,-6-1-96,1-4 1,-7-3 25,1-7 0,4 0 58,1 0 1,4-2 30,2-3 1,5 2 23,0-8 0,6 6 18,-1-5 0,3 5-57,2-5 1,7 6 4,3-1 1,6 2-37,4-2 0,4 3-95,7-3 0,-1 3-236,1 2 1,-2 0 145,-3 0 1,3 0-391,-4 0 0,4 0 55,2 0 0,-6 0-138,1 0 0,-6 0 303,6 0 0,-7-1 328,1-5 0,-3-2 0,-2-7 0</inkml:trace>
  <inkml:trace contextRef="#ctx0" brushRef="#br0" timeOffset="1084">1902 230 7569,'0'-30'0,"0"-1"0,0 0 0,0 1 0,0 4 593,0 1-290,0 13 0,0-9 264,0 11-177,7 3-227,1 0 1,6 11-22,-4 6 0,2 2-105,-7 14 0,0 6 146,-5 9 1,6 3 4,-1 2 1,0 0-395,-5 0 1,5 2-506,0 3 0,5-3-154,-5 3 1,7-9 864,-1-1 0,2 0 0,2 5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6:21.435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93 108 7569,'5'-15'0,"0"0"0,-2-1 351,-1 1-128,-2 6 0,0-4-71,0 3 6,0 3-139,0 0 0,-2 9 124,-3 3 0,2 3 45,-7 8 1,4 8 38,-4 6 0,5 8 64,-5 8 1,1 1 84,-1 5 1,-3 2-76,2 7 0,5 1-255,0-1 1,5-5-95,1 1 0,0-8-208,0 2 0,7-3 271,3-2 1,3-2 118,3-3 0,6-3-529,3-8 1,-1-1-1563,2-3 1957,-7 3 0,10-12 0,-6 5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6:21.778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15 106 7569,'-6'-24'228,"4"2"0,-5 7 219,7-1 0,0 6 242,0 0-347,0 7 0,0-3-146,0 12 0,0 2-44,0 7 1,0 9 30,0 7 1,0 0 11,0 4 0,0 3-147,0-2 1,0 5-209,0-6 1,5 1 194,0-5 0,6 0 68,-6-1 1,7-4-1362,-2-1 0,-2-4 405,3 4 1,-6-6-384,5 2 1236,0-4 0,6-2 0,-1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6:22.670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93 829 7569,'6'-24'0,"-4"-5"427,5 5-290,-7-6 1,0 4 45,0 1 1,0 11 11,0-1 0,-2 8 99,-3-3 1,2 8 137,-8 2 1,1 3-195,-5 13 0,5 1-43,-1 8 0,3 9-26,-2-3 0,-2 5 106,7 0-268,0-4 19,5 12 1,0-11 156,0 2 1,6-2-19,5-3 1,4-4-220,5 0 0,-1-9-164,7-2 1,-8-1-68,3-9 1,-4 0-19,-2-5-71,1 0 1,-8-2 64,-3-3 0,-3-4-74,-2-6 0,-9 2 158,-6 2 1,0-1 35,-6 7 1,-1-5-54,2 5 0,-1 0 113,6 5-91,0 0-146,-1 7 25,8 1 0,4 6-116,14-4 457,1-3 0,18-7 0,-5 0 0</inkml:trace>
  <inkml:trace contextRef="#ctx0" brushRef="#br0" timeOffset="284">292 400 7569,'-15'-24'0,"-8"2"0,6 8 0,-3 4 729,3 3-74,2 7-358,6 0 0,-3 2-91,7 3 1,2 3 21,8 8 0,3 6 67,8 3 0,6 11-109,3 5 0,6 5 11,5 5 0,-4-3-2,4 3 0,-2 4-12,2 1 1,-4-3-157,4-2 1,-9-2 50,-1 2 0,-7-3-115,1 3 0,-3-8-107,-2-2 0,-6-7-114,-4 1 1,-3-2-11,-2-2 1,-4-8-127,-6-2 0,0-4 220,-11-2 0,-2-1 14,-3-4 0,2 2-880,-1-7 0,-1 0 43,-5-5 997,7-7 0,-5-8 0,6-9 0</inkml:trace>
  <inkml:trace contextRef="#ctx0" brushRef="#br0" timeOffset="699">783 47 7569,'0'-10'365,"0"-1"-114,0 8 1,1-9-17,5 7 1,-3 0 440,7 5-485,-6 0-119,9 0 1,-6 2 209,3 3-214,4 3 0,-6 7 322,8 1-207,-8-1 1,-1 1-414,-7-1 0,0-5 134,0 0 1,-2-5-39,-3 6 1,2-8-1,-7 2 1,-1 2 105,-4-2 0,5 0 16,0-5 0,6 2-18,-1 3 19,-3-3 9,6 5 96,2-7 1,8 5-57,8 0 1,4 5-26,1-5 0,6 7-20,-2-2 1,-2-1-5,-3 1 0,-3 0 2,-2 6 0,1-1-4,-1 0 0,-6 1 22,-4-1 1,-4-5-8,-1 0 0,-3 1 8,-7 4 0,-2 0-19,-14 1 1,-1-6 8,-9 0 0,4 0-167,-4 6 1,5-6-229,6 0 0,-2-5-31,6 5 0,2-4-757,9 4 1183,-3-7 0,11 18 0,-5-4 0</inkml:trace>
  <inkml:trace contextRef="#ctx0" brushRef="#br0" timeOffset="958">1243 691 7569,'-15'-2'0,"-1"-3"1614,8 4-715,1-13 65,7 12-460,0-5 0,3 7-316,8 0 0,0 0-238,15 0 0,5 0 182,4 0 1,3 7 50,-2 3 1,-4-1-1508,4 1 0,0 0 244,-6 6 1080,4-1 0,-10 0 0,7 1 0</inkml:trace>
  <inkml:trace contextRef="#ctx0" brushRef="#br0" timeOffset="1091">1304 952 7569,'-15'0'1758,"-7"7"1,10-6-148,-4 4-1137,11-3 1,0-2-411,10 0 1,6 2-430,9 3 0,6-2 389,9 8 1,5-1 187,6 5-212,6 0 0,3 1 0,6-1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6:21.972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31 307 7116,'0'-10'358,"0"-1"704,-7 8-682,5-11 0,-6 13 89,3-4-636,3 3-297,-5 2 0,7 2-990,0 3 1454,0-4 0,0 13 0,0-6 0</inkml:trace>
  <inkml:trace contextRef="#ctx0" brushRef="#br0" timeOffset="389">215 92 7569,'0'-15'38,"-7"-1"27,6 1 1,-6 5 411,7 0-45,0 6-65,0-9 23,0 11-144,0-5 0,-2 14 91,-3 3 1,3 5 22,-3 6 1,3-2-111,2 6 0,0 1-170,0 4 0,2 1 34,3 0 0,-1-6-123,6 1 1,2-9 151,8-2 0,-3 1 51,4-6 1,-4-3-197,-2-2 1,0-3-309,1-2 0,-3-7-145,-2-4 0,1-2 240,-7-3 0,0-6-265,-5-3 0,-2-4 128,-3-2 0,-4 0-17,-6 1 0,0 1 141,-1 3 1,1 4 0,0 7 0,-1 6 79,1 4 295,0 3 0,1 4-256,4 3 0,5-1-5,10 6 0,3 0-550,8 5 664,6 1 0,2-1 0,6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6:38.319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16 31 7569,'0'-15'754,"0"6"-122,0 3-331,0 6 1,-2 6-107,-3 5 0,4 9 319,-4 6-288,3 3 1,2 8-286,0 4 0,0-2-427,0 2 0,7-5-1276,3 5 1762,3-7 0,3 10 0,-1-5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6:38.652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200 76 7569,'0'-22'131,"-7"5"33,-1-5 0,-7 13 563,-1 4 0,1 5-298,0 5 0,-1 4-401,1 6 1,-6 5 40,1 1 1,0 6 92,4-1 1,8 1-153,3-2 0,3-2-402,2-8 245,0 0 1,12-6-132,3-4 1,6-3 96,-1-2 0,2-9 85,4-6 1,3-1 48,-4-4 0,-3 3 0,-1 2 0,-4 6 259,-2 4 1,-4 3-72,-1 2 1,-7 2-117,2 3 1,-3 10 155,-2 11 1,-2 5 219,-3 4 1,2 0-234,-7 5 0,6-4-148,-1 5 1,2-7-515,-2 2 0,3-4 288,-3-1 1,3 0-548,2-1 1,2-6 322,3-3 0,-2-11-87,7-5 517,1-3 0,11-9 0,2-2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6:39.040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1 123 7569,'0'-15'0,"0"0"0,0-1 115,0 1 1,0 5 877,0-1-602,0 8 0,1-9-143,5 7 1,2 0-325,7 5 1,6-2 15,-1-3 0,2 3 4,-1-3 0,-4 4 133,3 1 1,-3 0 41,-1 0 1,-1 5-202,0 0-32,-6 7 0,-2-4 29,-7 8 1,0-6 97,0 0 0,-7-1 39,-3 1 1,-4 2 10,-1-7 0,1 7 84,4-2 1,-2-2-118,7 3 1,0-6 2,5 5 1,0-5 35,0 5 1,1-1 15,5 1 1,2 4-52,7-4 1,1 4 29,-1 1 0,7 0-59,4 1 6,3 6 1,-4-5 0,-1 5-26,-2 0 0,-6-5 45,-6 4 1,-7 1-3,3-2 0,-5-4 33,-1-6 0,-7 0-3,-3 5 0,-5-6-119,-6-4 1,3 2 86,-8-2 1,6 0-374,-6-5 0,6 0 52,-6 0-455,14 0 1,-8 0-24,9 0 772,5 0 0,-1 0 0,7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6:39.211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77 16 7569,'-9'-7'3932,"-4"5"-3466,4-4 51,-6 6-37,0 6-1160,6 3 0,2 6-1863,7 1 2543,0-8 0,0 6 0,0-6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6:37.969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77 47 7695,'-5'-19'0,"-2"6"1118,-1 4-754,4 4-180,-9 12-24,11 1 1,-10 8-172,7-1 0,-2 7 78,2 4 0,3-2 139,-3 1 0,4-1-57,1 2 1,0 1-69,0-7 0,0 6-92,0-6 0,1-4 100,4-6 233,4 0 1,11 0-54,1 0 1,1-6 4,-2 1 1,-1-3-52,7-2 1,-1 0-2,6 0 0,0 5-69,-1 0 0,-1 0-8,-3-5 0,3 0-420,-4 0 1,-2 0-203,-3 0 1,2 0-416,-1 0 1,-6 2-14,-5 3-1038,0-3 1052,-1 4 891,-2-6 0,0 7 0,1 2 0</inkml:trace>
  <inkml:trace contextRef="#ctx0" brushRef="#br0" timeOffset="175">369 62 7569,'-9'7'1318,"2"2"-773,7 6 1,0 7-175,0 4 0,0 9-408,0 6 1,0 2 68,0-2 0,0 7 174,0-8 1,2 8-357,3-7 1,-1 2-956,6-2 1105,0-4 0,12 1 0,2 1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6:42.645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136 31 7569,'-8'0'1040,"1"0"-664,0 0 0,4 4 128,-7 6 1,-1 2-171,-4 14 0,1 6-224,4 9 1,-3 3 51,2 2 1,3-3-111,-2 3 1,6-9 130,-1 9 1,10-10 22,5 0 1,6-11-243,4-4 1,4-4-104,7-2 1,-2-6-17,-4-4 1,4-5 84,-3-5 1,-4-4-48,-2-6 0,-4 0-47,-6-1 0,-3-4-36,-7-1 1,-2 1 131,-3 5 0,-4-1 7,-6 1 0,-7 6 62,-4 4 1,-1 4-15,2 1 0,-3 5 81,8 0 0,-1 12-65,6-2 0,1 4-310,4-4 1,3 1-110,7-1 1,0 0-142,0 1 0,7-6 278,3 0 0,4-5-101,1 5 380,8-6 0,0 3 0,8-7 0</inkml:trace>
  <inkml:trace contextRef="#ctx0" brushRef="#br0" timeOffset="358">428 124 7569,'-7'-9'551,"0"0"161,-3 4 0,1 4 177,4-4-316,4 3-301,-6 2 1,14 5-67,3 0 1,5 0-221,6-5 1,2 0-84,8 0 1,2-2-259,2-3 0,5-3 281,6-7 1,-2-1-215,-3 1 0,1-1 161,-6 1 1,0 7 257,-5 3 0,-8 3-169,-2 2 0,-6 3-49,-5 7 1,-3 7 410,-7 14 0,-7 10 142,-3 10 0,-10 4-8,-6 11 0,-3-1-127,-1 1 1,-1 3-226,0 2 1,7-3-786,4-6 1,5-6-2846,4 0 3524,5-6 0,2 6 0,-3-7 0,-3-3 0,3-1 0,4-5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6:41.863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200 62 7569,'0'-15'850,"0"0"-505,0 6 133,0-5 1,-2 13 161,-3-4-445,4 3 0,-8 2-32,4 0 0,2 7-75,-8 3 0,8 5-47,-2 6 1,1-4 42,-1 3 1,4-1-84,-4 1 0,3-3 5,2 4 0,0-4-93,0-2 0,0 1 98,0-1 0,5 0 12,0 1 1,7-1 63,-2 0 0,2 1-4,-2-1 1,4 0-28,-4 1 0,4-1 5,1 0 0,-1 1-80,-4-1 1,2 0 53,-7 1 0,5-6-123,-5 0 129,1 0 0,-8 1-17,-3-1 1,-4-7-216,-6 2 1,-6 2-165,1-2 0,-7 0-331,1-5 1,-3 0 323,-2 0 0,8 0-461,2 0 1,-1-6 822,2-5 0,-1-9 0,6-4 0</inkml:trace>
  <inkml:trace contextRef="#ctx0" brushRef="#br0" timeOffset="158">123 124 7853,'7'-16'847,"-5"1"-384,3 0-50,4-1-127,-1 1 0,8 6 438,-1 4-989,0 4 0,1 1 195,-1 0 0,2 0-703,3 0 0,-3 5 235,4 0 538,-4 0 0,5 2 0,2 1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6:50.706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32 16 7569,'-16'0'0,"8"0"355,1 0-80,7 0 449,0 0 0,7 0-561,3 0 1,4-5-24,1 0 1,0-1 42,1 6 1,4 0 22,1 0 1,6 0-165,-2 0-91,-2 0 85,5 7 1,-10 0-145,2 3 64,-3 11 38,-8-11 1,2 12-107,-5-7 1,-1 2 67,-5 4 0,-9-2-75,-6 6 1,0-6 85,-6 1 0,-1-3-30,1-1 5,1-8 0,10 4 58,0-7 9,6 0 1,4-5 41,10 0 1,4-1 107,1-4 1,1 3-60,-1-3 0,5 5 75,1 5 1,4 3-119,-4 8 0,-1 4 22,-4 1 0,-1 6-46,0-1 1,-1 3 55,-4 1 1,-3 1 2,-7 0 1,-2-6 49,-3 1 0,-5-2 110,-10 1 0,-6-3-90,-10-6 1,2-3-25,-7-3 1,2 2-431,-2-6 0,4-1 199,6-5 1,7-2 143,4-3 1,3 1-186,1-6 0,8 5 134,3-5 0,17-7 0,5-7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6:53.302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16 1 9247,'0'15'1184,"-5"2"-993,-1 4 0,1 1-218,5 3 0,0 3-280,0-8 1,0 6-25,0-6 0,5 1-276,1-6 0,6-2-735,-2-2 1342,3-4 0,3-7 0,-1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6:53.477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 62 7116,'7'-8'-139,"1"-1"118,8 4 0,-1 3-170,0-3 0,2-2 15,4 2 176,-4 0 0,12-2 0,-5-1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6:53.802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0 15 7569,'16'0'1204,"-6"-1"-652,0-4-172,-6 3-196,2-5-127,-6 7 1,0 7-146,0 3 0,0 5 92,0 6 0,0-4-83,0 3 1,-1 3 114,-4-3 1,3 0 17,-3-4 0,3-1 60,2 0 1,2 1-60,3-1 1,2 0 55,3 1 0,4-1-14,-4 0 1,4-4 75,1-1 0,0 0-47,1 5 1,-3 1 11,-3-1 0,2 0 53,-7 1-28,7-1-141,-10 1 115,5-8-155,-7 6 1,-7-13-114,-3 4 0,-4-3-283,-1-2 1,0 0-79,-1 0 0,1 0-1170,0 0 1662,-1 0 0,1 7 0,-1 2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6:52.258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93 106 7569,'-24'0'387,"3"0"191,4 7 1,4 3-217,3 11 1,3-2-61,7 6 0,1 1-158,5 4 1,7-1 50,8-3 0,4 1-114,-4-6 1,8-1 31,1-4 1,1-3-125,5-3 0,-9-3 44,-1-7 0,-3-2-150,3-3 1,-4-5 30,-6-10 0,-3-2-114,-3-4 1,2-8 5,-7 3 1,2-5 79,-2 1 1,-3 2 19,3-3 0,-8 4 66,-2 1 1,-2 9 71,2 7 1,1 1-17,-6 9 0,5 2 146,-5 8 1,6 10-46,-1 11 1,4 10 141,1 4 1,0 15 54,0 1 0,1 14-95,4-3 1,4 13-350,6 7 1,-5-2 279,1 2 1,-3-9-183,2-1 1,4-9 100,-4-12 0,-3-5 45,-2-10 1,-3-5 47,-2-10 0,-7-6 116,-3-10 1,-4 2-335,-1-7 0,-7-1 108,-4-9 0,2-6 144,-1-9 1,-1 1-285,-5-6 1,8-3-145,2-7 1,4-5-45,2-6 1,6 0-209,4 0 0,3 7 153,2 3 0,7-1-101,3 1 1,4 0 71,1 6 0,8-1 110,2 0 0,2 6 86,-1-1 0,3 2-1,-3-1 1,3 3 85,1 6 0,1 1-84,0 0 1,-6-1 73,1 1 1,-8 5-71,3-1 1,-4 3 29,-2-2 1,1-2 265,-1 7-31,0-7 1,-1 3-47,-4-6 0,-1 5 31,-4-1 1,-4 6 133,5-5 1,-5 5-73,-1-5 0,-1 6 24,-5-1 1,3 3-1,-7 2 0,0 0 90,-6 0 0,6 2-66,0 3 1,0 9-74,-6 6 0,8 8-45,3-3 37,-4 4-83,7 2 1,-4 5-120,6-1 54,6 8-5,10-11 0,8-1-128,6-10 0,6-6 111,0-5 0,5-3-50,-5-7 1,4-9-7,-4-6 1,0-7 82,-5-9 1,-2 1-152,-4-1 145,4-7-56,-19 6 1,9-7-91,-14 3 0,0 5 106,-5 1 0,0 1-10,0 8 0,-1 1 55,-4 4 1,1 3 5,-6 3 1,0 3 74,-6 7 16,1 0-118,0 7 1,-1 1 79,1 7 1,1 6-16,4-1 1,-2 1 55,7-6-93,0 7 68,5-5 1,0 7-1,0-3 0,5-4-1,0 3 1,7-3 81,-2-1 0,-1-6-39,1 0-48,0-7 1,6 4-59,-1-7 1,0-1 14,1-5 1,-6-2-94,0-7 1,-5-6 62,6 1 0,-8-1-14,2 6 0,-2 0 34,3-1 1,-5 1-5,4-1 0,-3 6 185,-2 0-181,7 7 88,-5-4-15,4 7 1,-6 2 310,0 3-355,0 3 11,0 7-10,0 1 0,7-1 2,3 1 1,4-6-75,1 0 0,1-7-79,-1 2 1,0-3 94,1-2 1,-6 0-108,0 0-15,0 0 130,6-7 1,-1-6-34,0-8 0,1 1-95,-1 4 0,0-4-97,1 0 1,-6-3 145,0 3 0,-6 3 121,1-4 147,3 4-189,-6 2 103,5 7-128,-7 1 105,0 7 0,0 1 106,0 5 1,0 2-52,0 7 1,0 2 78,0 4 1,0 1-99,0 4 1,0 3 1,0-4 1,0 4-127,0 2 1,5-6 70,0 1 0,2-7-109,-2 1 129,-3 4 43,5-14-22,-7 11-35,0-20 60,0 6 37,0-7 1,0-1-88,0-5 0,0-2 6,0-7 0,0-6-100,0 1-14,0-8 94,0 5 0,6-8-147,5 0-32,-5-6 13,8 4 0,-5-9-212,6 6 0,0 2-1,1 8 0,-1 2-132,0 4 1,-1 8 64,-4-3 1,4 4-722,-4 1-122,-3 3 571,6 7 667,-11 0 0,12 0 0,-6 0 0</inkml:trace>
  <inkml:trace contextRef="#ctx0" brushRef="#br0" timeOffset="437">1826 168 7569,'0'-16'-1491,"5"1"1583,0 0 1,0-1 302,-5 1 1,0 5-248,0 0 1,2 1 179,3-1-20,-3 3-80,5 7-257,-7 0 802,0 0 1,-5 2-612,-1 3 0,-6-2 5,2 8 1,2-3 36,-2 2 0,1 4-25,-1-4 0,3 4-11,7 1 1,0 0-37,0 1 1,0-1-59,0 0 1,7 6 27,3-1 1,4 8-122,1-3 1,5-3 49,1-1 0,-1-4 50,-4-2 1,-1 1-12,0-1 0,-4-5-42,-1 0-120,-7-6 1,2 8-119,-10-7 0,-3 5-270,-8-5 1,-1 0-18,-3-5 1,3 5-1076,-4 0 1572,4 1 0,-5 0 0,-2 3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6:49.374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275 292 7874,'-14'-11'0,"2"3"0,2-1 265,-2 1-215,6 4 1,-8-2 16,4 6 1,-4 0 8,-1 0 1,-6 3 92,1 7 1,-6 2-37,6 14 1,-1 1 124,6 9 1,0-2-188,-1 7 0,8-9-64,3-1 0,5-2 73,5-9 1,3-1-125,8-9 1,4-3 133,1-7 0,4-2 14,-4-3 0,4-9-152,-4-6 1,4-7-10,-4 1 1,-1-3-44,-5-1 0,-1-1 42,-4 0 1,-3 2-162,-7 4 175,0-4-22,0 12 35,0 1 0,0 13-27,0 13 1,0 7 151,0 14 1,0 0-42,0-1 0,0-1-29,0-3 0,7 1 17,3-7 1,4-4 5,1-6 0,6-7-15,-1 3 0,0-6-3,-4-6 1,-1-2-2,0-7 0,1-8 8,-1-2 1,-5-4-134,1-2 0,-8-5-26,2 1 0,-3-8-242,-2 2 178,0 4 112,0-8 0,0 20-23,0-1 0,0 7 113,0 4 152,0 7 0,0 11-186,0 17 1,-2 13-50,-3 18 1,3 5 890,-3 11 1,2 4-229,-2 11 1,3-2-194,-3 7 0,-2-5-118,2 5 0,0-9-100,5-1 0,-5-12-31,0-9 0,-6-8-131,6-2 0,-5-14 161,5-12 1,-7-4 22,2-6 1,-2-5-315,2-10 88,-4-4-125,5-19 0,1-5-89,3-13 127,3 0-16,2-14 1,3 4-108,8-10 1,-1 4 56,10 6 1,4 3-99,2 7 1,-2 5 115,1 0 0,1 13-20,4-3 1,1 5-924,0 1 486,-7 3 164,5 6 0,-7 1-202,3 0 1,3 4 175,-8 1 0,1 2 474,-6-3 0,14-2 0,3 4 0</inkml:trace>
  <inkml:trace contextRef="#ctx0" brushRef="#br0" timeOffset="148">889 261 7569,'-16'0'519,"1"0"0,5 0-190,-1 0 0,6 0 445,-5 0-326,7 0-35,-4 0-736,14 0 0,6-5 236,8 0 1,-1-7 212,-4 1 1,1 3-567,3-2 1,-3-1 439,4-4 0,-4 0 0,-2-1 0</inkml:trace>
  <inkml:trace contextRef="#ctx0" brushRef="#br0" timeOffset="680">965 0 7569,'-15'0'299,"0"7"1,4 1-94,1 8 1,0-1-24,-5 0 1,1 9-1,4 7 1,-4 6 22,4 9 1,3 6 570,2-1 1,3 5-328,2-5 1,0 10-156,0-4 1,7-1-296,3-10 0,9-7-229,1-3 0,3-5 297,-3-6 1,-3-9 114,4-11 1,-4-4-140,-2-1 0,2-8-126,3-8 0,-8-6-705,4-8 1,-6-3 345,0-3 1,-3 4 156,-7-4 0,0 4 184,0 1 1,0 7 224,0 4-133,-7 3 379,-1 2-376,-8 6 0,3 4-52,2 10 200,5 4 0,6 6 43,0 0 1,0 1-30,0-1 0,6 0-158,5 1 0,2-6-130,3 0 1,4-1 67,1 1 0,6-2-76,-2-3 1,3-3 80,-3 3 0,4-5-6,-3-5 1,-4-3-53,-2-8 0,-3 1-5,-1 0 0,-1 1-7,0 4 0,-4-4 101,-1 4 0,-5-2 87,5 2 0,-6 1 39,1 4 380,-4 3-435,-1-4 0,0 14-38,0 7 0,0-3 557,0 9 1,0-8-199,0 8 1,6-4-54,-1-2 0,1 1 154,0-1-27,-5 0-9,13 1-246,-6-8 1,8-8 188,-1-10 0,-5-9-52,1-1 0,-1-8-601,5 3 1,0-4-205,1-2 0,-1 1-468,0-1 0,1 5 90,-1 1 0,-5 6-1784,1-1 2646,-8 9 0,24-43 0,-1-6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6:11.651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644 261 7569,'-10'-15'0,"0"-1"282,-2 1 1,3 0 89,-1-1-212,7 8 1,-11 1 68,4 7 1,1 0-211,-1 0 0,0 3 109,-5 8 1,-1 1 185,1 13 0,0 4-95,-1 12 1,1 7 63,0 13 1,1 7-23,4 4 0,-2 3-56,7 2 0,0 4-351,5 1 0,1-5 20,4-6 0,4-6-452,6 2 1,6-9 361,-1-2 0,9-12-503,2 2 1,1-10 207,9 0 1,-5-11-356,5-4 866,-7-4 0,7-5 0,-4 0 0,4 0 0,-3-6 0,-4-2 0</inkml:trace>
  <inkml:trace contextRef="#ctx0" brushRef="#br0" timeOffset="661">1012 414 7569,'0'-15'-10,"0"0"0,0 5 815,0-1-109,0 8-401,0-4 1,0 9-111,0 3 0,0 3 116,0 8 1,0 6-119,0 3 1,-1 6 39,-4 5 1,3 3-69,-3 7 1,3-3-125,2 3 0,2-5-51,3 5 1,-3 0-269,3-5 0,3-2-527,2 2 1,-1-7 431,1 2 1,-1-4-1085,1-1 1467,4-1 0,-6 1 0,7 0 0</inkml:trace>
  <inkml:trace contextRef="#ctx0" brushRef="#br0" timeOffset="3421">2378 307 7569,'0'-15'17,"-7"6"1,3 2 150,-6 7 0,0 0 208,-5 0 0,4 12-180,1 4 0,0 9-26,-6 1 1,6 10 247,0 4-201,7 5 1,-6 1-53,4 0 1,3 0-61,-3 0 0,5-2-109,5-3 0,-1-3 121,6-8 0,0-6-102,5-3 0,6-6 58,-1-5 0,3 2 30,-3-7 0,-1 0-143,6-5 1,-6-5-205,2 0 0,-6-7 34,-5 2 0,2-4-98,-7-1 1,0-6 150,-5 1 0,0 0 57,0 4 1,-7 6-217,-3 0 1,-3 6 67,-3-1 0,-4 4 75,-1 1 0,1 1 73,5 4 1,-1 2 147,1 3 0,1 4-325,4-4-233,3 4-244,7 1 754,0 1 0,14-8 0,3-1 0</inkml:trace>
  <inkml:trace contextRef="#ctx0" brushRef="#br0" timeOffset="4082">2684 476 7075,'-1'-24'-308,"-5"3"0,5 10 234,-4 0 363,-4 1 89,1 2 1,-8-4-210,1 7 0,5-1-176,-1 6 1,6 2 0,-5 3 62,7-3 1,-6 10-50,4-7 1,3 2 132,-3-2-14,4-3 65,1 4-97,0-6 0,1 0 138,4 0 32,-3 0-127,5 0 46,-7 0 56,0 0-136,-7 0-56,5 0 1,-10 2-11,7 3 1,0-1 41,5 6-13,0 0 0,0 5-23,0 1 1,0-1 2,0 0 1,2-4 88,3-1-63,4 0 0,6 4-55,0-4 0,1 2-4,-1-7 1,0 0-73,1-5 1,-1-2 96,0-3 0,1 2-119,-1-7 1,0-1 5,1-4 1,-6 0-91,0-1 0,-7-1 146,3-3 0,-5 3-14,-1-4 0,0 4-60,0 2 0,-7-5-124,-3-1 1,2 1 254,-2 4-111,-1 1 0,1 1 310,0 4-106,6-3 35,-2 11-119,6-5 1,1 7-15,4 0 1,-1-5 32,6 0-25,0 0 0,6 5-16,-1 0 4,0 0 0,1 0-65,-1 0 0,-5 5 49,0 0 0,-4 9 13,4 1 1,-7 2 1,2 9 0,-3-1 0,-2 6 1,0 6 16,0 4 1,0 2 5,0-2 0,-2 8-15,-3-3 1,3 4-6,-3-4 0,-1-2-170,0-3 0,1 1 104,5-6 1,0 5-387,0-5 1,0 0 101,0-6 0,0-6-20,0-3 1,2-4-65,3-2 1,-1-5 402,6 0 0,0-6 0,5 3 0</inkml:trace>
  <inkml:trace contextRef="#ctx0" brushRef="#br0" timeOffset="4410">3052 798 7569,'-8'-7'173,"1"5"1,5-10 282,-3 7 0,2 0 85,-7 5-346,6 0 0,-4 2 155,3 3 0,3 9-74,-3 6 1,3 2-188,2-1 1,2-4 14,3 3 0,0-3 23,10-1 1,-3-1-21,9 0 1,1-6-160,-2-4 1,1-3-387,-6-2 365,7 0 0,-6-7-254,-1-3 1,-1 1 150,-9-1 1,0 0 83,-5-6 1,-2 8-138,-3 3 1,-4-2-698,-6 2 610,0 0 1,-1 5 38,1 0 1,0 1-364,-1 4 165,1-3 36,0 12 439,6-13 0,-4 13 0,4-5 0</inkml:trace>
  <inkml:trace contextRef="#ctx0" brushRef="#br0" timeOffset="4688">3129 62 7569,'-19'-16'0,"4"3"361,1 2-135,8-2 1,-3 11 94,4-3 273,3 3-317,-5 2 0,14 2 40,3 3 1,9 5-72,2 11 0,8 4-12,1 11 1,3-2-25,8 7 0,-1 5 0,6 5 0,1 7-199,-1-2 1,-6 4 79,1 1 1,-12 4-65,2-3 0,-11 9 24,1-4 1,-11-6-292,-5 0 1,-3-4 54,-2-1 0,-9 2-76,-6-7 0,-9-2-166,-12-8 1,-3 4-331,-7-5 1,-5 3 756,0-2 0,-7-4 0,3-6 0</inkml:trace>
  <inkml:trace contextRef="#ctx0" brushRef="#br0" timeOffset="5406">3835 138 7569,'-9'-6'56,"4"-5"1,3 3 0,2-2 590,0-2-330,0-2-147,0 5-284,0 3 173,0 6-42,0 0 0,7 0 9,3 0 1,4 0 19,1 0 0,1 0-12,-1 0 0,0 5-17,1 0 1,-1 2 3,0-2 0,1-3-59,-1 3 1,-5 1-129,0 0 158,-6 5 1,3-7-86,-7 6 0,0-5 53,0 5 1,-7-4-36,-3 4 1,1-7 59,-1 2 0,5-1-24,-5 1 73,6-3 192,-3 4-148,7-6 0,0 2-69,0 3 1,2-3 185,3 3-183,4-3 1,6-1 6,0 5 1,-4-5 16,-1 4 0,-5 2 33,5-2-69,-6 7 1,1-3-11,-10 6 1,-6-5 5,-9 0 0,1 1 21,-6 4 0,4-5-224,-4 1 1,6-1-155,-2 5 1,4-1-199,2-4 1,1 4 558,4-4 0,3 3 0,7 3 0</inkml:trace>
  <inkml:trace contextRef="#ctx0" brushRef="#br0" timeOffset="2834">1442 813 7541,'-10'0'294,"-1"0"-158,8 0 1,-4-1 253,7-5-274,0 5-266,0-6 1,2 7 153,3 0 1,-2 0 12,8 0 1,-1 0 113,5 0 1,1 0-56,-1 0 0,0 0 1,1 0 1,6-5 0,3 0 0,-1-6 10,2 6 1,1-5-55,9 5 1,-6-5-106,1 5 0,0-2-46,-6 2 0,-1 3-202,2-3 1,-7 3-180,1 2 0,-3 0 224,-2 0 0,-4 0-363,-1 0 637,-7 0 0,11 0 0,-6 0 0</inkml:trace>
  <inkml:trace contextRef="#ctx0" brushRef="#br0" timeOffset="3064">1703 614 7569,'5'-24'0,"0"2"-334,-2 0 121,-1 5 620,5-6 5,-5 8-289,11 7 1,-11 2-44,3 12 0,2 7-98,-2 8 0,0 11 76,-5-1 0,2 8-98,3-3 0,-3 5-174,3-6 1,-2 8 96,2-2 0,2-4-322,3-1 0,4-3 439,-4-3 0,11 1 0,2 0 0</inkml:trace>
  <inkml:trace contextRef="#ctx0" brushRef="#br0" timeOffset="33912">15 2240 7569,'0'-16'0,"-5"1"227,0 0 335,0-1-113,5 8 178,0 1-404,0 7 0,5 14-10,0 6 1,6 14-62,-6 7 1,7 5-12,-2 5 1,-3-3 52,-2 3 1,2-3 0,-2-2 0,5-7-298,-5-3 0,5-6 4,-5-4 0,2-4-71,-2-7 191,-3-6 165,5-2 0,-7-9-193,0-3 0,-2-10-91,-3-11 0,3-10 118,-3-5 0,-2-5 46,2-5 1,0-8-448,5-8 1,0 1 32,0 4 1,2 13 99,3 3 0,3 12 142,8 3 0,-6 4 163,0 12 1,0 3-98,6 12 1,-1 0 112,1 0 1,-6 6-135,0 5 0,-2 7 45,3 3 1,-4 8-16,-7 1 1,0 1-4,0 5 1,-2 1-165,-3-1 0,-4 0 27,-6-5 0,1-7-275,4-4-31,-4-3 109,13-2 1,-4-8 156,10-7 1,3-3 210,8-13 0,6-2 0,2-13 0</inkml:trace>
  <inkml:trace contextRef="#ctx0" brushRef="#br0" timeOffset="34501">476 2163 7569,'8'-9'211,"-3"4"129,-10 10 0,-2 4-15,-3 6 0,-4 2-88,4 4 0,3 1-141,2 4 0,4 1 30,1-7 0,0 1-76,0-6 1,1-1 36,4-4 1,4-3-107,6-7 0,6 0 83,-1 0 0,1-9 35,-6-6 0,0-2-307,1-9 1,-1 6 0,0-6 1,-6 6-89,-4-6 1,-3 7 86,-2-1 1,-2 3-16,-3 2 0,-4-1 128,-6 1 1,0 6 139,-1 4-252,1 4-14,0 1 417,6 0-111,2 0 0,9 0 84,3 0 0,4 0-67,6 0 0,0 0 24,1 0 1,1 0-24,3 0 1,-1 1 104,6 4 1,-6 4-110,2 6 1,1 2-15,-2 4 1,1 4 188,-6 11 1,0 3-31,1 7 1,-3 0-186,-2 0 0,0 6 74,-5-1 0,0 0-181,0-5 0,-5 0 16,4 0 1,-3-9 1,-2-6 1,0-7 85,0-9 1,-2-1-33,-3-4 1,2-3 90,-7-7 1,6-7-63,-1-3 0,-2-11-196,2-4 1,-5-6 66,5-5 0,0-10 117,5-10 0,0-5-326,0-6 0,1-8-463,5-7 0,2 7 420,7 9 0,1 10 58,-1 5 1,0 11 369,1 10 0,-1 6 119,0 9-7,1 6 0,-1 2-142,0 7 0,-1 7 69,-4 3 1,4 9-7,-4 1 1,-3 8-96,-2-3 0,-3 4 15,-2 2 0,0-2-16,0-4 1,-2 4-123,-3-3 0,-4 1-17,-6-1 1,1-4-68,4-7 1,-7 6-85,7-1 1,-5-4-88,10-6 1,-2-7-371,2 2-124,3-3 834,-5-2 0,14-14 0,1-3 0</inkml:trace>
  <inkml:trace contextRef="#ctx0" brushRef="#br0" timeOffset="35233">1135 2163 7569,'9'-15'100,"-3"4"88,-6 1 0,2 7 202,3-2-1,-3 3 277,5 2-420,-7 7 1,0 3-48,0 10 0,0-3-16,0 4 1,5 1-171,0-1 0,7 4-34,-2-4 1,-1-1-75,1-5 1,0-4 226,5-1-63,1-7 0,-1 4-189,1-7 1,-6-7 21,0-3 0,-2-4 0,3-1 0,-3-2 15,-3-3 1,-3 2-58,3-2 1,2 1 79,-2-1 0,0 3-9,-5-4 0,5 4 34,0 2 1,1 5-68,-6 0 150,6 6 1,-2-3-70,6 7 1,-7 2 163,3 3 1,0 4-56,-1 6 0,7 0-43,-1 1 1,2-1-55,3 0 1,-1 1-85,0-1 1,6-1 78,-1-4 0,2-3-80,-1-7 0,-4 0-41,3 0 1,-3 0 62,-1 0 0,-1-7 12,0-3 0,-4-4-103,-1-1 0,-5-8-173,5-2 1,-6-4 105,1-2 0,-4-1 115,-1-4 1,0-3 14,0-7 0,-6 5 74,-5 0 1,3 2-39,-2-2 0,6 4 118,-1 6 0,-2 12 790,2 4-607,0 10 1,0 10 233,0 10 0,-2 17-108,2 4 0,3 9 43,-3 6 1,5 0-153,5 10 0,-1-3-90,6 9 1,0-9-30,5-2 0,2-7-86,4 2 1,-2-10-306,6-5 0,1-10 153,4-6 0,-4-5-187,-1-4 1,-4-5 46,4-6-195,-6-13 266,10 3 0,-12-21-109,4 0 0,-4-1-46,-2-9 1,-5 7 113,1-2 0,-6-1 30,5 1 0,-7 0 165,2 5 1,-3 7-187,-2 4 317,0 3-17,-7 8 0,-1 11 87,-8 13 1,3 2-54,3 9 0,-2 0 129,7 4 1,-6-1-145,6-3 1,0 1-43,5-6 0,2-3-126,3-7 108,-3 2 6,11-11 0,-9 5 38,6-7-22,0 0 2,-1 0 0,4-5 11,-3-1 0,4-4-1,1 5 0,1-5 11,-1 5 1,-5 0-68,1 5 1,-1 0 14,5 0 0,0 5-591,1 0 269,-1 7 176,0-4 1,1 8 97,-1-1 0,0 0 0,1 1 0</inkml:trace>
  <inkml:trace contextRef="#ctx0" brushRef="#br0" timeOffset="35893">2485 1780 7569,'-15'0'2242,"6"0"-1801,2 0-258,7 0 1,2 0 22,3 0 1,4 0-379,6 0 142,7 0 0,-3 0-44,6 0 1,-4-6-224,4 1 0,-4-5 108,4 5 0,-6-2-243,2 2 1,-4 2-997,-2-8 1428,0 8 0,1-11 0,-1 6 0</inkml:trace>
  <inkml:trace contextRef="#ctx0" brushRef="#br0" timeOffset="36230">2654 1580 7569,'-16'0'443,"8"7"0,-1 3 88,4 11-297,3 2 0,-4 15 25,6 3 1,0 10 33,0 5 0,0 4-138,0 1 1,1 1 11,4-1 0,4-7-246,6-2 0,1-6 98,-1-5 0,0-4-242,1-6 1,-1-7 59,0-4 1,1-10-24,-1-5 0,0-6 58,1-10 0,-1-6-11,0-13 0,6-8-14,-1-3 0,-4 2 43,-6-2 0,-2 7 51,3-2 0,-5 4 83,-6 1 0,5 7 291,1 4-151,-1 10 10,-5 3 0,-2 9-89,-3 3 0,3 8 69,-3 8 0,3 1-189,2-2 0,0-3 126,0 4 0,0-2-514,0 1 1,7-8 199,3 3 1,4-4-277,1-1 1,-4-3 94,-1-7 1,0-2-48,5-3 0,-1-4 451,-4-6 0,4-7 0,-6-2 0</inkml:trace>
  <inkml:trace contextRef="#ctx0" brushRef="#br0" timeOffset="36812">2945 1856 7569,'-8'0'606,"1"0"0,7 2-385,0 3 0,1-3-53,5 3 0,-3-2-123,7 2 0,0-1-312,6 6 1,1-5 206,3 5 0,-3 1 151,4 4 0,-9 0-10,-2 1 0,-2 1-24,3 3 0,1-3-35,-7 4 1,5-3 33,-5 3 1,2-4-19,-2 3 1,-2-8 9,8-2 1,-6-1 0,5 1 0,-5-1-39,5-4 0,-5-4-7,6 5 0,-3-6-12,2-6 1,2-2-13,-7-7 1,2-1-47,-2 1 1,-3-2 86,3-4 0,-3 3-195,-2-8 1,-5 6-7,0-6 1,-7 7 88,1-1 1,-2 3 137,-3 2 1,6 4 169,0 1 0,5 7-82,-5-2 178,6 3-241,-3 2 0,14 0-19,3 0 1,4 0 85,1 0 1,2 0-26,4 0 1,-2 0-2,6 0 1,-4 0-23,4 0 0,-1 5-5,2 0 0,1 12-49,-7-2 1,1 6-5,-6-1 0,1 3-8,-1 2 0,-5 4 60,0-3 0,-6-4 87,1-2 1,-3-3-45,-2-1 1,1-8 353,4-3-225,-3-3-144,5-2 1,-7-7-114,0-3 1,5-11-200,0-4 0,5-4-52,-5-2 1,7-6 158,-1-4 0,2-2-295,3 2 1,2 6 243,-2 9 1,2 6 225,-7 9 0,-3 5-6,2 6 1,-5 3 250,6 7 1,-6 7-100,5 14 1,-5 1 87,5 4 1,1-4-155,4 4 1,0-3 27,1-3 0,-1-6-677,0-3 0,1-4-93,-1-2 1,2-5-403,3 0 0,-8-6 982,4 1 0,2-3 0,6-2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6:44.581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994 0 8155,'-9'22'123,"4"4"0,-2 10-94,2 5 0,0 10 424,5 5 1,0-1-199,0 1 0,0 0-485,0 5 1,2-8 118,3-7 1,3-8-80,8-13 272,-1-3 1,0-13-17,1-4 0,1-7-54,3-8 1,-3-2-85,4-13 1,-6 4 57,-5-4 0,4 1-14,-4-2 1,-3 4 141,-2 7 0,2 4-58,-2 1 74,0 7 1,-5 3-34,0 10 0,2 10 34,3 6 0,-2 3-96,8 2 1,-1-6 22,5 1 0,2-9-81,4-2 0,2-1 59,8-9 1,0-2 1,-1-8 0,-1-5 9,-3-10 0,1-4-12,-6-7 0,4 0-198,-4 1 1,-6-3-187,-5-2 0,-6 2 205,1-3 1,-3 11 85,-2 4 1,-7 6-150,-3 5 1,1 5 78,-1 10 0,0 12 314,-6 13 1,3 10-87,2 11 1,5-3-151,6 3 0,1 1-209,4 0 1,4-8-334,6-8 0,7-4 592,4-1 0,10-1 0,3 1 0</inkml:trace>
  <inkml:trace contextRef="#ctx0" brushRef="#br0" timeOffset="-542">12 338 7569,'-8'-7'0,"4"-2"830,8 1-514,4-6 0,9 11 148,4-7 0,2 4-144,8-4 0,7 5-242,2-5 0,5 0 42,1-6 0,7 6-157,3 0 1,2 0 148,-2-6 0,-8 8 55,-7 3 0,-9-2-554,-1 2 0,-7 0-855,-9 5 508,0 0 1,-6 6 329,-4 5 1,-3 4-132,-2 5 1,-7-3 534,-3 4 0,-11 3 0,-3 0 0</inkml:trace>
  <inkml:trace contextRef="#ctx0" brushRef="#br0" timeOffset="-420">549 384 7569,'0'15'57,"-7"-6"-46,5 4 173,-4-11 45,6 11 0,0-4-4,0 6 1,0 7-159,0 4-16,0 3 0,0 2 104,0-1 0,5 1 51,0 0 1,0-4-206,-5 4 1,5-6 55,0 6-57,7 0 0,-3-8 0,6 8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6:55.147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31 9 8242,'-8'-8'1294,"1"8"-966,7 10 0,-5 5-197,0 6 0,-1 8 17,6 6 1,0 3-156,0-2 1,0 1-181,0 4 1,0 2-279,0-8 0,0 1 82,0-5 0,6-2 383,-1-4 0,13 4 0,-1-5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6:55.514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169 139 7569,'16'-22'-733,"-8"5"0,-1-11 1966,-7 8-733,0-1 1,-2 11-129,-3 0 0,2 7-36,-7-3 0,-1 5-215,-4 1 0,-5 12-95,-1 3 1,1 11-1,4-1 0,-4 4 107,-1 2 1,6-1-49,5 1 1,6-5-19,-1-1 0,4-6-211,1 1 1,3-4 109,7-6 0,0 2-56,11-7 1,-2-2 78,1-8 1,2 2-5,4-7 0,1-2 17,-6-9 1,-1 4 9,-5-3 1,-1 3 220,-4 1 58,4 8-9,-12 1 1,4 9-83,-6 3 1,0 5 100,0 11 0,-5 6-194,0 14 1,-5-5-159,5 10 0,-5-4-321,4 4 0,0 0 229,0 0 0,5-7 149,-4-3 0,3 2-149,2-3 0,0-4-2082,0-5 2225,0-8 0,7 11 0,1-5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6:56.256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0 70 7905,'0'-15'1435,"0"7"-1160,0 1 0,0 8 78,0 5 0,0 9-162,0 10 0,6 4-8,-1 2 1,0 5-1,-5 0 1,0-1-12,0-4 1,0-5-187,0-1 1,0-6 153,0 1-87,0-3 16,7-1 53,-6-8 61,6-1 0,0-7-87,3 0 0,-1 0-3,1 0 0,5 0 47,6 0 1,6 0-106,-1 0 1,3-2-28,1-3 0,1 4-84,0-4 1,4-2-37,1 2 1,-2-6-181,-8 6 1,1-5-415,-7 5 1,3 0 337,-3 5 1,-8-5-80,3 0 20,-10-1 0,7 5 427,-6-4 0,-8 3 0,-7-5 0</inkml:trace>
  <inkml:trace contextRef="#ctx0" brushRef="#br0" timeOffset="207">323 24 8382,'6'-8'812,"-4"-6"-585,5 13 1,-2 1 742,0 10 0,0 17-481,-5 9 1,0 12-122,0 3 0,-1 13-249,-5 3 0,-2 6-179,-7 4 1,-1 1-1141,1 4 1,-2-2 802,-4 7 0,4-2 397,-3 2 0,-4 4 0,0-6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6:54.727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230 61 7569,'0'-10'0,"0"0"629,0 0 14,0-6-81,0 8-264,0 1 1,-1 7-107,-5 0 0,5 7-138,-4 3 1,-4 11 85,-1 4 0,-4 4-65,-1 2 0,0 5 34,-1-1 1,1 6-115,0-5 0,-6 0-52,1-6 0,4-6 95,6-3 0,2-4 174,-3-2 115,-2-6 302,11-3-429,-5-6 1,9 0-10,3 0 0,-2 0-19,8 0 1,4 0 7,5 0 1,8 0-162,-3 0 0,4 0 48,2 0-1,5 0-63,0 0 1,4 0-114,-4 0 1,2 0-248,-3 0 1,-7 0 14,2 0 1,-4 0-305,0 0 0,-4 0 97,-7 0 0,0-5-279,1 0 1,-6-5-673,0 5 1500,-6 0 0,2-2 0,-6-2 0</inkml:trace>
  <inkml:trace contextRef="#ctx0" brushRef="#br0" timeOffset="195">430 123 7646,'-9'0'232,"1"1"-232,3 5 0,3-3 0,-3 7 0,3 7 1973,2 9-1277,-7 10 1,5-2-456,-3 7 0,4 1-58,1 9 1,0-3-217,0 3 1,0-1-258,0 1 1,0-9-391,0 4 1,1-3 170,4 3 0,6-9 509,9-6 0,-3 0 0,5-7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6:58.390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123 138 7128,'-15'-7'1011,"6"-1"-684,-4-1 0,9 3 106,-6 6-383,7 0 119,-4 0 168,0 0-163,5 0-301,-4 0 172,6 0-188,0-7-59,0 5 214,0-12-78,6 13 1,-4-8 119,3 4-10,-3 3-156,5-4 14,-6 6 38,6 0 1,-5 0-67,3 0 70,-3 0 36,5 0 0,-7 1 62,0 4-87,-7-3-5,5 5 136,-12-7 72,13 0 0,-6-2-122,7-3-44,0-3-68,0-8 1,7 3 88,3 2 1,-2 3 6,3 3-34,-1 3 1,5-5-9,1 7 0,-6 0 8,0 0 1,-7 2 7,3 3 0,-5 5 2,-1 11 0,0-4 9,0 3 0,-7 2 3,-3-1 1,-3-1-11,-3-4 1,1-3 40,0-2 1,-1 0-3,1-5 0,0-1 3,-1-5 0,6 0 11,0 0 0,6-7 9,-1-3 1,4-4-59,1-1 1,0-6 7,0 1 1,1-1-39,4 6 1,-1 1 51,6 4 0,-5 3-108,5 7 1,-5 0-48,6 0 4,-8 0 1,9 7-28,-7 3 0,2 4-172,-2 1 1,-3 2-36,3 4 1,2-2 360,-2 6 0,7-6 0,-4 3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6:59.276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77 215 7569,'-9'-15'0,"-3"-1"-104,7 1 219,0 0 21,5-1 1,0 1 131,0 0 1,0 5-298,0-1 1,2 1 83,3-5 1,4 1 16,6 4 0,0-2 14,1 7 0,-5-5-4,5 5 1,-9-1 2,8 6 1,-3 7 0,3 3 0,-6 9-165,-4 2 1,-3 1 41,-2-2 1,0-1 38,0 7 0,-7-6 44,-3 6 0,-4-8-26,-1 3 0,-1-6 0,1-5 0,0 2-4,-1-7 0,1 1 17,0-6 1,-1-2 5,1-3 0,5 1-14,-1-6 1,8 0 4,-2-5 1,3-1-10,2 1 0,7-1 9,3 1 0,-1 0-7,1-1 0,2 6-20,8 0 1,-3 2-4,4-3 1,-4 4-16,-2 7 0,2 0-176,4 0 95,-4 0 0,5 0 52,-7 0 1,-5 0 40,1 0-51,-8 0 120,4 0 1,-14 2-19,-3 3 0,1-3-18,-1 3 0,0-3-19,-5-2 1,-1 0 13,1 0 0,0 0 9,-1 0-15,1 0 0,1-2-159,4-3 0,1 2 15,4-8 0,4 6-88,-4-5 1,8 5-47,2-5 0,12 1-553,-2-1 812,11-4 0,-2 6 0,7-8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00.868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169 122 7619,'-9'1'181,"4"4"1,3 6-31,2 9 0,0 4 0,0 7 1,0 6-18,0 4 0,0 5 3,0 5 0,0-3-38,0 3-66,0-3 0,0 3 51,0 0 1,-5-2-119,0-8 0,0-3 41,5-8 1,0-1 79,0-3 1,0-9 192,0-7-159,0-6-63,-7 2 1,0-7-14,-3-4 0,-3-11-99,2-9 1,-2-4 63,-3-2 1,6-8-119,0-7 1,1-9-180,-1-11 0,-2 1 118,7-6 1,0-1 84,5-5 0,7 13-8,3 2 1,4 18-6,1 3 1,0 14 45,1 6 0,4 6 102,1 5 0,4 5-69,-4 10 0,1 5 125,-2 10 0,-3 6-109,4 10 0,-9-2 41,-2 7 1,-7-6-167,2 6 1,-3 0 24,-2 5 0,-2-5-64,-3 0 0,-3-9 2,-8-1 0,6-2-90,0-8 1,5-3-202,-5-7-133,6 2 588,-3-11 0,1 12 0,-3-6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01.398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1 644 6924,'8'0'914,"6"0"1,-11 0-720,7 0 0,-5 0 294,6 0-257,-1 0 1,5 0-93,1 0 1,-1-6 22,0-5 1,1-4-171,-1-5 0,5 1 76,1-7 0,-1 1-141,-4-6 1,-3 0 33,-3 1 0,-1 4-23,-4 0 0,-3 3-67,3-3 1,-5-1-272,-5 6 252,-4 1 1,-6 11-47,0 4 1,-1 5 170,1 5 0,5 6-40,-1 9 0,3-1 165,-2 6 1,3 1-13,7 5 0,0 4-7,0 1 0,7-5-20,3-6 1,5-4 143,6 4 1,-2-11-88,6 1 1,-1-9 75,1-1 0,3-4-170,-8-1 1,6-8 59,-6-8 0,2-1-146,-1-8 1,-4-1-8,3-4 1,-4-1-20,-6 0 1,2 1 55,-7-1 0,5 0-135,-5 1 0,0 6 105,-5 3 0,0 4-31,0 2 118,0 6 0,0 4-66,0 10 0,-1 9 188,-4 6 0,1 13-48,-6-2 0,7 4-84,-3 1 0,3-4 105,-2 4 0,3-5 167,-3-6 1,3-2-107,2-8 0,0-5 86,0 0 0,2-6 366,3 1-439,-3-3 0,6-14-243,-2-4 1,2-9 59,7-1 1,1-10-136,-1-4 1,2 0-221,4-1 1,-3-5-321,8-5 0,-1 0 121,6 5 1,-5 7-384,-1 3 1,1 11 922,4 4 0,1 11 0,0 3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02.322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184 74 7569,'-10'-7'0,"0"-4"-15,6-2 0,-8 3 47,7-1 0,-1 8 119,0-2 1,3-2 52,-7 2 0,5 3 40,-6 12 0,1 8-61,-5 12 1,0 9 125,-1 7 1,3 7-92,2 9 0,-1-3-61,7-3 1,0 1-5,5-11 1,2-4-24,3-11 1,4-2 4,6-3 1,0-9 21,1-7 1,4-7-145,0 2 1,3-5 35,-3-5 1,-3-5-211,4-10 1,1-1 100,-2-10 1,1 4-69,-6-9 0,-1-3-73,-4-2 1,2 2-137,-7-2 1,0 2 68,-5-2 1,0 4-58,0 6 1,-2 9 262,-3 6 0,2 3-54,-7 8 0,4 0 156,-4 5 1,7 8 12,-2 7 1,-2 2 18,2 9 1,0 0-49,5 4 0,5 1 168,0 0 0,8-1-70,3 1 0,1-7-47,8-4 1,-4-3 58,4-1 0,-4-3-79,4-2 0,-4-5-106,4-6 0,-6-1 97,2-4 0,1-4-87,-2-6 1,1-6-8,-6 1 1,-1-8-146,-4 3 0,2-4 69,-7-2 1,2-5-96,-2 1 1,-3 4 104,3 5 1,-4 13-45,-1-3 199,0 5 1,-1 2-75,-4 4 0,1 12 113,-6 8 1,0 7 71,-6 9 0,3 0 102,3-1 1,-2 1-97,6 0 1,1-1 19,5 1 1,0-7-64,0-4-27,0-3 1,2-3 160,3-4-164,-3-3 1,12-9-95,-4-3 1,-2-3-13,2-8 0,1-6-173,4-3 1,0-4 24,1-2 0,-1-5-174,0 0 0,-4 1 119,-1 4 1,0 7 87,5 4 1,-4 8 206,-1 1 1,-7 10-1,2 1 0,-3 8 21,-2 13 0,0 3-68,0 6 0,0 1 185,0 0 1,5-1-173,0 1 0,7-5-167,-2-1 0,6-6-345,4 1 1,-1-10 214,7-4 1,-1-5-353,6-1 1,0-7 611,-1-3 0,1-10 0,0-4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02.514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29 185 7569,'-8'0'326,"-6"-7"1,12 4-138,-3-8 1,5 8-7,5-2 1,-1-2-183,6 2 0,5-5 59,6 5 1,4-7 122,-4 1 1,6 3-294,-1-2 1,-3-1-469,3-4 1,-2 5 255,1 0 0,-2 1 322,-8-1 0,0-4 0,1 6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03.448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108 1 7569,'-7'8'8,"4"6"49,-7-4 0,1 10 237,-1 6 0,-4 10 155,4 5 1,-2 12 120,2 8-433,-4 0 1,13 19 27,-4-3 0,3-2-107,2-3 1,0-4 29,0-2 1,7 1-120,3-11 0,9-5-121,1-5 1,1-8 117,-6-13 0,5-3-48,1-6 1,-1-8-24,-4-3 1,1-10-28,3-5 1,-3-12 4,4-9 1,-3 0-157,3-4 0,-2-5 16,6 0 0,-6-5-113,1-1 1,-3 5 159,-1 0 1,-3 7 60,-2-1 0,-3 9 207,-3 6-120,-3 3 85,5 8 0,-14 9 29,-3 10 0,-1 11 161,-4 4 1,8 4-24,-8 2 1,3 0 75,-3-1 0,6-1-16,4-3 1,3 1 21,2-7-220,0 8 1,0-11 48,0 3 0,2-10-42,3-4 0,-1-5 1,6-1 1,-5-7-121,5-3 0,0-3 33,6-3 0,-3-4-163,-2-1 1,2-6-9,-3 2 1,-3 1 129,-2-2 0,2 12 99,-2-1-118,0 3 163,-5 4-79,0 1 121,0 21 1,-5-4-66,0 10 75,0-3 0,7-1 11,3-1 1,-2-1-59,7-4 1,1 2-21,4-7 1,0 5 100,1-5-113,-1 0 0,0-5-37,1 0 1,-1-5-15,0 0 1,-4-7-10,-1 2 0,-2-9-104,3-1 0,1-8-199,-7 3 0,5-4 142,-5-2 0,0 1-69,-5-1 0,0 7 5,0 4 132,0 2 107,-7 10 1,4 10 188,-7 13 1,5 9 15,-6 12 1,8 5 201,-2 10 1,3 5 114,2 10 0,5-1-210,0 7 1,2-1-107,-2 6 0,-1 0-4,6-1 1,-2-6-143,3-3 1,-3-6 14,-3-5 0,-3-5-140,3-10 0,-3-5 201,-2-10 0,0-4 33,0-7 1,-7-5-261,-3 1 0,-4-8 60,-1 2 0,-6-10-229,1-5 0,-1-11 237,6-4 1,0-4-138,-1-2 1,1 0 34,0 1 1,6-1-118,4 0 0,3 1 140,2-1 1,0 2 15,0 4 1,2-3 128,3 8 0,0-2-79,11 1 1,-3-3 65,13-6 0,-1-1-38,6 0 1,0-6-10,-1-4 0,1 2 9,0-2 1,5-5 4,-1-5 1,-4-2-67,-5 2 0,-6 1-111,6-6 1,-13 7-32,3-2 0,-11 6 86,0 9 1,-3 7 211,-2 14 0,-2 7-106,-3 3 1,-9 18 173,-6 13 1,-1 9 161,6 12 1,-1 5 216,1 5 0,2-3-255,2 2 0,4-8 64,7-2 0,0-2-613,0-8 1,7 0 221,4-5 0,4-6-949,5 1 1,4-13 1003,7 3 0,6-4 0,3 3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03.911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47 13 7569,'0'-9'-88,"-2"6"394,-3 13 1,2 2-76,-8 14 0,3 1 140,-2 9-171,3-4 1,7 11-152,0-8 0,0 1-120,0-5 0,2-5-341,3-1 1,3-6 237,7 1 1,3-9-321,2-6 0,-1-4 237,6-1 0,-1-12-192,2-3 449,-4-11 0,0-4 0,2-9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04.260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10 166 7569,'-6'-16'0,"4"1"0,0 0 0,7-1 0,7 1 77,-1 0 1,2 5 172,3-1 1,1 8-68,3-2 1,-1 3-21,6 2 1,-6 7 1,2 3 1,1 11-18,-2 4 1,1 4 9,-6 2 0,0 1-47,1 4 0,-6 1-119,0 4 1,-5 2 70,5-7 1,-6 3-150,1-8 1,2 1 104,-2-12 128,0 1 7,-5-6 0,2-6-82,3-4 1,-4-7-28,5-8 1,-3-2-37,2-14 1,4 1-118,6-6 0,0-6 32,1-4 1,1-10-204,3-6 1,-1 3 33,6-2 0,-6 8 61,2 2 0,-4 15 334,-2 16 0,-5 1-99,0 9 1,-6 4 46,1 11 1,-3 7 42,-2 13 1,0 13 51,0 3 1,1 3-154,4-2 0,-1-3-161,6-3 1,5 3-647,6-3 1,1-4 130,-1-1 636,-4-3 0,12 4 0,-6 2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04.723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184 154 7569,'-15'-24'0,"-1"3"556,1 11-279,0-3 1,-1 11 56,1-3 0,2 10 92,2 5 0,-2 12-197,2 9 1,-2 6-35,-3 9 0,8 0-164,3 1 0,3-1 54,2 0 1,4-7 109,6-3 0,2-6-118,13-4 0,1-9-187,4-7 0,6-7 23,0 3 0,2-12-58,-3-4 0,-4-3-294,0-3 1,-2-1 229,-9-3 0,6-4 83,-6-7 0,1-1-7,-6-4 1,-5 4-135,0-4 1,-6-2 31,1 3 1,2-1-19,-2 5 0,0 7 213,-5 4 0,0 8 342,0 2 42,0 6 0,-5 6-174,0 13 0,-6 7 187,6 9 0,-5 7-141,5 3 0,0 3-57,5 2 1,0 0-26,0 0 1,0-2 0,0-3 0,7-3-56,3-8 1,-2-6-139,3-3 1,-6-11 168,5-5 0,-5-3-30,5-2 0,1-7-15,4-3 0,-5-11-2,0-4 1,1-11 0,4-5 0,-5 2-165,0-2 1,1-5-229,4-5 0,0-6-9,1 6 0,-1 2-244,0 8 1,-1 3 121,-4 8 1,2 6 139,-7 3 0,2 11-711,-2 5 1031,-3 3 0,5 9 0,-7 2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05.023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31 362 7569,'-15'0'2181,"7"0"-1727,1 0-430,7 0 1,7-7 56,3-3 1,3-5 113,3-6 0,4 3-173,1-8 0,-1 0-237,-5-4 1,-1-6 83,-4 0 0,2 0-171,-7 6 0,0 6-277,-5 3 190,0 4 554,0 9 1,-8 15-74,-7 13 1,-1 9-141,-4 7 1,3 3 188,1 7 1,3-5 280,3 0 0,3-2-300,7 2 0,0-3-243,0-8 1,7-1-332,3-3 0,10-4 260,6-7 1,-1-6-545,6-4 0,-2-3 736,12-2 0,7-7 0,6-2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05.336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169 15 7569,'-15'0'-192,"-1"-6"655,-6 4 125,-2-5 0,0 7-337,4 0 0,5 7-56,4 3 0,3 4-158,3 1 0,3 7 43,-3 4 0,3 3 98,2 2 1,0-2-135,0-4 0,0 4-202,0-3 0,0-4 114,0-2-19,7-3 0,2-8 121,6-4 0,0-3-13,1-2 1,4-12-274,0-4 0,8-9 89,-3-1 1,3-8 150,-3-2 0,2 2-71,-6 9 1,-1 3-132,-4 6 0,-8 6 193,-3 0 1,2 8 153,-2 2 0,0 9 39,-5 11 0,-5 2-84,0 4 0,0 3-401,5-4 0,0-1 168,0 2 1,0-6 120,0 6 0,7-14 0,1 15 0,8-10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05.977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185 91 7569,'0'-22'-79,"0"5"67,-7-5 1,4 13 121,-8 4 0,1-2 14,-5 2 0,-2 2-76,-4 8 30,4 3 1,-5 9-8,7 4 1,-1-2-83,1 6 0,7 1 186,2 4 0,5 1-88,1 0 0,1 0 149,5-1 1,9 3-95,10 2 0,4-7-39,2 2 0,5-4 59,0-1 0,1-2 21,-1-8 1,-9 0-96,4 1 1,-12-1-124,-4 0 1,0-1-188,-4-4 0,-5-1 133,0-4 0,-6-4-297,-6 5 1,-2-5 167,-7-1 1,-6-7 98,1-3 1,-6-3-43,6-3 1,-6 1-136,6 0 1,1-1 256,9 1 1,-4 5 454,4-1 255,3 8-502,0-4 0,14 7 152,3 0 1,12 0-80,9 0 1,1-7-85,9-3 1,0-3-46,5-3 0,0-1-123,0-3 1,-1 1-35,-5-7 0,-2 6-251,-7-6 0,-6 1-206,1-6 0,-8 1 249,3-1 1,-11 2-362,-5 3 86,-3 4 319,-2 7 0,-7 10 252,-3 10 1,-4 10 381,-1 16 1,0 6-291,-1 4 1,3 2 81,2-2 0,5 8-1195,6-3 977,0-3 0,13 8 0,4-3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06.252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77 16 7569,'-23'-7'533,"0"6"1,13-6 348,0 7-204,7 0-757,-4 0 1,14 0 55,3 0 0,10 0 128,6 0 0,3 0-487,1 0 1,6 2-1526,0 3 1907,7-4 0,-18 13 0,4-5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06.393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62 32 7569,'-22'8'548,"10"1"846,-4-4-230,11-3-788,-2 4 1,11-6-454,6 0 0,14 0 113,17 0 0,10-5 141,5 0 0,4-5 98,1 5-275,1-7 0,-1 3 0,0-6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06.961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77 121 7569,'-7'-22'0,"5"5"0,-3-3 0,4 3 0,1 1 597,0 8 907,0-6-1285,0 12 1,0-3-14,0 10 1,-2 11-141,-3 9 0,-2 11 78,-3 5 1,-4 3 61,4 2 1,3-5-109,2 0 1,3-7-132,2 2 0,0-5 62,0-6 1,2-3-30,3-6 1,3-3 245,8-2 1,6-5-75,4-6 1,3 0-137,1 0 1,6-6 79,0-5 1,6-2 21,-1-3 1,-2 6-278,2 0 1,-8 1-371,-3-1 1,-1-2 134,-8 7 0,-1 0-991,-4 5-386,-8-7 908,6 6 843,-12-6 0,-2 0 0,-9-2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07.151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16 44 7569,'0'-16'0,"0"6"262,0 0 134,0 6 1,0 1-14,0 13 1,0 9 101,0 17 0,0 5-358,0 10 1,0 3 78,0 8 1,-1-1-424,-5 0 0,5-4 200,-4-1 1,3-5 182,2 5 1,2-6-563,3 1 0,3-5-1747,8-5 2143,-1-4 0,0-6 0,1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07.368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15 30 7569,'-6'-15'415,"4"6"1,-5 4-156,7 10 1,0 5 83,0 11 1,0 9-294,0 11 1,0-2 110,0 2 0,0 2-452,0 8 1,0-3 229,0 3 1,5-3 208,0-2 0,6 0 111,-6 0-260,7 0 0,-4-7 0,7-2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07.767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231 291 7338,'15'-38'-519,"-5"-1"432,0-7 0,-5 7 87,6 3 0,-8 5 917,2 6-528,-3 3 0,-9 13-70,-3 4 1,-9 5-138,-1 5 0,-8 10-15,3 11 1,-4 5-25,-2 4 0,1 5-72,-1 6 1,7-2 83,4-3 0,9-4-209,6-6 0,4-2 52,1-3 1,6-4 109,5-7 0,4-6-52,5-4 0,3-4-75,2-1 1,2-8 50,-6-8 0,4-1-115,-4-8 1,4 4-83,-4-4 1,-1-1 68,-4-4 1,2-1-52,-2 0 1,1 7 38,-12 4 0,2 5 6,-2 4 111,-4 5 1,5 12 103,-12 5 0,-2 9-35,-7 6 0,-6 4 154,1 6 0,-1 3-96,6 7 1,0 2-76,-1 3 1,6-7-373,0 8 1,6-10 165,-1 4 0,-2 0 137,2-5 0,0-8-349,5-3 0,2-11-548,3-4 1,4-1 454,6-9 1,0-3 449,1-13 0,-1 1 0,7-19 0,2 5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08.056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16 16 7273,'0'-9'605,"0"3"-291,-7 12 0,6 3-119,-5 6 0,5 6 387,1-1-330,0 7 1,0-8-3,0 7 0,0-1-62,0 6 1,0 0-86,0-1 1,0-1 102,0-3 0,1 1-144,5-6 0,-3 4 81,7-4 0,0-1 41,6-5 1,1 1-180,3-1 1,-3-5-197,4 1 1,3-8 76,1 2 0,4-3-65,2-2 0,-6-2-225,1-3 1,-1 2 170,6-8 1,-7 6-208,-4-5 0,3 0 156,-3-6 0,0 6-155,-4 0-195,-1 0-344,1-6 978,-8 1 0,6 0 0,-6-1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08.255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123 1 7569,'-10'0'0,"0"0"0,5 3 373,-5 7 1,-1 9 547,-4 17 1,5-2-587,0 7 1,-1 1-188,-4 9 1,7 2-455,2 4 0,5-5 268,1-6 0,0 0-741,0 0 1,0 0 482,0 0 1,0-1 295,0-4 0,7-4 0,1-6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08.476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 77 7569,'0'-15'2690,"0"0"-2261,0-1 0,7 8-85,3 3 1,4 1-162,1-1 1,5 3-27,1-3 0,6 4-23,-1 1 0,1 0-473,-1 0 1,3 1 283,-4 4 0,-1-3-952,1 3 0,-4-3 264,5-2 743,-8 7 0,11-6 0,-5 6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09.580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16 47 7569,'-9'-15'371,"3"6"0,6 1 42,0 2-230,0 5 1,6-6-161,5 7 1,-3 0 129,2 0 0,2 2-119,9 3 1,-4-4 17,3 5 0,-3 0-51,-1-1 0,-1 6 78,0-6-143,1 7 1,-8-4 6,-3 8 1,-3-6-142,-2 0 0,-7-5 18,-3 5 0,-4-5 106,-1 6 1,0-6 147,-1 5 0,1-7-36,0 3 0,-1 0 254,1-1-230,6 7 0,3-8-6,6 6 1,0 0 9,0 6 1,12-4 18,3 3 0,9-3-40,-4 8 0,7-1 19,-1 1 0,1-2-13,-1 2 0,1 2-18,-6-1 1,-1 1-7,-5-2 0,-4-3 14,-1 4 1,-7-4 3,2-2 1,-5-5 1,-5 0 0,-3-4-1,-8 4 0,-1-5 119,-3 5 0,-2-6-102,-4 1 0,-3 2-2,4-2 1,-3 0-68,3-5 0,-2 0-402,6 0 1,1 0 219,4 0 0,6-2 45,0-3-411,6 3-676,-2-5 917,6 7 1,6-1 312,5-4 0,2 3 0,3-5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10.647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198 1 7692,'-15'0'431,"5"0"-275,-1 0 0,6 6-51,-5 5 1,7 2 59,-2 3 0,3-1 18,2 0 1,0 1-35,0-1 0,7 0-73,3 1 0,5 4 97,6 1 0,-3-1-17,8-5 0,-2 1 11,1-1 0,-1 0 13,-3 1 1,-4-1-110,3 0 1,-8 1 92,-2-1 1,-6 0-166,1 1 1,-3-6-46,-2 0 1,-2-1-81,-3 1 1,-5 4 78,-11-4 0,-4 3-91,-11 3 0,3-1-109,-2 0 0,-3 1-232,2-1 1,-3-6-209,8-4 1,-1-4-142,12-1 318,-1 0 0,13-12 510,3-3 0,10-17 0,3-1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10.822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1 139 7569,'15'-23'0,"-1"6"308,-4-3-108,3 3 0,-11 7 335,3-1-47,-3 8-152,-2-11-157,0 13 0,2-6-63,3 7 1,-2-5-142,7 0-156,1 0 1,4 5 193,0 0 0,1 0-528,-1 0 0,0 0 86,1 0 1,-1 0-92,0 0 1,2 0 230,4 0 0,-4 0 289,3 0 0,4 6 0,0 3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11.111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46 1 7569,'10'5'-337,"1"0"0,-3 2 399,2-2 0,4-2 304,-4 7 0,-1-5-117,1 6-147,0-1 1,5 10 30,1 1 1,-6-1 7,0-4 1,-6 4 3,1 0 0,-4 6-9,-1-5 1,-6 4-307,-5-4 1,-2 4 99,-3-4 0,-4-1 189,0-5 1,-3-1 61,3-4 0,3 2 160,-4-7 1,10 2 52,0-2 167,8-3-466,-4 5 1,14-7 20,3 0 1,11 0-344,4 0 1,-1 0 178,2 0 0,-1 0-705,6 0 0,-1-2 115,1-3 1,0 3-759,0-3 1396,-1-3 0,1-1 0,0-6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11.321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 16 7672,'8'-8'860,"-1"1"1,-2 14-507,0 3 1,0 10-34,-5 6 1,0 10-212,0 5 0,0 8-139,0 2 1,0 7-447,0-2 1,5 4 300,1 1 1,-1 4-764,-5-4 1,6 4 936,5-9 0,2 4 0,3 1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12.093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14 338 7569,'-9'-7'1423,"4"-3"-1169,10 3 1,-1 0-6,6 7 1,0-5-28,5 0 0,1 0-27,-1 5 0,7 0-12,4 0 1,3 0-270,1 0 1,6 0 112,0 0 0,12 1-77,-2 4 0,5-3-26,0 3 1,3-3 4,8-2 1,6 0 66,4 0 0,15-5-218,5 0 1,6-6 227,-6 6 0,-38 0 0,0 0-198,-3 2 1,0 1-1,6-1 1,2 1 122,0 2 0,0 0 0,-2-2 1,1-1 47,1 0 0,0 1 0,1-1 1,1 1 13,5 1 0,1 2 0,0-1 0,1 0-228,5 0 0,2 0 1,-2-1-1,0 0 228,1-2 0,1 1 0,4 1 0,0 0-313,0-1 0,1-1 0,2 0 0,1-1 303,1 2 0,1-1 0,3 0 0,1-1 7,-2 1 1,0 1 0,5 1 0,2 0 4,-5-1 0,0-1 1,1 0-1,-1-1 20,1 2 0,-1-1 0,2 0 0,-1 1-21,-6 2 1,1 0 0,3 0 0,1 0-1,-2 1 0,0-2 0,1-1 0,-1-1 26,1 1 0,-2-1 0,-3-2 0,-1 0 56,3 2 0,-1 1 0,0-4 0,-1 0-69,4 1 0,0 0 0,-2-2 1,-1 0 4,0-1 1,0 1-1,-3-1 1,-1 0 1,-6 0 1,0 1 0,3 0 0,1 0-105,-3 2 0,-2 0 0,-4-2 0,-3 0 32,-6 2 1,-2 0-1,-3 1 1,-1 0 127,-3-2 1,0 1-1,39 2-364,-13-2 1,-9 3-118,-12 2 0,-11 0 118,-15 0 0,-8 2-146,-11 3 439,-5-3 0,-6 8 0,0-3 0,0 6 0,0 4 0,0 4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12.722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101 47 7164,'2'-14'955,"3"4"-370,4 3 1,6 2-247,0 0 0,6 0-111,-1 5 0,8 0-183,-3 0 0,2 2-40,-1 3 1,-4 3-142,-7 8 0,1-1 193,-1 0 1,-5 1 89,1-1 1,-8 0-286,2 1 0,-15 4-414,-5 1 1,-11-1 286,0-5 1,-3-4 78,-1-1 0,-6-2 318,0 3 1,5-3 47,6-3 0,6-3 314,-1 3-295,3-3-93,1-2 26,8 0 1,8 0 129,10 0 1,5 0-218,6 0 1,3 0 24,6 0 1,1 1-161,0 5 1,-1 0 7,1 5 1,0 2-30,-1-3 1,-6 4 118,-3 1 1,-4 1-43,-2-1-1,0 0 1,-6 1 4,-4-1 0,-12 0 166,-8 1 0,-7-1-85,-9 0 0,-1-1-102,-4-4 0,-2 7-34,-2-6 0,-3 6-158,7-7 0,-3 2 185,8-2 1,4-1 13,12-4-916,-1-4 249,8 6 0,10-9 711,13-3 0,7-3 0,9-7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13.009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215 62 7569,'9'-16'0,"-2"6"89,-7 0 60,0 7 0,-4-9 322,-6 6-247,0 1 1,-12 5-42,6 0 1,1 2 22,0 3 1,-1 4-146,1 6 1,0 0-9,-1 1 0,8 1 37,3 3 1,3-3 54,2 4 0,0-3-119,0 3 1,7-2 10,3 6 1,9-6 49,1 1 1,7-3 6,-1-1 1,3 4 11,2 1 1,-8-1-63,-2-5 1,-4 1 0,-2-1 0,-6 0-113,-4 1 1,-3-1 38,-2 0 1,-12 4-296,-4-3 1,-9 6 151,-1-12 1,-3 7 105,-1-7 0,1-3-237,3-2 0,-1-3-1107,6-2 439,-6 0 971,10-14 0,-5-3 0,6-13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13.134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0 139 7569,'9'-15'0,"4"1"-82,-2 4 0,1-4 368,-2 4-60,3-4 1,-4 4-64,6 0 1,2 5-13,4-5 1,1 6-407,3-1 0,4 3-67,-3 2 0,3-5-687,2 0 1009,-1 0 0,1 5 0,0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13.460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15 16 8109,'-6'-8'1306,"4"1"-1163,-5 7 1,9 0-120,3 0 0,3 2 123,8 3 1,6-2 53,3 7 0,-1 1-288,2 4 0,-1 0-84,6 1 0,-7-1 19,-4 0 1,-2 1 68,-3-1 1,-2 0-126,-2 1 0,-4-1 59,-7 0 0,-7-4 136,-4-1 0,-4-5-26,-5 5 1,-2-6-26,-4 1 1,-1-4 131,6-1 0,1 0 55,4 0 0,1 0 431,0 0-205,6 0-244,2 0-137,28 0 0,-7 0-165,16 0 1,-1 0 199,7 0 1,-2 0 51,7 0 1,-7 0-522,2 0 466,3 0 0,-7-6 0,6-3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13.627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 0 7569,'8'0'1395,"-1"2"-376,-7 3-678,0 4 0,2 13-36,3 3 1,-3 11-100,3 5 1,1-2-387,0 2 0,4 0-251,-5 5 0,5-2-1404,-5-3 1835,0 4 0,2-6 0,2 7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14.073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553 77 7569,'0'-24'-101,"-2"2"1,-3 8 611,-5 4 0,-4 3-153,-1 7 1,-7 7-58,-4 3 1,-3 16-159,-2 5 1,-4 11-120,-1 4 0,-5 0 125,5 5 1,-7-1 53,3 1 1,2-3-433,2 3 1,9-10-568,1-5 0,9-4 796,2-1 0,7-8 0,8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14.251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1 108 7569,'0'-31'0,"0"2"572,0 4 17,0 10 75,0 8-426,0 14 0,0 3-21,0 10 0,5 4-11,0 7 1,7 6-92,-2 4 1,11-2-100,4 2 1,4-7-327,2 2 1,6-4 251,4-1 0,4-2-678,1-3 0,-2 1 122,-3-7 614,3 1 0,-5-6 0,7 1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14.430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46 1 7784,'-2'15'290,"-3"0"1,2 8-188,-7 2 1,5 4-307,-6 2 176,8-1 1,-4 6 101,7 0 1,0 0 111,0-6 0,7 5-187,3-5 0,11 4 0,3-10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14.914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108 215 7569,'9'-31'343,"-2"8"1,-14 2-87,-3 11 0,-4 6 251,-1 15 0,-1 1-261,1 13-170,0 1 0,1 4 105,4 1 0,3 5 23,7 0 1,2-1-359,3-4 0,8-2-140,8-3 1,6-4 59,-1-7 0,-2-6 111,1-4 0,1-5 5,4-5 1,-6-4 22,-3-6 0,-4-7-51,-2-4 0,-1-3 83,-4-2 1,2-1-9,-7-4 0,0 4-27,-5-4 1,0-1-77,0 1 1,0 0 201,0 5 1,0 8-101,0 2 1,0 4 241,0 2-83,0 6 0,7 2-38,3 7-67,-3 0 1,5 2 20,-7 3 0,5 4 56,-5 6 0,0 5 47,-5 1 1,6 6 9,-1-1 0,0 4-90,-5 6 1,0-3 38,0 2 1,5-2 4,0-3 1,7-4 74,-2 0 0,4-8-91,1 3 0,0-6 15,1-5 0,4-3 59,1-7 0,4 0-69,-4 0 0,4-2-99,-4-3 0,-1-3 64,-5-8 0,1 1-255,-1 0 1,-6-7-49,-4-4 0,-3-3-55,-2-2 1,-12 1 159,-4-1 0,-9 2 52,-1 4 0,-3 2-13,-2 8 1,-1 7 17,-4 2 0,6 5-3,-1 1 0,7 0-147,9 0 266,-1 7 0,1 1 0,0 7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15.385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77 522 7569,'0'-15'67,"0"6"0,-1-3 150,-5 7 0,-2 2-88,-7 8 1,1 9 81,4 6 0,-2 2-140,7-1 1,0-3-204,5 8 1,6-7 161,5 1 1,4-3 49,5-1 0,-3-8-247,4-3 1,-4-5 34,-2-5 0,-1-3 44,-4-8 0,2-1 67,-7-3 0,0-4-4,-5-7 1,0 1-48,0-1 0,0-5 6,0 0 1,0-6 41,0 1 0,2-4 2,3-1 1,5 6-8,11-1 1,-2 7 11,6-2 0,-4 5 145,4 6 1,-4 4-94,4 11 0,-4-2 127,4 7 0,-4 0-47,4 5 0,-4 1-34,4 5 0,-4 2-27,4 7 0,-6 8 26,1 2 1,-8 6 109,-1 5 0,-8-2-73,2 7 1,-5 5 51,-5 5 0,-9 8-82,-6 3 1,-7-1 19,1 6 0,-3 1 35,-2-2 0,-1 2-4,-4-1 0,4 1-170,-4 4 1,9-4 160,1-7 0,7-1-362,-1-4 0,10 2-59,5-7 0,3-7-472,2-8 1,0-5 372,0-6 1,8-2-127,8-8 0,6-7 129,9-2 1,-1-13 387,1-9 0,6-6 0,3-15 0,6-3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15.560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44 169 7569,'14'-23'2,"-4"2"1,-3 9 473,-7 2 1,-2 10-25,-3 5 1,-8 5-67,-8 16 1,6-1-163,5 6 1,6 0-19,-1-1 1,5-4-240,5 0 1,11-8-30,9 3 0,4-11-43,2-5 0,5-5 100,-1-5 0,1-4-220,-5-6 1,-7-7 17,-4-4 1,-5-3-114,-4-1 1,-5-1 145,-6 0 0,-8 1 75,-7-1 0,-9 7-880,-12 4 979,-3 3 0,-14-5 0,-2-2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16.310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0 92 7739,'0'-15'718,"0"-1"1,2 6-518,3 0 1,-3 5-39,3-5 0,-2 5 628,2-6-546,4 8 1,11-4-214,1 7 0,1 0 52,-2 0 1,4 0-164,7 0 1,-6 0-170,1 0 0,0 0-221,4 0 0,-1 0 363,-3 0 0,1 0 6,-7 0 0,6 2-91,-6 3 191,1-3 0,-6 11 0,1-4 0</inkml:trace>
  <inkml:trace contextRef="#ctx0" brushRef="#br0" timeOffset="136">123 230 7569,'8'15'789,"-1"-6"1,0 3-345,3-7 1,6 2 60,4-2 0,0-3-587,11 3 60,-4-4 0,23-1 163,-4 0 1,15-5-143,1 0 0,9-7 0,-1 4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34.939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46 184 7569,'-8'-7'0,"1"-1"1359,7-7-854,0 6 0,-5 1 239,0 2-496,0 5 0,5 1-147,0 10 36,0 10 1,-2 4-54,-3 7 1,3 5-166,-3 0 0,3 1 209,2-1 1,0-4 56,0 4 0,0-4-1311,0-1 1,6-5 502,-1-1 0,7-6 623,-2 1 0,10-3 0,4-1 0</inkml:trace>
  <inkml:trace contextRef="#ctx0" brushRef="#br0" timeOffset="246">369 123 7569,'-9'-7'1193,"-5"5"1,6-3-796,-7 10 1,1 6-175,4 9 0,-4 1-29,4 9 0,-2-3-302,2 9 0,3-3 139,7-3 1,0 1-629,0 0 1,2-6 40,3 1 1,3-7-968,8 1 1522,6-3 0,-5-8 0,5-3 0</inkml:trace>
  <inkml:trace contextRef="#ctx0" brushRef="#br0" timeOffset="632">706 123 7496,'-15'8'-74,"-1"6"74,1-4 0,0 4 0,-1 1 0,1 1 864,0-1 1,1 0-355,4 1 1,-2-1-385,7 0-114,0 1 0,6-3-132,4-2 0,4-5 50,6-6 0,2-1-103,4-4 1,-2-4 170,6-6 1,-4-7-21,4-4 0,-6 2-449,1-1 0,-4 4 170,-6-4 1,2 6 190,-7-2 1,5-1 39,-5 2 187,7-1 0,-8 8-69,6 2 1,-5 5 110,5 6 1,-5-2-122,5-3 0,1 3 7,4-3 0,0 3 26,1 2 0,-1 0 24,0 0 1,-4 5-10,-1 0 1,-2 7-42,3-1 0,-5 2-11,-6 3 1,0 6 101,0 3 1,-6 4 210,-5 2 0,3 0-158,-2-1 1,-1 1-54,-4 0 1,0 3-335,-1-4 0,8 5 112,3-10 1,-2-3-418,2-1 1,1-9 42,10-2 1,-3-7-127,7 2 1,5-5 200,6-5 0,6-3 385,-1-8 0,3-13 0,1-3 0</inkml:trace>
  <inkml:trace contextRef="#ctx0" brushRef="#br0" timeOffset="799">1166 276 7569,'15'0'-50,"-6"0"0,-2 2 408,-7 3-221,0 4 1,0 6 13,0 0 0,2 2 0,3 4 1,3-6 31,7 1 1,1-3 11,-1-8 0,7 0-332,4-5 0,1-6 95,-1-5 0,1-4 15,-7-5 0,-1-3 50,-9-2 0,-3 1 35,-7 4 1,-1 1-131,-5-7 0,-9 13-147,-11-3 1,-6 11 157,-9 0 1,5 5 60,-10 5 0,-3 10 0,-6 9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34.130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47 214 7569,'-7'-16'125,"5"-4"0,-3-1 0,3 3 665,2 1 0,0 1 416,0 1 86,-6 6-1020,4 3 0,-5 9 53,7 7 1,0 9-144,0 17 1,-2 5 0,-3 10 0,3 2-140,-3 3 1,4 4 104,1-4 1,0-3-625,0-2 1,0 0 278,0-5 0,1 2-983,4-13 1,6 1 201,9-5 0,-1-7 978,6-4 0,1 4 0,5 0 0</inkml:trace>
  <inkml:trace contextRef="#ctx0" brushRef="#br0" timeOffset="346">660 76 7569,'-7'-14'211,"-3"4"0,0-2 344,-5 7 0,3 0-144,-9 5 0,-3 6 54,-1 5 1,1 4-342,-2 5-82,1 4 0,-1 7 23,1 0 1,6-2-114,-2-4 1,11 2-1,5-6 148,3-1 0,4-6-294,3-4 1,11-5 59,9-10 0,4-5-87,2-10 1,-1-4 3,1-7 0,0-1 122,0-4 1,-6 9 91,1-4 1,-8 5 8,3 1 1,-4 4 85,-2 11 0,-5-2-82,1 7 1,-8 2 256,2 8 1,-5 10-109,-5 11 1,-3 8 119,-8 1 0,1 8-101,0-2 0,-1 3-126,1 2 1,0 2-104,-1 3 1,3-8-269,2 3 1,-1-9-47,7 4 0,0-12 170,5 2 1,0-11-1268,0 1 1462,7-4 0,8-9 0,9-1 0</inkml:trace>
  <inkml:trace contextRef="#ctx0" brushRef="#br0" timeOffset="483">1090 505 7569,'-17'5'382,"-4"0"1,9 2-265,-3-2 1,3-1 279,-3 6-278,6-7-120,2 11 0,7-6 0,0 8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42.714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16 336 7569,'0'-20'0,"0"-1"-184,0 1 184,0 4 0,0 6 1067,0 0-217,0 7-62,0-11-571,0 12 1,0-3 35,0 10 1,-5 9-59,0 6 0,0 11-71,5-5 1,0 6 70,0-7 0,0-1-288,0 2 1,1-7-127,5 1 1,0-3-303,5-2 0,2-4 90,-3-1 0,4-7-324,1 2 1,1-5-45,-1-5 0,0-3 799,1-8 0,-1-12 0,0-5 0</inkml:trace>
  <inkml:trace contextRef="#ctx0" brushRef="#br0" timeOffset="366">47 106 7306,'-9'-7'353,"2"-1"0,9-6-69,3 4 1,4-2-160,6 7 0,7-2-76,4 2 0,-2 3 51,1-3 1,-4 3-91,4 2 0,-1 7 14,2 3 1,1 9 87,-7 2 0,1 6-76,-6-2 1,-5 4 20,1 2 0,-8 0-80,2-1 0,-1 6 80,1 0 1,-4 0 6,4-6 1,-3-6 23,-2-3 1,0-4 80,0-2 51,0-6-148,0-3 1,0-7-76,0-4 0,0-6-54,0-9 0,7-6-180,3-9 1,4-5 171,1-6 1,6 0 72,-1 0 1,2 2-195,-1 3 0,-4 11-216,3 9 0,-8 6 609,-2 5-169,1 3 1,-1 14 47,0 3 1,-7 10 57,3 6 0,-5 3 77,-1 1 0,0 1-191,0 0 0,0-1-207,0 1 0,5-2-52,0-3 0,7 1-382,-1-7 1,-3 1 610,2-6 0,7 0 0,7 1 0</inkml:trace>
  <inkml:trace contextRef="#ctx0" brushRef="#br0" timeOffset="683">906 91 7569,'8'0'64,"-1"0"47,-7 0 410,0 0-134,-7 0 1,0 1-185,-3 5 1,-3 7-51,2 8 0,3 6 83,-2-2 1,4 6-42,-4 5 0,7-4-46,-2 4 1,5-4-3,5-1 0,0 0-111,10-1 0,-3-7 10,9-8 1,2-1-142,3-9 1,3 0-56,2-5 0,-2-2-217,-4-3 0,4-4-465,-3-6 1,-2 0 402,1-1 1,-6-1 428,1-3 0,4 3 0,0-5 0</inkml:trace>
  <inkml:trace contextRef="#ctx0" brushRef="#br0" timeOffset="962">1320 198 7569,'-10'0'0,"-1"0"0,6 0 870,-5 0-495,7 7 0,-4-4-18,7 8 1,-5 0-39,0 10 0,-1 3-274,6 6 0,0-4 85,0 0 0,0-1-78,0 6 0,0-6 7,0 1 0,6-7-145,-1 1 0,0-8 142,-5-2 1,2-6-124,3 1 0,-2-7 138,7-8 0,-5-7-1,6-14 0,-6-1-63,5-4 1,-5-3 50,5-7 1,-1 0-152,1 0 1,4 1-98,-4 5 1,-2 2-158,3 7 1,-1 8 57,5 2 1,-5 9-151,1 2 0,-6 6-36,5-1 0,-5 5-600,5 5 1075,-6 4 0,9 6 0,-4 1 0</inkml:trace>
  <inkml:trace contextRef="#ctx0" brushRef="#br0" timeOffset="1649">1688 459 7108,'-22'0'-276,"10"0"1080,-3 0-74,3 0-14,-4 0-474,8-7 0,1-2-176,7-6 1,2 0 17,3-1 1,5-6-158,10-3 0,-3 1-39,4-2 1,1 1 102,-2-6 0,1 0 8,-6 1 1,1 1-29,-1 3 0,-5-1-80,0 6 1,-6 1-13,1 5 83,-3-1 1,-9 8 54,-3 3 0,-4 6 4,-1 10 0,-2 6-23,-4 13 1,4 8 0,-3 3 1,4 3 266,6 2 0,-2-2-82,7-3 1,0 2-143,5-7 0,7-2-14,3-9 1,4-3-57,1-6 1,0-8 26,1-3 1,4-3-124,1-2 0,1-8-132,-2-8 0,-3-1 67,4-8 0,1-1-15,-2-5 0,1 1 41,-6-1 1,-5-1-82,0-4 1,-6 5 70,1 1 0,2 1 107,-2 8 0,0 6-6,-5 5 358,0 6-24,-7-3 1,-1 16-141,-8 6 0,6 2 58,0 9 1,1-1-39,-1 6 0,-2-5 59,7-1 1,0-6-78,5 1 1,0-3 111,0-1-130,0-1-217,0 0-46,7-6 151,1-2-93,8-7 0,-3-7-63,-2-3 1,2-4-130,-3-1 0,-1-1 72,1 1 0,-5-2-83,5-3 0,-1 3 192,1-4 1,-1 4-27,-4 2 461,-3-1-188,4 8-21,-6 1 1,0 14 77,0 3 1,0 4 58,0 1 1,0 2-141,0 4 0,0-4-100,0 3 0,2-3-105,3-2 1,4-1-261,6-4 1,2 2-323,4-7 1,-3 6 673,8-6 0,-7 0 0,3-5 0</inkml:trace>
  <inkml:trace contextRef="#ctx0" brushRef="#br0" timeOffset="2153">2547 198 7569,'-7'-22'0,"4"5"520,-8-4-256,1 4 0,-5 0-39,0-3 1,-6 5-20,1-1 1,-6 8 21,6 8 1,-6 0 90,6 0 0,-1 1-281,6 5 1,-4 2 42,4 7 1,-2 1-74,12-1 0,-1 0 18,6 1 1,2-1-126,3 0 0,4 6 53,6-1 0,7 1-31,4-6 0,-2 6 132,1-1 1,1 0 0,4-4 1,-6 4-88,-3 1 1,-4 4 55,-2-4 0,-5 4 4,1-4 0,-8-1-19,2-5 0,-5 6-133,-5-1 0,0-4 87,-10-6 0,6-7-18,-11 2 0,6-3-9,-6-2 1,2 0-122,3 0 0,5-7 49,0-3 0,5-3 37,-6-3-28,8 1 70,-4-1 0,9 3 161,3 3 1,3 3-59,8 7 1,-1 0 82,0 0 0,8 0-118,2 0 0,-1-7 17,2-3 1,-1-4-120,6-1 0,0-1 100,-1 1 0,-4-5-1,-1-1 0,-6-4-53,2 4 1,-4-1-108,-2 2 1,-5 1 86,0-7 1,-6 1-15,1-6 0,-5 7 27,-5 4 0,1-1-4,-6 6 0,0 3 236,-5 12 0,-1 2-73,1 3 1,0 10-131,-1 11 1,3 10 117,2 4 0,-1 0 260,7 1 1,0-7-337,5 1 0,5-2-370,0-3 1,7 1 177,-1 0 172,2-7 0,9 5 0,2-5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36.753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75 446 7569,'-15'0'90,"-1"0"0,6-2 459,0-3 239,7 3-565,-11-5 1,12 6-29,-3-4 0,5 3 156,5-3 1,4-2-80,6 2 1,6-2-83,-1 2 0,9-2-27,2-3 0,1-4-77,9 4 1,0-4 15,5-1 0,0 0-143,0-1 0,0 1 114,0 0 0,-2-1 28,-3 1 0,2 0-585,-8-1 1,0 3 235,-10 2 0,2-2-196,-6 3 1,-6 3 126,-5 2 0,-4-2-287,4 2 269,-7 0 102,4 5-111,-7 0-18,0 0 119,-7 0-18,5 0-263,-11 0 227,4 0 297,1 0 0,-6 6 0,6 3 0</inkml:trace>
  <inkml:trace contextRef="#ctx0" brushRef="#br0" timeOffset="2694">228 476 7569,'-15'-6'549,"7"4"0,-1-3-380,4 10 0,3 5 14,-3 11 1,3 2-48,2 8 0,0 5-41,0 0 1,0 5-104,0-6 0,0 6 0,0-5 1,0 5-225,0-5 0,0 0-269,0-6 1,0-6 246,0-3 1,6-4-300,-1-2 147,0-7 8,2-1 1,-4-10 397,7-7 0,0-7 0,6-14 0</inkml:trace>
  <inkml:trace contextRef="#ctx0" brushRef="#br0" timeOffset="3002">198 446 7569,'0'-16'-538,"0"1"1,0-5 942,0-1 1,0 1-75,0 4 0,7 1-90,3 0 0,5-1-97,6 1 1,2 5 38,8 0 1,0 4-83,0-4 1,4 7-33,1-2 0,5 8-87,-5 2 1,0 7 68,-6-2 0,-4 4-135,-1 1 0,-6 2-13,2 4 0,-11-4 74,-5 3 0,-3-3 79,-2-1 0,-4-1-32,-6 0 0,-7 1 10,-14-1 0,-1 0-27,-4 1 1,-3-6 7,-7 0 1,0-5-40,0 6 0,7-8-8,3 2 1,5-3-104,6-2 1,2 5-34,8 0-170,7 0 197,1-5 0,15 0-202,8 0 1,1 0-17,8 0 1,1 5 358,4 0 0,8 7 0,1-3 0</inkml:trace>
  <inkml:trace contextRef="#ctx0" brushRef="#br0" timeOffset="3615">765 753 7569,'-20'0'-115,"-1"0"-206,8 0 542,-1 0 1,11 1 279,-7 4-88,6-3 0,-1 5-211,10-7 1,4-2-99,6-3 0,0-3-102,1-8 1,4-1-202,1-3 0,-1 1 67,-5-7 0,1 6 137,-1-6 1,-5 6-44,0-6 1,-6 8 30,1-3 0,-3 4-82,-2 2 1,-2 6 84,-3 4 0,1-2 0,-6 2 0,0 7 39,-5 8 1,1 5 117,4 6 0,-2 4 32,7 11 0,-5-2-95,4 7 0,1-7-23,5 2 1,7-5-4,3-6 0,4-2 17,1-8 0,6-1 2,-1-4 1,6-3-4,-6-7 1,6-7-28,-6-3 0,6-6-92,-6-4 0,2-4-11,-1-7 1,-4 0 61,3 1 0,-8-6-37,-1 0 1,-8-5 1,2 6 0,2 0-8,-2 10 0,0-2-14,-5 6-1,0 1 81,0 11 1,0 4 7,0 10 0,0 5 137,0 11 0,0 3-57,0 6 1,0 6-7,0 0 1,0 0-61,0-6 0,0-1 33,0-3 0,0-4 46,0-7 1,2-1 150,3-4 51,-3-3-71,4-7 0,-6-8-334,0-8 1,2-6 47,3-9 0,-1-1-158,6-4 1,-5-3 95,5-7 1,0 0-626,6 0 0,4 0 61,1 0 0,4 7-173,-4 3 1,6 10 208,-1 6 609,2 3 0,3 2 0,0-1 0</inkml:trace>
  <inkml:trace contextRef="#ctx0" brushRef="#br0" timeOffset="4493">1686 446 6804,'-7'-9'-421,"5"-4"1,-5 9 420,7-6 1224,-7 7-690,6-4 1,-13 7-252,4 0 0,1 8-88,-1 8 0,2 1-95,-3 8 0,-1 2 95,7 9 0,-5-2-183,5 7 1,0-2 35,5 2 1,0-3-64,0-7 1,2-8 93,3-2 1,3-4 18,8-2 1,4-6 15,0-4 1,3-3-14,-3-2 0,-3-2-87,4-3 0,-4-4 25,-2-6 0,5-6-123,1 1 0,-6-6 52,-5 6 0,-1-6-174,1 6 1,-3-6 87,-7 6 0,0-7-92,0 1 0,-2 2-4,-3-1 1,2 6 90,-7-2 0,4 4 107,-4 2 0,5 7-197,-5 2 294,6 5 0,-7 8 2,5 3 0,1 3 113,5 3 1,0 4-81,0 1 1,7 6 74,3-2 1,4-2-20,1-3 1,1-3-101,-1-2 0,5 1-61,1-1 0,-1-1 76,-4-4 1,-1-3-140,0-7 0,1 0 22,-1 0 1,0-7-59,1-3 0,-1-9 28,0-1 0,-4-8-127,-1 3 1,-5-4 119,5-2 0,-6-3 19,1 3 0,1-1-168,0 12 0,-1 4-53,-5 6 364,0 7-110,0-4 0,0 10 105,0 7 0,0 7-9,0 14 0,-5 0 137,-1-1 0,1 3-60,5 3 0,0-9-119,0 4 1,0-11 28,0 0 1,0-3 63,0-1-32,0-8-60,0-1 0,0-9-5,0-3 0,2-3-102,3-8 1,2-6-186,3-3 0,2-9-157,-7-2 1,7-2 193,-2 3 1,2 4 46,-1 0 0,2 7 50,-3 9 0,-1 7 109,1 2 1,-6 6 14,1 6 1,2 4 181,-2 10 1,0 6-161,-5 10 1,5-9 65,0 4 0,2-4-385,-2 3 1,3-4 107,8 0 0,-1-8-36,0 3 0,1-11 49,-1-5 1,7-3-493,4-2 662,-4 0 0,7-14 0,-5-3 0</inkml:trace>
  <inkml:trace contextRef="#ctx0" brushRef="#br0" timeOffset="4698">2376 277 7180,'-16'9'-60,"1"-3"0,7-7 76,3-4 0,3 1 111,2-6 0,7 5 206,3-5 0,3 4-329,3-4 1,4 0-267,1-5 1,4 4-142,-4 1 0,4 0 197,-4-5 0,-1 1-135,-4 4 341,-1-4 0,0-1 0,1-9 0</inkml:trace>
  <inkml:trace contextRef="#ctx0" brushRef="#br0" timeOffset="5557">2606 16 7569,'-7'-8'-438,"-3"3"838,-4 3-205,-1 2 0,0 8 77,-1 8 1,1 6-33,0 9 1,4 6 90,1 4 1,7 8-162,-2 3 1,3 6 11,2-2 0,0-2-79,0 3 1,2-6-150,3 5 0,3-8-263,8-2 0,-1-7 227,0-8 1,1-3-36,-1-2 1,0-5 25,1-11 1,-1-3-58,0-7 0,1-4 2,-1-6 1,0-7-26,1-14 0,-3-1 62,-3-4 1,2 2 16,-7-7 1,6 2 124,-6-2 0,0 3-99,-5 8 0,0 4 78,0 1 0,0 11-56,0-1 170,0 10-100,0-2 96,-7 20 0,4-1-72,-8 14 1,8-7 5,-2 1 1,-2 2-12,2-1 1,0 4 8,5-4-43,0-1 0,0-5 9,0 1-11,0-8 22,0-1-5,0-7-39,0 0 0,5-7-1,0-3 1,2-4-70,-2-1 1,-3 5 53,3 0 0,-2 5-104,2-6 93,-3 8 1,7-4-9,-4 7 1,-4 2 69,5 3 0,0 5 113,-1 11 1,7-4-100,-1 3 1,2-3 132,3-2 1,1 1-21,3-1 0,-1-6-61,6-4 0,-1-4 3,2-1 0,1-1-5,-6-4 0,1-4 103,-2-6 0,-8-2-86,3-4 1,-4-3-38,-1-6 0,2-1-26,-7 0 0,0-1-124,-5-4 1,0 4-121,0-4 1,0 5 82,0 6 0,0 3 46,0 6 41,0 8-28,0 1 0,-2 21 58,-3 6 0,4 14 203,-5 7 0,5 10-122,1 5 0,0 4 97,0 1 0,0 1-171,0-1 0,-2-1 52,-3-4 0,3 2-115,-3-7 1,2-7 86,-2-8 1,3-5 71,-3-6-1,-4-2 1,1-15 120,-8-3 0,6-5-197,0-5 0,0-10-110,-6-11 0,8-3-244,3-1 1,3-6 167,2 0 1,0 0 21,0 6 0,9-1 36,6 0 1,-3 7-1,8 4 1,-6 3 33,6 2 1,-3 4 8,-1 1 1,-1 5-32,0-5 1,2 1 110,4-1 0,-2-5 29,6-1 1,-6 1-49,1-5 1,3-3 26,-3 3 1,-1-6-50,-9 6 0,2-2 19,-7 1 1,5 3 10,-5-8 0,0 6 2,-5-6 0,0 12 54,0-1-26,-6 10 1,2-2 163,-6 7 1,5 14-66,-5 6 1,5 14-63,-6 7 1,8-2-23,-2 2 0,3-2-274,2 2 1,2-3-196,3-8 0,2 5-811,3-5 1229,4 4 0,1-10 0,9 7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46.429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62 321 7569,'-15'10'589,"0"0"-317,6 1 1,1 2-45,2-3 1,5 4-34,-4-4 0,3 4 348,2 1-326,0 1 1,7-6-93,3 0 0,5-7-64,6 3 1,3-6 35,6-6 0,1-7-94,0-8 1,1-8-114,4-1 1,-4-3 56,4-8 1,-4 6 96,-1-6 0,-7 7-60,-4-2 1,-9 2-200,-6-2 0,2 10 31,-2 1 189,0 6 39,-5 11 0,-2 2 109,-3 12 1,2 9 46,-8 10 1,8 6-106,-2 5 1,3 1-43,2 4 1,0 2 69,0-7 0,7-1-178,3-4 0,5-7 31,6-4 1,-2-8-75,6-1 1,-6-8 89,1 2 1,3-10-11,-3-5 1,2-6-137,-1-4 0,-4-4 40,3-7 1,-3 1 90,-2-1 1,-1 0-61,-4 1 0,2 4-187,-7 1 0,2 6 126,-2-2 1,-3 10 151,3 0 1,-3 8 147,-2-4 1,0 14 13,0 3 0,-5 4-68,0 1 1,0 2-91,5 4 0,0-4 90,0 3 1,1-3-121,4-2 1,2-4 40,3-1-94,4-7 1,-5 4 42,6-7 0,-5 0-110,0 0 1,1-8-118,4-8 1,0-1 66,1-8 0,-1 4 135,0-4 0,1-1-87,-1-5 0,-5 8-343,0 2 411,1 11 228,4 3 0,-1 10-40,-4 8 1,-2 6 189,-3 13 1,-1-1-26,6-3 0,-7 6-68,3-6 0,0 5-74,-1-11 0,2 0-46,-2-4 1,-3-6-1310,3 0 775,-3-6 441,-2 2 0,-14-12 0,-3-3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46.588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44 0 7569,'-24'0'1268,"9"0"1,10 0-1063,10 0 1,5 0-118,11 0 194,9 0 1,16 0-328,11 0 0,8 0-409,1 0 1,0 0 452,-4 0 0,6 0 0,2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51.465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62 45 7569,'0'-16'0,"0"1"0,0 6 0,-5 4 584,0 10 1,0 11 834,5 9 1,-5 11-1022,0 5 1,-6 5-216,6 5 1,-5-3-350,5 3 0,0-3 7,5-2 1,0 0-114,0 0 0,0-2 234,0-3 0,2-9 49,3-6 1,3-2-12,8 1 0,13-3 0,3-6 0</inkml:trace>
  <inkml:trace contextRef="#ctx0" brushRef="#br0" timeOffset="332">768 137 7569,'0'-16'0,"-4"1"845,-6 0-515,0-1 1,-19 8-32,3 3 0,-4 5 167,-6 5-210,-3 3 0,-2 13-73,0-1 1,7 6-178,-2-6 1,11 6-69,4-6 0,6 6-462,5-6 465,3 1 1,20-13-175,8-3 0,9-3 109,11-2 0,-5-12-20,10-3 1,-3-6 62,3 1 0,-2 1-30,-3-7 1,-4 3 85,-6-3 0,-2 6 186,-3 9 1,-4 3 308,-7 3 1,-6 5-245,-4 0 0,-3 7 277,-2 8 1,-7 7-173,-4 4 0,-7 8-3,-3 1 1,1 6-98,5-5 0,1 5-43,4-5 1,-2 1-6,7-1 1,-6-5 22,6-1 1,0-1-1427,5-8 0,0-1-190,0-4 1,7-3 1409,3-2 0,4 2 0,1-4 0</inkml:trace>
  <inkml:trace contextRef="#ctx0" brushRef="#br0" timeOffset="486">1182 520 9591,'-15'7'3011,"-1"-5"-4633,8 11 1205,1-4 1,9-1-1761,3-3 2177,3 4 0,8-7 0,-1 4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50.706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104 308 7569,'0'-16'1630,"0"1"-752,0 0-248,0 6-4,0-4-443,0 11 1,0-3 111,0 10 0,2-2 190,3 7 0,-3 1-750,3 4 0,2 0 193,-2 1 0,7-1-760,-2 0 0,-2 1 291,3-1 0,-1-6-17,5-4 1,-4 1 192,-1 0 1,0-1 364,5-5 0,-6-7 0,-2-2 0</inkml:trace>
  <inkml:trace contextRef="#ctx0" brushRef="#br0" timeOffset="387">58 1 7569,'-15'0'0,"0"0"164,-1 0 139,8 0 1,4 0-281,15 0 0,0 0 108,15 0 0,1 0-174,9 0 1,-2 0 13,7 0 0,0 0 84,5 0 0,-5 0 32,0 0 0,0 0-10,5 0 1,-5 0-124,0 0 1,-7 0 43,1 0 0,-9 0-13,-6 0 50,-9 0 0,-5 2 65,-6 3 0,-13-2-66,-8 7 0,-6 1 0,-4 4 1,1-5 12,-1 0 1,2 1-2,4 4 0,-3 0 114,8 1-73,6-1 1,7 0-128,7 1 0,4-6 87,6 0 0,7-5-99,14 5 1,1 1 51,4 4 1,3-5 28,7 0 0,0-1-39,0 1 1,-2 4-28,-3-4 1,-3 2 145,-8-2 0,-6 4 275,-3-4-175,-11 4 1,-3 1-106,-7 0 1,-7-1 47,-3-4 0,-11 4-119,-4-4 0,-4 2-99,-2-2 1,-5 4 177,1-4 0,-3-1-18,2 1 0,9-7-1263,-4 2 1169,11 4 0,-2-1 0,6 8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47.115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0 531 7569,'0'-15'0,"6"5"780,-1 0-110,7 6-196,-11-3 1,8 16-147,-4 6 1,-3 9-134,3 12 0,2-2 46,-2 7 1,0 5 18,-5 5 0,0 5-156,0-5 1,0 1-137,0-6 1,0-2 16,0-3 0,5-5-350,0-11 215,0-3 103,-5-13 1,5-11 33,0-13 0,2-9-54,-2-12 1,-1-8-132,6-7 1,-5-12-82,5 1 0,0-2-134,6 2 0,-4-4 132,3-1 1,-3 4-67,8 12 0,-3 8 103,-1 18 0,-1 4 0,1 11 1,-1 3 351,0 7 1,-5 2 37,1 3 1,-6 11 380,5 9 0,-7 4-273,2 2 1,-3-1 36,-2 1 0,-7 5-138,-3 0 1,-5-1-94,-6-4 1,3 0-147,-8 0 0,6-8 41,-6-2 0,9-4 84,2-2 0,-1-6-239,6-4-372,3-3 1,0-9 87,7-3 1,4-11-187,6-5 1,2 3 669,14-3 0,-1 1 0,6-6 0</inkml:trace>
  <inkml:trace contextRef="#ctx0" brushRef="#br0" timeOffset="604">430 531 7569,'15'-6'0,"-1"2"-115,-4-6 167,4 7 637,-13-4-385,6 7 0,-7 1-25,0 5 1,-1 4 0,-3 7 156,-1-1 1,-5 1-172,5 4-128,0-4 1,5 5 57,0-7 0,0-4-60,0-1 0,6-7-181,5 2 1,4-3 85,5-2 1,3-2-95,2-3 0,4-5-72,-3-10 0,-2 1-119,1-7 0,-8 2-179,-2-1 1,-1-4 183,-9 3 0,0 2 117,-5-1 0,-6 4-84,-5-4 1,-7 8-165,-3 2 1,-1 4 185,1 6 1,4 3 215,-3-3-74,3 10 138,2 4 1,6 1 173,4 0-187,10-6 0,9 3-78,6-7 0,6 0 59,-6 0 1,7 0 153,-1 0 0,3 1-64,2 5 1,-7-3 72,-4 7 0,2 2-67,-1 9 1,-1 2 86,-5 8 1,-1 5 20,-4 0 0,2 6-94,-7-1 1,0 3-8,-5 2 1,0 0-58,0 0 1,0-1-97,0-4 0,-5-4 92,0-6 0,-5-2-85,5-4 123,-7-2 1,8-15 71,-6-3 0,5-5-372,-5-5 0,5-5 84,-5-11 1,6-4 154,-1-11 1,3-8-151,2-7 0,0-9-454,0-1 0,7-8 136,3-7 1,4-1-144,1 0 1,8 9 346,2 7 1,-3 8 154,-1 12 1,1 10 208,-2 11 1,1 5-108,-6 4-216,0 5 161,1 6 0,-1 6 262,0 5 1,-6 2-114,-4 3 1,2 1-114,-2 3 0,0-1-52,-5 6 1,0-4-25,0 4 1,0-6-67,0 2 1,-2-4 56,-3-2 1,4-5 20,-5 0-75,5-6-351,-6 3-91,5-7-377,-5 0 497,7 0 405,0 0 0,0-7 0,0-2 0</inkml:trace>
  <inkml:trace contextRef="#ctx0" brushRef="#br0" timeOffset="1678">1396 429 7569,'7'-16'7,"-5"1"0,5 0 846,-7-1 1,0 6 40,0 0-232,0 6-205,0-2 1,-2 7-141,-3 4 1,3 6-123,-3 9 1,-2 4-43,2 7 1,0 1-42,5 4 1,0-4-123,0 4 0,0-5 38,0-6 0,7-3-125,3-6 1,9-3-34,1-2 0,1-5 52,-6-6 0,2-1-8,3-4 1,-3-4 52,4-6 0,1-7-18,-2-4 0,1-3-13,-6-2 0,1 1-119,-1-1 1,-1 0 90,-4 1 1,-2 6-127,-3 3 1,-3 4 222,3 2-162,-3 6 401,-2 3-154,0 26 1,-2-3-33,-3 14 0,3-2-122,-3-9 0,4 8-64,1-3 0,1 2-114,4-1 0,2-4-350,3-7 0,4 6-1342,-4-1 1037,4 1 897,1-6 0,7-6 0,2-3 0</inkml:trace>
  <inkml:trace contextRef="#ctx0" brushRef="#br0" timeOffset="2171">1856 122 7569,'-15'0'556,"6"0"64,-4 0 1,11 2-158,-3 3 0,3 5-148,2 10 1,0 9-121,0 7 0,0 7-43,0-2 1,2 3-12,3 2 1,4 0 53,6 0 0,2-7 0,3-3 0,-1-5-279,7-6 0,-1 1-375,6-11 1,0 2 96,-1-12 1,1-1 203,0-9 1,-6-6-175,1-9 1,-2-4 46,1-7 1,-3 1 132,-6-1 0,-3 0 57,-2 1 1,1 4-5,-7 1 0,0 6-48,-5-2 238,0 11 42,-7 3 1,-3 14-62,-11 3 0,3 11 288,-8 4 0,7 9-136,-1 2 1,3-2-15,1-8 0,8 1-128,3-6 0,3-1 58,2-5-83,0 1 1,2-8-114,3-3 0,3-5-111,8-5 1,-1-3 56,0-8 0,6-6-128,-1-3 1,1-3 65,-6 3 0,0-2 55,1 6 79,-1 1 222,0 11-127,1 2 1,-8 11 174,-3 6 1,-3 0-144,-2 11 0,0-3-49,0 3 0,0-4-494,0 3 0,5-8-263,0-1-111,1-1 388,0 5 0,-2-1-557,6-4 997,0-3 0,12 0 0,2 1 0</inkml:trace>
  <inkml:trace contextRef="#ctx0" brushRef="#br0" timeOffset="2706">2455 214 7569,'-24'0'0,"2"0"536,6 0-31,8-7 183,1 5 250,7-4-615,0 6 1,8 0-108,8 0 1,1 0-240,8 0 1,-1 0 86,2 0 0,6 0 119,-6 0 1,6 0-355,-6 0 0,1-5-556,-2-1 0,3 0 285,-8 0 1,1 3-266,-6-7 1,-5 5-329,0-5 682,-6-1 1,3-4 366,-7 0 1,-5-6-10,-1 1 0,-6-1 63,2 6 58,-3 0 1,-3 6 398,1 4 0,0 5-363,-1 5 1,3 10 28,2 11 1,-2 10 832,3 5 0,3 5-457,2 5 1,3-2-261,2 7 0,0-6-124,0 1 1,2 0-1,3-5 1,3 2-195,8-12 1,-1-6-303,0-4 0,1-7 157,-1 1 1,-5-10-196,0-5 0,1-3 42,4-2 0,0-12 81,1-3 0,-1-18-55,0-2 0,1-3 56,-1-3 0,0 6 91,1-6 1,-6 8 87,0 3 1,-5 7 328,5 13-369,-6-3-28,3 11 0,-7 2 487,0 10 1,0 5-183,0 6 0,0-4-334,0 3 0,5-3 25,0-1 1,2-1-64,-2 0 0,-2-1-67,7-4 1,-4-1-275,4-4 0,-5-3 183,5 3 0,-5-4 341,5-1 0,1-6 0,4-3 0</inkml:trace>
  <inkml:trace contextRef="#ctx0" brushRef="#br0" timeOffset="3246">2991 367 7569,'-15'-15'0,"0"-7"0,-1 5 0,1-4 217,0 4 1,4 9 969,1 3-885,7-4 65,-4 7-379,7-11 17,7 11 0,6-5 27,8 7 1,-1 0 69,-4 0 0,-1 2-172,0 3 0,6-1 109,-1 6 1,-4 2-29,-6 8 1,-2-3-139,3 4 0,1 2 110,-7 3 0,1-2 107,0 1 0,-3-6-48,7 2 0,-5-4 0,6-2 1,-6-1-38,5-4 1,-5 2-5,5-7 0,0 0-8,6-5 1,-3-7-1,-2-3 1,2-4-143,-3-1 0,-1-2 96,1-3 0,-6-4-13,1-7 0,-4 4 6,-1-4 1,0 9-13,0-9 0,0 6 70,0-1 182,-6 4-252,4 7 4,-5 6 352,7 2 1,0 9-82,0 3 1,0-1-31,0 6 1,7 0-90,3 5 0,2 6 15,-2-1 1,4 7 12,-4-1 0,-1-2-13,1 1 0,-5-4-24,5 4 0,-5-6 114,6 2-402,-8-4 111,11-2 29,-13-6 0,11-4 20,-7-10 0,7-4-70,-1-6 1,2-6-2,3 1 0,-1-13-181,0 3 1,6-9 135,-1 3 1,2 0 57,-1 5 1,-4 7-12,3 4 1,-8 5-141,-2 4 610,-6 5 0,3 18-136,-7 3 1,0 10-22,0 1 0,-2 3-54,-3 2 0,3-6 50,-3 1 0,3-6-23,2 6 0,0-7 63,0 1 0,0-3-3121,0-2 2894,0 1 0,-7-1 0,-1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8:08.41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78 1 7569,'-16'0'1023,"1"0"-623,0 0 1,4 1 260,1 4-337,7-3 138,-4 5-58,7 0-91,0 1-130,0 1-313,7-2 173,8 0 0,4-6 153,6 4-1010,1-3 640,5-2 0,-1 0-9,1 0 1,-5 0-328,-1 0 0,-6 0 510,1 0 0,-3 7 0,-1 1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8:08.56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0 11287,'26'14'548,"-1"-4"0,1-3-817,4-7 1,8 5 37,3 0 1,3 0-642,2-5 872,0 0 0,7-6 0,1-3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8:06.27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108 369 7569,'0'9'57,"0"-3"267,0-6-140,0 7 114,0-5-126,-7 5 11,5-7 1,-5 0-155,7 0 634,0 0-487,0-7 1,0-2-83,0-6 1,0-2-154,0-4 1,0 4-98,0-3 130,0-4 38,0 0 1,0-6-126,0-1 54,7 0-16,-5 1 0,5 4-56,-7 0 0,5 8 157,0-3-37,7 4 1,-9 9-50,8 3 28,-8 3 0,9 16 143,-7 6 0,2 14-74,-2 7 1,-3 10 154,3 5 13,-4 11-1217,-1 3 771,0 6 162,0-6 1,0-3 75,0-11 1,0 2 36,0-7 0,0-5 76,0-5 1,-5-9 111,0-1 1,-7-7 29,2-9 1,-4-1-90,-1-4 1,0-3 765,-1-7-849,1 0-7,0 0-258,-1 0 151,1-7 0,5-7 95,0-6 0,6-1 15,-1 6 0,3 0-180,2-1 0,0 1-247,0 0 0,2 5 18,3-1 257,-3 8 23,12-4 1,-6 7 151,7 0-160,1 0 6,6-7-26,-5 6 41,5-6 1,-1 2-3,-1 0 0,7-6 21,-1 6 0,-2-7-37,1 2 1,-4-4-86,4-1 1,-6 5 54,1 0 31,-2-1 10,-3-4 0,0 1 85,1 4 36,-8-3-125,-1 11 266,0-12-75,-6 13-117,6-6-23,-7 7 0,0 7 112,0 3 0,0 3 153,0 3 1,-2 6-89,-3 3 1,4-1-95,-4 2 0,3-1-253,2 6 88,0 0 0,0-7-116,7-2 134,-6-7 1,8-1 51,-4-4 0,-2 2-9,8-7-17,-1 0 0,4-12-13,-4-3 1,3-4 6,-2-1 1,2-5 6,3-1 1,-6-6-146,0 1 159,0-9-6,6 2 83,-1-4-74,0 13 1,-5 3-38,1 11 20,-1-3 0,0 11 110,0-3 1,-5 10 186,6 5 0,-8 4-175,2 1 1,4 7-30,1 4 1,-1-4-758,1-2 335,0 4-95,5 0 0,2 2 461,4-1 0,-4-6 0,5 3 0</inkml:trace>
  <inkml:trace contextRef="#ctx0" brushRef="#br0" timeOffset="563">1089 614 7569,'-15'-8'507,"0"-6"1,6 11-15,4-7-275,-3 6 0,4-4 172,-6 3-24,7 3-231,-11-5 0,7 14-91,-3 3 1,-2 5 32,7 6 1,-2 3 117,2 6 0,3 1 0,-3 0 0,3-1-124,2 1 1,5-5-185,1-1 1,11-6 169,-2 1 0,5-8 25,1-1 1,1-8-35,4 2 1,1-3-118,-7-2 1,2-7-62,-1-3 1,-4-4 57,3-1 1,-3-1-190,-1 1 118,-1-7-1,0-2-216,-6 0 204,5 2 1,-8 0 46,5-4 0,-5 3 10,-6-3 1,2 7-24,3-1 0,-3 3-138,3 1 565,-3 1-168,-2 7 53,0 1-80,0 7 0,-7 7 253,5 1-212,-5 7 1,7 6-49,0-1 1,0 8-5,0-3 1,0 4 10,0 2 1,2-1-10,3 1 0,-1-5-159,6-1 1,-5-6 88,5 1 1,-5-8 29,6-1-2,-8-8 3,11 4-153,-13-7 126,6 0 1,-2-2-2,0-3 1,2-4-14,-2-6 1,-3-2-39,3-3 0,-1-4-84,1-7 1,-4 0-120,4 1 1,-3-6 69,-2 0 0,2 0-55,3 6-15,-3-1 176,5 7-155,-1-5 71,-4 19 1,5-10-72,-7 9 85,7 4 1,-4 1-195,7 6 1,-5 0-250,6 0 0,-6 0 557,5 0 0,0 0 0,6 0 0</inkml:trace>
  <inkml:trace contextRef="#ctx0" brushRef="#br0" timeOffset="1228">1626 814 8726,'21'0'803,"-1"0"1,1-2-569,-6-3 0,5-4-52,1-6 1,4 0-65,-4-1 0,-1-4-113,-4 0 0,4-3-72,1 3 1,-6-4 115,-5-7 1,-6 6-124,1-1 0,1 2-27,0-1 0,-3-2-11,-8 6 1,1 1 100,-6 4 0,0 3 24,-5 2-17,-1 5 1,-2 14-2,2 8 1,-6 6 56,12 8 1,-7 3 115,7 3 1,3-2-235,2 7 1,5-7-37,5 1 0,5-2-123,10-3 0,-1-6 180,7-3 0,-1-6 34,6-5 1,-2-3-136,-3-7 0,2 0-191,-2 0 1,3-8 59,2-8 1,-6-4-61,1-6 0,-7-3 31,1 4 1,-3-4 145,-2-2 1,-1 0 92,-4 1 1,-3 6-117,-7 3 0,0 4-184,0 2 384,0 7 1,-7 1 303,-3 7 0,-4 8 105,-1 8 0,0 4-239,-1 6 1,-4 8 165,-1-4 0,6 4-149,5-3 0,7-2-82,-3-3 0,5 1 18,1-7 0,0 1 12,0-6 0,1-5-125,5 1 1,-3-8-195,7 2 1,-5-3-23,5-2 0,1-7 78,4-3 0,-1-6-48,-4-4 0,4 1 61,-4-6 0,2-1 36,-2-5 0,2 2 69,-7 4 0,2 3 10,-2 6-100,-3 1 39,4 0 1,-6 8 174,0 7 0,0 7 95,0 8 1,-5 7-98,0 4 0,0-2-76,5 1-447,0-6 257,0 10 0,2-10 113,3 6 0,3-6 44,8 1 0,-1-8-396,0-1 1,1-8 374,-1 2 0,7-3 0,2-2 0</inkml:trace>
  <inkml:trace contextRef="#ctx0" brushRef="#br0" timeOffset="1711">2562 400 7569,'-15'0'265,"-1"0"0,-1 5 200,-3 0-316,3 0 0,-6 0 36,8 0 0,0 5-12,-1-4 1,6 4-7,0-5 0,7 7 0,-2-2 0,3-1-94,2 1 33,0 0 1,2 5-157,3 1 0,3-1-3,7 0 1,3-4-8,2-1 0,-1 0 63,6 5 1,-4 1-92,4-1 0,-6 2 98,1 4 0,-1-4-12,2 3 0,-9 2-42,3-1 0,-5 6 56,0-2 0,-3-1-191,-7 2 182,0-7-34,0 10 1,-7-12-79,-3 3 1,-3-3 55,-3-1 1,1-3-77,0-3 1,-1-3 38,1-7 34,0 0 0,-1-2 19,1-3 1,5 2-25,-1-7 1,8 0 165,-2-6 1,5 1 23,5 0 17,-3 6-74,11-5 0,-4 6-59,6-8 0,6 1 14,-1 0 1,7-6-37,-1 1 0,1-6 9,-1 6 0,3-6-222,-4 6 0,3-7 74,-3 1 1,-1-3-219,-4-2 0,-8 2 216,4 4 0,-11 3 46,0 6 233,-3 1 181,-2 7 1,-5 8-165,-1 10 1,-6 5 21,2 6 1,-2-3 185,2 8-139,3-7-50,7 10 0,0-7-8,0 3 1,0-1-158,0-3 0,14-4 0,3 5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8:04.91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46 292 7569,'0'-10'-357,"0"0"368,0-2 1,0 3 134,0-1 0,0 5 1,0-5 358,0-2-271,0 5 0,2-7-12,3 4 0,-3 2 0,3-3 1,-3 6 404,-2-5-396,0 7 0,0-6 159,0 4 23,0 3-230,0-4 1,-5 12-57,-1 5 1,-4 7-90,5 3 1,-7 6 61,2-1 0,3-3-149,2 3 0,3 0 38,2 4-43,0-6 95,0 5 0,0-10-73,0 6 1,2-6 182,3 2-95,4-4 0,6-4-51,0-2 1,1-5-102,-1-6 0,0 0-57,1 0 1,-1-5 56,0 0 0,-4-7-74,-1 2 1,-2-4 33,3-1-111,2 0 105,-11-8 1,6 6 62,-2-3 0,-5-2-16,4 1 0,-8-1-42,-2 2 1,-7 3-15,2-4 0,-4 4 170,-1 2 0,-1 0-71,1-1 1,0 8 76,-1 3 0,1-2-21,0 2 1,4-6 49,1 6 0,7-1-133,-2 0 51,3-2 71,2-7 0,2 1 0,3 4 0,2-4-13,3 4 1,3 1 77,-2-1 0,2 5-3,3-5 0,-1 5-76,0-6-29,1 8 20,6-4 0,-5 2 18,3 0 0,-6 0 4,1 5 1,-8 0-41,8 0 1,-8 0-171,3 0 145,1 0-22,-3 0 115,6 7-73,-12 1 43,4 8 0,-6-1 4,0 0 0,0 1-34,0-1 0,0 5 4,0 1 1,0 4 39,0-4 1,0 4 12,0-4 0,0 6 13,0-1 1,0 3 5,0 1 0,0 3 135,0 2-183,0-2 1,0 11-119,0-3 117,0 3 0,-1 7 22,-4 1 0,3 6-2,-3-2 1,-2 3-117,2 3 1,-5-1-167,4 1 0,-4-3 188,5-3 0,-7 2 159,2-7 0,-4 1 28,-1-6 1,0-2-39,-1-3-38,8 3-53,-6-11 0,6 4 25,-8-6 1,6-2 26,0-4 0,6 2-205,-1-6 0,-1-6-301,0-5 0,1-4-490,5 4 144,0-7 1,7 1-743,3-15 1521,4 1 0,1-19 0,1 5 0</inkml:trace>
  <inkml:trace contextRef="#ctx0" brushRef="#br0" timeOffset="241">399 1274 7569,'-5'15'221,"-2"1"691,-1-1-685,4 0 1,-3 1-15,7-1 1,0 0 75,0 1 1,9-3 141,6-3 1,7-3-98,9-7 0,7-7-139,2-3 0,3-10-268,-2-6 1,-4 2-37,-6-1 1,-7-1-4,-4-4 1,-4-1 157,-6 0 1,-5 2 12,-10 4 1,-5-3-245,-11 8 1,-9 1-327,-11 9 1,-4 3 302,-1 7 1,0 9 105,0 6 0,2 5-204,3 6 68,4 3-118,13-12 0,3 10-967,11-6 1323,3-1 0,7-4 0,0-1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8:09.08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415 268 7569,'-2'-13'694,"-3"2"-68,4-2 60,-6 11-326,7-5 1,0 11-119,0 6 0,0 3-59,0 18 1,0 3 99,0 12 0,0 0-82,0 0 1,0 0-303,0 0 1,5 0-181,0 0 1,7-1-230,-2-5 1,-1 0 165,1-5 1,-2-7-983,3 2 518,2-9 61,-4-6 747,6-8 0,0-14 0,1-1 0</inkml:trace>
  <inkml:trace contextRef="#ctx0" brushRef="#br0" timeOffset="184">415 299 7807,'-8'0'135,"1"0"0,7-2 115,0-3 94,0 3 1,12-10-210,3 7 1,11-5-136,-1 5 1,4-5-202,2 5 1,-2-7 98,-4 1 1,4 5-328,-3 0 1,1 3 20,-1-2 0,1 3 408,-7-3 0,1 10 0,-6 4 0</inkml:trace>
  <inkml:trace contextRef="#ctx0" brushRef="#br0" timeOffset="348">446 560 7569,'-9'8'1682,"2"-1"-1105,14-7 1,3 0-635,11 0 0,3 0-316,6 0 0,-4 0-379,0 0 1,-1 0 380,6 0 371,-1 0 0,8 0 0,1 0 0</inkml:trace>
  <inkml:trace contextRef="#ctx0" brushRef="#br0" timeOffset="564">1013 575 7569,'-7'-9'1868,"6"3"-1248,-13 6-437,12 6 1,-4 3-1,6 6 1,0 1-25,0-1 1,0 5-119,0 1 1,1-1-225,4-4 0,2-1 206,3 0 0,4-4-648,-4-1 1,4-7 67,1 2 1,1-3-944,-1-2 1500,7 0 0,-5-14 0,5-3 0</inkml:trace>
  <inkml:trace contextRef="#ctx0" brushRef="#br0" timeOffset="1498">967 329 7678,'16'0'41,"-6"0"-35,0 0 0,0 2 1,6 3 0,-1-3 46,0 3 0,6-3 102,-1-2 0,6 0-255,-6 0 1,6 5-210,-6 0 0,1 2 152,-6-2 0,0-2 82,1 8 1,-3-6 180,-2 5 0,0 0 13,-5 6 0,4-1 132,-5 0 1,5 1-99,-5-1 0,0 7 119,-5 4 1,0-3-29,0 3 0,0 0-88,0 4 1,0-1-11,0-3 0,0 1 225,0-6-357,0-1 90,0-5-13,7-6 1,0-4-41,3-10 0,4-5-115,-4-11 0,9-3 63,1-6 1,1-1-61,-6 0 1,0-5 98,1 1 1,-6-1-14,0 5 1,-1 7-375,1 4 0,-2 3 116,-2 2 238,-5 6 0,6 4 49,-7 10 1,0 5 155,0 11 0,0-1-113,0 11 1,0-2-28,0 12 1,2-7-174,3 2 0,3-1 134,8-4 1,1-2-130,3-9 0,-1-4 34,7-1 1,-6-6-73,6-9 0,-1 0 87,6 0 1,0-2-122,-1-3 1,1-4 59,0-6 0,-6-5-53,1-1 0,-8-6-124,3 1 1,-4-3 52,-2-1 0,-6 4-31,-4 0 216,-3 1 0,-2 1 101,0 4 1,-7 9-32,-3 6 1,-4 5 138,-1 5 1,-1 4-108,1 6 0,-6 7 72,1 4 0,1 1 176,9-1 1,-2 1-87,7-7 0,0 6-100,5-6 0,0 1-31,0-6-31,7 1 1,1-8 30,8-3-145,-1-3 1,2-4 84,3-3 0,-3-5-95,4-11 1,-6 3-81,-5-8 1,2 6 29,-7-6 1,6 2-4,-6-1 1,0-3 123,-5 8 0,0 5-26,0 4 96,0 8 79,0-4 0,-5 14-83,0 3 1,-6 9 72,6 1 1,0 8-25,5-3 1,0-1-46,0 2 1,2-8 142,3 3 0,5-4-31,11-2 0,-3 1-20,8-1 0,-6-7-100,6-2 1,0-5-64,4-1 0,1-7 64,0-3 0,-1-10-17,1-6 1,0-3-116,-1-1 1,-4-1 55,-1 0 0,-6-6-301,2-4 0,-4-9-49,-2-1 0,-1-7-204,-4 2 1,2-4 308,-7-1 1,0 13 61,-5 7 1,-2 14 166,-3 7 1,-5 10 217,-10 4 1,1 18 486,-7 9 1,6 13-406,-6 7 1,9 8 335,2 2 0,6 6-207,9-6 0,0 0-13,0-5 0,2-5-384,3 0 0,9-7-333,6 2 0,2-9 100,-1-2 0,-2-6-583,6 2 813,-6-4 0,10-9 0,-5-1 0</inkml:trace>
  <inkml:trace contextRef="#ctx0" brushRef="#br0" timeOffset="3968">3283 483 7545,'-8'-15'77,"1"-1"0,5 8 81,-3 3 1,2-2-27,-7 2 0,4 0 11,-4 5 0,0 0 48,-5 0 1,-2 11-12,-4 5 0,4 9 15,-3 1 0,3 8 0,1 2 0,3 0-256,2-6 1,5-4 9,6-1 1,0-6-3,0 2 1,6-9 76,5-2 0,2-7-74,3 2 0,-1-8 92,0-2 1,1-12-97,-1 1 1,5-9-128,1-1 0,-1-3 57,-4-1 0,-3-1-13,-3 0 0,2 1 88,-6-1 0,-1 7 5,-5 4 71,0 3 1,-2 3 112,-3 4 0,1 6-97,-6 14 1,2 2 71,-3 14 0,0 1 48,5 9 0,1-4-66,5 4 1,0-3-22,0-3 1,0-6-42,0-3 0,7-4 0,3-2 1,4-7-11,1-2 1,1-5-8,-1-1 1,0-1 0,1-5 0,4-4-16,1-10 0,-1 3-113,-5-4 1,-1-1 79,-4 2 1,4-8-54,-4 3 1,-3-2 78,-2 1 0,2-1-7,-2 6 0,0 6 89,-5 5 212,0 0-244,0 1 1,0 4 14,0 10 0,-5 4 89,0 6 0,0 7-59,5 4 0,-5 3-34,-1 1 1,1 1-26,5 0 0,0-1-67,0 1 1,2-6 60,3 1 0,-3-7-72,3 1 1,-2-4 67,3-6-33,-5-3-20,13-7 36,-12 0 0,6-7-50,-3-3 1,-1-11 0,4-4-49,-1-4 1,3-2-92,-5 0 0,6-6 124,-6-4 1,1 3-19,0 3 1,-5 4 47,4 5 0,2 4-47,-2 7 301,0 6-171,-5 3 1,0 12 53,0 5 1,0 4-36,0 5 1,0 4-22,0 7 0,2 5-14,3-1 0,-3 6 21,3-5 1,2 0-92,-2-5 0,7-6-162,-2 1 0,2-13 137,-2 3 0,4-9-13,-4 3 8,4-7 43,1 4 0,0-9-129,1-3 0,-6-3 71,0-8 1,0-1-47,6-3 1,-3 1 0,-1-5 14,-1 2 1,-6-5 32,5 1 0,-5 2 142,5-1-132,-6 13 0,4-9-104,-3 11 230,-3 3 0,7 1 81,-4 6 0,-4 1-113,4 4 1,-1 4 0,-1 6 11,2 1 0,2-1-29,-2 0 1,-1 6 10,6-1 1,-5 6-74,5-6 1,-5 1 62,6-6 0,-1 0-177,5 1 0,1-3 43,-1-3-76,0-3 90,1-7 1,-5 0 25,5 0 0,-9-1-99,8-5 0,-3-2 97,3-7 1,1-2-12,-1-4 1,-5 4 103,0-3 1,-6 3-195,1 1 396,-3 1-54,-2 0 34,0 6 1,0 4 0,0 10-41,0 5 1,0 4 39,0 1 1,0 6-97,0-1 1,0 6-7,0-6 0,1 6-115,4-6 1,-1 1 75,6-6 1,-1-5-146,1 0 1,3-6-11,-2 1 0,-3-3 75,2-2 1,-1-2 2,1-3 1,-3-4-17,-7-6 1,0-2 13,0-4 1,0 3-6,0-8 1,0 2 28,0-1 1,-7-6-13,-3 0 1,1 2 49,-1-1 1,7 1 105,-2 8 256,-4 1-233,7 5-110,-4-1 1,12 8 15,5 3 1,-3 3 76,2 2-54,1 0 0,4 7 19,0 3 0,1 5-33,-1 6 0,-5-3 28,0 8-159,1 0 0,-1 1 107,0 4 1,-6-9-120,1 8 1,-2-2 76,2 2 0,-3-6-41,3-3 1,2-4 51,-2-2 1,0-5-90,-5 0 1,2-6 118,3 1-29,-3-3 1,6-4-123,-3-3 0,-3 0 61,3-11 1,4 4-113,1-8 0,-2-4 82,2-1 1,-4 1 12,4-2 1,-5 6 65,5-6 0,-5 13-67,5-3 320,-6 4-172,3 4 0,-7 8 58,0 10 1,0 4-52,0 1 1,1 2-3,5 3 1,-5-1-37,4 7 1,-1-8 10,1 3 0,-3-4-118,3-2 76,3 1 1,1-3-95,6-3 1,-5-3 48,1-7-103,-8 0 1,11-1 0,-6-5 7,1-4-17,4-3 0,-6-4 0,5-2-6,-2-2 0,-1-1 41,1 2 0,2 3-85,-7-4 69,0 4 0,-3 4 165,3 2-8,-3 5 149,4 6 0,-6 6-82,0 5 0,0 2 42,0 3 0,0 1-17,0 3 0,0 2-115,0 4 1,2 1-4,3-6 0,5-1-8,11-5 1,-4-1 18,3-4 1,3 2-89,-3-7 1,6 0-11,-6-5 1,1-1 83,-6-4 1,5-6-57,1-9 1,-1 1 31,-4-6 0,-1-1 2,0-5 0,1 1 1,-1-1 1,-5-7-168,0-2 0,-6-10-7,1-1 1,2-7-124,-2 2 1,0-4 119,-5-1 0,5 11 91,0 4 1,0 17 352,-5 4 0,-1 8-185,-5 7 0,3 6 59,-7 14 0,-6 9 1,-4 17-79,1 5 1,7 5 63,2 5 1,7-2 300,-2 8 1,3-1-367,2 5 0,0-5-418,0 1 0,0-8-52,0 2 1,0-5-355,0-5 0,0-8 364,0-8 1,7-13 398,3-2 0,-3-6 0,0-4 0</inkml:trace>
  <inkml:trace contextRef="#ctx0" brushRef="#br0" timeOffset="4133">4740 345 7569,'-15'0'792,"7"0"106,1 0-587,7 7 0,7-6-106,3 4 0,5-3-216,6-2 0,9 0-3,11 0 0,3 0-218,2 0 1,2-2-574,3-3 1,-5 4 804,0-4 0,0-4 0,-6 0 0</inkml:trace>
  <inkml:trace contextRef="#ctx0" brushRef="#br0" timeOffset="4434">5507 652 7569,'-8'-7'3331,"8"5"-1559,10-3-1250,-3 3 0,12 2-147,-4 0 1,5 0-143,1 0 1,1 0-337,4 0 1,3 0-385,-4 0 0,4-5-811,2 0 1,-1-5 1297,1 5 0,7-7 0,1 3 0</inkml:trace>
  <inkml:trace contextRef="#ctx0" brushRef="#br0" timeOffset="5697">6550 329 7507,'-10'0'690,"0"0"-437,6 0 1,-4-1 314,3-4-488,3 3 0,-5-7 115,7 4 0,5 2-246,1-7 1,5-6 92,0-4 0,7-6-124,3 6 0,-1-7-6,-4 1 1,-1-3-6,0-2 1,1 8 59,-1 2 0,-5 4-5,0 2 0,-6 5-85,1-1 1,-2 10 107,3 1 1,-5 8 95,4 13 0,-3 11-95,-2 14 1,-2 3 75,-3 13 1,2 2-137,-7 13 0,4-5-115,-4-1 0,5-6 153,-5 2 0,5-13 29,-5-8 0,1-7 305,-1-8 1,-4-7-140,4-4 0,-5-4 9,-6-6 0,-1 2-89,-4-7 1,4 0 15,7-5 0,-2 0-63,-4 0 1,10-2-40,-5-3 1,11-3 40,0-8 0,3 1-17,2 0 0,4-1-101,6 1 0,0 0 15,11-1 0,2 1-64,3 0 0,3-2 77,2-4 1,-1 2-96,1-6 0,0 1 85,-1-2 0,1-1 25,0 7 0,-7-1 42,-4 6 0,-3 5 1,-2-1 262,1 8-180,-8-4 1,4 14 85,-7 3 1,0 11-35,-5 4 1,0 4-90,0 2 0,-5 0-49,0-1 0,-5 6-108,5 0 1,-2-5 126,2-6 1,3-6-15,-3 1 9,3-3 1,4-8-33,3-4 1,-1-3-32,6-2 1,-5-2 33,5-3 1,2-5-69,9-11 1,-4 2 30,3-6 0,-3 1-4,-2-2 0,1-1 48,-1 7 1,0-6-20,1 6 5,-1-1 151,0 6 165,1 6-240,-8 3 0,1 18 132,-4 3 1,-3 10-27,3 1 0,-3-2-74,-2 1 0,5-1-35,0 2 1,7 1 6,-2-6 1,4-1-109,1-5 0,0-4 67,1-1 1,-1-7-137,0 2 1,1-3 91,-1-2 1,0-7-171,1-3 0,-1-9-7,0-1 1,1-8-12,-1 3 0,-5-6 79,0-5 0,1 4-77,4-4 1,-5 6 96,0 4-123,-6 4 361,9 7 1,-11 8-90,3 7 0,-5 8 43,-5 13 0,2-3-97,-8 8 1,8-6-170,-2 6 0,3-6 45,2 6 1,0-7-262,0 1 408,7-3 0,2-8 0,6-2 0</inkml:trace>
  <inkml:trace contextRef="#ctx0" brushRef="#br0" timeOffset="5867">7348 406 7733,'-15'0'209,"6"0"-194,2 0 1,9 0 21,3 0 0,5 0-413,11 0 1,3-2 143,6-3 0,-1 2 232,-3-7 0,3 0 0,-5-6 0</inkml:trace>
  <inkml:trace contextRef="#ctx0" brushRef="#br0" timeOffset="6030">7639 268 7528,'11'9'145,"-1"-4"-124,0-4 1,2-1 9,3 0 1,-3 0-4,9 0 1,-4-5-623,-2 0 1,0-2 9,1 2 584,-8 4 0,6-20 0,-6 4 0</inkml:trace>
  <inkml:trace contextRef="#ctx0" brushRef="#br0" timeOffset="6339">7777 115 7569,'-15'0'-72,"7"13"125,-6-2 1,5 23 195,-6-4 1,5 16 150,0 0 1,4 16 13,-4-1-254,7 11 1,-4-13 22,7 8 1,0-4-1,0 3 1,2 1-215,3-11 0,3-8-141,8-2 0,-1-17-23,0-4 0,2-8 177,4-6 0,-4-8-139,3-13 1,-1-4 29,2-17 0,-3 2 70,8-11 0,-7 2-76,1-8 0,-5 3-122,-4-8 0,1 5 168,-7 5 1,1 4 32,0 6 1,-5 2 246,4 4 0,-3 8-104,-2 6 1,-2 8 107,-3-2 0,2 10-37,-7 5 0,1 9-96,-1 1 1,-2 8-43,7-3 0,0 4-53,5 2 1,0-6-297,0 1 0,7-7 149,3 1 1,-2-8-218,3-2 1,-1-6 157,5 1 0,0-5-472,1-5 709,-1-4 0,0-13 0,1-2 0</inkml:trace>
  <inkml:trace contextRef="#ctx0" brushRef="#br0" timeOffset="6492">7946 422 7569,'-15'0'0,"5"0"0,-1 0 0,6 0 0,-5 0 983,7 0-208,-4 0-680,7 0 0,3-6-9,7 1 1,1 0-433,9 5 0,-3-5 250,-2 0 1,2-2-574,4 2 0,-4 3 669,3-3 0,4-3 0,0-1 0</inkml:trace>
  <inkml:trace contextRef="#ctx0" brushRef="#br0" timeOffset="7008">8222 452 7569,'-7'9'104,"-1"-1"86,-7-3 0,-1-1 26,1 6 0,0-1 77,-1 1 0,1 8-144,-1-2 0,1 8-12,0-4 1,-1 7-99,1-1 33,0 3 0,5 5 40,-1-3 1,8 3-53,-2-9 0,3-3-125,2-1 1,2-6 16,3-4 1,3-5-33,8-6 0,-1 0 67,0 0 0,6-6 46,-1-5 1,6-4-104,-6-6 1,3 3-146,-3-8 1,-3 1 152,3-6 0,-2 0 32,-3 1 1,-7-1 21,-2 0 1,0 6-43,-1-1 220,1 7-144,-6-3 97,0 14 0,-2 4-18,-3 15 1,3-1-17,-3 10 0,-2 4-69,2 2 0,0 1 13,5-2 1,0 4-73,0-3 0,7-4 79,3-1 1,4-4-97,1-2 1,7-1 72,4-4 0,3-3 60,1-7 1,1-2-30,0-3 1,-1-11 5,1-9 0,1-1-41,4-4 1,-3 1 2,2-12 1,-4 0 30,-5-5 1,-4 0-6,-7 0 0,-1-5-545,-4 0 1,-3-4 198,-7 9 0,0 9 340,0 11 0,-14 14 95,-6 2 0,-8 15 128,-2 10 1,-3 11-133,-2 15 0,2 6 45,-3 15 0,11 6-92,4 4 1,11-3-4,5 3 0,3-12-639,2 1 1,2-5 325,3 1 1,4-3 235,6-3 0,7-10 0,2 3 0</inkml:trace>
  <inkml:trace contextRef="#ctx0" brushRef="#br0" timeOffset="8152">1029 1526 7569,'-23'0'0,"-2"0"-377,-11 0 335,4 0 1,-11 0-8,7 0 0,-5 0-111,6 0 0,-8 0 321,2 0-108,4 7 0,-6-6 45,7 5 0,-6-5 77,1-1 1,2 0 101,-2 0 0,5 0-74,-5 0 0,5 0 86,-5 0 1,7 0-3,-2 0 1,9 0 17,2 0 1,6 0-97,-2 0 0,4 0-27,2 0 0,1-1 185,4-5 0,-4 5-393,13-13 0,-6 11 55,7-8 1,8 3-41,8-2 1,1-4 75,8 4 1,3-2 32,7 2 1,10-9-36,6 4 0,9-4-59,1 3 1,2 5 27,9-5 1,3 9-297,11-8 0,1 3 156,10-3 1,-4 5 55,4-1 0,-2 1-11,-42 2 0,1 1 0,1 1 0,0 2 24,-2-2 1,1 1 0,-2 3 0,0 1 27,4-1 1,0-1-1,-3-1 1,0 1 17,3 0 1,0 1 0,0-1-1,-1 1 34,2 2 0,-1 0 0,-1-2 1,1-1-52,2 0 1,1 1 0,-3-1 0,1 0-196,1 3 1,1 0-1,-1 0 1,0 0 289,1 0 0,0 0 0,1 0 0,1 0-46,-2 0 0,-1 0 1,0 0-1,0 0-15,1 0 0,0 0 0,-1 0 0,0 0-4,0 0 0,1 0 1,1 3-1,0 0-103,-4-1 0,0 1 0,3 0 0,0-1 39,-3-2 1,0 0 0,3 2 0,0 1-31,-3-1 1,0 1-1,1 0 1,0-1 49,0-2 0,-1 0 1,-2 0-1,1 0 1,1 0 1,0 0 0,1 0-1,1 0 17,-2 0 1,0 0 0,3 0-1,0 0 10,-3 0 0,0 0 0,4-2 0,1-1 28,1 1 1,-1-1 0,-2-1 0,-1 1-49,4 0 0,-1 1 0,-2 1 0,0-1 26,-1-3 1,1-1-1,7 4 1,0-1-14,-3-2 1,1 0 0,2 2 0,0 1 14,-5-3 0,0 0 0,1 0 0,1-1-19,0-1 1,1-1-1,0 3 1,0 0-2,0-1 1,0 2 0,0 1 0,0 1 6,-5-4 1,0 1-1,-3 3 1,0 1-4,3-2 1,0 1-1,-6 1 1,1 0 51,5 1 1,0 0-1,-4 0 1,-1-2-31,-3 0 0,0-1 0,-1 2 0,0 1-120,48-6 0,-6 5 158,0 1 0,-2 0-16,-8 0 0,-6 0-2,-4 0 0,-2 0-63,1 0 0,1 0 7,-11 0 0,4 0 251,-9 0 0,-3 0-452,-2 0 0,-10 0 451,-5 0 1,0 0-995,-5 0 0,-4 0 237,-12 0 1,-5-2 524,1-3 0,-15 10 0</inkml:trace>
  <inkml:trace contextRef="#ctx0" brushRef="#br0" timeOffset="9272">2593 1986 7569,'-10'-2'0,"0"-3"0,6 2 395,-1-7-140,3 6 1,2-9-63,0 2 1,0-2-11,0-3 1,2 1-160,3 0 0,4-6 32,6 1 1,-5-8-91,1 3 1,-3-4 155,2-2 0,4 7 36,-4 4 1,-3 3-145,-2 2 0,2 4-396,-2 1 286,7 7 0,-10 3 128,3 10 1,-4 12 80,-1 9 0,0 8-123,0 12 1,0 10-4,0 11 0,0 1 55,0-1 0,-1-11 2,-4-10 1,1-5 76,-6-5 1,5-3 123,-5-8 0,-1-6 62,-4-3 1,0-9-98,-1-2 1,-1-7-154,-3 2 1,3-3 2,-4-2 1,4-2-96,2-3 1,1-5 139,4-10 0,-2 3 30,7-4 0,0 4-259,5 2 1,2 1-365,3 4 0,3-2 20,8 7 0,-1-5 217,0 5 1,6-1-236,-1 6 0,6-5 44,-6 0 0,8 0-66,-3 5 0,2-2 16,-1-3 492,3 4 0,2-13 0,8 5 0</inkml:trace>
  <inkml:trace contextRef="#ctx0" brushRef="#br0" timeOffset="9756">2977 2047 5771,'0'-6'1606,"0"6"0,0 6-1140,0 10 0,0-1-183,0 0 1,0 6-89,0-1 0,0 8-211,0-3 0,0-1-276,0 2 1,0-8 327,0 3 0,0-4 248,0-2-619,0-6-4,0-3 1,1-9 158,4-7 1,-1 0 141,6-11 0,-5-1 21,5 2 1,-1-8 18,1 3 1,2-3 10,-7 3 0,7 1-14,-2 4 0,-1 4 17,1 1 1,-5 5 66,5 5 1,-5 3 105,6-3 1,-3 10-14,2 5 0,4 5-91,-4 6 0,4 3 25,1 6 1,1 1-73,-1 0 0,0-2-64,1-4 0,-1-3 98,0-6 0,2-1-6,4 0 0,-4-6 31,3-4 0,-3-3 85,-1-2 1,-1-12-226,0-3 1,1-6 65,-1 1 1,5-4-140,1-7 0,-1 2 65,-4 4 1,-6-4-33,0 3 1,-1 4 90,1 1 0,-2 6-53,-2 5-15,-5-4 37,6 13 0,-7-3 180,0 14 1,0 2-100,0 14 0,2-1 61,3 6 1,-3-2-149,3-3 1,2 3-124,-2-4 1,7-3 138,-2-1 44,3-4 0,3-4-626,-1-2-169,0-5 1,-1-7-798,-4-4 1561,4-4 0,-12-20 0,4-3 0</inkml:trace>
  <inkml:trace contextRef="#ctx0" brushRef="#br0" timeOffset="9897">3483 1863 7265,'-16'0'802,"8"0"1,1 2-425,7 3 0,7-3-147,3 3 1,9-3-277,1-2 1,13 0-609,-3 0 653,4 0 0,4-14 0,1-3 0</inkml:trace>
  <inkml:trace contextRef="#ctx0" brushRef="#br0" timeOffset="10223">4004 1802 7569,'-15'0'0,"0"0"0,6 0 223,2-7 604,7 5-498,0-4 0,9-1 414,6-3 1,7-4-345,9-1 1,6-1-217,4 1 1,4 0 11,1-1 0,-2 1-1,-3 0 1,1-1-488,-6 1 1,0 5-649,-5-1 0,-6 1-124,1-5 0,-13 5-81,3-1 324,-11 8 822,2-11 0,-7 6 0,0-7 0</inkml:trace>
  <inkml:trace contextRef="#ctx0" brushRef="#br0" timeOffset="10525">4434 1480 7569,'-11'-10'-898,"1"-1"337,0 8 1172,-5-4 1,-1 11 154,1 6-351,6 7 0,3 15 30,6 4 0,0 10-36,0 10 1,0 6-170,0 4 0,0 2-45,0 4 0,1 8-280,4-3 1,4-2 37,6-4 1,1-13-402,-1-2 1,0-8 326,1-7 0,4-12 34,1-14 1,-1-6-25,-5-9 0,6-9 45,-1-6 0,1-9-12,-6-12 0,-1-1-31,-4-4 0,4-3 164,-4 3 0,-3-4-186,-2-1 1,-4 7 59,-1 3 1,6 6-2,-1 4 328,0 4-183,-5 13 0,0 4 43,0 10 1,-2 11-137,-3 9 1,3 3 49,-3-3 1,3 8-159,2-8 0,2 6-174,3-11 0,-1 1-148,6-6 0,-2-5 191,3 1 1,2-8-166,-3 2 0,4-5 424,1-5 0,1-10 0,-1-9 0</inkml:trace>
  <inkml:trace contextRef="#ctx0" brushRef="#br0" timeOffset="10675">4679 1817 7119,'-15'-15'-1011,"-1"6"2287,1 4-762,0 4 1,4-4 251,1-1-301,7 1-338,-4 5 0,9 0-103,3 0 0,5 0-366,11 0 1,1 0 228,3 0 0,4 0-590,-3 0 1,4 2 702,6 3 0,-3 4 0,4 6 0</inkml:trace>
  <inkml:trace contextRef="#ctx0" brushRef="#br0" timeOffset="11330">5170 1909 7569,'-15'0'0,"-1"0"0,1 5 0,0 1 0,-6 5 1340,1 0-830,-8 9 1,11 2-225,-3 4 0,3 3-103,2-4 1,-1 6-187,1 5 1,6-9-49,4 4 0,3-9-159,2 4 308,0-8 0,7 3-91,4-11 0,2-3-73,3-7 1,1-9-181,3-6 1,-1-2-16,6-9 0,-4 1 104,4-6 1,-6 0 99,2 1 1,-6-1 8,-5 0 1,2-3 13,-7 4 0,0 1-19,-5 8 0,0 9-81,0-3 209,0 10 0,-1-2 181,-5 7 1,3 7-49,-7 3 1,6 9-69,-1 1 0,4 6-79,1-6 1,0 6 7,0-6 0,6 1-18,5-6 0,2 0 18,3 1 0,-1-1-15,0 0 1,1-6 0,-1-4 0,5 2-3,1-2 0,-1 0 4,-4-5 1,-1 0-5,0 0 1,1 0-38,-1 0 1,0-7 4,1-3 0,-1 2-83,0-3 1,-1 1 103,-4-5 0,4-1-14,-4 1 1,-1-2-1,1-3 1,-5 1-19,5-7 1,-6 2-248,1-1 0,1-9-3,0 3 0,-1-5-44,-5 0 0,5-8 36,0-7 0,0-2 112,-5 2 1,0 3 22,0-3 1,0 4-37,0 1 1,5 11 194,0 5 150,0 2 1,-5 5 508,0 2-355,0 11 81,0-4-50,-6 13-306,4-6 0,-10 8 55,7 5 0,-5 4-11,4 10 0,-4 6 22,5 10 1,-7 3 84,2 7 0,1 2 33,-1 3 0,2 3-92,-3 8 1,3-1 70,3 0 0,3-1-148,-3-4 0,10 2-126,5-7 0,6-6 176,4-10 0,4-4 7,7-5 1,1 1-442,4-7 0,-2-4-655,7-6 0,0-7-1636,5 2 2586,0-3 0,0-16 0,0-3 0</inkml:trace>
  <inkml:trace contextRef="#ctx0" brushRef="#br0" timeOffset="11950">9664 820 7734,'9'-15'-76,"-3"0"287,1 6 0,-7 11 391,0 13 0,-2 4-38,-8 12-323,-7 3 0,-2 12-44,-6 0 1,4 5-23,-4 0 0,4 0-179,-4-5 0,-1 0-226,-4 0 1,4-2-478,0-3 1,8-5 109,-3-10-1028,4 3 1625,2-19 0,0 4 0,-1-14 0</inkml:trace>
  <inkml:trace contextRef="#ctx0" brushRef="#br0" timeOffset="12138">9311 805 6670,'0'-9'-899,"0"4"899,0 10 0,0 9 534,0 7 1,0 8 771,0 1 1,0 3-844,0 7 0,4-4-185,6 5 0,2-5-302,13 5 0,-4-9-181,4-1 0,-1 0-191,2-6 0,3 2 412,-4-1 0,-1-2 25,2-4 0,-1-8-164,6 4 123,-7-11 0,12 8 0,-4-4 0</inkml:trace>
  <inkml:trace contextRef="#ctx0" brushRef="#br0" timeOffset="12867">9940 851 7569,'0'15'88,"0"1"1,0 6 234,0 3 0,-5 6-47,0 5 1,-7-4-121,2 4 0,1 3-9,-1 2 0,7-2-489,-3 2 266,5-7 0,1 4-371,0-8 0,0-1 243,0-3 0,1-4 186,5-6 1,4-8-167,10-3 0,-1-10-369,7-5 1,-6-11 552,6-4 0,-3-6 0,3-5 0,-2 4 0,-4-4 0,-8-3 0,4-2 0,-10 4-143,5 1 1,-8 5 124,2 6 1,-3 2 55,-2 8 217,0 7 1,-2 2 548,-3 12 0,-4 4-385,-6 10 0,5-1-120,0 6 0,1 1-149,-1 5 0,3-6 0,7 1 0,0-6-222,0 6 1,0-7 82,0 1 0,5-8-360,0-2 221,7-6 1,-5 1-10,3-10 1,2 0 85,-7-11 0,6 4 8,-6-8 1,0-4-84,-5-2 1,5-3-197,0-1 1,0-3 69,-5-2 1,2 2 71,3-3 1,-2 9 191,8 2 0,-6 8-147,5 1 520,0 1-249,5 13-129,1-5 1,-6 9 111,0 3 1,-6 4 288,1 6 0,2 2-157,-2 3 1,0 3-108,-5 2 0,5 4-102,0-3 0,0-2 14,-5 1 1,2-1-96,3 2 0,-2 1 113,8-7 0,-6 1-24,5-6 0,-2 0-7,3 1 1,2-8-13,-2-3 1,2-3-136,3-2 143,-1 0 0,0-2-126,1-3 0,-3-5-5,-3-10 0,-3 1-82,-7-7 0,0 1 117,0-6 0,0 0 10,0 1 1,-1-6-114,-5 0 0,-2 2-234,-7 8 1,1 4 346,4 7 1,-4 6-173,4 4 76,-4 4 1,1 2 36,2 4 0,-1 4-515,7 6 621,0 1 0,5-1 0,0 0 0</inkml:trace>
  <inkml:trace contextRef="#ctx0" brushRef="#br0" timeOffset="13459">10538 575 7569,'-7'-15'7,"6"6"512,-6 2-484,7 7 1,0 2 23,0 3 1,0 4-14,0 6 1,2 0 59,3 1 0,-2-1-12,7 0 1,-1 1-63,1-1 1,4-5-122,-4 0 1,-2-6 27,3 1 1,-1-3 62,5-2 0,-4 0-148,-1 0 1,-5-7-60,5-3 0,-7-4-80,3-1 1,-5-2 170,-1-4 0,0 2 33,0-6 1,-1-1-74,-5-4 1,-2-1-138,-7 0 1,-1-5 189,1 1 1,5 1 100,-1 8 0,3-1 124,-2 6-54,3 1 56,7 4 1,0 6-102,0 0 1,2 7 0,3-3 1,3 5 42,8 1 0,-1-5 175,0 0 0,1-1 161,-1 6-305,0 0 1,1 0-24,-1 0 1,0 0-31,1 0 0,-6 7-1,0 3 0,-6 4 40,1 1 0,1 8-11,0 2 1,-1 6 22,-5 5 1,0 3 2,0 7 1,-5 5-76,-1 0 0,-5 9 42,0 1 0,3 0-23,-2 6 0,-1-2 0,-4 1 1,5-3-6,0 4 1,6-4 25,-1-2 1,-2 0-18,2 1 1,0-1-34,5 1 1,0-8-7,0-3 0,-5-3-269,0-2 1,0-7 100,5-3 1,0-4-397,0-1 0,0-7 240,0-4 0,6-8 314,5-2 0,2-6 0,3 3 0</inkml:trace>
  <inkml:trace contextRef="#ctx0" brushRef="#br0" timeOffset="13692">10906 1357 7569,'-6'24'0,"-1"3"47,-3-6 1,-2 6 92,6-1 0,1-3-46,5 3 1,2-7 185,3 1 0,5-10 142,11-4-244,3-5 0,6-2-64,1-5 1,0-2-13,-1-7 0,-6-8-85,-3-2 1,-6-4-121,-5-2 0,-3 1-157,-7-1 1,-12 2 133,-3 3 1,-16 4-89,0 7 1,-9 6-108,-1 4 1,1 5-73,0 5 0,6 4 393,-2 6 0,3 0 0,3 1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7:52.222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1 446 7569,'0'-16'455,"0"1"0,0 5 22,0-1-294,0 8 1,0-2 585,0 10 1,0 5-61,0 11 0,0 3-308,0 6 1,0 8-165,0 3 1,0-2-336,0 2 0,0-2 14,0 2 1,0 1-60,0-6 1,0 0 239,0-5 1,5-1 32,0 1 1,7-7-1710,-2-4 0,-1-3 1579,1-1 0,0-1 0,5 0 0</inkml:trace>
  <inkml:trace contextRef="#ctx0" brushRef="#br0" timeOffset="174842">338 277 7569,'-8'7'188,"-6"-4"0,6 7 8,-1 2 0,-3 2-42,7 1 0,-5 1-11,5-1 0,0 5 130,5 1-223,0-1 0,1-6 51,4-4 1,6-3-75,9-7 0,-1-7-13,6-3 1,-1-6 37,2-4 0,3 1-148,-4-6 1,-3 1 90,-1-2 0,-6-3-38,-5 4 0,2 1 28,-6-2 0,-1 6-126,-5-6 0,-2 8 59,-3-3 1,1 4 64,-6 2 0,2 5 62,-3-1 1,-1 6-89,7-5 374,-7 7-179,11-11 1,-6 11 156,7-8-203,0 8 0,7-9 138,3 7 0,4 0-131,1 5 0,0 0 0,1 0 1,4 0-110,1 0 0,4 0 100,-4 0 0,1 7-169,-2 3 0,-3 3 44,4 3 0,-4 6 27,-2 3 1,-5 4-16,0 2 1,-6 1-16,1 4 0,2 5 34,-2 10 0,-2-3-13,-8 3 1,-2 2 54,-3-2 0,-3 5-40,2-5 1,-2 2-120,-3-2 0,1-3 27,0 3 1,-1-5-71,1-5 1,5 2-43,0-7 1,6-2-260,-1-9 1,3 3-1009,2-8 1014,0 0 1,2-11 444,3-4 0,10-10 0,9-4 0</inkml:trace>
  <inkml:trace contextRef="#ctx0" brushRef="#br0" timeOffset="175049">921 706 7569,'0'22'333,"0"-3"410,0 7-532,-7-1 0,0 6 133,-3 0 1,-2-2 0,7-4 79,2-4-348,8-4 0,5-2 54,11 0 1,2-6-100,8-4 0,0-12-19,-1-8 1,1-7 146,0-9 0,-1-5 85,1 0 1,-9-4-105,-6 4 0,-3-7 26,-8 2 0,0-1-70,-5 1 1,-8 8-100,-7 8 0,-2 6-191,-9-1 1,0 9-471,-4 6 0,-6 4 664,0 1 0,-6 0 0,2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2-14T04:10:50.96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152 123,'-56'0,"12"0,21 0,15-7,-13 6,73 1,-18 1,63 6,-14-14,-1 4,0-7,-7 6,7-3,1 7,14 0,-11 0,-15 0,-4 0,4 0,-4 0,4 0,-4 0,4 0,1 0,4 0,1-5,0 0,1 0,4 5,-4-2,4-3,-2 4,2-5,-2 5,7 1,-7 0,2 0,-2 0,2 0,-4-5,4-1,2 1,-2 5,6-1,-1-4,-2 3,2-3,-2-2,2 2,2-2,-7 2,0 3,-6-3,-1 3,-3 2,3 0,-4 0,-1 0,2 0,-7 0,1 0,-3 7,14 2,-1 6,-6 0,0 4,-3-4,-4 4,10-10,-1-1,20 6,0-12,0 4,-4-6,-6 0,-12 0,-14 0,-5 0,6 0,-8 0,24 0,-1 0,13 0,-1 0,-8 0,-6 0,-2 0,-6 0,-1-6,-6 4,-9-5,-9 0,-13 6,-9-6,-56 7,18 0,-39 0,21 0,-10 0,14 0,-21 0,-4 0,-9 0,-20 7,6-6,-7 6,-7-7,4 0,3 0,15 0,21 0,0 0,-6 0,1 0,0 0,-2 0,-4 0,2 5,-6 0,3 0,-9-5,9 5,-9 1,14-1,-3-5,6 7,-29-6,7 4,1-3,19-2,1 0,0 0,-1 0,1 0,-2 0,-4 0,3 0,-8 0,6 0,-6 0,6 0,-6 0,5 0,-4 0,6 0,-1 0,3-5,1 0,1 0,0 5,4-2,1-3,7 3,-31-5,5 7,-17 0,15 0,21 0,-1 0,-4 0,5 0,0 0,-1 0,-18 0,-10 0,-9 0,-4 7,12-5,10 5,1-7,5 0,-14 0,8 0,-1 0,14 0,-4 0,11 7,-12 1,13 7,3 1,6-1,6 0,-4-6,12 5,-6-13,1 13,4-6,3 1,1 5,12-6,-6 1,15 4,-6-11,60 5,-20-6,51 5,-23-5,13 4,-15-3,10 0,-1 3,2-3,9 3,-1-4,6-1,5 0,0 0,6 0,-1 0,7 0,-43 0,0 0,0 0,0 0,5 1,1-2,-2 1,1-1,0-1,0-1,1 0,0-1,2-1,0 0,1-2,1 2,-2 2,0 1,1-4,1 1,0 3,0-1,0-2,-1 0,-1 2,0 1,1-2,-1 1,-3 0,1 1,2 1,1 0,-1-1,-1-1,-2 2,-1 0,2 2,-1-2,-3-1,-1-1,5 1,-1-1,-1 0,-1 1,0 2,-1 0,-1 0,-1 0,0 0,0 0,-1 0,0 0,2 0,-1 0,42 0,-6 0,0 0,5 0,-7 0,-3 0,-3 0,6-7,-3-3,-11 3,3-6,-10 11,20-12,-21 6,-4-1,-19 2,50 7,22 11,-19-6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2-14T04:10:53.97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62 231,'-34'-17,"6"-4,28 13,21-8,4 8,28-6,8 6,13-8,2 1,-7 6,-13 4,0-2,5 2,8 0,16 0,7 0,-5-5,-16 5,6 0,5 5,0-6,-6 1,4 0,-3 5,8-5,-8 0,-2 0,-3 5,-1 0,6 0,0-2,-1-3,-4 3,-1-3,-1 4,2 1,1 5,-6 0,-1 2,-5-2,-6-4,18 13,-8-5,18 6,-6-7,-14 6,-3-12,-21 11,-1-11,-21 5,3-7,-73 0,26 0,-67 0,24 7,-11-6,-1 5,12-3,14 2,-2-2,-9 8,4-6,-3 5,-2-5,1 5,-6 1,1 4,-8-1,-2-4,-11 9,1-4,1 4,4-4,2 2,-2 3,-8-3,3 4,3 1,7-1,4 4,1-4,2 4,4-4,2 4,8-4,0 6,-21-3,2 6,-5 1,16 0,17-7,26-2,6-14,67 6,-6-12,41 3,2-4,8-1,6-6,-44 0,0 1,3 2,0 0,1 0,2 0,5 0,2 0,2 0,1 1,0-4,1 1,-2 2,0 1,-1-1,0 1,-1 2,-1 0,2-2,-1-1,-3 0,0 1,0-1,0 1,-3 1,0 2,-2-1,-2 0,0 0,-1 0,-2-1,1 0,-1-2,-1 1,43 0,-4-3,-12 3,-4 2,-6 0,-2 0,-5 0,14 7,-126 29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8:31.98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46 93 7569,'-15'-7'400,"6"5"1,-3-7 1534,7 4-4,0 4-934,5-6-777,0 7 0,2 0-37,3 0 1,3 0 11,8 0 0,4 0 103,1 0-439,6 0 157,-3 0 1,8 0-1302,4 0 1,-4-5 655,4 0 0,2-6 629,-3 6 0,1-13 0,-5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8:32.84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16 920 7569,'-2'-15'72,"-1"0"1,-2-1 511,1 1 0,3 5-183,1 0 0,5 5-150,0-6 0,7 8-112,-2-2 0,4 3 44,1 2 1,2 0 11,3 0 0,-1 0-34,7 0 0,-7 0-80,1 0 1,2 7-237,-1 3 1,-1 4 128,-5 1 0,-6 0-239,-4 1 0,2 1 89,-2 3 0,-2-3-46,-8 4 0,-5 1 141,-10-2 1,1 1 11,-7-6 1,2 0-1,-1 1 0,1-1 198,4 0 497,2 1-447,-4-1 0,14-5 237,3 1-260,3-8 0,9 9-46,3-7 0,5 2-6,6-2 0,3-3 6,6 3 0,1 2-161,0-2 1,-1 5 66,1-5 0,-7 7-147,-4-2 0,3-1 48,-3 1 0,-5 0 93,-4 6 0,-8-1-7,2 0 1,-3 1 18,-2-1 1,-7 0-27,-3 1 0,-9-1 2,-1 0 0,-8 2 64,3 4 0,-4-4 21,-2 3 1,2-8-28,4-2 1,-3-1-16,8 1 1,4-3-1679,6-7 1035,7 0 0,-2-7-17,10-3 0,5-11 278,10-4 1,6-9 108,10-2 0,1-7-49,4 3 1,4-3 280,-5 2 0,-2 4-115,-2 6 1,-9 2 70,-1 3 0,-8 4 568,3 7 0,-9 5 390,-2-1-289,-7 8 1,4-2-303,-7 10 1,-2 5 14,-3 11 1,-1 2 36,-5 8 0,-1-5-30,7-1 1,0-1-234,5 2 0,2-4 71,3-7 1,10-6-111,11-4 0,3-3 86,1-2 0,1-4-137,0-6 0,0 0 114,-1-11 1,-6 4-20,-3 2 0,-11-6-139,-5 1 1,-3-1-143,-2 6 1,-4-5-312,-6-1 1,-7 6 237,-14 5 0,-1 6-190,-4-1 1,4 3 57,-4 2 1,3 2-48,3 3 0,6 4-162,3 6 324,11 0 0,3 1 254,7-1 0,14-6 0,3-3 0</inkml:trace>
  <inkml:trace contextRef="#ctx0" brushRef="#br0" timeOffset="939">1013 828 7569,'-9'-6'0,"3"2"-283,6-6 123,-7 7 183,5-11 856,-5 12-554,7-5 1,-1 7 198,-5 0-370,5 0 1,-11 7 18,7 3 1,0 4 22,5 1 1,0 1 6,0-1 0,0 0-238,0 1 1,5-6 57,0 0 1,7-6-117,-2 1 0,4-5-30,1-5 0,4-4-40,-4-6 0,9-2 140,-9-4 0,-1 4 9,-4-3 0,-7-2-150,3 1 0,-6 1-118,-6 4 0,-2-1 2,-7-3 1,-1 3 115,1-4 0,-5 9 316,-1 2 0,2 5 175,9-5 142,-4 6-346,13-2-64,-6-1 0,14 5 61,3-3 0,5-2 38,6 2 1,3-5 9,6 5-94,1-7-12,0 3 0,-1-1 8,1 0 1,0 6-20,-1-1 0,-6 4-5,-3 1 6,3 0 1,-9 6 62,0 5 1,-5 4-44,-4 5 1,-5 4 0,4 7 0,-10 1 150,-5 4 0,-4 3-104,-1 7 1,0 5-51,-1 1 1,-1 4-77,-3-5 0,3 5-151,-4-5 1,6 0 181,5-4 0,-2-1 54,7 0 0,0-6-31,5 1 0,0-12-63,0 2 0,1-11-1601,4 1 0,4-11 772,6-5 1,7-3 275,4-2 569,3-14 0,2-3 0,-1-13 0</inkml:trace>
  <inkml:trace contextRef="#ctx0" brushRef="#br0" timeOffset="1172">1534 1135 7939,'-15'7'363,"0"1"0,-1 10 49,1 2 0,1-1-13,4 6 0,-2-6-173,7 1 1,2-2-21,8-3 1,5-1-91,11-4 1,-3-3-102,8-7 1,-1-2-140,6-3 0,0-4 107,-1-6 1,-6-2-37,-3-4 0,-4 4-24,-2-3 0,-6 3 0,-4 2 1,-5-4 109,-5 3 1,-6-6 3,-9 12 1,1-5-118,-6 10 1,1-1-184,-2 6 0,-3 2-364,4 3 352,3-3 126,6 12 0,4-11-445,7 7 0,0-5-45,5 6 639,0-8 0,7 11 0,1-6 0</inkml:trace>
  <inkml:trace contextRef="#ctx0" brushRef="#br0" timeOffset="1564">1688 200 7569,'-14'-16'-3,"4"1"140,3 6 1,7-4 229,0 2-161,0 5 1,2-1 59,3 7 1,0 0 124,10 0 1,-1 13 95,12 8 0,1 13-160,9 7 0,-2 10 7,7 5 0,-2 4-77,2 1 1,1 2-114,-6 4 0,0 3-142,-5 6 0,-8-1 204,-2-3 1,-9 3-119,-2-4 1,-7-7-143,3-3 0,-12-5-240,-4 0 0,-12 2 156,-9-7 0,-6 1-104,-9-6 1,-2-6-230,-3 1 1,3-7-426,-3 2 1,5-8 336,5-3 559,-3-6 0,12 5 0,-8-7 0,1 1 0,-2 1 0,0 2 0</inkml:trace>
  <inkml:trace contextRef="#ctx0" brushRef="#br0" timeOffset="2216">2179 46 7569,'-5'-10'324,"-1"0"-117,1 6 1,5-4 303,0 3-210,0 3 92,0-5-233,0 7 1,7 0 22,3 0 1,2 2 22,-1 3 1,2-2-75,-3 8 1,4-1-1,1 5 1,-6 6-371,-4-1 1,-3 0 148,-2-4 1,0-1-91,0 1 1,-5-1 178,-1 0 322,-5-6-302,2 4-23,0-11 1,6 3 66,13-10 0,2 3 162,14-3 0,-1-3-453,6-3 0,1 3 104,4-2 0,3 6-747,7-1 1,-5 4 869,0 1 0,-7 0 0,4 0 0</inkml:trace>
  <inkml:trace contextRef="#ctx0" brushRef="#br0" timeOffset="2491">2731 844 7569,'0'-10'0,"0"-1"232,-7 8-58,5-11 1694,-5 13-1350,7-6 1,2 7-178,3 0 1,4-5-159,6-1 0,0 1-158,1 5 0,4 0 126,1 0 1,6-5 54,-1 0 1,-4 0-294,-2 5 0,2 0-423,-1 0 1,-2 2 509,-9 3 0,3 3 0,-4 8 0</inkml:trace>
  <inkml:trace contextRef="#ctx0" brushRef="#br0" timeOffset="2615">2700 1074 7569,'-5'15'1435,"0"0"-921,0 1 0,7-3 63,3-2-115,3 2 1,9-11-265,4 3 0,2-3-326,8-2 1,7 0 207,3 0 0,3-7-80,2-3 0,7-4 0,1-1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8:30.36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184 62 7569,'0'-15'0,"0"-1"257,-6 1 1,4 7-92,-5 1 1,0 10 203,-3 7 1,-9 11-164,-1 20 1,-2 8-28,1 18 1,4 2 35,-3 8 0,4 0-67,6 0 1,3-8-129,7-2 1,0-4 67,0-2 0,9-6-544,6-4 0,7-10 35,9-5 0,5-11-185,0-4 1,6-11 218,-1-5 386,3-3 0,2-16 0,0-3 0</inkml:trace>
  <inkml:trace contextRef="#ctx0" brushRef="#br0" timeOffset="1287">476 231 7913,'-24'0'1115,"9"0"-725,8-7-225,7 5 1,7-5-71,3 7 1,3 0-133,3 0 0,6-5 92,4 0 1,-3 0-134,3 5 1,-6 0 19,6 0 0,-7 0 17,1 0 1,-3 0 20,-1 0 211,-8 0-141,6 0 1,-13 0 645,6 0-215,-7 0-312,-7 0 27,-1 0-175,-7 0 0,4 0 213,1 0-12,7 0-160,-11 0-200,12 0-60,-4 0 163,6 0 4745,0 0-4532,-7 0-56,5 0-35,-5 0-280,7-7 99,0 6 121,0-6 109,0 7 789,0 0-990,0-7 15,0 5 67,0-5-31,0 7-97,-7 0 145,6 0-4,-6-6-18,7 4 4,0-5 0,-2 2 53,-3 0-189,3 0-6,-4 5 50,6 0-41,0 0 72,-7 0-25,5 0 80,-5 0 19,7 0 0,0 7 55,0 3 0,0 3-78,0 3 1,0 6 218,0 4 0,0 2-156,7 3 1,-5 5 14,3 0 1,-3 5-34,-2-6 0,0 6 17,0-5 0,0 5-47,0-5 1,0 0-139,0-6 1,0-4-435,0-1 1,0-4 267,0 4 1,0-6-414,0 2 0,0-9-794,0-2-378,0 0 1090,0 5 542,0-6 0,1-2 236,4-7 0,4 0 0,6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8:29.37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47 92 7865,'-14'-10'207,"4"0"1,3 5 612,7-5-359,0 6 1,-2-3 97,-3 7 1,4 4-304,-4 6 0,3 7-50,2 14 1,0 6-1,0 4 1,0 4-24,0 1 1,0 0-787,0 0 1,5-6 426,0 1 1,7-7-880,-2 2 1,4-5 245,1-6 1,7-7-533,4-8 1341,3-7 0,2-10 0,-1-10 0</inkml:trace>
  <inkml:trace contextRef="#ctx0" brushRef="#br0" timeOffset="546">323 77 7569,'-15'-5'345,"-1"0"0,6-5-296,0 5 0,5-6-49,-6 6 1730,8-7-1196,-4 4 0,14-1-459,3 4 1,6 3-3,4 2 0,4 12-67,7 4 1,-1 4 36,1 1 0,-2-3-108,-4 8 1,3-1 135,-8 6 1,1 2-60,-6 2 1,-1-2-473,-4 3 1,-3-9 187,-7-2 1,0-4 158,0 4 0,-2-6 86,-3 2 1,-4-4 106,-6-2 1,-5 0-142,-1 1 1,-1-6 1,1 0 0,10-5 81,-5 5 218,4-6-373,4 3 133,1-7 1,14-7-6,3-3 1,10-1-127,6-4 1,3 3-159,2-8 0,-1 1 228,1-2 1,0 3 48,-1-8 0,-4 6-67,-1-6 1,-6 6-4,2-6 1,-4 12 397,-2-1-217,0 3 1,-1 2 152,-4 0-182,-3 6 1,-7 4-21,0 11 0,0 4 169,0 5 1,0 3 208,0 2 1,0 2-197,0-6 1,5 1-93,0-2 1,12-8 145,-1 4 1,9-11-70,1 0 1,3-3-36,1-2 1,1-2-75,0-3 1,-2-4-199,-4-6 1,-3-6 166,-6 1 0,-3 0 44,-2 4 0,-4 1-106,-7 0 0,-2-6-180,-3 1 0,-11 1-400,-9 9 0,-1-2 266,-4 7 0,2 0 6,-8 5 0,4 1-92,1 4 1,2-1-67,4 6 1,3 0-56,6 6 1,3-6-835,3 0 1340,3 0 0,7 6 0,0-1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8:28.66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446 528 7569,'8'-16'0,"4"1"749,-7-1-290,7 1-42,-10 0 1,5-1 272,-7 1 1,0-5-106,0-1-454,0 1 1,-7 4 74,-3 1 1,-11 7-24,-4 2 1,-4 0-319,-2 1 0,-7 6 182,-2 9 1,0 4-83,-1 1 0,2 6 11,-2-1 1,4 6-66,6-6 1,7 1 68,4-6 0,10 0 64,5 1-41,3-1 0,5-1 4,7-4 1,2 2 158,14-7 1,6 2-73,9-2 0,-2-2-56,2 8 0,0-6-29,5 5 0,-1 0-86,-5 6 0,3-1 42,-7 0 0,-2 1-142,-9-1 1,-2 0 145,-8 1 1,-1 4 5,-4 0 1,-3 1-60,-7-6 0,-7 1 22,-3-1 1,-11 5 115,-4 1 1,-6-1-180,-5-4 1,2 4-217,-7 1 1,5-1 238,-5-5 1,7-1 65,-1-4 0,9 2-291,6-7 1,3 0-432,1-5 0,6 0 758,0 0 0,6-6 0,-2-3 0</inkml:trace>
  <inkml:trace contextRef="#ctx0" brushRef="#br0" timeOffset="181">400 113 7569,'0'-25'0,"0"-1"951,0 7 92,0-3-308,0 7 0,0 10-339,0 10 1,0 17 25,0 19 1,0 15-169,0 6 1,-6 6-72,1 3 1,-5 3-520,5 13 1,0-7 388,5 2 0,0-11-1183,0-4 1,7-4 218,3-2 911,10-7 0,4 6 0,7-5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8:46.91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323 154 7569,'0'-16'577,"0"1"-196,0 6 262,-7-4-304,5 11 1,-6-5-192,3 7 0,1 0-109,-6 0 1,5 2 63,-5 3 1,1 4-64,-1 6 0,-4 0 154,4 1 0,-2 1-22,2 3 1,-2-1-124,7 6 1,0-6 36,5 2 0,0-4-72,0-2 0,0 0 31,0 1 0,2-1 22,3 0 0,3 1 12,8-1 1,-1 6-80,0-1 1,6 0 84,-1-4 0,6-1-34,-6 0 1,6 6-166,-6-1 0,1 1 65,-6-6 0,-1-5 44,-4 1 68,3-1 1,-11 0 87,3 0 0,-6-6-209,-10 1 0,-1 2-127,-13-2 1,-8 5 164,-7-5 1,0 5 41,-1-5 1,2 0-882,-2-5 0,4 0 146,6 0 0,2-1-29,4-4 1,8 1 741,6-6 0,1-7 0,-5-7 0</inkml:trace>
  <inkml:trace contextRef="#ctx0" brushRef="#br0" timeOffset="129">200 307 7569,'24'-15'293,"3"-6"142,-6 1 0,1-1 280,-2 6-428,-3 0 1,11-1-127,-8 1 0,7 1-139,-1 4 0,1-4 152,-1 4 1,1 2 8,-6-2 1,4 6-2319,-4-1 2135,6-4 0,-3 1 0,6-7 0</inkml:trace>
  <inkml:trace contextRef="#ctx0" brushRef="#br0" timeOffset="532">967 200 7569,'0'-16'527,"-5"-1"821,0-3-979,-7 3 1,9-5-187,-8 6 1,8 1-118,-2 0-28,-4-1-407,1 1 337,-8 0-43,1 6 1,0 2 183,-1 7 0,8 2-3,3 3 1,3-2-95,2 8 1,0-1-25,0 5 0,0 2 205,0 4 1,7-2-32,3 6 0,2 1 5,-2 4 1,4 6-71,-4 0 1,4 5 8,1-5 0,-1 1-35,-4-1 1,-3-4-8,-7 4 0,0-9 41,0-1 0,-7-7-9,-3 1 1,-4-3 52,-1-2 1,-6-4-82,1-1 1,-2-7-10,1 2 1,4-10-13,-3-5 1,8-10-82,2-6 1,6-10-42,-1-5 0,12-10-208,8-5 0,7 1 190,9-1 0,0 12 62,-1-2 1,-1 12-270,-3 3 0,1 7-88,-6 9 1,-1 6-146,-4 4 0,-1 4-42,0 1 0,1 0 575,-1 0 0,7 6 0,2 3 0</inkml:trace>
  <inkml:trace contextRef="#ctx0" brushRef="#br0" timeOffset="699">1274 368 7569,'-10'0'2075,"-1"0"-945,8-6-129,-11 4-116,13-5-1531,-6 7-557,7 0 1,7 0 466,3 0 1,5-7 735,6-3 0,-4-4 0,5-1 0</inkml:trace>
  <inkml:trace contextRef="#ctx0" brushRef="#br0" timeOffset="1241">1749 77 7569,'-15'-5'1310,"0"0"-809,-1-7 0,1 5 643,0-3-429,6-4-492,-11 12 1,10-10-248,-11 7 0,4 0 79,2 5 1,4 0-78,1 0 1,5 0 351,-5 0 37,6 7-431,-2 2 1,6 6 16,0 0 0,0 7 54,0 4 1,6-2 40,5 1 1,2 8 41,3 8 0,-1-2-50,0 2 1,1-2-9,-1 2 0,-1 2 50,-4-8 1,2 1-22,-7-5 0,0-2 163,-5-4 0,0-3 3,0-6 1,-2-3 6,-3-2 0,-3 1-167,-8-7 1,-4 0-74,-1-5 0,1-2 20,5-3 1,-6-4-196,1-6 0,4-7 218,6-4 0,7-3 13,-2-1 1,6-8-735,10-3 1,-1 4 169,10 1 1,4 4 50,2 1 1,1 7 194,-1 4 1,1 4 49,-7 6 0,6-2 34,-6 7 1,2 0-1,-1 5 1,-4 0 54,3 0 0,-8 7-55,-1 3 1,-3 4 333,2 1 1,-1 2 2,-4 4 0,-3 1 103,3 3 1,2-1-12,-2-3 1,7-4 122,-2 3 1,5-5-116,6-4 1,2-5 115,8-6 1,2-1-104,2-4 0,3-4-54,3-6 0,-5-7 184,-11-4 0,-3 2-21,-6-1 1,-8 4-30,-3-4 1,-5 4-255,-5-4 1,-5 6-156,-11-2 1,-2 4-137,-8 2 0,-2 6-399,-2 4 0,2 5 467,-2 5 1,-3 4 130,2 6 0,-6 7 0,2 2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8:55.67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292 138 7569,'-7'-8'1240,"5"1"-701,-11 7 1,4 1-163,-6 5 0,3 7-25,-3 8 0,8 6-124,-9-2 1,4 3-34,-3-3 0,1 8-439,4-8 1,3 2 198,7-6 1,0-4 87,0 3 0,2-3 42,3-1 0,4-6-35,6 0 0,2-5 20,4 6 1,-3-8-9,8 2 0,-2-1 18,1 1 0,4-2 13,-3 7 0,-2-5-25,1 6 1,-6-1 21,2 5 0,-6 1 1,-5-1 0,2 0-39,-7 1 0,0-1 2,-5 0 1,-5 1-29,0-1 0,-12 0-108,2 1 0,-11 4-31,0 0 0,-4 1-233,-6-6 0,2 1-416,-7-1 0,2-1 355,-2-4 0,3-3-257,8-7 1,1-2-10,3-3 673,4-4 0,7-20 0,-1-3 0</inkml:trace>
  <inkml:trace contextRef="#ctx0" brushRef="#br0" timeOffset="151">154 261 7569,'8'-16'1828,"6"1"-618,-6 0-393,1 6-373,5-4 0,-11 11-27,7-3 0,0 1-325,6-1 0,-1 4-234,0-5 0,1 5-737,-1 1 0,7-5 612,4 0 1,1-6-335,-1 6 1,8 0-132,-4 5 732,5 0 0,2 0 0,2 0 0</inkml:trace>
  <inkml:trace contextRef="#ctx0" brushRef="#br0" timeOffset="679">1028 261 7569,'9'-7'1549,"-1"-2"-1116,-3-6 0,-3-5 43,3-1 1,-3-1-360,-2 2-69,0 3 33,0-6 0,0 6-52,0-3 20,-7 3 91,5 2 55,-11 1 0,4 7 103,-6-3-803,-1 3 411,1 7 1,0 7 71,-1 3 1,1 4 196,0 1 0,4 2-154,1 4 1,7-3 45,-2 8 1,3-1 12,2 6 1,2 1-19,3 4 0,3-3-14,8 2 1,-1 3 113,0-2-200,1 6-14,-1-9 128,0 11-6,1-12 1,-3 8 20,-2-5 0,1-2-106,-7 3 0,0-4 73,-5-1 0,-2-2-91,-3-4 1,-4 2 51,-6-6 1,-2-6-70,-3-5 1,-3-1 38,-2 1 0,-2-3-107,6-7 0,1-2 84,4-3 0,1-5-10,0-11 1,6-1-145,4-3 0,5-6 94,5 0 0,9-4-58,6-6 1,13-4 56,-3 4 0,6-1-17,0 1 1,-4-2 71,4 8 1,2-5 125,-3 10 0,-1-4-116,-8 8 1,0 2 109,-11-1 1,4 6-135,-9-2 0,-3-1 30,-2 2 0,-4-1-44,-1 6 1,-6 0 70,-5-1 1,-7 1-15,-3 0 0,-6 1 8,1 4 0,-1-2 2,2 7 1,-3 0-22,8 5 0,-6 1 10,6 5 1,-1-3-312,6 7 1,5-5-115,0 5 139,6 1 0,-3 4-764,7 0 1062,0 1 0,7 6 0,2 2 0</inkml:trace>
  <inkml:trace contextRef="#ctx0" brushRef="#br0" timeOffset="1046">1611 660 7569,'-14'-16'946,"2"3"0,4 1 1042,1 1-1536,-5 1 1676,4 2-904,-1-6-551,-5 12-907,13-4-781,-6 6-185,14 0 0,1 0 808,8 0 0,4 0-585,0 0 0,3 0 977,-3 0 0,4 0 0,7 0 0</inkml:trace>
  <inkml:trace contextRef="#ctx0" brushRef="#br0" timeOffset="1661">2224 276 7569,'0'-24'940,"0"4"-566,0 3 0,0 1 10,0 1 1,0-2-94,0-3 0,-5 3-207,0-4-30,-7-3 0,9 9 66,-7 0 0,-1 1-124,-4 9 1,0 0 83,-1 5 1,1 0-81,0 0 1,-1 1 170,1 5 1,0 2-116,-1 7 1,6 2 94,0 4 1,7-2-34,-3 6 1,5 1 39,1 4 0,7 3-40,3 3 1,8-2-14,3 7 0,5-6 42,-6 6 1,6-2 13,-6 2 0,6 2-169,-6-7 0,0 5-46,-4-6 0,-8 1 60,-3-5 0,-3-2-29,-2-4 1,-3 3-67,-8-8 0,0 1 96,-15-6 0,0-7 13,-4-2 1,-1 0-193,0 0 0,1-3-228,-1-8 0,2-4 224,4-6 0,4-2 96,11-4 1,3-2-70,7-8 0,3-8-20,8-7 1,6 5-117,13-5 1,6 3 67,0-3 1,7 2 33,-3 3 0,3 9 50,-2 6 0,2 7-6,-8-1 0,6-2 60,-5 1 0,0 6-82,-5 5 1,-6 1 98,1-1 1,-8-2 33,3 7 119,-4-7 1,-7 10 144,0-3 53,-6 3 1,1 11-50,-10 6 0,1 2 65,-6 9 1,7-1-34,-2 6 0,3-5-47,2-1 1,0-4-65,0 4 1,12-6 10,3 1 0,12-9 31,4-6 0,1-4 13,9-1 1,-1-6-52,0-5 1,-4-2 10,-10-3 1,-4-1 6,-7-3 1,-6 3-136,-4-4 1,-3 3 93,-2-3 0,-12 9-253,-4-3 1,-14 5-329,-1 0 1,-10 3-432,0 7 1,-3 1 869,-2 5 0,-7 2 0,-1 7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8:55.10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384 443 7569,'0'-29'0,"0"4"1202,0 4-266,0 4-247,0 2-483,0 0 0,-2 6-123,-3 4 1,-5 10-169,-11 5 1,3 6-26,-8 4 0,-1 6 157,-9 10 0,4-4-18,-4 4 0,9 1-4,1-1 0,9-5-175,2-6 1,1-6 133,9 1 1,2-2 54,8-3 1,3-1-2,7-4 1,8 2 91,2-7 1,11 5 25,5-5 0,3 0-59,2-5 0,-5 5-27,0 0 0,-7 7 34,2-1 1,-11-3-29,-4 2 1,-4-5 17,-2 6 0,-6-1 1,-4 5 1,-7 1-102,-8-1 0,-7 0-181,-14 1 0,-5 1-154,1 3 0,-8-3 180,2 4 1,-7-4-87,2-2 1,-3-1-145,8-4 0,5-2-172,6-3 1,1-3 96,8 3 1,6-5-546,5-5 1011,6-3 0,-3-15 0,7 0 0</inkml:trace>
  <inkml:trace contextRef="#ctx0" brushRef="#br0" timeOffset="198">277 152 7569,'0'-39'792,"0"1"-464,0 14 0,0 2 491,0 7-415,0 6 1,-6 4 382,1 10-480,0 11 1,5 16-28,0 14 0,0 19-1,0 12 0,0 4-318,0 1 0,0-3-13,0 2 1,2 3-759,3-2 0,4-7 538,6-9 0,2-4-399,3-6 0,4-3-23,7-7 694,6-7 0,-4 5 0,4-5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8:54.44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44 1 7569,'-13'1'1952,"1"3"181,2 1-1689,6 0 0,-1 2 56,10 3-351,-3-3 0,13 0-12,1-7 1,-1 5-149,5 0 1,4 0-232,2-5 0,-2 0-146,1 0 0,-1 0-461,2 0 1,-4-5 143,-7 0 1,0 0-1283,1 5 1987,-1 0 0,0-7 0,1-2 0</inkml:trace>
  <inkml:trace contextRef="#ctx0" brushRef="#br0" timeOffset="120">167 139 7569,'-31'22'584,"7"2"0,2-1-114,7-2 1,0-4 726,-1-2-789,8-6 229,1 4-226,7-4-149,0 0 1,3 2-181,8-5 0,6-1-283,13-5 0,8 0-384,3 0 1,8-7 584,2-3 0,14-4 0,-2-1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8:52.79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77 430 7569,'-10'0'133,"0"0"1702,-2 0-1057,-2 14-467,5 17 0,3 18 1,6 19 330,0 9 1,-5 5-303,-1 5 1,1-2-357,5-3 0,0-4 12,0 4 0,0-11-212,0-4 0,0-11-592,0-5 0,0-6 485,0-10 1,2-2-245,3-18 0,-1 2-18,6-12 1,0-15-99,5-16 1,-4-11 236,-1-14 0,-2-5 446,3-11 0,-5-5 0,-6-9 0,0-6 0,0-10 0,-5 3 0,3 44 0,-1-1 0,0 1 0,-1 0 0,-1-1 0,-2 0 0,-1-1 0,-1 1 0</inkml:trace>
  <inkml:trace contextRef="#ctx0" brushRef="#br0" timeOffset="523">77 660 6651,'-9'-92'-172,"4"10"0,4 13 603,1 12 1,1 13 150,4 13-390,-3 8 1,12 9 0,-4 4 221,4 5-277,1 3 1,7 4 75,4 3 1,3 5 81,1 10 1,1-1-113,0 7 1,-2 1-1,-4 9 1,-3-2 34,-6 7 0,-3-6-101,-2 6 1,-6 0-100,-10 5 1,-11-5 63,-9 0 1,-4-7-140,-2 2 1,-1-5-27,-4-6 1,4 3-165,-4-8 0,10-5-240,6-4 1,3-8 221,1 2 1,3-5-27,2-5 0,5-4 81,6-6 1,12-7-3,3-4 1,12-3-116,4-1 0,1-1-108,9 0 0,0 1 290,5-1 1,-2 0 160,-3 1 1,-2 1 362,-3 3 0,-5-1-253,0 6 0,-2 1 146,-9 5 0,-5 6 391,-4 4 424,-1 3-709,-2 2 0,1 7 50,-4 3 0,-3 11-126,3 4 0,-3 4-66,-2 2 1,0 0-219,0-1 0,0 1 110,0 0 0,0-2-64,0-4 1,0-3 12,0-6-269,0-1 183,0-6 25,0-3 0,6-14-20,5-7 1,-3-8-62,2-7 1,2-3-2,9-2 1,-4-3 53,3-3 0,2 2 6,-1 3 0,4 9 5,-4-4 0,-1 11-7,-4-1 0,-1 11 12,0 5 0,1 3-2,-1 2 1,-1 2 38,-4 3 0,3 10 110,-2 11 0,-3 3-160,2 2 0,-1-1 35,1 1 1,4 0-185,-4-1 0,-1 1-171,1 0 1,0-7-233,5-4 1,-1-3 87,-4-2 0,4-6-281,-4-4 0,-1-3 203,1-2 551,0-7 0,5-8 0,1-9 0</inkml:trace>
  <inkml:trace contextRef="#ctx0" brushRef="#br0" timeOffset="687">997 1 7569,'-15'0'1129,"0"0"-495,-1 0-328,8 0 1,-1 0 525,4 0-679,3 0 0,-3 7-329,10 3 1,4-2-121,6 3 0,7-3-357,4 2 0,3 4-998,2-4 1651,-1-3 0,1 7 0,0-6 0</inkml:trace>
  <inkml:trace contextRef="#ctx0" brushRef="#br0" timeOffset="1029">1427 154 7569,'-16'0'284,"8"0"1,-6 2 435,4 3 1,2 5-389,-3 11 1,6 8-97,-5 6 1,7 8 277,-3-2 0,5 5-165,1 5 0,1-8-110,5 3 1,4-11-90,10 1 1,4-5-203,7-5 1,6-4 136,4-7 1,3-6 97,2-4 1,6-12-219,-1-9 0,0-6-303,-5-8 0,-7-3 256,-3-3 1,-5 2 62,-6-7 1,-3 1-517,-6-6 0,-3 0 241,-3 0 0,-3 1 103,-7 4 1,-1 6-20,-5 9 1,-2 6 10,-7 9 0,-2 8 290,-4 13 1,2 14 404,-6 17 0,6 0-382,-1 5 0,8-5-48,1 5 1,8-2 144,-2-8 0,8 5 10,2-5 0,7-1-5,-1-4 1,4-5 329,5-1-546,-3-6 0,12 10 0,-5-5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8:51.16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522 658 7569,'-9'-46'143,"-4"0"1,4 0-1,1 0 472,3 0 0,-4 0-268,-1 0-164,3 7-2,-7 2 1,6 15 109,-7 6 1,-1 3-104,1 7 0,-5 15 11,-1 11 0,-5 23 109,6 13 1,0 18-187,4 12 0,11-34 1,0 0-195,-1 4 1,2 1 0,2 3-1,0 1 143,0 3 0,-1 0 0,0-1 0,-1 0-283,2 3 0,-1 1 1,0-6-1,1-1 219,2 2 0,0-2 0,0-4 0,0-2-165,0-3 0,0 0 0,0 41-167,0-15 0,0-14-217,0-7 1,0-10-1206,0-10 794,0-1 477,0-18 476,-7-15 0,-8-19 0,-9-22 0</inkml:trace>
  <inkml:trace contextRef="#ctx0" brushRef="#br0" timeOffset="284">16 1257 7569,'-9'0'1253,"3"0"-934,6 0 1,3 0 87,7 0-330,7-7 1,14 5-59,0-3 1,4-2-103,1 2 0,5-5 72,-5 5 1,6-5 20,-1 4 1,-3-4-9,-2 5 1,-4-5-95,-1 5 0,-6 0 84,1 5 1,-7 0-61,1 0 0,-3 1 96,-2 4 1,1 4 109,-1 6 0,-5 1 38,0-1 0,-4 2-88,4 3 0,-5-2-27,5 2 0,-6-3-54,1-2 1,3-4-123,2-1 0,-1-7-17,1 2 0,-5-3-295,6-2 0,-3-2 48,2-3 0,2-5-310,-7-10 0,6 1 169,-6-7 520,0 1 0,-5-13 0,0-1 0</inkml:trace>
  <inkml:trace contextRef="#ctx0" brushRef="#br0" timeOffset="1071">675 919 7569,'-6'-8'86,"2"1"321,-6 7-63,7-7 1,-3 0-108,12-3 1,-3-2-59,7 7 0,2-5-9,9 5 1,-3 0 0,8 5 0,-1 0-7,6 0 0,0 6-23,-1 5 0,-4 7-29,0 3 1,-6 6-87,6-1 1,-8 9-97,3 6 1,-9 2 78,-2-2 0,-7 3-7,2-3 1,-3-3 77,-2-3 1,0-9 34,0-6 1,0-3 159,0-1 267,0-8-468,0-1 0,5-14-12,0-3 1,2-12-181,-2-9 0,4-5 87,6-5 1,1-3-30,-1 3 0,-5 4 27,0 1 1,1 5-68,4 6 1,-5 3 55,0 6 23,-6 8 1,8 4 62,-7 15 0,0 0 167,-5 15 0,2 5-135,3 4 0,-2 6-45,7-5 1,2 2-38,9-3 1,-3-7 17,8 2 1,0-11-20,4-4 1,1-6 20,0-9 1,4 0-17,1 0 1,0-9-39,-5-6 1,-1-2-112,1-8 1,-7-1-35,-4-5 0,-3 1 99,-1-1 0,-6 0-46,0 1 0,-6 1 24,1 3 47,-4-3 0,-2 14-19,-4-1 0,-4 8 14,-6 8 1,-6 7 60,1 3 1,-6 10 127,6 6 1,-1 5 145,6 4 1,0-2-113,-1 3 0,8-4-46,3-1 1,3-6-5,2 1 0,0-7-26,0 1 1,2-8-12,3-2 1,-2-6-80,7 1 1,1-5 17,4-5 1,0-11-140,1-9 0,-1 1-47,0-2 1,1 1 73,-1-6 0,-5 0 70,0 1 1,-6 6-57,1 3 1,2 4-106,-2 2 237,0 6 0,-5 11 197,0 13 0,0 4-125,0 12 0,0-4 101,0 9 0,7-7-109,3 2 0,5-11-39,6 6 0,-1-8 26,11-2 1,-4-8-14,9-3 1,3-6-21,2-10 1,-2-1 31,2-13 0,-7-2-23,2-9 1,-2-5-81,2-10 0,-9-5-85,4-11 0,-9-4-983,4-11 1,-8-10 900,-7 41 1,-1-1-1,-4 0 1,0-1-125,-1-1 1,0 0 0,-3 3 0,-1 0 88,2-1 0,0 2 0,-2-30 13,-1 8 316,0 21 1,-8 31 413,-8 20 1,-11 30-185,-9 32 1,1 9 400,4 21 1,7-5-729,13-36 0,2 0 0,-8 43 183,9-40 0,0 0 0,-5 41-324,2-3 0,4-7-273,7-8 0,7-7-833,4-4 1,9-10 1228,6-4 0,-3-6 0,3-5 0,5-9 0,8-10 0,9-8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8:50.16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108 430 7569,'-29'-7'375,"3"-3"0,6-4 2238,3-1-1773,8 0-373,2 6 0,11-3 242,6 7-469,0 0 1,19 0 178,-3 0-198,16 0 0,-4-2-27,13-4 1,-5 3-12,10-2 1,-1 1-519,1-1 0,2-4-118,-7 4 0,0-3-437,-5-3 0,-1 6 197,-5 0 0,1-1-416,-10-4 0,3 5 409,-8 0 700,-4 6 0,0-3 0,-7 7 0</inkml:trace>
  <inkml:trace contextRef="#ctx0" brushRef="#br0" timeOffset="154">645 277 7569,'-16'6'587,"1"3"0,5 6-343,-1 1 1,6 1-62,-5 3 1,7 6 389,-2 9 0,3 5-334,2 6 0,0-2-323,0-3 1,0 3-113,0-3 0,2-2-380,3 2 1,3-7 128,8 2 0,4-5 447,1-6 0,-1 4 0,-5-5 0</inkml:trace>
  <inkml:trace contextRef="#ctx0" brushRef="#br0" timeOffset="585">1089 16 7569,'0'-9'462,"-6"2"0,4 9 329,-3 3 1,-2 16-188,2 9 0,-5 13-49,5 3 1,-6 7-272,6 8 0,-5-1-109,5-4 1,0 2-208,5-7 1,-5-5 78,0-5 1,-1-7 342,6 2-103,7-11-496,2-2 0,6-15 66,0-3 0,1-17-59,-1-8 0,0-4 52,1-7 0,-1 4-77,0-9 1,4 4 117,-3 1 0,2 2 64,-8 4 1,-1 4-15,1 11 0,-5 3 21,6 7 0,-6 9 320,5 6 0,-5 9-70,5 12 1,-3-2-40,8 7 1,-3-7-134,9 2 0,3-4-28,1-1 0,4-13-57,2-2 1,0-11 68,-1 0 0,-1-8-18,-3-3 0,-4-7-35,-7-3 1,-1-1-19,-4-8 0,-1-6-126,-4-5 0,-4-6-201,5 1 0,-12 2 163,-4-2 0,-3 14 23,-3 1 1,6 12 223,0 4 1,0 10-101,-6 5 0,3 12 58,2 19 0,-1 2-292,7 2 0,0 3-205,5-7 0,7 0 77,3-6 426,11 1 0,3 0 0,6-1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02.06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16 108 7569,'0'-15'339,"-5"-1"1,0 1 0,1 0 0,3-1 1569,1 1-907,0 6-330,0 3-323,0 6 0,0 3 0,1 7 595,4 11-692,-3 6 1,5 10-20,-7 4 0,0 4-38,0 1 0,0 6 106,0 5 0,0-5 157,0 0 1,2-10-320,3-1 1,-2-2-279,7 2 0,-5-5-446,6-10 0,-6 1 390,5-7 0,-5 1-380,5-6 1,-5-5-310,6 1 0,-1-8-520,5 2 0,-4-5 1404,-1-5 0,7-4 0,7-6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02.35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77 15 7569,'-15'0'2499,"-1"0"0,6-1-579,0-4-1315,7 3 1,-6-5-1188,4 7 289,3 0 242,-5 0-1102,7 0-738,0 0 1891,7 0 0,9 7 0,7 1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06.22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93 153 7569,'-2'-8'1412,"-3"3"0,1 3-787,-6 2-252,7 7 0,-11 3 92,4 11 0,-2 3-197,2 6 1,-2 6-71,7 0 0,0 0-90,5-6 0,6-1-113,5-3 1,4-4 150,5-7 37,4-6-46,7-2 1,0-7-92,-1 0 1,-4-12-78,-1-4 1,-1-8-125,2 4 0,-4-7-22,-7 1 1,-1-3-109,-4-1 0,-3-1 40,-7 0 0,-7 1-73,-3-1 0,-4 2-111,-1 3 110,-7 4 206,5 7 0,-11 1 123,8 4-147,0 3 56,-3 7 1,6 2 122,-3 3 1,3 3-185,2 8 0,6 1-156,4 3 0,3-1-44,2 7 1,0-6-366,0 6 1,7-6 706,3 6 0,11-8 0,3 5 0</inkml:trace>
  <inkml:trace contextRef="#ctx0" brushRef="#br0" timeOffset="548">568 169 7569,'-2'-14'823,"-3"4"-320,-3 3-129,-1 7 1,-4 0 111,2 0 0,3 4-145,-2 6 1,4 0 36,-4 10 1,7-1-262,-2 2 0,3 1-99,2 3 0,7-2-14,3-8 1,5-1 77,6-4 1,-2 2 2,6-7 1,1-2-50,4-8 1,-4 2-186,-1-8 1,-1 1 10,2-5 0,-4-2-85,-7-4 0,-4 4 73,-1-3 1,-7 1-95,2-1 0,-5 3-25,-5-4 1,-3-1 121,-8 2 1,-6-1 80,-3 6 0,-4 5-80,-2-1 1,4 8-7,-4-2 1,11 3 273,-6 2 290,1 0 1,7 5-421,-2 0 1,10 2-452,5-2-18,3-3 0,11 10 216,6-7 0,2 0-158,8-5 1,3 0 11,8 0 1,-4 0 22,4 0 1,-2 0 383,2 0 0,-6 0 0,1 0 0,3-2-38,-8-3 0,4 4 38,-9-4 0,-1 3 538,-5 2-329,1 0-68,-8 7 241,6 1 0,-7 13 75,3-1 1,2 0 212,-7-4 0,5-1-210,-5 1 1,6-1 4,-6 0 0,7 1-139,-2-1 1,9-7-79,1-3 0,7-3-143,-1-2 1,3-7 48,2-3 0,-1-3-66,1-3 1,-7-4 24,-4-1 1,-3-1-135,-1 2 0,-8 3-58,-3-4 0,-5-1-245,-5 2 0,-5-1 93,-11 6 1,3 1-161,-8 4 0,-1 3-46,-9 7 1,4 7 156,-4 3 1,5 9-636,6 1 401,-4 8 514,18-11 0,-16 12 0,10-6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05.22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31 108 7569,'-7'-16'0,"-3"1"498,3 7 720,1-6-426,6 5-351,0-6 1,1 7-284,4 2 26,4 5-47,6 8 1,2 1-58,4 7 92,-4 1-98,5 6 0,-2 2-103,1 6 1,-1 1-28,-4 0 0,-1 0-193,0-1 1,-6-1 178,-4-3 1,-3 1-36,-2-7 0,-7 1 433,-3-6-162,-4 1-90,-1-8 0,-6 6 128,1-4-8,-1-3-53,-1 0 0,5-7 526,-3 0-111,3 6 53,1-4-483,8 5 1,3-7-241,10 0 0,3 0-734,8 0 453,-1 0 307,7 0 0,0-2-688,4-3 402,3 3-208,1-11 0,3 4-493,3-6 0,-4 0 403,-1-1 670,-1 1 0,8-7 0,1-2 0</inkml:trace>
  <inkml:trace contextRef="#ctx0" brushRef="#br0" timeOffset="558">675 77 7569,'-15'-10'83,"0"0"0,4 5 179,1-6 1,-2 6 407,-8-5 1,3 5 101,-4-5-416,11 6-133,-3-3 0,4 7-10,-6 0-30,6 0 108,2 0 46,1 0-144,4 0 0,-5 2 22,7 3 1,7 4-60,3 6 1,4 2-1,1 4 0,5 2-181,1 8 0,1 0 47,-1 0 0,-4 1-62,3 4 48,-3-4-105,-2 12 0,-6-11-100,-4 3 1,2-6 162,-2-4 1,0-4 137,-5-7 0,0 1-64,0-1 0,-7-1 9,-3-4 0,-4-2-182,-1-3 157,0-3-10,-1 5 0,1-7 28,0 0 0,-1-5-56,1 0 0,5-2-195,0 2 0,4-2 75,-4-3 1,5-2-101,-5 7 1,6-7-119,-1 2 111,4-4 1,1-1 33,0-1 1,0 1 89,0 0 0,0-1 17,0 1-18,6 0 35,-4-1 1,7 1 60,-4 0 1,-3-1-35,3 1 0,1 0 99,0-1 0,4 1-129,-5 0 33,7-1 1,-5 1 599,3 0-260,4 6-167,-13-5 0,11 11 181,-7-7-282,7 6 28,-10-9 1,10 9 28,-7-6 0,7 5 69,-2-5 1,-3 5 70,-2-6 1,2 6-30,-2-5 4,0 7-450,-5-11 131,-7 12 74,6-11 0,-18 11 101,3-3 1,-4-2-155,0 2 0,-3 0-206,-2 5 1,-2 0 159,6 0 1,1 0 65,4 0 1,1 1-322,0 5 1,1-3-363,4 7 1,3-5 170,7 6 599,0-1 0,0 5 0,0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04.62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392 353 6273,'-15'-15'737,"7"5"-374,2-1 1,3 8-14,-2-2 0,1-2-108,-6 2 1,5 0-67,-5 5 1,5-5-2,-5 0 1,4-1 22,-4 6 1,0 0-56,-5 0 1,-1 0-80,1 0 1,-2 2-48,-3 3 10,2-3-9,-11 12 1,11-8 51,-8 5 0,7 2 15,-1-2 1,3 2-10,2 3 0,1-6 40,4 0 29,-4 0-73,12 6 1,2-3 6,11-3 0,7-1 21,3-4-18,6-3-17,4 5 0,3-7-77,7 0 0,-5 0 39,4 0 0,0 0-128,1 0 1,1 5 72,-6 0 0,-2 0-115,-8-5 1,1 5 104,-7 0 1,-4 0-16,-6-5 132,-7 7 1,2-4-105,-10 8 1,-5-6 203,-10 5-192,-4 0 69,-7 6 1,0-1 104,1 0 0,-1 1-98,0-1 0,-4 0-19,-1 1 1,0-1-43,5 0 1,6 1-127,-1-1 0,2-1-301,-1-4 0,3 3 206,6-2 0,3-3-494,2 2-194,5-6 218,6 9 0,1-11 173,4 3 516,4-3 0,13-16 0,2-3 0</inkml:trace>
  <inkml:trace contextRef="#ctx0" brushRef="#br0" timeOffset="235">300 31 7569,'-15'-7'489,"1"4"1,2-6 958,2 3-957,7 0 1,-9 13 333,7 3-424,0 18-155,5 4 1,0 16-193,0 3 130,6-3-232,-4 11 1,10-9-238,-7 6 0,7-5-161,-2 5 0,4-5-509,1 6 0,2-8 955,4 2 0,3-3 0,6-2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07.88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169 62 7569,'7'-17'385,"-6"-3"613,4 10-253,-3 3-330,-9 0 1,-1 10 73,-8 8 0,1 9-156,0 21 1,-1 7 33,1 13 0,0 6-82,-1-1 1,1 11-125,0-6 1,1 1-122,4-11 0,3-1-195,7-4 1,7-5-117,3-10 1,11-3-347,4-8 0,4-6-685,2-3 0,-1-6 127,1-5 1175,0-3 0,6-7 0,3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08.18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 62 7569,'-9'-22'1376,"2"10"-482,7-3-166,0 10-315,0-2 0,0 20 172,0 8 1,0 13-257,0 7 1,0 10-135,0 5 0,0-1-80,0 1 0,0-5-333,0 5 1,0-3-1067,0-2 0,0 5 756,0-10 0,7-3 528,3-7 0,4-4 0,1-1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08.38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30 31 7569,'-10'0'1699,"-1"0"0,8-2-927,-2-3 1,5 4-357,5-4 1,-2 3 26,8 2 0,-1 2-310,5 3 1,2-4-361,4 4 0,2-3-152,8-2 0,0 0-410,0 0 0,4-2 789,1-3 0,7-3 0,-4-8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11.94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92 15 7569,'-24'0'1006,"4"-1"0,3-3 703,1-1-724,8 0-238,1 5-380,7 0 1,2 0-2,3 0-206,3 0 1,10 0 22,2 0 1,4 0-335,6 0 0,1 0-396,0 0 0,0 0-921,-1 0 1,6 0 758,0 0 0,-6 0 709,-4 0 0,-7 7 0,3 1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12.08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 1 7569,'-7'8'2707,"6"1"-2447,-5-4 0,6-2-208,6 8 0,2-3 1158,7 2 0,9 2-583,7-7 0,3 6-2682,12-6 936,-3 0 770,10-5 0,-2 0 349,0 0 0,-7 0 0,-6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08.95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0 645 7569,'0'-24'208,"2"2"1,3 6 0,5 3 1124,4 2-963,1-2 0,1 11 11,-1-3 1,0 3-46,1 2 0,6 2-206,3 3 0,-1 4-97,2 6 1,-2 0-107,1 1 0,-3-1 83,-6 0 0,-8 1-90,-3-1 0,-3-5-35,-2 0 1,-3-1-77,-8 1 0,-1 4 87,-13-4 1,4-1-17,-4 1 0,6-2 146,-1 3 1,-2 2 102,1-3 1,2-1 130,9 1 0,-2-5-104,7 5 0,0-4 25,5 4 0,0 0-5,0 5 1,7-4-37,3-1 1,9 0-58,1 5 0,6 1-124,-6-1 1,8 0 63,-3 1 0,-1-3-156,1-2 0,-4 2 28,5-3 1,-8 4 100,3 1 0,-9 1-5,-2-1 1,-7-5 46,2 1 0,-5-1 91,-5 5 0,-10-1-131,-11-4 0,-3 4 18,-1-4 0,-1 4-173,0 1 1,1-2-253,-1-2 0,2 1-1153,3-7 744,-2 7 178,10-11 0,3 4-7,10-10 647,3-3 0,23-14 0,4-2 0</inkml:trace>
  <inkml:trace contextRef="#ctx0" brushRef="#br0" timeOffset="451">629 645 7569,'0'-16'476,"0"1"151,-7 6 0,4 3 151,-7 6-402,6 0-143,-9 0 1,11 6-76,-3 5-46,3 2-46,-5 3 0,6-1-61,-4 0 1,5 1 58,5-1 1,3-6-108,7-4 1,1-4 72,-1-1 1,0-1-189,1-4 1,-1-4-137,1-6 0,-3-1 154,-3 1 1,2 0-118,-7-1 5,1-6 183,-6 5 1,-7-5-113,-4 7 1,-7-6 125,-3 1 1,1-6 72,4 6 0,3-2 12,3 1 0,-2 9 160,7-3 1,-1 3-135,6-3 0,0 4 10,0 1 1,7 7 289,4-2-73,9 3-279,-3-5 1,10 5-45,-6-3 1,6 4 120,-1 1 1,-3 1-22,3 4 1,-7 6 76,1 9 0,-3-1 143,-1 6 1,-8 6 31,-3 5 1,-3 6-106,-2-1 0,-2 4 24,-3 1 1,-3 5-115,-8 0 1,1 5-94,0-5 1,-1 2 18,1-2 0,5-5-225,-1 0 0,3 0-164,-2-5 0,3-3-412,7-3 1,0 1-384,0-5 0,7-4 534,3-11 0,5-3 187,6-3 0,-3-4-92,8-12 512,6-2 0,1-14 0,4-2 0</inkml:trace>
  <inkml:trace contextRef="#ctx0" brushRef="#br0" timeOffset="679">1135 1059 7569,'5'-16'1341,"1"1"-1001,-1 7 46,-5 1-249,-7 7 1,0 7 45,-3 3 1,3 3 42,7 3 0,0-1 62,0 0 1,2 1-227,3-1 0,5-1-140,10-4 0,4-3-77,7-7 1,5 0 152,0 0 0,-1-7-74,-4-3 0,-7-4-26,-4-1 1,-3-1 16,-1 1 0,-8 0 69,-3-1 0,-5 1 23,-5 0 0,-10 1-66,-11 4 1,-3-2-3,-1 7 1,-6 0 53,0 5 1,0 1-111,6 5 1,1 0-760,3 5 521,4 2 172,7-4 0,6 1 183,4 0 0,3-6 0,2 2 0</inkml:trace>
  <inkml:trace contextRef="#ctx0" brushRef="#br0" timeOffset="967">1442 154 7639,'-15'-31'105,"-1"7"1,8 2-106,3 7 302,3 6 1,2 4 457,0 10 1,7 11-355,3 9 0,11 11-46,4 5 1,6 5-142,5 5 0,-2 5-13,7 11 1,-2-3-149,2 8 0,-4 0 156,-6 4 0,-7 1-57,-4 0 1,-5-1-36,-4 1 1,-4-7-93,-7-4 0,0-2 83,0-3 1,-7-5-122,-4 0 1,-9-8 73,-6-2 1,-2-2-4,-3-8 1,-7 0-1041,-3-5 1,-1-2 507,1-4 1,-2 2-612,8-6 1080,-1-7 0,-2-1 0,-1-4 0</inkml:trace>
  <inkml:trace contextRef="#ctx0" brushRef="#br0" timeOffset="2588">2010 77 7495,'-6'-10'-222,"1"0"222,0 6 1053,5-3-580,0 7 65,0-6-501,0 4-33,0-5 67,0 7 1171,0 0-1159,0-7 1,2 6-30,3-4-38,-3 3 0,6 0-54,-3-3-55,-3 3 235,5-5-194,0 7 133,-6 0-96,13 0 1,-11 0 8,8 0 1,-6 0 40,5 0-36,-7 0 26,11 0 8,-5 0 0,1 0-62,0 0 0,-5 0 50,5 0 1,-4 0 5,4 0 0,-5 0-2,5 0-51,-7 0 35,4 0 1,-7 2 1,0 3 0,0-1-8,0 6 1,0-5-154,0 5 96,-7 0 1,-1 6-185,-7-1-1,-1-6 198,1 4 1,0-4-20,-1 6 1,1-5 8,0 1 0,-1-8-86,1 2-7,0 4 30,-1-8 188,1 6 409,0-7-160,6 7-188,2-5 39,7 5-95,0-7 1224,0 0-1313,0-7 244,0 5-136,0-5 114,0 7-138,0 0-28,-7 0-12,6 0-16,-6 0 7,7 0-161,0 0 145,0 7-11,0-5 0,2 5-3,3-7 0,-2 0 37,7 0 0,2 0 88,9 0 1,-3-2-94,8-3 1,0 1-4,4-6 1,6 7-869,0-2 1,5 3 843,-5 2 0,-1 0 0,-4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23.63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62 123 7569,'-6'-15'17,"-3"6"1,-1-2 206,0 5 0,4 0 789,-4 0-431,7 5-169,-4-6-337,7 0-86,0 5 81,0-11 1,7 6 23,3-3 0,4 1 23,1 4 0,0 3-16,1-3 1,4 4-119,1 1 0,1 1 57,-2 4 1,-3 4-95,4 6 0,-6 9-27,-5 7 0,2 1 86,-7 9 0,0-5 38,-5 5 1,-1-2-111,-4 2 0,-4 2-188,-6-8 0,-6-1 170,1-8 0,-2-5 179,1-7 0,4-6-147,-3-3 1,1-3-55,-1-2 560,2-7 1,3 3 210,10-6-434,3 0 1,4-4-23,3-1 0,4 8-65,6 2 1,5 3-31,1 2 1,1 2-146,-1 3 1,-3-2 136,8 8 0,-6-3-13,6 2 0,-6 4-726,6-4 0,-7-1-236,1 1 0,2-5-226,-1 5 1,-1-6 138,-5 1 956,8-4 0,0-7 0,8-3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25.91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137 50 7483,'-9'-22'147,"-4"10"656,3-3-407,3 17-154,0-1 1,2 23-63,0 7 0,-6 11 0,5 11 46,-3 2 0,-1 4-80,-5 3 0,4 2-66,1-7 0,7-1-182,-2-5 1,11-7-79,10-13 0,-1-9 120,6-6 1,1-8 51,-2-8 0,7-2 22,-1-3 0,-4-8-39,-1-8 0,-4-4-33,-2 4 1,-7-6-94,-2 1 1,-5-1 62,-1 2 0,-7-3-41,-3 8 1,-8 4 149,-3 6 0,1 7-65,4-2 1,-1 5 30,-3 5 1,3 3-85,-4 8 1,9 1-112,2 3 1,7-3-46,-2 4 0,3 1-274,2-2 1,7 1 526,3-6 0,10 0 0,4 1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26.31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77 78 7730,'-15'-16'570,"0"1"-272,-1 0 244,1 6-432,7-5-226,1 13 0,14-6 106,3 7 1,9 0-46,1 0 0,2 5 145,-1 0 1,-4 5-52,3-5 1,-1 7-51,1-1 1,-8 2 22,4 3 0,-6-6-12,0 0 1,-3 0-28,-7 6 0,0-1 6,0 0 1,-2-1 16,-3-4 0,2 2-20,-8-7 23,1 7 0,0-10-15,0 3 21,6 3 12,-3-6 0,9 7 5,3-4 0,2-2 23,3 7 0,6 1 8,-1 4 1,-1 5-8,1 1 0,0 1 1,-4-1 0,0 1-42,0 3 0,-5 4 25,-6-3 1,0 1 3,0-1 0,-8 1 15,-7-7 0,-2 1 8,-9-6 0,2 0-101,-1 1 1,-4-3-280,3-2-142,4 2-17,0-11 1,13-4 84,4-13 397,10 0 0,11-28 0,7 2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26.52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31 1 7569,'-10'7'960,"-1"3"1,8 4-574,-2 1 1,3 5-178,2 1 0,0 4 5,0-4 0,2-1 0,3-4 0,4-1 241,6 0-319,7-6 1,4 3 184,9-7-185,5 0 1,1-5-132,-1 0 1,-6-2-466,2-3 444,-3 3-325,-3-11 0,-4 11-345,-1-3 0,-6-2 113,2 2 1,-9-5-1078,-2 5 1649,-7 0 0,11-2 0,-6-2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26.69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31 0 7569,'0'9'0,"0"4"772,0-2-450,0 2 0,-1 9 452,-4 4-466,3 10 0,-7-2-122,4 7 1,3 0-159,-3 5 1,4 0-146,1 0 1,0 0-324,0 0 1,5-7-506,0-3 0,9 0 214,1-6 731,0-3 0,14-11 0,-5-1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26.95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169 47 7569,'0'-16'345,"0"6"616,0 0-700,0 6 1,-2-2-107,-3 6 0,4 6 28,-4 5 1,3 9-1,2 6 1,0 3-157,0 1 1,0 8 115,0 3 0,5 1-88,0-1 0,7 2 106,-2-7 1,4-2 4,1-9 0,-5 3-31,1-8 0,-6 0 202,5-4-260,-7-1 0,4 0-84,-7 1 1,-7-6-161,-3 0 0,-3-6 104,-3 1 1,-4-4-570,-1-1 1,-6 0 162,1 0 1,3-1-73,-3-4 1,7-11 94,-1-9 446,10-11 0,-4-3 0,5-7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27.08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0 7569,'8'0'341,"6"0"0,-6 0 365,8 0 0,-6 0-303,0 0 1,1 2 21,4 3 1,0-3-288,1 3 1,1-2-172,3 2 1,-1-1-732,6 6 0,-6-5 224,2 5 1,-3-5 539,3 6 0,3-1 0,6 5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27.28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46 31 7569,'-15'-7'0,"0"-3"2391,6 3-1104,2 0-778,7 7 0,0 2 356,0 3-867,0-3-378,0 11 0,0-9 367,0 6-1552,7-6 1055,2 2 1,6-6-571,0 0 1,7-5 1079,4 0 0,3-14 0,2 2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27.57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31 14 7569,'-16'0'1967,"8"0"-1070,1-7-714,7 6 0,2-4-164,3 10 1,3 3 37,8 8 1,4-1-145,1 0 0,-1 6-62,-5-1 14,8 7 153,-6-10 1,0 12 13,-7-3 1,-7 3 65,2 2-104,-3-1 56,-2 1-125,0-7 0,-2 3 690,-3-6 1,4 4-48,-4-4-371,3-1 382,2-11 0,2 3 131,3-7-234,3 0-147,14-5 1,2 0-396,14 0 125,-6 0 45,12 0 80,-11-7-1572,11 5 1019,-12-5 0,11 7-508,-7 0 0,0 0 877,-6 0 0,1 0 0,0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28.37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31 276 7569,'-14'-15'890,"4"0"-315,5-1 1,3 6-405,2 0-58,14 6 0,-4-4 1,12 4 413,0-1 0,2-5-322,7 5 0,6-5-269,4 5 0,9-7-147,1 1 1,5-2 152,-5-2 1,2-1-551,-2 1 0,-8 1 180,3 4 1,-9-4-62,4 4 0,-12 3 103,2 2 386,-4 3 0,4-4 0,-1-3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28.98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77 152 7569,'-7'9'1091,"-1"-2"-887,-8-1 1,6 5-82,0 9 1,7 0 499,-3 11-247,5 3-200,-6 12 1,5-3-144,-3 3 0,3-9-149,2 9 0,0-5-412,0 0 1,7 2 157,3-7 1,4-7-343,1-9 0,6-5 259,-1-4 1,9-13 196,2-13 1,0-14 255,4-12 0,3-10 0,-2-6 0,-1-2 0,-4-3 0,-7 1 19,-4 0 0,-4 4-53,-6 1 0,2 8 237,-7 2 0,0 9 806,-5 11 118,0 4-776,0 14 1,0 3-7,0 10 0,-2 10-132,-3 11 0,2 4-26,-7 6 0,6-2-87,-1 7 0,4 0-127,1 5 1,0-2 62,0-3 0,6-3-175,5-8 0,-3-6 93,2-3 1,1-9 110,4-2 1,0-7-161,1 2 95,-1-3 1,0-9-6,1-3 0,-6-4-61,0-1 1,-1 0-145,1-1 1,2 6 134,-7 0 0,2 6-37,-2-1 98,-4-3 1,6 8-21,-7 0 0,5 7 112,0 8 1,2 0-38,-2 1 0,2-1-28,3 0 1,9 1 28,-3-1 1,2-5 114,-2 0 0,6-6-119,3 1 1,4-3 0,2-2 1,-5-2-39,-1-3 1,-1-4-1,2-6 1,1-2-325,-7-4 152,1-2 36,-6-8 1,-1 5-30,-4 1 1,2-1-2,-7-4 1,0 1-196,-5 3 0,-2 4 221,-3 7 1,2 6 223,-7 4 1,-1 7 623,-4 8-386,7 7-227,-6 14 0,7 1 226,-3 4 0,3-2-220,7 7 1,2-7-141,3 2 0,3-6 199,8-4 1,6 1-162,3-6 0,4 6 0,2-3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30.60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77 819 7569,'-16'-24'96,"3"3"1,1 6 952,2 5-651,6 3-228,-3 7 1,2 7 45,0 3 1,0 10 34,5 6 1,2 3-24,3 2 1,2 4-46,3 1 1,4 0 22,-4-5 1,9-7-173,1-4 0,0-3 20,-4-2 0,4-6 17,1-4 0,-1-3-3,-5-2 0,1-2-141,-1-3 0,0-4 4,1-6 1,-6-7-194,0-4 1,-5-4-260,6-6 1,-8 2 253,2-7 0,-3 0 80,-2-5 0,-5 5 14,0 0 1,-6 2-165,6-2 1,-5 9 245,5 6 1,0 12 206,5-1-176,0 10 174,0-2 0,7 9 47,3 3 1,5-2-62,6 8 1,-3-3 23,8 2 1,1 2-118,9-7 1,-4 2 10,4-2 1,-2-3-54,2 3 1,-2-3-129,7-2 1,-5-5 80,5 0 1,-12-7-148,1 2 1,-4 3-4,-1 2 0,-2-2-29,-8 2 302,-6 0-66,-3 5 0,-12 0 35,-5 0 0,-4 8 16,-6 7 0,-2 6 206,-8 4 1,0 10-96,1-5 0,6 4 99,3-3 1,4 0-86,2-1 0,6-1-64,4-3 1,4-4-42,1-7 1,1-6 51,4-4 1,-1-3 9,6-2 1,2-7-77,8-3 1,-3-4-103,4-1 0,-2-6 56,1 1 1,-6-8-123,6 3 1,-11 1-40,6-2 1,-5 6 121,0-6 1,2 6-41,-6-6 59,-1 8-27,1-4 43,-4 13 1,5 4 92,-7 10 0,0 4-38,0 6 0,0 7 119,0 4 0,2 1-49,3-2 0,-2 4-19,7-3 0,2-2-17,9 1 0,-2-6-21,6 2 0,-4-9 9,4-2 0,-1-7-32,2 2 1,-3-5-11,-2-5 1,-4-3-23,3-8 0,-3-6-16,-1-3 1,-3-4-120,-2-2 0,1-7 99,-7-2 0,1-6 43,0-6 0,-5 1-114,4-10 0,-3 1-267,-2-11 1,0 6 183,0-2 0,0 11 52,0 5 1,0 17 156,0 8 287,0 8 0,-2 13 144,-3 10 1,-2 19-225,-3 22 1,-2 3 41,7 12 1,0 2-93,5 9 0,0 3-62,0-3 0,7 3-44,3 1 1,5-11-225,6-4 1,3-16 177,6-4 1,1-14-2,0-7 0,-6-4-35,1-6 0,-7-3 1,1-7 0,-3-2-21,-1-3 0,-3-4-1,-3-6 0,4-7 0,-4-4 1,2 1 18,-2-6 0,2 11-80,-7-6 1,1 2 114,-6 4 0,1 4-20,4 6 3,-3 7 14,5-4 1,-7 9 101,0 3 7,-7 3-93,5 14 0,-4 1 10,6 2 0,0 4 4,0-3 0,1-2 0,4 1 0,-1-6-29,6 1 1,0-3-9,6-1 0,-1-6-10,0 0 1,-5-6-3,1 1 1,-1-5-58,5-5 1,-5 1 36,1-6 0,-1-5-190,5-6 210,-6-6 1,3 8-121,-7-6 0,5 1 57,-5-2 0,0-1-110,-5 6 0,0-4 74,0 4 0,2 3 136,3 7 57,-3-2 45,5 11-38,-7-5 0,0 14-72,0 3 0,0 4 131,0 1 0,0 1-77,0-1 1,0 5-25,0 1 0,6-1 0,5-4 54,2-1 0,-2 0-14,-1 1 1,2-3 62,8-3-112,-3 4 1,5-12 23,-6 3 1,-1-3-9,0-2 1,7-2-95,4-3 1,-4-2 95,-1-3 0,1-9-100,-2 4 0,6-6 50,-6 1 1,1 1-141,-6-7 1,0 6-30,1-6 0,-8 3-45,-3-3 0,-3-3 1,-2 4 1,0-3 95,0 3 0,-2 8 18,-3 6 0,-3 8-29,-8-2 0,1 5 403,0 5 1,-1 10-156,1 11 0,0 3 322,-1 2 1,6 4-154,0 1 0,7 5 1,-3-5 1,12 5-82,4-5 1,3-6-32,3-4 1,4-7-176,1 1 1,4-8 92,-4-2 1,6-6-572,-2 1 0,4-4 254,2-1 1,-5-5-1030,-1 0 1,-1-5 1237,2 5 0,3-14 0,-6 2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31.35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46 638 7569,'-14'-15'-104,"3"-1"-552,0 1 1573,8 0-55,-4 6-532,7 2 0,0 11-238,0 6 1,0 2-1,0 13 0,5 6-21,0 5 1,2 0-132,-2-6 1,-1-6-49,6-3 1,0-4 105,5-2 0,1-6 62,-1-4 1,2-5-111,4-5 0,-4-9-171,3-7 0,-1-8 71,1-1 1,-3-1-103,4-5 0,-11-1 88,-5 1 0,-3-5-49,-2 5 0,0 1 283,0 4 0,-2 9-79,-3 6 0,2 3-91,-8 8 0,6 0 130,-5 5 1,7 1 201,-2 4 0,3-1 15,2 6-209,0-7 0,7 4 62,3-7 0,5 0-13,6 0 0,-3-12-48,8-3-2,-7-11-10,3 3 1,-2-8-49,1 0 1,-1-5 32,-4 1 0,-3-8 4,-3 2 0,2 4 7,-7 1 0,2 10 16,-2 6 46,-3 10 1,5 13 93,-7 17 1,-2 18 313,-3 18 0,3 12-195,-3 9 1,4 13-349,1-39 1,0 1 0,-1 3 0,0 2 186,-2 2 1,1 0-1,1-3 1,0 0-15,-1-2 1,-1 0 0,1 44-158,2-11 0,-1-10 189,-5-11 1,5-11 113,-4-9 0,-2-9 100,2-11 0,-7-11 5,2-10 0,-4-3-132,-1-2 0,-1-7 290,1-3-660,0-17 230,-8 1 0,13-20-301,0 0 0,7-7-131,3-8 0,8-5-403,7-1 1,8-3 240,7 9 1,8-6-334,3 16 0,5-1-307,5 16 123,-4 0 736,13 5 1,-4 6-865,11-1 582,-4 7 555,12-3 0,-7 9 0,4-1 0,-6 2 0,-3 0 0,-2 2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31.53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92 23 7569,'-13'-8'545,"2"-6"1,-9 14 120,10 0 1,-4 14-311,4 11 0,3 6-161,2 5 0,3 3-893,2 7 0,0-2 267,0-3 0,7 2 79,3-8 0,-1 6-1,1-5 0,0-2-617,6-8 970,-8 3 0,-1-5 0,-7 6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32.04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93 461 7569,'-31'-16'0,"7"1"90,4 0 1,9-6 179,6 1 0,3-2 108,2 1 0,9 2-82,6-6 1,9 1-268,12-2 1,0-3 64,10 4 0,-2 1-35,12-2 0,-5 1 32,6-6 1,-8 7-125,2 4 1,-5 4 105,-5 6 0,-3 3-157,-8 7 0,-6 0 111,-3 0 0,-4 14 24,-2 7 1,-6 7 123,-4 8 1,-4 3-45,-1 7 0,-6 2-31,-5 3 1,3-3-4,-2 3 0,1-5 16,-1-5 1,-2-5 45,7-11 0,0-2 412,5-8-288,0-7-3,0-1-484,0-27 1,5 6 107,0-16 1,7 2-4,-2-2 1,4-1-1,1 0 1,-5 1-160,0-1 0,1 7-24,4 4 116,-6 3 182,4 8-65,-11 2 1,10 14 236,-7 3 1,0 11-25,-5 4 1,0-3-21,0-1 1,7 1-81,3-2 0,4-4 102,1-6 1,6-7-142,-1 3 1,7-5-3,-1-1 1,4-12-128,6-3 1,-3-11 101,2 1 1,-2-4-355,-2-2 0,-6 1 79,1-1 0,-8-5-31,3 0 1,-6 0 99,-5 6 1,-1 11-144,-4 4 144,-3 3 1,-2 7-96,-10 10 1,-6 12 483,-4 19 0,1-2 180,-7 7 1,8 0-625,-3 5 0,4-6-142,2 1 0,6-7-505,4 2 909,3-3 0,2-3 0,0 1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33.02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275 337 7569,'0'-15'17,"-7"-2"0,-3 0 217,-4 2 1,4-4 358,-1 9 0,1 3-195,-5 2-215,-7 3-53,5 2 0,-7 9 45,3 6 1,3 7 10,-8 9 1,7 6 11,-1 4 0,8 4-41,2 1 1,6 3-87,-1-3 0,10-3-131,6-13 0,9-1 55,6-3 0,9-11 106,6-10 1,4-5 12,1-5 0,0-5-20,0-11 0,0-2-256,0-8 0,-2-1-320,-3-4 1,0 2 240,-11-7 0,3 7-61,-13-2 1,1-2 92,-6 3 0,-5 1 64,0 8 1,-6-1 182,1 6 0,-3 6-106,-2 5 1,-7 8-51,-3 2 1,-4 8 136,-1 13 0,-6 5 195,1 9 0,-1 3-80,6 3 0,0 1 15,-1-6 0,8 5-97,3-5 0,3-6-17,2-4 1,2-7-99,3 1 1,3-10 46,8-4 0,-1-5 24,0-1 1,1-1-15,-1-5 1,0-7-13,1-8 1,-1-6-10,0 2 1,1-4-6,-1-2 1,-6 2 152,-4 3-125,-4-3 1,-1 12-1,0-3 337,0 3-48,0 8-225,0-4 1,-5 13 30,0 0 0,-2 8 21,2 13 1,3-4-94,-3 3 0,4-3-1,1-1 0,6-1-59,5 0 1,9-1 58,6-4 0,3-3-92,1-7 1,1 0 56,0 0 0,-1-2-14,1-3 0,-2-3-20,-3-8 1,-3-4-14,-2-1 0,-6 1 54,1 5 0,-1-6-1,-5 1 1,-1-1 36,1 6 0,-7 5 3,2-1 1,-3 6 9,-2-5-47,0 7 14,0-4 1,0 14 48,0 3 1,0 5 92,0 6 0,0-3-78,0 8 1,0-2 103,0 1 1,5 3 41,0-8-1,7 1-165,-10-6 1,7-5 317,-4 0-148,-4-6 81,6 3-167,0-7 0,-4-2-41,8-3 1,-8-4 7,2-6 1,2-7-150,-2-4 1,5-3-270,-5-1 1,7-5 243,-1-5 0,2 4 90,3-10 0,-1 5-2518,0 0 1641,7 3 0,-5 9-545,4 4 848,-4 3 557,-2 13 0,1-4 0,-1 4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33.56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92 16 7569,'-20'-6'1022,"-1"1"-726,1 0 1,10 12-45,-1 3 1,8 6-99,-2 4 0,3 2-159,2 4 1,0 3 58,0-4 0,5-1 92,0 2 1,12-8-304,-1 3 0,4-6-427,1-5 0,1 2 204,3-7 1,4-1-295,-3-9 0,3-4 674,2-6 0,-1-7 0,1-2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33.96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 31 7569,'-8'0'164,"1"0"1,14-5-93,3 0 1,9-2-197,1 2 0,12 3 111,-1-3 0,3 3-111,-3 2 0,0 0 107,-1 0 0,-4 0-96,-1 0 0,-6 5 73,2 0 0,-4 7 76,-2-2 1,-1 1-68,-4 4 0,2-3 138,-7 8 0,0-1 175,-5 2 1,0-3-117,0 8 1,0-6 77,0 6 1,0-6-116,0 6 1,0-7-38,0 1 1,0-8-123,0-2 1,0-5 168,0 6 78,0-8-226,0-3 1,7-10-165,3-11 1,4 3 42,1-8 1,0 1-114,1-6 1,1 0 103,3 0 0,-1 1-61,6-1 0,-4 7 260,4 4 1,-6 4-129,2 6-18,-4 3 1,-4 9 154,-2 3 1,0 5 267,-5 11 0,4-2-157,-5 6 0,7-1-102,-2 2 0,4 1-168,1-7 0,2 6-251,4-6 1,2 1-905,8-6 1245,0 1 0,6-8 0,2-1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34.62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75 77 7569,'-24'-15'19,"4"-1"-114,10 1-57,-4 7 71,12 1 0,-3 2 267,10-1 1,4 1 415,6 5 0,2 0-345,4 0 0,1 7-174,4 3 0,3 6 8,-4 4 1,2 9-25,-1 7 1,-2 7-3,-4-3 1,-4 5-58,-1 1 0,-5-2-153,-5-3 0,-3 0 83,3-10 0,-10 1-67,-5-12 1,-6-1 315,-4-9 1,1 2-124,-6-7 0,4 1-73,-4-6 1,4-7-1,-4-4 0,6 3 36,-2-2 0,4 0 42,2-6 13,0 1-80,6-1-123,2 8 1,9 1-17,3 7 1,5 0 71,11 0 0,1 0 35,4 0 1,3 0-217,-4 0 0,9-5-288,2 0 1,7 0 193,-3 5 1,5-5-109,1 0 0,-7-7 448,-3 1 0,1-2 0,-1-3 0,-2-4-79,-8 0 1,-4-3 78,-7 3 0,-5 3 0,1-4 0,-8 4 334,2 2 88,-3 0 0,-9 5-116,-3-1 1,-4 10 151,-1 1 0,5 6-161,-1 10 1,3 1 21,-2 3 1,3-1-68,7 7 0,0-1-69,0 6 1,8-6-135,8 1 0,1-7-46,8 1 1,8-10-213,8-5 1,3-3 113,2-2 0,-5-7 117,0-3 1,-12-5-37,1-6 1,-9 3-104,-1-8 0,-10 6 74,-4-6 0,-6 6 51,-6-6 0,-9 2 3,-10-1 0,-4 2-126,-2 8 1,-5 1-185,0 4 0,-5 3 95,6 7 1,4 2-35,5 3 0,13-1-71,-3 6 1,11 0-601,0 5 909,10 1 0,4-1 0,6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34.83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61 77 7569,'0'-24'368,"-6"2"-184,4 7 160,-5 6 0,5 2 325,-3 7 0,4 2-277,-5 3 1,0 5-46,1 11 0,-1 3-247,6 6 0,-5 3 83,0 3 1,0-4-1,5 4 1,0-2-340,0 2 1,5-7-503,0 6 1,7-7 133,-2 2 1,2-1-1360,-1-8 1883,2-1 0,3-5 0,7 1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35.32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216 77 7726,'0'-15'471,"-2"6"-471,-3 4 0,1 4 274,-6 1 118,0 0 0,-5 5-297,-1 0 1,1 12-194,0-2 0,-1 4 193,1-4 0,1 1 35,4-1 1,-2 0-2,7 1 0,0-1-48,5 0 0,2 1 0,3-1 1,3 2-18,8 4 0,1-4-1,3 3 0,-3-1-9,3 1 1,-2-3-63,-3 4 1,0 1 47,1-2 0,-6 2-94,0-1 1,-7-4 30,3 3 1,-5-3 59,-1-1 0,0-1-16,0 0 0,-1-1-56,-5-4 1,-2 2-96,-7-7 1,-2 1 84,-4-6 1,2 0-107,-6 0 1,4 0 106,-4 0 1,6-7-13,-1-4 1,2-4-41,3-5 1,7 1 49,3-7 1,3 6-10,2-6 1,0 2 55,0-1 0,8-2 115,8 6 1,6-4-57,9 4 0,-1-1-15,1 2 1,1 3-15,4-4 0,-4 2 9,4-1 1,2 3-38,-3-4 0,5 4 12,-10 2 0,4 0 13,-8-1 1,-4 1-42,-1 0 1,-11-1-31,-5 1 44,3 0 1,-13-1 3,0 1 0,-7 6-64,-3 4 0,-7 4-103,-4 1 0,-3 0-261,-1 0 0,-1 1 192,0 4 0,7 4 28,4 6 203,3 1 0,-5-1 0,-2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35.74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47 90 7569,'8'-23'98,"-1"0"0,-7 8 1078,0 0-865,0 6 1,0 4 84,0 10 1,-2 5-207,-3 11 0,2 3-38,-8 6 0,6 6-142,-5 0 0,5 0 56,-5-6 0,6 1 117,-1 0 1,4-7-270,1-4 0,6-3-819,5-1 1,7-8 319,3-3 1,6-5-227,-1-5 1,3-10 810,1-11 0,1-10 0,0-3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36.09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75 0 7569,'-22'9'-23,"5"-2"0,0-7-126,7 0 124,6 0 0,-1 1 0,10 4 0,11-3-42,9 3 1,6-1-80,5 1 1,3-3 48,7 3 1,0 1-129,0 0 1,-5 4 116,0-5 0,-2 0 108,2-5 0,2 0 0,-8 0 0,-4 0 0,-5 0 0,-13 0 0,3 0-13,-11 0 0,0 0 69,-10 0 0,-4 0 44,-6 0 0,-6 5 226,1 0 1,-6 7-43,6-2 0,-1-1 75,6 1 0,1 0-96,4 6 1,3-1-54,7 0 0,0 1-45,0-1 1,9 6 5,6-1 1,7 7-231,9-1 1,7-4 60,2-2 0,3 3-27,-2-3 0,-4 0 76,-6-4 0,-7-3-148,-4-2 81,-3 2 0,-8-9 64,-4 6 0,-5-7-2,-5 2 0,-5-3-285,-11-2 0,3 2-377,-8 3 0,0-3 616,-4 3 0,6 3 0,2 1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36.62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237 200 7569,'0'-23'-162,"-1"-5"1,-3 8-1,-1 1 244,2 2 360,1 2 1,7-1-16,0 1-458,0 0 1,-6 4 55,-4 1 1,1 7-72,-6-2 0,-5 3 139,-6 2 0,-4 9-23,4 6 0,-6 0 0,1 6 0,4-4 14,2-2 1,4 0 40,6 1 1,3-1-102,7 0 1,4 6-53,6-1 1,2 1 40,14-6 1,-1 2-12,6 4 0,1-3-37,4 8 1,-4-6 61,4 6 0,-10-7-5,-6 1 1,-3 2-17,-1-1 0,-8-1 67,-3-5 0,-3 1-25,-2-1 0,-7 0 14,-3 1 0,-11-6-70,-4 0 0,-4 0-85,-2 6 1,-5-3-277,1-2 1,-1-4 168,5-7 0,6 0 123,-1 0 0,12-2-218,-1-3 1,12-4-949,3-6 1243,6-7 0,17-2 0,0-7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36.83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154 93 7569,'-16'-24'0,"1"3"177,0 4 99,6 2 91,-5 6-172,13 3 0,-11 12 289,7 5-255,-1 16 0,1 7-56,0 17 0,-7 9-89,2 6 0,2 2 24,-3-1 1,8-2-114,-2 6 0,3-3-481,2-1 1,2-1 297,3-9 1,5 0 123,11 0 0,4-6-61,11-10 125,-4-4 0,13 1 0,-6 1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37.34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122 31 7419,'-16'0'0,"1"0"-249,0 0 674,-1 0 0,3-2 259,3-3-317,-4 3 37,5-5-406,1 7 1,3 0 10,10 0 1,-2-1 2,7-4 0,1 3 110,4-3 1,2 3-6,4 2 0,-4 0-19,3 0 0,2 7 12,-1 3 1,4 9-28,-4 1 1,-1 8-16,-5-3 0,-6 9-192,-4 2 1,-3 0 55,-2-6 1,-7 6-98,-3 0 1,-11 0 105,-4-6 0,-4-1 18,-2-3 0,6-6 346,-1-9 1,7 1 64,-1-7-342,10 0 111,3-5 0,8 0 187,5 0 0,4 0-148,10 0 1,4 0-175,7 0 1,-1-2-153,1-3 1,5 3-413,0-3 1,5 3-536,-6 2 1,6-1 535,-5-4 1,0 3 558,-5-3 0,-1-4 0,1 1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37.77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152 122 7569,'9'-31'0,"4"7"0,-9 2-129,6 7 727,-7 0-242,4 6 0,-7 4-67,0 10 1,-7 10-74,-3 11 1,-10 11 77,-6 9 0,2 7-5,-1 9 1,6-1-107,-1 0 1,3-1 11,1-4 0,8-5-34,3-10 0,11-5-295,10-10 0,2-4 81,13-7 0,-4-6-48,9-4 0,2-7-26,-2-8 0,-1 0-151,-4-11 1,-7-1-86,-4 2 0,-9-6 165,-6 6 1,-4-6 48,-1 6 0,-8-1-2,-8 6 0,-6 6-154,-8 4 1,-1 3 103,0 2 1,-5 7 59,1 3 0,4 9-156,5 2 1,8 1 296,-3-2 0,11 4 0,3 7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38.53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145 32 7569,'-23'0'0,"2"-2"347,4-3-49,9-4 130,-6 1-22,12 1-211,-5 7 0,9 0-47,3 0 1,4 0-297,6 0 1,2 2 55,4 3 0,1-4-5,3 5 0,4 0 88,-3 0 0,1 5-151,-1 0 0,-4 2-221,-7 3 284,-6-1 0,-2 0 56,-7 1 1,-7-3 7,-4-2 1,-9 2 162,-6-3 0,3-1-49,-3 1 0,6-6 65,-6 1 1,7 1-103,-1 0 1,8-1 100,2-5 0,6 1-72,-1 4-19,3-3 0,8 12 27,-1-4 1,12-1-30,-2 1 0,9 0-109,-4 5 0,6 1 43,-6-1 0,1 2-6,-6 4 0,1-4-10,-1 3 1,-7-3-14,-3-2 0,-3 2 5,-2 4 1,-2-4 38,-3 3 0,-8-3-15,-8-1 0,-6-3 0,1-2 0,-3 2 30,-1-3 0,-1 4-123,0 1 1,6-4-415,-1-1 31,8-7 38,-5 4 1,17-7 451,6 0 0,13-7 0,11-1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38.77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62 46 7569,'8'-6'0,"-1"-3"-175,-7-6 730,-7 6 0,4 2-142,-8 7 1,3 2-64,-2 3 1,-2 4-166,7 6 1,-6 0 11,6 1 0,0 4-140,5 1 1,2-1 79,3-5 1,4 1 57,6-1 0,7-1-46,4-4 1,4 2-313,6-7 1,-2 0 28,7-5 1,-7 0-80,2 0 1,1-2-72,-1-3 0,-5 4-251,-6-5 0,-7 3-214,-3-2 0,0 3 340,-5-3 0,-3 2-14,-2-2 423,-3 3 0,-2-12 0,0 6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38.95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123 1 7878,'0'15'875,"-5"1"-541,0-1 1,-7 9 115,2 7 0,-4 1-348,-1 9 0,1-2-5,4 2 0,-3 3 98,2-3 0,4-3-62,2-3 0,4 3-807,1-2 1,0-6 117,0-4 1,6-7-830,5 1 1385,2-3 0,9-2 0,2 1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39.23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215 32 7569,'0'-16'-20,"0"8"1039,-7 1-672,5 7 0,-5 7-149,7 3 1,0 4-61,0 1 0,0 7-86,0 4 0,0 1 16,0-1 0,7 3 80,4-4 0,-3 2 9,2-1 0,-5 1-43,6-6 1,-8 1-98,2-2 0,2-3 41,-2 4 1,0-9-64,-5-2 1,-7-2 11,-3 3 0,-3-3-154,-3-3 0,-1-3-390,-3 3 1,1-3 274,-7-2 0,3 0 122,-3 0 1,4-2-100,6-3 0,1-5 239,0-11 0,-1-9 0,1-10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39.40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31 7569,'0'-9'1518,"5"1"-677,0 3-376,1 3 0,-5-5-385,4 7 1,2 2 16,3 3 0,4-2 98,-4 8 0,4-6-131,1 5 0,1-5-1205,-1 5 1,0-5 312,1 6 828,-1-8 0,0 11 0,1-6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39.59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 16 7569,'0'-9'1223,"0"2"1,-5 9-512,0 3-481,0-3 0,5 6-323,0-2 0,0-3-1007,0 7 267,7-6 0,3 2 414,10-6 0,-1 0 418,7 0 0,-1-6 0,6-3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40.05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15 123 7569,'-1'-15'0,"-4"-1"0,3 6 0,-3 0 0,3 5 967,2-5-599,0-1 1,0 1 170,0 0-397,0 6 1,2-7-41,3 5 0,3 1 81,8 5 1,-1 0 11,0 0 0,1 0-43,-1 0 1,0 9-122,1 6 0,-1 2 22,1 9 1,-3 1-63,-3 9 0,2-2 129,-7 7 1,1-5-8,-6 4 1,-2-5-399,-3 0 1,-4-2 157,-6-3 0,0-6 97,-1-3 0,1-4-3,-1-2 0,1-6 103,0-4 1,-1-4-36,1-1 35,0 0-65,-1 0 24,8 0-133,1-6 0,7 2 50,0-6 60,7 7 1,1-9-59,8 7 0,4-1-328,1 6 0,-1 0 41,-5 0 0,6-5-94,-1 0 1,6 0 59,-6 5 1,8-2-91,-3-3 0,-1 2 38,2-7 1,-6 5 424,6-6 0,-2 6 0,1-5 0,4 0 0,-5-6 0,7 1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40.27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123 47 7269,'8'-7'-637,"-2"-3"1,-5 1 1645,-1-1-543,0 7 0,-1-4-107,-5 7 1,-2 7-48,-7 3 1,-1 3 160,1 3 0,0 4-163,-1 1 0,8 4-123,3-4 0,3 4-86,2-4 0,2-1-113,3-5 0,8 1-76,8-1 1,11-6 102,-1-4 0,10-5 37,0-5 0,-4-4-43,-1-6 1,-5-2-385,-6-4 0,-3 3 139,-6-8 0,-8 6 29,-3-6 1,-5 5 67,-5-4 1,-10 6 29,-11-1 0,-9 10-171,-6 4 0,-4 5 74,-1 1 1,5 0 42,1 0 163,5 7 0,-2 8 0,6 9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41.41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123 252 6269,'-15'-7'269,"-1"-3"0,6 2 607,0-3 0,0 6 197,-6-5-579,1 7-240,7-11 0,-4 11-9,7-8 0,-1 1-100,6-5 1,0 0-1,0-1 1,2 1 6,3 0 1,4-1-132,6 1 0,2 5 83,4-1 1,-4 3-111,3-2 1,4 1-196,2 4 0,3 5 137,1 0 0,-1 7 58,-3 8 0,1 7-142,-7 4 1,-1 8-240,-9 2 1,-3 5 180,-7-6 0,-1 8-48,-5-2 1,-7-4 172,-8-1 1,-6-5 114,2-6 1,1-2 235,-2-8 1,6-7-155,-6-2 1,12-5-61,-1-1 249,3 0 62,4-7 1,3 1-226,10-5 1,3 0-75,8 5 0,6 0-19,3 0 1,4 5-113,2-4 1,0 3-390,-1 2 0,6-2 233,0-3 1,0 3 92,-6-3 0,-4 4-371,-1 1 1,-1 0-1372,2 0 1868,-4 0 0,0-7 0,2-2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41.59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77 29 7569,'-8'-8'3769,"1"-6"-3288,0 12 1,4-3-192,-7 10 0,5 2-143,-6 3 128,8 4-582,-11-5 1,13 1-1842,-5 0 1617,5-7 531,1 4 0,7 0 0,1 2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52.97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14 154 7569,'9'-16'645,"-2"1"0,-2 5-347,0 0-298,0 6 800,-5-3 0,-2 9-346,-3 3 1,3 5-433,-3 11 0,4 1 31,1 4 0,0 3-67,0-4 1,0 2 17,0-1 0,6-4-96,5-7 0,7 1 151,3-1 1,1-6-114,-2-4 0,-1-4-140,7-1 1,-8 0-24,3 0 0,-4-1-226,-2-4 302,1-4 1,-8-6 47,-3-1 0,-3 1-38,-2 0 1,-3 5-8,-8-1 0,-1-4 42,-13-6 1,4 1-52,-4 5 1,1 1 324,-2 4 0,-1-4 187,7 4 1,-1 3 347,6 2-507,0-3 1,4 6-89,1-3-100,7 3 0,-2 2-163,10 0 0,-2-5 188,7 0 1,6-2 41,4 2 1,2 1-207,-1-6 1,-3 5-271,8-5 1,-2 5 5,1-5 0,3 6 142,-8-1 0,6-2 47,-6 2 1,2 0 102,-1 5 1,-4-2-86,3-3 56,-3 3 1,-1-4-215,-1 6 1199,-7 0 238,6 0-556,-12 6 0,5 8-237,-7 7 0,0 4-20,0-4 1,0 6-62,0-2 0,0 4-77,0 2 1,5-5 21,0-1 0,7-6 11,-2 1 1,-1-3-154,1-1 0,2-6-25,8 0 1,-3-6-15,4 1 0,-3-4 33,3-1 1,-4-5-29,3 0 0,2-7-64,-1 2 0,-2-5-144,-9-6 1,2 8 183,-7-8 1,0 8 23,-5-8 1,-7 2-371,-3-1 1,-4 1 21,-1-6 0,-5 6 259,-1-2 1,-4 4-24,4 2 1,-1 5 131,2 0 1,4 4 7,1-4 0,0 7 292,4-2-281,4 3-32,1 2 112,6 0-228,0 0 0,6 0 115,5 0 0,2 0-8,3 0 0,-1 0 50,0 0 1,8 2-30,2 3 1,-1 3 13,1 8 1,1 1-44,5 3 1,-6 2 13,1 4 0,-1 1 104,6-6 0,-2 1-73,-3-2 1,4-8 101,1 3 0,0-9-67,4-1 0,0-4 21,0-1 0,-2-1-26,2-4 0,-4-6 3,-5-9 0,-1 1-9,-9-6 1,1 4 17,-12-4 0,0 4 226,-5-4 0,-7 6-109,-3-2 0,-11 1-285,-4 5 1,-6-2 61,-5 11 0,-3 1-72,-7 5 0,7 2-388,3 3 0,-1 5-526,1 11 0,7-2 1019,8 6 0,-2-6 0,-1 3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56.92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62 31 7569,'-16'-5'0,"1"0"1857,6-7-903,-4 10 885,11-5-769,-5 7-368,7 0-131,0 0-336,7 0 0,2 5-40,6 1 0,2 0 0,3-1 0,3-3-506,2 3 1,4-3-303,-3-2 0,1 0-768,-1 0 1,3 0 666,-4 0 1,-3 2-705,-1 3 1418,-4-4 0,-9 13 0,-1-5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57.07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78 0 7569,'-23'24'0,"8"-7"2038,0-7-603,-1-6-980,15 10 1,-6-11-174,7 7 0,2-6 534,3 1 1,10 2-456,11-2 1,3 0-1200,1-5 1,6 0 176,0 0 0,1 0-735,-1 0 1396,-3 0 0,4-7 0,-6-2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54.66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62 889 7569,'-16'-15'242,"3"-1"503,3 1 1,-2 5 56,6-1-149,1 8-604,5-4 0,2 7 78,3 0 1,5 0-47,11 0 1,-2 0 101,6 0 1,-1 7 22,2 3 1,1 4-388,-7 1 1,1 6-210,-6-1 0,-5 1 24,1-6 1,-8 0 180,2 1 0,-5-1 64,-5 0 1,-9 1 15,-6-1 0,-2-1-7,1-4 0,3 3-1,-8-2 1,7-3-30,-1 2 0,8-1 524,2 1-111,6 4 0,-3-6-10,7 8 1,2-6-92,3 0 1,4 0-92,6 6 0,7 4-14,4 1 1,-2 4-7,1-4 1,-1 4 30,2-4 0,-3 4 14,-2-4 1,-9 1-127,3-2 1,-10-3 42,0 4 1,-3-4 44,-2-2 1,-7 0-19,-3 1 1,-4-3-57,-1-2 0,-7 1-32,-4-7 1,3 5-160,-3-5 0,2 0 170,-1-5 0,2 0 30,8 0 0,0-5-772,-1 0 0,8-7-131,3 2 1,5-6 205,5-4 696,3 3 0,15-19 0,0 4 0</inkml:trace>
  <inkml:trace contextRef="#ctx0" brushRef="#br0" timeOffset="483">522 904 7569,'0'-8'249,"-2"-4"-249,-3 7 0,2-2 0,-8 2 882,1 3 46,-5-5-922,6 14 1,2 2 12,7 6 1,2-1-11,3-4 0,4-2 11,6-3 0,2-3-90,4 3 1,-4-5 117,3-5 1,2 2-9,-1-8 0,-1 0-187,-4-10 0,-3 4-153,-3-3 0,2 1 92,-7-2 1,1 4 115,-6-3 1,-7 1 49,-3-1 0,-6 3 17,-4-4 0,1 4 15,-7 2 0,6-1-52,-6 1 0,8 5-3,-3 0 1,9 5 827,2-6-436,7 8 1,-4-6-153,7 4 0,8 2-99,8-7 1,1 5-176,8-6 31,1 1 94,5 2 1,-1-4-14,1 7 0,0-1 33,-1 6 1,1 0-36,0 0 1,-6 7 141,1 3 1,-9 6 36,-2 4 1,-1 6 162,-9 10 0,0 3-109,-5 7 0,-2 7-34,-3 3 0,-3 9-17,-8 1 1,1 2-48,0-1 0,-1-2-69,1 6 1,0-6 143,-1 1 1,3-4-630,2-6 0,-1 2-212,7-7 1,0-5-318,5-5 0,2-9 462,3-1 0,4-7-91,6-9 0,0-6 87,1-4 1,6-5-30,3-5 508,4-4 0,2-20 0,0-3 0</inkml:trace>
  <inkml:trace contextRef="#ctx0" brushRef="#br0" timeOffset="698">1074 1456 7557,'-7'-8'570,"4"8"-138,-7 10-337,6 4 1,-3 1 47,7 0 0,2-1 152,3-4 1,4 2-241,6-7 0,7 0 16,4-5 1,-2-1 61,1-4 0,-6-4-103,1-6 0,-4-1 76,-6 1 1,2 0-98,-7-1 1,-2 1 64,-8 0 1,-5-1-28,-10 1 0,1 7-157,-7 2 0,-1 5-4,-9 1 0,6 1-255,-1 5 1,4 2 180,11 7 1,-1-4-240,12-1 0,0-5-2,5 5 429,7-6 0,1 2 0,8-6 0</inkml:trace>
  <inkml:trace contextRef="#ctx0" brushRef="#br0" timeOffset="1032">1319 275 7569,'7'-22'0,"-3"10"-175,6-3 755,0 3-300,-1 3 0,4 3 284,-3 6 0,4 8-226,1 8 1,8 13-79,2 11 0,4 13 186,2 9 1,0 6-5,-1 8 1,6 1-519,0 0 1,-2 11 281,-9 4 1,-2-1 28,-8-4 1,-1-2-85,-4 2 1,-3-7-98,-7-14 0,-2 4 48,-3-13 1,-4 4-33,-6-10 1,-9 4-14,-7-9 0,-1 3-260,-9-8 1,-5-2 174,-5 2 1,0-7 22,5 2 1,5-9-2095,0-1 2099,7-8 0,-9 1 0,8-7 0,0 3 0,3 3 0,1 2 0</inkml:trace>
  <inkml:trace contextRef="#ctx0" brushRef="#br0" timeOffset="1560">1841 122 7569,'0'-15'0,"7"6"694,-6-5 5,6 13-389,-7 1 1,0 10-129,0 10 1,0 4 0,0 7 1,0 5-129,0 0 1,0 4-85,0-4 0,0 3-194,0-8 0,0 2 270,0-13 1,7 0-37,3-4 1,6-8-1019,4-3 1,2-3 1006,4-2 0,10-14 0,-4-3 0</inkml:trace>
  <inkml:trace contextRef="#ctx0" brushRef="#br0" timeOffset="1815">2178 137 7569,'-15'0'53,"0"7"0,-1 2 160,1 6 0,5 0 11,0 1 0,6-1-81,-1 0 1,3 1-12,2-1 0,7-6 63,3-4 0,11-4 0,4-1 0,4-3-158,2-7 0,0-2-46,-1-14 0,-1 6-82,-3-6 0,-4 2 56,-7-1 1,-1 1 58,-4 3 1,-5 4-19,-10-3 0,-3 3-7,-8 2 1,-6 6 39,-3 4 1,1 10-30,-2 5 1,1 6-164,-6 4 0,7 4-104,4 7 0,4-2-324,6-4 0,3 4 262,7-3 0,2 1 32,3-1 287,4-4 0,13 0 0,2 2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53.48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277 1 7569,'-22'0'250,"-2"2"1,-5 4 0,3 10 0,4 8 17,0 5 0,5 8 48,-3 4 0,-3 15-30,3 6 0,-1 9 4,6 1 0,7 1-107,2-1 1,5-4 22,1-7 0,1-1-213,5-4 1,4-3-93,10-7 1,2-2-502,4-3 1,5-3 362,-1-8 1,6-8 173,5-6 1,2-3-170,-8-8 232,8 1 0,-4-13 0,7-2 0</inkml:trace>
  <inkml:trace contextRef="#ctx0" brushRef="#br0" timeOffset="302">706 292 7569,'-1'-15'543,"-4"0"25,3-1 44,-5 8-337,7 1-92,0 7 1,0 8 22,0 8 1,0 9 146,0 16 0,2 0-149,3 10 1,-3 2-467,3-2 0,-4 2 211,-1-2 0,5-3-272,1 3 1,5-3-258,0-2 1,2-5 579,3 0 0,6-14 0,2 2 0</inkml:trace>
  <inkml:trace contextRef="#ctx0" brushRef="#br0" timeOffset="460">998 614 7569,'-16'-8'1614,"8"1"-662,1 7-197,7 0-810,0 0 43,7 0 0,7 0-192,6 0 0,7 0-168,-1 0 0,3 0-367,1 0 0,6-5 739,0 0 0,7-7 0,-4 3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51.59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123 169 7569,'-15'0'0,"-1"0"0,1 0 1162,6-7 148,-4 5-331,11-11-571,-5 11-18,7-11-321,7 4 1,3-5 5,11 4 0,-4 3-96,3 7 0,2 0 131,-1 0 1,4 9 25,-4 6 0,4 7-168,-4 9 1,3 7-242,-9 2 0,2 10-141,-12 1 0,0-2 210,-5-8 1,-1 2 143,-5-7 1,-4-2 108,-10-9 0,1-3 141,-7-6 1,1-1-197,-6 0 0,1-6-51,-1-4 0,2-3 240,3-2 1,4-7 354,7-3 0,1 1-275,4-1 0,3 0-125,7-6 0,7 6-98,3 0 1,6 7-23,4-2 1,-1-2-104,6 2 0,1-1 113,5 6 0,-6 0 2,1 0 1,-1 0-524,6 0 1,0 0-700,-1 0 0,-1 0 46,-3 0 0,3 0 167,-4 0 979,4-6 0,2-3 0,0-6 0</inkml:trace>
  <inkml:trace contextRef="#ctx0" brushRef="#br0" timeOffset="499">721 307 7718,'0'-15'0,"0"4"425,0 1 0,0 0 12,0-5 0,-5-1 43,0 1 1,0 0-203,5-1 1,-5-1-84,-1-3 0,-4 1-109,5-6 0,-5 6-175,5-2 1,-5 4 78,4 2 0,-5 1 141,0 4 1,3 3-63,-2 7 0,4 0-56,-4 0 1,5 7 14,-5 3 1,6 9 26,-1 2 0,4 6 5,1-2 0,0 9 19,0 2 0,6 7-3,5-2 1,2-2-124,3 2 1,-1-2 72,0 2 1,1 2-47,-1-8 1,-1 6 57,-4-5 0,2-5-18,-7-6 0,0-6 41,-5 1 0,-2-2 87,-3-3 1,-3-7-54,-8-3 1,-4 2 128,-1-2 1,-1 1-171,2-6 1,3-2 36,-4-3 1,6-4-134,5-6 0,3-6-36,7 1 1,0-7-125,0 1 1,7-3 125,3-2 1,5 1 4,6-1 0,1 0-215,4 1 1,3 1 57,-4 3 1,-1-3 220,1 4 0,-6 3-95,2 1 1,-6 4-92,-5 2 176,4-1 163,-12 1 0,4 0-144,-6-1 1,0 6 18,0 0 1,0 5-73,0-5 0,0 4-17,0-4 1,-1 5-144,-4-5 0,1 5 54,-6-5 1,5 6-59,-5-1 1,5 2-335,-6-2 152,1 3 1,-5-3 152,-1 10 1,1 2-15,0 3 0,1 9-568,4-4 826,3 4 0,0 3 0,-1 2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9:50.95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414 307 7569,'-15'-10'-8,"0"1"1,-1 1-1,1 1-259,0 0 167,-8 2 1,0 5 245,-8 0 1,0 2 430,1 3 1,-1-2-257,0 7 1,2 1-130,4 4 0,1 0 4,3 1 0,9-1-16,-3 0 0,10 1 81,0-1 0,3-5-117,2 0 1,7-1 7,3 1 1,11 2-16,4-7 1,4 5-41,2-4 0,5 6-105,-1-2 1,6 3 40,-5 3 1,0 1-36,-5 3 1,-2-1 0,-4 7 1,-3-6-103,-6 6 1,-8-6 134,-3 6 1,-3-8-29,-2 3 1,-7 1 107,-3-2 1,-10 6-42,-6-6 0,-3 3-238,-2-3 1,-1-8 75,-4 3 1,4-3-180,-4 4 1,9-8-239,1-3 1,7-3-302,-1-2 0,3 0 264,2 0 545,6-7 0,-5-15 0,6-11 0</inkml:trace>
  <inkml:trace contextRef="#ctx0" brushRef="#br0" timeOffset="185">261 46 7569,'0'-24'1507,"0"9"-1064,0 8 0,-2 7-123,-3 0 0,3 21 16,-3 9 0,-2 20-100,2 11 0,-7 6-192,2 4 1,2 11-114,-3 0 1,3 1 263,-2 4 0,-2-2-588,7 2 0,0-3-784,5-7 1,6-2-796,5-4 1972,2-10 0,16-1 0,4-5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10:11.22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62 120 7194,'-7'-15'71,"5"5"284,-3-1-119,3 8-152,2-11 0,0 6-1,0-8 1,0 6-19,0 0 1,7 8 0,2-4 397,-1 0-276,6 4 1,-6-5-35,8 7 0,-1 4-37,0 6 0,-4 0-1,-1 11 0,-5 8-46,5 1 1,-6 6 4,1 0 0,-5-2 41,-5 7 0,1-7 2,-6 2 1,0-4-250,-6-1 0,1-7 34,0-4 1,-1-3 113,1-1 1,0-8 15,-1-3 0,6-3 3,0-2 0,1-2 3,-1-3 1,3-3 12,7-8 0,0-1-10,0-3 0,2 4 11,3 1 1,4 0 108,6 5 1,0 3-98,1 2 0,-1 3-45,0 2 1,6 2-141,-1 3 1,6 3-243,-6 8 1,8-1-50,-3 0 0,4-4-275,2-1 0,-1-2 370,1 2 0,0 2 317,0-6 0,6-1 0,2-5 0</inkml:trace>
  <inkml:trace contextRef="#ctx0" brushRef="#br0" timeOffset="280">691 277 7569,'-21'0'574,"1"0"1,-1 0 144,6 0-450,0 6 0,-1 5 10,1 9 0,5-3-67,-1 4 1,8-3-90,-2 3 0,5-9-67,5 3 0,4-5 97,6 0 1,7-3 29,4-7 1,-3 0-354,3 0 0,-6-8-5,6-8 1,-7-1-21,1-8 1,-3 1 109,-1-2 0,-8-3-32,-3 4 1,-5 1 42,-5-2 1,-3 8-111,-8-3 1,-1 11 152,-3 5 0,-4 3-6,-7 2 1,2 2 53,4 3 1,-3 5-151,8 11 0,1-4-152,9 3 0,3 2-41,7-1 1,0 4-232,0-4 0,7-1 135,3-4 422,11-1 0,3 0 0,6 1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10:14.19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31 62 7569,'0'-16'0,"-7"1"0,5 0 2365,-5 6-814,7 2-2112,-6 7 259,4 0 1,-5 7-873,7 3-450,0 4 1624,0 1 0,7 1 0,1-1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10:13.22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138 154 7569,'-5'-16'0,"0"1"0,-7 7 0,10 3 857,-3 10-517,-3 3-125,6 14 1,-12 4-11,4 10 0,-4 3-42,-1 7 0,1 5-24,4 0 1,-2 5-53,7-5 0,0-5-134,5-5 0,0-7 161,0 2 1,2-10-48,3-6 0,9-4-191,6-6 1,0-3 41,-4-7 0,-1-2-18,0-3 1,6-5 47,-1-11 0,-1 2-118,-9-6 1,-3 4 65,-7-4 1,0 1-63,0-2 0,-7 4 99,-3 7 1,-4 6 6,-1 4 0,0 4 16,-1 1 1,1 1-82,0 4 0,5 4-100,-1 6 1,8 2-10,-2 4 1,5-2-189,5 6 0,3-4 19,8 4 403,6-13 0,2 8 0,6-11 0</inkml:trace>
  <inkml:trace contextRef="#ctx0" brushRef="#br0" timeOffset="243">445 353 7569,'0'-17'0,"0"-3"0,0 8 0,0-4 651,0 11-257,0-1 126,0 6-319,0 0 0,0 8-14,0 7 1,0 6-23,0 4 0,0 4-23,0-3 0,2 3 22,3 2 1,5-6 18,10 1 1,-1-8-1,7 3 1,-1-9-111,6-2 1,5-7-53,0 3 0,-1-5-90,-4-1 1,0 0-59,-1 0 1,-1-5-282,-3 0 1,-4-2-361,-7 2-705,1 3 977,-1-4 496,-6-1 0,-3 5 0,-6-5 0</inkml:trace>
  <inkml:trace contextRef="#ctx0" brushRef="#br0" timeOffset="416">736 292 7673,'-15'8'314,"5"6"-90,0-4 1,4 11 360,-4 4 0,5 11-308,-5 5 1,5 5-112,-5 5 0,6-3 17,-1 3 1,3-3-1,2-2 1,7-2-1348,3-3 0,9-4 182,2-6 982,6 0 0,-3-1 0,6 1 0</inkml:trace>
  <inkml:trace contextRef="#ctx0" brushRef="#br0" timeOffset="775">951 184 7567,'0'-15'503,"0"7"-335,7-6 1,1 7-24,8-3 1,-1-2-28,0 7 1,6-5-83,-1 5 0,8-7 101,-3 1 0,4-1 30,2 2 1,-1-3-208,1 2 1,-5 3 82,-1-2 0,-6 6 88,1-1 0,-2 3 12,-3 2 0,-2 2 100,-2 3 0,1 5-71,-7 11 1,0 3 117,-5 6 0,-2 1-123,-3 0 1,2 6 23,-8 4 1,6-2-134,-5 2 0,2-5-36,-3 5 1,5-7-135,6 2 1,-6-4 18,1-1 1,0-6-210,5 1 1,0-7 220,0 1 0,0-3 15,0-1 1,2-1-872,3 0 1,-3 1-519,3-1 1455,3 0 0,1 1 0,6-1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10:21.22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185 776 7569,'-17'-7'0,"-2"-2"558,-1 1-322,-1 1 0,6 7 31,-1 0 0,1 2 168,0 3 1,1 3-301,4 8 0,-2 1-236,7 3 0,0-3 18,5 4 1,2-4 152,3-2 0,3-6-202,7-4 1,8-4 16,2-1 1,-1-8 10,2-7 0,-1-2 2,6-9 1,-2 0-71,-4-4 1,-2-1 74,-8 0 1,0 1 0,1-1 0,-8 0 90,-3 1 0,-3 6-50,-2 3 1,0 4 297,0 2-143,0 6-9,0 3 0,0 7 18,0 4-43,0 4 1,0 6 100,0 1-82,0-8 1,8-1 64,8-7 1,1-9-95,8-6 1,-4-7-1,4-9 0,-4-6-35,4-4 0,-6-2-84,2 2 1,-4-8 59,-2 3 1,-1-7-10,-4 7 0,2 0 67,-7 15 1,5 4 44,-5 12-23,0 6 0,-5 20-60,0 19 1,0 25 443,0 27 1,-1 13-315,-2-37 1,1 2 0,1-2 0,0 1-288,-1 4 0,-1 2 0,-1 5 0,1 1 222,0 1 0,1 0 0,-1 0 1,1-1-73,1-7 0,2 0 1,-1-2-1,0 0-56,0-8 0,0-1 1,0 44 169,0-15 1,0-14 204,0-11 0,-2-8-124,-3-18 1,-10-1 189,-11-14 0,-3-4-159,-2-12 0,1-9 318,-1-6 0,-5-9-392,0-12 0,2-10 34,9-10 0,9-12-560,11-9 1,5-12-878,5-8 1,18 2 562,12 8 1,8 10 278,3 11 0,2 11-118,3 9 0,-3 9-114,3 11 0,-2 9-781,2 7 1413,-3 0 0,12 5 0,-4 6 0,3 11 0,3 5 0,-1 4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10:22.95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169 384 7569,'7'-15'0,"-5"0"0,5-1 93,-7 1 1,0-6 138,0 1 0,0 5 300,0 4 1,0 6 195,0-5-284,-7 7 0,-2-1-77,-6 15 1,-6 6-137,1 13 1,-6 9-62,6 7 1,0 2 11,4 8 0,3 1 13,2 4 0,5-1-12,6-4 1,6-5-379,5-10 0,14-5 154,6-11 1,10-4-135,0-11 1,3-3-25,2-7 0,2-2-142,3-3 1,-2-10 74,7-11 0,-1-8-155,1-2 0,-3-1 168,-7 1 0,-7-3 88,-3-7 1,-5-2-191,-6-3 0,-3 5 34,-6 0 1,-8 0 302,-3 5 0,-3 10 71,-2 6 1,-2 8 107,-3 6 0,-5 6-35,-10 10 1,-4 11 65,-7 9 1,0 9-107,1 2 0,-4 7-31,3-2 1,4-2 65,11 2 0,3-7-14,3 2 1,3-6-153,7-4 0,1-1 99,5-9 0,4 1-9,10-12 0,-1 0-15,7-5 0,-6-2 7,6-3 1,-3-3-11,3-8 1,1-4 3,-6-1 1,4-6-180,-4 2 0,-1-3 109,-5 3 1,-4 1-123,-1 3 246,-7 4-43,4-5 1,-7 12 29,0 0 92,0 6 1,-5 4-151,0 11 0,-2 2 21,2 3 0,3 4 164,-3 1 1,3-1-23,2-5 0,7 1-199,4-1 1,4-1 62,5-4 1,-3 2-95,4-7 1,1 0 65,-2-5 0,3-7-74,-3-3 0,-3-4 73,3-1 1,3-5-25,-3-1 0,1-6-146,-6 1 1,0 2 44,1-1 1,-3 1 69,-3-2 0,-1 4 105,-4 7 84,-3 0 1,6 6 81,-3 4 21,-3 3 0,5 14-162,-7 4 0,-2 9-13,-3 1 1,3 3 284,-3 1 1,4 1-83,1 0 1,0-6-182,0 1 0,5-7 101,0 1 0,5-8 179,-5-2-212,7-6 0,-3 1 11,6-10 1,0-6-29,1-9 0,4 1-8,1-6 0,-1-6-663,-5-5 1,6-5 313,-1 5 0,6-11-870,-6 1 0,7-11 89,-1 1 0,3 3-1058,2 2 2049,-1 4 0,1 7 0,0 3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10:26.87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46 305 7569,'-8'-15'-134,"-6"-1"12,12 1 640,-11 7 77,11 1 1,-5 8 87,7 5-435,0 9 0,0 11-9,0 9 1,0 3-15,0 3 0,2 1-99,3-6 1,9 0 0,6-5 0,7-2-143,-1-4 1,5-10 65,4-9 0,-2-5-240,3-1 1,-4-7 13,-1-3 1,-2-12-102,-4-9 1,4-1 131,-3-9 1,-6 5-43,-4-5 0,-3 6 72,-8-6 0,0 2 25,-5-2 1,0 5 51,0 10 0,-1 6-46,-4 10 1,-4 3 1,-6 7 1,-1 15 120,1 11 0,-2 18 538,-3 17 1,3 14-297,-4 12 1,4 5-447,2 5 1,-1 1 260,8-45 1,1 1-1,2-4 1,0 0 83,-1 2 0,2-1 0,0 46-218,-1-15 1,3-14 39,2-12 0,0-8 200,0-7 1,-6-12 0,-5-14 1,-2-1 87,-3-9 1,-1-7-234,-3-8 0,-2-7-112,-4-9 1,-1-1 347,6-14 1,1-2-434,5-8 1,6-8-410,4-8 1,5 6 295,5 5 0,9 6-124,6-1 1,7 10 59,-1 5 1,8 6-24,2 4 1,1-1 19,-1 6 0,-2 1-67,7 5 1,-2-2 129,2-4 0,2 4-38,-7-3 1,5 3-18,-6 1 1,1-4 137,-5-1 1,-2 1 165,-4 5 0,-3-1 64,-6 1 1,-1 0-14,1-1 1,-8 1 16,-3 0 0,-3-1 232,-2 1 0,-7 0-158,-3-1 1,1 6 87,-1 0 1,0-1 47,-5-4 0,-1 2-44,1 2 0,1 3-17,4 3 1,-4 3-29,4-3 0,-4 3-58,-1 2 0,5 9 25,0 6 0,1 2 18,-1 9 0,-2-1-32,7 6 1,0 5 3,5-1 0,1 3-105,5-2 0,2-9 97,7 4 0,9-6-155,7 1 1,1-9 55,9-7 1,2-7-46,8 3 0,-3-6 86,3-6 0,-2-9-12,2-10 1,-5 1-106,0-2 0,0-5-123,-5-4 0,-3-3-8,-2 2 1,-6 2 75,-4-7 0,-4 6-67,-7-6 1,-4 12 101,-1-2 0,-7 11 55,2-1 1,-5 11-54,-5 5 1,-5 3-12,-10 2 0,-4 7 68,-7 3 0,-5 11 126,0 4 0,-1 4-63,1 2 1,9-1-61,-4 1 1,16 0-21,0 0 0,9-8 12,1-2 0,4-4-5,1-2 1,6-1 6,5-4 1,2-3-6,3-7 0,1 0-17,3 0 0,2-7 3,4-3 0,1-9-86,-6-1 0,4-6 89,-4 6 1,4-8 38,-4 3 0,-1 1-73,-5-2 189,1 8-113,-1-5-59,-6 8 130,-3 7 1,-11 8 159,0 10 0,-2 3-15,2 3 1,4 4-108,-5 1 0,5 4-119,1-4 0,0 4 49,0-4 1,12-1-100,3-4 1,5-6 104,1 0 0,1-7-15,4 3 1,3-5-81,-4-1 1,-1-7-112,2-3 1,-6-9 25,6-1 0,-8-6 65,3 6 1,1-7-62,-2 1 1,1-3 75,-6-2 1,-5 1-51,1-1 0,-3 6 6,2-1-46,-3 7 178,-7-3 126,0 7 0,-2 6-65,-3 4 0,2 9-102,-7 1 0,1 7 47,-1-2 0,-2 9-45,7 1 1,0 0-11,5-4 1,0 4 50,0 1-28,0-1 1,0-5-169,0 1-28,0-8 0,2-1 38,3-7 0,-2 0 97,7 0 1,-5 0-119,6 0 1,-6-5 9,5 0 0,-2-7-36,3 2 1,1-4 104,-7-1 0,7-1-28,-2 1 1,-3-5 43,-2-1 0,2 6 11,-2 5 0,5-1 164,-5-4-138,0 7 1,-3-4 151,3 7 1,-3-2 58,3 2-177,-3 3 0,3-7 83,0 4 292,0 4-308,2-6 1,-4 2-67,7 0 1,-5-1-47,6 6 102,-8-6 12,11 4 0,-7-7 2,3 4 1,-2 4 99,-3-5-111,-3 5 34,12 1-32,-6 0 1,8 1 81,-1 5 0,-5-5-136,0 4 1,1-3 48,4-2 0,0 0-60,1 0 0,1 0 35,3 0 0,-3 5-10,4 0 1,-4 0 14,-2-5 1,2 0-16,3 0 1,-2 0-29,2 0 1,-3-1 8,-2-4 0,1 3-65,-1-3 0,0-2 77,1 2 1,-6-2-99,0 2 1,-5 2 53,5-8-5,-6 8 23,3-11-36,-7 13 62,0-13 1,-2 12 65,-3-3 0,1 5 78,-6 5 0,2 4-93,-2 6 0,-4 7 123,4 4 1,3 8 36,2 2 0,3 6 6,2-1 1,0 3-94,0 2 0,2 0 13,3 1 1,-2-7-138,7 1 0,-6-12-129,1 2 0,2-11 341,-2 1 1,-2-4-83,-8-2 1,-3-5-78,-8 1 1,-8-8-257,-6 2 1,-3-3-380,-7-2 0,-1 0 413,-5 0 1,5-5 115,0 0 0,5-2 26,-5 2 0,7-4 0,-3-6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10:27.78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46 444 7569,'-14'24'216,"3"-4"0,2-3 768,2-1-701,2-8 0,5 6-1,0-4 0,2-3-87,3-2 0,3-5-32,8-5 0,1-5 12,3-11 0,2-4-100,4-11 1,1-2 65,-6-3 1,4-1-138,-4 6 0,-6-7 33,-5 3 0,-1 2-80,1 2 1,-3 4 190,-7 1-7,0 7-9,0 2-153,0 14 1,0 4-38,0 15 1,0 6 69,0 13 0,0 3-84,0 2 0,0 3 66,0 3 0,5 1-5,0-6 0,7 0 28,-2-5 0,9-7-30,1-4 0,3-5-5,-3-4 0,2-5-9,4-6 0,-2-1-3,-4-4 1,-1-4 26,6-6 0,-6-6-130,2 1 1,-4-9 35,-2-2 1,0 0-32,1-4 0,-1-3 84,0 2 1,-4-3-23,-1 9 0,-5-3 69,5 13 1,-6-1-18,1 6 174,3 6-151,-6-4 0,6 11 49,-3-3 1,-3 5-87,3 5 1,4-2-10,1 8 1,4-6 42,1 5 0,0-5 6,1 5 1,-1-1-53,0 1 0,6 4-100,-1-4 1,1 9-1,-6 1 0,-1 7 99,-4-1 1,2 1-10,-7-1 1,0 3-7,-5-4 1,0 3 8,0-3 1,-7 2-2,-3-6 0,-4-1 2,-1-4 0,-2-1-327,-3 0 0,1-6-24,-7-4 0,2-3 397,-1-2 0,-11-7 0,4-2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10:28.04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1 138 7569,'0'-15'-147,"5"5"-109,0-1 1,2 6 493,-2-5 0,-2 5-72,8-5 0,-1 5-405,5-6 0,6 3-73,-1-2 312,7-4 0,-3 5 0,7-6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10:24.84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198 184 7569,'0'-22'0,"0"5"0,0-4 484,0 4-177,0 2 421,0 7-209,0 1 0,-5 8-164,-1 5 0,-5 11 1,0 13 1,-4 16-144,-5 16 0,1 6-30,-7 9 1,2-8-287,-1-2 1,8-4 131,7-2 0,6-5-757,-1 1 1,15-13 52,6 2 0,9-10-301,1 0 0,9-18 478,6-7 1,5-10 497,6-6 0,-3-14 0,7-16 0,0-11 0,6-16 0</inkml:trace>
  <inkml:trace contextRef="#ctx0" brushRef="#br0" timeOffset="207">689 399 7569,'15'-53'0,"-5"12"40,0 0 235,-6 14 15,3 12 1,-19 11 182,-4 14 1,-9 11-238,-1 20 1,2 0-54,-1 10 1,11-9-84,-1-1 1,10-7 82,0 2 1,16-5-152,10-6 0,10-9 83,9-11 1,5-7 67,16-8 1,-5-9-115,6-17 0,-4 2-158,-12-7 0,-4 6 88,-11-6 0,-9 0-18,-7-5 1,-6-5-285,-9 0 0,-7 3 157,-3 2 0,-11 12-352,-4-2 0,-6 12 30,-5 14 0,2 3-120,-7 7 0,9 9 588,1 6 0,8 7 0,7 9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10:23.75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413 750 7569,'-16'-15'-245,"1"-1"0,7 1 213,2 0 1,3-1 1,-2 1 0,3 5 398,-3-1 0,3 1-124,2-5 0,-6 0-21,-5-1 1,3 8-73,-2 3 1,-7 3 100,-9 2 0,-3 8-81,-2 8 1,-1 6 17,-4 9 1,4 4-26,-4 1 1,10 10-7,6-5 1,5 7-211,4-7 1,6-6 84,10-4 1,4-4-84,6-11 1,7 1 39,4-12 0,-2-2 64,1-8 1,1-5-175,5-10 1,-1-1-132,1-10 0,0 4 146,-1-9 0,-4 2 75,-1-2 0,-6 4-99,2-4 1,-9 1 82,-2 4 0,-7 4-80,2 11 124,-3 1 350,-2 6 1,0 9-195,0 11 1,-5 9-22,0 6 1,0-3-65,5 3 0,1-6 18,5 6 1,2-9-197,7-2 1,6-1 57,-1-9 1,8 0-20,-3-5 1,-1-1 30,2-5 1,-1-4 18,6-10 0,-6-4-59,1-7 0,-6-1-57,6-4 0,-7-5 98,1-10 1,-3 0-1,-1-10 0,-3 3-100,-3-9 0,2 6 56,-7 5 1,6 10 209,-6 10 0,0 15 47,-5 6 1,-2 12 80,-3 3 1,-9 27-17,-6 19 0,-6 20 182,6 16 1,-6 10-573,16-39 0,0 2 0,-1 4 0,0 3 237,0 1 0,1 1 0,2 0 1,-1 0 41,-1 1 1,0-2 0,3-5-1,2-2-187,-1 1 1,2-1-1,0 43 31,2-48 1,-1 0 0,1 34 19,2-13 1,-1-13-29,-4-18 1,1-5 184,-6-11 0,0-9 131,-6-11 1,1-3-210,0-2 0,-1-16 507,1-9 0,0-8-929,-1-13 0,3 0 196,3-15 0,3-4-271,7-12 1,3-1 357,7-4 0,7 6-204,14-1 0,0 9 80,-1 11 1,-4 11 29,0 11 0,-1 4-16,6 5 1,1 4 9,4 7 1,-4 0-739,4-1 1,2 1 65,-3 0 839,1-1 0,-2 3 0,4-1 0,3 2 0,-4 0 0,-3 2 0</inkml:trace>
  <inkml:trace contextRef="#ctx0" brushRef="#br0" timeOffset="660">1210 443 7569,'-15'0'856,"0"-7"-115,-1 6-122,8-6-436,1 7 1,10-5-104,8 0 1,1-6 60,13 6 1,1-7-663,4 2 0,1-4 85,0-1 0,-2-2-216,-4-3 0,2-2 426,-6-4 0,-2-8-115,-9 3 0,2-8 96,-7 3 0,0 0 245,-5 6 0,-2 6 481,-3 3 0,-3 11-356,-8 5 1,-4 12 472,-1 8 0,-7 14-108,-3 12 0,5 12 12,-4 8 1,2 7-248,-2 9 1,6 2-229,3 2 0,6-6 156,5 7 1,3-14-1,7 4 1,7-14-361,3-7 1,10-12 123,6-8 0,3-7 176,2-9 0,-1-6-83,1-4 0,0-7-112,-1-8 1,-2-2 13,2-14 0,-8 1-161,9-6 0,-5-5 344,-1 0 1,-3-1-93,-6 1 0,-3 4-327,-2-4 0,1 4 91,-7 1 1,0 7 179,-5 4 19,0 3 0,-7 8 183,-3 4 1,-6 5-78,-4 5 0,3 9 113,-4 6 0,6 1-127,5-6 0,-2 7 0,7 4 1,0-4-84,5-2 0,7 2 74,3-1 0,5-1-129,6-4 1,-3-3 25,8-3 1,-1 2 14,6-6 0,0-1-32,-1-5 0,-4 0-3,0 0 0,-3-2 40,3-3 1,1-2-2,-6-3 1,4-4-126,-4 4 0,-1 1 10,-4-1 18,-1 7 60,0-4 26,-6 7 1,-2 2 72,-7 3 0,0 3 153,0 8 1,0-6-161,0 0 0,-6-5-2,1 5 681,-7-6-485,4 3 0,-6-9 77,4-3 0,3-5-88,7-11 0,0 1-124,0-11 0,2 2-253,3-12 0,9-1-431,6-10 1,9-2 445,2-7 1,5 3 95,4 6 0,5 3 33,-4 13 0,3-6 0,2 2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10:21.46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614 86 7569,'-13'-31'576,"9"8"-722,-16 0-38,11 15 1,-6 15 1239,0 13 1,-2 14-459,-4 7 0,4 15-503,-3 6 0,3 6-318,1-7 1,6 9-424,0-8 1,6 2 132,-1-2 0,4-1-1059,1 0 1572,0-13 0,0 3 0,0-12 0</inkml:trace>
  <inkml:trace contextRef="#ctx0" brushRef="#br0" timeOffset="562">93 746 7569,'-22'-7'0,"-1"-2"357,-2-6 147,10 0 1,8-1-159,7 1 0,1-2-5,5-3 1,5-4-278,15-7-46,0 0 0,20-6 54,0-4 1,5 3-56,5 3 1,-3 2 141,-7 3 1,5 4 23,0 0 1,-5 9-157,-5 2 0,-7 7 78,2 8 0,-4 1-87,-1 4 0,-7 12 121,-4 14 0,-3 7 9,-1 8 0,-8 5-98,-3 0 0,-3 7-118,-2-2 0,0-3 134,0-2 0,-5-10 4,0-5 0,0-6-110,5-4 56,0-4 418,0-7-386,0-13 0,0-9-148,0-13 1,5-7-1,0 1 1,9-5-144,1-4 1,0-3 185,6-3 1,-4-1 68,-2 6 1,0 5-281,1 6 0,-1 13 43,0 1 1,-4 8 338,-1 3 1,-7 3 16,2 8 0,2 4 40,-2 10 1,2 10-10,-2-5 1,-1 4 150,6-3 0,0-2-155,5-3 1,2 1-15,4-7 1,-2 1 62,6-6 1,6-6-65,5-4 0,-1-4-129,-4-1 1,2-6 42,2-5 0,3-9-116,3-6 0,-4-3-87,-6-1 0,0-8-246,-1-3 0,-6-3 266,-3-2 0,1-5 41,-2 0 0,-5-4-863,-4 9 1,-8 10 358,2 16 0,-5 5 650,-5 4 1,-10 15-111,-11 16 1,-3 11-118,-1 15 1,-6 12 375,0 3 0,5-1 575,6-4 0,13-1-531,2 1 0,6-3-1,4-7 0,12-7-1056,3-3 1,11-4 415,0-1 0,4-7 387,6-4 0,10-3 0,9-2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10:19.73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44 852 7681,'-15'-15'653,"6"-1"-60,4 1 224,-3 7-517,6 1 0,-3 10-94,10 7 1,-1 4 129,6 17 1,0-4-82,5 9 0,2-2-70,4 2 1,3-6-36,6 1 1,-4-2-67,-1-9 1,-1-4 67,2-6 1,1-7-108,-6 3-32,-1-5 1,-5-9 75,1-8 1,-3-1-277,-2-8 0,1-3-37,-7-7 1,0-4-122,-5-8 1,0 5 66,0-4 1,-5 3-48,0-8 1,-6 5 128,6 5 0,0 5 167,5 11 1,0-2 16,0 6-110,0 8 0,2 1 221,3 6 1,3 1 13,8 5 1,-1 5-111,0 1 0,8 4-73,2-5 0,4 5-137,2-5 0,5 7 28,-1-2 1,8-1-240,-2 1 0,2-1-5,-3 1 0,3 2 103,-7-7 0,5 5-155,-5-5 1,-6 6 474,-4-6 0,-8 1 0,3 0 0,-4-5 0,-2 6-91,-6-7 45,-2 0 1,-9 0 467,-3 0-290,-4 0 0,-6-5 358,0 0 1,-1 0-73,1 5 1,0 1 52,-1 5 0,-1-3-139,-3 7 1,3 6-128,-4 4 0,4 7 1,2-1 1,0 3-24,-1 1 1,3 1-168,2 0 0,5-1 134,6 1 1,0-7 32,0-4 1,1-4-145,4-6 0,4-3-382,6-7 1,1 0 196,-1 0 1,0-9 1,1-6 1,4-2 47,1-9 0,1 1-62,-2-6 0,-3-5 46,4 1 1,-9-1 80,-2 5 0,-2 6-25,3-1 0,0 7 64,-5-1 0,-1 8 0,-5 2-1,0 6 0,0-1 136,0 10 1,0 5-124,0 11 1,-5-2 78,-1 6 1,1-1-124,5 2 1,0 1 60,0-7 1,0 1-198,0-6 130,7 0 0,2-1 26,6-4 0,0-3 1,1-7 1,-1 2-2,0 3 1,-3-3-123,4 3-16,-4-4 1,15-1-21,-7 0 0,1-5 83,-6 0 0,-5 0-318,1 5 0,-1-2-7,5-3 1,0 4-143,1-4 1,-1 3 76,0 2 469,1-7 0,-1 5 0,0-5 0</inkml:trace>
  <inkml:trace contextRef="#ctx0" brushRef="#br0" timeOffset="736">1440 131 7569,'-15'-24'-419,"6"-5"0,-3 12 1021,7-3-244,0 3 1038,-2 2-948,6 6 1,-8 18-77,4 16 0,3 13-181,-3 13 1,3 5-1,2 10 1,0 9 14,0 7 1,7 2-228,3-2 1,9-9-369,2 4 0,6-16 290,-2 0 0,4-16-140,2-5 1,-2-14 144,-3-11 1,1-1 97,-7-9 0,1-2 21,-6-8 1,1-5 134,-1-10 0,-5-4-125,0-7 0,-1 0 199,1 1 1,4-6-330,-4 0 1,-3-6 125,-2 1 0,2 2-234,-2-2 0,0 13-10,-5 3 244,0 6 7,0 11 0,0 9 156,0 15 0,0 6-120,0 8 0,0 8 100,0 3 0,0 1-102,0-1 1,0-3 19,0-8 0,7-1 38,3-3 0,9 0-75,1-11 0,1 4-78,-6-9 0,0-3 99,1-2-46,-1-3 1,0-4-16,1-3 0,-1-6-67,0-9 0,1 1-48,-1-6 1,-5 1 77,0-2 0,1-3-208,4 4 1,-5-3 55,0 3 0,-6 3 61,1 6-3,3 1 51,-6 7 98,5 1 1,-7 14 195,0 3 0,5 5-20,0 6 1,5-4-59,-4 3 0,7 2 43,3-1 0,1-3 10,8-7 1,2-5-81,9-6 1,-3 0-45,2 0 1,3-6-111,-2-5 1,-2-2-3,-9-3 1,3-6-236,-8-3 1,0-4-23,-4-2 0,-8 0 126,-3 1 0,-3-6-401,-2 0 1,-2 2 320,-3 8 0,-3 4 259,-8 7 0,-1 6 90,-3 4 0,-2 17 362,-4 9 1,-1 8-300,7 7 1,-4-2 119,8 7 1,-1-6-234,12 6 1,0-7 99,5 2 1,7-4-887,3-1 0,11-2-14,4-3 0,9 1 744,2-7 0,13 8 0,-1-4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10:18.17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31 415 7569,'-13'-16'153,"3"1"-176,3 0 1242,7-1-757,0 1 0,2 7-115,3 2 0,5 0-13,10 0 0,4-4-53,7 5 0,1-7-53,4 2 0,5-4-135,10-1 0,-3 0 113,3-1 1,-2 1-304,2 0 1,-3 1-216,3 4 1,-10-2-297,-5 7 1,-4 0 90,-1 5 0,-5 0-379,-1 0 0,-8 1 203,-1 4 693,-1 4 0,-13 13 0,4 2 0</inkml:trace>
  <inkml:trace contextRef="#ctx0" brushRef="#br0" timeOffset="162">584 353 7569,'-7'9'320,"5"5"149,-3-4 1,-2 10 129,2 6-334,0 3 0,5 3-262,0 4 1,0 3-225,0 7 0,0-5-66,0 0 0,0 0-399,0 5 1,7 0 685,3 0 0,4-7 0,1-1 0</inkml:trace>
  <inkml:trace contextRef="#ctx0" brushRef="#br0" timeOffset="634">1151 1 7569,'-7'15'0,"4"9"0,-7 6 0,-1 13 1079,-4 8-680,0 21 1,-1-7-386,1 16 1,5-4 148,0-5 0,6-4-355,-1-7 1,3-8 263,2-7 1,2-12 73,3-8 0,-1-13 151,6 3-42,0-11 1,5-5-175,1-11 1,-3-4-130,-2-5 0,2-4 112,-2-7 1,2 0 1,3 1 0,-1-1-266,0 0 1,-5 6 52,1-1 1,-6 9 60,5 2 0,-5 6 76,5 9 1,-5 2 13,6 3 1,-8 11 12,2 9 0,-1 9 155,1 2 1,-2 0-22,7-6 1,1-4-71,4 0 1,0-8 141,1 3 1,1-9 57,3-2 0,-1-7 32,6 2 1,-4-5-166,4-5 1,-1-3-104,2-7 1,3-8-23,-4-2 1,3-6-221,-3-5 0,-1 2-61,-4-7 0,-8 0 159,4-5 0,-9 0-453,3 0 1,-7 14-27,2 6 293,-3 8 240,-2 9 0,-7 23 237,-3 17 0,-4 9-213,-1 6 1,5 2-46,0 3 0,6 2-285,-1 3 1,10-3 151,5-7 1,6-7-1104,4-3 1302,11 3 0,1-6 0,6 4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10:17.02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1626 77 7407,'-8'-7'-405,"-4"4"527,6-7 451,1 6 110,5-3-225,-6 7-321,4 0 7,-5 0-128,7 0 187,0 0-192,7 0 0,-5-1 157,3-4-180,3 3 21,-6-5 102,5 7-218,-7 0 129,0 0 54,0 7-92,0-5 34,-7 11-2,-2-11 1,-1 5-39,0-7 1,5 0 19,-5 0 0,4 0-4,-4 0 0,5 0-37,-5 0-10,6 0-18,-2 0 32,6-7 0,0 3 31,0-6-3,0 7-2,0-11 1,1 11 28,4-7 0,-1 6 20,6-1 1,-5 3 6,5 2 1,-4 0 55,4 0-40,-7 0 0,6 0-5,-4 0 1,-3 2 4,3 3 1,-4-1 77,-1 6-106,0-7 3,0 11 1,0-11 177,0 7-76,0-6-63,0 3 0,-1-7-11,-4 0-102,3 0 0,-7 0 93,4 0 1,2-5-1,-7-1 0,4-5-389,-4 0 0,5 4-44,-5 2-162,6-3 286,-9 6-95,11-5 1,-6 9-757,3 3 1107,3 4 0,-12 6 0,6 0 0</inkml:trace>
  <inkml:trace contextRef="#ctx0" brushRef="#br0" timeOffset="-839">1580 368 7569,'-15'0'172,"6"0"0,1 0 282,3 0 0,1 0-62,-6 0 1,6 2-90,-1 3 0,-1 4-166,0 6 1,1 0 44,5 1 1,0 4 10,0 1 1,2 1-12,3-2 1,4-1-12,6 7 1,0-6-18,1 6 0,4-8-6,1 3 1,4-2-81,-4 1 1,4-3 81,-4 4 0,-1-4-162,-5-2 1,-1 5-33,-4 1 0,2-1-32,-7-4 1,0-1 56,-5 0 1,-6 1-63,-5-1 1,-9 0-76,-6 1 0,-4-6-176,-6 0 1,2-1-118,-7 1 1,5-2 167,-5-3 1,5-3-704,-4 3 0,5-5 984,0-5 0,2-3 0,3-8 0</inkml:trace>
  <inkml:trace contextRef="#ctx0" brushRef="#br0" timeOffset="-685">1442 384 7569,'8'-7'0,"1"-2"1542,-4-6-982,-3 7 0,11-4-148,-2 7 1,-3-1-65,2 6 0,2-5-466,9 0 0,-4 0 119,3 5 0,2 0-972,-1 0 1,4 0 126,-4 0 844,6 0 0,-10 0 0,5 0 0</inkml:trace>
  <inkml:trace contextRef="#ctx0" brushRef="#br0" timeOffset="-1467">200 522 7569,'0'-22'-205,"0"5"137,0-4 157,0 4 0,0 2 162,0-1 1,0-4-148,0 0 0,0-1 44,0 6 30,0-1-88,0 1 1,-7 1 103,-3 4 0,-4 3-48,-1 7 0,-2 7 114,-4 3 0,4 4-96,-3 1 0,3 2-5,1 4 1,8 3-4,3 6 1,3 1 10,2 0 1,0-1-15,0 1 1,7 2 12,3 2 1,5-2-99,6 2 1,1-2-11,3-2 0,3-1-82,-8 1 0,1-6 71,-6 1 1,0-7-115,1 1 1,-6-3 61,0-1 0,-7-6-75,3 0 0,-12-7 52,-4 3 0,-5 0 40,-6 0 1,-1-1-140,-3-5 0,-4-2 34,3-3 0,-1-4-23,1-6 1,4 0 27,7-1 0,1-6-6,4-3 1,3-4 40,7-2 0,0 5-14,0 1 1,2 4-130,3-4 0,4 6 76,6-1 0,0 3 71,1 1 0,4 6-79,0 0 0,6 1-91,-6-1 0,6-2-31,-6 7 1,13-5-205,-2 5 1,3-2 44,-4 2 1,6 3-420,0-3 828,0-4 0,1 1 0,2-8 0</inkml:trace>
  <inkml:trace contextRef="#ctx0" brushRef="#br0" timeOffset="-1192">706 384 7569,'-16'0'-58,"1"0"1,5-5 857,0 0-459,6-7 1,-4 10 232,3-3-414,3-4 0,-5 6-53,7-7 0,7 5-138,3-6 1,5 6-12,6-5 0,3 5 137,6-5 0,-4-1-125,0-4 0,-1 5 50,6 0 0,-2 1-41,-4-1 0,3 3 0,-8 7 21,0 0 0,-6 7 86,-4 3 0,-3 11 6,-7 4 1,-2 6-71,-3 5 0,-1-2 29,-5 7 1,-2-1-311,2 6 0,0 0-103,0 1 0,4-7-256,7 1 1,0-5 218,0 5 399,0-7 0,7 10 0,2-4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10:30.77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121 55 7110,'0'-15'-183,"0"-1"0,-1 6 2028,-4 0-775,3 7-741,-12 9 0,7 13-8,-3 17 1,-3 12-139,2 13 1,-2-3-37,-3 8 0,6-6 23,0 7 0,7-11-212,-3-5 0,13-5 90,9-5 0,6-10 38,8-11 0,8-5-142,3-4 1,1-6-51,-1-10 1,2-6 108,-7-9 0,-6 1 15,-4-6 0,-9-1-417,-2-5 1,-6 6 63,-9-1 1,-2 2-41,-3-1 1,-10-3 122,-11 8 1,-3 6 53,-1 9 0,4 4 51,0 1 0,3 12-19,-3 3 1,4 5-20,6 1 1,8 1 34,3 3 1,3-2 149,2-8 0,7 7 0,1 2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10:31.29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86 244 7569,'-24'0'1318,"2"0"-505,6 0 137,1 0-726,6 0-168,9 0 0,11-1 150,9-5 1,6-2-24,10-7 1,-1-3-230,11-2 1,-3-2 44,8-4 1,-3-1-91,-2 7 1,-7-3 26,-3 3 0,-6 8 133,-4-3 0,-4 10 27,-7-1 1,-1 6 10,-4 6 0,-3 9-40,-7 11 1,-2 6-1,-3 9 0,-5 1 50,-10 15 1,3-1 112,-4 5 0,-1-5-272,2 1 0,-1-3 89,6 2 0,-1-4-355,1-11 1,5 1-70,0-6 1,6 3-229,-1-8 0,3 1 144,2-11 232,7-1 0,3-6 229,11-4 0,3-3 0,6-7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10:31.50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154 844 7569,'-12'-14'1357,"-4"4"0,3 3-499,3 7 1,-1 2-164,-4 3 0,0-2-292,-1 7 0,3-4-153,2 4 0,0-5-1675,5 5-472,1-7 0,5 6 1897,0-4 0,14-3 0,3 5 0</inkml:trace>
  <inkml:trace contextRef="#ctx0" brushRef="#br0" timeOffset="713">675 460 7335,'0'-15'-39,"0"-2"202,0-4 1,0 9 19,0-3 1,2 5-424,3 0 177,-3-4 1,6 7-193,-3-3 224,-3-4 58,12 6 0,-13-8 76,5 1 0,-5 5 74,-1 0 1,0-1-115,0-4 0,0 5-12,0 0 0,0-1 58,0-4 1,-5 0 96,0-1 1,-5 6-114,5 0 0,-7 0 14,1-6 0,-2 6-88,-2 0 0,-1 7 42,1-3 0,0 5 40,-1 1-16,1 0 1,-1 5-19,1 0 0,0 7-21,-1-2 0,6 11 4,0 4 0,5-1 177,-5 2 1,6 1-54,-1 9 0,3-2 49,2 7 1,9-1-117,6 6 0,2 1-29,9-1 1,-1-6 65,6 1 0,-4-5 2,4 5 1,-4-2-83,9 2 0,-5-3-136,-6-8 1,-2 1-37,-8 0 1,-1-7 112,-4-4 1,-3-3-66,-7-2 1,0-4 19,0-1 0,-7-7-55,-3 2 0,-6-3 105,-4-2 1,1-7-14,-7-3 1,1-4-50,-6-1 1,2-7-107,4-4 0,-3-3 105,8-1 0,6-8 17,9-3 0,3-1-103,2 1 1,7-2 44,4 7 0,4 1 24,5 4 1,-1 0 7,7 1 1,-6 6 4,6 3 0,-2 4-341,1 2 1,4 1-7,-3 4 0,3-4-815,1 4 1219,1 3 0,6-6 0,3 4 0</inkml:trace>
  <inkml:trace contextRef="#ctx0" brushRef="#br0" timeOffset="1475">1427 383 7569,'0'-15'99,"0"0"-26,0-1 1,0-1 147,0-3 1,5 3 431,0-4-432,0-2 0,-3 6-220,3-4 1,-3-1 91,3 2 0,-4-6-69,-1 6 0,-6-6 19,-5 5 0,-2 1-44,-3 5 1,1 1 112,0 4 0,-6 3-39,1 7 0,-6 2-93,6 3 1,-6 5 92,6 11 0,-1-3 65,6 8 0,1 1-70,4 9 1,-2 1 116,7 4 1,0 5-112,5 0 1,2 5 6,3 6 0,3 1 24,8-7 1,1 5-5,3-5 1,-1 0-97,6-5 0,-6 0-171,2 0 0,-4-7 94,-2-3 0,-1-10 103,-4-6 0,-3-3 60,-7-1-79,0-1 1,-4-6 0,-6-4 0,0-4 7,-11-1 0,-1-6 7,2-5 1,-6-9-2,6-6 1,-1-4-6,6-6 1,1-3-78,4-7 0,3 1 72,7 4 1,2-1 42,3 6 1,4-5-29,6 5 0,2 6 5,4 4 0,1 2-17,3-1 0,4-3 0,-3 8 0,3-2-306,1 1 1,1 4-9,0-3 1,-1 3-423,1 1 0,0 1 309,-1 0 1,3 1 407,3 4 0,-4-11 0,6 4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10:29.95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154 31 7569,'-15'-7'840,"-1"-1"-840,8-1 1313,1 2-811,7 7 0,0 2-93,0 3 1,7 4-141,3 6 1,4 7-170,1 4 1,5 10 82,1 5 1,4 3-293,-4 2 1,-1 0 168,-4 0 1,-3-5 67,-2 0 0,0-7-725,-5 2 0,-1-11 207,-5-4 1,-2-4 207,-3-2 1,-5-5 58,-11 0 0,-3-6-18,-6 1 0,-1-3 61,0-2 0,1 0 6,-1 0 0,2-7-14,3-3 0,4 1 44,7-1 0,6 5 292,4-5 79,4 6 1,2-3-92,4 7 0,4 2-89,6 3 1,7 4-138,4 6 0,3-5-80,2 0 1,6-6-167,4 1 1,-2-3 185,2-2 1,0 0 55,5 0 0,0 0-480,0 0 0,-5-7 474,0-3 0,0-4 0,5-1 0</inkml:trace>
  <inkml:trace contextRef="#ctx0" brushRef="#br0" timeOffset="363">875 231 7569,'0'-16'0,"0"6"254,0 0-76,0 6 1,0-4 937,0 3-740,0 3 1,-5-3-91,0 10 1,-2 10-107,2 11 0,-4 5 0,-6 4 0,5 10 26,-1 6 1,6 5-24,-5-5 1,7 4-46,-2-9 0,11-4-69,10-11 1,8-7 99,11-4 0,-1-9-16,7-6 0,0-7-174,5-8 0,-5-2-78,0-14 0,-7 1-85,2-6 0,-11-1 172,-4-4 1,-6 2 58,-5-7 0,-3 2-304,-7-2 0,-7-4-430,-3 5 1,-12-3 101,-9 2 0,1 10 226,-6 11 0,-2 5 289,3 4 1,-8 8-63,2 13 0,4 6-53,1 9 0,5 4-22,6-3 1,4 1-69,11-2 275,3 4 0,14-5 0,1 7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10:29.27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536 667 7569,'9'-7'299,"-4"-3"1,-4-6-149,-1-4 0,-1 8-41,-4-3 0,1 3 45,-6-4-78,0 1 0,-6 2 118,1 2 0,-2 3 0,-3 3 0,-4 3-174,-7-3 0,-5 15-216,0 5 1,-6 11 131,1 0 1,-2 2 68,2 3 1,4 0 125,6 0 0,2-2-15,4-4 0,8-3-36,6-6 0,8-1-1,-2 0 0,12-1 24,8-4 1,7 2 29,9-7 1,6 0 74,4-5 1,9 0-153,1 0 0,5 5 45,-5 0 1,0 7-97,-5-1 0,-1-3 59,-4 2 1,-1 1-200,-9 4 1,-4 0 71,-11 1 0,-3-1 105,-2 0 1,-6 6-205,-10-1 0,-6 2-16,-9-1 0,-4-2-64,-7 6 1,-11-4 54,-4 4 0,-5-6-102,0 1 1,3-3-34,-3-1 0,3-6-48,2 0 1,7-6 153,3 1 0,5-5 15,6-5 1,4-4 199,11-6 0,-4-7 0,6-2 0</inkml:trace>
  <inkml:trace contextRef="#ctx0" brushRef="#br0" timeOffset="216">459 130 7673,'0'-39'311,"0"8"99,0 11-2,0 3-231,0 1 1,-5 9-35,0 7 0,-2 23 174,2 18 1,-3 15 260,-8 20 1,6 5-701,0 16 1,5-47-1,0 0 213,-3 1 1,0 1 0,3-1 0,2 1-252,0 0 0,1-1 0,1 0 0,0 0-107,1 41 1,2 2 374,3-12 1,10-2-420,11-9 1,3-8 310,1-6 0,4-10 0,7 3 0,10-3 0,7 3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2/14/19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2/14/19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2/14/19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2/14/19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6" Type="http://schemas.openxmlformats.org/officeDocument/2006/relationships/customXml" Target="../ink/ink8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5" Type="http://schemas.openxmlformats.org/officeDocument/2006/relationships/image" Target="../media/image2.png"/><Relationship Id="rId90" Type="http://schemas.openxmlformats.org/officeDocument/2006/relationships/customXml" Target="../ink/ink45.xml"/><Relationship Id="rId95" Type="http://schemas.openxmlformats.org/officeDocument/2006/relationships/image" Target="../media/image47.png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80" Type="http://schemas.openxmlformats.org/officeDocument/2006/relationships/customXml" Target="../ink/ink40.xml"/><Relationship Id="rId85" Type="http://schemas.openxmlformats.org/officeDocument/2006/relationships/image" Target="../media/image42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08" Type="http://schemas.openxmlformats.org/officeDocument/2006/relationships/customXml" Target="../ink/ink54.xml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91" Type="http://schemas.openxmlformats.org/officeDocument/2006/relationships/image" Target="../media/image45.png"/><Relationship Id="rId96" Type="http://schemas.openxmlformats.org/officeDocument/2006/relationships/customXml" Target="../ink/ink4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4.png"/><Relationship Id="rId21" Type="http://schemas.openxmlformats.org/officeDocument/2006/relationships/image" Target="../media/image66.png"/><Relationship Id="rId42" Type="http://schemas.openxmlformats.org/officeDocument/2006/relationships/customXml" Target="../ink/ink77.xml"/><Relationship Id="rId63" Type="http://schemas.openxmlformats.org/officeDocument/2006/relationships/image" Target="../media/image87.png"/><Relationship Id="rId84" Type="http://schemas.openxmlformats.org/officeDocument/2006/relationships/customXml" Target="../ink/ink98.xml"/><Relationship Id="rId138" Type="http://schemas.openxmlformats.org/officeDocument/2006/relationships/customXml" Target="../ink/ink125.xml"/><Relationship Id="rId159" Type="http://schemas.openxmlformats.org/officeDocument/2006/relationships/image" Target="../media/image135.png"/><Relationship Id="rId107" Type="http://schemas.openxmlformats.org/officeDocument/2006/relationships/image" Target="../media/image109.png"/><Relationship Id="rId11" Type="http://schemas.openxmlformats.org/officeDocument/2006/relationships/image" Target="../media/image61.png"/><Relationship Id="rId32" Type="http://schemas.openxmlformats.org/officeDocument/2006/relationships/customXml" Target="../ink/ink72.xml"/><Relationship Id="rId53" Type="http://schemas.openxmlformats.org/officeDocument/2006/relationships/image" Target="../media/image82.png"/><Relationship Id="rId74" Type="http://schemas.openxmlformats.org/officeDocument/2006/relationships/customXml" Target="../ink/ink93.xml"/><Relationship Id="rId128" Type="http://schemas.openxmlformats.org/officeDocument/2006/relationships/customXml" Target="../ink/ink120.xml"/><Relationship Id="rId149" Type="http://schemas.openxmlformats.org/officeDocument/2006/relationships/image" Target="../media/image130.png"/><Relationship Id="rId5" Type="http://schemas.openxmlformats.org/officeDocument/2006/relationships/image" Target="../media/image58.png"/><Relationship Id="rId95" Type="http://schemas.openxmlformats.org/officeDocument/2006/relationships/image" Target="../media/image103.png"/><Relationship Id="rId160" Type="http://schemas.openxmlformats.org/officeDocument/2006/relationships/customXml" Target="../ink/ink136.xml"/><Relationship Id="rId22" Type="http://schemas.openxmlformats.org/officeDocument/2006/relationships/customXml" Target="../ink/ink67.xml"/><Relationship Id="rId43" Type="http://schemas.openxmlformats.org/officeDocument/2006/relationships/image" Target="../media/image77.png"/><Relationship Id="rId64" Type="http://schemas.openxmlformats.org/officeDocument/2006/relationships/customXml" Target="../ink/ink88.xml"/><Relationship Id="rId118" Type="http://schemas.openxmlformats.org/officeDocument/2006/relationships/customXml" Target="../ink/ink115.xml"/><Relationship Id="rId139" Type="http://schemas.openxmlformats.org/officeDocument/2006/relationships/image" Target="../media/image125.png"/><Relationship Id="rId85" Type="http://schemas.openxmlformats.org/officeDocument/2006/relationships/image" Target="../media/image98.png"/><Relationship Id="rId150" Type="http://schemas.openxmlformats.org/officeDocument/2006/relationships/customXml" Target="../ink/ink131.xml"/><Relationship Id="rId12" Type="http://schemas.openxmlformats.org/officeDocument/2006/relationships/customXml" Target="../ink/ink62.xml"/><Relationship Id="rId33" Type="http://schemas.openxmlformats.org/officeDocument/2006/relationships/image" Target="../media/image72.png"/><Relationship Id="rId108" Type="http://schemas.openxmlformats.org/officeDocument/2006/relationships/customXml" Target="../ink/ink110.xml"/><Relationship Id="rId129" Type="http://schemas.openxmlformats.org/officeDocument/2006/relationships/image" Target="../media/image120.png"/><Relationship Id="rId54" Type="http://schemas.openxmlformats.org/officeDocument/2006/relationships/customXml" Target="../ink/ink83.xml"/><Relationship Id="rId70" Type="http://schemas.openxmlformats.org/officeDocument/2006/relationships/customXml" Target="../ink/ink91.xml"/><Relationship Id="rId75" Type="http://schemas.openxmlformats.org/officeDocument/2006/relationships/image" Target="../media/image93.png"/><Relationship Id="rId91" Type="http://schemas.openxmlformats.org/officeDocument/2006/relationships/image" Target="../media/image101.png"/><Relationship Id="rId96" Type="http://schemas.openxmlformats.org/officeDocument/2006/relationships/customXml" Target="../ink/ink104.xml"/><Relationship Id="rId140" Type="http://schemas.openxmlformats.org/officeDocument/2006/relationships/customXml" Target="../ink/ink126.xml"/><Relationship Id="rId145" Type="http://schemas.openxmlformats.org/officeDocument/2006/relationships/image" Target="../media/image128.png"/><Relationship Id="rId161" Type="http://schemas.openxmlformats.org/officeDocument/2006/relationships/image" Target="../media/image136.png"/><Relationship Id="rId166" Type="http://schemas.openxmlformats.org/officeDocument/2006/relationships/customXml" Target="../ink/ink13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9.xml"/><Relationship Id="rId23" Type="http://schemas.openxmlformats.org/officeDocument/2006/relationships/image" Target="../media/image67.png"/><Relationship Id="rId28" Type="http://schemas.openxmlformats.org/officeDocument/2006/relationships/customXml" Target="../ink/ink70.xml"/><Relationship Id="rId49" Type="http://schemas.openxmlformats.org/officeDocument/2006/relationships/image" Target="../media/image80.png"/><Relationship Id="rId114" Type="http://schemas.openxmlformats.org/officeDocument/2006/relationships/customXml" Target="../ink/ink113.xml"/><Relationship Id="rId119" Type="http://schemas.openxmlformats.org/officeDocument/2006/relationships/image" Target="../media/image115.png"/><Relationship Id="rId44" Type="http://schemas.openxmlformats.org/officeDocument/2006/relationships/customXml" Target="../ink/ink78.xml"/><Relationship Id="rId60" Type="http://schemas.openxmlformats.org/officeDocument/2006/relationships/customXml" Target="../ink/ink86.xml"/><Relationship Id="rId65" Type="http://schemas.openxmlformats.org/officeDocument/2006/relationships/image" Target="../media/image88.png"/><Relationship Id="rId81" Type="http://schemas.openxmlformats.org/officeDocument/2006/relationships/image" Target="../media/image96.png"/><Relationship Id="rId86" Type="http://schemas.openxmlformats.org/officeDocument/2006/relationships/customXml" Target="../ink/ink99.xml"/><Relationship Id="rId130" Type="http://schemas.openxmlformats.org/officeDocument/2006/relationships/customXml" Target="../ink/ink121.xml"/><Relationship Id="rId135" Type="http://schemas.openxmlformats.org/officeDocument/2006/relationships/image" Target="../media/image123.png"/><Relationship Id="rId151" Type="http://schemas.openxmlformats.org/officeDocument/2006/relationships/image" Target="../media/image131.png"/><Relationship Id="rId156" Type="http://schemas.openxmlformats.org/officeDocument/2006/relationships/customXml" Target="../ink/ink134.xml"/><Relationship Id="rId13" Type="http://schemas.openxmlformats.org/officeDocument/2006/relationships/image" Target="../media/image62.png"/><Relationship Id="rId18" Type="http://schemas.openxmlformats.org/officeDocument/2006/relationships/customXml" Target="../ink/ink65.xml"/><Relationship Id="rId39" Type="http://schemas.openxmlformats.org/officeDocument/2006/relationships/image" Target="../media/image75.png"/><Relationship Id="rId109" Type="http://schemas.openxmlformats.org/officeDocument/2006/relationships/image" Target="../media/image110.png"/><Relationship Id="rId34" Type="http://schemas.openxmlformats.org/officeDocument/2006/relationships/customXml" Target="../ink/ink73.xml"/><Relationship Id="rId50" Type="http://schemas.openxmlformats.org/officeDocument/2006/relationships/customXml" Target="../ink/ink81.xml"/><Relationship Id="rId55" Type="http://schemas.openxmlformats.org/officeDocument/2006/relationships/image" Target="../media/image83.png"/><Relationship Id="rId76" Type="http://schemas.openxmlformats.org/officeDocument/2006/relationships/customXml" Target="../ink/ink94.xml"/><Relationship Id="rId97" Type="http://schemas.openxmlformats.org/officeDocument/2006/relationships/image" Target="../media/image104.png"/><Relationship Id="rId104" Type="http://schemas.openxmlformats.org/officeDocument/2006/relationships/customXml" Target="../ink/ink108.xml"/><Relationship Id="rId120" Type="http://schemas.openxmlformats.org/officeDocument/2006/relationships/customXml" Target="../ink/ink116.xml"/><Relationship Id="rId125" Type="http://schemas.openxmlformats.org/officeDocument/2006/relationships/image" Target="../media/image118.png"/><Relationship Id="rId141" Type="http://schemas.openxmlformats.org/officeDocument/2006/relationships/image" Target="../media/image126.png"/><Relationship Id="rId146" Type="http://schemas.openxmlformats.org/officeDocument/2006/relationships/customXml" Target="../ink/ink129.xml"/><Relationship Id="rId167" Type="http://schemas.openxmlformats.org/officeDocument/2006/relationships/image" Target="../media/image139.png"/><Relationship Id="rId7" Type="http://schemas.openxmlformats.org/officeDocument/2006/relationships/image" Target="../media/image59.png"/><Relationship Id="rId71" Type="http://schemas.openxmlformats.org/officeDocument/2006/relationships/image" Target="../media/image91.png"/><Relationship Id="rId92" Type="http://schemas.openxmlformats.org/officeDocument/2006/relationships/customXml" Target="../ink/ink102.xml"/><Relationship Id="rId162" Type="http://schemas.openxmlformats.org/officeDocument/2006/relationships/customXml" Target="../ink/ink137.xml"/><Relationship Id="rId2" Type="http://schemas.openxmlformats.org/officeDocument/2006/relationships/customXml" Target="../ink/ink57.xml"/><Relationship Id="rId29" Type="http://schemas.openxmlformats.org/officeDocument/2006/relationships/image" Target="../media/image70.png"/><Relationship Id="rId24" Type="http://schemas.openxmlformats.org/officeDocument/2006/relationships/customXml" Target="../ink/ink68.xml"/><Relationship Id="rId40" Type="http://schemas.openxmlformats.org/officeDocument/2006/relationships/customXml" Target="../ink/ink76.xml"/><Relationship Id="rId45" Type="http://schemas.openxmlformats.org/officeDocument/2006/relationships/image" Target="../media/image78.png"/><Relationship Id="rId66" Type="http://schemas.openxmlformats.org/officeDocument/2006/relationships/customXml" Target="../ink/ink89.xml"/><Relationship Id="rId87" Type="http://schemas.openxmlformats.org/officeDocument/2006/relationships/image" Target="../media/image99.png"/><Relationship Id="rId110" Type="http://schemas.openxmlformats.org/officeDocument/2006/relationships/customXml" Target="../ink/ink111.xml"/><Relationship Id="rId115" Type="http://schemas.openxmlformats.org/officeDocument/2006/relationships/image" Target="../media/image113.png"/><Relationship Id="rId131" Type="http://schemas.openxmlformats.org/officeDocument/2006/relationships/image" Target="../media/image121.png"/><Relationship Id="rId136" Type="http://schemas.openxmlformats.org/officeDocument/2006/relationships/customXml" Target="../ink/ink124.xml"/><Relationship Id="rId157" Type="http://schemas.openxmlformats.org/officeDocument/2006/relationships/image" Target="../media/image134.png"/><Relationship Id="rId61" Type="http://schemas.openxmlformats.org/officeDocument/2006/relationships/image" Target="../media/image86.png"/><Relationship Id="rId82" Type="http://schemas.openxmlformats.org/officeDocument/2006/relationships/customXml" Target="../ink/ink97.xml"/><Relationship Id="rId152" Type="http://schemas.openxmlformats.org/officeDocument/2006/relationships/customXml" Target="../ink/ink132.xml"/><Relationship Id="rId19" Type="http://schemas.openxmlformats.org/officeDocument/2006/relationships/image" Target="../media/image65.png"/><Relationship Id="rId14" Type="http://schemas.openxmlformats.org/officeDocument/2006/relationships/customXml" Target="../ink/ink63.xml"/><Relationship Id="rId30" Type="http://schemas.openxmlformats.org/officeDocument/2006/relationships/customXml" Target="../ink/ink71.xml"/><Relationship Id="rId35" Type="http://schemas.openxmlformats.org/officeDocument/2006/relationships/image" Target="../media/image73.png"/><Relationship Id="rId56" Type="http://schemas.openxmlformats.org/officeDocument/2006/relationships/customXml" Target="../ink/ink84.xml"/><Relationship Id="rId77" Type="http://schemas.openxmlformats.org/officeDocument/2006/relationships/image" Target="../media/image94.png"/><Relationship Id="rId100" Type="http://schemas.openxmlformats.org/officeDocument/2006/relationships/customXml" Target="../ink/ink106.xml"/><Relationship Id="rId105" Type="http://schemas.openxmlformats.org/officeDocument/2006/relationships/image" Target="../media/image108.png"/><Relationship Id="rId126" Type="http://schemas.openxmlformats.org/officeDocument/2006/relationships/customXml" Target="../ink/ink119.xml"/><Relationship Id="rId147" Type="http://schemas.openxmlformats.org/officeDocument/2006/relationships/image" Target="../media/image129.png"/><Relationship Id="rId168" Type="http://schemas.openxmlformats.org/officeDocument/2006/relationships/customXml" Target="../ink/ink140.xml"/><Relationship Id="rId8" Type="http://schemas.openxmlformats.org/officeDocument/2006/relationships/customXml" Target="../ink/ink60.xml"/><Relationship Id="rId51" Type="http://schemas.openxmlformats.org/officeDocument/2006/relationships/image" Target="../media/image81.png"/><Relationship Id="rId72" Type="http://schemas.openxmlformats.org/officeDocument/2006/relationships/customXml" Target="../ink/ink92.xml"/><Relationship Id="rId93" Type="http://schemas.openxmlformats.org/officeDocument/2006/relationships/image" Target="../media/image102.png"/><Relationship Id="rId98" Type="http://schemas.openxmlformats.org/officeDocument/2006/relationships/customXml" Target="../ink/ink105.xml"/><Relationship Id="rId121" Type="http://schemas.openxmlformats.org/officeDocument/2006/relationships/image" Target="../media/image116.png"/><Relationship Id="rId142" Type="http://schemas.openxmlformats.org/officeDocument/2006/relationships/customXml" Target="../ink/ink127.xml"/><Relationship Id="rId163" Type="http://schemas.openxmlformats.org/officeDocument/2006/relationships/image" Target="../media/image137.png"/><Relationship Id="rId3" Type="http://schemas.openxmlformats.org/officeDocument/2006/relationships/image" Target="../media/image57.png"/><Relationship Id="rId25" Type="http://schemas.openxmlformats.org/officeDocument/2006/relationships/image" Target="../media/image68.png"/><Relationship Id="rId46" Type="http://schemas.openxmlformats.org/officeDocument/2006/relationships/customXml" Target="../ink/ink79.xml"/><Relationship Id="rId67" Type="http://schemas.openxmlformats.org/officeDocument/2006/relationships/image" Target="../media/image89.png"/><Relationship Id="rId116" Type="http://schemas.openxmlformats.org/officeDocument/2006/relationships/customXml" Target="../ink/ink114.xml"/><Relationship Id="rId137" Type="http://schemas.openxmlformats.org/officeDocument/2006/relationships/image" Target="../media/image124.png"/><Relationship Id="rId158" Type="http://schemas.openxmlformats.org/officeDocument/2006/relationships/customXml" Target="../ink/ink135.xml"/><Relationship Id="rId20" Type="http://schemas.openxmlformats.org/officeDocument/2006/relationships/customXml" Target="../ink/ink66.xml"/><Relationship Id="rId41" Type="http://schemas.openxmlformats.org/officeDocument/2006/relationships/image" Target="../media/image76.png"/><Relationship Id="rId62" Type="http://schemas.openxmlformats.org/officeDocument/2006/relationships/customXml" Target="../ink/ink87.xml"/><Relationship Id="rId83" Type="http://schemas.openxmlformats.org/officeDocument/2006/relationships/image" Target="../media/image97.png"/><Relationship Id="rId88" Type="http://schemas.openxmlformats.org/officeDocument/2006/relationships/customXml" Target="../ink/ink100.xml"/><Relationship Id="rId111" Type="http://schemas.openxmlformats.org/officeDocument/2006/relationships/image" Target="../media/image111.png"/><Relationship Id="rId132" Type="http://schemas.openxmlformats.org/officeDocument/2006/relationships/customXml" Target="../ink/ink122.xml"/><Relationship Id="rId153" Type="http://schemas.openxmlformats.org/officeDocument/2006/relationships/image" Target="../media/image132.png"/><Relationship Id="rId15" Type="http://schemas.openxmlformats.org/officeDocument/2006/relationships/image" Target="../media/image63.png"/><Relationship Id="rId36" Type="http://schemas.openxmlformats.org/officeDocument/2006/relationships/customXml" Target="../ink/ink74.xml"/><Relationship Id="rId57" Type="http://schemas.openxmlformats.org/officeDocument/2006/relationships/image" Target="../media/image84.png"/><Relationship Id="rId106" Type="http://schemas.openxmlformats.org/officeDocument/2006/relationships/customXml" Target="../ink/ink109.xml"/><Relationship Id="rId127" Type="http://schemas.openxmlformats.org/officeDocument/2006/relationships/image" Target="../media/image119.png"/><Relationship Id="rId10" Type="http://schemas.openxmlformats.org/officeDocument/2006/relationships/customXml" Target="../ink/ink61.xml"/><Relationship Id="rId31" Type="http://schemas.openxmlformats.org/officeDocument/2006/relationships/image" Target="../media/image71.png"/><Relationship Id="rId52" Type="http://schemas.openxmlformats.org/officeDocument/2006/relationships/customXml" Target="../ink/ink82.xml"/><Relationship Id="rId73" Type="http://schemas.openxmlformats.org/officeDocument/2006/relationships/image" Target="../media/image92.png"/><Relationship Id="rId78" Type="http://schemas.openxmlformats.org/officeDocument/2006/relationships/customXml" Target="../ink/ink95.xml"/><Relationship Id="rId94" Type="http://schemas.openxmlformats.org/officeDocument/2006/relationships/customXml" Target="../ink/ink103.xml"/><Relationship Id="rId99" Type="http://schemas.openxmlformats.org/officeDocument/2006/relationships/image" Target="../media/image105.png"/><Relationship Id="rId101" Type="http://schemas.openxmlformats.org/officeDocument/2006/relationships/image" Target="../media/image106.png"/><Relationship Id="rId122" Type="http://schemas.openxmlformats.org/officeDocument/2006/relationships/customXml" Target="../ink/ink117.xml"/><Relationship Id="rId143" Type="http://schemas.openxmlformats.org/officeDocument/2006/relationships/image" Target="../media/image127.png"/><Relationship Id="rId148" Type="http://schemas.openxmlformats.org/officeDocument/2006/relationships/customXml" Target="../ink/ink130.xml"/><Relationship Id="rId164" Type="http://schemas.openxmlformats.org/officeDocument/2006/relationships/customXml" Target="../ink/ink138.xml"/><Relationship Id="rId169" Type="http://schemas.openxmlformats.org/officeDocument/2006/relationships/image" Target="../media/image140.png"/><Relationship Id="rId4" Type="http://schemas.openxmlformats.org/officeDocument/2006/relationships/customXml" Target="../ink/ink58.xml"/><Relationship Id="rId9" Type="http://schemas.openxmlformats.org/officeDocument/2006/relationships/image" Target="../media/image60.png"/><Relationship Id="rId26" Type="http://schemas.openxmlformats.org/officeDocument/2006/relationships/customXml" Target="../ink/ink69.xml"/><Relationship Id="rId47" Type="http://schemas.openxmlformats.org/officeDocument/2006/relationships/image" Target="../media/image79.png"/><Relationship Id="rId68" Type="http://schemas.openxmlformats.org/officeDocument/2006/relationships/customXml" Target="../ink/ink90.xml"/><Relationship Id="rId89" Type="http://schemas.openxmlformats.org/officeDocument/2006/relationships/image" Target="../media/image100.png"/><Relationship Id="rId112" Type="http://schemas.openxmlformats.org/officeDocument/2006/relationships/customXml" Target="../ink/ink112.xml"/><Relationship Id="rId133" Type="http://schemas.openxmlformats.org/officeDocument/2006/relationships/image" Target="../media/image122.png"/><Relationship Id="rId154" Type="http://schemas.openxmlformats.org/officeDocument/2006/relationships/customXml" Target="../ink/ink133.xml"/><Relationship Id="rId16" Type="http://schemas.openxmlformats.org/officeDocument/2006/relationships/customXml" Target="../ink/ink64.xml"/><Relationship Id="rId37" Type="http://schemas.openxmlformats.org/officeDocument/2006/relationships/image" Target="../media/image74.png"/><Relationship Id="rId58" Type="http://schemas.openxmlformats.org/officeDocument/2006/relationships/customXml" Target="../ink/ink85.xml"/><Relationship Id="rId79" Type="http://schemas.openxmlformats.org/officeDocument/2006/relationships/image" Target="../media/image95.png"/><Relationship Id="rId102" Type="http://schemas.openxmlformats.org/officeDocument/2006/relationships/customXml" Target="../ink/ink107.xml"/><Relationship Id="rId123" Type="http://schemas.openxmlformats.org/officeDocument/2006/relationships/image" Target="../media/image117.png"/><Relationship Id="rId144" Type="http://schemas.openxmlformats.org/officeDocument/2006/relationships/customXml" Target="../ink/ink128.xml"/><Relationship Id="rId90" Type="http://schemas.openxmlformats.org/officeDocument/2006/relationships/customXml" Target="../ink/ink101.xml"/><Relationship Id="rId165" Type="http://schemas.openxmlformats.org/officeDocument/2006/relationships/image" Target="../media/image138.png"/><Relationship Id="rId27" Type="http://schemas.openxmlformats.org/officeDocument/2006/relationships/image" Target="../media/image69.png"/><Relationship Id="rId48" Type="http://schemas.openxmlformats.org/officeDocument/2006/relationships/customXml" Target="../ink/ink80.xml"/><Relationship Id="rId69" Type="http://schemas.openxmlformats.org/officeDocument/2006/relationships/image" Target="../media/image90.png"/><Relationship Id="rId113" Type="http://schemas.openxmlformats.org/officeDocument/2006/relationships/image" Target="../media/image112.png"/><Relationship Id="rId134" Type="http://schemas.openxmlformats.org/officeDocument/2006/relationships/customXml" Target="../ink/ink123.xml"/><Relationship Id="rId80" Type="http://schemas.openxmlformats.org/officeDocument/2006/relationships/customXml" Target="../ink/ink96.xml"/><Relationship Id="rId155" Type="http://schemas.openxmlformats.org/officeDocument/2006/relationships/image" Target="../media/image133.png"/><Relationship Id="rId17" Type="http://schemas.openxmlformats.org/officeDocument/2006/relationships/image" Target="../media/image64.png"/><Relationship Id="rId38" Type="http://schemas.openxmlformats.org/officeDocument/2006/relationships/customXml" Target="../ink/ink75.xml"/><Relationship Id="rId59" Type="http://schemas.openxmlformats.org/officeDocument/2006/relationships/image" Target="../media/image85.png"/><Relationship Id="rId103" Type="http://schemas.openxmlformats.org/officeDocument/2006/relationships/image" Target="../media/image107.png"/><Relationship Id="rId124" Type="http://schemas.openxmlformats.org/officeDocument/2006/relationships/customXml" Target="../ink/ink1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4.xml"/><Relationship Id="rId13" Type="http://schemas.openxmlformats.org/officeDocument/2006/relationships/image" Target="../media/image146.png"/><Relationship Id="rId18" Type="http://schemas.openxmlformats.org/officeDocument/2006/relationships/customXml" Target="../ink/ink149.xml"/><Relationship Id="rId3" Type="http://schemas.openxmlformats.org/officeDocument/2006/relationships/image" Target="../media/image141.png"/><Relationship Id="rId21" Type="http://schemas.openxmlformats.org/officeDocument/2006/relationships/image" Target="../media/image150.png"/><Relationship Id="rId7" Type="http://schemas.openxmlformats.org/officeDocument/2006/relationships/image" Target="../media/image143.png"/><Relationship Id="rId12" Type="http://schemas.openxmlformats.org/officeDocument/2006/relationships/customXml" Target="../ink/ink146.xml"/><Relationship Id="rId17" Type="http://schemas.openxmlformats.org/officeDocument/2006/relationships/image" Target="../media/image148.png"/><Relationship Id="rId25" Type="http://schemas.openxmlformats.org/officeDocument/2006/relationships/image" Target="../media/image152.png"/><Relationship Id="rId2" Type="http://schemas.openxmlformats.org/officeDocument/2006/relationships/customXml" Target="../ink/ink141.xml"/><Relationship Id="rId16" Type="http://schemas.openxmlformats.org/officeDocument/2006/relationships/customXml" Target="../ink/ink148.xml"/><Relationship Id="rId20" Type="http://schemas.openxmlformats.org/officeDocument/2006/relationships/customXml" Target="../ink/ink15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3.xml"/><Relationship Id="rId11" Type="http://schemas.openxmlformats.org/officeDocument/2006/relationships/image" Target="../media/image145.png"/><Relationship Id="rId24" Type="http://schemas.openxmlformats.org/officeDocument/2006/relationships/customXml" Target="../ink/ink152.xml"/><Relationship Id="rId5" Type="http://schemas.openxmlformats.org/officeDocument/2006/relationships/image" Target="../media/image142.png"/><Relationship Id="rId15" Type="http://schemas.openxmlformats.org/officeDocument/2006/relationships/image" Target="../media/image147.png"/><Relationship Id="rId23" Type="http://schemas.openxmlformats.org/officeDocument/2006/relationships/image" Target="../media/image151.png"/><Relationship Id="rId10" Type="http://schemas.openxmlformats.org/officeDocument/2006/relationships/customXml" Target="../ink/ink145.xml"/><Relationship Id="rId19" Type="http://schemas.openxmlformats.org/officeDocument/2006/relationships/image" Target="../media/image149.png"/><Relationship Id="rId4" Type="http://schemas.openxmlformats.org/officeDocument/2006/relationships/customXml" Target="../ink/ink142.xml"/><Relationship Id="rId9" Type="http://schemas.openxmlformats.org/officeDocument/2006/relationships/image" Target="../media/image144.png"/><Relationship Id="rId14" Type="http://schemas.openxmlformats.org/officeDocument/2006/relationships/customXml" Target="../ink/ink147.xml"/><Relationship Id="rId22" Type="http://schemas.openxmlformats.org/officeDocument/2006/relationships/customXml" Target="../ink/ink151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10.png"/><Relationship Id="rId21" Type="http://schemas.openxmlformats.org/officeDocument/2006/relationships/image" Target="../media/image162.png"/><Relationship Id="rId42" Type="http://schemas.openxmlformats.org/officeDocument/2006/relationships/customXml" Target="../ink/ink173.xml"/><Relationship Id="rId63" Type="http://schemas.openxmlformats.org/officeDocument/2006/relationships/image" Target="../media/image183.png"/><Relationship Id="rId84" Type="http://schemas.openxmlformats.org/officeDocument/2006/relationships/customXml" Target="../ink/ink194.xml"/><Relationship Id="rId138" Type="http://schemas.openxmlformats.org/officeDocument/2006/relationships/customXml" Target="../ink/ink221.xml"/><Relationship Id="rId107" Type="http://schemas.openxmlformats.org/officeDocument/2006/relationships/image" Target="../media/image205.png"/><Relationship Id="rId11" Type="http://schemas.openxmlformats.org/officeDocument/2006/relationships/image" Target="../media/image157.png"/><Relationship Id="rId32" Type="http://schemas.openxmlformats.org/officeDocument/2006/relationships/customXml" Target="../ink/ink168.xml"/><Relationship Id="rId53" Type="http://schemas.openxmlformats.org/officeDocument/2006/relationships/image" Target="../media/image178.png"/><Relationship Id="rId74" Type="http://schemas.openxmlformats.org/officeDocument/2006/relationships/customXml" Target="../ink/ink189.xml"/><Relationship Id="rId128" Type="http://schemas.openxmlformats.org/officeDocument/2006/relationships/customXml" Target="../ink/ink216.xml"/><Relationship Id="rId149" Type="http://schemas.openxmlformats.org/officeDocument/2006/relationships/image" Target="../media/image226.png"/><Relationship Id="rId5" Type="http://schemas.openxmlformats.org/officeDocument/2006/relationships/image" Target="../media/image154.png"/><Relationship Id="rId95" Type="http://schemas.openxmlformats.org/officeDocument/2006/relationships/image" Target="../media/image199.png"/><Relationship Id="rId22" Type="http://schemas.openxmlformats.org/officeDocument/2006/relationships/customXml" Target="../ink/ink163.xml"/><Relationship Id="rId27" Type="http://schemas.openxmlformats.org/officeDocument/2006/relationships/image" Target="../media/image165.png"/><Relationship Id="rId43" Type="http://schemas.openxmlformats.org/officeDocument/2006/relationships/image" Target="../media/image173.png"/><Relationship Id="rId48" Type="http://schemas.openxmlformats.org/officeDocument/2006/relationships/customXml" Target="../ink/ink176.xml"/><Relationship Id="rId64" Type="http://schemas.openxmlformats.org/officeDocument/2006/relationships/customXml" Target="../ink/ink184.xml"/><Relationship Id="rId69" Type="http://schemas.openxmlformats.org/officeDocument/2006/relationships/image" Target="../media/image186.png"/><Relationship Id="rId113" Type="http://schemas.openxmlformats.org/officeDocument/2006/relationships/image" Target="../media/image208.png"/><Relationship Id="rId118" Type="http://schemas.openxmlformats.org/officeDocument/2006/relationships/customXml" Target="../ink/ink211.xml"/><Relationship Id="rId134" Type="http://schemas.openxmlformats.org/officeDocument/2006/relationships/customXml" Target="../ink/ink219.xml"/><Relationship Id="rId139" Type="http://schemas.openxmlformats.org/officeDocument/2006/relationships/image" Target="../media/image221.png"/><Relationship Id="rId80" Type="http://schemas.openxmlformats.org/officeDocument/2006/relationships/customXml" Target="../ink/ink192.xml"/><Relationship Id="rId85" Type="http://schemas.openxmlformats.org/officeDocument/2006/relationships/image" Target="../media/image194.png"/><Relationship Id="rId12" Type="http://schemas.openxmlformats.org/officeDocument/2006/relationships/customXml" Target="../ink/ink158.xml"/><Relationship Id="rId17" Type="http://schemas.openxmlformats.org/officeDocument/2006/relationships/image" Target="../media/image160.png"/><Relationship Id="rId33" Type="http://schemas.openxmlformats.org/officeDocument/2006/relationships/image" Target="../media/image168.png"/><Relationship Id="rId38" Type="http://schemas.openxmlformats.org/officeDocument/2006/relationships/customXml" Target="../ink/ink171.xml"/><Relationship Id="rId59" Type="http://schemas.openxmlformats.org/officeDocument/2006/relationships/image" Target="../media/image181.png"/><Relationship Id="rId103" Type="http://schemas.openxmlformats.org/officeDocument/2006/relationships/image" Target="../media/image203.png"/><Relationship Id="rId108" Type="http://schemas.openxmlformats.org/officeDocument/2006/relationships/customXml" Target="../ink/ink206.xml"/><Relationship Id="rId124" Type="http://schemas.openxmlformats.org/officeDocument/2006/relationships/customXml" Target="../ink/ink214.xml"/><Relationship Id="rId129" Type="http://schemas.openxmlformats.org/officeDocument/2006/relationships/image" Target="../media/image216.png"/><Relationship Id="rId54" Type="http://schemas.openxmlformats.org/officeDocument/2006/relationships/customXml" Target="../ink/ink179.xml"/><Relationship Id="rId70" Type="http://schemas.openxmlformats.org/officeDocument/2006/relationships/customXml" Target="../ink/ink187.xml"/><Relationship Id="rId75" Type="http://schemas.openxmlformats.org/officeDocument/2006/relationships/image" Target="../media/image189.png"/><Relationship Id="rId91" Type="http://schemas.openxmlformats.org/officeDocument/2006/relationships/image" Target="../media/image197.png"/><Relationship Id="rId96" Type="http://schemas.openxmlformats.org/officeDocument/2006/relationships/customXml" Target="../ink/ink200.xml"/><Relationship Id="rId140" Type="http://schemas.openxmlformats.org/officeDocument/2006/relationships/customXml" Target="../ink/ink222.xml"/><Relationship Id="rId145" Type="http://schemas.openxmlformats.org/officeDocument/2006/relationships/image" Target="../media/image22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5.xml"/><Relationship Id="rId23" Type="http://schemas.openxmlformats.org/officeDocument/2006/relationships/image" Target="../media/image163.png"/><Relationship Id="rId28" Type="http://schemas.openxmlformats.org/officeDocument/2006/relationships/customXml" Target="../ink/ink166.xml"/><Relationship Id="rId49" Type="http://schemas.openxmlformats.org/officeDocument/2006/relationships/image" Target="../media/image176.png"/><Relationship Id="rId114" Type="http://schemas.openxmlformats.org/officeDocument/2006/relationships/customXml" Target="../ink/ink209.xml"/><Relationship Id="rId119" Type="http://schemas.openxmlformats.org/officeDocument/2006/relationships/image" Target="../media/image211.png"/><Relationship Id="rId44" Type="http://schemas.openxmlformats.org/officeDocument/2006/relationships/customXml" Target="../ink/ink174.xml"/><Relationship Id="rId60" Type="http://schemas.openxmlformats.org/officeDocument/2006/relationships/customXml" Target="../ink/ink182.xml"/><Relationship Id="rId65" Type="http://schemas.openxmlformats.org/officeDocument/2006/relationships/image" Target="../media/image184.png"/><Relationship Id="rId81" Type="http://schemas.openxmlformats.org/officeDocument/2006/relationships/image" Target="../media/image192.png"/><Relationship Id="rId86" Type="http://schemas.openxmlformats.org/officeDocument/2006/relationships/customXml" Target="../ink/ink195.xml"/><Relationship Id="rId130" Type="http://schemas.openxmlformats.org/officeDocument/2006/relationships/customXml" Target="../ink/ink217.xml"/><Relationship Id="rId135" Type="http://schemas.openxmlformats.org/officeDocument/2006/relationships/image" Target="../media/image219.png"/><Relationship Id="rId13" Type="http://schemas.openxmlformats.org/officeDocument/2006/relationships/image" Target="../media/image158.png"/><Relationship Id="rId18" Type="http://schemas.openxmlformats.org/officeDocument/2006/relationships/customXml" Target="../ink/ink161.xml"/><Relationship Id="rId39" Type="http://schemas.openxmlformats.org/officeDocument/2006/relationships/image" Target="../media/image171.png"/><Relationship Id="rId109" Type="http://schemas.openxmlformats.org/officeDocument/2006/relationships/image" Target="../media/image206.png"/><Relationship Id="rId34" Type="http://schemas.openxmlformats.org/officeDocument/2006/relationships/customXml" Target="../ink/ink169.xml"/><Relationship Id="rId50" Type="http://schemas.openxmlformats.org/officeDocument/2006/relationships/customXml" Target="../ink/ink177.xml"/><Relationship Id="rId55" Type="http://schemas.openxmlformats.org/officeDocument/2006/relationships/image" Target="../media/image179.png"/><Relationship Id="rId76" Type="http://schemas.openxmlformats.org/officeDocument/2006/relationships/customXml" Target="../ink/ink190.xml"/><Relationship Id="rId97" Type="http://schemas.openxmlformats.org/officeDocument/2006/relationships/image" Target="../media/image200.png"/><Relationship Id="rId104" Type="http://schemas.openxmlformats.org/officeDocument/2006/relationships/customXml" Target="../ink/ink204.xml"/><Relationship Id="rId120" Type="http://schemas.openxmlformats.org/officeDocument/2006/relationships/customXml" Target="../ink/ink212.xml"/><Relationship Id="rId125" Type="http://schemas.openxmlformats.org/officeDocument/2006/relationships/image" Target="../media/image214.png"/><Relationship Id="rId141" Type="http://schemas.openxmlformats.org/officeDocument/2006/relationships/image" Target="../media/image222.png"/><Relationship Id="rId146" Type="http://schemas.openxmlformats.org/officeDocument/2006/relationships/customXml" Target="../ink/ink225.xml"/><Relationship Id="rId7" Type="http://schemas.openxmlformats.org/officeDocument/2006/relationships/image" Target="../media/image155.png"/><Relationship Id="rId71" Type="http://schemas.openxmlformats.org/officeDocument/2006/relationships/image" Target="../media/image187.png"/><Relationship Id="rId92" Type="http://schemas.openxmlformats.org/officeDocument/2006/relationships/customXml" Target="../ink/ink198.xml"/><Relationship Id="rId2" Type="http://schemas.openxmlformats.org/officeDocument/2006/relationships/customXml" Target="../ink/ink153.xml"/><Relationship Id="rId29" Type="http://schemas.openxmlformats.org/officeDocument/2006/relationships/image" Target="../media/image166.png"/><Relationship Id="rId24" Type="http://schemas.openxmlformats.org/officeDocument/2006/relationships/customXml" Target="../ink/ink164.xml"/><Relationship Id="rId40" Type="http://schemas.openxmlformats.org/officeDocument/2006/relationships/customXml" Target="../ink/ink172.xml"/><Relationship Id="rId45" Type="http://schemas.openxmlformats.org/officeDocument/2006/relationships/image" Target="../media/image174.png"/><Relationship Id="rId66" Type="http://schemas.openxmlformats.org/officeDocument/2006/relationships/customXml" Target="../ink/ink185.xml"/><Relationship Id="rId87" Type="http://schemas.openxmlformats.org/officeDocument/2006/relationships/image" Target="../media/image195.png"/><Relationship Id="rId110" Type="http://schemas.openxmlformats.org/officeDocument/2006/relationships/customXml" Target="../ink/ink207.xml"/><Relationship Id="rId115" Type="http://schemas.openxmlformats.org/officeDocument/2006/relationships/image" Target="../media/image209.png"/><Relationship Id="rId131" Type="http://schemas.openxmlformats.org/officeDocument/2006/relationships/image" Target="../media/image217.png"/><Relationship Id="rId136" Type="http://schemas.openxmlformats.org/officeDocument/2006/relationships/customXml" Target="../ink/ink220.xml"/><Relationship Id="rId61" Type="http://schemas.openxmlformats.org/officeDocument/2006/relationships/image" Target="../media/image182.png"/><Relationship Id="rId82" Type="http://schemas.openxmlformats.org/officeDocument/2006/relationships/customXml" Target="../ink/ink193.xml"/><Relationship Id="rId19" Type="http://schemas.openxmlformats.org/officeDocument/2006/relationships/image" Target="../media/image161.png"/><Relationship Id="rId14" Type="http://schemas.openxmlformats.org/officeDocument/2006/relationships/customXml" Target="../ink/ink159.xml"/><Relationship Id="rId30" Type="http://schemas.openxmlformats.org/officeDocument/2006/relationships/customXml" Target="../ink/ink167.xml"/><Relationship Id="rId35" Type="http://schemas.openxmlformats.org/officeDocument/2006/relationships/image" Target="../media/image169.png"/><Relationship Id="rId56" Type="http://schemas.openxmlformats.org/officeDocument/2006/relationships/customXml" Target="../ink/ink180.xml"/><Relationship Id="rId77" Type="http://schemas.openxmlformats.org/officeDocument/2006/relationships/image" Target="../media/image190.png"/><Relationship Id="rId100" Type="http://schemas.openxmlformats.org/officeDocument/2006/relationships/customXml" Target="../ink/ink202.xml"/><Relationship Id="rId105" Type="http://schemas.openxmlformats.org/officeDocument/2006/relationships/image" Target="../media/image204.png"/><Relationship Id="rId126" Type="http://schemas.openxmlformats.org/officeDocument/2006/relationships/customXml" Target="../ink/ink215.xml"/><Relationship Id="rId147" Type="http://schemas.openxmlformats.org/officeDocument/2006/relationships/image" Target="../media/image225.png"/><Relationship Id="rId8" Type="http://schemas.openxmlformats.org/officeDocument/2006/relationships/customXml" Target="../ink/ink156.xml"/><Relationship Id="rId51" Type="http://schemas.openxmlformats.org/officeDocument/2006/relationships/image" Target="../media/image177.png"/><Relationship Id="rId72" Type="http://schemas.openxmlformats.org/officeDocument/2006/relationships/customXml" Target="../ink/ink188.xml"/><Relationship Id="rId93" Type="http://schemas.openxmlformats.org/officeDocument/2006/relationships/image" Target="../media/image198.png"/><Relationship Id="rId98" Type="http://schemas.openxmlformats.org/officeDocument/2006/relationships/customXml" Target="../ink/ink201.xml"/><Relationship Id="rId121" Type="http://schemas.openxmlformats.org/officeDocument/2006/relationships/image" Target="../media/image212.png"/><Relationship Id="rId142" Type="http://schemas.openxmlformats.org/officeDocument/2006/relationships/customXml" Target="../ink/ink223.xml"/><Relationship Id="rId3" Type="http://schemas.openxmlformats.org/officeDocument/2006/relationships/image" Target="../media/image153.png"/><Relationship Id="rId25" Type="http://schemas.openxmlformats.org/officeDocument/2006/relationships/image" Target="../media/image164.png"/><Relationship Id="rId46" Type="http://schemas.openxmlformats.org/officeDocument/2006/relationships/customXml" Target="../ink/ink175.xml"/><Relationship Id="rId67" Type="http://schemas.openxmlformats.org/officeDocument/2006/relationships/image" Target="../media/image185.png"/><Relationship Id="rId116" Type="http://schemas.openxmlformats.org/officeDocument/2006/relationships/customXml" Target="../ink/ink210.xml"/><Relationship Id="rId137" Type="http://schemas.openxmlformats.org/officeDocument/2006/relationships/image" Target="../media/image220.png"/><Relationship Id="rId20" Type="http://schemas.openxmlformats.org/officeDocument/2006/relationships/customXml" Target="../ink/ink162.xml"/><Relationship Id="rId41" Type="http://schemas.openxmlformats.org/officeDocument/2006/relationships/image" Target="../media/image172.png"/><Relationship Id="rId62" Type="http://schemas.openxmlformats.org/officeDocument/2006/relationships/customXml" Target="../ink/ink183.xml"/><Relationship Id="rId83" Type="http://schemas.openxmlformats.org/officeDocument/2006/relationships/image" Target="../media/image193.png"/><Relationship Id="rId88" Type="http://schemas.openxmlformats.org/officeDocument/2006/relationships/customXml" Target="../ink/ink196.xml"/><Relationship Id="rId111" Type="http://schemas.openxmlformats.org/officeDocument/2006/relationships/image" Target="../media/image207.png"/><Relationship Id="rId132" Type="http://schemas.openxmlformats.org/officeDocument/2006/relationships/customXml" Target="../ink/ink218.xml"/><Relationship Id="rId15" Type="http://schemas.openxmlformats.org/officeDocument/2006/relationships/image" Target="../media/image159.png"/><Relationship Id="rId36" Type="http://schemas.openxmlformats.org/officeDocument/2006/relationships/customXml" Target="../ink/ink170.xml"/><Relationship Id="rId57" Type="http://schemas.openxmlformats.org/officeDocument/2006/relationships/image" Target="../media/image180.png"/><Relationship Id="rId106" Type="http://schemas.openxmlformats.org/officeDocument/2006/relationships/customXml" Target="../ink/ink205.xml"/><Relationship Id="rId127" Type="http://schemas.openxmlformats.org/officeDocument/2006/relationships/image" Target="../media/image215.png"/><Relationship Id="rId10" Type="http://schemas.openxmlformats.org/officeDocument/2006/relationships/customXml" Target="../ink/ink157.xml"/><Relationship Id="rId31" Type="http://schemas.openxmlformats.org/officeDocument/2006/relationships/image" Target="../media/image167.png"/><Relationship Id="rId52" Type="http://schemas.openxmlformats.org/officeDocument/2006/relationships/customXml" Target="../ink/ink178.xml"/><Relationship Id="rId73" Type="http://schemas.openxmlformats.org/officeDocument/2006/relationships/image" Target="../media/image188.png"/><Relationship Id="rId78" Type="http://schemas.openxmlformats.org/officeDocument/2006/relationships/customXml" Target="../ink/ink191.xml"/><Relationship Id="rId94" Type="http://schemas.openxmlformats.org/officeDocument/2006/relationships/customXml" Target="../ink/ink199.xml"/><Relationship Id="rId99" Type="http://schemas.openxmlformats.org/officeDocument/2006/relationships/image" Target="../media/image201.png"/><Relationship Id="rId101" Type="http://schemas.openxmlformats.org/officeDocument/2006/relationships/image" Target="../media/image202.png"/><Relationship Id="rId122" Type="http://schemas.openxmlformats.org/officeDocument/2006/relationships/customXml" Target="../ink/ink213.xml"/><Relationship Id="rId143" Type="http://schemas.openxmlformats.org/officeDocument/2006/relationships/image" Target="../media/image223.png"/><Relationship Id="rId148" Type="http://schemas.openxmlformats.org/officeDocument/2006/relationships/customXml" Target="../ink/ink226.xml"/><Relationship Id="rId4" Type="http://schemas.openxmlformats.org/officeDocument/2006/relationships/customXml" Target="../ink/ink154.xml"/><Relationship Id="rId9" Type="http://schemas.openxmlformats.org/officeDocument/2006/relationships/image" Target="../media/image156.png"/><Relationship Id="rId26" Type="http://schemas.openxmlformats.org/officeDocument/2006/relationships/customXml" Target="../ink/ink165.xml"/><Relationship Id="rId47" Type="http://schemas.openxmlformats.org/officeDocument/2006/relationships/image" Target="../media/image175.png"/><Relationship Id="rId68" Type="http://schemas.openxmlformats.org/officeDocument/2006/relationships/customXml" Target="../ink/ink186.xml"/><Relationship Id="rId89" Type="http://schemas.openxmlformats.org/officeDocument/2006/relationships/image" Target="../media/image196.png"/><Relationship Id="rId112" Type="http://schemas.openxmlformats.org/officeDocument/2006/relationships/customXml" Target="../ink/ink208.xml"/><Relationship Id="rId133" Type="http://schemas.openxmlformats.org/officeDocument/2006/relationships/image" Target="../media/image218.png"/><Relationship Id="rId16" Type="http://schemas.openxmlformats.org/officeDocument/2006/relationships/customXml" Target="../ink/ink160.xml"/><Relationship Id="rId37" Type="http://schemas.openxmlformats.org/officeDocument/2006/relationships/image" Target="../media/image170.png"/><Relationship Id="rId58" Type="http://schemas.openxmlformats.org/officeDocument/2006/relationships/customXml" Target="../ink/ink181.xml"/><Relationship Id="rId79" Type="http://schemas.openxmlformats.org/officeDocument/2006/relationships/image" Target="../media/image191.png"/><Relationship Id="rId102" Type="http://schemas.openxmlformats.org/officeDocument/2006/relationships/customXml" Target="../ink/ink203.xml"/><Relationship Id="rId123" Type="http://schemas.openxmlformats.org/officeDocument/2006/relationships/image" Target="../media/image213.png"/><Relationship Id="rId144" Type="http://schemas.openxmlformats.org/officeDocument/2006/relationships/customXml" Target="../ink/ink224.xml"/><Relationship Id="rId90" Type="http://schemas.openxmlformats.org/officeDocument/2006/relationships/customXml" Target="../ink/ink19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03E1D-A668-F142-86A6-79B4B8928F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Inflation and Depreciation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26F320-C777-C245-B062-56DC5EC955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116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price of an electric frying pan was $100 in 2013. The price of the flying pan increase 5% p.a.  What is the price of the frying pan in 2016? What about the price in 2020?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6">
                <a:extLst>
                  <a:ext uri="{FF2B5EF4-FFF2-40B4-BE49-F238E27FC236}">
                    <a16:creationId xmlns:a16="http://schemas.microsoft.com/office/drawing/2014/main" id="{65CF09DD-89E3-D94C-B54B-8507352C4936}"/>
                  </a:ext>
                </a:extLst>
              </p14:cNvPr>
              <p14:cNvContentPartPr/>
              <p14:nvPr/>
            </p14:nvContentPartPr>
            <p14:xfrm>
              <a:off x="899810" y="3522591"/>
              <a:ext cx="177120" cy="420120"/>
            </p14:xfrm>
          </p:contentPart>
        </mc:Choice>
        <mc:Fallback>
          <p:pic>
            <p:nvPicPr>
              <p:cNvPr id="6" name="Ink 6">
                <a:extLst>
                  <a:ext uri="{FF2B5EF4-FFF2-40B4-BE49-F238E27FC236}">
                    <a16:creationId xmlns:a16="http://schemas.microsoft.com/office/drawing/2014/main" id="{65CF09DD-89E3-D94C-B54B-8507352C493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4690" y="3507471"/>
                <a:ext cx="207720" cy="45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4" name="Ink 15">
                <a:extLst>
                  <a:ext uri="{FF2B5EF4-FFF2-40B4-BE49-F238E27FC236}">
                    <a16:creationId xmlns:a16="http://schemas.microsoft.com/office/drawing/2014/main" id="{2051B6BF-0144-6449-8357-CDDAE7B7A3E5}"/>
                  </a:ext>
                </a:extLst>
              </p14:cNvPr>
              <p14:cNvContentPartPr/>
              <p14:nvPr/>
            </p14:nvContentPartPr>
            <p14:xfrm>
              <a:off x="1330730" y="3621951"/>
              <a:ext cx="353520" cy="163440"/>
            </p14:xfrm>
          </p:contentPart>
        </mc:Choice>
        <mc:Fallback>
          <p:pic>
            <p:nvPicPr>
              <p:cNvPr id="14" name="Ink 15">
                <a:extLst>
                  <a:ext uri="{FF2B5EF4-FFF2-40B4-BE49-F238E27FC236}">
                    <a16:creationId xmlns:a16="http://schemas.microsoft.com/office/drawing/2014/main" id="{2051B6BF-0144-6449-8357-CDDAE7B7A3E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15266" y="3606831"/>
                <a:ext cx="383729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5" name="Ink 16">
                <a:extLst>
                  <a:ext uri="{FF2B5EF4-FFF2-40B4-BE49-F238E27FC236}">
                    <a16:creationId xmlns:a16="http://schemas.microsoft.com/office/drawing/2014/main" id="{25E733B0-14EC-AF42-AE09-412BED8F69E6}"/>
                  </a:ext>
                </a:extLst>
              </p14:cNvPr>
              <p14:cNvContentPartPr/>
              <p14:nvPr/>
            </p14:nvContentPartPr>
            <p14:xfrm>
              <a:off x="110330" y="3677391"/>
              <a:ext cx="464040" cy="221400"/>
            </p14:xfrm>
          </p:contentPart>
        </mc:Choice>
        <mc:Fallback>
          <p:pic>
            <p:nvPicPr>
              <p:cNvPr id="15" name="Ink 16">
                <a:extLst>
                  <a:ext uri="{FF2B5EF4-FFF2-40B4-BE49-F238E27FC236}">
                    <a16:creationId xmlns:a16="http://schemas.microsoft.com/office/drawing/2014/main" id="{25E733B0-14EC-AF42-AE09-412BED8F69E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4850" y="3661911"/>
                <a:ext cx="49464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8DF58A9-73E2-1D4A-BACB-549930092B53}"/>
                  </a:ext>
                </a:extLst>
              </p14:cNvPr>
              <p14:cNvContentPartPr/>
              <p14:nvPr/>
            </p14:nvContentPartPr>
            <p14:xfrm>
              <a:off x="1766690" y="4008591"/>
              <a:ext cx="94320" cy="2599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8DF58A9-73E2-1D4A-BACB-549930092B5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51570" y="3993471"/>
                <a:ext cx="124560" cy="2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CF193F90-2139-8447-8846-C538B1F49C7B}"/>
                  </a:ext>
                </a:extLst>
              </p14:cNvPr>
              <p14:cNvContentPartPr/>
              <p14:nvPr/>
            </p14:nvContentPartPr>
            <p14:xfrm>
              <a:off x="1981970" y="4008591"/>
              <a:ext cx="33480" cy="1911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CF193F90-2139-8447-8846-C538B1F49C7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66850" y="3993471"/>
                <a:ext cx="6408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1098A7B-EB0D-2243-A115-2E2AA59D1FF1}"/>
                  </a:ext>
                </a:extLst>
              </p14:cNvPr>
              <p14:cNvContentPartPr/>
              <p14:nvPr/>
            </p14:nvContentPartPr>
            <p14:xfrm>
              <a:off x="2087090" y="4119111"/>
              <a:ext cx="13680" cy="223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D1098A7B-EB0D-2243-A115-2E2AA59D1FF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071610" y="4103631"/>
                <a:ext cx="4428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4CA76E5A-A77E-834D-A953-74A0A7FDA964}"/>
                  </a:ext>
                </a:extLst>
              </p14:cNvPr>
              <p14:cNvContentPartPr/>
              <p14:nvPr/>
            </p14:nvContentPartPr>
            <p14:xfrm>
              <a:off x="2528810" y="3831831"/>
              <a:ext cx="171360" cy="3481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4CA76E5A-A77E-834D-A953-74A0A7FDA96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13690" y="3816711"/>
                <a:ext cx="201960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37D4939B-768C-4547-9CF1-2DDF6900F1F6}"/>
                  </a:ext>
                </a:extLst>
              </p14:cNvPr>
              <p14:cNvContentPartPr/>
              <p14:nvPr/>
            </p14:nvContentPartPr>
            <p14:xfrm>
              <a:off x="1358090" y="4521951"/>
              <a:ext cx="33480" cy="18252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37D4939B-768C-4547-9CF1-2DDF6900F1F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342970" y="4506831"/>
                <a:ext cx="6408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153119C0-BEA8-9F42-83AC-1CCB50E5C48B}"/>
                  </a:ext>
                </a:extLst>
              </p14:cNvPr>
              <p14:cNvContentPartPr/>
              <p14:nvPr/>
            </p14:nvContentPartPr>
            <p14:xfrm>
              <a:off x="1468610" y="4511871"/>
              <a:ext cx="199080" cy="13788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153119C0-BEA8-9F42-83AC-1CCB50E5C48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453490" y="4496391"/>
                <a:ext cx="22968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53" name="Ink 61">
                <a:extLst>
                  <a:ext uri="{FF2B5EF4-FFF2-40B4-BE49-F238E27FC236}">
                    <a16:creationId xmlns:a16="http://schemas.microsoft.com/office/drawing/2014/main" id="{B80A1E78-79C5-E444-BACB-E7444491149F}"/>
                  </a:ext>
                </a:extLst>
              </p14:cNvPr>
              <p14:cNvContentPartPr/>
              <p14:nvPr/>
            </p14:nvContentPartPr>
            <p14:xfrm>
              <a:off x="1761290" y="4433751"/>
              <a:ext cx="226800" cy="237960"/>
            </p14:xfrm>
          </p:contentPart>
        </mc:Choice>
        <mc:Fallback>
          <p:pic>
            <p:nvPicPr>
              <p:cNvPr id="53" name="Ink 61">
                <a:extLst>
                  <a:ext uri="{FF2B5EF4-FFF2-40B4-BE49-F238E27FC236}">
                    <a16:creationId xmlns:a16="http://schemas.microsoft.com/office/drawing/2014/main" id="{B80A1E78-79C5-E444-BACB-E7444491149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746170" y="4418631"/>
                <a:ext cx="25740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55" name="Ink 63">
                <a:extLst>
                  <a:ext uri="{FF2B5EF4-FFF2-40B4-BE49-F238E27FC236}">
                    <a16:creationId xmlns:a16="http://schemas.microsoft.com/office/drawing/2014/main" id="{D764E4CD-D114-4143-B9BA-7CE40129B70D}"/>
                  </a:ext>
                </a:extLst>
              </p14:cNvPr>
              <p14:cNvContentPartPr/>
              <p14:nvPr/>
            </p14:nvContentPartPr>
            <p14:xfrm>
              <a:off x="524330" y="4549671"/>
              <a:ext cx="248760" cy="199080"/>
            </p14:xfrm>
          </p:contentPart>
        </mc:Choice>
        <mc:Fallback>
          <p:pic>
            <p:nvPicPr>
              <p:cNvPr id="55" name="Ink 63">
                <a:extLst>
                  <a:ext uri="{FF2B5EF4-FFF2-40B4-BE49-F238E27FC236}">
                    <a16:creationId xmlns:a16="http://schemas.microsoft.com/office/drawing/2014/main" id="{D764E4CD-D114-4143-B9BA-7CE40129B70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09210" y="4534551"/>
                <a:ext cx="27936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56" name="Ink 64">
                <a:extLst>
                  <a:ext uri="{FF2B5EF4-FFF2-40B4-BE49-F238E27FC236}">
                    <a16:creationId xmlns:a16="http://schemas.microsoft.com/office/drawing/2014/main" id="{C7DB9995-FFD1-A345-AEF3-C0C20E27CEDC}"/>
                  </a:ext>
                </a:extLst>
              </p14:cNvPr>
              <p14:cNvContentPartPr/>
              <p14:nvPr/>
            </p14:nvContentPartPr>
            <p14:xfrm>
              <a:off x="140210" y="4632471"/>
              <a:ext cx="296280" cy="160560"/>
            </p14:xfrm>
          </p:contentPart>
        </mc:Choice>
        <mc:Fallback>
          <p:pic>
            <p:nvPicPr>
              <p:cNvPr id="56" name="Ink 64">
                <a:extLst>
                  <a:ext uri="{FF2B5EF4-FFF2-40B4-BE49-F238E27FC236}">
                    <a16:creationId xmlns:a16="http://schemas.microsoft.com/office/drawing/2014/main" id="{C7DB9995-FFD1-A345-AEF3-C0C20E27CED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25072" y="4617351"/>
                <a:ext cx="326917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57" name="Ink 65">
                <a:extLst>
                  <a:ext uri="{FF2B5EF4-FFF2-40B4-BE49-F238E27FC236}">
                    <a16:creationId xmlns:a16="http://schemas.microsoft.com/office/drawing/2014/main" id="{A13471C7-0996-C244-BB70-4A2B20C403D2}"/>
                  </a:ext>
                </a:extLst>
              </p14:cNvPr>
              <p14:cNvContentPartPr/>
              <p14:nvPr/>
            </p14:nvContentPartPr>
            <p14:xfrm>
              <a:off x="2236130" y="3925791"/>
              <a:ext cx="204480" cy="209520"/>
            </p14:xfrm>
          </p:contentPart>
        </mc:Choice>
        <mc:Fallback>
          <p:pic>
            <p:nvPicPr>
              <p:cNvPr id="57" name="Ink 65">
                <a:extLst>
                  <a:ext uri="{FF2B5EF4-FFF2-40B4-BE49-F238E27FC236}">
                    <a16:creationId xmlns:a16="http://schemas.microsoft.com/office/drawing/2014/main" id="{A13471C7-0996-C244-BB70-4A2B20C403D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221037" y="3910671"/>
                <a:ext cx="234667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58" name="Ink 66">
                <a:extLst>
                  <a:ext uri="{FF2B5EF4-FFF2-40B4-BE49-F238E27FC236}">
                    <a16:creationId xmlns:a16="http://schemas.microsoft.com/office/drawing/2014/main" id="{6DF59E61-633C-204F-A4BE-21174986F5DC}"/>
                  </a:ext>
                </a:extLst>
              </p14:cNvPr>
              <p14:cNvContentPartPr/>
              <p14:nvPr/>
            </p14:nvContentPartPr>
            <p14:xfrm>
              <a:off x="1319570" y="4069431"/>
              <a:ext cx="303120" cy="198360"/>
            </p14:xfrm>
          </p:contentPart>
        </mc:Choice>
        <mc:Fallback>
          <p:pic>
            <p:nvPicPr>
              <p:cNvPr id="58" name="Ink 66">
                <a:extLst>
                  <a:ext uri="{FF2B5EF4-FFF2-40B4-BE49-F238E27FC236}">
                    <a16:creationId xmlns:a16="http://schemas.microsoft.com/office/drawing/2014/main" id="{6DF59E61-633C-204F-A4BE-21174986F5D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304108" y="4053951"/>
                <a:ext cx="333684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60" name="Ink 68">
                <a:extLst>
                  <a:ext uri="{FF2B5EF4-FFF2-40B4-BE49-F238E27FC236}">
                    <a16:creationId xmlns:a16="http://schemas.microsoft.com/office/drawing/2014/main" id="{E186D001-5DBA-2843-A3E7-15109A20C7F7}"/>
                  </a:ext>
                </a:extLst>
              </p14:cNvPr>
              <p14:cNvContentPartPr/>
              <p14:nvPr/>
            </p14:nvContentPartPr>
            <p14:xfrm>
              <a:off x="137690" y="4135671"/>
              <a:ext cx="541800" cy="235440"/>
            </p14:xfrm>
          </p:contentPart>
        </mc:Choice>
        <mc:Fallback>
          <p:pic>
            <p:nvPicPr>
              <p:cNvPr id="60" name="Ink 68">
                <a:extLst>
                  <a:ext uri="{FF2B5EF4-FFF2-40B4-BE49-F238E27FC236}">
                    <a16:creationId xmlns:a16="http://schemas.microsoft.com/office/drawing/2014/main" id="{E186D001-5DBA-2843-A3E7-15109A20C7F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22560" y="4120191"/>
                <a:ext cx="57242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72" name="Ink 73">
                <a:extLst>
                  <a:ext uri="{FF2B5EF4-FFF2-40B4-BE49-F238E27FC236}">
                    <a16:creationId xmlns:a16="http://schemas.microsoft.com/office/drawing/2014/main" id="{39F8E4DE-6233-B44D-A110-9955CE601C36}"/>
                  </a:ext>
                </a:extLst>
              </p14:cNvPr>
              <p14:cNvContentPartPr/>
              <p14:nvPr/>
            </p14:nvContentPartPr>
            <p14:xfrm>
              <a:off x="993770" y="4038831"/>
              <a:ext cx="215640" cy="715680"/>
            </p14:xfrm>
          </p:contentPart>
        </mc:Choice>
        <mc:Fallback>
          <p:pic>
            <p:nvPicPr>
              <p:cNvPr id="72" name="Ink 73">
                <a:extLst>
                  <a:ext uri="{FF2B5EF4-FFF2-40B4-BE49-F238E27FC236}">
                    <a16:creationId xmlns:a16="http://schemas.microsoft.com/office/drawing/2014/main" id="{39F8E4DE-6233-B44D-A110-9955CE601C3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78650" y="4023351"/>
                <a:ext cx="246240" cy="74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A198636E-50A9-0847-9A88-B7F6675AF684}"/>
                  </a:ext>
                </a:extLst>
              </p14:cNvPr>
              <p14:cNvContentPartPr/>
              <p14:nvPr/>
            </p14:nvContentPartPr>
            <p14:xfrm>
              <a:off x="126890" y="5135031"/>
              <a:ext cx="326160" cy="13824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A198636E-50A9-0847-9A88-B7F6675AF68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11410" y="5119911"/>
                <a:ext cx="35676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87" name="Ink 87">
                <a:extLst>
                  <a:ext uri="{FF2B5EF4-FFF2-40B4-BE49-F238E27FC236}">
                    <a16:creationId xmlns:a16="http://schemas.microsoft.com/office/drawing/2014/main" id="{01783143-9564-D844-9E6A-C34EFA7C4D95}"/>
                  </a:ext>
                </a:extLst>
              </p14:cNvPr>
              <p14:cNvContentPartPr/>
              <p14:nvPr/>
            </p14:nvContentPartPr>
            <p14:xfrm>
              <a:off x="529730" y="4969431"/>
              <a:ext cx="227160" cy="270360"/>
            </p14:xfrm>
          </p:contentPart>
        </mc:Choice>
        <mc:Fallback>
          <p:pic>
            <p:nvPicPr>
              <p:cNvPr id="87" name="Ink 87">
                <a:extLst>
                  <a:ext uri="{FF2B5EF4-FFF2-40B4-BE49-F238E27FC236}">
                    <a16:creationId xmlns:a16="http://schemas.microsoft.com/office/drawing/2014/main" id="{01783143-9564-D844-9E6A-C34EFA7C4D9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14586" y="4954311"/>
                <a:ext cx="257809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9F20417A-8BBC-7040-A8CA-741180164BB5}"/>
                  </a:ext>
                </a:extLst>
              </p14:cNvPr>
              <p14:cNvContentPartPr/>
              <p14:nvPr/>
            </p14:nvContentPartPr>
            <p14:xfrm>
              <a:off x="1098530" y="4872591"/>
              <a:ext cx="154800" cy="35676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9F20417A-8BBC-7040-A8CA-741180164BB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83410" y="4857111"/>
                <a:ext cx="185400" cy="38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A8657959-0A61-AE43-B3D1-9C59E7E08EDB}"/>
                  </a:ext>
                </a:extLst>
              </p14:cNvPr>
              <p14:cNvContentPartPr/>
              <p14:nvPr/>
            </p14:nvContentPartPr>
            <p14:xfrm>
              <a:off x="1893770" y="4858911"/>
              <a:ext cx="94320" cy="34272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A8657959-0A61-AE43-B3D1-9C59E7E08ED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878650" y="4843791"/>
                <a:ext cx="124560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00" name="Ink 101">
                <a:extLst>
                  <a:ext uri="{FF2B5EF4-FFF2-40B4-BE49-F238E27FC236}">
                    <a16:creationId xmlns:a16="http://schemas.microsoft.com/office/drawing/2014/main" id="{E9110A14-77D3-E04F-A0A4-DDCBE828E9BA}"/>
                  </a:ext>
                </a:extLst>
              </p14:cNvPr>
              <p14:cNvContentPartPr/>
              <p14:nvPr/>
            </p14:nvContentPartPr>
            <p14:xfrm>
              <a:off x="1385810" y="4931271"/>
              <a:ext cx="336960" cy="204120"/>
            </p14:xfrm>
          </p:contentPart>
        </mc:Choice>
        <mc:Fallback>
          <p:pic>
            <p:nvPicPr>
              <p:cNvPr id="100" name="Ink 101">
                <a:extLst>
                  <a:ext uri="{FF2B5EF4-FFF2-40B4-BE49-F238E27FC236}">
                    <a16:creationId xmlns:a16="http://schemas.microsoft.com/office/drawing/2014/main" id="{E9110A14-77D3-E04F-A0A4-DDCBE828E9B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370706" y="4916151"/>
                <a:ext cx="367168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09" name="Ink 110">
                <a:extLst>
                  <a:ext uri="{FF2B5EF4-FFF2-40B4-BE49-F238E27FC236}">
                    <a16:creationId xmlns:a16="http://schemas.microsoft.com/office/drawing/2014/main" id="{16CF4F06-B0FD-2B48-B294-23046FAF18E8}"/>
                  </a:ext>
                </a:extLst>
              </p14:cNvPr>
              <p14:cNvContentPartPr/>
              <p14:nvPr/>
            </p14:nvContentPartPr>
            <p14:xfrm>
              <a:off x="3119570" y="4179951"/>
              <a:ext cx="739800" cy="944280"/>
            </p14:xfrm>
          </p:contentPart>
        </mc:Choice>
        <mc:Fallback>
          <p:pic>
            <p:nvPicPr>
              <p:cNvPr id="109" name="Ink 110">
                <a:extLst>
                  <a:ext uri="{FF2B5EF4-FFF2-40B4-BE49-F238E27FC236}">
                    <a16:creationId xmlns:a16="http://schemas.microsoft.com/office/drawing/2014/main" id="{16CF4F06-B0FD-2B48-B294-23046FAF18E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104450" y="4164477"/>
                <a:ext cx="770040" cy="9748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10" name="Ink 111">
                <a:extLst>
                  <a:ext uri="{FF2B5EF4-FFF2-40B4-BE49-F238E27FC236}">
                    <a16:creationId xmlns:a16="http://schemas.microsoft.com/office/drawing/2014/main" id="{D385E72C-2521-E040-A1D5-BCC338939CC2}"/>
                  </a:ext>
                </a:extLst>
              </p14:cNvPr>
              <p14:cNvContentPartPr/>
              <p14:nvPr/>
            </p14:nvContentPartPr>
            <p14:xfrm>
              <a:off x="2070530" y="4317831"/>
              <a:ext cx="972360" cy="801000"/>
            </p14:xfrm>
          </p:contentPart>
        </mc:Choice>
        <mc:Fallback>
          <p:pic>
            <p:nvPicPr>
              <p:cNvPr id="110" name="Ink 111">
                <a:extLst>
                  <a:ext uri="{FF2B5EF4-FFF2-40B4-BE49-F238E27FC236}">
                    <a16:creationId xmlns:a16="http://schemas.microsoft.com/office/drawing/2014/main" id="{D385E72C-2521-E040-A1D5-BCC338939CC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055050" y="4302711"/>
                <a:ext cx="1002600" cy="83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6FD1866C-2504-5047-85D1-3E7017D9B125}"/>
                  </a:ext>
                </a:extLst>
              </p14:cNvPr>
              <p14:cNvContentPartPr/>
              <p14:nvPr/>
            </p14:nvContentPartPr>
            <p14:xfrm>
              <a:off x="3969890" y="4655151"/>
              <a:ext cx="171360" cy="43056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6FD1866C-2504-5047-85D1-3E7017D9B12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954770" y="4640031"/>
                <a:ext cx="201960" cy="46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20" name="Ink 120">
                <a:extLst>
                  <a:ext uri="{FF2B5EF4-FFF2-40B4-BE49-F238E27FC236}">
                    <a16:creationId xmlns:a16="http://schemas.microsoft.com/office/drawing/2014/main" id="{0470CD07-D254-A849-ACA7-C4EDF64ED5BC}"/>
                  </a:ext>
                </a:extLst>
              </p14:cNvPr>
              <p14:cNvContentPartPr/>
              <p14:nvPr/>
            </p14:nvContentPartPr>
            <p14:xfrm>
              <a:off x="4234850" y="4544271"/>
              <a:ext cx="696240" cy="423000"/>
            </p14:xfrm>
          </p:contentPart>
        </mc:Choice>
        <mc:Fallback>
          <p:pic>
            <p:nvPicPr>
              <p:cNvPr id="120" name="Ink 120">
                <a:extLst>
                  <a:ext uri="{FF2B5EF4-FFF2-40B4-BE49-F238E27FC236}">
                    <a16:creationId xmlns:a16="http://schemas.microsoft.com/office/drawing/2014/main" id="{0470CD07-D254-A849-ACA7-C4EDF64ED5B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219730" y="4528791"/>
                <a:ext cx="726480" cy="45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02316650-C4B3-A04C-9E7E-EAF89AD20708}"/>
                  </a:ext>
                </a:extLst>
              </p14:cNvPr>
              <p14:cNvContentPartPr/>
              <p14:nvPr/>
            </p14:nvContentPartPr>
            <p14:xfrm>
              <a:off x="264770" y="5433111"/>
              <a:ext cx="121680" cy="28440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02316650-C4B3-A04C-9E7E-EAF89AD20708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49650" y="5417991"/>
                <a:ext cx="15228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8DD3E8CF-211E-344D-831A-DC9C404983E8}"/>
                  </a:ext>
                </a:extLst>
              </p14:cNvPr>
              <p14:cNvContentPartPr/>
              <p14:nvPr/>
            </p14:nvContentPartPr>
            <p14:xfrm>
              <a:off x="325610" y="5433111"/>
              <a:ext cx="204840" cy="32076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8DD3E8CF-211E-344D-831A-DC9C404983E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10490" y="5417991"/>
                <a:ext cx="23508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7086DC49-FC85-9641-80D0-33E6DDF4BC4C}"/>
                  </a:ext>
                </a:extLst>
              </p14:cNvPr>
              <p14:cNvContentPartPr/>
              <p14:nvPr/>
            </p14:nvContentPartPr>
            <p14:xfrm>
              <a:off x="446930" y="5571351"/>
              <a:ext cx="88560" cy="6120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7086DC49-FC85-9641-80D0-33E6DDF4BC4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31810" y="5555871"/>
                <a:ext cx="11916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D69EE7EA-3929-6C42-A9AC-228FF860838B}"/>
                  </a:ext>
                </a:extLst>
              </p14:cNvPr>
              <p14:cNvContentPartPr/>
              <p14:nvPr/>
            </p14:nvContentPartPr>
            <p14:xfrm>
              <a:off x="596330" y="5438871"/>
              <a:ext cx="88560" cy="7776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D69EE7EA-3929-6C42-A9AC-228FF860838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80850" y="5423391"/>
                <a:ext cx="11916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CF48A831-F6E2-3146-8450-326F3E8A279B}"/>
                  </a:ext>
                </a:extLst>
              </p14:cNvPr>
              <p14:cNvContentPartPr/>
              <p14:nvPr/>
            </p14:nvContentPartPr>
            <p14:xfrm>
              <a:off x="634850" y="5411151"/>
              <a:ext cx="309600" cy="23796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CF48A831-F6E2-3146-8450-326F3E8A279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19730" y="5396031"/>
                <a:ext cx="34020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F72B8C55-668D-4541-B97D-F8A6862149E1}"/>
                  </a:ext>
                </a:extLst>
              </p14:cNvPr>
              <p14:cNvContentPartPr/>
              <p14:nvPr/>
            </p14:nvContentPartPr>
            <p14:xfrm>
              <a:off x="1236770" y="5356071"/>
              <a:ext cx="173880" cy="21564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F72B8C55-668D-4541-B97D-F8A6862149E1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221290" y="5340591"/>
                <a:ext cx="20448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7437DD64-C8A2-7E49-81A2-DDA7CCCE15DB}"/>
                  </a:ext>
                </a:extLst>
              </p14:cNvPr>
              <p14:cNvContentPartPr/>
              <p14:nvPr/>
            </p14:nvContentPartPr>
            <p14:xfrm>
              <a:off x="1617650" y="5311791"/>
              <a:ext cx="602280" cy="39780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7437DD64-C8A2-7E49-81A2-DDA7CCCE15D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602530" y="5296311"/>
                <a:ext cx="632880" cy="42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3628BDE2-173B-4840-B9E9-F74BCFDD7837}"/>
                  </a:ext>
                </a:extLst>
              </p14:cNvPr>
              <p14:cNvContentPartPr/>
              <p14:nvPr/>
            </p14:nvContentPartPr>
            <p14:xfrm>
              <a:off x="2363210" y="5477391"/>
              <a:ext cx="88200" cy="13824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3628BDE2-173B-4840-B9E9-F74BCFDD783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347730" y="5462271"/>
                <a:ext cx="11844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3E6448EC-565A-724E-B9FD-F6DC24715690}"/>
                  </a:ext>
                </a:extLst>
              </p14:cNvPr>
              <p14:cNvContentPartPr/>
              <p14:nvPr/>
            </p14:nvContentPartPr>
            <p14:xfrm>
              <a:off x="2727530" y="5268951"/>
              <a:ext cx="28080" cy="21996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3E6448EC-565A-724E-B9FD-F6DC2471569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712410" y="5253471"/>
                <a:ext cx="5832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E176FAB7-E372-C54D-8FE9-A8DF882F4DD6}"/>
                  </a:ext>
                </a:extLst>
              </p14:cNvPr>
              <p14:cNvContentPartPr/>
              <p14:nvPr/>
            </p14:nvContentPartPr>
            <p14:xfrm>
              <a:off x="2661290" y="5297751"/>
              <a:ext cx="420120" cy="18576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E176FAB7-E372-C54D-8FE9-A8DF882F4DD6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646170" y="5282271"/>
                <a:ext cx="4503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FE2AC0D0-0236-9C41-83F5-12E155B70D43}"/>
                  </a:ext>
                </a:extLst>
              </p14:cNvPr>
              <p14:cNvContentPartPr/>
              <p14:nvPr/>
            </p14:nvContentPartPr>
            <p14:xfrm>
              <a:off x="3301730" y="5292711"/>
              <a:ext cx="132840" cy="30636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FE2AC0D0-0236-9C41-83F5-12E155B70D4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286610" y="5277591"/>
                <a:ext cx="16344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A28AEA20-F33F-DA4A-B4EF-83C25BD43DD1}"/>
                  </a:ext>
                </a:extLst>
              </p14:cNvPr>
              <p14:cNvContentPartPr/>
              <p14:nvPr/>
            </p14:nvContentPartPr>
            <p14:xfrm>
              <a:off x="3500450" y="5298111"/>
              <a:ext cx="182520" cy="13536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A28AEA20-F33F-DA4A-B4EF-83C25BD43DD1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485330" y="5282991"/>
                <a:ext cx="21312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DBB7A304-41D7-3C40-B15D-383BD913AF72}"/>
                  </a:ext>
                </a:extLst>
              </p14:cNvPr>
              <p14:cNvContentPartPr/>
              <p14:nvPr/>
            </p14:nvContentPartPr>
            <p14:xfrm>
              <a:off x="3644090" y="5239791"/>
              <a:ext cx="50040" cy="2232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DBB7A304-41D7-3C40-B15D-383BD913AF72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628970" y="5224671"/>
                <a:ext cx="8064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21147E0B-53A3-244A-A1BD-073C0CB5EA57}"/>
                  </a:ext>
                </a:extLst>
              </p14:cNvPr>
              <p14:cNvContentPartPr/>
              <p14:nvPr/>
            </p14:nvContentPartPr>
            <p14:xfrm>
              <a:off x="3732650" y="5250951"/>
              <a:ext cx="171360" cy="14400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21147E0B-53A3-244A-A1BD-073C0CB5EA57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717170" y="5235831"/>
                <a:ext cx="20196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8A786451-1B0C-B544-8B7B-6CC04E8FC998}"/>
                  </a:ext>
                </a:extLst>
              </p14:cNvPr>
              <p14:cNvContentPartPr/>
              <p14:nvPr/>
            </p14:nvContentPartPr>
            <p14:xfrm>
              <a:off x="4168610" y="5190111"/>
              <a:ext cx="204840" cy="40284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8A786451-1B0C-B544-8B7B-6CC04E8FC99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153490" y="5174991"/>
                <a:ext cx="235080" cy="43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B30A9CA2-196A-BF46-B03C-33D672BC3BCC}"/>
                  </a:ext>
                </a:extLst>
              </p14:cNvPr>
              <p14:cNvContentPartPr/>
              <p14:nvPr/>
            </p14:nvContentPartPr>
            <p14:xfrm>
              <a:off x="342170" y="5946831"/>
              <a:ext cx="16920" cy="30420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B30A9CA2-196A-BF46-B03C-33D672BC3BCC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27050" y="5931351"/>
                <a:ext cx="4752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925DEFBA-B7C7-DE47-9F4F-BE51ACD08436}"/>
                  </a:ext>
                </a:extLst>
              </p14:cNvPr>
              <p14:cNvContentPartPr/>
              <p14:nvPr/>
            </p14:nvContentPartPr>
            <p14:xfrm>
              <a:off x="264770" y="5897511"/>
              <a:ext cx="430920" cy="28152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925DEFBA-B7C7-DE47-9F4F-BE51ACD08436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49650" y="5882391"/>
                <a:ext cx="461520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4096D74F-4283-864A-A6AD-ED66E44E91FB}"/>
                  </a:ext>
                </a:extLst>
              </p14:cNvPr>
              <p14:cNvContentPartPr/>
              <p14:nvPr/>
            </p14:nvContentPartPr>
            <p14:xfrm>
              <a:off x="1010330" y="5793831"/>
              <a:ext cx="209520" cy="62784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4096D74F-4283-864A-A6AD-ED66E44E91FB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995210" y="5778711"/>
                <a:ext cx="240120" cy="65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D9DA02DC-FE25-774E-B1C6-5FC026A0D3F2}"/>
                  </a:ext>
                </a:extLst>
              </p14:cNvPr>
              <p14:cNvContentPartPr/>
              <p14:nvPr/>
            </p14:nvContentPartPr>
            <p14:xfrm>
              <a:off x="1004930" y="5983551"/>
              <a:ext cx="447480" cy="44388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D9DA02DC-FE25-774E-B1C6-5FC026A0D3F2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89450" y="5968431"/>
                <a:ext cx="478080" cy="47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1983BCB1-FC13-4245-A2C7-281C9B1927AA}"/>
                  </a:ext>
                </a:extLst>
              </p14:cNvPr>
              <p14:cNvContentPartPr/>
              <p14:nvPr/>
            </p14:nvContentPartPr>
            <p14:xfrm>
              <a:off x="1501730" y="5996511"/>
              <a:ext cx="38880" cy="7776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1983BCB1-FC13-4245-A2C7-281C9B1927AA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486610" y="5981031"/>
                <a:ext cx="6948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FAB28CE7-FDB4-864F-98C5-2B23BC36C8C9}"/>
                  </a:ext>
                </a:extLst>
              </p14:cNvPr>
              <p14:cNvContentPartPr/>
              <p14:nvPr/>
            </p14:nvContentPartPr>
            <p14:xfrm>
              <a:off x="1518290" y="5891391"/>
              <a:ext cx="248760" cy="49176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FAB28CE7-FDB4-864F-98C5-2B23BC36C8C9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503170" y="5876271"/>
                <a:ext cx="279360" cy="52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8A154B6F-DC18-494A-872C-EAA2F7069C28}"/>
                  </a:ext>
                </a:extLst>
              </p14:cNvPr>
              <p14:cNvContentPartPr/>
              <p14:nvPr/>
            </p14:nvContentPartPr>
            <p14:xfrm>
              <a:off x="2059370" y="5963391"/>
              <a:ext cx="38880" cy="24336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8A154B6F-DC18-494A-872C-EAA2F7069C28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044250" y="5947911"/>
                <a:ext cx="6948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228FFBE3-3A3D-ED46-A689-390BC76F8749}"/>
                  </a:ext>
                </a:extLst>
              </p14:cNvPr>
              <p14:cNvContentPartPr/>
              <p14:nvPr/>
            </p14:nvContentPartPr>
            <p14:xfrm>
              <a:off x="2114810" y="5864031"/>
              <a:ext cx="121680" cy="18180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228FFBE3-3A3D-ED46-A689-390BC76F8749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099330" y="5848551"/>
                <a:ext cx="15228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DE00AF7E-862A-3146-BB6C-98BA90E59BF1}"/>
                  </a:ext>
                </a:extLst>
              </p14:cNvPr>
              <p14:cNvContentPartPr/>
              <p14:nvPr/>
            </p14:nvContentPartPr>
            <p14:xfrm>
              <a:off x="2230730" y="5831271"/>
              <a:ext cx="375840" cy="19836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DE00AF7E-862A-3146-BB6C-98BA90E59BF1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215250" y="5816151"/>
                <a:ext cx="40644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789680E6-7B89-294E-AD8A-B9B45F3B49C3}"/>
                  </a:ext>
                </a:extLst>
              </p14:cNvPr>
              <p14:cNvContentPartPr/>
              <p14:nvPr/>
            </p14:nvContentPartPr>
            <p14:xfrm>
              <a:off x="2871170" y="5861511"/>
              <a:ext cx="38880" cy="14652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789680E6-7B89-294E-AD8A-B9B45F3B49C3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856050" y="5846031"/>
                <a:ext cx="6948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2479B0A6-F11D-4F4C-8E47-44B1732080F4}"/>
                  </a:ext>
                </a:extLst>
              </p14:cNvPr>
              <p14:cNvContentPartPr/>
              <p14:nvPr/>
            </p14:nvContentPartPr>
            <p14:xfrm>
              <a:off x="2865770" y="5798151"/>
              <a:ext cx="237240" cy="22068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2479B0A6-F11D-4F4C-8E47-44B1732080F4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850290" y="5783031"/>
                <a:ext cx="26784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922E5248-31F2-7649-B078-C0F625C3F26F}"/>
                  </a:ext>
                </a:extLst>
              </p14:cNvPr>
              <p14:cNvContentPartPr/>
              <p14:nvPr/>
            </p14:nvContentPartPr>
            <p14:xfrm>
              <a:off x="3743450" y="5814351"/>
              <a:ext cx="28080" cy="22680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922E5248-31F2-7649-B078-C0F625C3F26F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728330" y="5798871"/>
                <a:ext cx="5832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170" name="Ink 171">
                <a:extLst>
                  <a:ext uri="{FF2B5EF4-FFF2-40B4-BE49-F238E27FC236}">
                    <a16:creationId xmlns:a16="http://schemas.microsoft.com/office/drawing/2014/main" id="{17281635-9EEA-9242-914F-9865042932B3}"/>
                  </a:ext>
                </a:extLst>
              </p14:cNvPr>
              <p14:cNvContentPartPr/>
              <p14:nvPr/>
            </p14:nvContentPartPr>
            <p14:xfrm>
              <a:off x="3870530" y="5770071"/>
              <a:ext cx="359280" cy="265320"/>
            </p14:xfrm>
          </p:contentPart>
        </mc:Choice>
        <mc:Fallback>
          <p:pic>
            <p:nvPicPr>
              <p:cNvPr id="170" name="Ink 171">
                <a:extLst>
                  <a:ext uri="{FF2B5EF4-FFF2-40B4-BE49-F238E27FC236}">
                    <a16:creationId xmlns:a16="http://schemas.microsoft.com/office/drawing/2014/main" id="{17281635-9EEA-9242-914F-9865042932B3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855410" y="5754951"/>
                <a:ext cx="38988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171" name="Ink 172">
                <a:extLst>
                  <a:ext uri="{FF2B5EF4-FFF2-40B4-BE49-F238E27FC236}">
                    <a16:creationId xmlns:a16="http://schemas.microsoft.com/office/drawing/2014/main" id="{35FE3F54-C642-6B46-BF14-DC8A0F0AB911}"/>
                  </a:ext>
                </a:extLst>
              </p14:cNvPr>
              <p14:cNvContentPartPr/>
              <p14:nvPr/>
            </p14:nvContentPartPr>
            <p14:xfrm>
              <a:off x="3450770" y="5684751"/>
              <a:ext cx="143280" cy="450000"/>
            </p14:xfrm>
          </p:contentPart>
        </mc:Choice>
        <mc:Fallback>
          <p:pic>
            <p:nvPicPr>
              <p:cNvPr id="171" name="Ink 172">
                <a:extLst>
                  <a:ext uri="{FF2B5EF4-FFF2-40B4-BE49-F238E27FC236}">
                    <a16:creationId xmlns:a16="http://schemas.microsoft.com/office/drawing/2014/main" id="{35FE3F54-C642-6B46-BF14-DC8A0F0AB911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435650" y="5669631"/>
                <a:ext cx="173880" cy="48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176" name="Ink 176">
                <a:extLst>
                  <a:ext uri="{FF2B5EF4-FFF2-40B4-BE49-F238E27FC236}">
                    <a16:creationId xmlns:a16="http://schemas.microsoft.com/office/drawing/2014/main" id="{5905BA3D-1410-CB4E-80A7-2C4489AC09FD}"/>
                  </a:ext>
                </a:extLst>
              </p14:cNvPr>
              <p14:cNvContentPartPr/>
              <p14:nvPr/>
            </p14:nvContentPartPr>
            <p14:xfrm>
              <a:off x="4328810" y="5676111"/>
              <a:ext cx="444600" cy="353880"/>
            </p14:xfrm>
          </p:contentPart>
        </mc:Choice>
        <mc:Fallback>
          <p:pic>
            <p:nvPicPr>
              <p:cNvPr id="176" name="Ink 176">
                <a:extLst>
                  <a:ext uri="{FF2B5EF4-FFF2-40B4-BE49-F238E27FC236}">
                    <a16:creationId xmlns:a16="http://schemas.microsoft.com/office/drawing/2014/main" id="{5905BA3D-1410-CB4E-80A7-2C4489AC09FD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4313690" y="5660991"/>
                <a:ext cx="475200" cy="38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265" name="Ink 265">
                <a:extLst>
                  <a:ext uri="{FF2B5EF4-FFF2-40B4-BE49-F238E27FC236}">
                    <a16:creationId xmlns:a16="http://schemas.microsoft.com/office/drawing/2014/main" id="{2A685ED6-33FE-7842-A49C-7865856E6D9A}"/>
                  </a:ext>
                </a:extLst>
              </p14:cNvPr>
              <p14:cNvContentPartPr/>
              <p14:nvPr/>
            </p14:nvContentPartPr>
            <p14:xfrm>
              <a:off x="5206850" y="3155031"/>
              <a:ext cx="3882240" cy="3200400"/>
            </p14:xfrm>
          </p:contentPart>
        </mc:Choice>
        <mc:Fallback>
          <p:pic>
            <p:nvPicPr>
              <p:cNvPr id="265" name="Ink 265">
                <a:extLst>
                  <a:ext uri="{FF2B5EF4-FFF2-40B4-BE49-F238E27FC236}">
                    <a16:creationId xmlns:a16="http://schemas.microsoft.com/office/drawing/2014/main" id="{2A685ED6-33FE-7842-A49C-7865856E6D9A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191730" y="3139911"/>
                <a:ext cx="3912480" cy="323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8956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7" y="137509"/>
            <a:ext cx="8543925" cy="1325563"/>
          </a:xfrm>
        </p:spPr>
        <p:txBody>
          <a:bodyPr/>
          <a:lstStyle/>
          <a:p>
            <a:r>
              <a:rPr lang="en-US" dirty="0"/>
              <a:t>Repeated increase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95560"/>
            <a:ext cx="963827" cy="926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$100</a:t>
            </a:r>
          </a:p>
        </p:txBody>
      </p:sp>
      <p:sp>
        <p:nvSpPr>
          <p:cNvPr id="5" name="Rectangle 4"/>
          <p:cNvSpPr/>
          <p:nvPr/>
        </p:nvSpPr>
        <p:spPr>
          <a:xfrm>
            <a:off x="2351903" y="1895560"/>
            <a:ext cx="1540475" cy="150752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$105</a:t>
            </a:r>
          </a:p>
        </p:txBody>
      </p:sp>
      <p:sp>
        <p:nvSpPr>
          <p:cNvPr id="6" name="Rectangle 5"/>
          <p:cNvSpPr/>
          <p:nvPr/>
        </p:nvSpPr>
        <p:spPr>
          <a:xfrm>
            <a:off x="4366054" y="1895559"/>
            <a:ext cx="1997676" cy="194001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$110.25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37405" y="1895559"/>
            <a:ext cx="2387557" cy="233542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$115.76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1344827" y="3627692"/>
            <a:ext cx="2014152" cy="1729946"/>
            <a:chOff x="1344827" y="3627692"/>
            <a:chExt cx="2014152" cy="1729946"/>
          </a:xfrm>
        </p:grpSpPr>
        <p:sp>
          <p:nvSpPr>
            <p:cNvPr id="8" name="Curved Up Arrow 7"/>
            <p:cNvSpPr/>
            <p:nvPr/>
          </p:nvSpPr>
          <p:spPr>
            <a:xfrm>
              <a:off x="1344827" y="3627692"/>
              <a:ext cx="2014152" cy="1729946"/>
            </a:xfrm>
            <a:prstGeom prst="curved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986272" y="4492665"/>
              <a:ext cx="62388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5%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3579340" y="4208459"/>
            <a:ext cx="2014152" cy="1729946"/>
            <a:chOff x="3579340" y="4208459"/>
            <a:chExt cx="2014152" cy="1729946"/>
          </a:xfrm>
        </p:grpSpPr>
        <p:sp>
          <p:nvSpPr>
            <p:cNvPr id="9" name="Curved Up Arrow 8"/>
            <p:cNvSpPr/>
            <p:nvPr/>
          </p:nvSpPr>
          <p:spPr>
            <a:xfrm>
              <a:off x="3579340" y="4208459"/>
              <a:ext cx="2014152" cy="1729946"/>
            </a:xfrm>
            <a:prstGeom prst="curved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162358" y="5073432"/>
              <a:ext cx="62388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5%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143367" y="4480308"/>
            <a:ext cx="2014152" cy="1729946"/>
            <a:chOff x="6143367" y="4480308"/>
            <a:chExt cx="2014152" cy="1729946"/>
          </a:xfrm>
        </p:grpSpPr>
        <p:sp>
          <p:nvSpPr>
            <p:cNvPr id="10" name="Curved Up Arrow 9"/>
            <p:cNvSpPr/>
            <p:nvPr/>
          </p:nvSpPr>
          <p:spPr>
            <a:xfrm>
              <a:off x="6143367" y="4480308"/>
              <a:ext cx="2014152" cy="1729946"/>
            </a:xfrm>
            <a:prstGeom prst="curved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730412" y="5335042"/>
              <a:ext cx="62388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5%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996286" y="1314791"/>
            <a:ext cx="800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2013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2113" y="1314790"/>
            <a:ext cx="800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2014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2999" y="1277507"/>
            <a:ext cx="800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2015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1156" y="1217650"/>
            <a:ext cx="800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2016</a:t>
            </a:r>
          </a:p>
        </p:txBody>
      </p:sp>
    </p:spTree>
    <p:extLst>
      <p:ext uri="{BB962C8B-B14F-4D97-AF65-F5344CB8AC3E}">
        <p14:creationId xmlns:p14="http://schemas.microsoft.com/office/powerpoint/2010/main" val="2955694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Population in a rural community was 3,521 in 2010.  Since then, the population has increased by an average of 6% p.a. for the next four years. </a:t>
            </a:r>
          </a:p>
          <a:p>
            <a:pPr lvl="1"/>
            <a:r>
              <a:rPr lang="en-US" dirty="0"/>
              <a:t>Calculate the population in the rural community after 3 years. </a:t>
            </a:r>
          </a:p>
          <a:p>
            <a:pPr lvl="1"/>
            <a:r>
              <a:rPr lang="en-US" dirty="0"/>
              <a:t>What is the percentage increase in population over the three years? (to the nearest 0.1%)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" name="Ink 10">
                <a:extLst>
                  <a:ext uri="{FF2B5EF4-FFF2-40B4-BE49-F238E27FC236}">
                    <a16:creationId xmlns:a16="http://schemas.microsoft.com/office/drawing/2014/main" id="{8B0523DF-94C1-7647-BE2D-CAC3F96ECAEE}"/>
                  </a:ext>
                </a:extLst>
              </p14:cNvPr>
              <p14:cNvContentPartPr/>
              <p14:nvPr/>
            </p14:nvContentPartPr>
            <p14:xfrm>
              <a:off x="1446650" y="4246191"/>
              <a:ext cx="221040" cy="397800"/>
            </p14:xfrm>
          </p:contentPart>
        </mc:Choice>
        <mc:Fallback>
          <p:pic>
            <p:nvPicPr>
              <p:cNvPr id="9" name="Ink 10">
                <a:extLst>
                  <a:ext uri="{FF2B5EF4-FFF2-40B4-BE49-F238E27FC236}">
                    <a16:creationId xmlns:a16="http://schemas.microsoft.com/office/drawing/2014/main" id="{8B0523DF-94C1-7647-BE2D-CAC3F96ECAE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31195" y="4230711"/>
                <a:ext cx="251231" cy="42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11">
                <a:extLst>
                  <a:ext uri="{FF2B5EF4-FFF2-40B4-BE49-F238E27FC236}">
                    <a16:creationId xmlns:a16="http://schemas.microsoft.com/office/drawing/2014/main" id="{9D60D08B-ACE0-5A44-B0CB-37950DA272C9}"/>
                  </a:ext>
                </a:extLst>
              </p14:cNvPr>
              <p14:cNvContentPartPr/>
              <p14:nvPr/>
            </p14:nvContentPartPr>
            <p14:xfrm>
              <a:off x="903050" y="4334391"/>
              <a:ext cx="416520" cy="331920"/>
            </p14:xfrm>
          </p:contentPart>
        </mc:Choice>
        <mc:Fallback>
          <p:pic>
            <p:nvPicPr>
              <p:cNvPr id="10" name="Ink 11">
                <a:extLst>
                  <a:ext uri="{FF2B5EF4-FFF2-40B4-BE49-F238E27FC236}">
                    <a16:creationId xmlns:a16="http://schemas.microsoft.com/office/drawing/2014/main" id="{9D60D08B-ACE0-5A44-B0CB-37950DA272C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7583" y="4319255"/>
                <a:ext cx="447094" cy="3625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6" name="Ink 28">
                <a:extLst>
                  <a:ext uri="{FF2B5EF4-FFF2-40B4-BE49-F238E27FC236}">
                    <a16:creationId xmlns:a16="http://schemas.microsoft.com/office/drawing/2014/main" id="{E0343D55-02EB-1A44-BB6F-D105608409EA}"/>
                  </a:ext>
                </a:extLst>
              </p14:cNvPr>
              <p14:cNvContentPartPr/>
              <p14:nvPr/>
            </p14:nvContentPartPr>
            <p14:xfrm>
              <a:off x="3395690" y="4362111"/>
              <a:ext cx="154800" cy="93960"/>
            </p14:xfrm>
          </p:contentPart>
        </mc:Choice>
        <mc:Fallback>
          <p:pic>
            <p:nvPicPr>
              <p:cNvPr id="26" name="Ink 28">
                <a:extLst>
                  <a:ext uri="{FF2B5EF4-FFF2-40B4-BE49-F238E27FC236}">
                    <a16:creationId xmlns:a16="http://schemas.microsoft.com/office/drawing/2014/main" id="{E0343D55-02EB-1A44-BB6F-D105608409E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80570" y="4346690"/>
                <a:ext cx="185400" cy="1240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7" name="Ink 37">
                <a:extLst>
                  <a:ext uri="{FF2B5EF4-FFF2-40B4-BE49-F238E27FC236}">
                    <a16:creationId xmlns:a16="http://schemas.microsoft.com/office/drawing/2014/main" id="{D434FFF3-D784-0D4E-BEF8-6AA51E48622A}"/>
                  </a:ext>
                </a:extLst>
              </p14:cNvPr>
              <p14:cNvContentPartPr/>
              <p14:nvPr/>
            </p14:nvContentPartPr>
            <p14:xfrm>
              <a:off x="3782330" y="4218471"/>
              <a:ext cx="740160" cy="320760"/>
            </p14:xfrm>
          </p:contentPart>
        </mc:Choice>
        <mc:Fallback>
          <p:pic>
            <p:nvPicPr>
              <p:cNvPr id="37" name="Ink 37">
                <a:extLst>
                  <a:ext uri="{FF2B5EF4-FFF2-40B4-BE49-F238E27FC236}">
                    <a16:creationId xmlns:a16="http://schemas.microsoft.com/office/drawing/2014/main" id="{D434FFF3-D784-0D4E-BEF8-6AA51E48622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766850" y="4203351"/>
                <a:ext cx="77076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96D97B0A-553D-A340-B4C4-0954960AC689}"/>
                  </a:ext>
                </a:extLst>
              </p14:cNvPr>
              <p14:cNvContentPartPr/>
              <p14:nvPr/>
            </p14:nvContentPartPr>
            <p14:xfrm>
              <a:off x="4753970" y="4146471"/>
              <a:ext cx="77760" cy="3924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96D97B0A-553D-A340-B4C4-0954960AC68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738850" y="4131351"/>
                <a:ext cx="108000" cy="42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8E62B15B-8D37-644D-A972-BAC7CECF74E5}"/>
                  </a:ext>
                </a:extLst>
              </p14:cNvPr>
              <p14:cNvContentPartPr/>
              <p14:nvPr/>
            </p14:nvContentPartPr>
            <p14:xfrm>
              <a:off x="4908770" y="4224591"/>
              <a:ext cx="44640" cy="2206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8E62B15B-8D37-644D-A972-BAC7CECF74E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893290" y="4209471"/>
                <a:ext cx="7488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48" name="Ink 49">
                <a:extLst>
                  <a:ext uri="{FF2B5EF4-FFF2-40B4-BE49-F238E27FC236}">
                    <a16:creationId xmlns:a16="http://schemas.microsoft.com/office/drawing/2014/main" id="{43568C1C-A7AF-BA47-8AC8-10AE6DFB8181}"/>
                  </a:ext>
                </a:extLst>
              </p14:cNvPr>
              <p14:cNvContentPartPr/>
              <p14:nvPr/>
            </p14:nvContentPartPr>
            <p14:xfrm>
              <a:off x="5306210" y="3947751"/>
              <a:ext cx="579960" cy="513720"/>
            </p14:xfrm>
          </p:contentPart>
        </mc:Choice>
        <mc:Fallback>
          <p:pic>
            <p:nvPicPr>
              <p:cNvPr id="48" name="Ink 49">
                <a:extLst>
                  <a:ext uri="{FF2B5EF4-FFF2-40B4-BE49-F238E27FC236}">
                    <a16:creationId xmlns:a16="http://schemas.microsoft.com/office/drawing/2014/main" id="{43568C1C-A7AF-BA47-8AC8-10AE6DFB818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291099" y="3932631"/>
                <a:ext cx="610181" cy="54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49" name="Ink 50">
                <a:extLst>
                  <a:ext uri="{FF2B5EF4-FFF2-40B4-BE49-F238E27FC236}">
                    <a16:creationId xmlns:a16="http://schemas.microsoft.com/office/drawing/2014/main" id="{6A7B351A-BB25-E94F-AC6A-464D238D4763}"/>
                  </a:ext>
                </a:extLst>
              </p14:cNvPr>
              <p14:cNvContentPartPr/>
              <p14:nvPr/>
            </p14:nvContentPartPr>
            <p14:xfrm>
              <a:off x="5074370" y="4246191"/>
              <a:ext cx="138240" cy="121680"/>
            </p14:xfrm>
          </p:contentPart>
        </mc:Choice>
        <mc:Fallback>
          <p:pic>
            <p:nvPicPr>
              <p:cNvPr id="49" name="Ink 50">
                <a:extLst>
                  <a:ext uri="{FF2B5EF4-FFF2-40B4-BE49-F238E27FC236}">
                    <a16:creationId xmlns:a16="http://schemas.microsoft.com/office/drawing/2014/main" id="{6A7B351A-BB25-E94F-AC6A-464D238D476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058890" y="4230711"/>
                <a:ext cx="16884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16DE606C-1731-CA40-8358-9598A1B87693}"/>
                  </a:ext>
                </a:extLst>
              </p14:cNvPr>
              <p14:cNvContentPartPr/>
              <p14:nvPr/>
            </p14:nvContentPartPr>
            <p14:xfrm>
              <a:off x="6421490" y="4091391"/>
              <a:ext cx="22320" cy="16056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16DE606C-1731-CA40-8358-9598A1B8769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406370" y="4076271"/>
                <a:ext cx="5292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C67DDD96-4C88-4445-87D5-31ABCD6921FD}"/>
                  </a:ext>
                </a:extLst>
              </p14:cNvPr>
              <p14:cNvContentPartPr/>
              <p14:nvPr/>
            </p14:nvContentPartPr>
            <p14:xfrm>
              <a:off x="6537410" y="4053231"/>
              <a:ext cx="110880" cy="23724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C67DDD96-4C88-4445-87D5-31ABCD6921F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522290" y="4038111"/>
                <a:ext cx="14112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D57A26A9-2926-B446-8882-9E3EF2F20009}"/>
                  </a:ext>
                </a:extLst>
              </p14:cNvPr>
              <p14:cNvContentPartPr/>
              <p14:nvPr/>
            </p14:nvContentPartPr>
            <p14:xfrm>
              <a:off x="6730730" y="4025151"/>
              <a:ext cx="138240" cy="18792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D57A26A9-2926-B446-8882-9E3EF2F2000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715610" y="4010031"/>
                <a:ext cx="16884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B9D20374-C79B-2148-8E45-642469A168FB}"/>
                  </a:ext>
                </a:extLst>
              </p14:cNvPr>
              <p14:cNvContentPartPr/>
              <p14:nvPr/>
            </p14:nvContentPartPr>
            <p14:xfrm>
              <a:off x="6984890" y="4157631"/>
              <a:ext cx="28080" cy="2808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B9D20374-C79B-2148-8E45-642469A168F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969410" y="4142511"/>
                <a:ext cx="5832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58" name="Ink 58">
                <a:extLst>
                  <a:ext uri="{FF2B5EF4-FFF2-40B4-BE49-F238E27FC236}">
                    <a16:creationId xmlns:a16="http://schemas.microsoft.com/office/drawing/2014/main" id="{69B18EDD-4961-3B47-9EB4-DCB509D50C46}"/>
                  </a:ext>
                </a:extLst>
              </p14:cNvPr>
              <p14:cNvContentPartPr/>
              <p14:nvPr/>
            </p14:nvContentPartPr>
            <p14:xfrm>
              <a:off x="6139970" y="4080231"/>
              <a:ext cx="187920" cy="243720"/>
            </p14:xfrm>
          </p:contentPart>
        </mc:Choice>
        <mc:Fallback>
          <p:pic>
            <p:nvPicPr>
              <p:cNvPr id="58" name="Ink 58">
                <a:extLst>
                  <a:ext uri="{FF2B5EF4-FFF2-40B4-BE49-F238E27FC236}">
                    <a16:creationId xmlns:a16="http://schemas.microsoft.com/office/drawing/2014/main" id="{69B18EDD-4961-3B47-9EB4-DCB509D50C4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124850" y="4065089"/>
                <a:ext cx="218520" cy="2743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68" name="Ink 70">
                <a:extLst>
                  <a:ext uri="{FF2B5EF4-FFF2-40B4-BE49-F238E27FC236}">
                    <a16:creationId xmlns:a16="http://schemas.microsoft.com/office/drawing/2014/main" id="{3416D41D-3DB2-914D-99D0-847C4C8109C6}"/>
                  </a:ext>
                </a:extLst>
              </p14:cNvPr>
              <p14:cNvContentPartPr/>
              <p14:nvPr/>
            </p14:nvContentPartPr>
            <p14:xfrm>
              <a:off x="7410770" y="3947751"/>
              <a:ext cx="342000" cy="387000"/>
            </p14:xfrm>
          </p:contentPart>
        </mc:Choice>
        <mc:Fallback>
          <p:pic>
            <p:nvPicPr>
              <p:cNvPr id="68" name="Ink 70">
                <a:extLst>
                  <a:ext uri="{FF2B5EF4-FFF2-40B4-BE49-F238E27FC236}">
                    <a16:creationId xmlns:a16="http://schemas.microsoft.com/office/drawing/2014/main" id="{3416D41D-3DB2-914D-99D0-847C4C8109C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395290" y="3932631"/>
                <a:ext cx="372600" cy="41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69" name="Ink 71">
                <a:extLst>
                  <a:ext uri="{FF2B5EF4-FFF2-40B4-BE49-F238E27FC236}">
                    <a16:creationId xmlns:a16="http://schemas.microsoft.com/office/drawing/2014/main" id="{EC2653A2-4E1E-5D4D-95B0-32FE34072330}"/>
                  </a:ext>
                </a:extLst>
              </p14:cNvPr>
              <p14:cNvContentPartPr/>
              <p14:nvPr/>
            </p14:nvContentPartPr>
            <p14:xfrm>
              <a:off x="7155890" y="3980871"/>
              <a:ext cx="132840" cy="187920"/>
            </p14:xfrm>
          </p:contentPart>
        </mc:Choice>
        <mc:Fallback>
          <p:pic>
            <p:nvPicPr>
              <p:cNvPr id="69" name="Ink 71">
                <a:extLst>
                  <a:ext uri="{FF2B5EF4-FFF2-40B4-BE49-F238E27FC236}">
                    <a16:creationId xmlns:a16="http://schemas.microsoft.com/office/drawing/2014/main" id="{EC2653A2-4E1E-5D4D-95B0-32FE3407233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140770" y="3965751"/>
                <a:ext cx="16344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5A07BB1C-C0CF-6B4C-AECA-B2E7EB387FB1}"/>
                  </a:ext>
                </a:extLst>
              </p14:cNvPr>
              <p14:cNvContentPartPr/>
              <p14:nvPr/>
            </p14:nvContentPartPr>
            <p14:xfrm>
              <a:off x="4660010" y="4627071"/>
              <a:ext cx="149400" cy="24876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5A07BB1C-C0CF-6B4C-AECA-B2E7EB387FB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644890" y="4611951"/>
                <a:ext cx="18000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9A53D7F7-C0CE-D84B-AB0C-D580E393D93B}"/>
                  </a:ext>
                </a:extLst>
              </p14:cNvPr>
              <p14:cNvContentPartPr/>
              <p14:nvPr/>
            </p14:nvContentPartPr>
            <p14:xfrm>
              <a:off x="6267050" y="4665591"/>
              <a:ext cx="28080" cy="9432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9A53D7F7-C0CE-D84B-AB0C-D580E393D93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251570" y="4650471"/>
                <a:ext cx="5832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516E6800-712F-2844-8DBE-5079F5BC4A8F}"/>
                  </a:ext>
                </a:extLst>
              </p14:cNvPr>
              <p14:cNvContentPartPr/>
              <p14:nvPr/>
            </p14:nvContentPartPr>
            <p14:xfrm>
              <a:off x="6228170" y="4582791"/>
              <a:ext cx="61200" cy="2232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516E6800-712F-2844-8DBE-5079F5BC4A8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213050" y="4567671"/>
                <a:ext cx="9144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CF9C40FB-A93E-674E-AC60-BCFCD269DDFD}"/>
                  </a:ext>
                </a:extLst>
              </p14:cNvPr>
              <p14:cNvContentPartPr/>
              <p14:nvPr/>
            </p14:nvContentPartPr>
            <p14:xfrm>
              <a:off x="6416090" y="4588551"/>
              <a:ext cx="72000" cy="17136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CF9C40FB-A93E-674E-AC60-BCFCD269DDF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400970" y="4573071"/>
                <a:ext cx="10260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88" name="Ink 91">
                <a:extLst>
                  <a:ext uri="{FF2B5EF4-FFF2-40B4-BE49-F238E27FC236}">
                    <a16:creationId xmlns:a16="http://schemas.microsoft.com/office/drawing/2014/main" id="{BD6B6A9C-616C-314B-AE2A-A2FCEFFFCA79}"/>
                  </a:ext>
                </a:extLst>
              </p14:cNvPr>
              <p14:cNvContentPartPr/>
              <p14:nvPr/>
            </p14:nvContentPartPr>
            <p14:xfrm>
              <a:off x="5179130" y="4622031"/>
              <a:ext cx="706320" cy="429840"/>
            </p14:xfrm>
          </p:contentPart>
        </mc:Choice>
        <mc:Fallback>
          <p:pic>
            <p:nvPicPr>
              <p:cNvPr id="88" name="Ink 91">
                <a:extLst>
                  <a:ext uri="{FF2B5EF4-FFF2-40B4-BE49-F238E27FC236}">
                    <a16:creationId xmlns:a16="http://schemas.microsoft.com/office/drawing/2014/main" id="{BD6B6A9C-616C-314B-AE2A-A2FCEFFFCA7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164018" y="4606911"/>
                <a:ext cx="736545" cy="46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89" name="Ink 92">
                <a:extLst>
                  <a:ext uri="{FF2B5EF4-FFF2-40B4-BE49-F238E27FC236}">
                    <a16:creationId xmlns:a16="http://schemas.microsoft.com/office/drawing/2014/main" id="{2601183E-A2C2-3B42-9165-4716CBFC8EA4}"/>
                  </a:ext>
                </a:extLst>
              </p14:cNvPr>
              <p14:cNvContentPartPr/>
              <p14:nvPr/>
            </p14:nvContentPartPr>
            <p14:xfrm>
              <a:off x="3534290" y="4654791"/>
              <a:ext cx="618480" cy="435960"/>
            </p14:xfrm>
          </p:contentPart>
        </mc:Choice>
        <mc:Fallback>
          <p:pic>
            <p:nvPicPr>
              <p:cNvPr id="89" name="Ink 92">
                <a:extLst>
                  <a:ext uri="{FF2B5EF4-FFF2-40B4-BE49-F238E27FC236}">
                    <a16:creationId xmlns:a16="http://schemas.microsoft.com/office/drawing/2014/main" id="{2601183E-A2C2-3B42-9165-4716CBFC8EA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519161" y="4639311"/>
                <a:ext cx="649098" cy="46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90" name="Ink 93">
                <a:extLst>
                  <a:ext uri="{FF2B5EF4-FFF2-40B4-BE49-F238E27FC236}">
                    <a16:creationId xmlns:a16="http://schemas.microsoft.com/office/drawing/2014/main" id="{58941D54-84A1-5B47-B75F-B8A222262130}"/>
                  </a:ext>
                </a:extLst>
              </p14:cNvPr>
              <p14:cNvContentPartPr/>
              <p14:nvPr/>
            </p14:nvContentPartPr>
            <p14:xfrm>
              <a:off x="1805570" y="4119111"/>
              <a:ext cx="1457280" cy="1022040"/>
            </p14:xfrm>
          </p:contentPart>
        </mc:Choice>
        <mc:Fallback>
          <p:pic>
            <p:nvPicPr>
              <p:cNvPr id="90" name="Ink 93">
                <a:extLst>
                  <a:ext uri="{FF2B5EF4-FFF2-40B4-BE49-F238E27FC236}">
                    <a16:creationId xmlns:a16="http://schemas.microsoft.com/office/drawing/2014/main" id="{58941D54-84A1-5B47-B75F-B8A22226213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790094" y="4103631"/>
                <a:ext cx="1487513" cy="10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91" name="Ink 94">
                <a:extLst>
                  <a:ext uri="{FF2B5EF4-FFF2-40B4-BE49-F238E27FC236}">
                    <a16:creationId xmlns:a16="http://schemas.microsoft.com/office/drawing/2014/main" id="{CF9EF732-F822-8C48-9B1B-52670F270023}"/>
                  </a:ext>
                </a:extLst>
              </p14:cNvPr>
              <p14:cNvContentPartPr/>
              <p14:nvPr/>
            </p14:nvContentPartPr>
            <p14:xfrm>
              <a:off x="984050" y="4770711"/>
              <a:ext cx="590040" cy="309600"/>
            </p14:xfrm>
          </p:contentPart>
        </mc:Choice>
        <mc:Fallback>
          <p:pic>
            <p:nvPicPr>
              <p:cNvPr id="91" name="Ink 94">
                <a:extLst>
                  <a:ext uri="{FF2B5EF4-FFF2-40B4-BE49-F238E27FC236}">
                    <a16:creationId xmlns:a16="http://schemas.microsoft.com/office/drawing/2014/main" id="{CF9EF732-F822-8C48-9B1B-52670F27002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68570" y="4755231"/>
                <a:ext cx="620280" cy="34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4D736DFA-4903-F242-AF31-4B4FFE644C7C}"/>
                  </a:ext>
                </a:extLst>
              </p14:cNvPr>
              <p14:cNvContentPartPr/>
              <p14:nvPr/>
            </p14:nvContentPartPr>
            <p14:xfrm>
              <a:off x="7183610" y="4601871"/>
              <a:ext cx="16920" cy="18576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4D736DFA-4903-F242-AF31-4B4FFE644C7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168490" y="4586751"/>
                <a:ext cx="475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00ACEA21-C63B-B340-9797-0778A6C23B91}"/>
                  </a:ext>
                </a:extLst>
              </p14:cNvPr>
              <p14:cNvContentPartPr/>
              <p14:nvPr/>
            </p14:nvContentPartPr>
            <p14:xfrm>
              <a:off x="7299530" y="4582791"/>
              <a:ext cx="94320" cy="30420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00ACEA21-C63B-B340-9797-0778A6C23B9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284410" y="4567671"/>
                <a:ext cx="12456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02" name="Ink 103">
                <a:extLst>
                  <a:ext uri="{FF2B5EF4-FFF2-40B4-BE49-F238E27FC236}">
                    <a16:creationId xmlns:a16="http://schemas.microsoft.com/office/drawing/2014/main" id="{83FA5A85-8D54-6A47-B5FE-B4D13D1B9DD1}"/>
                  </a:ext>
                </a:extLst>
              </p14:cNvPr>
              <p14:cNvContentPartPr/>
              <p14:nvPr/>
            </p14:nvContentPartPr>
            <p14:xfrm>
              <a:off x="7525970" y="4585311"/>
              <a:ext cx="197280" cy="406440"/>
            </p14:xfrm>
          </p:contentPart>
        </mc:Choice>
        <mc:Fallback>
          <p:pic>
            <p:nvPicPr>
              <p:cNvPr id="102" name="Ink 103">
                <a:extLst>
                  <a:ext uri="{FF2B5EF4-FFF2-40B4-BE49-F238E27FC236}">
                    <a16:creationId xmlns:a16="http://schemas.microsoft.com/office/drawing/2014/main" id="{83FA5A85-8D54-6A47-B5FE-B4D13D1B9DD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510850" y="4570191"/>
                <a:ext cx="227880" cy="43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03" name="Ink 104">
                <a:extLst>
                  <a:ext uri="{FF2B5EF4-FFF2-40B4-BE49-F238E27FC236}">
                    <a16:creationId xmlns:a16="http://schemas.microsoft.com/office/drawing/2014/main" id="{B994B94C-E350-2F48-8CDD-DD537619504A}"/>
                  </a:ext>
                </a:extLst>
              </p14:cNvPr>
              <p14:cNvContentPartPr/>
              <p14:nvPr/>
            </p14:nvContentPartPr>
            <p14:xfrm>
              <a:off x="6885530" y="4555431"/>
              <a:ext cx="215640" cy="320400"/>
            </p14:xfrm>
          </p:contentPart>
        </mc:Choice>
        <mc:Fallback>
          <p:pic>
            <p:nvPicPr>
              <p:cNvPr id="103" name="Ink 104">
                <a:extLst>
                  <a:ext uri="{FF2B5EF4-FFF2-40B4-BE49-F238E27FC236}">
                    <a16:creationId xmlns:a16="http://schemas.microsoft.com/office/drawing/2014/main" id="{B994B94C-E350-2F48-8CDD-DD537619504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870050" y="4539968"/>
                <a:ext cx="246240" cy="3506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1A23BD15-5C79-4A44-896C-6E5636238ED8}"/>
                  </a:ext>
                </a:extLst>
              </p14:cNvPr>
              <p14:cNvContentPartPr/>
              <p14:nvPr/>
            </p14:nvContentPartPr>
            <p14:xfrm>
              <a:off x="375290" y="4461471"/>
              <a:ext cx="61200" cy="7776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1A23BD15-5C79-4A44-896C-6E5636238ED8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60170" y="4445991"/>
                <a:ext cx="9144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E441E370-27DF-6448-A248-0C6371440A2D}"/>
                  </a:ext>
                </a:extLst>
              </p14:cNvPr>
              <p14:cNvContentPartPr/>
              <p14:nvPr/>
            </p14:nvContentPartPr>
            <p14:xfrm>
              <a:off x="353330" y="5803191"/>
              <a:ext cx="94320" cy="9972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E441E370-27DF-6448-A248-0C6371440A2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37850" y="5788071"/>
                <a:ext cx="12456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31D9D0E7-8C7C-F540-B690-6EBC8801361B}"/>
                  </a:ext>
                </a:extLst>
              </p14:cNvPr>
              <p14:cNvContentPartPr/>
              <p14:nvPr/>
            </p14:nvContentPartPr>
            <p14:xfrm>
              <a:off x="1021490" y="5516631"/>
              <a:ext cx="99720" cy="32004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31D9D0E7-8C7C-F540-B690-6EBC8801361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006010" y="5501511"/>
                <a:ext cx="130320" cy="35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9F7CEE8A-C4B8-FF4A-A565-8DF8DB55B572}"/>
                  </a:ext>
                </a:extLst>
              </p14:cNvPr>
              <p14:cNvContentPartPr/>
              <p14:nvPr/>
            </p14:nvContentPartPr>
            <p14:xfrm>
              <a:off x="1159370" y="5471991"/>
              <a:ext cx="315000" cy="23220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9F7CEE8A-C4B8-FF4A-A565-8DF8DB55B57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144250" y="5456511"/>
                <a:ext cx="34560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94C5F016-8BA9-554F-93E9-039BCACE9109}"/>
                  </a:ext>
                </a:extLst>
              </p14:cNvPr>
              <p14:cNvContentPartPr/>
              <p14:nvPr/>
            </p14:nvContentPartPr>
            <p14:xfrm>
              <a:off x="1529450" y="5500791"/>
              <a:ext cx="381240" cy="23040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94C5F016-8BA9-554F-93E9-039BCACE910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513970" y="5485311"/>
                <a:ext cx="41184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CC4A07AE-6540-4E4F-8383-489AEC450A3A}"/>
                  </a:ext>
                </a:extLst>
              </p14:cNvPr>
              <p14:cNvContentPartPr/>
              <p14:nvPr/>
            </p14:nvContentPartPr>
            <p14:xfrm>
              <a:off x="1861370" y="5399991"/>
              <a:ext cx="115560" cy="6660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CC4A07AE-6540-4E4F-8383-489AEC450A3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845890" y="5384871"/>
                <a:ext cx="14616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7B0E7D6A-39E2-FF40-873C-C57C7E5DEE93}"/>
                  </a:ext>
                </a:extLst>
              </p14:cNvPr>
              <p14:cNvContentPartPr/>
              <p14:nvPr/>
            </p14:nvContentPartPr>
            <p14:xfrm>
              <a:off x="1915730" y="5300631"/>
              <a:ext cx="370440" cy="62388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7B0E7D6A-39E2-FF40-873C-C57C7E5DEE9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900610" y="5285511"/>
                <a:ext cx="400680" cy="65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FF2CDDFC-FD5A-EC4F-845D-253A6BE601BE}"/>
                  </a:ext>
                </a:extLst>
              </p14:cNvPr>
              <p14:cNvContentPartPr/>
              <p14:nvPr/>
            </p14:nvContentPartPr>
            <p14:xfrm>
              <a:off x="2600450" y="5528151"/>
              <a:ext cx="83160" cy="14256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FF2CDDFC-FD5A-EC4F-845D-253A6BE601BE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585330" y="5513031"/>
                <a:ext cx="11376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11545C1C-9883-DC45-B8D3-07619C049752}"/>
                  </a:ext>
                </a:extLst>
              </p14:cNvPr>
              <p14:cNvContentPartPr/>
              <p14:nvPr/>
            </p14:nvContentPartPr>
            <p14:xfrm>
              <a:off x="2624570" y="5423391"/>
              <a:ext cx="280080" cy="21456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11545C1C-9883-DC45-B8D3-07619C049752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609090" y="5408271"/>
                <a:ext cx="31068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AD20E96A-A204-1E42-95DC-CF364012CB19}"/>
                  </a:ext>
                </a:extLst>
              </p14:cNvPr>
              <p14:cNvContentPartPr/>
              <p14:nvPr/>
            </p14:nvContentPartPr>
            <p14:xfrm>
              <a:off x="2948570" y="5394591"/>
              <a:ext cx="271080" cy="23220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AD20E96A-A204-1E42-95DC-CF364012CB1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933090" y="5379471"/>
                <a:ext cx="30132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D4633380-18B0-3448-B7E1-D989E6952D43}"/>
                  </a:ext>
                </a:extLst>
              </p14:cNvPr>
              <p14:cNvContentPartPr/>
              <p14:nvPr/>
            </p14:nvContentPartPr>
            <p14:xfrm>
              <a:off x="3252050" y="5407911"/>
              <a:ext cx="121680" cy="18576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D4633380-18B0-3448-B7E1-D989E6952D43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236930" y="5392791"/>
                <a:ext cx="1522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6DF3DF4C-A84F-4940-AFA2-AB55F6E90D09}"/>
                  </a:ext>
                </a:extLst>
              </p14:cNvPr>
              <p14:cNvContentPartPr/>
              <p14:nvPr/>
            </p14:nvContentPartPr>
            <p14:xfrm>
              <a:off x="3423410" y="5471991"/>
              <a:ext cx="121680" cy="12744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6DF3DF4C-A84F-4940-AFA2-AB55F6E90D09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407930" y="5456511"/>
                <a:ext cx="15228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387F36A4-8417-594B-A2EE-E941530A4528}"/>
                  </a:ext>
                </a:extLst>
              </p14:cNvPr>
              <p14:cNvContentPartPr/>
              <p14:nvPr/>
            </p14:nvContentPartPr>
            <p14:xfrm>
              <a:off x="3693770" y="5439231"/>
              <a:ext cx="265320" cy="21492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387F36A4-8417-594B-A2EE-E941530A452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678650" y="5424111"/>
                <a:ext cx="29592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17BBD16D-DE17-5441-A3E6-D97D0A2B3B73}"/>
                  </a:ext>
                </a:extLst>
              </p14:cNvPr>
              <p14:cNvContentPartPr/>
              <p14:nvPr/>
            </p14:nvContentPartPr>
            <p14:xfrm>
              <a:off x="4378490" y="5582151"/>
              <a:ext cx="105120" cy="1152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17BBD16D-DE17-5441-A3E6-D97D0A2B3B7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363370" y="5567031"/>
                <a:ext cx="13572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CEE6EC48-F1EC-2246-B284-98C683161468}"/>
                  </a:ext>
                </a:extLst>
              </p14:cNvPr>
              <p14:cNvContentPartPr/>
              <p14:nvPr/>
            </p14:nvContentPartPr>
            <p14:xfrm>
              <a:off x="4422770" y="5648391"/>
              <a:ext cx="177120" cy="2232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CEE6EC48-F1EC-2246-B284-98C683161468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407650" y="5633271"/>
                <a:ext cx="20772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86707206-4166-CA4D-A592-70F5BD7D45BC}"/>
                  </a:ext>
                </a:extLst>
              </p14:cNvPr>
              <p14:cNvContentPartPr/>
              <p14:nvPr/>
            </p14:nvContentPartPr>
            <p14:xfrm>
              <a:off x="5284250" y="5218551"/>
              <a:ext cx="196560" cy="17640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86707206-4166-CA4D-A592-70F5BD7D45BC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268770" y="5203071"/>
                <a:ext cx="22716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D99B2351-E1D5-D949-B1C3-2F597A016F90}"/>
                  </a:ext>
                </a:extLst>
              </p14:cNvPr>
              <p14:cNvContentPartPr/>
              <p14:nvPr/>
            </p14:nvContentPartPr>
            <p14:xfrm>
              <a:off x="5410970" y="5185791"/>
              <a:ext cx="28080" cy="32508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D99B2351-E1D5-D949-B1C3-2F597A016F90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395850" y="5170671"/>
                <a:ext cx="58320" cy="35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1907302E-68AC-0C4D-84CE-64FD5FFA2F84}"/>
                  </a:ext>
                </a:extLst>
              </p14:cNvPr>
              <p14:cNvContentPartPr/>
              <p14:nvPr/>
            </p14:nvContentPartPr>
            <p14:xfrm>
              <a:off x="5593490" y="5179671"/>
              <a:ext cx="22320" cy="24840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1907302E-68AC-0C4D-84CE-64FD5FFA2F84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578010" y="5164551"/>
                <a:ext cx="5292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A604E8E6-7F48-8D45-A53B-1F5CAA743504}"/>
                  </a:ext>
                </a:extLst>
              </p14:cNvPr>
              <p14:cNvContentPartPr/>
              <p14:nvPr/>
            </p14:nvContentPartPr>
            <p14:xfrm>
              <a:off x="5698250" y="5146551"/>
              <a:ext cx="126720" cy="30780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A604E8E6-7F48-8D45-A53B-1F5CAA743504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683130" y="5131431"/>
                <a:ext cx="157320" cy="33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CD856EDB-6965-964E-A064-9166B325B950}"/>
                  </a:ext>
                </a:extLst>
              </p14:cNvPr>
              <p14:cNvContentPartPr/>
              <p14:nvPr/>
            </p14:nvContentPartPr>
            <p14:xfrm>
              <a:off x="5896970" y="5201271"/>
              <a:ext cx="187920" cy="18252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CD856EDB-6965-964E-A064-9166B325B950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881850" y="5186151"/>
                <a:ext cx="21852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D518D68B-65ED-EA43-9FE5-089FB447C0A7}"/>
                  </a:ext>
                </a:extLst>
              </p14:cNvPr>
              <p14:cNvContentPartPr/>
              <p14:nvPr/>
            </p14:nvContentPartPr>
            <p14:xfrm>
              <a:off x="5996330" y="5184711"/>
              <a:ext cx="44640" cy="28188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D518D68B-65ED-EA43-9FE5-089FB447C0A7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981210" y="5169591"/>
                <a:ext cx="7488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8A8E6B01-9E8E-014D-99E4-EE23F9F0A4BA}"/>
                  </a:ext>
                </a:extLst>
              </p14:cNvPr>
              <p14:cNvContentPartPr/>
              <p14:nvPr/>
            </p14:nvContentPartPr>
            <p14:xfrm>
              <a:off x="6195050" y="5267511"/>
              <a:ext cx="149400" cy="2808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8A8E6B01-9E8E-014D-99E4-EE23F9F0A4BA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6179930" y="5252391"/>
                <a:ext cx="18000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5FCA1578-A8D0-054E-B0E2-ED2FFD4B2B69}"/>
                  </a:ext>
                </a:extLst>
              </p14:cNvPr>
              <p14:cNvContentPartPr/>
              <p14:nvPr/>
            </p14:nvContentPartPr>
            <p14:xfrm>
              <a:off x="6598250" y="5173551"/>
              <a:ext cx="121320" cy="21024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5FCA1578-A8D0-054E-B0E2-ED2FFD4B2B69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583130" y="5158431"/>
                <a:ext cx="15156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85DC10EF-E9C9-1F4F-BAF1-011F730EF5F3}"/>
                  </a:ext>
                </a:extLst>
              </p14:cNvPr>
              <p14:cNvContentPartPr/>
              <p14:nvPr/>
            </p14:nvContentPartPr>
            <p14:xfrm>
              <a:off x="6830810" y="5201271"/>
              <a:ext cx="143280" cy="19368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85DC10EF-E9C9-1F4F-BAF1-011F730EF5F3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815690" y="5186151"/>
                <a:ext cx="17388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C4AEBEC0-A8B0-F646-BAB3-0A9E1A6433E7}"/>
                  </a:ext>
                </a:extLst>
              </p14:cNvPr>
              <p14:cNvContentPartPr/>
              <p14:nvPr/>
            </p14:nvContentPartPr>
            <p14:xfrm>
              <a:off x="6940610" y="5151591"/>
              <a:ext cx="121680" cy="5004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C4AEBEC0-A8B0-F646-BAB3-0A9E1A6433E7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925490" y="5136471"/>
                <a:ext cx="15228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FA378302-8093-8743-81E2-9E8BF3AAE8E8}"/>
                  </a:ext>
                </a:extLst>
              </p14:cNvPr>
              <p14:cNvContentPartPr/>
              <p14:nvPr/>
            </p14:nvContentPartPr>
            <p14:xfrm>
              <a:off x="7128530" y="5168151"/>
              <a:ext cx="138240" cy="14940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FA378302-8093-8743-81E2-9E8BF3AAE8E8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7113050" y="5153031"/>
                <a:ext cx="16884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AD3F8CF6-78C2-6247-9D1D-F540B1D68110}"/>
                  </a:ext>
                </a:extLst>
              </p14:cNvPr>
              <p14:cNvContentPartPr/>
              <p14:nvPr/>
            </p14:nvContentPartPr>
            <p14:xfrm>
              <a:off x="7349210" y="5107311"/>
              <a:ext cx="33480" cy="30420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AD3F8CF6-78C2-6247-9D1D-F540B1D68110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334090" y="5092191"/>
                <a:ext cx="6408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FFC3C4DB-45A7-5E4E-A91F-408857F5D172}"/>
                  </a:ext>
                </a:extLst>
              </p14:cNvPr>
              <p14:cNvContentPartPr/>
              <p14:nvPr/>
            </p14:nvContentPartPr>
            <p14:xfrm>
              <a:off x="5108210" y="5488551"/>
              <a:ext cx="2826720" cy="12168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FFC3C4DB-45A7-5E4E-A91F-408857F5D172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092730" y="5473071"/>
                <a:ext cx="285732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EEC47509-69EE-6444-B5C1-190DF3D10B96}"/>
                  </a:ext>
                </a:extLst>
              </p14:cNvPr>
              <p14:cNvContentPartPr/>
              <p14:nvPr/>
            </p14:nvContentPartPr>
            <p14:xfrm>
              <a:off x="5855210" y="5681511"/>
              <a:ext cx="157320" cy="21564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EEC47509-69EE-6444-B5C1-190DF3D10B96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840090" y="5666391"/>
                <a:ext cx="18792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886C1881-3FED-0D41-A6E7-1BD765481D6A}"/>
                  </a:ext>
                </a:extLst>
              </p14:cNvPr>
              <p14:cNvContentPartPr/>
              <p14:nvPr/>
            </p14:nvContentPartPr>
            <p14:xfrm>
              <a:off x="6057170" y="5703831"/>
              <a:ext cx="116280" cy="20484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886C1881-3FED-0D41-A6E7-1BD765481D6A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6042050" y="5688351"/>
                <a:ext cx="14688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91273F2C-1E01-5D45-966A-9A675A2FDD78}"/>
                  </a:ext>
                </a:extLst>
              </p14:cNvPr>
              <p14:cNvContentPartPr/>
              <p14:nvPr/>
            </p14:nvContentPartPr>
            <p14:xfrm>
              <a:off x="6118010" y="5681511"/>
              <a:ext cx="138240" cy="5004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91273F2C-1E01-5D45-966A-9A675A2FDD78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6102530" y="5666391"/>
                <a:ext cx="16884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D5E4C9B5-9079-6E4E-83DB-149EAC2F23EE}"/>
                  </a:ext>
                </a:extLst>
              </p14:cNvPr>
              <p14:cNvContentPartPr/>
              <p14:nvPr/>
            </p14:nvContentPartPr>
            <p14:xfrm>
              <a:off x="6361010" y="5681511"/>
              <a:ext cx="160560" cy="8856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D5E4C9B5-9079-6E4E-83DB-149EAC2F23EE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6345530" y="5666391"/>
                <a:ext cx="19116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AB7F15FD-F2C6-214C-87D3-6D527730A7F2}"/>
                  </a:ext>
                </a:extLst>
              </p14:cNvPr>
              <p14:cNvContentPartPr/>
              <p14:nvPr/>
            </p14:nvContentPartPr>
            <p14:xfrm>
              <a:off x="6614810" y="5654151"/>
              <a:ext cx="33480" cy="18792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AB7F15FD-F2C6-214C-87D3-6D527730A7F2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6599690" y="5638671"/>
                <a:ext cx="6408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1330D392-D375-A34D-A534-4C938246CE4F}"/>
                  </a:ext>
                </a:extLst>
              </p14:cNvPr>
              <p14:cNvContentPartPr/>
              <p14:nvPr/>
            </p14:nvContentPartPr>
            <p14:xfrm>
              <a:off x="8033930" y="5378031"/>
              <a:ext cx="199080" cy="23220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1330D392-D375-A34D-A534-4C938246CE4F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8018810" y="5362911"/>
                <a:ext cx="22968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11C46F88-343F-E84A-B1D7-CB92D8BDB35F}"/>
                  </a:ext>
                </a:extLst>
              </p14:cNvPr>
              <p14:cNvContentPartPr/>
              <p14:nvPr/>
            </p14:nvContentPartPr>
            <p14:xfrm>
              <a:off x="8072450" y="5350311"/>
              <a:ext cx="187920" cy="19368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11C46F88-343F-E84A-B1D7-CB92D8BDB35F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8057330" y="5335191"/>
                <a:ext cx="21852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B5A2A027-D61B-B54A-A214-98F7D57EF9CB}"/>
                  </a:ext>
                </a:extLst>
              </p14:cNvPr>
              <p14:cNvContentPartPr/>
              <p14:nvPr/>
            </p14:nvContentPartPr>
            <p14:xfrm>
              <a:off x="8370890" y="5366871"/>
              <a:ext cx="22320" cy="15480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B5A2A027-D61B-B54A-A214-98F7D57EF9CB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8355410" y="5351751"/>
                <a:ext cx="5292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CFBE259E-7F93-5644-B139-2B8CC08E2C08}"/>
                  </a:ext>
                </a:extLst>
              </p14:cNvPr>
              <p14:cNvContentPartPr/>
              <p14:nvPr/>
            </p14:nvContentPartPr>
            <p14:xfrm>
              <a:off x="8481050" y="5311791"/>
              <a:ext cx="254520" cy="18180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CFBE259E-7F93-5644-B139-2B8CC08E2C08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8465930" y="5296311"/>
                <a:ext cx="28476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37709806-F6AF-FD49-8B5B-369E0F6C3094}"/>
                  </a:ext>
                </a:extLst>
              </p14:cNvPr>
              <p14:cNvContentPartPr/>
              <p14:nvPr/>
            </p14:nvContentPartPr>
            <p14:xfrm>
              <a:off x="8784890" y="4991391"/>
              <a:ext cx="214920" cy="54648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37709806-F6AF-FD49-8B5B-369E0F6C3094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8769770" y="4976271"/>
                <a:ext cx="245520" cy="57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6E4B457C-A17C-6640-8131-32085D9EBE4E}"/>
                  </a:ext>
                </a:extLst>
              </p14:cNvPr>
              <p14:cNvContentPartPr/>
              <p14:nvPr/>
            </p14:nvContentPartPr>
            <p14:xfrm>
              <a:off x="8995490" y="5350311"/>
              <a:ext cx="115560" cy="13212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6E4B457C-A17C-6640-8131-32085D9EBE4E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8980010" y="5335191"/>
                <a:ext cx="14616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161" name="Ink 161">
                <a:extLst>
                  <a:ext uri="{FF2B5EF4-FFF2-40B4-BE49-F238E27FC236}">
                    <a16:creationId xmlns:a16="http://schemas.microsoft.com/office/drawing/2014/main" id="{D351798A-AF5A-994B-B1B1-7195692A6106}"/>
                  </a:ext>
                </a:extLst>
              </p14:cNvPr>
              <p14:cNvContentPartPr/>
              <p14:nvPr/>
            </p14:nvContentPartPr>
            <p14:xfrm>
              <a:off x="4500170" y="6140151"/>
              <a:ext cx="226440" cy="105120"/>
            </p14:xfrm>
          </p:contentPart>
        </mc:Choice>
        <mc:Fallback>
          <p:pic>
            <p:nvPicPr>
              <p:cNvPr id="161" name="Ink 161">
                <a:extLst>
                  <a:ext uri="{FF2B5EF4-FFF2-40B4-BE49-F238E27FC236}">
                    <a16:creationId xmlns:a16="http://schemas.microsoft.com/office/drawing/2014/main" id="{D351798A-AF5A-994B-B1B1-7195692A6106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4484715" y="6124671"/>
                <a:ext cx="256991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170" name="Ink 171">
                <a:extLst>
                  <a:ext uri="{FF2B5EF4-FFF2-40B4-BE49-F238E27FC236}">
                    <a16:creationId xmlns:a16="http://schemas.microsoft.com/office/drawing/2014/main" id="{E464BE58-E678-304F-BF9C-2C9E97B6F1ED}"/>
                  </a:ext>
                </a:extLst>
              </p14:cNvPr>
              <p14:cNvContentPartPr/>
              <p14:nvPr/>
            </p14:nvContentPartPr>
            <p14:xfrm>
              <a:off x="5598890" y="5963391"/>
              <a:ext cx="519480" cy="221040"/>
            </p14:xfrm>
          </p:contentPart>
        </mc:Choice>
        <mc:Fallback>
          <p:pic>
            <p:nvPicPr>
              <p:cNvPr id="170" name="Ink 171">
                <a:extLst>
                  <a:ext uri="{FF2B5EF4-FFF2-40B4-BE49-F238E27FC236}">
                    <a16:creationId xmlns:a16="http://schemas.microsoft.com/office/drawing/2014/main" id="{E464BE58-E678-304F-BF9C-2C9E97B6F1ED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5583770" y="5947936"/>
                <a:ext cx="550080" cy="2512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171" name="Ink 172">
                <a:extLst>
                  <a:ext uri="{FF2B5EF4-FFF2-40B4-BE49-F238E27FC236}">
                    <a16:creationId xmlns:a16="http://schemas.microsoft.com/office/drawing/2014/main" id="{16068F25-5DBE-034B-B785-E08DA5118D32}"/>
                  </a:ext>
                </a:extLst>
              </p14:cNvPr>
              <p14:cNvContentPartPr/>
              <p14:nvPr/>
            </p14:nvContentPartPr>
            <p14:xfrm>
              <a:off x="5096330" y="5958351"/>
              <a:ext cx="392400" cy="325440"/>
            </p14:xfrm>
          </p:contentPart>
        </mc:Choice>
        <mc:Fallback>
          <p:pic>
            <p:nvPicPr>
              <p:cNvPr id="171" name="Ink 172">
                <a:extLst>
                  <a:ext uri="{FF2B5EF4-FFF2-40B4-BE49-F238E27FC236}">
                    <a16:creationId xmlns:a16="http://schemas.microsoft.com/office/drawing/2014/main" id="{16068F25-5DBE-034B-B785-E08DA5118D32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5081210" y="5943231"/>
                <a:ext cx="423000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187" name="Ink 188">
                <a:extLst>
                  <a:ext uri="{FF2B5EF4-FFF2-40B4-BE49-F238E27FC236}">
                    <a16:creationId xmlns:a16="http://schemas.microsoft.com/office/drawing/2014/main" id="{6C420EBE-EDD2-904B-AE95-996420F11975}"/>
                  </a:ext>
                </a:extLst>
              </p14:cNvPr>
              <p14:cNvContentPartPr/>
              <p14:nvPr/>
            </p14:nvContentPartPr>
            <p14:xfrm>
              <a:off x="2517650" y="6460911"/>
              <a:ext cx="1010160" cy="203760"/>
            </p14:xfrm>
          </p:contentPart>
        </mc:Choice>
        <mc:Fallback>
          <p:pic>
            <p:nvPicPr>
              <p:cNvPr id="187" name="Ink 188">
                <a:extLst>
                  <a:ext uri="{FF2B5EF4-FFF2-40B4-BE49-F238E27FC236}">
                    <a16:creationId xmlns:a16="http://schemas.microsoft.com/office/drawing/2014/main" id="{6C420EBE-EDD2-904B-AE95-996420F11975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2502530" y="6445818"/>
                <a:ext cx="1040760" cy="2343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188" name="Ink 189">
                <a:extLst>
                  <a:ext uri="{FF2B5EF4-FFF2-40B4-BE49-F238E27FC236}">
                    <a16:creationId xmlns:a16="http://schemas.microsoft.com/office/drawing/2014/main" id="{C438ABBF-801D-D742-A561-3EAF9116FE29}"/>
                  </a:ext>
                </a:extLst>
              </p14:cNvPr>
              <p14:cNvContentPartPr/>
              <p14:nvPr/>
            </p14:nvContentPartPr>
            <p14:xfrm>
              <a:off x="994490" y="6382791"/>
              <a:ext cx="1214280" cy="408240"/>
            </p14:xfrm>
          </p:contentPart>
        </mc:Choice>
        <mc:Fallback>
          <p:pic>
            <p:nvPicPr>
              <p:cNvPr id="188" name="Ink 189">
                <a:extLst>
                  <a:ext uri="{FF2B5EF4-FFF2-40B4-BE49-F238E27FC236}">
                    <a16:creationId xmlns:a16="http://schemas.microsoft.com/office/drawing/2014/main" id="{C438ABBF-801D-D742-A561-3EAF9116FE29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979015" y="6367671"/>
                <a:ext cx="1244511" cy="43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63C570FA-FE0E-814A-81C5-4FEF2678F399}"/>
                  </a:ext>
                </a:extLst>
              </p14:cNvPr>
              <p14:cNvContentPartPr/>
              <p14:nvPr/>
            </p14:nvContentPartPr>
            <p14:xfrm>
              <a:off x="3892490" y="6527151"/>
              <a:ext cx="392400" cy="17028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63C570FA-FE0E-814A-81C5-4FEF2678F399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3877370" y="6512031"/>
                <a:ext cx="42300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F9613700-8573-2845-8763-75C5808F2297}"/>
                  </a:ext>
                </a:extLst>
              </p14:cNvPr>
              <p14:cNvContentPartPr/>
              <p14:nvPr/>
            </p14:nvContentPartPr>
            <p14:xfrm>
              <a:off x="3948650" y="6405111"/>
              <a:ext cx="204120" cy="36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F9613700-8573-2845-8763-75C5808F2297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3933170" y="6389631"/>
                <a:ext cx="23472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210" name="Ink 214">
                <a:extLst>
                  <a:ext uri="{FF2B5EF4-FFF2-40B4-BE49-F238E27FC236}">
                    <a16:creationId xmlns:a16="http://schemas.microsoft.com/office/drawing/2014/main" id="{96AC0829-FA72-474A-A67F-B3FCB04E75EB}"/>
                  </a:ext>
                </a:extLst>
              </p14:cNvPr>
              <p14:cNvContentPartPr/>
              <p14:nvPr/>
            </p14:nvContentPartPr>
            <p14:xfrm>
              <a:off x="6929450" y="6352191"/>
              <a:ext cx="425520" cy="264960"/>
            </p14:xfrm>
          </p:contentPart>
        </mc:Choice>
        <mc:Fallback>
          <p:pic>
            <p:nvPicPr>
              <p:cNvPr id="210" name="Ink 214">
                <a:extLst>
                  <a:ext uri="{FF2B5EF4-FFF2-40B4-BE49-F238E27FC236}">
                    <a16:creationId xmlns:a16="http://schemas.microsoft.com/office/drawing/2014/main" id="{96AC0829-FA72-474A-A67F-B3FCB04E75EB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6914330" y="6336711"/>
                <a:ext cx="45612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211" name="Ink 215">
                <a:extLst>
                  <a:ext uri="{FF2B5EF4-FFF2-40B4-BE49-F238E27FC236}">
                    <a16:creationId xmlns:a16="http://schemas.microsoft.com/office/drawing/2014/main" id="{1C82A525-A49E-6243-AD25-3A5F50297874}"/>
                  </a:ext>
                </a:extLst>
              </p14:cNvPr>
              <p14:cNvContentPartPr/>
              <p14:nvPr/>
            </p14:nvContentPartPr>
            <p14:xfrm>
              <a:off x="6130250" y="6439671"/>
              <a:ext cx="325080" cy="193680"/>
            </p14:xfrm>
          </p:contentPart>
        </mc:Choice>
        <mc:Fallback>
          <p:pic>
            <p:nvPicPr>
              <p:cNvPr id="211" name="Ink 215">
                <a:extLst>
                  <a:ext uri="{FF2B5EF4-FFF2-40B4-BE49-F238E27FC236}">
                    <a16:creationId xmlns:a16="http://schemas.microsoft.com/office/drawing/2014/main" id="{1C82A525-A49E-6243-AD25-3A5F50297874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6114770" y="6424551"/>
                <a:ext cx="35532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212" name="Ink 216">
                <a:extLst>
                  <a:ext uri="{FF2B5EF4-FFF2-40B4-BE49-F238E27FC236}">
                    <a16:creationId xmlns:a16="http://schemas.microsoft.com/office/drawing/2014/main" id="{56EFD725-2450-EE40-878C-6F02845801D8}"/>
                  </a:ext>
                </a:extLst>
              </p14:cNvPr>
              <p14:cNvContentPartPr/>
              <p14:nvPr/>
            </p14:nvContentPartPr>
            <p14:xfrm>
              <a:off x="4455890" y="6412671"/>
              <a:ext cx="1309320" cy="404280"/>
            </p14:xfrm>
          </p:contentPart>
        </mc:Choice>
        <mc:Fallback>
          <p:pic>
            <p:nvPicPr>
              <p:cNvPr id="212" name="Ink 216">
                <a:extLst>
                  <a:ext uri="{FF2B5EF4-FFF2-40B4-BE49-F238E27FC236}">
                    <a16:creationId xmlns:a16="http://schemas.microsoft.com/office/drawing/2014/main" id="{56EFD725-2450-EE40-878C-6F02845801D8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4440766" y="6397551"/>
                <a:ext cx="1339928" cy="43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44F043C7-FA39-B24C-9961-B8FC70E16D9B}"/>
                  </a:ext>
                </a:extLst>
              </p14:cNvPr>
              <p14:cNvContentPartPr/>
              <p14:nvPr/>
            </p14:nvContentPartPr>
            <p14:xfrm>
              <a:off x="5394410" y="443151"/>
              <a:ext cx="110880" cy="28080"/>
            </p14:xfrm>
          </p:contentPart>
        </mc:Choice>
        <mc:Fallback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44F043C7-FA39-B24C-9961-B8FC70E16D9B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5379290" y="428031"/>
                <a:ext cx="14112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D15CFDF1-4FD7-474A-B551-736B687469B6}"/>
                  </a:ext>
                </a:extLst>
              </p14:cNvPr>
              <p14:cNvContentPartPr/>
              <p14:nvPr/>
            </p14:nvContentPartPr>
            <p14:xfrm>
              <a:off x="5427530" y="553671"/>
              <a:ext cx="154800" cy="1692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D15CFDF1-4FD7-474A-B551-736B687469B6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5412410" y="538551"/>
                <a:ext cx="18540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232" name="Ink 234">
                <a:extLst>
                  <a:ext uri="{FF2B5EF4-FFF2-40B4-BE49-F238E27FC236}">
                    <a16:creationId xmlns:a16="http://schemas.microsoft.com/office/drawing/2014/main" id="{0181AFE2-AE7F-1E48-A6CE-C7E5EF7E3B19}"/>
                  </a:ext>
                </a:extLst>
              </p14:cNvPr>
              <p14:cNvContentPartPr/>
              <p14:nvPr/>
            </p14:nvContentPartPr>
            <p14:xfrm>
              <a:off x="4030730" y="282951"/>
              <a:ext cx="1032840" cy="365040"/>
            </p14:xfrm>
          </p:contentPart>
        </mc:Choice>
        <mc:Fallback>
          <p:pic>
            <p:nvPicPr>
              <p:cNvPr id="232" name="Ink 234">
                <a:extLst>
                  <a:ext uri="{FF2B5EF4-FFF2-40B4-BE49-F238E27FC236}">
                    <a16:creationId xmlns:a16="http://schemas.microsoft.com/office/drawing/2014/main" id="{0181AFE2-AE7F-1E48-A6CE-C7E5EF7E3B19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4015610" y="267816"/>
                <a:ext cx="1063440" cy="3956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233" name="Ink 235">
                <a:extLst>
                  <a:ext uri="{FF2B5EF4-FFF2-40B4-BE49-F238E27FC236}">
                    <a16:creationId xmlns:a16="http://schemas.microsoft.com/office/drawing/2014/main" id="{4F341CC6-5E63-A642-92D1-89E1097107AB}"/>
                  </a:ext>
                </a:extLst>
              </p14:cNvPr>
              <p14:cNvContentPartPr/>
              <p14:nvPr/>
            </p14:nvContentPartPr>
            <p14:xfrm>
              <a:off x="3539330" y="249831"/>
              <a:ext cx="270360" cy="623160"/>
            </p14:xfrm>
          </p:contentPart>
        </mc:Choice>
        <mc:Fallback>
          <p:pic>
            <p:nvPicPr>
              <p:cNvPr id="233" name="Ink 235">
                <a:extLst>
                  <a:ext uri="{FF2B5EF4-FFF2-40B4-BE49-F238E27FC236}">
                    <a16:creationId xmlns:a16="http://schemas.microsoft.com/office/drawing/2014/main" id="{4F341CC6-5E63-A642-92D1-89E1097107AB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3523850" y="234711"/>
                <a:ext cx="300960" cy="65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261" name="Ink 261">
                <a:extLst>
                  <a:ext uri="{FF2B5EF4-FFF2-40B4-BE49-F238E27FC236}">
                    <a16:creationId xmlns:a16="http://schemas.microsoft.com/office/drawing/2014/main" id="{CFD7A952-9A02-9746-B198-52A9E121EC2D}"/>
                  </a:ext>
                </a:extLst>
              </p14:cNvPr>
              <p14:cNvContentPartPr/>
              <p14:nvPr/>
            </p14:nvContentPartPr>
            <p14:xfrm>
              <a:off x="5803010" y="109431"/>
              <a:ext cx="4003560" cy="892080"/>
            </p14:xfrm>
          </p:contentPart>
        </mc:Choice>
        <mc:Fallback>
          <p:pic>
            <p:nvPicPr>
              <p:cNvPr id="261" name="Ink 261">
                <a:extLst>
                  <a:ext uri="{FF2B5EF4-FFF2-40B4-BE49-F238E27FC236}">
                    <a16:creationId xmlns:a16="http://schemas.microsoft.com/office/drawing/2014/main" id="{CFD7A952-9A02-9746-B198-52A9E121EC2D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5787890" y="94305"/>
                <a:ext cx="4034160" cy="9226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265" name="Ink 265">
                <a:extLst>
                  <a:ext uri="{FF2B5EF4-FFF2-40B4-BE49-F238E27FC236}">
                    <a16:creationId xmlns:a16="http://schemas.microsoft.com/office/drawing/2014/main" id="{E357EE54-B9AC-EF4F-A324-EA4A7ED48F65}"/>
                  </a:ext>
                </a:extLst>
              </p14:cNvPr>
              <p14:cNvContentPartPr/>
              <p14:nvPr/>
            </p14:nvContentPartPr>
            <p14:xfrm>
              <a:off x="7531370" y="6207831"/>
              <a:ext cx="436680" cy="408240"/>
            </p14:xfrm>
          </p:contentPart>
        </mc:Choice>
        <mc:Fallback>
          <p:pic>
            <p:nvPicPr>
              <p:cNvPr id="265" name="Ink 265">
                <a:extLst>
                  <a:ext uri="{FF2B5EF4-FFF2-40B4-BE49-F238E27FC236}">
                    <a16:creationId xmlns:a16="http://schemas.microsoft.com/office/drawing/2014/main" id="{E357EE54-B9AC-EF4F-A324-EA4A7ED48F65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7516250" y="6192711"/>
                <a:ext cx="466920" cy="43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2AE6E5F0-C99A-7E4E-B0B0-891276D29BE6}"/>
                  </a:ext>
                </a:extLst>
              </p14:cNvPr>
              <p14:cNvContentPartPr/>
              <p14:nvPr/>
            </p14:nvContentPartPr>
            <p14:xfrm>
              <a:off x="2468690" y="3866751"/>
              <a:ext cx="2355120" cy="132840"/>
            </p14:xfrm>
          </p:contentPart>
        </mc:Choice>
        <mc:Fallback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2AE6E5F0-C99A-7E4E-B0B0-891276D29BE6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2414690" y="3758751"/>
                <a:ext cx="246276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301EA97C-A76D-6D42-A166-C1E80CC2132B}"/>
                  </a:ext>
                </a:extLst>
              </p14:cNvPr>
              <p14:cNvContentPartPr/>
              <p14:nvPr/>
            </p14:nvContentPartPr>
            <p14:xfrm>
              <a:off x="6902090" y="6351471"/>
              <a:ext cx="1201680" cy="276480"/>
            </p14:xfrm>
          </p:contentPart>
        </mc:Choice>
        <mc:Fallback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301EA97C-A76D-6D42-A166-C1E80CC2132B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6848090" y="6243831"/>
                <a:ext cx="1309320" cy="49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1460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INFLATION (Increase)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1705971" y="2714439"/>
            <a:ext cx="6191534" cy="1563806"/>
            <a:chOff x="1705971" y="2355377"/>
            <a:chExt cx="6191534" cy="1563806"/>
          </a:xfrm>
        </p:grpSpPr>
        <p:sp>
          <p:nvSpPr>
            <p:cNvPr id="4" name="Rectangle 3"/>
            <p:cNvSpPr/>
            <p:nvPr/>
          </p:nvSpPr>
          <p:spPr>
            <a:xfrm>
              <a:off x="1705971" y="3113965"/>
              <a:ext cx="791570" cy="80521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505959" y="3113965"/>
              <a:ext cx="791570" cy="80521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305947" y="3113965"/>
              <a:ext cx="791570" cy="80521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7105935" y="3113965"/>
              <a:ext cx="791570" cy="80521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Curved Down Arrow 8"/>
            <p:cNvSpPr/>
            <p:nvPr/>
          </p:nvSpPr>
          <p:spPr>
            <a:xfrm>
              <a:off x="2101756" y="2415654"/>
              <a:ext cx="1799988" cy="545911"/>
            </a:xfrm>
            <a:prstGeom prst="curved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Curved Down Arrow 9"/>
            <p:cNvSpPr/>
            <p:nvPr/>
          </p:nvSpPr>
          <p:spPr>
            <a:xfrm>
              <a:off x="3968467" y="2355378"/>
              <a:ext cx="1799988" cy="545911"/>
            </a:xfrm>
            <a:prstGeom prst="curved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Curved Down Arrow 10"/>
            <p:cNvSpPr/>
            <p:nvPr/>
          </p:nvSpPr>
          <p:spPr>
            <a:xfrm>
              <a:off x="5939051" y="2355377"/>
              <a:ext cx="1799988" cy="545911"/>
            </a:xfrm>
            <a:prstGeom prst="curved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1340893" y="3552470"/>
            <a:ext cx="1521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Original amount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8042" y="3570868"/>
            <a:ext cx="11873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Final amount</a:t>
            </a:r>
            <a:endParaRPr lang="en-US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2695433" y="3047671"/>
            <a:ext cx="593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622" y="3014694"/>
            <a:ext cx="593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2206" y="3009016"/>
            <a:ext cx="593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68479" y="1991064"/>
            <a:ext cx="48062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Multiply by (1+X%) (1+X%) (1+X%)</a:t>
            </a:r>
          </a:p>
        </p:txBody>
      </p:sp>
      <p:sp>
        <p:nvSpPr>
          <p:cNvPr id="24" name="Curved Down Arrow 23"/>
          <p:cNvSpPr/>
          <p:nvPr/>
        </p:nvSpPr>
        <p:spPr>
          <a:xfrm>
            <a:off x="1760563" y="1508562"/>
            <a:ext cx="5864746" cy="981023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37E699-3A63-2E47-A54A-536C41F3CD8F}"/>
              </a:ext>
            </a:extLst>
          </p:cNvPr>
          <p:cNvSpPr txBox="1"/>
          <p:nvPr/>
        </p:nvSpPr>
        <p:spPr>
          <a:xfrm>
            <a:off x="733489" y="5169907"/>
            <a:ext cx="8269941" cy="64633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Final amount = original amount (1 + X%)</a:t>
            </a:r>
            <a:r>
              <a:rPr lang="en-US" sz="3600" baseline="30000" dirty="0"/>
              <a:t>n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208007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Depreciation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During the Christmas sale, a set of cutlery was discounted by 30%.  At the end of the sale, the cutlery set was further discounted by another 30%.  If the original price of the set was $120, what is the final price?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E37878F-6FCA-354C-B132-DB6E0DC8A4F6}"/>
                  </a:ext>
                </a:extLst>
              </p14:cNvPr>
              <p14:cNvContentPartPr/>
              <p14:nvPr/>
            </p14:nvContentPartPr>
            <p14:xfrm>
              <a:off x="3224690" y="3958911"/>
              <a:ext cx="144000" cy="334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E37878F-6FCA-354C-B132-DB6E0DC8A4F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09210" y="3943791"/>
                <a:ext cx="17460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8" name="Ink 21">
                <a:extLst>
                  <a:ext uri="{FF2B5EF4-FFF2-40B4-BE49-F238E27FC236}">
                    <a16:creationId xmlns:a16="http://schemas.microsoft.com/office/drawing/2014/main" id="{02BEF610-0DDE-F641-ADF1-7C00DEC8AF45}"/>
                  </a:ext>
                </a:extLst>
              </p14:cNvPr>
              <p14:cNvContentPartPr/>
              <p14:nvPr/>
            </p14:nvContentPartPr>
            <p14:xfrm>
              <a:off x="3544730" y="3544911"/>
              <a:ext cx="1104480" cy="646200"/>
            </p14:xfrm>
          </p:contentPart>
        </mc:Choice>
        <mc:Fallback>
          <p:pic>
            <p:nvPicPr>
              <p:cNvPr id="18" name="Ink 21">
                <a:extLst>
                  <a:ext uri="{FF2B5EF4-FFF2-40B4-BE49-F238E27FC236}">
                    <a16:creationId xmlns:a16="http://schemas.microsoft.com/office/drawing/2014/main" id="{02BEF610-0DDE-F641-ADF1-7C00DEC8AF4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29615" y="3529440"/>
                <a:ext cx="1134710" cy="6764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9" name="Ink 22">
                <a:extLst>
                  <a:ext uri="{FF2B5EF4-FFF2-40B4-BE49-F238E27FC236}">
                    <a16:creationId xmlns:a16="http://schemas.microsoft.com/office/drawing/2014/main" id="{B8DD2DD8-AB27-4B4F-B4BA-912A7DFCA844}"/>
                  </a:ext>
                </a:extLst>
              </p14:cNvPr>
              <p14:cNvContentPartPr/>
              <p14:nvPr/>
            </p14:nvContentPartPr>
            <p14:xfrm>
              <a:off x="2838050" y="3848391"/>
              <a:ext cx="259560" cy="359280"/>
            </p14:xfrm>
          </p:contentPart>
        </mc:Choice>
        <mc:Fallback>
          <p:pic>
            <p:nvPicPr>
              <p:cNvPr id="19" name="Ink 22">
                <a:extLst>
                  <a:ext uri="{FF2B5EF4-FFF2-40B4-BE49-F238E27FC236}">
                    <a16:creationId xmlns:a16="http://schemas.microsoft.com/office/drawing/2014/main" id="{B8DD2DD8-AB27-4B4F-B4BA-912A7DFCA84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22591" y="3833271"/>
                <a:ext cx="290118" cy="38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0" name="Ink 23">
                <a:extLst>
                  <a:ext uri="{FF2B5EF4-FFF2-40B4-BE49-F238E27FC236}">
                    <a16:creationId xmlns:a16="http://schemas.microsoft.com/office/drawing/2014/main" id="{57FCB905-5D68-514F-AE2F-2E07C95A1D20}"/>
                  </a:ext>
                </a:extLst>
              </p14:cNvPr>
              <p14:cNvContentPartPr/>
              <p14:nvPr/>
            </p14:nvContentPartPr>
            <p14:xfrm>
              <a:off x="2224970" y="3909231"/>
              <a:ext cx="420120" cy="218880"/>
            </p14:xfrm>
          </p:contentPart>
        </mc:Choice>
        <mc:Fallback>
          <p:pic>
            <p:nvPicPr>
              <p:cNvPr id="20" name="Ink 23">
                <a:extLst>
                  <a:ext uri="{FF2B5EF4-FFF2-40B4-BE49-F238E27FC236}">
                    <a16:creationId xmlns:a16="http://schemas.microsoft.com/office/drawing/2014/main" id="{57FCB905-5D68-514F-AE2F-2E07C95A1D2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09850" y="3894111"/>
                <a:ext cx="45036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1" name="Ink 24">
                <a:extLst>
                  <a:ext uri="{FF2B5EF4-FFF2-40B4-BE49-F238E27FC236}">
                    <a16:creationId xmlns:a16="http://schemas.microsoft.com/office/drawing/2014/main" id="{89AC53C3-CCEE-5D44-BE97-F224A55755EB}"/>
                  </a:ext>
                </a:extLst>
              </p14:cNvPr>
              <p14:cNvContentPartPr/>
              <p14:nvPr/>
            </p14:nvContentPartPr>
            <p14:xfrm>
              <a:off x="1849490" y="3785751"/>
              <a:ext cx="210240" cy="388800"/>
            </p14:xfrm>
          </p:contentPart>
        </mc:Choice>
        <mc:Fallback>
          <p:pic>
            <p:nvPicPr>
              <p:cNvPr id="21" name="Ink 24">
                <a:extLst>
                  <a:ext uri="{FF2B5EF4-FFF2-40B4-BE49-F238E27FC236}">
                    <a16:creationId xmlns:a16="http://schemas.microsoft.com/office/drawing/2014/main" id="{89AC53C3-CCEE-5D44-BE97-F224A55755E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34370" y="3770631"/>
                <a:ext cx="240840" cy="41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1" name="Ink 31">
                <a:extLst>
                  <a:ext uri="{FF2B5EF4-FFF2-40B4-BE49-F238E27FC236}">
                    <a16:creationId xmlns:a16="http://schemas.microsoft.com/office/drawing/2014/main" id="{FAA0A090-E478-824C-A7DA-AD7C192240E9}"/>
                  </a:ext>
                </a:extLst>
              </p14:cNvPr>
              <p14:cNvContentPartPr/>
              <p14:nvPr/>
            </p14:nvContentPartPr>
            <p14:xfrm>
              <a:off x="4952690" y="3710511"/>
              <a:ext cx="816840" cy="248760"/>
            </p14:xfrm>
          </p:contentPart>
        </mc:Choice>
        <mc:Fallback>
          <p:pic>
            <p:nvPicPr>
              <p:cNvPr id="31" name="Ink 31">
                <a:extLst>
                  <a:ext uri="{FF2B5EF4-FFF2-40B4-BE49-F238E27FC236}">
                    <a16:creationId xmlns:a16="http://schemas.microsoft.com/office/drawing/2014/main" id="{FAA0A090-E478-824C-A7DA-AD7C192240E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937570" y="3695031"/>
                <a:ext cx="84744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52" name="Ink 57">
                <a:extLst>
                  <a:ext uri="{FF2B5EF4-FFF2-40B4-BE49-F238E27FC236}">
                    <a16:creationId xmlns:a16="http://schemas.microsoft.com/office/drawing/2014/main" id="{24ABEC6B-5BF3-504C-8869-CC49103A555E}"/>
                  </a:ext>
                </a:extLst>
              </p14:cNvPr>
              <p14:cNvContentPartPr/>
              <p14:nvPr/>
            </p14:nvContentPartPr>
            <p14:xfrm>
              <a:off x="5190290" y="4555431"/>
              <a:ext cx="1049760" cy="326160"/>
            </p14:xfrm>
          </p:contentPart>
        </mc:Choice>
        <mc:Fallback>
          <p:pic>
            <p:nvPicPr>
              <p:cNvPr id="52" name="Ink 57">
                <a:extLst>
                  <a:ext uri="{FF2B5EF4-FFF2-40B4-BE49-F238E27FC236}">
                    <a16:creationId xmlns:a16="http://schemas.microsoft.com/office/drawing/2014/main" id="{24ABEC6B-5BF3-504C-8869-CC49103A555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175165" y="4539951"/>
                <a:ext cx="1080370" cy="35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53" name="Ink 58">
                <a:extLst>
                  <a:ext uri="{FF2B5EF4-FFF2-40B4-BE49-F238E27FC236}">
                    <a16:creationId xmlns:a16="http://schemas.microsoft.com/office/drawing/2014/main" id="{C24D299D-6E25-B248-B7C8-F5472292A943}"/>
                  </a:ext>
                </a:extLst>
              </p14:cNvPr>
              <p14:cNvContentPartPr/>
              <p14:nvPr/>
            </p14:nvContentPartPr>
            <p14:xfrm>
              <a:off x="4881050" y="4533831"/>
              <a:ext cx="198360" cy="435960"/>
            </p14:xfrm>
          </p:contentPart>
        </mc:Choice>
        <mc:Fallback>
          <p:pic>
            <p:nvPicPr>
              <p:cNvPr id="53" name="Ink 58">
                <a:extLst>
                  <a:ext uri="{FF2B5EF4-FFF2-40B4-BE49-F238E27FC236}">
                    <a16:creationId xmlns:a16="http://schemas.microsoft.com/office/drawing/2014/main" id="{C24D299D-6E25-B248-B7C8-F5472292A94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865930" y="4518711"/>
                <a:ext cx="228960" cy="46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54" name="Ink 59">
                <a:extLst>
                  <a:ext uri="{FF2B5EF4-FFF2-40B4-BE49-F238E27FC236}">
                    <a16:creationId xmlns:a16="http://schemas.microsoft.com/office/drawing/2014/main" id="{E6D6B543-5467-5A4C-9D7D-C9961F4F4262}"/>
                  </a:ext>
                </a:extLst>
              </p14:cNvPr>
              <p14:cNvContentPartPr/>
              <p14:nvPr/>
            </p14:nvContentPartPr>
            <p14:xfrm>
              <a:off x="4324130" y="4809231"/>
              <a:ext cx="142920" cy="116280"/>
            </p14:xfrm>
          </p:contentPart>
        </mc:Choice>
        <mc:Fallback>
          <p:pic>
            <p:nvPicPr>
              <p:cNvPr id="54" name="Ink 59">
                <a:extLst>
                  <a:ext uri="{FF2B5EF4-FFF2-40B4-BE49-F238E27FC236}">
                    <a16:creationId xmlns:a16="http://schemas.microsoft.com/office/drawing/2014/main" id="{E6D6B543-5467-5A4C-9D7D-C9961F4F426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308689" y="4794111"/>
                <a:ext cx="173443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55" name="Ink 60">
                <a:extLst>
                  <a:ext uri="{FF2B5EF4-FFF2-40B4-BE49-F238E27FC236}">
                    <a16:creationId xmlns:a16="http://schemas.microsoft.com/office/drawing/2014/main" id="{FC081ADB-870C-284B-A5C3-49CCAFF42155}"/>
                  </a:ext>
                </a:extLst>
              </p14:cNvPr>
              <p14:cNvContentPartPr/>
              <p14:nvPr/>
            </p14:nvContentPartPr>
            <p14:xfrm>
              <a:off x="3180410" y="4682151"/>
              <a:ext cx="718200" cy="561960"/>
            </p14:xfrm>
          </p:contentPart>
        </mc:Choice>
        <mc:Fallback>
          <p:pic>
            <p:nvPicPr>
              <p:cNvPr id="55" name="Ink 60">
                <a:extLst>
                  <a:ext uri="{FF2B5EF4-FFF2-40B4-BE49-F238E27FC236}">
                    <a16:creationId xmlns:a16="http://schemas.microsoft.com/office/drawing/2014/main" id="{FC081ADB-870C-284B-A5C3-49CCAFF4215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164930" y="4667021"/>
                <a:ext cx="748800" cy="5925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56" name="Ink 61">
                <a:extLst>
                  <a:ext uri="{FF2B5EF4-FFF2-40B4-BE49-F238E27FC236}">
                    <a16:creationId xmlns:a16="http://schemas.microsoft.com/office/drawing/2014/main" id="{F6D85EDD-CAC5-4F41-A250-BD7D7DC2449F}"/>
                  </a:ext>
                </a:extLst>
              </p14:cNvPr>
              <p14:cNvContentPartPr/>
              <p14:nvPr/>
            </p14:nvContentPartPr>
            <p14:xfrm>
              <a:off x="1877210" y="4472991"/>
              <a:ext cx="845280" cy="754560"/>
            </p14:xfrm>
          </p:contentPart>
        </mc:Choice>
        <mc:Fallback>
          <p:pic>
            <p:nvPicPr>
              <p:cNvPr id="56" name="Ink 61">
                <a:extLst>
                  <a:ext uri="{FF2B5EF4-FFF2-40B4-BE49-F238E27FC236}">
                    <a16:creationId xmlns:a16="http://schemas.microsoft.com/office/drawing/2014/main" id="{F6D85EDD-CAC5-4F41-A250-BD7D7DC2449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862090" y="4457871"/>
                <a:ext cx="875520" cy="78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57" name="Ink 62">
                <a:extLst>
                  <a:ext uri="{FF2B5EF4-FFF2-40B4-BE49-F238E27FC236}">
                    <a16:creationId xmlns:a16="http://schemas.microsoft.com/office/drawing/2014/main" id="{2611D9F0-2400-5B44-B3E4-54277796A4C2}"/>
                  </a:ext>
                </a:extLst>
              </p14:cNvPr>
              <p14:cNvContentPartPr/>
              <p14:nvPr/>
            </p14:nvContentPartPr>
            <p14:xfrm>
              <a:off x="1010330" y="4660191"/>
              <a:ext cx="585000" cy="337320"/>
            </p14:xfrm>
          </p:contentPart>
        </mc:Choice>
        <mc:Fallback>
          <p:pic>
            <p:nvPicPr>
              <p:cNvPr id="57" name="Ink 62">
                <a:extLst>
                  <a:ext uri="{FF2B5EF4-FFF2-40B4-BE49-F238E27FC236}">
                    <a16:creationId xmlns:a16="http://schemas.microsoft.com/office/drawing/2014/main" id="{2611D9F0-2400-5B44-B3E4-54277796A4C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95210" y="4645071"/>
                <a:ext cx="615600" cy="36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4057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B6A41-B6F6-424D-9470-1B970793C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8" y="551329"/>
            <a:ext cx="8543925" cy="5625634"/>
          </a:xfrm>
        </p:spPr>
        <p:txBody>
          <a:bodyPr/>
          <a:lstStyle/>
          <a:p>
            <a:r>
              <a:rPr lang="en-US" dirty="0"/>
              <a:t>Marcus bought a car at $28 000 in 2016.  The value of the car depreciated at a rate of 3% p.a.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What is the value of the car in 2018.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He intends to sell his car after 10 years, what is the value of his car then?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C1DA49E-6AD8-BD4A-9C0C-2DB794B5EF59}"/>
                  </a:ext>
                </a:extLst>
              </p14:cNvPr>
              <p14:cNvContentPartPr/>
              <p14:nvPr/>
            </p14:nvContentPartPr>
            <p14:xfrm>
              <a:off x="441530" y="2849031"/>
              <a:ext cx="66600" cy="281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C1DA49E-6AD8-BD4A-9C0C-2DB794B5EF5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6410" y="2833911"/>
                <a:ext cx="97200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132D6A9-6E0B-824F-B39A-A72E9434DA94}"/>
                  </a:ext>
                </a:extLst>
              </p14:cNvPr>
              <p14:cNvContentPartPr/>
              <p14:nvPr/>
            </p14:nvContentPartPr>
            <p14:xfrm>
              <a:off x="618290" y="3020391"/>
              <a:ext cx="28080" cy="5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132D6A9-6E0B-824F-B39A-A72E9434DA9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3170" y="3004911"/>
                <a:ext cx="5832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1" name="Ink 13">
                <a:extLst>
                  <a:ext uri="{FF2B5EF4-FFF2-40B4-BE49-F238E27FC236}">
                    <a16:creationId xmlns:a16="http://schemas.microsoft.com/office/drawing/2014/main" id="{7D8123FF-EFDA-6A44-AE45-4F8E6F4D4B5B}"/>
                  </a:ext>
                </a:extLst>
              </p14:cNvPr>
              <p14:cNvContentPartPr/>
              <p14:nvPr/>
            </p14:nvContentPartPr>
            <p14:xfrm>
              <a:off x="1877210" y="2760831"/>
              <a:ext cx="496440" cy="171360"/>
            </p14:xfrm>
          </p:contentPart>
        </mc:Choice>
        <mc:Fallback>
          <p:pic>
            <p:nvPicPr>
              <p:cNvPr id="11" name="Ink 13">
                <a:extLst>
                  <a:ext uri="{FF2B5EF4-FFF2-40B4-BE49-F238E27FC236}">
                    <a16:creationId xmlns:a16="http://schemas.microsoft.com/office/drawing/2014/main" id="{7D8123FF-EFDA-6A44-AE45-4F8E6F4D4B5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62101" y="2745351"/>
                <a:ext cx="526658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2" name="Ink 14">
                <a:extLst>
                  <a:ext uri="{FF2B5EF4-FFF2-40B4-BE49-F238E27FC236}">
                    <a16:creationId xmlns:a16="http://schemas.microsoft.com/office/drawing/2014/main" id="{CE6622A8-9B3D-EC49-819B-D8EA7EFAD36F}"/>
                  </a:ext>
                </a:extLst>
              </p14:cNvPr>
              <p14:cNvContentPartPr/>
              <p14:nvPr/>
            </p14:nvContentPartPr>
            <p14:xfrm>
              <a:off x="1518290" y="2766231"/>
              <a:ext cx="254160" cy="204840"/>
            </p14:xfrm>
          </p:contentPart>
        </mc:Choice>
        <mc:Fallback>
          <p:pic>
            <p:nvPicPr>
              <p:cNvPr id="12" name="Ink 14">
                <a:extLst>
                  <a:ext uri="{FF2B5EF4-FFF2-40B4-BE49-F238E27FC236}">
                    <a16:creationId xmlns:a16="http://schemas.microsoft.com/office/drawing/2014/main" id="{CE6622A8-9B3D-EC49-819B-D8EA7EFAD36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03191" y="2751111"/>
                <a:ext cx="284357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3" name="Ink 15">
                <a:extLst>
                  <a:ext uri="{FF2B5EF4-FFF2-40B4-BE49-F238E27FC236}">
                    <a16:creationId xmlns:a16="http://schemas.microsoft.com/office/drawing/2014/main" id="{118D72E3-9137-7A40-AB83-E3189DB658E8}"/>
                  </a:ext>
                </a:extLst>
              </p14:cNvPr>
              <p14:cNvContentPartPr/>
              <p14:nvPr/>
            </p14:nvContentPartPr>
            <p14:xfrm>
              <a:off x="1211570" y="2716551"/>
              <a:ext cx="201600" cy="287640"/>
            </p14:xfrm>
          </p:contentPart>
        </mc:Choice>
        <mc:Fallback>
          <p:pic>
            <p:nvPicPr>
              <p:cNvPr id="13" name="Ink 15">
                <a:extLst>
                  <a:ext uri="{FF2B5EF4-FFF2-40B4-BE49-F238E27FC236}">
                    <a16:creationId xmlns:a16="http://schemas.microsoft.com/office/drawing/2014/main" id="{118D72E3-9137-7A40-AB83-E3189DB658E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96450" y="2701431"/>
                <a:ext cx="232200" cy="31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F1D179C-42BC-5E48-A579-0EEAB4A8743B}"/>
                  </a:ext>
                </a:extLst>
              </p14:cNvPr>
              <p14:cNvContentPartPr/>
              <p14:nvPr/>
            </p14:nvContentPartPr>
            <p14:xfrm>
              <a:off x="2573090" y="2627991"/>
              <a:ext cx="105120" cy="3427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F1D179C-42BC-5E48-A579-0EEAB4A8743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557610" y="2612871"/>
                <a:ext cx="135720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A75C36E-633F-EF48-843C-982385D7FEF4}"/>
                  </a:ext>
                </a:extLst>
              </p14:cNvPr>
              <p14:cNvContentPartPr/>
              <p14:nvPr/>
            </p14:nvContentPartPr>
            <p14:xfrm>
              <a:off x="2804930" y="2672271"/>
              <a:ext cx="16920" cy="2818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A75C36E-633F-EF48-843C-982385D7FEF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789450" y="2657151"/>
                <a:ext cx="4752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AB75B9B-EC03-F746-9179-738C5E818B75}"/>
                  </a:ext>
                </a:extLst>
              </p14:cNvPr>
              <p14:cNvContentPartPr/>
              <p14:nvPr/>
            </p14:nvContentPartPr>
            <p14:xfrm>
              <a:off x="2948930" y="2782791"/>
              <a:ext cx="126720" cy="115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AB75B9B-EC03-F746-9179-738C5E818B7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933810" y="2767671"/>
                <a:ext cx="15732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FFF477DF-A004-9441-9333-5A5CFD50161C}"/>
                  </a:ext>
                </a:extLst>
              </p14:cNvPr>
              <p14:cNvContentPartPr/>
              <p14:nvPr/>
            </p14:nvContentPartPr>
            <p14:xfrm>
              <a:off x="4108130" y="2661471"/>
              <a:ext cx="144000" cy="57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FFF477DF-A004-9441-9333-5A5CFD50161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092650" y="2645991"/>
                <a:ext cx="17460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2002CD4C-2D8D-9246-9E30-1BD5D7212926}"/>
                  </a:ext>
                </a:extLst>
              </p14:cNvPr>
              <p14:cNvContentPartPr/>
              <p14:nvPr/>
            </p14:nvContentPartPr>
            <p14:xfrm>
              <a:off x="4103090" y="2804751"/>
              <a:ext cx="159840" cy="334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2002CD4C-2D8D-9246-9E30-1BD5D721292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087970" y="2789631"/>
                <a:ext cx="19044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9" name="Ink 29">
                <a:extLst>
                  <a:ext uri="{FF2B5EF4-FFF2-40B4-BE49-F238E27FC236}">
                    <a16:creationId xmlns:a16="http://schemas.microsoft.com/office/drawing/2014/main" id="{F67476ED-4058-3640-8AAD-BF21E0FA0FEA}"/>
                  </a:ext>
                </a:extLst>
              </p14:cNvPr>
              <p14:cNvContentPartPr/>
              <p14:nvPr/>
            </p14:nvContentPartPr>
            <p14:xfrm>
              <a:off x="3163850" y="2407311"/>
              <a:ext cx="828360" cy="624240"/>
            </p14:xfrm>
          </p:contentPart>
        </mc:Choice>
        <mc:Fallback>
          <p:pic>
            <p:nvPicPr>
              <p:cNvPr id="29" name="Ink 29">
                <a:extLst>
                  <a:ext uri="{FF2B5EF4-FFF2-40B4-BE49-F238E27FC236}">
                    <a16:creationId xmlns:a16="http://schemas.microsoft.com/office/drawing/2014/main" id="{F67476ED-4058-3640-8AAD-BF21E0FA0FE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148377" y="2392191"/>
                <a:ext cx="858587" cy="65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7A2C99D7-88CF-7946-84D6-889CB8EC2BED}"/>
                  </a:ext>
                </a:extLst>
              </p14:cNvPr>
              <p14:cNvContentPartPr/>
              <p14:nvPr/>
            </p14:nvContentPartPr>
            <p14:xfrm>
              <a:off x="4709690" y="2572911"/>
              <a:ext cx="165960" cy="19368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7A2C99D7-88CF-7946-84D6-889CB8EC2BE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694570" y="2557791"/>
                <a:ext cx="19656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CFD81016-AE5B-9449-98ED-B1693D2FEA9C}"/>
                  </a:ext>
                </a:extLst>
              </p14:cNvPr>
              <p14:cNvContentPartPr/>
              <p14:nvPr/>
            </p14:nvContentPartPr>
            <p14:xfrm>
              <a:off x="5003090" y="2516391"/>
              <a:ext cx="88200" cy="24444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CFD81016-AE5B-9449-98ED-B1693D2FEA9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987970" y="2501271"/>
                <a:ext cx="11844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E890CB7-057B-854C-8D8E-B75766D53EC4}"/>
                  </a:ext>
                </a:extLst>
              </p14:cNvPr>
              <p14:cNvContentPartPr/>
              <p14:nvPr/>
            </p14:nvContentPartPr>
            <p14:xfrm>
              <a:off x="5179130" y="2545191"/>
              <a:ext cx="110880" cy="24084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E890CB7-057B-854C-8D8E-B75766D53EC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164010" y="2530071"/>
                <a:ext cx="14112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67E39BE9-F375-914D-86CF-C1BBC7C79839}"/>
                  </a:ext>
                </a:extLst>
              </p14:cNvPr>
              <p14:cNvContentPartPr/>
              <p14:nvPr/>
            </p14:nvContentPartPr>
            <p14:xfrm>
              <a:off x="5367050" y="2578311"/>
              <a:ext cx="182520" cy="831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67E39BE9-F375-914D-86CF-C1BBC7C7983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351570" y="2563191"/>
                <a:ext cx="21312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C69895BF-3B27-F74D-AC1D-0C5C04556E80}"/>
                  </a:ext>
                </a:extLst>
              </p14:cNvPr>
              <p14:cNvContentPartPr/>
              <p14:nvPr/>
            </p14:nvContentPartPr>
            <p14:xfrm>
              <a:off x="5488370" y="2550951"/>
              <a:ext cx="38880" cy="2433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C69895BF-3B27-F74D-AC1D-0C5C04556E8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473250" y="2535471"/>
                <a:ext cx="6948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27CF7C2-B603-1C4C-A138-998F31FA8ACD}"/>
                  </a:ext>
                </a:extLst>
              </p14:cNvPr>
              <p14:cNvContentPartPr/>
              <p14:nvPr/>
            </p14:nvContentPartPr>
            <p14:xfrm>
              <a:off x="5615450" y="2539791"/>
              <a:ext cx="94320" cy="21024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27CF7C2-B603-1C4C-A138-998F31FA8AC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600330" y="2524671"/>
                <a:ext cx="12456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020F483E-CF31-D94E-AE50-02EF60DD9231}"/>
                  </a:ext>
                </a:extLst>
              </p14:cNvPr>
              <p14:cNvContentPartPr/>
              <p14:nvPr/>
            </p14:nvContentPartPr>
            <p14:xfrm>
              <a:off x="5670530" y="2517831"/>
              <a:ext cx="121680" cy="3348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020F483E-CF31-D94E-AE50-02EF60DD923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655410" y="2502351"/>
                <a:ext cx="15228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D0AEA2D3-183D-6640-AECE-D83F1021652A}"/>
                  </a:ext>
                </a:extLst>
              </p14:cNvPr>
              <p14:cNvContentPartPr/>
              <p14:nvPr/>
            </p14:nvContentPartPr>
            <p14:xfrm>
              <a:off x="5841890" y="2650311"/>
              <a:ext cx="55440" cy="1692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D0AEA2D3-183D-6640-AECE-D83F1021652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826410" y="2634831"/>
                <a:ext cx="8604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267B7B6C-3057-8040-A46D-9D95F0F64CED}"/>
                  </a:ext>
                </a:extLst>
              </p14:cNvPr>
              <p14:cNvContentPartPr/>
              <p14:nvPr/>
            </p14:nvContentPartPr>
            <p14:xfrm>
              <a:off x="5968970" y="2529351"/>
              <a:ext cx="237960" cy="1764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267B7B6C-3057-8040-A46D-9D95F0F64CE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953490" y="2514231"/>
                <a:ext cx="26820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AAE3F698-0F14-8F49-BFF8-F7F6930D3C6B}"/>
                  </a:ext>
                </a:extLst>
              </p14:cNvPr>
              <p14:cNvContentPartPr/>
              <p14:nvPr/>
            </p14:nvContentPartPr>
            <p14:xfrm>
              <a:off x="1529450" y="3202551"/>
              <a:ext cx="298440" cy="9972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AAE3F698-0F14-8F49-BFF8-F7F6930D3C6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513970" y="3187071"/>
                <a:ext cx="32904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13C2455D-C952-1C44-A53F-50E72CF831E2}"/>
                  </a:ext>
                </a:extLst>
              </p14:cNvPr>
              <p14:cNvContentPartPr/>
              <p14:nvPr/>
            </p14:nvContentPartPr>
            <p14:xfrm>
              <a:off x="1744730" y="3180951"/>
              <a:ext cx="403560" cy="26784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13C2455D-C952-1C44-A53F-50E72CF831E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729610" y="3165831"/>
                <a:ext cx="433800" cy="2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A5BD5429-BFF1-754E-998F-FD38DF16A19B}"/>
                  </a:ext>
                </a:extLst>
              </p14:cNvPr>
              <p14:cNvContentPartPr/>
              <p14:nvPr/>
            </p14:nvContentPartPr>
            <p14:xfrm>
              <a:off x="2506850" y="3062511"/>
              <a:ext cx="889200" cy="3942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A5BD5429-BFF1-754E-998F-FD38DF16A19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491370" y="3047391"/>
                <a:ext cx="919800" cy="42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5F02803C-B0E7-304F-AEFE-C7702FC750BB}"/>
                  </a:ext>
                </a:extLst>
              </p14:cNvPr>
              <p14:cNvContentPartPr/>
              <p14:nvPr/>
            </p14:nvContentPartPr>
            <p14:xfrm>
              <a:off x="3699530" y="3099951"/>
              <a:ext cx="447480" cy="51156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5F02803C-B0E7-304F-AEFE-C7702FC750B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684050" y="3084831"/>
                <a:ext cx="478080" cy="54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40B61774-A3CA-474A-9F33-139492AB107F}"/>
                  </a:ext>
                </a:extLst>
              </p14:cNvPr>
              <p14:cNvContentPartPr/>
              <p14:nvPr/>
            </p14:nvContentPartPr>
            <p14:xfrm>
              <a:off x="4257170" y="3144591"/>
              <a:ext cx="33480" cy="20700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40B61774-A3CA-474A-9F33-139492AB107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241690" y="3129471"/>
                <a:ext cx="6408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43595882-694B-FD4B-B977-A18B609F7DAC}"/>
                  </a:ext>
                </a:extLst>
              </p14:cNvPr>
              <p14:cNvContentPartPr/>
              <p14:nvPr/>
            </p14:nvContentPartPr>
            <p14:xfrm>
              <a:off x="4146650" y="3141711"/>
              <a:ext cx="456120" cy="21024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43595882-694B-FD4B-B977-A18B609F7DA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131530" y="3126591"/>
                <a:ext cx="48672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EE2C01DB-3DF4-1C42-A072-B67DDD664A6D}"/>
                  </a:ext>
                </a:extLst>
              </p14:cNvPr>
              <p14:cNvContentPartPr/>
              <p14:nvPr/>
            </p14:nvContentPartPr>
            <p14:xfrm>
              <a:off x="4881770" y="3086631"/>
              <a:ext cx="513360" cy="25920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EE2C01DB-3DF4-1C42-A072-B67DDD664A6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866290" y="3071151"/>
                <a:ext cx="543600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564CD046-628A-5D43-8B0A-47A5C360F5E4}"/>
                  </a:ext>
                </a:extLst>
              </p14:cNvPr>
              <p14:cNvContentPartPr/>
              <p14:nvPr/>
            </p14:nvContentPartPr>
            <p14:xfrm>
              <a:off x="5643170" y="3219111"/>
              <a:ext cx="110880" cy="1047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564CD046-628A-5D43-8B0A-47A5C360F5E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627690" y="3203631"/>
                <a:ext cx="14112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7ECDCA2F-6C3B-7745-8C2C-0B17CEE53DA4}"/>
                  </a:ext>
                </a:extLst>
              </p14:cNvPr>
              <p14:cNvContentPartPr/>
              <p14:nvPr/>
            </p14:nvContentPartPr>
            <p14:xfrm>
              <a:off x="5653970" y="3152871"/>
              <a:ext cx="353880" cy="12492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7ECDCA2F-6C3B-7745-8C2C-0B17CEE53DA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638850" y="3137391"/>
                <a:ext cx="38412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E1D0C422-6939-AD46-AE2A-4D6FDE38A731}"/>
                  </a:ext>
                </a:extLst>
              </p14:cNvPr>
              <p14:cNvContentPartPr/>
              <p14:nvPr/>
            </p14:nvContentPartPr>
            <p14:xfrm>
              <a:off x="6240050" y="3042351"/>
              <a:ext cx="369000" cy="19908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E1D0C422-6939-AD46-AE2A-4D6FDE38A731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224930" y="3026871"/>
                <a:ext cx="39960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1068CF19-F374-834D-BF9E-FC8497D795E0}"/>
                  </a:ext>
                </a:extLst>
              </p14:cNvPr>
              <p14:cNvContentPartPr/>
              <p14:nvPr/>
            </p14:nvContentPartPr>
            <p14:xfrm>
              <a:off x="6703370" y="3025791"/>
              <a:ext cx="38880" cy="18792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1068CF19-F374-834D-BF9E-FC8497D795E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687890" y="3010311"/>
                <a:ext cx="6948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DCD0A364-4C63-2245-B5DC-069F895371C3}"/>
                  </a:ext>
                </a:extLst>
              </p14:cNvPr>
              <p14:cNvContentPartPr/>
              <p14:nvPr/>
            </p14:nvContentPartPr>
            <p14:xfrm>
              <a:off x="6813530" y="2998071"/>
              <a:ext cx="196200" cy="22680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DCD0A364-4C63-2245-B5DC-069F895371C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798410" y="2982951"/>
                <a:ext cx="22644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4CA0977E-1A29-6E4B-BE5F-0CD82D51C1DC}"/>
                  </a:ext>
                </a:extLst>
              </p14:cNvPr>
              <p14:cNvContentPartPr/>
              <p14:nvPr/>
            </p14:nvContentPartPr>
            <p14:xfrm>
              <a:off x="7282970" y="3109311"/>
              <a:ext cx="83160" cy="13716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4CA0977E-1A29-6E4B-BE5F-0CD82D51C1D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267850" y="3093831"/>
                <a:ext cx="11376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FE1C19EC-7FEC-4A4E-9FA3-AA113CEFABA3}"/>
                  </a:ext>
                </a:extLst>
              </p14:cNvPr>
              <p14:cNvContentPartPr/>
              <p14:nvPr/>
            </p14:nvContentPartPr>
            <p14:xfrm>
              <a:off x="7283690" y="3009231"/>
              <a:ext cx="297360" cy="18792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FE1C19EC-7FEC-4A4E-9FA3-AA113CEFABA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268210" y="2993751"/>
                <a:ext cx="32796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75A08150-70F9-6A42-B7F2-053E35C89BAD}"/>
                  </a:ext>
                </a:extLst>
              </p14:cNvPr>
              <p14:cNvContentPartPr/>
              <p14:nvPr/>
            </p14:nvContentPartPr>
            <p14:xfrm>
              <a:off x="7865810" y="3003471"/>
              <a:ext cx="124200" cy="22140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75A08150-70F9-6A42-B7F2-053E35C89BA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850690" y="2988351"/>
                <a:ext cx="15480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05E48F1B-D89D-D742-8EF5-32532398E8D3}"/>
                  </a:ext>
                </a:extLst>
              </p14:cNvPr>
              <p14:cNvContentPartPr/>
              <p14:nvPr/>
            </p14:nvContentPartPr>
            <p14:xfrm>
              <a:off x="7929170" y="2898711"/>
              <a:ext cx="77760" cy="39780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05E48F1B-D89D-D742-8EF5-32532398E8D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913690" y="2883591"/>
                <a:ext cx="108000" cy="42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1B8C9F48-3865-894B-A5F2-0E39FB085DD4}"/>
                  </a:ext>
                </a:extLst>
              </p14:cNvPr>
              <p14:cNvContentPartPr/>
              <p14:nvPr/>
            </p14:nvContentPartPr>
            <p14:xfrm>
              <a:off x="8189090" y="3020391"/>
              <a:ext cx="192960" cy="17712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1B8C9F48-3865-894B-A5F2-0E39FB085DD4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173970" y="3004911"/>
                <a:ext cx="22356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7FAD4295-7AD3-1D47-8EB7-06EEED35DDDC}"/>
                  </a:ext>
                </a:extLst>
              </p14:cNvPr>
              <p14:cNvContentPartPr/>
              <p14:nvPr/>
            </p14:nvContentPartPr>
            <p14:xfrm>
              <a:off x="8415530" y="2926791"/>
              <a:ext cx="121320" cy="24768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7FAD4295-7AD3-1D47-8EB7-06EEED35DDDC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400410" y="2911671"/>
                <a:ext cx="15156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573C5609-EB47-CC43-993E-8C340566EB22}"/>
                  </a:ext>
                </a:extLst>
              </p14:cNvPr>
              <p14:cNvContentPartPr/>
              <p14:nvPr/>
            </p14:nvContentPartPr>
            <p14:xfrm>
              <a:off x="8649890" y="2953791"/>
              <a:ext cx="118800" cy="23220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573C5609-EB47-CC43-993E-8C340566EB2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634770" y="2938671"/>
                <a:ext cx="14940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C9170ECB-2047-BD40-8FA0-2B29F727E95C}"/>
                  </a:ext>
                </a:extLst>
              </p14:cNvPr>
              <p14:cNvContentPartPr/>
              <p14:nvPr/>
            </p14:nvContentPartPr>
            <p14:xfrm>
              <a:off x="8829170" y="3009231"/>
              <a:ext cx="177120" cy="7776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C9170ECB-2047-BD40-8FA0-2B29F727E95C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813690" y="2993751"/>
                <a:ext cx="20772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8C2F21FC-E08C-6D48-BAC9-C801918A3B44}"/>
                  </a:ext>
                </a:extLst>
              </p14:cNvPr>
              <p14:cNvContentPartPr/>
              <p14:nvPr/>
            </p14:nvContentPartPr>
            <p14:xfrm>
              <a:off x="8917370" y="2970351"/>
              <a:ext cx="44640" cy="22680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8C2F21FC-E08C-6D48-BAC9-C801918A3B44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902250" y="2955231"/>
                <a:ext cx="7488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67406EF7-9BF2-404A-B738-D0DBF7F26318}"/>
                  </a:ext>
                </a:extLst>
              </p14:cNvPr>
              <p14:cNvContentPartPr/>
              <p14:nvPr/>
            </p14:nvContentPartPr>
            <p14:xfrm>
              <a:off x="9039050" y="2986911"/>
              <a:ext cx="99720" cy="1605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67406EF7-9BF2-404A-B738-D0DBF7F26318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023570" y="2971791"/>
                <a:ext cx="13032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A4906246-226D-6D49-85E9-F671F4E24FB4}"/>
                  </a:ext>
                </a:extLst>
              </p14:cNvPr>
              <p14:cNvContentPartPr/>
              <p14:nvPr/>
            </p14:nvContentPartPr>
            <p14:xfrm>
              <a:off x="9154970" y="2926431"/>
              <a:ext cx="72000" cy="3348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A4906246-226D-6D49-85E9-F671F4E24FB4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9139490" y="2910951"/>
                <a:ext cx="10260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74443BE6-A0D9-8C4F-B0C0-692D212E323B}"/>
                  </a:ext>
                </a:extLst>
              </p14:cNvPr>
              <p14:cNvContentPartPr/>
              <p14:nvPr/>
            </p14:nvContentPartPr>
            <p14:xfrm>
              <a:off x="9281690" y="3092031"/>
              <a:ext cx="50040" cy="1692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74443BE6-A0D9-8C4F-B0C0-692D212E323B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266570" y="3076911"/>
                <a:ext cx="8064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A65041A7-8B02-D945-A694-BDD9E82E24FF}"/>
                  </a:ext>
                </a:extLst>
              </p14:cNvPr>
              <p14:cNvContentPartPr/>
              <p14:nvPr/>
            </p14:nvContentPartPr>
            <p14:xfrm>
              <a:off x="9447650" y="2976111"/>
              <a:ext cx="171360" cy="18252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A65041A7-8B02-D945-A694-BDD9E82E24FF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9432170" y="2960631"/>
                <a:ext cx="20196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AAA33C9F-F9ED-744C-B250-043E02F40E74}"/>
                  </a:ext>
                </a:extLst>
              </p14:cNvPr>
              <p14:cNvContentPartPr/>
              <p14:nvPr/>
            </p14:nvContentPartPr>
            <p14:xfrm>
              <a:off x="9613250" y="3047751"/>
              <a:ext cx="143280" cy="9360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AAA33C9F-F9ED-744C-B250-043E02F40E74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9597770" y="3032631"/>
                <a:ext cx="17388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27E533CC-73BA-1641-AC21-5B0A61BFF95E}"/>
                  </a:ext>
                </a:extLst>
              </p14:cNvPr>
              <p14:cNvContentPartPr/>
              <p14:nvPr/>
            </p14:nvContentPartPr>
            <p14:xfrm>
              <a:off x="309050" y="4337631"/>
              <a:ext cx="221400" cy="17388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27E533CC-73BA-1641-AC21-5B0A61BFF95E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93930" y="4322151"/>
                <a:ext cx="25164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EC9DED3F-F2A6-6B4E-9963-DEA6A109157A}"/>
                  </a:ext>
                </a:extLst>
              </p14:cNvPr>
              <p14:cNvContentPartPr/>
              <p14:nvPr/>
            </p14:nvContentPartPr>
            <p14:xfrm>
              <a:off x="640250" y="4434471"/>
              <a:ext cx="28080" cy="3276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EC9DED3F-F2A6-6B4E-9963-DEA6A109157A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625130" y="4418991"/>
                <a:ext cx="5832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24BFA512-26B2-1945-A9D5-3484B8645AF9}"/>
                  </a:ext>
                </a:extLst>
              </p14:cNvPr>
              <p14:cNvContentPartPr/>
              <p14:nvPr/>
            </p14:nvContentPartPr>
            <p14:xfrm>
              <a:off x="2258810" y="4135671"/>
              <a:ext cx="457920" cy="13284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24BFA512-26B2-1945-A9D5-3484B8645AF9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243690" y="4120191"/>
                <a:ext cx="48852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B0EEF42-EE29-934B-A194-953FED433CD5}"/>
                  </a:ext>
                </a:extLst>
              </p14:cNvPr>
              <p14:cNvContentPartPr/>
              <p14:nvPr/>
            </p14:nvContentPartPr>
            <p14:xfrm>
              <a:off x="4682330" y="4102551"/>
              <a:ext cx="127440" cy="2232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B0EEF42-EE29-934B-A194-953FED433CD5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666850" y="4087071"/>
                <a:ext cx="15768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2FFB0E73-F63C-4743-BBA6-3C2B8B018392}"/>
                  </a:ext>
                </a:extLst>
              </p14:cNvPr>
              <p14:cNvContentPartPr/>
              <p14:nvPr/>
            </p14:nvContentPartPr>
            <p14:xfrm>
              <a:off x="4660010" y="4201911"/>
              <a:ext cx="127440" cy="3888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2FFB0E73-F63C-4743-BBA6-3C2B8B018392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644890" y="4186791"/>
                <a:ext cx="15768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110" name="Ink 113">
                <a:extLst>
                  <a:ext uri="{FF2B5EF4-FFF2-40B4-BE49-F238E27FC236}">
                    <a16:creationId xmlns:a16="http://schemas.microsoft.com/office/drawing/2014/main" id="{39DDF08F-F95F-B54A-A996-BE631F2D713F}"/>
                  </a:ext>
                </a:extLst>
              </p14:cNvPr>
              <p14:cNvContentPartPr/>
              <p14:nvPr/>
            </p14:nvContentPartPr>
            <p14:xfrm>
              <a:off x="3605570" y="3727431"/>
              <a:ext cx="861120" cy="761760"/>
            </p14:xfrm>
          </p:contentPart>
        </mc:Choice>
        <mc:Fallback>
          <p:pic>
            <p:nvPicPr>
              <p:cNvPr id="110" name="Ink 113">
                <a:extLst>
                  <a:ext uri="{FF2B5EF4-FFF2-40B4-BE49-F238E27FC236}">
                    <a16:creationId xmlns:a16="http://schemas.microsoft.com/office/drawing/2014/main" id="{39DDF08F-F95F-B54A-A996-BE631F2D713F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590090" y="3712311"/>
                <a:ext cx="891720" cy="79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111" name="Ink 114">
                <a:extLst>
                  <a:ext uri="{FF2B5EF4-FFF2-40B4-BE49-F238E27FC236}">
                    <a16:creationId xmlns:a16="http://schemas.microsoft.com/office/drawing/2014/main" id="{0EF0B7A4-9B30-4042-BA65-078728704F00}"/>
                  </a:ext>
                </a:extLst>
              </p14:cNvPr>
              <p14:cNvContentPartPr/>
              <p14:nvPr/>
            </p14:nvContentPartPr>
            <p14:xfrm>
              <a:off x="2942810" y="3997431"/>
              <a:ext cx="459000" cy="403560"/>
            </p14:xfrm>
          </p:contentPart>
        </mc:Choice>
        <mc:Fallback>
          <p:pic>
            <p:nvPicPr>
              <p:cNvPr id="111" name="Ink 114">
                <a:extLst>
                  <a:ext uri="{FF2B5EF4-FFF2-40B4-BE49-F238E27FC236}">
                    <a16:creationId xmlns:a16="http://schemas.microsoft.com/office/drawing/2014/main" id="{0EF0B7A4-9B30-4042-BA65-078728704F00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927678" y="3982311"/>
                <a:ext cx="489624" cy="43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112" name="Ink 115">
                <a:extLst>
                  <a:ext uri="{FF2B5EF4-FFF2-40B4-BE49-F238E27FC236}">
                    <a16:creationId xmlns:a16="http://schemas.microsoft.com/office/drawing/2014/main" id="{DB3AB53B-E3EE-554E-9018-8BA596380B03}"/>
                  </a:ext>
                </a:extLst>
              </p14:cNvPr>
              <p14:cNvContentPartPr/>
              <p14:nvPr/>
            </p14:nvContentPartPr>
            <p14:xfrm>
              <a:off x="1855250" y="4119111"/>
              <a:ext cx="298080" cy="265320"/>
            </p14:xfrm>
          </p:contentPart>
        </mc:Choice>
        <mc:Fallback>
          <p:pic>
            <p:nvPicPr>
              <p:cNvPr id="112" name="Ink 115">
                <a:extLst>
                  <a:ext uri="{FF2B5EF4-FFF2-40B4-BE49-F238E27FC236}">
                    <a16:creationId xmlns:a16="http://schemas.microsoft.com/office/drawing/2014/main" id="{DB3AB53B-E3EE-554E-9018-8BA596380B03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839789" y="4103631"/>
                <a:ext cx="328643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113" name="Ink 116">
                <a:extLst>
                  <a:ext uri="{FF2B5EF4-FFF2-40B4-BE49-F238E27FC236}">
                    <a16:creationId xmlns:a16="http://schemas.microsoft.com/office/drawing/2014/main" id="{1D3E6F12-53ED-E449-8EDB-9FCCFCC711EE}"/>
                  </a:ext>
                </a:extLst>
              </p14:cNvPr>
              <p14:cNvContentPartPr/>
              <p14:nvPr/>
            </p14:nvContentPartPr>
            <p14:xfrm>
              <a:off x="1529450" y="4036311"/>
              <a:ext cx="160560" cy="464040"/>
            </p14:xfrm>
          </p:contentPart>
        </mc:Choice>
        <mc:Fallback>
          <p:pic>
            <p:nvPicPr>
              <p:cNvPr id="113" name="Ink 116">
                <a:extLst>
                  <a:ext uri="{FF2B5EF4-FFF2-40B4-BE49-F238E27FC236}">
                    <a16:creationId xmlns:a16="http://schemas.microsoft.com/office/drawing/2014/main" id="{1D3E6F12-53ED-E449-8EDB-9FCCFCC711EE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513970" y="4020831"/>
                <a:ext cx="191160" cy="49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120" name="Ink 120">
                <a:extLst>
                  <a:ext uri="{FF2B5EF4-FFF2-40B4-BE49-F238E27FC236}">
                    <a16:creationId xmlns:a16="http://schemas.microsoft.com/office/drawing/2014/main" id="{C95424B9-6D18-3240-AE91-BA922DDE7BBE}"/>
                  </a:ext>
                </a:extLst>
              </p14:cNvPr>
              <p14:cNvContentPartPr/>
              <p14:nvPr/>
            </p14:nvContentPartPr>
            <p14:xfrm>
              <a:off x="5173730" y="3958911"/>
              <a:ext cx="286920" cy="171360"/>
            </p14:xfrm>
          </p:contentPart>
        </mc:Choice>
        <mc:Fallback>
          <p:pic>
            <p:nvPicPr>
              <p:cNvPr id="120" name="Ink 120">
                <a:extLst>
                  <a:ext uri="{FF2B5EF4-FFF2-40B4-BE49-F238E27FC236}">
                    <a16:creationId xmlns:a16="http://schemas.microsoft.com/office/drawing/2014/main" id="{C95424B9-6D18-3240-AE91-BA922DDE7BBE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158610" y="3943791"/>
                <a:ext cx="31752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C03ED96D-4289-3A49-8CC7-E306AA7FCE06}"/>
                  </a:ext>
                </a:extLst>
              </p14:cNvPr>
              <p14:cNvContentPartPr/>
              <p14:nvPr/>
            </p14:nvContentPartPr>
            <p14:xfrm>
              <a:off x="6261650" y="4085991"/>
              <a:ext cx="11520" cy="2808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C03ED96D-4289-3A49-8CC7-E306AA7FCE06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6246170" y="4070511"/>
                <a:ext cx="4176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127" name="Ink 127">
                <a:extLst>
                  <a:ext uri="{FF2B5EF4-FFF2-40B4-BE49-F238E27FC236}">
                    <a16:creationId xmlns:a16="http://schemas.microsoft.com/office/drawing/2014/main" id="{C0C9EC68-F92D-EA49-BDB8-C0BD4A801A9A}"/>
                  </a:ext>
                </a:extLst>
              </p14:cNvPr>
              <p14:cNvContentPartPr/>
              <p14:nvPr/>
            </p14:nvContentPartPr>
            <p14:xfrm>
              <a:off x="5593490" y="3892671"/>
              <a:ext cx="502920" cy="353520"/>
            </p14:xfrm>
          </p:contentPart>
        </mc:Choice>
        <mc:Fallback>
          <p:pic>
            <p:nvPicPr>
              <p:cNvPr id="127" name="Ink 127">
                <a:extLst>
                  <a:ext uri="{FF2B5EF4-FFF2-40B4-BE49-F238E27FC236}">
                    <a16:creationId xmlns:a16="http://schemas.microsoft.com/office/drawing/2014/main" id="{C0C9EC68-F92D-EA49-BDB8-C0BD4A801A9A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578010" y="3877566"/>
                <a:ext cx="533160" cy="3837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FDC2DAD5-4B26-A740-AFF6-58289C885D4F}"/>
                  </a:ext>
                </a:extLst>
              </p14:cNvPr>
              <p14:cNvContentPartPr/>
              <p14:nvPr/>
            </p14:nvContentPartPr>
            <p14:xfrm>
              <a:off x="3367970" y="4695831"/>
              <a:ext cx="381240" cy="67140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FDC2DAD5-4B26-A740-AFF6-58289C885D4F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3352850" y="4680351"/>
                <a:ext cx="411840" cy="70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3EAE5D02-2DB5-0B41-85F1-30D26FFF6E01}"/>
                  </a:ext>
                </a:extLst>
              </p14:cNvPr>
              <p14:cNvContentPartPr/>
              <p14:nvPr/>
            </p14:nvContentPartPr>
            <p14:xfrm>
              <a:off x="4947290" y="4715271"/>
              <a:ext cx="607680" cy="32616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3EAE5D02-2DB5-0B41-85F1-30D26FFF6E01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4932170" y="4700151"/>
                <a:ext cx="638280" cy="35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CD45487C-C00B-5A41-84CD-669610D59A86}"/>
                  </a:ext>
                </a:extLst>
              </p14:cNvPr>
              <p14:cNvContentPartPr/>
              <p14:nvPr/>
            </p14:nvContentPartPr>
            <p14:xfrm>
              <a:off x="7719290" y="4594671"/>
              <a:ext cx="872640" cy="54468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CD45487C-C00B-5A41-84CD-669610D59A86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7703810" y="4579191"/>
                <a:ext cx="903240" cy="57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CA3B61B7-8F07-B34B-A2ED-A79227ED4A72}"/>
                  </a:ext>
                </a:extLst>
              </p14:cNvPr>
              <p14:cNvContentPartPr/>
              <p14:nvPr/>
            </p14:nvContentPartPr>
            <p14:xfrm>
              <a:off x="1430090" y="5555151"/>
              <a:ext cx="342720" cy="20340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CA3B61B7-8F07-B34B-A2ED-A79227ED4A72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414610" y="5540031"/>
                <a:ext cx="37332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24E1557B-994B-3C48-A2E4-58E37208A734}"/>
                  </a:ext>
                </a:extLst>
              </p14:cNvPr>
              <p14:cNvContentPartPr/>
              <p14:nvPr/>
            </p14:nvContentPartPr>
            <p14:xfrm>
              <a:off x="1474010" y="5438871"/>
              <a:ext cx="66600" cy="5004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24E1557B-994B-3C48-A2E4-58E37208A734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458890" y="5423391"/>
                <a:ext cx="9720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154" name="Ink 159">
                <a:extLst>
                  <a:ext uri="{FF2B5EF4-FFF2-40B4-BE49-F238E27FC236}">
                    <a16:creationId xmlns:a16="http://schemas.microsoft.com/office/drawing/2014/main" id="{B6125D03-3874-084E-BFCB-2FBA35096C81}"/>
                  </a:ext>
                </a:extLst>
              </p14:cNvPr>
              <p14:cNvContentPartPr/>
              <p14:nvPr/>
            </p14:nvContentPartPr>
            <p14:xfrm>
              <a:off x="6985610" y="4605111"/>
              <a:ext cx="402480" cy="342000"/>
            </p14:xfrm>
          </p:contentPart>
        </mc:Choice>
        <mc:Fallback>
          <p:pic>
            <p:nvPicPr>
              <p:cNvPr id="154" name="Ink 159">
                <a:extLst>
                  <a:ext uri="{FF2B5EF4-FFF2-40B4-BE49-F238E27FC236}">
                    <a16:creationId xmlns:a16="http://schemas.microsoft.com/office/drawing/2014/main" id="{B6125D03-3874-084E-BFCB-2FBA35096C81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6970144" y="4589631"/>
                <a:ext cx="433053" cy="37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155" name="Ink 160">
                <a:extLst>
                  <a:ext uri="{FF2B5EF4-FFF2-40B4-BE49-F238E27FC236}">
                    <a16:creationId xmlns:a16="http://schemas.microsoft.com/office/drawing/2014/main" id="{5F248BF9-2FDC-E242-9651-44174A7D9642}"/>
                  </a:ext>
                </a:extLst>
              </p14:cNvPr>
              <p14:cNvContentPartPr/>
              <p14:nvPr/>
            </p14:nvContentPartPr>
            <p14:xfrm>
              <a:off x="5798330" y="4594671"/>
              <a:ext cx="822240" cy="640080"/>
            </p14:xfrm>
          </p:contentPart>
        </mc:Choice>
        <mc:Fallback>
          <p:pic>
            <p:nvPicPr>
              <p:cNvPr id="155" name="Ink 160">
                <a:extLst>
                  <a:ext uri="{FF2B5EF4-FFF2-40B4-BE49-F238E27FC236}">
                    <a16:creationId xmlns:a16="http://schemas.microsoft.com/office/drawing/2014/main" id="{5F248BF9-2FDC-E242-9651-44174A7D9642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5782857" y="4579200"/>
                <a:ext cx="852467" cy="6703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156" name="Ink 161">
                <a:extLst>
                  <a:ext uri="{FF2B5EF4-FFF2-40B4-BE49-F238E27FC236}">
                    <a16:creationId xmlns:a16="http://schemas.microsoft.com/office/drawing/2014/main" id="{A60EA367-FB74-A345-873F-69FD5EDC046D}"/>
                  </a:ext>
                </a:extLst>
              </p14:cNvPr>
              <p14:cNvContentPartPr/>
              <p14:nvPr/>
            </p14:nvContentPartPr>
            <p14:xfrm>
              <a:off x="4052690" y="4690071"/>
              <a:ext cx="590400" cy="362520"/>
            </p14:xfrm>
          </p:contentPart>
        </mc:Choice>
        <mc:Fallback>
          <p:pic>
            <p:nvPicPr>
              <p:cNvPr id="156" name="Ink 161">
                <a:extLst>
                  <a:ext uri="{FF2B5EF4-FFF2-40B4-BE49-F238E27FC236}">
                    <a16:creationId xmlns:a16="http://schemas.microsoft.com/office/drawing/2014/main" id="{A60EA367-FB74-A345-873F-69FD5EDC046D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4037570" y="4674951"/>
                <a:ext cx="621000" cy="39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157" name="Ink 162">
                <a:extLst>
                  <a:ext uri="{FF2B5EF4-FFF2-40B4-BE49-F238E27FC236}">
                    <a16:creationId xmlns:a16="http://schemas.microsoft.com/office/drawing/2014/main" id="{98BDC11C-8BDC-4D41-9D54-73BAEDC93929}"/>
                  </a:ext>
                </a:extLst>
              </p14:cNvPr>
              <p14:cNvContentPartPr/>
              <p14:nvPr/>
            </p14:nvContentPartPr>
            <p14:xfrm>
              <a:off x="2054690" y="4773231"/>
              <a:ext cx="927360" cy="406440"/>
            </p14:xfrm>
          </p:contentPart>
        </mc:Choice>
        <mc:Fallback>
          <p:pic>
            <p:nvPicPr>
              <p:cNvPr id="157" name="Ink 162">
                <a:extLst>
                  <a:ext uri="{FF2B5EF4-FFF2-40B4-BE49-F238E27FC236}">
                    <a16:creationId xmlns:a16="http://schemas.microsoft.com/office/drawing/2014/main" id="{98BDC11C-8BDC-4D41-9D54-73BAEDC93929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2039210" y="4757751"/>
                <a:ext cx="957960" cy="43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158" name="Ink 163">
                <a:extLst>
                  <a:ext uri="{FF2B5EF4-FFF2-40B4-BE49-F238E27FC236}">
                    <a16:creationId xmlns:a16="http://schemas.microsoft.com/office/drawing/2014/main" id="{D9C4B3FE-4D97-9E44-B212-75AA32C7376C}"/>
                  </a:ext>
                </a:extLst>
              </p14:cNvPr>
              <p14:cNvContentPartPr/>
              <p14:nvPr/>
            </p14:nvContentPartPr>
            <p14:xfrm>
              <a:off x="1081970" y="4842351"/>
              <a:ext cx="651960" cy="353880"/>
            </p14:xfrm>
          </p:contentPart>
        </mc:Choice>
        <mc:Fallback>
          <p:pic>
            <p:nvPicPr>
              <p:cNvPr id="158" name="Ink 163">
                <a:extLst>
                  <a:ext uri="{FF2B5EF4-FFF2-40B4-BE49-F238E27FC236}">
                    <a16:creationId xmlns:a16="http://schemas.microsoft.com/office/drawing/2014/main" id="{D9C4B3FE-4D97-9E44-B212-75AA32C7376C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066850" y="4827231"/>
                <a:ext cx="682560" cy="38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159" name="Ink 164">
                <a:extLst>
                  <a:ext uri="{FF2B5EF4-FFF2-40B4-BE49-F238E27FC236}">
                    <a16:creationId xmlns:a16="http://schemas.microsoft.com/office/drawing/2014/main" id="{D60BFCFE-FDFC-D344-AB97-5CBB984C6844}"/>
                  </a:ext>
                </a:extLst>
              </p14:cNvPr>
              <p14:cNvContentPartPr/>
              <p14:nvPr/>
            </p14:nvContentPartPr>
            <p14:xfrm>
              <a:off x="6460370" y="3760191"/>
              <a:ext cx="640800" cy="353160"/>
            </p14:xfrm>
          </p:contentPart>
        </mc:Choice>
        <mc:Fallback>
          <p:pic>
            <p:nvPicPr>
              <p:cNvPr id="159" name="Ink 164">
                <a:extLst>
                  <a:ext uri="{FF2B5EF4-FFF2-40B4-BE49-F238E27FC236}">
                    <a16:creationId xmlns:a16="http://schemas.microsoft.com/office/drawing/2014/main" id="{D60BFCFE-FDFC-D344-AB97-5CBB984C6844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6444890" y="3744711"/>
                <a:ext cx="671400" cy="38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269E536E-FA6C-D346-A2E4-A052F1085F4F}"/>
                  </a:ext>
                </a:extLst>
              </p14:cNvPr>
              <p14:cNvContentPartPr/>
              <p14:nvPr/>
            </p14:nvContentPartPr>
            <p14:xfrm>
              <a:off x="3319010" y="5452191"/>
              <a:ext cx="148680" cy="25128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269E536E-FA6C-D346-A2E4-A052F1085F4F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3303890" y="5437071"/>
                <a:ext cx="17928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43CE5045-67F7-914D-B0C3-BA3A1F8DC0FE}"/>
                  </a:ext>
                </a:extLst>
              </p14:cNvPr>
              <p14:cNvContentPartPr/>
              <p14:nvPr/>
            </p14:nvContentPartPr>
            <p14:xfrm>
              <a:off x="3580370" y="5450391"/>
              <a:ext cx="202320" cy="32544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43CE5045-67F7-914D-B0C3-BA3A1F8DC0FE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3565250" y="5435271"/>
                <a:ext cx="232560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175" name="Ink 177">
                <a:extLst>
                  <a:ext uri="{FF2B5EF4-FFF2-40B4-BE49-F238E27FC236}">
                    <a16:creationId xmlns:a16="http://schemas.microsoft.com/office/drawing/2014/main" id="{78844B65-AB9D-C244-8795-120734A17D90}"/>
                  </a:ext>
                </a:extLst>
              </p14:cNvPr>
              <p14:cNvContentPartPr/>
              <p14:nvPr/>
            </p14:nvContentPartPr>
            <p14:xfrm>
              <a:off x="3947930" y="5339511"/>
              <a:ext cx="624600" cy="364680"/>
            </p14:xfrm>
          </p:contentPart>
        </mc:Choice>
        <mc:Fallback>
          <p:pic>
            <p:nvPicPr>
              <p:cNvPr id="175" name="Ink 177">
                <a:extLst>
                  <a:ext uri="{FF2B5EF4-FFF2-40B4-BE49-F238E27FC236}">
                    <a16:creationId xmlns:a16="http://schemas.microsoft.com/office/drawing/2014/main" id="{78844B65-AB9D-C244-8795-120734A17D90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3932441" y="5324031"/>
                <a:ext cx="655218" cy="39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76" name="Ink 178">
                <a:extLst>
                  <a:ext uri="{FF2B5EF4-FFF2-40B4-BE49-F238E27FC236}">
                    <a16:creationId xmlns:a16="http://schemas.microsoft.com/office/drawing/2014/main" id="{9323DF2B-81FE-7B43-8B4B-DC9787EC7BE9}"/>
                  </a:ext>
                </a:extLst>
              </p14:cNvPr>
              <p14:cNvContentPartPr/>
              <p14:nvPr/>
            </p14:nvContentPartPr>
            <p14:xfrm>
              <a:off x="2710970" y="5477391"/>
              <a:ext cx="453240" cy="259200"/>
            </p14:xfrm>
          </p:contentPart>
        </mc:Choice>
        <mc:Fallback>
          <p:pic>
            <p:nvPicPr>
              <p:cNvPr id="176" name="Ink 178">
                <a:extLst>
                  <a:ext uri="{FF2B5EF4-FFF2-40B4-BE49-F238E27FC236}">
                    <a16:creationId xmlns:a16="http://schemas.microsoft.com/office/drawing/2014/main" id="{9323DF2B-81FE-7B43-8B4B-DC9787EC7BE9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2695850" y="5462271"/>
                <a:ext cx="483480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77" name="Ink 179">
                <a:extLst>
                  <a:ext uri="{FF2B5EF4-FFF2-40B4-BE49-F238E27FC236}">
                    <a16:creationId xmlns:a16="http://schemas.microsoft.com/office/drawing/2014/main" id="{33B4B714-C868-BA42-881B-D52BAB7CEE18}"/>
                  </a:ext>
                </a:extLst>
              </p14:cNvPr>
              <p14:cNvContentPartPr/>
              <p14:nvPr/>
            </p14:nvContentPartPr>
            <p14:xfrm>
              <a:off x="2313890" y="5276151"/>
              <a:ext cx="247680" cy="582480"/>
            </p14:xfrm>
          </p:contentPart>
        </mc:Choice>
        <mc:Fallback>
          <p:pic>
            <p:nvPicPr>
              <p:cNvPr id="177" name="Ink 179">
                <a:extLst>
                  <a:ext uri="{FF2B5EF4-FFF2-40B4-BE49-F238E27FC236}">
                    <a16:creationId xmlns:a16="http://schemas.microsoft.com/office/drawing/2014/main" id="{33B4B714-C868-BA42-881B-D52BAB7CEE18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2298770" y="5261031"/>
                <a:ext cx="278280" cy="61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67469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Depreciation (Decrease)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1705971" y="2714439"/>
            <a:ext cx="6191534" cy="1563806"/>
            <a:chOff x="1705971" y="2355377"/>
            <a:chExt cx="6191534" cy="1563806"/>
          </a:xfrm>
        </p:grpSpPr>
        <p:sp>
          <p:nvSpPr>
            <p:cNvPr id="4" name="Rectangle 3"/>
            <p:cNvSpPr/>
            <p:nvPr/>
          </p:nvSpPr>
          <p:spPr>
            <a:xfrm>
              <a:off x="1705971" y="3113965"/>
              <a:ext cx="791570" cy="80521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505959" y="3113965"/>
              <a:ext cx="791570" cy="80521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305947" y="3113965"/>
              <a:ext cx="791570" cy="80521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7105935" y="3113965"/>
              <a:ext cx="791570" cy="80521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Curved Down Arrow 8"/>
            <p:cNvSpPr/>
            <p:nvPr/>
          </p:nvSpPr>
          <p:spPr>
            <a:xfrm>
              <a:off x="2101756" y="2415654"/>
              <a:ext cx="1799988" cy="545911"/>
            </a:xfrm>
            <a:prstGeom prst="curved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Curved Down Arrow 9"/>
            <p:cNvSpPr/>
            <p:nvPr/>
          </p:nvSpPr>
          <p:spPr>
            <a:xfrm>
              <a:off x="3968467" y="2355378"/>
              <a:ext cx="1799988" cy="545911"/>
            </a:xfrm>
            <a:prstGeom prst="curved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Curved Down Arrow 10"/>
            <p:cNvSpPr/>
            <p:nvPr/>
          </p:nvSpPr>
          <p:spPr>
            <a:xfrm>
              <a:off x="5939051" y="2355377"/>
              <a:ext cx="1799988" cy="545911"/>
            </a:xfrm>
            <a:prstGeom prst="curved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1340893" y="3552470"/>
            <a:ext cx="1521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Original amount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8042" y="3570868"/>
            <a:ext cx="11873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Final amount</a:t>
            </a:r>
            <a:endParaRPr lang="en-US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2695433" y="3047671"/>
            <a:ext cx="593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622" y="3014694"/>
            <a:ext cx="593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2206" y="3009016"/>
            <a:ext cx="593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68479" y="1991064"/>
            <a:ext cx="48062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Multiply by (1-X%) (1-X%) (1-X%)</a:t>
            </a:r>
          </a:p>
        </p:txBody>
      </p:sp>
      <p:sp>
        <p:nvSpPr>
          <p:cNvPr id="24" name="Curved Down Arrow 23"/>
          <p:cNvSpPr/>
          <p:nvPr/>
        </p:nvSpPr>
        <p:spPr>
          <a:xfrm>
            <a:off x="1760563" y="1508562"/>
            <a:ext cx="5864746" cy="981023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37E699-3A63-2E47-A54A-536C41F3CD8F}"/>
              </a:ext>
            </a:extLst>
          </p:cNvPr>
          <p:cNvSpPr txBox="1"/>
          <p:nvPr/>
        </p:nvSpPr>
        <p:spPr>
          <a:xfrm>
            <a:off x="733489" y="5169907"/>
            <a:ext cx="8269941" cy="64633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Final amount = original amount (1 - X%)</a:t>
            </a:r>
            <a:r>
              <a:rPr lang="en-US" sz="3600" baseline="30000" dirty="0"/>
              <a:t>n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282758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A4</Template>
  <TotalTime>1451</TotalTime>
  <Words>315</Words>
  <Application>Microsoft Office PowerPoint</Application>
  <PresentationFormat>A4 Paper (210x297 mm)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A4</vt:lpstr>
      <vt:lpstr>Inflation and Depreciation</vt:lpstr>
      <vt:lpstr>Inflation</vt:lpstr>
      <vt:lpstr>Repeated increase</vt:lpstr>
      <vt:lpstr>Example 2</vt:lpstr>
      <vt:lpstr>INFLATION (Increase)</vt:lpstr>
      <vt:lpstr>Depreciation</vt:lpstr>
      <vt:lpstr>PowerPoint Presentation</vt:lpstr>
      <vt:lpstr>Depreciation (Decrease)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Inflation and Depreciation</dc:title>
  <dc:creator>LOH Michael [Shenton College]</dc:creator>
  <cp:lastModifiedBy>LOH Michael [Shenton College]</cp:lastModifiedBy>
  <cp:revision>7</cp:revision>
  <dcterms:created xsi:type="dcterms:W3CDTF">2018-02-18T15:03:36Z</dcterms:created>
  <dcterms:modified xsi:type="dcterms:W3CDTF">2019-02-14T04:12:08Z</dcterms:modified>
</cp:coreProperties>
</file>