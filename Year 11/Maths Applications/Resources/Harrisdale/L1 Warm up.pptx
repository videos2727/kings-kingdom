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8" r:id="rId2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55"/>
  </p:normalViewPr>
  <p:slideViewPr>
    <p:cSldViewPr snapToGrid="0" snapToObjects="1">
      <p:cViewPr varScale="1">
        <p:scale>
          <a:sx n="116" d="100"/>
          <a:sy n="116" d="100"/>
        </p:scale>
        <p:origin x="12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F02DF-2E1D-2C44-B98C-7675E7413850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046F1-5E9D-4B46-8172-7BFDCECE38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953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337F27-3561-F447-A297-B1BA2E47B84D}" type="datetimeFigureOut">
              <a:rPr lang="en-US" smtClean="0"/>
              <a:t>7/18/19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440C13-C396-FA4F-B9F9-0B19ECA580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662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58" y="2593608"/>
            <a:ext cx="8370297" cy="28156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5" name="Group 4"/>
          <p:cNvGrpSpPr/>
          <p:nvPr/>
        </p:nvGrpSpPr>
        <p:grpSpPr>
          <a:xfrm>
            <a:off x="2862337" y="539686"/>
            <a:ext cx="3718852" cy="1624308"/>
            <a:chOff x="4159876" y="4546244"/>
            <a:chExt cx="3938400" cy="1571222"/>
          </a:xfrm>
        </p:grpSpPr>
        <p:sp>
          <p:nvSpPr>
            <p:cNvPr id="6" name="Freeform 5"/>
            <p:cNvSpPr/>
            <p:nvPr/>
          </p:nvSpPr>
          <p:spPr>
            <a:xfrm>
              <a:off x="4159876" y="4546244"/>
              <a:ext cx="3938400" cy="1571222"/>
            </a:xfrm>
            <a:custGeom>
              <a:avLst/>
              <a:gdLst>
                <a:gd name="connsiteX0" fmla="*/ 3000777 w 3000777"/>
                <a:gd name="connsiteY0" fmla="*/ 0 h 1906073"/>
                <a:gd name="connsiteX1" fmla="*/ 2987898 w 3000777"/>
                <a:gd name="connsiteY1" fmla="*/ 1906073 h 1906073"/>
                <a:gd name="connsiteX2" fmla="*/ 0 w 3000777"/>
                <a:gd name="connsiteY2" fmla="*/ 1867437 h 1906073"/>
                <a:gd name="connsiteX3" fmla="*/ 3000777 w 3000777"/>
                <a:gd name="connsiteY3" fmla="*/ 0 h 1906073"/>
                <a:gd name="connsiteX0" fmla="*/ 3908155 w 3908155"/>
                <a:gd name="connsiteY0" fmla="*/ 0 h 1571222"/>
                <a:gd name="connsiteX1" fmla="*/ 2987898 w 3908155"/>
                <a:gd name="connsiteY1" fmla="*/ 1571222 h 1571222"/>
                <a:gd name="connsiteX2" fmla="*/ 0 w 3908155"/>
                <a:gd name="connsiteY2" fmla="*/ 1532586 h 1571222"/>
                <a:gd name="connsiteX3" fmla="*/ 3908155 w 3908155"/>
                <a:gd name="connsiteY3" fmla="*/ 0 h 157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08155" h="1571222">
                  <a:moveTo>
                    <a:pt x="3908155" y="0"/>
                  </a:moveTo>
                  <a:lnTo>
                    <a:pt x="2987898" y="1571222"/>
                  </a:lnTo>
                  <a:lnTo>
                    <a:pt x="0" y="1532586"/>
                  </a:lnTo>
                  <a:lnTo>
                    <a:pt x="3908155" y="0"/>
                  </a:lnTo>
                  <a:close/>
                </a:path>
              </a:pathLst>
            </a:custGeom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63"/>
            </a:p>
          </p:txBody>
        </p:sp>
        <p:cxnSp>
          <p:nvCxnSpPr>
            <p:cNvPr id="7" name="Straight Connector 6"/>
            <p:cNvCxnSpPr/>
            <p:nvPr/>
          </p:nvCxnSpPr>
          <p:spPr>
            <a:xfrm flipH="1">
              <a:off x="5516058" y="5424014"/>
              <a:ext cx="362392" cy="651415"/>
            </a:xfrm>
            <a:prstGeom prst="line">
              <a:avLst/>
            </a:prstGeom>
            <a:ln w="38100">
              <a:solidFill>
                <a:schemeClr val="bg2">
                  <a:lumMod val="1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/>
          <p:cNvSpPr txBox="1"/>
          <p:nvPr/>
        </p:nvSpPr>
        <p:spPr>
          <a:xfrm>
            <a:off x="2606958" y="2120538"/>
            <a:ext cx="12351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4147" y="1090669"/>
            <a:ext cx="220266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5229" y="2169748"/>
            <a:ext cx="127690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15593" y="2155581"/>
            <a:ext cx="25537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24434" y="2163995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2 cm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7679" y="233468"/>
            <a:ext cx="255379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531" y="2147167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8 cm</a:t>
            </a:r>
          </a:p>
        </p:txBody>
      </p:sp>
      <p:sp>
        <p:nvSpPr>
          <p:cNvPr id="15" name="TextBox 14"/>
          <p:cNvSpPr txBox="1"/>
          <p:nvPr/>
        </p:nvSpPr>
        <p:spPr>
          <a:xfrm rot="20250913">
            <a:off x="4853118" y="805347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12 cm</a:t>
            </a:r>
          </a:p>
        </p:txBody>
      </p:sp>
      <p:sp>
        <p:nvSpPr>
          <p:cNvPr id="16" name="TextBox 15"/>
          <p:cNvSpPr txBox="1"/>
          <p:nvPr/>
        </p:nvSpPr>
        <p:spPr>
          <a:xfrm rot="20250913">
            <a:off x="3185042" y="1522086"/>
            <a:ext cx="7256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3 cm</a:t>
            </a:r>
          </a:p>
        </p:txBody>
      </p:sp>
      <p:sp>
        <p:nvSpPr>
          <p:cNvPr id="17" name="TextBox 16"/>
          <p:cNvSpPr txBox="1"/>
          <p:nvPr/>
        </p:nvSpPr>
        <p:spPr>
          <a:xfrm rot="17847107">
            <a:off x="5838206" y="1335689"/>
            <a:ext cx="794403" cy="3174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63" b="1" dirty="0"/>
              <a:t>5 cm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3373" y="366763"/>
            <a:ext cx="3034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Find the length of BC.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409" y="5661536"/>
            <a:ext cx="9212898" cy="1029841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541151240"/>
      </p:ext>
    </p:extLst>
  </p:cSld>
  <p:clrMapOvr>
    <a:masterClrMapping/>
  </p:clrMapOvr>
</p:sld>
</file>

<file path=ppt/theme/theme1.xml><?xml version="1.0" encoding="utf-8"?>
<a:theme xmlns:a="http://schemas.openxmlformats.org/drawingml/2006/main" name="A4 Presentatio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 Presentation" id="{6EB52EA6-304B-CC44-AB4C-483953AB2727}" vid="{71B54E89-6D82-044A-9BF6-882F340DFA5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</TotalTime>
  <Words>21</Words>
  <Application>Microsoft Macintosh PowerPoint</Application>
  <PresentationFormat>A4 Paper (210x297 mm)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A4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Loh</dc:creator>
  <cp:lastModifiedBy>LOH Michael [Shenton College]</cp:lastModifiedBy>
  <cp:revision>4</cp:revision>
  <dcterms:created xsi:type="dcterms:W3CDTF">2017-06-19T11:22:38Z</dcterms:created>
  <dcterms:modified xsi:type="dcterms:W3CDTF">2019-07-18T06:01:18Z</dcterms:modified>
</cp:coreProperties>
</file>