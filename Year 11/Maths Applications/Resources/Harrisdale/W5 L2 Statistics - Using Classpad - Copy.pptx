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"/>
  </p:notesMasterIdLst>
  <p:sldIdLst>
    <p:sldId id="271" r:id="rId2"/>
    <p:sldId id="272" r:id="rId3"/>
    <p:sldId id="273" r:id="rId4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29"/>
  </p:normalViewPr>
  <p:slideViewPr>
    <p:cSldViewPr snapToGrid="0" snapToObjects="1">
      <p:cViewPr varScale="1">
        <p:scale>
          <a:sx n="116" d="100"/>
          <a:sy n="116" d="100"/>
        </p:scale>
        <p:origin x="12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7B599-A0E4-8A4B-8301-95FCA82F7DC9}" type="datetimeFigureOut">
              <a:rPr lang="en-US" smtClean="0"/>
              <a:t>8/19/19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568DBE-3957-4F43-B213-635BD3B5A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373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8/19/19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8/19/19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8/19/19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8/19/19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8/19/19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Standard Deviation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516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1992677-598C-5347-9C49-E24D341861D5}"/>
              </a:ext>
            </a:extLst>
          </p:cNvPr>
          <p:cNvSpPr txBox="1"/>
          <p:nvPr/>
        </p:nvSpPr>
        <p:spPr>
          <a:xfrm>
            <a:off x="518710" y="749147"/>
            <a:ext cx="8868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28	40	30	32	28	30	30	24	32	32	31	31	26	40	42	20	31	24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F1A4D20-572A-4048-A8A3-93B5EF51F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069551"/>
              </p:ext>
            </p:extLst>
          </p:nvPr>
        </p:nvGraphicFramePr>
        <p:xfrm>
          <a:off x="758634" y="3893398"/>
          <a:ext cx="8154006" cy="1074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571">
                  <a:extLst>
                    <a:ext uri="{9D8B030D-6E8A-4147-A177-3AD203B41FA5}">
                      <a16:colId xmlns:a16="http://schemas.microsoft.com/office/drawing/2014/main" val="3399152872"/>
                    </a:ext>
                  </a:extLst>
                </a:gridCol>
                <a:gridCol w="757715">
                  <a:extLst>
                    <a:ext uri="{9D8B030D-6E8A-4147-A177-3AD203B41FA5}">
                      <a16:colId xmlns:a16="http://schemas.microsoft.com/office/drawing/2014/main" val="138731864"/>
                    </a:ext>
                  </a:extLst>
                </a:gridCol>
                <a:gridCol w="757715">
                  <a:extLst>
                    <a:ext uri="{9D8B030D-6E8A-4147-A177-3AD203B41FA5}">
                      <a16:colId xmlns:a16="http://schemas.microsoft.com/office/drawing/2014/main" val="4244114679"/>
                    </a:ext>
                  </a:extLst>
                </a:gridCol>
                <a:gridCol w="757715">
                  <a:extLst>
                    <a:ext uri="{9D8B030D-6E8A-4147-A177-3AD203B41FA5}">
                      <a16:colId xmlns:a16="http://schemas.microsoft.com/office/drawing/2014/main" val="4280517632"/>
                    </a:ext>
                  </a:extLst>
                </a:gridCol>
                <a:gridCol w="757715">
                  <a:extLst>
                    <a:ext uri="{9D8B030D-6E8A-4147-A177-3AD203B41FA5}">
                      <a16:colId xmlns:a16="http://schemas.microsoft.com/office/drawing/2014/main" val="1211246449"/>
                    </a:ext>
                  </a:extLst>
                </a:gridCol>
                <a:gridCol w="757715">
                  <a:extLst>
                    <a:ext uri="{9D8B030D-6E8A-4147-A177-3AD203B41FA5}">
                      <a16:colId xmlns:a16="http://schemas.microsoft.com/office/drawing/2014/main" val="1643898204"/>
                    </a:ext>
                  </a:extLst>
                </a:gridCol>
                <a:gridCol w="757715">
                  <a:extLst>
                    <a:ext uri="{9D8B030D-6E8A-4147-A177-3AD203B41FA5}">
                      <a16:colId xmlns:a16="http://schemas.microsoft.com/office/drawing/2014/main" val="1425460538"/>
                    </a:ext>
                  </a:extLst>
                </a:gridCol>
                <a:gridCol w="757715">
                  <a:extLst>
                    <a:ext uri="{9D8B030D-6E8A-4147-A177-3AD203B41FA5}">
                      <a16:colId xmlns:a16="http://schemas.microsoft.com/office/drawing/2014/main" val="3024845588"/>
                    </a:ext>
                  </a:extLst>
                </a:gridCol>
                <a:gridCol w="757715">
                  <a:extLst>
                    <a:ext uri="{9D8B030D-6E8A-4147-A177-3AD203B41FA5}">
                      <a16:colId xmlns:a16="http://schemas.microsoft.com/office/drawing/2014/main" val="2673130261"/>
                    </a:ext>
                  </a:extLst>
                </a:gridCol>
                <a:gridCol w="757715">
                  <a:extLst>
                    <a:ext uri="{9D8B030D-6E8A-4147-A177-3AD203B41FA5}">
                      <a16:colId xmlns:a16="http://schemas.microsoft.com/office/drawing/2014/main" val="3154353856"/>
                    </a:ext>
                  </a:extLst>
                </a:gridCol>
              </a:tblGrid>
              <a:tr h="533420">
                <a:tc>
                  <a:txBody>
                    <a:bodyPr/>
                    <a:lstStyle/>
                    <a:p>
                      <a:r>
                        <a:rPr lang="en-US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946554"/>
                  </a:ext>
                </a:extLst>
              </a:tr>
              <a:tr h="540828">
                <a:tc>
                  <a:txBody>
                    <a:bodyPr/>
                    <a:lstStyle/>
                    <a:p>
                      <a:r>
                        <a:rPr lang="en-US" dirty="0"/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18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7367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73BC78-6DDE-A641-9978-A267C9DB7B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468" t="42102" r="19370" b="46121"/>
          <a:stretch/>
        </p:blipFill>
        <p:spPr>
          <a:xfrm>
            <a:off x="304453" y="275422"/>
            <a:ext cx="9194008" cy="116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909353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12</TotalTime>
  <Words>24</Words>
  <Application>Microsoft Macintosh PowerPoint</Application>
  <PresentationFormat>A4 Paper (210x297 mm)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A4</vt:lpstr>
      <vt:lpstr>Statistics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</dc:title>
  <dc:creator>LOH Michael [Shenton College]</dc:creator>
  <cp:lastModifiedBy>LOH Michael [Shenton College]</cp:lastModifiedBy>
  <cp:revision>4</cp:revision>
  <dcterms:created xsi:type="dcterms:W3CDTF">2018-07-22T02:38:51Z</dcterms:created>
  <dcterms:modified xsi:type="dcterms:W3CDTF">2019-08-19T08:22:46Z</dcterms:modified>
</cp:coreProperties>
</file>