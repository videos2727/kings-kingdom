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94"/>
  </p:normalViewPr>
  <p:slideViewPr>
    <p:cSldViewPr snapToGrid="0" snapToObjects="1">
      <p:cViewPr varScale="1">
        <p:scale>
          <a:sx n="116" d="100"/>
          <a:sy n="116" d="100"/>
        </p:scale>
        <p:origin x="1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8/25/19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23FD-5843-A843-9459-B206F13F60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Univariate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63D41-906F-1448-BFDC-9DA36162F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38772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616D4D-91AD-9049-B97E-E0B055A710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49" t="20045" r="30380" b="7801"/>
          <a:stretch/>
        </p:blipFill>
        <p:spPr>
          <a:xfrm>
            <a:off x="550844" y="201885"/>
            <a:ext cx="8009262" cy="645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7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1FD4D-46A8-0240-8B4C-2F852B6177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59" t="59674" r="30714" b="9484"/>
          <a:stretch/>
        </p:blipFill>
        <p:spPr>
          <a:xfrm>
            <a:off x="187285" y="363557"/>
            <a:ext cx="8824761" cy="306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8626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2</TotalTime>
  <Words>3</Words>
  <Application>Microsoft Macintosh PowerPoint</Application>
  <PresentationFormat>A4 Paper (210x297 mm)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A4</vt:lpstr>
      <vt:lpstr>Univariate Data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Univariate Data</dc:title>
  <dc:creator>LOH Michael [Shenton College]</dc:creator>
  <cp:lastModifiedBy>LOH Michael [Shenton College]</cp:lastModifiedBy>
  <cp:revision>1</cp:revision>
  <dcterms:created xsi:type="dcterms:W3CDTF">2019-08-25T02:45:42Z</dcterms:created>
  <dcterms:modified xsi:type="dcterms:W3CDTF">2019-08-25T02:48:41Z</dcterms:modified>
</cp:coreProperties>
</file>