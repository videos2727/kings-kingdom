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9" r:id="rId4"/>
    <p:sldId id="260" r:id="rId5"/>
    <p:sldId id="265" r:id="rId6"/>
    <p:sldId id="261" r:id="rId7"/>
    <p:sldId id="263" r:id="rId8"/>
    <p:sldId id="264" r:id="rId9"/>
    <p:sldId id="266" r:id="rId10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561"/>
  </p:normalViewPr>
  <p:slideViewPr>
    <p:cSldViewPr snapToGrid="0" snapToObjects="1">
      <p:cViewPr varScale="1">
        <p:scale>
          <a:sx n="87" d="100"/>
          <a:sy n="87" d="100"/>
        </p:scale>
        <p:origin x="1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4:30.3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31 691 7846,'0'-15'1245,"-1"1"-874,-4 4 0,1 3 0,-4 9 0,1 3 0,4 7 0,1 6 0,2 10 0,0 6 0,0 8 0,0 8 0,0 4 1872,0 1 1,5 5-1967,0-4 1,5-3-54,-5-2 1,6 2-1,-6-2 0,2 0-233,-2-5-20,-4-7 1,6-3 278,-7-11 1,0 3 149,0-8 0,0-5 303,0-4-431,0-8 0,-2 4-61,-3-7 0,2-4-1,-7-6 0,5-2-24,-6-13 0,6-9-139,-5-12 1,7-12-1159,-2-9 1,3-15 373,2-4 0,2 0-364,3-6 0,3 10 846,7 1 1,-1 4-6,-4 5 0,4 11 410,-4 10 0,4 5-180,1 5 0,1 9-372,-1 6 334,0 7 0,1-1 859,-1 10 0,2 3-294,3 7 1,-3 2 189,4 3 0,1 8-190,-2 8 1,3 13-136,-3 2 1,-3 10 20,4 10 0,-4 0-124,-2 11 1,-5 4-158,0 6 0,-6 1 55,1 9 0,-3-7-914,-2 2 0,0-4 268,0-1 0,0-9-119,0-6 0,0-8-37,0-8 1,0-1 198,0-5 0,0-9-290,0-10 0,0-4-173,0-2 329,0-7 224,0-1 1,0-8-1003,0-5 1,-6-9 81,1-10 1276,0-4 0,-8-16 0,-4-2 0</inkml:trace>
  <inkml:trace contextRef="#ctx0" brushRef="#br0" timeOffset="182">154 1090 7804,'-7'-9'643,"4"1"170,-7 3 0,5 3-17,-6-3 1,8 1 190,-2-1 608,3 4-1119,2-6 0,7 2-190,3-1 1,6-4-51,4 5 1,-1-7-188,6 2 0,6-2-317,5 2 0,1-4-513,-1 4 1,-2-4-906,7-1 1,-2 5 842,2 0 1,2 1 842,-7-1 0,6-4 0,-3 6 0</inkml:trace>
  <inkml:trace contextRef="#ctx0" brushRef="#br0" timeOffset="374">860 906 7842,'-16'-7'1419,"8"5"267,1-11 0,7 9-761,0-6 0,0 5-417,0-5 0,7 4-816,3-4 1,9 5 227,1-5 0,8 6 252,-3-1 1,4-1-389,2 0 1,-2 1-2177,-4 5 0,4 0 2392,-3 0 0,3 7 0,1 2 0</inkml:trace>
  <inkml:trace contextRef="#ctx0" brushRef="#br0" timeOffset="540">967 1182 7780,'-15'8'0,"5"4"1486,-1-7 300,8 0 0,-6-5 772,4 0-1582,4 0 0,11-1-734,10-4 0,11 1-1014,-6-6 0,4 0 197,2-6 0,2 6-120,2 0 1,-1 0 694,7-6 0,0 1 0,5 0 0</inkml:trace>
  <inkml:trace contextRef="#ctx0" brushRef="#br0" timeOffset="942">2010 123 7785,'0'-20'173,"0"0"1,0 1 622,0 2-887,0 1 1,0 6 2264,0 0-1535,0 7 1,0-1-265,0 14 1,0 9-176,0 17 1,2 10 192,3 10 1,-3 9-311,3 1 1,2 1-471,-2-6 0,5 1-922,-5-1 1,7 0 731,-2 1 1,2-1-255,-2 0 1,4-4 111,-4-1 603,-3-7 1,0 4-1,-7-7 1</inkml:trace>
  <inkml:trace contextRef="#ctx0" brushRef="#br0" timeOffset="1134">1903 1090 7785,'-16'-9'0,"-4"-3"-257,-1 7 1,6 0 1370,5 5 1,5-5 820,-5 0-400,6 0-1319,-3 5 0,14-5 15,3-1 0,6-5-26,4 0 0,6-2 0,10-3 0,1 1-37,4 0 1,5-1-173,0 1 0,0 0-1547,5-1 0,-3 3 413,-2 2 1,-2 0-1174,-3 5 2311,-3-5 0,-8 9 0,1-5 0</inkml:trace>
  <inkml:trace contextRef="#ctx0" brushRef="#br0" timeOffset="1432">2163 1243 7785,'-15'14'1182,"0"-4"1,-1-3-1063,1-7 78,7 0 237,1 0-193,7 0 1,3 0-167,7 0 1,7-2 33,14-3 1,0 3 94,-1-3 1,1 3-928,0 2 0,-2 2-47,-4 3 0,-2 4 336,-8 6 1,-7 7 158,-2 4 1,-6 3 33,-6 1 0,-9 8 105,-11 3 0,-2-2 1201,-3 2 1,0-4-181,0-1 0,8-2 296,2-13 1,9-1 214,2-4-991,7-1 0,3-7-385,10-2 0,10-5 64,6-1 1,5-12 131,4-3 1,3-11-156,3 1 1,3-4-1549,-3-2 1,-4 1 191,-1-1 0,2 0 1294,-3 1 0,1-8 0,-5-1 0</inkml:trace>
  <inkml:trace contextRef="#ctx0" brushRef="#br0" timeOffset="1724">2777 476 7768,'0'-8'1600,"-2"1"-1093,-3 7 1,2 8-195,-7 8 1,1 13 129,-1 12 0,-4 15 636,4 5 0,1 18-341,-1 2 0,2 6-152,-3 0 0,5-3-215,6-8 1,6-6-156,5-3 0,4-11-947,5-5 0,4-3 526,7-2 1,0-7 280,-1-3 0,1-9 127,0-1 0,4-8-1980,1 3 0,0-9 1777,-5-2 0,-1-1 0,1 1 0,0-3 0</inkml:trace>
  <inkml:trace contextRef="#ctx0" brushRef="#br0" timeOffset="2490">3299 522 7772,'-14'-8'0,"4"-6"0,-13 7 411,8-3 0,5 3 1923,0 7-1328,6-7-498,-3 6-345,7-6 0,2 7-108,3 0 0,9 5 162,6 0 0,13 14-1,-3 1 1,11 9-1,0 7 1,-3-2-157,-2 7 1,-4 0-577,-1 5 1,-8 0 264,-2 0 0,-9-2-13,-2-3 0,-7 2 228,3-7 1,-12-6 6,-4-4 0,-5-7 488,-6 1 1,-1-3-226,-3-2 1,-3-6-166,8-4 1,-6-3 105,6-2 0,0-2-135,4-3 1,3-4-156,2-6 1,5-2-290,6-3 1,0 1 294,0-7 0,1 8 53,4-3 0,9 4-706,6 2 1,6-1 233,-6 1 1,8 1 163,-3 4 0,-1-2 164,2 7 1,-8-2 257,3 2 1,-4 3-27,-2-3 1,1 4 66,-1 1 1,0 0-158,1 0 1,-6 0 2,0 0 0,-5 0 389,5 0 0,-4 6 48,4 5-306,0 2 1,5 3 55,1-1 1,-1 0 190,0 1 0,1-1-117,-1 0 0,0-1-123,1-4 0,-1 2 31,0-7 0,1 0 5,-1-5 0,5 0-112,1 0 0,-6-1 76,-5-4 1,1-4-7,4-6 1,-5-2 22,1-4 0,-8 2-77,2-6 0,-3 4-46,-2-4 1,-2 1-88,-3-2 0,-4-1-100,-6 7 1,0-6 95,-1 6 0,1-1 6,0 6 0,-6 6 25,1 4 1,-1-2-97,6 2-16,0 0 1,1 7-594,4 3 0,-2-2 97,7 8 0,0-6-101,5 5 0,1 0 792,4 6 0,4-1 0,6 0 0</inkml:trace>
  <inkml:trace contextRef="#ctx0" brushRef="#br0" timeOffset="2882">3973 16 7665,'16'-8'0,"-1"2"923,0 5-748,1 1 0,6 1 25,3 5 1,6 9 293,5 10-51,-4 11 1,11 3 16,-7 7 0,1 12-62,-1 4 0,-4 8-113,4-4 0,-9 6-72,-1-6 0,-7 7-473,1-1 0,-4 1 317,-6-1 1,-3-4 155,-7-7 0,-2-4-27,-3-1 0,0-12-489,-11 2 0,4-10 15,-8 0 1,1-9-145,-1-1 1,3-9-712,-4-2 1,4-1 520,2-9 1,-1-2 696,1-8 1,0-10 0,-1-9-1</inkml:trace>
  <inkml:trace contextRef="#ctx0" brushRef="#br0" timeOffset="3124">4863 1 8573,'-15'8'682,"-1"8"1,-1 14 227,-3 16 1,-2 14-396,-4 12 0,-1 2-198,6 3 0,6 5-581,5 0 0,6 5 871,-1-5 1,4-8-333,1-7 0,6-4-175,5-2 0,7-6-871,3-4 1,6-5 630,-1-5 1,3-4-1193,1-6 1,1-2 132,0-3 568,-1 3 631,8-12 0,-6 7 0,4-7 0,0 1 0,5 1 0,6 2 0</inkml:trace>
  <inkml:trace contextRef="#ctx0" brushRef="#br0" timeOffset="3557">5078 384 8421,'0'-8'2264,"0"1"-1806,0 20 1,5 5 29,0 12 0,0 4-132,-5 7 1,0 2-142,0 13 0,0-5 7,0 5 1,0-6-496,0 1 0,0-3-202,0-2 1,0-5-491,0-1 1,0-5 70,0 0 0,5-7 359,0-3 0,7-6 535,-2 1 0,4-3 0,1-1 0</inkml:trace>
  <inkml:trace contextRef="#ctx0" brushRef="#br0" timeOffset="3801">5292 522 7755,'9'2'28,"-4"3"674,-3 4 0,-4 8-83,-3 3 1,3-1 182,-3 6 0,3-4-395,2 4 0,0-1-15,0 2 1,2 1-181,3-6 0,4 4 2,6-4 1,2-1 0,4-5 0,-3 1-76,8-1 0,-2 0-337,1 1 1,3-8 14,-8-3 0,6-3-256,-6-2 0,1 0-1208,-6 0 1235,0 0 0,1 0 163,-1 0 1,-7-7-37,-2-3 0,-5 0-756,-1-6 1041,0 4 0,7-10 0,2 7 0</inkml:trace>
  <inkml:trace contextRef="#ctx0" brushRef="#br0" timeOffset="3964">5538 568 7755,'0'10'309,"0"1"1,0 4-206,0 5 1,0 8 73,0-3 0,0 9-167,0 2 0,0 5 88,0-5 1,0 5 115,0-5 0,0 1-225,0-1 1,7-5 9,3-1 0,4 1 0,1-7 0</inkml:trace>
  <inkml:trace contextRef="#ctx0" brushRef="#br0" timeOffset="4231">5676 77 7704,'15'9'0,"6"5"1086,-1-4 1,7 10-284,-1 6 1,8 10-104,2 5 1,1 5 61,-1 5 0,-3 3-304,2 8 0,3 6-684,-2 3 1,-6-3 278,-4-1 1,-13 1 155,3-1 0,-11-1-95,0-5 0,-5-1-409,-5-4 1,-5-3 38,-11-7 1,-3-2-206,-6-3 0,-3-3-800,-2-8 1,0 1 577,-5 0 0,-1-7 683,-5-4 0,3 4 0,0-2 0,1-3 0,1-5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4:37.99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93 31 7765,'-10'0'625,"-1"0"1,1 0-244,-5 0 0,5 0 1125,-1 0-1047,8-7 0,-6 5 75,4-3-22,4 3-189,-6 2 1,9 0-87,3 0 0,3-1-23,8-4 1,1 3-211,3-3 0,-1 3 92,6 2 0,-4 0-553,4 0 1,-4 0 259,4 0 0,-4 0 65,4 0 0,-1 0-1087,2 0 0,1 0 146,-6 0 1,-1 0-770,-5 0 1841,1 7 0,-1 1 0,0 8 0</inkml:trace>
  <inkml:trace contextRef="#ctx0" brushRef="#br0" timeOffset="154">139 230 7765,'-15'9'3501,"-1"4"-1233,1-11-581,6 5-1435,3 0 1,7-6-262,4 4 0,9 2-275,6-2 1,9 1 259,2-6 0,7-7-1743,8-4 0,1-2 1767,4-3 0,4-12 0,6-5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4:36.11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139 814 7790,'10'-5'0,"0"-1"0,-7-6 265,3 2 1,-5 2 421,-1-3 1,0 1-297,0-5 1,0-2-186,0-4 0,0 4 273,0-3 1,0 3-84,0 2 0,0-1 15,0 1-137,0 0-343,-7-1 0,-1 8 73,-7 3 1,-1 3-7,1 2 1,0 2 118,-1 3 0,1 3-87,0 8 0,1 4 231,4 0 1,-2 8-85,7-3 1,0 4-44,5 2 1,1 0 8,4-1 1,4 1-132,6 0 1,1-1 20,-1 1 0,5-2-96,1-3 1,6 1-11,-1-7 0,-3 6 33,3-6 0,-7 2-28,1-1 0,-3-4 45,-1 3 0,-3-3 13,-3-1 1,-3-1-171,-7 0 136,0 1 1,-7-1 61,-3 0 1,-5-1 118,-6-4 1,-1 2-74,-3-7 0,1 6-51,3-6 0,4 0 4,-3-5 0,3 0 83,2 0-33,-1-7 0,8-2-103,3-6 1,10-7-619,5-4 0,5-3 266,6-1 1,8-1 24,6 0 0,1 2 278,-5 4 1,5-4-40,0 3 1,-2 2-67,-9-1 1,2 6-43,-6-1 0,-1 8 276,-4 2 226,-1-1 942,0 3-564,-6 1-358,-2 7 1,-7 7-132,0 3 0,0 5-28,0 6 0,0 3 39,0 6 0,0-1-31,0-3 0,0 3-11,0-4 1,0-2-60,0-3 1,5-3-544,0-2 373,7 1 1,-9-3 89,7-2 1,-4-5 55,4-6 0,-5 0-37,5 0 0,-5-6-88,5-5 1,1-7 86,4-3 0,-3-6 13,3 1 0,-8-1-36,8 2 1,-3 1-368,4 3 0,-6 4-67,0-3-43,0 9 433,6-2-48,-1 11 1,-1 2 263,-4 10 1,2 4-100,-7 1 0,7 6-116,-2-1 0,-1 6 92,1-6 0,-2 6-148,3-6 0,2-1 4,-3-9-84,-3 4 0,5-11 177,-7 8-35,0-8 1,1-3-369,-1-10 0,5-6 133,-5-4 1,7-11 122,-2-10 1,4-3-75,1-2 1,0 5-427,1 0 0,-1 12 408,1-1 1,-6 11 313,0 3 574,0 8-572,6 8 1,-3 14 624,-3 6 0,-1 7-380,-4 4 1,-2 5-119,8 0 1,-6 1 50,5-1 0,0-5-236,6-1 0,-6-1-188,0-8 0,-1-1-1113,1-5 233,3 1 1,-6-6 1066,3 0 0,-3-6 0,-7 2 0</inkml:trace>
  <inkml:trace contextRef="#ctx0" brushRef="#br0" timeOffset="168">369 507 7711,'-16'0'1905,"8"0"-1592,1 0 0,9 0-559,3 0 1,3-2 216,8-3 0,7 2 105,8-8 0,7 6-801,8-5 0,1 5 140,5-5 585,2 0 0,7-13 0,1-1 0</inkml:trace>
  <inkml:trace contextRef="#ctx0" brushRef="#br0" timeOffset="661">1534 384 7758,'0'-10'350,"0"0"198,0 6 1,7-8-276,3 7 1,9 0-212,2 5 1,1 0-138,-2 0 1,-3 0 76,4 0 1,-4 2-100,-2 3 0,-1 3 91,-4 8 0,-3 1 55,-7 3 0,-2-1-180,-3 7 0,-5-6 325,-11 6 0,-1-3-65,-3 3 1,-4 1-94,3-6 1,-3 4 462,-2-4 0,7-1 270,4-4-441,3-1 97,2 0-569,6 1 0,4-1 108,10 0 1,4-5-149,6 1 1,2-6 0,3 5 1,4-1-91,7 1 0,0 2 99,-1-7 1,1 7 58,0-2 0,-6 2 186,1-2 0,-2 4-104,1-4 1,-1 4-43,-3 1 0,-6 5 120,0 1 1,1 1 333,-6-2 1,-3-1-132,-2 7 1,-4-6-25,-1 6 1,-6-7-30,-5 1 0,-2-5-52,-3-4 0,-4 2-133,0-3 0,-8-1 108,3 1 0,1-6-11,-2 1 1,2-4-195,-1-1 0,-2 0-1086,6 0 1,1-6 294,4-5 0,8-4-937,3-5 1815,3-4 0,2-14 0,0-1 0</inkml:trace>
  <inkml:trace contextRef="#ctx0" brushRef="#br0" timeOffset="942">2025 614 7744,'9'-8'2605,"-3"1"-2308,-6 7 0,2 0 123,3 0 0,-1 7 459,6 3 1,0 4-479,6 1 1,-1 2-174,0 3 0,1 3-36,-1 2 1,2 4-26,3-3 0,-1 3-55,7 1 0,-8-1 114,3-3 0,-6 3-25,-5-4 0,2-2-37,-7-3 0,1 2-110,-6-1 1,0-1-9,0-5 1,-2 6-67,-3-1 0,-4-4-791,-6-6 0,-6-2 459,1 3 0,-7-5-448,1-6 0,2 0 344,-1 0 0,1-6-933,-2-5 0,-1-9 432,7-6 1,-1-9 956,6-6 0,-1-10 0,1-4 0</inkml:trace>
  <inkml:trace contextRef="#ctx0" brushRef="#br0" timeOffset="1040">1979 630 7734,'0'-23'0,"5"6"0,0-3 0,7 5 485,-1 4 0,2-2-211,2 2 0,6 3-229,-1-2 1,8 0-166,-3-6 1,4 1-457,2 0 0,5-1 576,-1 1 0,8-7 0,-4-2 0</inkml:trace>
  <inkml:trace contextRef="#ctx0" brushRef="#br0" timeOffset="1299">2669 185 10588,'-8'1'986,"3"5"0,3 2 117,2 7-737,0 1 1,2-1-12,3 0 1,3-4-156,8-1 0,6-2-333,3 3 0,10-5 191,0-6 1,3-1-53,-2-4 1,-6-4 97,1-6 0,-6-1-295,-4 1 0,-9-5 37,3-1 1,-10-4 22,0 4 1,-5-6-208,-5 1 1,-3 3-310,-8-3 0,-6 7-359,-3-1 0,-11 10 423,-5 4 0,-8 5 583,-3 1 0,-12 13 0,1 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4:44.02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 16 7696,'-15'0'5354,"6"0"-3934,3 0-1054,6 0 1,1 0-316,4 0 0,11 0 43,9 0 1,4 0 113,2 0 1,5-1-13,0-5 1,6 5-1866,-1-4 1,-2 3 309,2 2 1,-7 0 1358,2 0 0,-4 0 0,-1 0 0</inkml:trace>
  <inkml:trace contextRef="#ctx0" brushRef="#br0" timeOffset="145">108 400 7709,'-17'8'4508,"-3"-1"-1548,18-7-1369,-5 0 1,14 0-875,3 0 0,10 0-389,6 0 0,12-7-131,8-3 1,5-10-1496,5-6 0,2-3 412,-7-2 886,7 1 0,-4-1 0,8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4:42.2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230 752 7785,'11'-1'278,"-1"-4"-258,-7-4 133,4 1 1,-2-6 193,0 4 0,2 1-11,-2-1 0,-3 0 43,3-6 1,-3 1-131,-2 0 0,0-1 114,0 1 0,-2 0-265,-3-1 0,-4 1 71,-6 0 1,0 6-179,-1 4 1,-1-2 69,-3 2 1,1 2-36,-7 8 0,3 3 22,-3 8 1,2 4-64,4 1 0,4 1 18,1-2 0,1-3 10,9 4 1,0 1-38,5-2 1,2 1 69,3-6 0,5 6 106,11-1 0,-3 2-93,8-1 0,0-4 22,4 3 1,1-3-7,0-2 0,4 1-123,1-1 0,5 6 36,-5-1 1,-2 0 3,-8-4 1,1-1 30,-7 0 0,-4-4 49,-6-1 514,-7 0-395,4 5 0,-14 1-144,-3-1 0,-9-5 71,-1 1 0,-7-8 30,1 2 0,-1-1-81,1 1 1,-1-4-119,6 4 1,1-3 277,5-2-120,-1-7 0,3-1-693,2-7 1,6-1 288,10 1 1,6-7-79,9-4 1,4-3 116,7-2 0,-1 6 78,1-1 1,0 2 125,-1-1 0,1-2 120,0 6 0,-7 1 224,-4 4 0,-3 6-75,-2 0 236,1 7-283,-1-4 1,-5 7-42,1 0 1,-8 7-34,2 3 1,-2 3 36,3 3 0,-5 4-41,4 1 0,-1 1 0,1-2 0,-3-3-192,3 4 0,-2-4 56,2-2 0,-3-5-155,3 1 156,4-8 434,-8 11-310,6-13 0,-2 4-77,0-10 0,2-3-37,-2-8 0,-3-1 25,3-3 1,4 3-142,1-4 1,-2-1 67,3 2 0,-6-1-97,5 6 1,-5 1 38,5 4 1,-5-2-125,6 7 1,-6 0 25,5 5 1,-5 0 230,5 0 1,-5 2-64,6 3 0,-6 3 82,5 8 1,0 1-54,5 3 1,-4-3 140,-1 4 0,-2-4-239,3-2 1,1-5 56,-7 1 110,7-8 0,-9 4-96,7-7 183,-6 0 0,3-2-138,-7-3 1,5-4-146,0-6 1,2-5-121,-2-1 1,-4-1 85,4 2 0,2 3 84,-2-4-51,7 4 153,-3 2 1,6 6-25,1 4 0,-6 5 140,0 5 0,-1 4-179,1 6 0,3 2 27,-2 4 0,2-4-14,3 3 0,-1-3-336,0-2 1,-5 1-352,1-1 1,-3-5-98,2 1 851,-3-8 0,-7 4 0,0-7 0</inkml:trace>
  <inkml:trace contextRef="#ctx0" brushRef="#br0" timeOffset="150">583 492 8514,'-8'-7'1858,"-4"3"-1275,7-6-494,-1 7-42,6-11 1,4 7 155,6-3 1,7-4-658,14 4 0,1-3 339,4-3 1,5 1-1723,10 0 1837,-3-1 0,18 1 0,-3 0 0</inkml:trace>
  <inkml:trace contextRef="#ctx0" brushRef="#br0" timeOffset="720">1457 384 7853,'-8'-15'1066,"1"0"1,7 4-1232,0 1 127,0 7 0,2-4 53,3 7 1,3 0 27,8 0 0,6 0-116,3 0 0,1 0 99,5 0 0,-4 2 51,9 3 1,-9-2 48,-1 7 0,-3 2-187,3 9 0,-4-4-63,-7 3 0,-6 2 57,-4-1 0,-3 6 94,-2-1 0,-14 3 33,-6 1 1,-2 1-63,-4 0 0,-5-2 23,-4-4 0,4-3-7,5-6 1,13-1-10,-3 0 1,6-4 342,0-1-306,3-7 0,10 4-187,8-7 0,1 2 212,13 3 0,-4-3-7,4 3 1,-1-4 77,2-1 0,3 0-112,-4 0 0,-1 6-5,2-1 1,-8 1-18,3 0 1,-4 0 138,-2 5 0,0 2 1,1-3 1,-8 4 29,-3 1 1,-1 1 16,1-1 0,-3 0 193,3 1 1,-10-1-13,-6 0 1,-2 1-158,-3-1 1,1 0-212,0 1 1,-6-1 113,1 0 0,-2-4-242,1-1 1,4-7 135,-3 2 1,3-3-1609,1-2 848,1 0 0,1-2-251,4-3 1,3-5 224,7-10 774,0 3 0,0-19 0,0 3 0</inkml:trace>
  <inkml:trace contextRef="#ctx0" brushRef="#br0" timeOffset="965">2056 492 6543,'8'-9'1691,"1"2"-212,-4 7-1078,-4 0 1,6 2-95,-7 3 1,5 5 109,0 11 1,7 1-117,-1 4 0,2 4-93,3 1 1,4 0-40,0 4 0,1 5 39,-6 0 1,1 0-146,-1 1 0,0-7 5,1 1 1,-6-1-173,0 2 1,-7-8 14,3 2 1,-5-8-134,-1 4 1,-5-7-479,0 1 1,-7-10 347,2-5 0,-5-3-938,-6-2 1,4-2 1289,-3-3 0,-4-17 0,0-10 0</inkml:trace>
  <inkml:trace contextRef="#ctx0" brushRef="#br0" timeOffset="1100">2040 338 7801,'7'-8'1209,"-4"-4"-923,8 7 0,-1 0-395,5 5 1,7-2 148,4-3 0,5 3-67,4-3 0,1 2-166,10-3 1,-3 5-976,8-4 1168,-3-4 0,4 1 0,3-8 0</inkml:trace>
  <inkml:trace contextRef="#ctx0" brushRef="#br0" timeOffset="1338">2746 154 7801,'-16'0'1051,"1"0"-673,0 0 1,-1 2 198,1 3 1,0 4-138,-1 6 0,3 0-51,3 1 0,3-6-198,7 0 0,1 0-116,5 6 0,9-8-32,10-3 0,4-3 109,2-2 1,0-4-147,-1-6 1,1 0 39,0-10 1,-7 1 66,-4-2 0,-10 3 7,-5-8 1,-3 6-29,-2-6 0,-14 2-70,-6-1 1,-7 2-86,-4 8 1,-6 7-267,-4 3 0,2 3 184,-2 2 0,1 7-985,0 3 0,2 3 1130,7 3 0,1 6 0,-1 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4:40.13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62 8165,'0'-16'0,"0"1"264,0 0 567,0 6 1225,0 2-1105,0 7-683,0 0 0,0 14 153,0 6-249,0 8 0,5 9-88,1 4 0,-1 8 80,-5 3 1,5 0-442,0 0 1,0-6 217,-5 0 0,5 3-362,0-8 1,0 7-213,-5-7 1,5-4-426,1-1 1,4-4 364,-5-1 693,7 0 0,-4-8 0,8 0 0</inkml:trace>
  <inkml:trace contextRef="#ctx0" brushRef="#br0" timeOffset="350">414 0 6704,'-10'0'994,"0"0"1,7 7-247,-3 3 1,0 1-300,1 4 0,-6-1-99,6 11 0,0 1-8,5 4 0,0 1-374,0 0 0,0-1 88,0 1 1,0-5-90,0-1 0,0-4 101,0 4 1,0-6 139,0 1 1,0-3-175,0-1 0,0-6 357,0 0 5,0-6-9,0 2 1,2-6-42,3 0 1,3 0-89,8 0 1,-1 0-228,0 0 1,6 0 126,-1 0 0,8-1-346,-3-4 0,4 1 64,2-6 1,3 1-78,-3-1 1,3-2-163,-9 7 1,-1-2-336,2 2 0,-8 4-428,3-5-563,-4 5 38,-2 1 680,-6 0-106,-2 0 1077,-7 0 0,-14 7 0,-3 1 0</inkml:trace>
  <inkml:trace contextRef="#ctx0" brushRef="#br0" timeOffset="541">675 230 6477,'9'-8'3464,"-2"1"-1955,-7 7-1099,0 0 1,0 7-6,0 3 1,0 9-137,0 1 1,0 8-279,0-3 1,0 4-219,0 2 1,0-1-269,0 1 0,1 0 257,4-1 0,-1-1-308,6-3 0,-2 3-1787,3-3 2333,2-4 0,-4 0 0,6-7 0</inkml:trace>
  <inkml:trace contextRef="#ctx0" brushRef="#br0" timeOffset="805">1013 184 7817,'-7'16'889,"-3"-1"1,1 7-134,-1 4-479,6 3 1,-2 7-77,6-1 1,0 6-15,0-5 0,8 0 21,7-6 1,3-4-1,7 0 0,1-9-569,4-2 1,1-7 271,0-8 0,-2 0 19,-4 0 0,2-1 70,-6-4 0,-2-9 12,-9-6 1,-3-8-75,-7 3 0,0-4-164,0-2 0,-12-1 43,-4-4 0,-9 4-168,-1-4 1,-3 10 16,-1 6 0,-3 4 113,-3 6 0,4 3-268,-4 7 0,4 2 489,1 3 0,1 11 0,-1 7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5:28.98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277 322 8579,'0'-15'53,"0"-6"0,0 1 1,0 1-1,0 2 136,0 2 1,0-6-174,0 1 0,-7 0 99,-3 4 0,-4-4 140,-1-1 0,-1 1-128,1 4 1,-6 1-479,1 0 0,0 5 182,4-1 0,1 8 115,-1-2 0,1 3-47,0 2 111,-1 0 1,3 7-5,3 3 0,1 4-9,4 1 1,3 2 179,-3 4 1,3 2-58,2 8 0,6 2 177,-1 2 0,12 5-144,-2 6 0,6 5-45,-1 0 1,-1 12 207,6-2 1,-6 2-148,1-6 0,3 2-24,-3-3 0,-5-3 27,-4-2 1,-8-6-8,2-10 0,-3 1-36,-2-10 0,-2-6 0,-3-4 0,-3-3 135,-8-8 0,-4 0 227,-1-5 0,-6-6-423,1-5 0,3-9-327,-3-6 1,7-4-366,-1-6 1,10-3 325,5-7 1,3-5 199,2-1 1,7 1-166,3 5 0,9 7-352,1 3 1,6 6 312,-6 4 1,7 4 283,-1 7 0,-2-1-91,1 1 1,1 0 201,5-1 0,-1 6-117,1 0 0,-7 6-11,-4-1-326,4 4 1,-7 1-218,4 0 437,-11 0 0,-3 6-80,-7 5 221,0 9 0,-7 4 0,-2 7 0</inkml:trace>
  <inkml:trace contextRef="#ctx0" brushRef="#br0" timeOffset="329">737 307 8259,'-16'8'0,"1"8"933,-7 6-341,5 15-275,-12 3 0,7 12 627,-4 5-599,4-4 1,8 4-233,4-5 1,5-1 90,10-5 1,10-7 63,11-3 1,5-11-183,4-4 1,5-11-529,6-5 0,0-5 324,0-5 1,0-16-19,0-9 0,-7-11 113,-3 0 0,-11-5-73,-4-5 0,-11 1-17,-5-6 0,-5 0 75,-5-5 1,-4 8-664,-6 7 1,-9 7 320,-6 8 0,-1 12 234,-5 4 0,4 10-17,1 0 1,0 15-24,1 5 0,6 6-17,3-1 1,9 4 43,2 7 1,7 4 158,-2 1 0,10 7 0,3-4 0</inkml:trace>
  <inkml:trace contextRef="#ctx0" brushRef="#br0" timeOffset="496">1181 905 8466,'-8'-12'-24,"3"-3"21,3-4 0,0 5 3261,-3 4-2126,4-3 0,-8 11 11,4-3-1031,3-4-1474,-5 8 1,7-8 102,0 4 1259,0 3 0,7-5 0,2 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5:30.76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0 584 8378,'0'-16'69,"0"1"1,2 1 222,3 4 0,4 1-133,6 4 1,2 2-172,4-7 1,-3 6 219,8-1 0,-1-2 19,6 2 1,0 0-487,-1 5 1,1 0 202,0 0 1,-6 0 16,1 0 0,-7 2 112,1 3 1,-3-2 3,-2 8 0,-4-1-21,-1 5 0,-7 6 29,2-1 0,-5 6 39,-5-6 1,-3 7 141,-8-1 0,-6-2-185,-3 1 0,-4-4 38,-2 4 1,0-6 14,1 2 0,6-11 90,3-5 49,4 3-238,2-6-197,7 5 1,8-5 140,10 3 1,10-2-107,6 7 1,8 1 26,2 4 1,6 0 102,-1 1 0,3 1-29,2 3 0,1-1 29,-1 6 1,-7-4 11,-3 4 0,-11-1 16,-4 2 1,-11 3 104,-5-4 1,-5 3 101,-5-3 1,-12 3 301,-14-8 0,-1 0-256,-9-4 0,0-3-98,-5-2 1,2-3 526,3-3 0,-4-3-375,4 3 0,6-3-313,4-2 0,7 0 25,9 0-434,-1-7 396,8 5 0,4-6 45,15 3 1,1 3-2628,13-3 0,8-4 1176,7-1 1,5 2 1393,1-3 0,7-6 0,1-7 0</inkml:trace>
  <inkml:trace contextRef="#ctx0" brushRef="#br0" timeOffset="283">982 706 8194,'-24'-13'84,"4"2"0,3 5 125,1 6 0,-4 8 874,-1 7 1,1 9-309,5 12 0,1-2-233,4 7 0,3-5-123,7 5 0,7-7-173,3 2 0,10-9-243,6-2 1,10-8-272,5-1 0,8-8 172,2-8 0,11-8-82,-6-8 0,0-6 51,-10-8 1,-12-1-93,-3 0 0,-12-4 68,-4-1 1,-7-7 15,-8 2 0,-13-3-634,-8-2 1,-13 7 373,-7 3 0,-3 5 225,-2 6 0,-5 9 17,0 11 0,-5 10 142,4 6 0,1 9-194,5 6 0,12 4 44,4 6 1,16-2 160,4 7 0,6 0 0,4 5 0</inkml:trace>
  <inkml:trace contextRef="#ctx0" brushRef="#br0" timeOffset="1242">2025 1120 8321,'0'-22'22,"0"-3"193,0-4 0,0 0-2,0 3 1,0-3 0,-2 4 137,-3-4 1,2-2 34,-7 0 1,6 7 1,-10 2 322,4 7 0,-3 6-346,-3 4 0,1 4-271,0 1 0,-2 13 281,-4 8-149,4 13 1,-5 2 31,7 10 1,6-6-1,4 6 0,3 0-285,2-5 1,9-3-190,6-2 1,2-11 219,9-4 1,6-6 130,9-5 0,3-3-391,2-7 0,-1-12 131,-4-3 1,3-11 61,-3 1 1,-4-11-245,-1-5 1,-5 2-146,-6-2 1,3-5 102,-8-5 0,0-2-63,-4 2 0,-3 3 203,-2-3 1,-3 10-5,-3 5 1,-3 11-51,3 4 1,-3 9 136,-2 2 0,-7 7 851,-3-2 0,-4 16-302,-1 10 0,-6 8 71,1 7 1,-1 3-125,6 7 0,7-5-85,2 0 1,0-2-79,1 2 0,-1-4 54,6-6 1,0-7-390,0-4 1,6-3 64,-1-1 0,1-8 177,0-3 0,-3-3 25,7-2 0,0-9-3,6-6 0,4-12-43,1-9 0,4-7-1,-4 3 1,6-10 26,-1-1 0,1 0 67,-2 5 0,-1 2-1673,-3 3 0,-4 5 679,3 10 1,-8 6 389,-2 10 0,-5-2 79,6 7 0,-8 1-14,2 9 1,-3 6 576,-2 9 1,0 6 398,0 9 0,0 5 17,0 6 1,-2 0-307,-3 0 0,3 0-128,-3 0 0,4-2-66,1-3 1,0-4-17,0-6 0,1-7 96,4-4 0,-1-8 4,6-2 0,-5-6-470,5 1 0,-5-7 25,6-8 1,-1-4-374,5-16 0,-1 1 263,-4-12 1,4 3-198,-4-8 1,4 4 164,1-9 0,0 8 163,1 2 0,-3 14-59,-3 1 223,4 8 29,-5 9-39,6 2 1,-5 19 259,0 3 1,-4 11-75,4 0 1,-5 3-129,5 1 0,-5 1-194,5 0 0,1-8-289,4-2 0,0 1 19,1-1 0,-1-6-251,0-5 0,1-7 704,-1 3 0,0-12 0,1-2 0</inkml:trace>
  <inkml:trace contextRef="#ctx0" brushRef="#br0" timeOffset="1472">3344 93 8252,'15'-22'0,"-4"5"0,-1-4 0,0 11 0,5 5 0,1 3 328,-1 2 1,0 2-77,1 3 0,4 5 31,1 11 0,-6 2-31,-5 8 0,-6 1 0,1 4 0,-5-2-196,-5 7 0,-2-7 95,-3 2 0,-2-5 1541,7-6-1108,-1-3 1,8-8 211,3-4 1,7-5-303,14-10 0,3-12-162,17-13 0,-2-3-435,12-8 0,1 0-443,4-5 0,-5 0 15,0 0 531,1 7 0,11-5 0,2 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12.6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31 292 8250,'0'8'-1533,"2"-1"919,3-7 461,-3 0 0,11 0 153,-3 0 0,11 0 0,3 0 0</inkml:trace>
  <inkml:trace contextRef="#ctx0" brushRef="#br0" timeOffset="808">46 246 8245,'0'-17'38,"0"-2"89,0-1 176,0-1 1,0 1 772,0-1-396,0 1-178,0 4 91,0 8-627,0 1 243,0 21 1,0 10 60,0 16 0,-5 6-43,0 6 0,-5 2-79,5 8 1,-5-1-231,5 0 0,-1 1 60,6-1 1,0-1 141,0-4 0,0-3-152,0-7 0,0-7-236,0-3 0,0-11 283,0-4 469,0-4-475,0-9-1,0-1 681,0-21 1,0-4-217,0-18 1,0 0-95,0-10 1,9-10-438,6-16 1,1-3-1242,4-1 1,2-1 894,-1 0 1,4 9 195,-4 7 0,-3 8 310,-7 12 0,1 10 337,-7 11 0,1 4 38,0 6-145,-5 3-205,6 7 0,-2 7-161,0 3 0,2 9-196,-2 2 0,-1 11 190,6-1 0,-5 10 12,5 0 1,-5 3-62,6 2-252,-1 0 129,5 0 1,-5 0-206,1 0 1,-3 0-122,2 0 489,4 0 1,-5-2 8,6-3 1,-5-8-1278,0-8-108,-6-6 338,9 3 185,-11-7 541,5-6 1,-9-4 360,-3-10 0,-10-10 0,-9-9 0</inkml:trace>
  <inkml:trace contextRef="#ctx0" brushRef="#br0" timeOffset="1228">307 798 8225,'-15'-15'0,"-2"-1"-37,-4 1 0,4 5 15,-3 0 0,3 6 513,1-1 111,8 3-45,-6-5-62,13 6-378,-6-6 0,8 7 159,5 0 0,2 0-30,7 0 1,8 0-68,2 0 1,4 0-566,2 0 0,-1-5 258,1 0 1,0-6 134,0 6 0,-8-7-225,-2 2 1,-4 2-321,-2-3 0,1 1 287,-1-5 0,0 0-4,1-1 1,-6 6 22,0 0 1,-5 0 41,5-6 0,-6 6 1439,1 0-919,3 6 0,-4-2 138,6 6-348,-7 0 1,9 6-22,-7 5 1,6 4 111,-6 5 0,5-1-95,-5 7 0,5-6-3,-4 6 0,0-8 5,-1 3-138,-3 3 161,12-7 16,-13 5-56,13-14 1,-10-1-30,6-7 1,0-7 761,5-3 1,1-10-378,-1-6 0,2-3-139,3-1 0,-1-6-262,7 0 0,-2-5-1155,1 5 1,2 1 587,-6 4 0,4 7 93,-4 4 0,-6 8 145,-4 1 1,-1 8-3,5-2 0,-5 3-541,1 2 0,-3 2 241,2 3 1,-1 4 267,-4 6 1,-2-3 10,8 3 1,-8-1 295,2 11 0,-3-6 0,-2 10 0,0-5 0</inkml:trace>
  <inkml:trace contextRef="#ctx0" brushRef="#br0" timeOffset="1833">1059 813 8201,'0'9'-1948,"0"-1"2196,0-3 1538,0-3-862,0 5-369,0-7-16,0 0 0,7 0-518,3 0 0,9 0 87,1 0 0,6 0-89,-6 0 0,7-2 90,-1-3 0,-2-3-294,1-8 0,-6 1 225,1 0 0,-3-2 55,-1-4 0,-3 2-246,-2-6 0,1-1-30,-7-4 1,0 1-305,-5 3 1,-2 2 242,-3 4 0,2 4 151,-8 1 0,1 7 23,-5 8 0,-1 0 123,1 0 0,-5 8 69,-1 7 1,1 2-122,4 9 1,3 0-35,3 4 1,-2 3 87,7 2 1,-1-2 200,6 3 1,0-6-114,0-4 0,2 1-73,3-6 0,4 4 63,6-4 1,0-6 137,1-5 1,4-6-243,1 1 1,4-4 72,-4-1 0,6-3-6,-1-7 0,1-1-71,-2-9 0,4-4-428,-3-1 1,-4-3 177,-1 3 1,-4-2-29,-2 6 1,-7 1 108,-2 4 229,2 8 0,-8 1-154,0 7 0,-8 2-9,-13 3 0,-3 5 17,-6 10 0,4 4 67,0 7 1,8 0 10,-3-1 1,11-4-44,5-1 0,3-1-23,2 2 0,2-4 135,3-7 0,-2-4 209,8-1 0,-1-7-5,5 2 0,1-3-169,-1-2 0,0-8-45,1-8 0,1-1 0,3-8 1,-8 6-226,3-2 1,-3 4 74,4 2 0,-8 5 94,-3 0-151,4 6-120,-8-3 0,6 9 147,-7 3 1,0 4 26,0 6 0,0 0-182,0 1 0,5 4-17,0 1 0,6 1-436,-6-2 0,7-3 710,-2 4 0,4-4 0,1-2 0</inkml:trace>
  <inkml:trace contextRef="#ctx0" brushRef="#br0" timeOffset="2124">2194 675 8197,'-9'0'134,"2"0"0,9-5-7,3 0 1,5-5 151,11 5-121,-4 0 0,12 3-413,-4-3 1,6 3 98,5-3 1,-4 3 164,4 2 1,-3 2 0,-3 3 0,-6-2-10,-4 8 0,4-1 0,0 5 0</inkml:trace>
  <inkml:trace contextRef="#ctx0" brushRef="#br0" timeOffset="2250">2286 982 8309,'-9'0'77,"2"0"-119,7 0 1,7 0-4,3 0 0,13-7-772,7-3 1,10-5 816,11-6 0,3-3 0,8-6 0</inkml:trace>
  <inkml:trace contextRef="#ctx0" brushRef="#br0" timeOffset="2528">3390 16 8126,'-7'-9'445,"6"2"0,-11 9-191,7 3 0,-7 11-15,1 9 1,-2 11-110,-3 5-506,8 3 0,-6 7 37,4 0 1,3 6-225,2-6 0,2 2 241,-2-2 322,3-4 0,-12 13 0,6-5 0</inkml:trace>
  <inkml:trace contextRef="#ctx0" brushRef="#br0" timeOffset="2720">3007 813 8126,'-16'-1'0,"1"-5"0,5 5 30,0-4 1615,6-4-1003,-3 7-841,7-4 0,7 1 308,3-1 0,11 1-229,4 5 1,11 0-301,5 0 1,3 0 226,2 0 1,-5-1 160,0-5 0,-2 5 44,2-4-12,4 3 0,-13-5 0,5-1 0</inkml:trace>
  <inkml:trace contextRef="#ctx0" brushRef="#br0" timeOffset="2983">3283 936 8126,'-9'7'578,"-4"-5"34,11 4-485,-5-6 1,9 0 89,3 0 1,5 2 21,11 3 1,-3-1-242,8 6 1,-1 0-800,6 5 1,-5 1 455,-1-1 0,-6 0 43,1 1 1,-9 4 299,-6 1 1,-4 4-43,-1-4 0,-13 1 233,-8-2 0,-6-3-92,-4 4 0,6-4-100,-1-2 1,8 0 326,-3 1 1,6-6 1150,5 0-1300,3 0 0,15 4-432,8-4 1,13-3-136,11-7 0,12-2 392,4-3 0,4-10 0,1-9 0</inkml:trace>
  <inkml:trace contextRef="#ctx0" brushRef="#br0" timeOffset="3328">4203 491 8089,'0'-30'400,"0"6"0,-2 5-55,-3 7 0,2 5-110,-7 7 1,-2 4 59,-9 6-258,-3 7 10,-13 20 1,-1 9 131,-3 11-90,4 9 0,8 4 35,3 7 0,11-6-256,10 1 1,3-2-331,2 1 1,14-3 386,6-6 0,14-8-34,7-3 0,10-8 10,6-2 0,-3-12-1591,3 2 1690,-1-11 0,2-1 0,-4-7 0,-3 0 0,0-2 0</inkml:trace>
  <inkml:trace contextRef="#ctx0" brushRef="#br0" timeOffset="3920">4771 537 8080,'-2'-13'24,"-2"1"348,-1 1-274,0 8 232,-2-4-168,-1 7 1,-7 2 104,-1 3-166,1 10 1,0 11 87,-1 10 1,-4 3 113,-1 7 1,1 0-196,5 0 0,1 5 58,4 0 0,-2 5-157,7-4 0,1-1 151,9-5 0,6-2-9,9-3 0,6-4 88,9-6 1,5-2 154,6-3 0,0-6-287,0-10 0,-7 2-221,-3-7 0,-6-1-180,-4-9 1,-1-4 173,-9-6 0,1-2-309,-12-4 1,-2-3 123,-8-6 1,-5 1-49,-11 3 1,-2-1 186,-8 7 1,0 1 1,1 9 1,1 3-74,3 7 0,4 1 20,7 5 0,1-3-359,4 7 0,3 0 165,7 6 0,7-1 152,3 0 0,10-1-68,6-4 327,10 4 0,-4-12 0,6 4 0</inkml:trace>
  <inkml:trace contextRef="#ctx0" brushRef="#br0" timeOffset="4211">5231 138 8080,'1'-15'-125,"5"0"125,-5 6 0,13 2 236,-4 7 0,5 9 376,6 6 0,-2 9-51,6 12 0,6 5-146,5 10 0,5 3-166,-6 8 0,6 4 0,-5 1 1,-2 4-341,-8-4 1,-1 4 116,-9-4 1,-4-1 220,-12-4 1,-4-1-608,-6 0 0,-7-1-802,-14-4 1,-1-5 388,-4-10 1,-3-3 332,-7-8 0,0 1-597,0 0 1037,0-7 0,0 5 0,0-5 0</inkml:trace>
  <inkml:trace contextRef="#ctx0" brushRef="#br0" timeOffset="4503">6182 154 8262,'-16'15'0,"-4"0"0,-2 4 0,-2 7 0,-3 10 1009,-2 6-632,-2 11 1,-5 8-1,0 9-93,2 0 0,9 3-22,4-6 0,6-1-325,5-4 0,3 4-128,7 1 0,0-6-130,0-5 0,7-1 332,3 1 1,10-3-49,6-7 0,3-5-873,2 0 1,6-12 25,4 1 884,3-9 0,2 1 0,0-7 0</inkml:trace>
  <inkml:trace contextRef="#ctx0" brushRef="#br0" timeOffset="4828">6442 568 9382,'-1'32'1266,"-4"4"-1081,-4-4 0,-1 18-132,0-4 79,-1 3 1,3-1-943,3 3 581,3-3 0,2 5 176,0-7 0,5-5 201,0 0 0,9-7-1398,1 1 0,2-4 517,9-5 1,-1-6 732,6-10 0,7-3 0,1-21 0,7-3 0</inkml:trace>
  <inkml:trace contextRef="#ctx0" brushRef="#br0" timeOffset="5058">6749 1151 7517,'24'-46'-1337,"-2"-5"1337,-6-1 0,-1 1 0,0 5 0,-6 7 506,-4 3 0,-3 11 72,-2 4 1,-2 11-28,-3 5 1,0 5-315,-11 5 1,4 10-165,-8 11 0,5-2 65,4 1 1,3 1-187,3 5 1,3-1-103,-3 1 1,10-2 157,5-3 0,9-4 29,1-7 0,8-1-53,-3-4 0,-1-3 134,2-7 0,-8-2-145,3-3 1,-11-4 20,-5-6 0,2-7-50,-2-4 0,-1-3-171,-10-1 1,-2 1-131,-7 3 1,-1 2 148,1 4 1,0 8 140,-1-3 0,1 9-127,0 1 0,-1 4-343,1 1 1,5 0 536,-1 0 0,1 6 0,-5 3 0</inkml:trace>
  <inkml:trace contextRef="#ctx0" brushRef="#br0" timeOffset="5295">6979 292 8111,'7'-16'-271,"2"3"271,6 3 0,0 3 280,1 7 1,-1 0-48,0 0 0,6 13 190,-1 8 1,6 13 43,-6 7 0,6 10 78,-6 5 1,2 4-165,-1 1 0,-4 2 65,3 4 1,-4-2-724,-6 6 1,-3-1 264,-7 2 0,-7 1 196,-3-7 1,-16-1-445,-5-9 1,-4-5-1065,-1-10 1,-10 2 590,-10-7 1,-4-6-661,-1-4 1275,-1-7 1,1 3 0,0-7-1</inkml:trace>
  <inkml:trace contextRef="#ctx0" brushRef="#br0" timeOffset="6428">7946 783 7844,'1'-17'-819,"4"-4"0,-3-3 1562,3-6 1,-3-1-172,-2 0 1,0 2-244,0 4-226,-7 3 1,-1 8 20,-8 4-96,1 3 0,-7 7 197,-4 0 0,2 8 14,-1 8 1,4 1-236,-4 8 0,6 1-48,-1 5 0,2 1-11,3 4 0,5 1 20,0 4 1,6 3-52,-1-3 1,3 4 96,2 1 1,9-5-116,6-1 1,2-5 175,9 0 0,0-2-8,4-3 1,-4-1-7,-1-3 0,-6-4 2,2-7 0,-4 1 7,-2-1 1,-5-1 26,0-4-139,-6 4 1,1-13 99,-10 4 0,-4-3-175,-6-2 1,-2 0 40,-4 0 0,3-2-76,-8-3 1,7 2 120,-1-7 0,3 1 0,2-1 0,6-4-171,4 4 0,3-4 85,2-1 0,2 0 39,3-1 0,5 1 4,11 0 1,8-1 19,6 1 1,8-5 43,-2-1 0,2 1 105,-3 4 0,-2 1-80,-7 0 1,-1-1 150,1 1 0,-7 5 170,-4 0 0,-3 4-107,-1-4 1,-6 7 49,0-2-70,-6 3 1,2 5-13,-6 8 0,0-1-91,0 10 0,-6 2-13,-5-1 1,4 5 42,2-6 0,4 6-39,1-6 0,0 6-336,0-6 0,0 0 89,0-4 1,6-3-27,5-2 1,2 1 79,3-7 0,4-2 62,1-8 1,6-4-81,-2-6 0,4-7-4,2-4 1,0-3 57,-1-1 1,-4-6 2,0 0 0,-3-3 3,3 8 0,1-3 5,-6 9 0,-6 2 337,-5 3 0,-5 10 175,6 5-393,-8-4 0,4 9-48,-7 0 0,-2 7 7,-3 8 1,2 2-15,-8 4 0,8-4-20,-2 3 0,3-3-50,2-1 0,0-1 81,0 0 0,0 1-198,0-1 0,2-6-20,3-4 44,3-4 0,8-1 6,-1 0 1,-1-1-81,-4-4 0,9 1 280,-4-6 1,4 0-136,-4-6 0,-1 6 79,-4 0 1,4 7-82,-4-3 0,-2 5 116,3 1-145,-8 0 1,4 8-3,-7 8 1,0-1-106,0 5 0,-2-1-259,-3 2 1,3-4 40,-3 3 436,-3-3 0,-1-2 0,-6 1 0</inkml:trace>
  <inkml:trace contextRef="#ctx0" brushRef="#br0" timeOffset="6616">8160 507 8116,'0'-16'115,"0"1"0,2 6 31,3 4 0,5 4 161,11 1 0,3 0-155,6 0 1,8 0-10,3 0 1,5 5-881,5 0 1,-3 5 379,3-5 0,-4 5 11,-1-5 0,2 7 346,3-1 0,-3 2 0,5 3 0</inkml:trace>
  <inkml:trace contextRef="#ctx0" brushRef="#br0" timeOffset="7404">9387 461 7573,'0'15'1670,"-5"7"-1255,0 4 1,-5 4 30,5 6-476,-7 3 1,10 7 122,-3 0 0,3 5-47,2 1 1,0-1-199,0-5 0,2 0-343,3 0 1,-1 0 138,6 0 1,-5-7-299,5-3 1,-5-6 336,5-4 1,1-9-7,4-7 0,0-8 216,1-2 0,4-9 107,1-11 0,-1-6 0,-5-9 0,1-1 0,-1-10 0,-5 3 0,1-8 0,-8-2 82,2 2 1,2 0 144,-2 5 1,0 7 155,-5 3 0,0 5 260,0 6 0,0 3 240,0 6-150,0 1-241,0 0-287,0 6 0,2 2-457,3 7 1,3 2 120,8 3 1,4 4-15,1 6 1,1-3 26,-2 3 0,-1-3-44,7 9 0,-8 1 83,3-2 0,1 7 68,-2-1 0,-1 1-58,-9-1 0,2 3 64,-7-4 0,1-1 2,-6 2 0,-2-7-6,-3 1 0,-4-3-13,-6-2 1,-1 1 217,1-1 0,0-6 41,-1-4 0,6 1-79,0 0 0,5-1-36,-5-5-227,6 0 140,-3 0 1,7 1-10,0 5 0,7-5-22,4 4 0,2-3-125,2-2 0,6-2 66,-1-3 0,8 2-15,-3-7 1,4-1-31,2-4 0,-6 0 75,1-1 1,0 3-170,4 3 1,-6-4 89,-3 4 1,-4-4 45,-2-1 1,-5 6 90,0 4 296,-6-3-370,9 6 28,-11-5-147,5 7 146,-7 0 1,-5 9 154,0 6 0,-2 0-19,2 6 1,3 1-38,-3-2 1,3 1-21,2-6 0,2 4 84,3-4 18,4 4 0,11-12 206,1 3 1,-1-5-237,-5-10 1,1 0-7,-1-11 1,-5 3-494,0-13 0,-6-1-109,1-9 0,-3 4-353,-2-4 1,-2-1 458,-3 1 0,-4 7-66,-6 8 1,-5 6-121,-1 5 551,-6-4 0,3 12 0,-7-4 0</inkml:trace>
  <inkml:trace contextRef="#ctx0" brushRef="#br0" timeOffset="8166">10553 445 8113,'-8'-15'881,"1"6"-586,7-4 1,-2 11 134,-3-3-201,3 3 1,-11 9 14,2 3 1,-1 9-16,2 1 1,-2 3-227,7-3 73,0-3 0,5 10 117,0-6 1,7-1 44,3-4 0,5-3-299,6-3 0,3-3 25,6-7 0,-1 0-117,-3 0 1,1-12-91,-6-3 1,-1-11-113,-5 1 0,-4-4-26,-1-2 0,-8-5-204,-2 1 1,-4 4 184,-11 5 0,-4 8-146,-12-3 1,1 11 545,-1 5 0,-6 10 0,-3 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21.50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46 62 8069,'-22'-9'570,"12"-5"817,-4 6-829,14-1-443,0 2 0,7 7 47,3 0 1,18 0-10,7 0 0,8 0-383,3 0 163,0-6 0,5 4-123,0-3 1,4 3-274,-9 2 0,2 0-317,-13 0 0,0 2 358,-10 3 0,1-2 422,-11 8 0,4-1 0,-11 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21.6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62 0 8069,'-24'9'109,"3"-1"705,11-3 218,3-3 0,11 10-566,6-7 0,7 7-189,14-2 0,8-1-1340,7 1 596,14 0 216,3-1 0,18 4 0,-2-4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28.64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76 244 8390,'-14'-6'426,"4"-5"31,-4 5 1,13-3-131,-4 4 1,5 3-147,5-3-122,3-3 0,9 6-232,4-3 125,3 3 0,6 0 109,1-3 1,0 4-110,-1-5 0,1 5 128,0 1 1,-8 1-104,-2 5 0,-1 2-52,-4 7 1,-4 1 66,-12-1 0,0 2-12,0 4 1,-12 1 96,-4 3 1,-9 3-9,-1-8 1,-6 7-44,1-1 1,-8-2-4,8 1 0,2-6 46,4 1 1,6-2 21,-1-3 0,3-2-77,1-2 1,8 2 36,3-2 1,3-3 17,2 2 0,2-6-61,3 1 0,8 2-239,8-2 0,6 0 55,-1-5 0,9 0-118,6 0 1,2 0 155,-2 0 1,1 0 18,-6 0 1,0 0 95,-5 0 0,-8 0-175,-2 0 348,-4 0 0,-8 7 25,-4 3 1,-12 4 34,-9 1 1,-7 7-46,-13 4 0,2 3 180,-7 1 0,0 1-95,-5 0 0,5-2-103,0-4 0,7 4-62,-2-3 1,11-4 57,4-2 1,4-4-211,2-6 0,5 2-143,-1-7 63,8 7 0,-2-10 17,10 3 0,5-5-174,11-5 1,4-9-54,11-7 1,-2-4-218,7 4 1,-5-6 80,5 2 0,0-4 96,5-2 1,0 2 372,0 3 1,-7-1-142,-3 7 1,-4-6-94,-1 6 0,-2-1 246,-4 6 1,-3 0 428,-6-1 1,-6 3 196,0 2 266,-6-2-79,2 4-211,-6 1-579,0 1 0,0 9 78,0 3 0,0 3 64,0 8 0,0 6-7,0 3 1,7-1-50,3 2 1,4-2-26,1 1 0,8-3-3,2-6 0,4-3 144,2-3 0,5-3-67,-1-7 1,6-1 32,-5-5 1,-7-4-112,-9-10 1,-3-4-5,-1-7 0,-8 1 3,-3-1 1,-11-1-17,-10-4 0,-8 2-140,-11-7 0,-5 12-288,-6-2 1,6 12 44,-1 4 0,1 6 102,0 9 1,-1 2-489,10 3 0,-1 6 293,11 9 1,8 4 424,7 7 0,5 6 0,1 2 0</inkml:trace>
  <inkml:trace contextRef="#ctx0" brushRef="#br0" timeOffset="955">1778 490 8229,'14'-31'109,"-2"0"421,-2 1-277,-6-1 0,8 7 641,-7 4-659,0 3 1,-7 3 111,-3 4-252,-4 3 1,-6 7-76,0 0 1,-6 5 192,1 0 1,-7 12 14,1-1 0,-1 9-102,1 1-50,-3 3 0,12 1 56,-3 1 1,4 0 4,6 0 1,-2 4-252,7 1 1,0-2 27,5-8 0,2 8-67,3-3 1,3-3 150,8-2 0,-1-2-84,0 1 0,6 4 64,-1-3 0,-4-2 11,-6 1 1,-5-6 14,5 2 0,-6-4 1,1-2 1,-5 0 74,-5 1 0,-9-8 8,-7-3 0,-6 2-14,2-2 1,-3 0-38,3-5 1,-2 0-79,6 0 1,1-6 10,4-5 0,1-2-138,0-3 0,6 1 60,4 0 1,5-6-208,5 1 0,10-8 197,11 3 0,5-4 8,4-2 1,6 6-208,10-1 1,-3 2 25,3-1 1,-5-3 345,-5 8 1,2 0 9,-7 4 0,-1 3 431,-4 2-138,-7-2 399,-2 11-547,-13-5 1,-3 9-67,-6 3 0,-1 4 194,-4 6 0,1 5-13,-6 1 0,1 1-358,-1-2 1,3-3 33,7 4 1,0-4-112,0-2 1,7 1 80,3-1 1,4-7-110,1-2 1,1-5 115,-1-1 1,7-1-10,4-5 1,-2-4-79,1-10 1,1-4 84,5-7 0,-1 1-228,1-1 1,-6-5-18,1 0 0,-7-5-20,1 6 1,1-1 185,-6 5 0,4 7 193,-9 4-134,-3 3 217,6 1 0,-11 10-40,3 6 1,-5 8-167,-5 13 0,-3-1 373,-8 11 0,6-4-61,0 9 1,1 1 19,-1-1 0,-2 0-200,7-5 1,0-1-235,5 1 0,0-6 67,0 1 1,2-12 90,3 1 0,-2-8 156,7 3 1,-5-7-130,6 3 1,-6-10-98,5-1 1,0-9-114,6-1 1,-1-2-225,0-9 0,1 8 169,-1-3 0,0-1 0,1 2 1,4-2 102,1 1 0,1 9-24,-2-3 0,-3 10-16,4 0 1,-4 3-68,-2 2 0,-5 7 501,0 3 0,-1 10-42,1 6 0,2 3 71,-7 2 1,5 4-216,-4 1 1,0 0-121,0-5 0,-5-1-243,4 1 1,-3-7-1207,-2-4 1227,0-3 0,-2-3-36,-3-4 282,-10-3 0,-9-21 0,-7-3 0</inkml:trace>
  <inkml:trace contextRef="#ctx0" brushRef="#br0" timeOffset="1117">1962 229 8215,'-17'-7'783,"4"6"-584,13-6 1,1 7 279,5 0 0,4 5-292,10 0 0,4 5-75,7-5 0,11 6-218,4-6 0,16 7 132,-1-2 0,4 3-990,-4 3 0,13-1 964,2 0 0,11 1 0,-2-1 0</inkml:trace>
  <inkml:trace contextRef="#ctx0" brushRef="#br0" timeOffset="1379">3420 306 8078,'0'-16'478,"0"1"0,0 8 276,0 7 0,0 9-347,0 11 0,0 6-164,0 10 1,5 3-186,0 7 1,0 0-308,-5 0 0,5-2-347,0-3 464,7 3 0,-3-11-209,6 3 0,0-4-336,1-1 0,4-2 206,1-4 471,6-3 0,-3-6 0,6-1 0</inkml:trace>
  <inkml:trace contextRef="#ctx0" brushRef="#br0" timeOffset="1905">3788 398 8078,'0'-24'454,"0"-5"-205,0 12 0,1 0-2,5 7 0,2 6-13,7-1 1,8 10 14,2 5 0,4 4-81,2 1 1,-2 6-136,-4-1 0,4 8 123,-3-3 0,-4 6-67,-2 5 0,-3-1-189,-1 11 1,-8-8 55,-3 8 0,-3-5-47,-2 0 1,-7 1 45,-3-6 0,-9 0 102,-1-5 1,-7-2 7,1-4 0,2-4-18,-1-11 0,4 2-32,-4-7 0,11 0 2,-1-5-225,10 0 1,-2-2 99,7-3 1,7 2-108,3-7 0,9-1-16,1-4 1,9 5-25,2 0 0,-1-1 98,6-4 1,-2 0 0,2-1 1,-2-1 92,7-3 1,-2 3-89,2-4 0,2 3 231,-8-3 0,1 4-118,-5-3 1,0-3 339,-1 3 215,-6 0 242,-2 4-363,-13 8-15,-2 1 36,-21 27 0,4-6-71,-11 17 1,6-2-19,5 6 0,5-1-44,10 7 0,3-7-346,8 2 1,7-5 11,8-5 1,5-1 9,5-10 0,1-3 154,-6-12 1,0 0-119,-5 0 0,-2-6-102,-4-5 0,-8-9 28,-7-6 1,-6-4-144,1-6 0,-10-3 76,-5-7 1,-6 1-607,-4 4 0,-4-3 194,-7 3 0,7 4-27,4 1 1,-2 5 178,1 6 1,1 4-142,5 11 8,6-4 538,2 6 0,7-8 0,0 1 0</inkml:trace>
  <inkml:trace contextRef="#ctx0" brushRef="#br0" timeOffset="2139">4999 198 9933,'-5'21'1504,"0"-1"0,0 8-959,5-3 1,2 4-238,3 2 0,10-6-18,11 1 1,10-9-16,4-2 1,10-1-5,1-9 0,5-2 0,-5-8 0,-1-5-229,-9-10 0,-4-4 143,-6-7 0,-9-1 64,-7-4 0,-8 2-270,-12-7 0,-5 2-1280,-11-2 0,-8 3 417,-6 8 1,-8 1-121,2 3 0,-10 11 416,-5 10 0,-4 5-607,-1 5 1195,-1 10 0,-13 16 0,-3 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31.4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 1 7987,'-8'0'735,"-6"0"1116,12 0-1067,-5 0-492,7 0 1,2 2-115,3 3 0,11-2-197,9 7 0,4-6 38,2 1 0,1-4-166,4-1 0,-4 6 243,4-1 1,2 0 142,-3-5 1,3 5-240,-2 0 0,-4 7 0,6-4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31.61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 1 7987,'-16'6'1258,"1"-4"-943,0 3 0,5-3-189,-1-2 226,8 7 0,-4-4 538,7 7 1,9-1-1766,6 1 0,7 2 398,9-7 1,11 5 476,4-5 0,11 7 0,-3-3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31.85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0 154 8012,'0'-15'486,"0"-1"573,0 1-759,7 0 0,7 4-639,6 1 0,14 5 283,2-5 1,6 5-1772,5-5 1827,5-1 0,10-4 0,8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32.0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1 8012,'31'7'-1770,"-2"-6"1565,-4 5 1,-2 0 204,-8 0 1558,0 5-972,1-2 0,-6-1-427,0-2 1,-5-3 0,5 2 0,1-3-682,4 3 1,2-3 292,3-2 1,4-2-262,7-3 0,1 1 121,4-6 369,3 0 0,14-5 0,2-1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32.147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 1 8012,'69'0'0,"-6"0"44,-6 0 0,-13 0 288,2 0 0,-10 0 255,0 0 0,-9 5-213,-2 0 0,-4 7-37,4-2 1,-4 4-142,4 1 0,-4-4-149,5-1 1,6 0-740,9 5 0,7-4 355,8-1 337,-7-7 0,31 11 0,-8-6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32.2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62 7907,'86'-22'0,"11"5"0,-4-5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39.53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2455 414 8202,'8'-10'-1421,"-3"0"1624,-3 7 322,-2-11-12,0 12-86,0-11-192,0 4 0,0-1 93,0 0-199,0 6 0,-2-4 117,-3 3-97,4 3 1,-6-7 50,7 4-27,0 4-80,0-13 1,0 11 43,0-8 0,-2 6-52,-3-5 0,3 5 33,-3-5 0,-3 6-23,-3-1 0,3-3 127,-2-3 33,-1 5-255,-4-8 1,0 7 106,-1-3 0,1 1-130,0 4 0,-1 4 108,1-5 1,0 0-128,-1 1 0,-4-6 115,-1 6 1,-4-5-21,4 5 0,-4-5-71,4 4 1,-1 0-12,2 1 0,1 3 64,-7-3 1,8-2-21,-3 2 0,3-2 15,-3 2 1,7 3-13,-6-3 0,1 2 20,-6-2 1,-4 3 25,3-3 0,1 1 3,-6-1 0,4 4-32,-9-5 1,3 5 4,3 1 0,-6-5-90,0-1 0,4 1 87,1 5 1,4 0-6,-9 0 0,9 0-1,1 0 0,1 0 6,-6 0 1,-5 0 14,0 0 1,4 0-5,1 0 1,4 0-29,-9 0 1,4 0 7,1 0 1,1 0 12,-1 0 1,-1 5-4,-4 1 0,2 0-28,-7 0 1,5-3 22,-5 7 0,2-5-78,-2 5 1,-2-4 42,8 4 1,-8-2-8,2 3 1,4 2 10,1-3 1,-2 4-6,3 1 1,-1 1-39,5-1 1,5 6 37,1-1 1,1 6-6,-2-6 1,-1 6 3,7-6 1,-6 7 148,6-1 1,-6 8-110,6 2 1,-1 0 5,6-6 1,0 1-20,-1 0 1,6 4 19,0 1 1,6 0-80,-1-5 0,4 4 12,1 1 0,0 2-10,0-3 1,8 0 44,7 5 1,3-5 143,7 0 0,1 3-33,4-2 0,3 4-29,2-4 1,5 5-75,6-5 0,7 5 6,3-5 1,0-1-30,5-4 0,-3 0-101,9-1 1,3-4-10,1 0 1,6-8 142,5 3 1,-2-4-252,7-2 0,-5 1 45,4-1 1,-4-7-84,5-3 1,-2-3 205,2-2 0,-5 0-15,-10 0 1,-2-8 65,-4-8 0,-3-1-92,4-8 0,-11-3-20,-5-7 1,-3-6 18,-2-10 1,-7-4 987,-3-6 0,-6-1-195,-4 1 0,1 0 12,-6-1 0,-6-2-217,-5 2 1,-6-4 163,1 4 1,-4 1-513,-1-5 1,-6 8 117,-5 1 0,-4 6-305,-5-5 0,1 12 102,-7-2 1,1 5-845,-6 0 1,0 3-180,1 8 1,-3 1-640,-3 3 0,-4 4 531,-12 7 1072,-9 6 0,-5-3 0,-11 7 0,-10 2 0,-12 1 0,45 2 0,-1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49.57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735 566 8722,'0'-15'2394,"0"6"-2164,0-4 0,-1 4 170,-4-6 0,3 3-52,-3-3-145,3 3 0,-3-12 30,0 3 1,-5 3-1,5-8 1,-7 7 121,1-1-192,-2-4 0,-3 7 28,1-4 0,-7 6-67,-4 5 0,-3-2 12,-1 7 1,-1 0-208,0 5 1,-1 0 57,-4 0 0,4 7 156,-4 3 1,5 3-36,6 3 0,-2 1-66,6 3 1,2-1-193,9 7 1,3-6 108,7 6 1,0-6 112,0 6 0,4-1-96,6 6 0,2-1-181,13 1 0,6 0 104,5 0 0,5 4 82,-5 1 1,6 0-21,-1-5 0,2 4 20,-2 1 0,1 5 60,-6-5 1,3 6-7,-8-1 1,1-3 99,-11-2 0,-3 1-69,-7-1 1,1 0 129,-7-6 1,0-4 451,-5-1 1,-9-4-275,-6 5 1,-9-6-112,-12 6 0,-3-8 37,-7 3 1,-2-11 196,-3-5 1,2-5-284,-7-5 0,6-4-149,-1-6 0,0 0 84,5-1 0,-2 3-117,12 3 0,2-4-622,9 4 0,-1 1 332,11-1 1,-4 7-60,9-3-356,3 5 0,2 1-2341,10 0 0,4 1 1546,6 5 0,7 0 405,4 5 1,8 7 1062,1-2 0,8 2 0,-4-2 0</inkml:trace>
  <inkml:trace contextRef="#ctx0" brushRef="#br0" timeOffset="771">920 858 8117,'0'-11'149,"0"1"1,0 5 224,0-5-241,0 6 595,0-9-402,0 4 1,5-1 88,0 0 1,2 6-143,-2-1 1,-2 4-58,7 1 1,-6 1-46,1 4 0,2 11-231,-2 9 0,2 6 24,-2 5 1,-2 1-26,7 4 1,-5 3 50,6-3 1,-6 2-183,5-2 0,2-4 58,8-6 1,-3-2 142,4-3 0,1-4-21,-2-7 0,3-6-4,-3-4 0,-1-5 27,6-5 1,-1-6-66,2-9 1,1-6-75,-6-9 1,6-6 50,-2-10 0,-2-1-142,-3-9 0,2 5 186,-1-6 1,-1 8-29,-5 8 1,-1 14-77,-4 6 0,-1 9 62,-4 7 529,-3 3 0,4 10-133,-6 8 1,-1 2 101,-4 18 1,1 1-157,-6 9 0,1 9-116,-1-4 1,-2 8-137,7-3 0,-5-1 143,5-9 1,0 1-8,5-6 1,0 0-54,0-6 0,0-6-283,0-3 1,0-9 44,0-2 1,7-7 52,3 2 0,-2-17 34,2-8 1,2-11-106,9-10 1,-2-6-93,6-15 0,-6-4 68,1-1 0,-1-6 123,2 2 0,-4 9-48,3 6 0,-8 13 124,-2 8 0,-5 11-61,6 8 0,-6 8 113,5 8 1,-7 2-40,2 3 0,2 10 175,-2 11 0,7 9-143,-2 6 0,-1 0-39,1 5 0,0-3 24,6 8 0,-1-3-48,0-2 1,3-7-553,2-3 0,2-6 79,4-4 1,1-1-171,-7-9 0,3 1 155,-3-12 0,-3 0-187,4-5 1,-11-8-99,-5-8 774,-3-6 0,-2-22 0,0-4 0</inkml:trace>
  <inkml:trace contextRef="#ctx0" brushRef="#br0" timeOffset="947">1211 367 8117,'-46'-7'0,"5"-2"0,0-6 0,12 1 551,-2 4 1252,11-3-1357,-2 11 1,13-7-296,4 4 1,5 4-143,5-5 0,12-2-281,14-2 1,12 1-302,8-1 1,14-2 296,1-8 0,2 3 223,4-4 0,6 2-862,9-1 915,-3 3 0,-36 0 0,1-2 0,44-13 0</inkml:trace>
  <inkml:trace contextRef="#ctx0" brushRef="#br0" timeOffset="1459">2423 259 7985,'1'-13'0,"4"3"0,-3 1 298,3 4 545,4 3-20,-7-5-134,11 7 1,-11 2-432,3 3-158,-3 11 0,-4 9 54,-3 11 1,-4 12-9,-6 13 1,1 2-91,4 9 1,-4-1 69,4 6 1,3-7 17,2-4 1,4-3-47,1-1 1,8-6 66,7 0 0,8-6 36,7 1 1,8-5 20,3-5 0,3-11-124,2-9 1,5-6 12,0-5 0,7-10-159,-2-10 1,-1-12 122,1-9 0,-6-8 74,1-12 0,-10-4-169,-5-6 1,-6-4-832,-4-6 1,-6-3 173,-10-13 0,-4-5 366,-12-5 1,-2 7 271,-7 8 1,-13 7 4,-2 9 0,-11 6 336,0 14 0,-5 9-176,-5 6 0,-2 2-107,-3 8 0,-1 8 68,11 8 0,-3-2-111,8 2 1,5 1-125,6 9 1,1-1-162,8 6 0,6 2 73,5 8 1,6-1-809,-1 7 1,10-1 221,5 6 1,11 0 301,4-1 1,6 1 519,5 0 0,-4 6 0,6 2 0</inkml:trace>
  <inkml:trace contextRef="#ctx0" brushRef="#br0" timeOffset="1659">2607 720 8002,'-31'-7'0,"0"5"0,7-5 1813,4 7 1,8 0 80,2 0-1057,6 0-721,-2 7 0,7-5-1146,4 3 0,13-3 288,12-2 0,6-2-153,5-3 1,8-4 523,-3-6 0,16-2 371,-1-4 0,4 4 0,-4-5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52.03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46 783 8051,'-2'-9'453,"-3"4"0,2 3-323,-7 2 0,5-5 481,-6 0 219,8 0-620,-4 5-94,7 0 0,2 0 116,3 0 0,-2 0-13,8 0 1,4-5-299,5 0 0,8 0 21,-3 5 1,4 0-22,2 0 1,5 0 15,-1 0 1,3-2-106,-2-3 1,-4 3-309,4-3 1,-4 2 237,-1-3 0,0 5 152,-1-4 1,-1 3-114,-3 2 1,1 0-1532,-6 0 1730,-1 0 0,-5 7 0,1 1 0</inkml:trace>
  <inkml:trace contextRef="#ctx0" brushRef="#br0" timeOffset="193">77 1013 7523,'-16'0'4856,"1"0"-3914,0 0-472,6 0-581,2 0 1,9 0-34,3 0 0,9 1-86,6 4 0,9-3-111,2 3 1,7-3-421,8-2 1,5 0 609,0 0 0,14 0 151,1 0 0,7-7 0,4-1 0</inkml:trace>
  <inkml:trace contextRef="#ctx0" brushRef="#br0" timeOffset="1839">1948 645 7997,'10'-7'0,"-1"-4"0,-2-2 126,-2 4 1,0-4 169,0 2 0,0-4 100,-5-5-198,7 3 0,-5-11 10,3 8 1,-4-2 0,-1 1 0,0 3-76,0-8 0,-1 7 91,-4-1 0,-4 3 0,-6 1 1,-2 1-139,-4 0 0,1 5-236,-11-1 0,2 8 93,-12-2 0,0 3 39,-5 2 1,4 2 138,-4 3 0,8-2-26,-8 8 1,10-6 145,1 5 1,2 0-106,3 5 0,6 1-47,3-1 1,6 2 1,5 4 1,3 2-391,7 8 1,2 2 49,3 2 0,10-1-3,11 7 0,4-5 169,6 5 1,5-2-5,10 2 0,-3 3-236,3-3 1,-3-2 41,-2 2 0,-2-1 124,-3 0 0,-4 3-14,-6-7 0,-9 5 238,-6-5 0,-3-1 96,-8-4 0,-1-5 232,-9-1 1,-11-4-263,-9 4 0,-11-6-117,-5 1 1,-5-4 627,-5-6 1,-5 4-199,-11-4 0,9-3-122,-3-2 0,10-4 29,0-1 1,5-1-150,5-4 1,5 1-63,10-6 1,4 1-140,7-1 0,6-3-121,4 2 1,5-2-267,5-3 0,17-4 125,14-1 1,3-6 142,7 2 1,4-4 39,11-2 1,4 0-149,-4 1 1,11-1-400,-6 0 1,1 7 328,-1 4 0,-9 3 104,-6 2 1,-4-1 78,-1 1 1,-6 0 137,-5-1 0,-7 8-60,-3 3-98,-6 3-71,3-5 502,-13 5 144,4-4 0,-11 12-190,3 5 0,-8 2-5,-2 3 1,-6 1-183,6 3 0,0-1-47,5 6 1,0-4-64,0 4 0,0-6 121,0 2 0,7-4 2,3-2 0,9-1-90,1-4 1,3 2-124,-3-7 0,-1-2 166,6-8 1,-4-3 97,4-8 1,1-6-119,5-3 1,-2-6 14,-4-5 0,4 4 21,-3-4 1,1-3 18,-2-2 1,3 5-201,-8 5 19,1 1-372,-6 13 157,0 1 270,-6 10 0,-2 19 132,-7 8 1,0 8 218,0 6 0,0 3-142,0 3 0,-2 8-120,-3-3 1,3-1 26,-3-5 0,3-5-25,2 0 1,0-4-382,0-5 0,5-4 127,1-7 0,0-5 162,-1 0 0,-1-6 63,6 1 0,-5-17-3,5-8 0,6-9-84,4-7 0,6-10 8,-6-10 1,8 1-169,-3-1 0,-3 1 153,-1-1 0,-1 10 131,-5 10 0,4 11-70,-9 4 0,-1 6-5,1 5 1,-5 3 11,6 7 1,-6 2 94,5 3 1,-5 10 169,5 11 1,-1 3-67,1 1 0,4 3-144,-4 2 1,3-1 25,3 7 1,-1-7-281,0 2 1,1-3-70,-1-3 1,2-6-96,4-3 1,-6-4 14,0-2 0,1-6-728,-6-4-192,-3-4 1290,0-7 0,-14-17 0,-2-9 0</inkml:trace>
  <inkml:trace contextRef="#ctx0" brushRef="#br0" timeOffset="2013">2240 322 8131,'-47'-29'0,"8"11"927,4-8 1,2 14 1263,2 7 0,8 3-1584,2 2-493,11 0-58,3 0 0,9 0-214,3 0 0,19 0-799,17 0 1,12 0 604,13 0 0,7 0 336,14 0 0,5-5-786,-41 3 1,0-1 801,5-3 0,1 0 0,0 2 0,2 0 0,6-4 0,1 0 0</inkml:trace>
  <inkml:trace contextRef="#ctx0" brushRef="#br0" timeOffset="2526">4003 62 8061,'11'-7'0,"-3"-3"0,-1-4 0,0 5 0,-2 4 883,-3-3-213,4 6-223,-6-5-273,-6 7 1,-3 9 88,-6 6 0,-9 9 14,-7 12 0,1 5 17,-6 10 1,-3 3-62,-2 8 0,-4 6-158,-1 3 1,5 4 216,1 2 1,7 0-284,2 0 0,8-8-52,7-2 0,3-4-43,2-2 0,5-1-189,6-4 1,8 2-404,7-7 0,8 0 467,7-5 1,3-1-11,2-4 0,5 0 221,6-11 0,6-1 0,5-8 0,2 4 0,3 4 0</inkml:trace>
  <inkml:trace contextRef="#ctx0" brushRef="#br0" timeOffset="2917">4648 261 8344,'-7'-15'1427,"5"6"-717,-12 2-553,6 7 0,-7 7-37,-1 3 1,-4 11-83,-1 4 185,-6 11 0,8 5-125,-6 10 0,4 2-49,-4 3 0,6 2 8,-1-7 1,4 6-110,6-6 0,-2 5-446,7-5 1,-5 7 233,5-2 1,-2-1 166,2 1 0,5-13-377,0-2 0,3-9 474,12-6 0,4 3 0,12-6 0</inkml:trace>
  <inkml:trace contextRef="#ctx0" brushRef="#br0" timeOffset="3663">5184 368 8024,'-6'-29'221,"-3"9"167,-6-11 1,-1 11-160,1-1 0,-2 6 28,-3 5 1,3-4-433,-4 4 150,4 3 0,2-5 94,-1 7 0,1-5 3,0 5 0,4 0 25,1 5 1,5 0-207,-5 0 88,6 7 0,-2 8 6,6 10 1,0 4 143,0 2 1,0 5-96,0 0 1,0 13-271,0 2 0,0 9 120,0 6 1,0-3 134,0 4 0,0 6-91,0-1 0,0 4 146,0-9 0,5-1-49,0-4 1,2-3 7,-2-2 0,-3-6 158,3-10 1,-5-4-87,-5-6 1,-4-7 140,-6-4 1,-7-10-138,-4-5 1,-3-3-155,-2-2 1,-4-8 4,-1-8 1,0-8-101,5-11 1,2 1 118,4-7 1,-3-5 43,8-6 0,6 0-318,9 1 1,4 4 65,1 1 0,13 0 171,8 6 0,6 2-10,4 2 0,6 4 26,4 1 1,5 2-46,5 4 1,4 1 0,6 3 1,0 4-116,1-3 0,1-1 141,3 6 0,-8-4-15,4 9 0,-11-4-59,0-1 1,-3 5-53,-2 0 1,-12 5 122,-4-6 0,-9 8 182,-1-2-29,-10 3 462,-3 2-296,-20 7 1,-4 1-111,-14 8 1,0-4 17,1 3 0,-1-3-65,0 8 1,1 3 130,-1-3 1,0 9-32,0 2 1,3-1-57,2 6 1,4 2-79,6-3 0,6 8-12,0-2 0,7-2-85,-3 2 0,6-7 78,6 2 0,4-5 63,10-6 1,4 2 13,7-6 1,6-6-3,4-5 0,4-6-111,1 1 0,-2-5 2,-3-5 0,3-10-39,-3-11 1,-4-3-159,-1-2 0,-9-1-115,-1-4 1,-9-5 129,-2-10 0,-1 2-37,-9-8 1,0 8 88,-5-2 0,-8 5 59,-8 5 0,-1 4 0,-8 6 1,-6 9 182,-5 6 0,-5 6-164,6 5 1,-6 3 119,5-3 0,0 5-435,6 5 0,4-1 133,0 6 1,13-5-148,-3 5 0,11-5-129,0 6 498,3-1 0,9 5 0,2 1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6:56.66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77 660 8026,'0'-10'181,"0"0"1,-1 6 91,-4-1-141,-4 3-58,-6 9 1,-1 3 179,1 11 0,6-4-96,4 3 1,4 3-231,1-3 0,8 6 97,8-6 0,1 1-98,8-6 1,8-5 27,7 0 0,5-6 17,1 1 1,-5-10 35,0-6 0,-7-2-36,1-2 0,-9-8-88,-6-2 0,-9-4 109,-6-2 1,-5 0-115,-5 1 1,-6-1 133,-9 0 1,-4 2 1,-7 4 1,-1 3 15,-4 6 1,2 8 13,-7 3 1,7 3-49,-2 2 1,11 0 7,4 0 0,4 7-594,2 3 220,6 4-209,3 8 1,14 0 577,8 4 0,13-4 0,10-7 0</inkml:trace>
  <inkml:trace contextRef="#ctx0" brushRef="#br0" timeOffset="242">584 1136 7970,'-24'0'415,"1"-6"92,8 1 0,5 0-68,0 5-143,6 0-211,-3 0 0,9 0 67,3 0 1,7 0 39,14 0 0,3-5-260,17 0 0,3-7 67,13 2 0,4 1-579,0-1 1,9 0 22,2-5 0,0 4-428,5 1 0,1 0 985,-1-5 0,7-1 0,-4 1 0</inkml:trace>
  <inkml:trace contextRef="#ctx0" brushRef="#br0" timeOffset="679">1949 645 7999,'0'-16'573,"0"1"-523,0 0-35,-7 6-7,5 2 1,-12 9-1,4 3 0,-5 12 651,-6 14 0,-2 8-252,-8 12 1,5 4-108,1 6 0,1 4-167,-2-4 0,9 4-161,7-9 1,7 2 95,-2-2 0,5-4-128,5-11 0,5 1-14,10-6 0,4-7 110,7-9 1,5-4-3,-1-6 1,8-3-33,-2-7 1,3-7 17,2-3 0,-1-12-48,-4-9 0,3-8-4,-3-12 1,-5 1 64,-6-6 1,1-9-161,-6-12 0,-2-3-483,-3-12 1,-3-1 193,-9 41 1,-1 1-1,7-39 405,-4 13 0,-3 14-71,-7 12 0,-2 10 445,-3 5 1,-3 11-199,-8 4 0,-4 9-18,0 2 0,-8 7-207,3-2 1,-3 10 52,3 5 0,-4 9-523,3 1 0,2 7 533,-1-1 0,4 5-489,-4 5 0,11-2-45,-1 7 531,3-1 0,-3 6 0,-1 0 0</inkml:trace>
  <inkml:trace contextRef="#ctx0" brushRef="#br0" timeOffset="887">1811 1044 7951,'-16'-2'2367,"1"-3"-1803,6 3-558,-4-5-79,11 7 121,-5 0 1,9 5 103,3 0 0,7 1-104,14-6 0,6 1-37,14 4 1,5-3-271,0 3 1,9-3-676,1-2 1,1-5 224,4 0 478,-3-7 1,5-4 0,2-7 0</inkml:trace>
  <inkml:trace contextRef="#ctx0" brushRef="#br0" timeOffset="1167">2976 1 8106,'16'6'0,"1"5"-31,3 9 1,-3 6-158,4 9 0,-3 8 1749,3 13-998,-4 1 0,10 23 513,-6-4 1,-1 18-1039,-5 3 0,-10-45 0,-1 0 47,-1 2 1,-1 0-1,-1-3 1,0 0 10,-1 0 0,0 0 0,-4-1 1,-1 1 59,-2 0 0,-1 0 1,-14 41-494,-9-10 1,-1-4-698,-4-1 1,-12-7 311,-13-4 1,-9-3 721,30-32 0,-2-1 0,-38 27 0,36-29 0,-2 0 0,-3 1 0,-1 0 0,-4 1 0,0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3:57:02.3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507 307 8202,'-19'-20'109,"0"-1"0,-1 4-41,-4 6 0,-7-1-67,11 6 178,-1 1-166,6-1 0,0-1 5,-1-4 1,1 5-1,0 6 1,-6-5 475,1-1 1,-1 1-178,6 5 0,-5 5-140,-1 1 1,-4 11-101,4-2 1,-4-1 21,4-4 0,1 5-9,4 6 0,3-1-163,3-5 0,3 1-67,7-1 0,0-5 59,0 1 0,8 4 104,8 5 1,6 1-19,8-6 1,6 6-258,0-1 0,12 2-6,-2-1 1,3-3 15,-3 8 0,4-2 214,-4 1 1,1 4 12,-11-3 0,-5 1 0,-6-1 0,-8 1 141,-1-7 0,-8 3 166,-8-3 1,-3-3-127,-7 4 1,-7-4 398,-14-2 0,-7 5-173,-3 1 0,-3-6-97,-2-5 1,0-1-87,0 1 0,5-3-277,0-7 0,9 0 1,1 0 1,7 0-668,9 0-258,0 0 704,-1 0 0,15 0-821,6 0 1,14-5 351,6 0 0,11-7 296,5 2 0,3-6 461,2-4 0,7 3 0,2-12 0,6 5 0</inkml:trace>
  <inkml:trace contextRef="#ctx0" brushRef="#br0" timeOffset="505">844 614 8189,'0'-15'473,"0"-1"1038,0 1-760,0 7-340,0 1-166,-6 7 1,4 7 14,-3 3 1,3 9-482,2 1 1,0 7 98,0-1 1,7 1-23,3-1 0,4 1 112,1-7 1,0 1-176,1-6 1,4-5 91,1 1 1,6-8-62,-2 2 0,4-5-56,2-5 0,0-3 115,-1-8 0,1-6-32,0-4 0,5-8 18,-1-1 0,1-8-7,-5 2 1,-2-2 74,-4 3 0,-3-3 15,-6 7 0,-1 7 56,1 9 1,-3 8 443,-3 2-43,-3 6 1,-7 6-211,0 13 0,-2 7 81,-3 9 1,2 1 34,-7 4 1,0-2 50,-6 7 0,6-5-189,0 5 0,5-7-28,-6 2 1,8-6 111,-2-4-343,3 3 0,2-12-173,0 4 193,0-11-66,0-3 50,7-21 1,1-3-229,8-14 1,-1-1 95,1-4 1,1 4-141,3-4 1,-3 3 53,3 3 1,-2 6 166,-3 3 0,0 4-7,1 2 0,-1 7-110,0 2 1,-5 0 376,1 1 0,-3 6 39,2 9 1,4 6 37,-4 4 1,4-1-138,1 7 0,1-1 65,-1 6 1,2-1-222,3 1 1,-3-5-210,4-1 1,-4-6-270,-2 1 1,-1-2-69,-4-3 295,4 0 336,-13-6 0,-7-9 0,-11-9 0</inkml:trace>
  <inkml:trace contextRef="#ctx0" brushRef="#br0" timeOffset="671">660 231 8157,'-46'-14'915,"4"-6"1357,6-11-1492,7 4-739,20 11 0,6 6-438,13 0 0,16 0 370,20-6 1,8 1-610,13 0 0,3 4 227,6 1 0,13 5-270,3-5 1,5 6 678,0-1 0,-47 7 0,1 1 0,2 2 0,1-1 0</inkml:trace>
  <inkml:trace contextRef="#ctx0" brushRef="#br0" timeOffset="1062">2393 139 8199,'-30'-31'301,"4"5"147,1 1 1,9 11-196,-4-1 0,11 10-51,-6 0 0,3-2 682,-3 2-496,6 0 1,-3 6-110,7 4 0,-2 6-99,2 9 0,4 11-165,-5 10 1,5 10 182,1 5 0,1 4-318,5 1 1,4 6-45,10-1 1,-1-5-32,7-4 1,1-8 101,9 2 1,3-8-64,7-2 1,-2-9 120,-3-1 0,-2-7-39,-3-9 1,-10-7-69,-1-2 1,-6-6 82,-4-6 0,-6-4-132,-4-10 0,-5-4 63,-5-7 0,-11-1-162,-9-4 0,-4 5 248,-2 1 0,-1 6-10,-4 8 0,4 3-11,-4 3 1,3 3 105,3 7 0,1 7-212,3 3 0,11-2 72,10 3 0,3-1-514,2 5 0,9 0 157,6 1 0,14-3-31,12-2 0,10-4 281,5-7 1,9 0 203,1 0 0,4-12 0,-8-4 0,2-9 0,-9 1 0</inkml:trace>
  <inkml:trace contextRef="#ctx0" brushRef="#br0" timeOffset="1329">3022 599 8199,'40'-24'0,"-10"2"-244,-9 6 584,-4 1 754,-9 0-794,-1 6 1,-14 2-55,-3 7 1,-5 9 110,-6 6 1,4 2 89,-3 9 1,3-1-332,1 6 0,1 0 104,0-1 1,6 1-293,4 0 0,5-2-48,5-4 0,4 3-46,6-8 1,5-1 54,1-9 0,6 2-87,-1-7 0,3-1 52,1-10 1,-4-2-60,0-7 1,-9-8-134,-2-2 1,-1-4 54,-9-2 1,-4-6-92,-11-4 1,-2 3 105,-13 3 1,-1-1 107,-5 5 1,-6 4 42,-4 11 0,2 8 104,-2 3 0,5 5-141,-5 5 0,12-2 46,-1 8 1,11-1-130,3 5 1,3-5 109,8 1 1,1-3-89,9 2 1,12-3 214,14-7 0,7 0 0,8 0 0</inkml:trace>
  <inkml:trace contextRef="#ctx0" brushRef="#br0" timeOffset="1609">3559 185 8199,'9'0'611,"-16"6"1,-3 1-292,-11 4 1,6 2-75,5-3 1,-2 4-333,7 1 171,-1 1 1,6-1-270,0 0 0,9-6 45,6-4 1,6-3 57,4-2 1,8-2-9,-8-3 1,8-9 63,-8-6 0,-3-6 31,-1 6 0,-11-7-37,-5 1 1,-10-3-185,-5-2 0,-12 6 68,-9-1 1,-1 7 44,-9-1 1,-2 10 48,-8 5 0,3 3-14,-3 2 1,9 7-91,1 3 1,13 5-125,3 6 0,8-4-8,7 3 1,4 2-177,12-1 0,11 1 465,13-2 0,15-2 0,9 4 0,7-7 0</inkml:trace>
  <inkml:trace contextRef="#ctx0" brushRef="#br0" timeOffset="1925">4311 568 8114,'-16'-5'649,"1"0"0,0 0-396,-1 5 0,6 0 68,0 0 0,5 0 290,-5 0-473,6 0 70,-3 0 1,7 1-108,0 5 1,7-5-205,3 4 1,7-3-263,9-2 1,1 0 287,14 0 1,5 0 25,5 0 0,6 0 85,-6 0 1,2-5-2218,-2 0 2183,-4 0 0,-1 5 0,-8 0 0</inkml:trace>
  <inkml:trace contextRef="#ctx0" brushRef="#br0" timeOffset="2091">4387 936 8172,'-22'-7'0,"0"-1"2326,-3-7-659,9 6-1043,3 2-882,4 14 1,2-5-72,7 3 1,10-3 318,16-2 1,6 0-375,14 0 1,12 0-165,4 0 1,11-2-1273,4-3 1571,6 3 0,-34-7 0,1-2 0,0 2 0,1 1 0</inkml:trace>
  <inkml:trace contextRef="#ctx0" brushRef="#br0" timeOffset="3066">6335 629 8099,'0'-22'390,"0"-3"0,0-4-195,0-2 0,0 6-128,0-1 1,0 7 542,0-1-107,0 3-89,0 1-163,0 1 1,0 5-205,0 0 1,-12 6-1,-3-1 0,-5 3-114,-1 2 1,-3 7 34,-6 3 0,-1 4-39,0 1 0,6 2 65,-1 4 0,2-2 56,-1 6 1,3-4-204,6 4 0,8-4 101,3 4 0,3-1 53,2 2 1,8 3-118,8-4 0,6 4-178,9 2 1,-1-6 238,1 1 1,6-2 59,4 1 1,-3 3-73,-2-8 0,-6 6-4,-4-6 0,-4 2 247,-7-1 0,-6-4-108,-4 3 1,-5-3 246,-5-1 0,-12-1-21,-14 0 1,-8-4-165,-12-1 1,-4-2 13,-6 2 1,1 2-1,4-6 1,-2-1-12,7-5 1,2 0 22,8 0 1,5 0-489,10 0 0,6-2 192,10-3 1,5 1-759,10-6 0,12 0 199,13-5 1,15-8-80,11-2 1,10 1 314,6-2 1,5 3 226,4-3 1,-2-1 235,3 6 0,-1-4 0,-4 4 0,-5 1-5,-16 5 1,-3-1 4,-7 1 0,-9 1-56,-6 4 751,-7 3 719,-9 7-873,-6 0 1,-9 2 477,-10 3 0,-9 4-582,-2 6 0,-4 5-140,4 1 0,1 6-182,4-1 0,1-4 95,0-2 1,6 2-291,4-1 0,3-1-75,2-4 0,2-1-92,3 0 0,6-6 78,9-4 1,-1-3-181,6-2 1,1-2-19,5-3 1,4-9 99,1-6 0,2-8 89,-3 3 1,-2-6 32,3-5 0,-6 4 141,-4-4 0,1-3-9,-6-2 0,-1 5 118,-5 6 1,-4 1-71,-1 8 0,-7 6 466,2 5-76,-3 6-344,-2-3 0,0 14-15,0 4 1,0 9 96,0 6 0,0 2 233,0 3 0,-5 0-171,0 0 0,0-1-261,5 1 0,1-2 24,4-4 1,-3-2-265,3-8 1,2 0 267,-2 1 0,7-8 48,-2-3 0,-1-3-379,1-2 0,5-9 61,6-6 0,4-2-37,-4-9 1,6-4 102,-1-6 1,3 0-64,1 6 1,-6-1 157,-3 0 0,1 7 2,-2 4 1,-1 8 134,-9 2 1,4 6-118,-4-1 0,-1 7 333,1 8 1,-5 2-138,5 14 1,-6 1 87,1 9 1,3-4 21,2 4 0,-3 1-82,-2-1 0,4-2-200,1-8 0,-1 1-216,1-7 0,-5 1-1196,5-6 1485,-6-6 0,9 4 0,-4-4 0</inkml:trace>
  <inkml:trace contextRef="#ctx0" brushRef="#br0" timeOffset="3250">6473 323 8157,'-30'-12'0,"-1"-4"0,7 5 44,4 5 0,8 5-21,2 1 1,8 0 5,2 0 0,8 0-168,13 0 1,13 0-52,17 0 1,5 0 16,16 0 0,1 1-1,9 5 1,10-5-94,-41 1 1,0 1-1,5 1 1,1 1-1,1-1 1,0 0-1</inkml:trace>
  <inkml:trace contextRef="#ctx0" brushRef="#br0" timeOffset="3508">8345 491 8087,'-9'-15'606,"-4"0"0,11 5-227,-3-1-220,3 8 42,2-4 1,0 16 222,0 6 1,5 2-38,0 9 0,5 6-160,-4 9 0,4 5-161,-5 5 1,5-3 100,-5 3 0,2-3-536,-2-2 1,4-2 243,6-3 0,-5 1 202,0-6 1,1 0-537,4-5 1,-1-6-827,-4 1 1,4-14 1284,-4-2 0,10-7 0,4-3 0</inkml:trace>
  <inkml:trace contextRef="#ctx0" brushRef="#br0" timeOffset="4072">8651 445 8087,'0'-23'0,"0"0"1181,0 8-238,0 0-389,0 6-457,7 2 1,3 7-178,11 0 0,-2 2 164,6 3 0,1 5-67,4 11 1,1-2-148,0 6 0,1 2 116,4 9 1,-2-2-143,7 7 0,-9-2 26,-1 2 1,-5-1 50,-6-5 0,-5-1 160,1 7 1,-15-7-19,-11 2 0,-5-5-11,-6-6 0,-2 3 115,-8-8 1,-5 1 74,0-6 0,-3-5-51,-2 0 0,9-6 46,-4 1 0,5-3-51,11-2 0,5 0-173,4 0 1,8-7-147,-2-3 1,12-4-252,8-1 1,16-2 208,15-4 0,7-1-16,8-4 1,5-3-117,1 4 1,6 1 66,-1-2 1,-6 8 227,-5-3 0,-3 4-161,-12 2 0,0 6-13,-15 4 1,2 4 395,-13 1 306,0 0 0,-6 6-211,-4 5 1,-5 9 3,-10 6 1,-8 4 289,-8 6 1,1-2-237,4 7 1,3-5-280,3 5 1,3-6 161,7 6 0,0-12 16,0 2 1,7-5-283,3-1 0,3-4-406,3-11 0,4-3 303,1-7 1,6-7 101,-2-3 0,-1-11-508,2-4 0,-9-6 255,-2-5 0,-1-3-239,-9-7 0,-2-2 165,-8-3 0,-3 8 14,-8-3 0,-1 11 149,-3-1 0,-4 10 76,-7 6 1,-4 10-45,-1 5 0,-5 3 171,5 2 0,-5 5-175,5 0 0,7 7 28,9-2 0,3 4-229,2 1 1,1 1 89,4-1 0,5 0-283,10 1 551,10-8 0,9 6 0,7-6 0</inkml:trace>
  <inkml:trace contextRef="#ctx0" brushRef="#br0" timeOffset="4321">10139 553 8064,'9'0'600,"-2"0"0,-24 7-294,-4 3 1,-8 9-75,9 1 1,-1 6 29,6-6 1,5 6-1,-1-6 0,8 1-259,-2-6 0,10-5 48,5 0 1,6-6 72,4 1 1,9-10-10,7-6 1,3-7-234,-8-3 1,1-6 209,-11 1 1,-3-3-8,-8-1 1,-3 1-202,-7 3 1,-3-3 59,-7 4 0,-2 3-23,-14 1 0,-1 11-155,-9 5 0,4-2-268,-4 2 1,4 7 63,1 8 438,7 3 0,-5 10 0,5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3013 3878 7942,'-12'0'58,"0"0"0,0-1 378,-1-3 1,1 4-1,1 0 638,3 6-817,3 5 0,5 7 27,0 2 1,0 9 48,0 3 0,0 5-88,0 3 0,0 4-28,0 5 1,4-1-79,0 1 1,0 0-96,-4 0 1,0-6 17,0-2 1,0-7-150,0-2 1,0-6 280,0-2 0,0-1-77,0-6 1,-1-3 200,-3-5 0,2-3 197,-2-2-382,3-2 0,-3-2-30,0-8 0,0-9-37,4-3 1,1-11-132,3-10 0,4-9-222,8-15 0,-6 28 0,-1 0-307,3-6 0,1 0 0,-1-2 0,0-2 417,0-3 0,1-2 0,-1 2 0,0-1 40,0 0 1,0 0-1,-1 4 1,-1 1-30,0 6 1,0 2-1,5-23-107,1 17 0,-2 15 291,-2 9 1,-4 6 871,0 6-568,0 3 0,5 14 328,-1 3 1,4 10 292,0 3-467,1 4-244,0 13 0,-3 2 78,2 5 0,2 5-380,-2 3 0,0 2-62,-4 2 0,-1 2 243,-3 2 0,2-3-297,-6 3 0,1-8-218,-1-4 0,-2-4-504,2-5 0,-3 1-146,-1-8 0,0 0 468,0-8 0,0-2-184,0-7 1,-1 2 265,-3-6 1,1 1 503,-5-5 0,5-5 0,-2-2 0</inkml:trace>
  <inkml:trace contextRef="#ctx0" brushRef="#br0">2989 4415 7926,'-16'-4'3216,"-1"0"-2751,6-6 0,7 5-187,8-4 0,3 4-351,5 5 76,6-5 0,6-2 162,9-5 1,2-1 80,2 1 1,5-1-782,3-4 0,2 4 535,2-3 0,5-3 0,2 0 0</inkml:trace>
  <inkml:trace contextRef="#ctx0" brushRef="#br0">3904 4061 7936,'-12'0'2595,"-1"0"-1875,7 0 85,0 0-577,17 0 1,3 0-9,10 0 1,6 0-395,2 0 0,5 0-254,4 0 0,-2 0-579,6 0 0,-5 0 571,5 0 299,-11 0 0,7 5 0,-10 2 0</inkml:trace>
  <inkml:trace contextRef="#ctx0" brushRef="#br0">3989 4317 7878,'-19'0'3308,"2"0"-1559,10 0-899,1 0-615,23 0 1,0 0-178,20 0 1,2-5-428,10-3 1,0-3-717,0-1 0,1-1 792,3 1-26,-3 0 0,9-6 1,-3-1-1</inkml:trace>
  <inkml:trace contextRef="#ctx0" brushRef="#br0">5185 3817 8022,'0'-12'387,"-2"1"504,-2 3-124,3-3 126,-5 4-142,6 1 0,2-5-257,2 3 0,4 2-200,8 2 0,9 1-133,7-1 1,3 3-122,2-3 1,0 4-184,-1 4 1,1-1 178,-1 5 0,-6 0-228,-5 4 1,-6 2-48,-7 2 0,-5-3-197,-3 4 1,-6 0 213,-6 0 0,-11 3 66,-13-4 0,-6 5 101,-7-5 0,4 4 173,-7-4 0,7 1 347,0-5 1,3 0-243,2 0 0,10 0-125,6 1 1,10-1 84,6 0 1,4 2-31,4 2 1,6-1-114,10 5 1,6-4-207,10 5 1,2-5 127,3 4 0,1-1-117,3 1 0,-3-1 28,-6-2 1,-6-4 97,-6 4 1,-5-3-46,-6 3 0,-8-4 319,-5 4 0,-12-7 505,-13 3 0,-6-8-509,-9 7 0,-4 0-133,-5 1 0,-5 1-391,-3-5 0,4 0-257,5-1 0,2 2-770,9-6 0,4 0 24,13-4-177,2 0 0,13 0 1463,10 0 0,8 0 0</inkml:trace>
  <inkml:trace contextRef="#ctx0" brushRef="#br0">6014 3963 8078,'-19'0'423,"2"0"-339,4 0 555,1 0 0,0 6-175,0 2 1,5 8-100,3 5 0,-1 2-77,0 1 0,1 9 115,4-1 1,6 6-221,2-6 0,4 4-55,4 0 0,-1-5-130,6-2 1,-1-3 79,4-2 0,1-1-276,-1-3 144,1-2 23,-1-11 1,-4-2 111,1-5 0,-6-1-122,1-3 0,1-6-163,0-10 0,-1-2 84,-4-10 1,4-5 82,1-3 1,-1-11-177,-4 3 1,4-9-67,1 0 1,-1 4 236,-4 4 0,0 7-4,1 10 1,-5 3-65,0 9 296,-5 2 0,2 13 345,-5 5 1,-1 7-150,-3 9 0,1 10 91,-5 10 1,0 2-26,-5 7 1,3-4-71,1 3 0,4-4-368,5 0 1,0-6 100,0-1 1,0-8-304,0 0 0,5-2 172,4-7 1,-3-1-22,2-7 0,-3-3 70,3-5 1,0-1-146,4-3 0,2-8-173,2-8 1,1-8 84,4 0 0,2-6-256,-3 2 1,3-4 163,2 0 1,-2 2 136,-3 5 1,2 1-27,-6 8 0,0 3-138,-4 5 1,1 4 197,-1 4 0,-4 4 114,0 0 0,-5 11 335,1 9 0,-4 5-189,-4 3 1,1 3 104,-5 6 1,5-2-164,-1-2 1,3 0-113,1-4 1,0-1 12,0-3 0,1-6 2,3-3 0,-1-4 41,5-4-38,0-2 1,4-8 102,1-2 0,-3-4-106,-1-8 0,1-3-181,-1-5 1,1-6 6,3-3 0,-1-2-30,0-2 0,0 6 176,0 3 1,5 2-10,-1 2 1,-4 6 33,-4 6 97,0 5 0,0 8 161,1 3 1,-7 5-91,2 7 1,-2 7 89,-2 5 1,-4 5-126,0-5 1,0 2-221,4-1 1,0-5-120,0 0 1,5-1-336,3-6 0,-1 3 167,1-4 0,0-4-119,4-3 0,1-7-634,-1 2 0,4-8 109,0-4 1041,1-8 0,6-9 0,2-6 0</inkml:trace>
  <inkml:trace contextRef="#ctx0" brushRef="#br0">7332 3463 7909,'6'-31'0,"5"3"346,-3 7 0,-1 9-16,1 8 0,1 3 13,3 1 1,0 5-47,0 3 1,0 9 132,1 3 0,-3 7-272,-2 2 1,2 4 13,-6 0 1,0 1-132,-4-2 0,-4 2 62,0-5 1,0 2 346,4-7 0,0-2 99,0-10 1,3-1 89,5-3 1,1-3-359,12-5 1,3-2-275,4-6 0,5-6-109,-5-10 0,1-2-286,-5-2 1,-1 3 387,-2 1 0,-4-6 0,-5 4 0</inkml:trace>
  <inkml:trace contextRef="#ctx0" brushRef="#br0">3330 6061 7768,'-17'-5'0,"3"2"0,-2-5 1970,2-2-999,8-1-424,0-1-172,6 0-81,0 5 1,3-4-61,5 3 1,6-7-32,10-1 1,6 0 25,2 4 0,5 1-4,4 3 1,1 2-83,2 6 0,2 0-175,-5 0 1,-2 7-56,-6 5 1,-5 2-122,-7 6 1,-5-4 228,-8 5 0,-4-1 75,-8 4 1,-8 1-83,-8-1 1,-9 1-37,-3-1 1,-8 0 219,0 1 0,-5-5-29,4 0 1,2-5 92,6 2 0,5-5-39,8-4 1,2 1-97,6-4 0,5 0-142,3-1 1,9-1-278,8 5 0,10-1 25,9 1 1,3 1-139,2-5 1,5 4 101,3-4 1,-2 6 91,2-2 1,-6 2-250,2-2-347,-3 3 719,-7-5 1,-7 11 154,-7-1 0,-5 0 161,-4-4 1,-4 5 521,-8-1 1,-14 1-148,-10 0 0,-6-4 480,-3 4 0,-1-4-590,-2-1 0,-2 5-165,-3-1 0,-2 0 309,2-4 1,4 0-483,5 1 1,0-5-284,8 0 0,-1-4-155,5 4 0,6-4-442,6 4 1,4-5-116,4 1 0,4-3-847,0-1 1,7 0 150,9 0 0,3 0 807,5 0 0,6-5 729,3-3 0,7-14 0,4-4 0</inkml:trace>
  <inkml:trace contextRef="#ctx0" brushRef="#br0">4099 6244 7743,'-16'0'612,"-1"0"0,1-1 853,4-3 0,4 2-186,0-2-698,5 3 1,0 1-315,11 0 1,6-2-67,10-2 0,6 3-274,3-3 0,3 3-460,5 1 1,-3-4-514,3-1 0,-8 1 268,0 4 1,-7 2 777,-2 2 0,1 3 0,-6 5 0</inkml:trace>
  <inkml:trace contextRef="#ctx0" brushRef="#br0">4172 6439 7743,'-31'19'0,"-3"-1"2735,6-6-1792,5-5 0,2 4 465,9-3-763,-3 2 1,18-3-25,5-3-193,6-2-278,26-2 1,-1-7 75,14-5 0,8-2-775,-26 4 1,-1 0 0,0 0 0,-1 0-1206,0-3 0,-1 1 1444,30-7 1,-1-9 0,0 2-1</inkml:trace>
  <inkml:trace contextRef="#ctx0" brushRef="#br0">5648 5427 7835,'0'-12'409,"0"-1"1,0 1 200,0 0 231,0 5-315,0 2-158,0 5 218,0 0-261,0 5 0,0 2-68,0 5 0,0 7-47,0 6 1,0 0-27,0 8 1,0 1-130,0 6 0,0-2-135,0 3 1,0-3-349,0-1 0,0-1-1829,0 1 1079,0 5 74,0-10 1104,0 9 0,0-10 0,0 6 0</inkml:trace>
  <inkml:trace contextRef="#ctx0" brushRef="#br0">5294 6146 7861,'-19'0'0,"2"0"1563,5 0-350,5-5-457,1 4-411,6-5-120,11 6 0,0-1 347,14-3-366,7-3 5,6 0-1773,15-4 1498,-3 5 0,7-7-99,0 1 0,-4 4-427,4 0 1,-6 1-54,2-1 0,-8-1 643,-5 5 0,-2-6 0,-1 3 0</inkml:trace>
  <inkml:trace contextRef="#ctx0" brushRef="#br0">5721 6195 7838,'-6'0'1812,"0"0"-1837,6 0 65,6 0 1,0 2 195,7 2 1,6-3-27,5 3 1,6-3-112,6-1 0,1 6-141,0 2 1,-6 3-244,-3 1 0,-7 2 234,-5 2 0,-9 4 421,-7 9-171,-11-4 1,-19 15 1204,-11-4-1275,-10 4 1,-5-3 123,26-16 1,-1-1 0,-24 14 2,2 3 0,9-10 93,8-3 2469,10 0-1259,8-10-902,12 4 0,2-10 365,8 0-648,13-5-292,9 2 0,21-6-425,6-3-362,11-9 1,2-6-72,-31 8 0,0-2 0,-2 1 0,0 0-488,28-13 0,0 1-3044,0-1 4308,-5 1 0,2 0 0,-5-1 0,0 1 0</inkml:trace>
  <inkml:trace contextRef="#ctx0" brushRef="#br0">6783 5561 7839,'-6'-11'0,"-2"3"1134,3-3 595,-6 10-1097,10-5 1,-10 17 1103,3 6-937,-9 10-83,-2 15 1,-9 13-400,13-21 1,1 1 0,-1 3-1,1 2-70,-1 0 0,1 1 0,3-1 1,0 0-117,-1 1 0,0-1 0,4-2 0,1-1-132,1-1 1,0 1 0,2-2 0,1 0 349,3 26 0,11-1-972,5-7 0,7-9 245,6 1 391,7-6-4041,8-7 2367,5-3 1661,10-15 0,1 4 0,8-9 0,-3 2 0,0-2 0</inkml:trace>
  <inkml:trace contextRef="#ctx0" brushRef="#br0">7100 5781 7757,'0'-13'-1277,"1"3"2563,3 1-638,-2-1 10,3 8 53,-5-9-354,0 10 1,0-6 48,0 3-25,0 3-15,0-5-183,0 6 1,0 2 5,0 2 1,0 4 25,0 8 0,-5-1-188,-3 5 0,-3 1-45,-1 3 1,-1 1-46,1-1 0,-4 2 85,0 2 1,-1-3-96,5-1 0,4-1 98,0-7 1,5 0 8,-1-3 0,3-1 31,1 0 1,0-4-32,0 0 0,1-4 99,3 5 1,-1-7-67,5 2 223,0-2-240,10-2 1,1 0 56,5 0 0,1 0 80,-1 0 0,6-2-60,2-2 0,-1 2 10,2-7 1,-5 7-132,5-2 0,-10-2 72,1 2 1,-6 0-138,2 4 0,-5-4-90,2 0 1,-8 0-94,-1 4 1,0-2-380,5-2 55,-7 3 1,1-4-23,-3 5 226,-3-6-1938,5 5 1671,-6-10 0,0 8 629,0-5 0,-6 0 0,0-4 0</inkml:trace>
  <inkml:trace contextRef="#ctx0" brushRef="#br0">7344 5829 7757,'0'-12'897,"-6"5"1,4 2-401,-6 5 1,1 5 18,-1 3 1,-2 5-102,6 3 1,-5-1-142,1 5 1,2 5-237,2 3 0,1 0-204,-1-3 0,3-1-210,-3 1 1,3-1-25,1 0 1,4-3-637,0-1 1,4-5 408,-4 1 627,5-2 0,-7-2 0,3 0 0</inkml:trace>
  <inkml:trace contextRef="#ctx0" brushRef="#br0">7673 5439 7783,'8'1'983,"1"3"0,-5 5-407,4 7 0,0 4 64,4 9 0,0 3 27,0 9 0,2 6 236,2 6 1,-2 5-891,2-1 0,-1 3 402,1 1 0,-8 0 397,1 0-607,-1 0-535,-7 0 0,0-6-541,-5-2 0,-9-3 77,1-1 1,-13-1-1961,1-4 2754,-9 4 0,1-8 0,-9 4 0,-4-4 0,-2 1 0</inkml:trace>
  <inkml:trace contextRef="#ctx0" brushRef="#br0">8222 5598 7738,'0'-13'900,"0"1"-90,0 0-372,0 5 1,0 0-136,0 3 0,-1 3 0,-3-2 190,-4 6 1,-3 5-128,-1 8 0,-1 5-154,1 7 1,-5 9 122,-4 8 1,0 3-91,0 5 0,2 1-138,3 3 0,4 2 20,0-7 0,1 0-142,7-7 0,0 1 185,4-6 0,0 5 43,0-4 0,9-2-1076,3-6 0,5-4 450,-1-4 1,-1-2-797,5-3 0,0-2 125,5-6 1,-1-1 1083,1-3 0,3-3 0,1-5 0,-1 0 0</inkml:trace>
  <inkml:trace contextRef="#ctx0" brushRef="#br0">8625 5598 8320,'-12'0'1096,"-1"-2"-759,1-2-380,5 3 275,2-5 115,5 6 0,10-4 106,2 0-148,8 0-191,4 4 1,4 0-61,4 0 0,-3 2-16,3 2 0,-5 2-120,2 7 0,-8-1 8,0 0 0,-12 0-181,-1 0 0,-5 1 161,-3-1 1,-5 1 29,-4 4 0,-11-2 162,-4 5 1,-7-4-107,2 4 1,-1-3-40,2 3 1,2-5 126,-2 1 1,9 2 217,6-2 0,7 0-232,6-3 0,1-1-169,3 0 0,8 0 63,9 0 0,7 0-219,5 1 1,3-1 19,5 0 1,-3 0 85,2 0 1,-6 1 64,-1-1 1,-6 4 59,1 0 1,-9 1 219,-6-5 0,-7 0 13,-6 0 0,-1 0 271,-3 1 0,-8-1-168,-9 0 0,-3 2 113,-4 2 1,-4-3-506,-4 4 45,-1-4 127,1-1 0,-1 1-683,0-1 0,2-4 147,3 0 0,2-5-92,5 1 1,2-3-67,3-1 0,2 0 606,6 0 0,0-11 0,0-2 0</inkml:trace>
  <inkml:trace contextRef="#ctx0" brushRef="#br0">9027 5244 7827,'13'-12'191,"-1"5"1,0 3 498,0 8 1,6 4-145,2 8 0,-1 10-3,1 11 1,1 2-131,3 10 0,1-2-216,-1 10 1,-4-4 199,1 4 0,-2 0-135,1 4 0,-2 0-463,-6 0 1,-1-6 222,-3-2-1378,-3-3 1002,-5-6 1,-7 2 243,-5-6 0,-7 2 16,-9-1 0,-5-6-671,-7 6 0,-4-7 765,-5 2 0,-2 2 0,-3-4 0,-3 1 0,0-1 0</inkml:trace>
  <inkml:trace contextRef="#ctx0" brushRef="#br0">10308 5781 7732,'0'-13'0,"0"1"0,0 0-149,0 0 168,0 0 1,4-2 156,0-2-5,1 2 1,-4-3 65,3 4 0,-3-3 82,3 0 0,-2 4-48,-2 4 1,0-1 64,0-3 1,0 4-134,0 0 1,-2 5 38,-2-1 0,2-1-122,-7 1 1,0 0-22,-7 4 0,1 0-51,-6 0 0,5 1 10,-4 3 0,0 1-164,-5 4 0,2 6 115,3-3 1,1 4-86,3 0 0,2-1 25,-2 5 1,8 1 55,3 3 0,4-3-29,1-1 0,6 0-31,2 5 1,5-1-108,8 0 1,-1-3 43,8-1 1,2-4-97,-1 5 1,3-7 69,-3 3 1,3 0-65,-3 0 0,-6 0 159,-7-1 0,-2-2-64,-2 2 0,-6 2 114,-1-2 0,-4 0 127,-1-3 1,-6-1 252,-2 0 1,-4 2-114,-4 2 1,-3-3 184,-5 4 0,-5-5-214,1-4 1,-2 3-4,1-3 1,4 1-17,-4 0 0,9-3-1,3-2 0,4-2-132,1 2-219,5-3-171,2-1 1,11-5 104,7-3 0,8-3-161,8-1 0,5-6 141,-2-2 1,9-7-84,3-2 0,0-5 119,1 2 0,-6 2 33,2 1 1,-8 4-11,0 0 1,-7 6 310,-2 3 1,-1 3 457,-7 0 0,-3 7 34,-5 1 193,-6 4-327,4 1-316,-6 0 1,0 6-56,0 2 1,0 4-11,0 4 1,1-1 33,3 5 0,-2-5-225,2 2 1,-2 0-579,3-1 232,1 1 177,6-5 1,-3-1 174,-1-3 0,-4-3 66,4-5 1,-1-1 54,1-3 1,7-3-80,-3-5 1,3-4 40,-3-1 1,6-6-74,2-1 1,-1 0 22,1-5 0,-1 3 19,2 2 0,0 5-7,-4 3 1,-1 3 4,-4 5-15,0-2 0,-4 10 171,1 0 1,-7 6-59,2 11 0,-2 2 153,-2 5 0,-6 6-64,-2 2 0,1-2-99,-1-1 0,5-4-74,-1 0 0,3-2-112,1-3 0,0-2-14,0-6-116,0-5 0,1-2 70,3-5 0,3-3 126,5-5 0,5-1-210,-1-12 1,0 1 92,-4-4 1,5-5 86,-1 1 1,0-1-29,-4 5 1,1 5 15,-1 3 0,0 8 252,0 3 0,-4 4 359,1 1 1,-7 11-10,2 5 1,-2 10-364,-2 2 0,1 2-290,3-1 0,-3-5 221,4 0 1,0 0 80,-1-8 0,1 0-1062,-1-4-1719,-2 0 1805,3 1 1,-6-8-972,-3-5 1776,-8 0 0,-13-22 0,-6 2 0</inkml:trace>
  <inkml:trace contextRef="#ctx0" brushRef="#br0">10491 5463 7751,'-36'-5'2451,"5"4"-2302,6-10 0,8 9 1755,4-2-817,7 3-431,0 1-420,28 0 1,-1 0 11,20 0 1,8 0-249,4 0 0,12 0-406,-29 0 0,1 0 0,2 0 1,1 0-297,2 0 1,1 0 0,-5 0 0,0 0 116,-1 0 0,-1 0 0,-1 0 0,1 0 585,0 0 0,1 0 0,-1-2 0,1-1 0,0-1 0,-1 1 0</inkml:trace>
  <inkml:trace contextRef="#ctx0" brushRef="#br0">11894 5512 7801,'-5'-12'19,"3"0"0,-3 0 159,5-1 0,0 5 287,0 0 469,-5 5-55,3-7-30,-3 8-359,-1-3-284,0 5 1,-8 5 25,-2 3 1,1 10-26,-5 6 0,-1 2 120,-3 7 1,-5 5-94,1 6 1,-1 5-392,5 4 1,1 1 275,3 3 0,2-3-120,6-5 0,5-6 134,3-2 0,8-4 16,4-5 0,10-2-201,6-6 1,2-3-222,6-1 1,2-10 175,7-2 1,-2-6 112,6-2 1,-2-9-1,2-3 1,-3-13 29,-5 1 1,-2-10-94,-2-3 0,0-2 90,-4-10 1,-1-2-84,-3-10 1,-13 28-1,0 0-4,1-2 1,-1 0-1,-2 0 1,-1-1-125,-1-1 1,0 0-1,-3 1 1,-2 1-22,-1 0 0,0 0 0,-1-24-14,-1 10 1,-5 11 465,-3 10-145,-8 7-51,2 9 0,-9 7-98,3 5 0,-5 5-92,-3 3 0,3 10-323,1 6 1,0 2 266,3 7 1,2 0 143,-1 8 1,1-3 34,-1 3 0,1 2 0,2-1 0,0 0 0,2-1 0,4-1 0</inkml:trace>
  <inkml:trace contextRef="#ctx0" brushRef="#br0">11553 5963 7827,'0'-6'6462,"5"-1"-5920,3 3 1,4 3-286,5-4 1,6 3-51,13-2 0,5 1-442,16-5 0,0 1-585,4-1 0,-2-3-2660,-2 3 3480,-2-3 0,-1-1 0,1 0 0</inkml:trace>
  <inkml:trace contextRef="#ctx0" brushRef="#br0">3282 7573 7893,'6'-5'786,"5"4"1,-4-9-372,5 6 0,4-1-25,1 0 0,4 4 63,0-3 0,6 3-110,1 1 0,2 0 51,-1 0 0,-2 0-111,5 0 0,-5 0-213,2 0 0,-5 4 65,-3 0 1,-4 5-53,-5-1-47,1-2 0,-7 5-164,-2-3 0,-5-1-117,-7 1 0,-3 0 145,-13 4 1,1 4-78,-10 1 0,5-1 139,-5-4 1,7 0 223,2 0 0,2 1-158,10-1 1,-1-4-10,8 0-3,1 0 0,11 4 8,5 1 1,6-3-107,6-1 1,6 1 74,3-1 0,1 0-83,-2-1 0,2 2 88,-6-6 1,5 5 18,-5-1 1,0 3-49,-8 1 1,-4 1-7,-8-1 1,-2 0 202,-6 0 0,-2 0 273,-2 1 0,-4-1 213,-8 0 1,-4 0-284,-9 0 1,3-1-84,-2-3 0,-2 3-192,2-3 0,-1 2-225,5-2 0,-3 1 272,2-5 1,0 5 84,8-5 1,-2 1-632,7-1 0,-3-3-2138,7 4 1597,3-4-489,-1-1-423,17 0 0,3-6 1858,10-2 0,6-8 0,1-3 0</inkml:trace>
  <inkml:trace contextRef="#ctx0" brushRef="#br0">4087 7695 7893,'-12'0'635,"-1"0"0,5 0 2012,0 0-1851,5 0 413,-2 0-524,5 0-235,0 0-192,11 0 0,2 0 1,12 0 280,-1 0-1423,1 0 702,4 0 1,-2 0-339,6 0 0,-6 0-607,2 0 0,-8 0 839,0 0 0,-7 4 288,3 0 0,-4 6 0,0-3 0</inkml:trace>
  <inkml:trace contextRef="#ctx0" brushRef="#br0">4123 7903 7893,'-19'8'0,"3"0"0,8-5 3013,-3 2-1425,10-5-686,-5 5-615,6-3 1,6 3 0,5-5-89,8 0 0,2 0-284,12 0 1,1-1-559,6-3 0,2-3-2271,3-5 2643,3 0 1,0-6 0,8-1 0</inkml:trace>
  <inkml:trace contextRef="#ctx0" brushRef="#br0">4892 7110 7855,'-12'0'0,"-1"0"860,1 0-231,6 0-452,0 0-136,6-6 0,7-2 169,5-8 0,14-4 254,14-9 1,11-7-456,-20 14 1,3-1 0,2-3-1,2-1-332,4-1 1,2-1 0,1-1-1,0 1 147,4-2 1,0 1 0,0-3 0,0 1 63,0-1 1,-1 1-1761,-2-1 0,0 0 1559,8 0 0,-1 0 133,-5 2 1,-1 0 80,5-5 0,-1 0-14,-2 7 0,-1 1 113,-8-2 0,1 0 0,5 7 0,0 2 0,-5-1 0,-1-1 0,0 0 0,-1 0 0</inkml:trace>
  <inkml:trace contextRef="#ctx0" brushRef="#br0">6514 6403 7897,'-6'-6'1234,"2"-2"0,5-3-811,7-1 1,4-3-248,17-5 1,0-2-149,16-10 0,9-6-198,-23 16 0,-1-1 0,3-1 0,1-1 278,0-1 0,1-1 0,-1 2 0,1-1-519,4-3 1,-1 1 0,0 0 0,0-1-216,1-1 1,0-1 0,-4-1 0,0-1 625,2 1 0,-1-1 0,0-5 0,-1 0 0,1 1 0,1-1 0</inkml:trace>
  <inkml:trace contextRef="#ctx0" brushRef="#br0">7234 4866 7991,'-12'0'-310,"5"0"0,-2-1 221,5-4 1146,0 4-416,-2-4 153,5-1 135,-5 5-352,6-10-308,0 4 0,2-1-43,2 0 0,3 4-1,5-4 1,5 5-155,4-1-24,-4 3 1,9 1 137,-6 0 1,6 5 40,-6 3 1,2 4-762,-2 5 1,2 2 307,-6 5 1,-5 0-264,-7 1 0,-2 3 226,-2 1 1,-11-1 26,-5-3 0,-7-2 166,-6-3 0,2 2-25,-6-6 1,2 0-105,-1-4 1047,-3-5-456,14-1-90,-7-6 1,14 0 626,-2 0-663,8 0-15,2 0-395,6 0 354,6-6-80,6 5 35,7-5 1,12 2 0,4-1-490,5-2 0,0 4-940,-3-1 1,4 4 1264,-1 4 0,6 3 0,-2 5 0</inkml:trace>
  <inkml:trace contextRef="#ctx0" brushRef="#br0">5929 7366 7880,'12'-19'318,"0"3"0,-5 2 518,-3 2 0,-1 5-203,1 3 1,-4 3-253,0 1 0,-6 11-153,-6 5 1,-7 12 67,-5 9 1,-1 6 136,-3 10 1,2 3-583,2 5 1,2 0 363,6 0 0,1-6-506,11-2 0,7-10 35,9-6 0,11-3-173,9-10 1,9 1 224,4-13 0,-3-3-124,-2-9 0,1-5 93,-4-3 1,-5-8 51,-11-5 1,-5-3-81,-8-5 1,-5 2 83,-11-5 0,-7 5 179,-14-2 0,-2 5 140,-6 3 1,-3 9 223,-1 8 1,-4 6-176,5 6 0,0 4 311,8 8 0,5 7-396,10-2 1,3 2 46,9-3 1,8-1-2749,9-2 2597,11 2 0,14-4 0,6 5 0</inkml:trace>
  <inkml:trace contextRef="#ctx0" brushRef="#br0">6856 7488 7898,'11'-16'271,"-3"-1"0,-1 1 416,-3 4 1,-3 0-133,3 0 1,-2 3 93,-2 1 1,0 4 358,0-4-303,0 5-597,0-7 1,-2 8 105,-2-2-306,-3 3 1,-6 1 136,-3 0 0,2 0-124,-2 0 1,-2 5 82,2 3 0,0 7-48,3 1 1,3 2 5,1-2 0,0 2-26,5 2 1,5 3-120,7-2 0,3 2-13,1 1 0,6 0-14,2 1 0,7-1 93,2 1 1,-1-1-64,-3 0 0,-5 1 144,0-1 0,-5 1-4,2-1 1,-9-1-76,-4-3 0,-3-1 7,-1-2 1,-1-4 298,-3 3 0,-7-6 109,-5-2 1,-6-5 90,2 1 0,1-3-117,-2-1 1,6 0-6,-1 0 0,3-5-167,0-3 1,7-3-166,2-1 0,4-5-394,4 1 1,4-6 268,8 2 0,8-4 3,9-5 1,2 8 31,2-4 1,1 5 0,2-1 1,-7 5 166,-1 8 0,0-3 294,-4 3 1,-4 3-94,-3 1 0,-6 2 523,1 2-447,-2 0 0,-6 0-101,0 0 0,-6 6-58,3 2 1,-4 3-13,-1 1 1,0 0-185,0 0 0,0 0 31,0 1 1,0-1-246,0 0 1,0-4 170,0 0 0,1-5 39,3 1-113,3-3 0,5-6 70,1-3 1,3-4 91,0-5 1,4-2 17,-3-5 0,3-2 21,-4-2 0,5 1-27,-5-6 0,0 6 15,-4-1 1,-1 7-6,-3 5 1,-1 3 30,-3 0 449,-3 7 0,5 1-202,-6 10 1,0 1-135,0 7 1,-4 4 7,0 3 0,0 2 134,4-2 1,-4 2-275,0-6-1,0 5-248,4-5 0,0 0 227,0-4 82,5 1-1149,-4-7 774,10 0 0,-5-12-42,2-2 0,-2-4 47,-1-4 0,0 1 117,3-5 0,2 1 35,-6-2 0,5 1 28,-1 8 1,-2-3 121,-2 7 1,3 2 149,1 2 1,-2 3 170,3 1 1,-3 7-197,2 5 0,3 1 74,-3 8 1,3-1-123,1 4 0,-1-3-178,-3-1 1,3-5-126,-3 1 0,3-2-409,1-2 1,-3-1 180,-1-3 292,-6-3 0,4-6-2752,-6-3 2906,0-3 0,-11-10 0,-3-2 0</inkml:trace>
  <inkml:trace contextRef="#ctx0" brushRef="#br0">7124 7183 8635,'-24'0'1817,"5"0"-2187,1 0 1,13 1 403,5 3-2,11-2 0,13 3-132,9-5 0,3 0 0,5 0 0,4 0-187,8 0 0,1 0-1917,3 0 2204,2 0 0,-3 0 0,5 0 0</inkml:trace>
  <inkml:trace contextRef="#ctx0" brushRef="#br0">8149 7232 8009,'-8'-2'1773,"0"-2"-1655,5 3 325,-8-4 1,6 6 668,-3 3 0,-3 3-243,3 5 0,-2 11-381,2 6 1,-3 4-52,3 4 0,3 5-209,1 3 0,2-2-166,2 2 0,6-6 164,2 2 0,8-9 0,4-3 0,8-5-224,0-4 0,6-2-7,-2-6 0,2-5-94,-1-3 0,2-8 38,-2-4 0,-4-8-25,0-5 1,-5-6-58,-3-1 0,0-10-191,-4 1 1,-3-12 220,-5 1 1,-3-8 108,-2 3 1,-2-9-1047,2 1 0,-4 4 391,-4 8 1,-3 7 537,-5 10 0,-6 7-64,-2 9 0,-3 8 258,-2 4 1,0 4-119,-4 4 0,2 8-128,-5 8 0,4 3 44,0 2 1,6 3 280,2 1 1,5 5-1261,-1-2-1,2 5-597,2 3 1599,5-2 1,-4 10 0,5-5 0</inkml:trace>
  <inkml:trace contextRef="#ctx0" brushRef="#br0">8088 7634 7961,'12'0'2695,"0"-1"-1941,1-3 0,4 1-176,4-5 1,3 1-290,4-1 0,8-3-359,4 3 0,5-1 248,-4 1 0,4-2 184,-5 6-362,1 0 0,-5-2 0,1 0 0</inkml:trace>
  <inkml:trace contextRef="#ctx0" brushRef="#br0">4282 8903 7867,'7'-13'385,"-2"1"156,-5 0 0,-4 0-179,0 0 0,0-1 92,4 1 1,0 4 283,0 0-237,0 5-54,5-8-120,-3 10-164,3-4 0,-10 5 10,-3 0 0,-3 1-128,-1 3 1,-5 4 134,1 8 0,-7 3 32,-1 6 0,3 5-191,-3 2 1,3-2 51,1-2 1,7 2-7,4-1 1,7 3-81,-2-3 0,9-1-128,7-3 0,6-1 198,6 0 1,6-3 32,3-1 0,-1-5-575,5 1 1,-5-2 16,5-2 0,-2 0 177,-6 0 0,-2 0 67,-7 1 1,-2-5 190,-6 0 1,-5-4 25,-3 4 227,-3-5 1,-12 6-200,-5-5 0,-6 4-55,-2-3 0,-2 3 357,-2-4 1,2 0-38,-3-4 0,5 0-96,4 0 1,2 0-102,6 0 0,5-2-64,3-2 1,4 0-47,4-8 0,6 1-182,10-9 0,6 4 171,10-5 1,6 1 33,3-4 1,3-1-361,0 1 1,1 1 311,0 3 0,-6 2 293,-2 6 0,-9 1-104,-3 3 1,-3 1 64,-2 3 1,-5 3 31,-3-4 1,-3 5 7,-5 5 0,1-3-3,-5 6 0,0 5-75,-4 3 1,0 4 216,0-4 1,-5 5-313,-3-5 1,2 4-154,2-3 1,2-1 67,-3-4 0,4 0 183,-3 0-232,8-5 0,4-1-196,9-6 1,0-6 132,3-2 1,5-8 108,-1-4 1,1-8-388,3 0 1,-2-2-13,-2 2 0,1 1 221,-1-6 1,-4 6 70,1-1 1,-6 7-52,1 5 0,-3 2 190,0 2 0,-5 5 238,0 3 1,-4 3-206,4 1 1,-5 7-55,1 5 1,-1 6 476,1 6 1,-3 0-55,3 1 0,-3-5-411,-1 0 0,0-3-156,0 3-325,0-5 461,6 2 0,-3-10 29,5-3 1,-4-4-110,4-4 0,0-4-186,4-8 1,0-3-540,1-5 1,-1-1 52,0 1 0,0 1 595,0 2 0,1 4-46,-1 5 0,-4 1 497,0 3-212,0 2 0,4 12 41,1 2 1,-5 8-115,0 4 1,-4-1-20,4 2 0,-4-5 53,4 4 0,-5-4-396,1 5 0,-3-10-1082,-1 1 1048,0-3 1,-5 2-434,-3-3 0,-10-2 830,-6-6 0,-6-11 0,-7-3 0</inkml:trace>
  <inkml:trace contextRef="#ctx0" brushRef="#br0">4721 8842 7867,'-24'-19'2165,"1"-2"-1549,2 9 0,5-3-268,8 7 0,2 1-69,6-1 0,7 4 51,5-4 1,13 0-360,11-4 1,8-1-49,9 1 0,-2 0-759,6 0 0,4 0 747,4 0 0,-30 5 0,-1 1-719,31-6 0,-30 8 0,1 0 320,-1 0 1,-1 0 487,32-4 0,-30 2 0,0 0 0,32-7 0</inkml:trace>
  <inkml:trace contextRef="#ctx0" brushRef="#br0">6173 8537 7871,'-12'0'0,"-1"0"0,5 0 662,0 0 0,-1 1 947,-8 3 0,2 3-696,-5 5 0,5 6-426,-1 2 0,-2 4 6,2 5 1,0 8-118,4 7 0,5 4-119,3 0 1,2 1-18,2 0 1,0 0-28,0 0 1,10-6-230,2-2 0,10-9-75,2-3 1,2-9-7,6-4 1,1-4 48,4-4 0,-5-3 101,1-10 1,-5-3-293,5-8 0,-6-4-359,1-9 1,-6-2 374,-2-5 0,-5-8 109,1-5 0,-3-5-1068,-5-7 1,-1-2 669,-5 28 1,0 0 0,-1-30 139,1 29 1,0-1 0,-2-31-5,-4 3 1,-3 11 573,-5 14 0,0 11-36,0 5 0,-1 13 76,1 3 0,-4 5-295,0 3 1,-6 10-56,2 2 0,1 12-162,-2 0-275,6 9 209,-2-2 188,5 0-1888,5 10 1188,-4-8 852,10 9 0,-5-5 0,6 4 0,0 1 0,0-3 0,0-3 0</inkml:trace>
  <inkml:trace contextRef="#ctx0" brushRef="#br0">5978 9012 7806,'-13'-5'1920,"1"-2"0,1-1-1264,3 0-449,3 5-52,5-2 1,0 3 22,0-2-63,11-2 0,8-7-314,13 1 1,9-1 202,4-4 0,3 4-1414,5-3 1,-3 2 1409,3 2 0,-3-6 0,-1-1 0</inkml:trace>
  <inkml:trace contextRef="#ctx0" brushRef="#br0">7027 8732 7880,'-12'0'0,"-5"0"1548,1 0 0,4-4 129,4 0-383,5 0-1011,-2 4 1,10 0-267,3 0 0,10-4 224,6 0 1,1-5-28,3 5 1,3 0-415,2 4 1,-3 0-552,-2 0 0,-6 0-3085,-2 0 3836,-5 0 0,3 0 0,-6 0 0</inkml:trace>
  <inkml:trace contextRef="#ctx0" brushRef="#br0">6990 8842 8939,'-19'13'2384,"6"3"-1577,4-7 1,7 1-336,-2 3 0,9-5-82,7 0 0,7-1-463,10 1 0,3-3-410,9-5 1,1 0 268,3 0-9,2-5 0,-3-2 1,4-5-1</inkml:trace>
  <inkml:trace contextRef="#ctx0" brushRef="#br0">8198 8268 7771,'-6'-6'474,"5"-5"796,-3 3-241,3-3-321,1-1 255,0-1-196,0 7-113,0-5-451,5 9 1,-2-7-173,5 5-99,-5 0 1,6 5-51,-5 3 1,2-1 119,-2 5 1,-3 0-119,3 4 0,-3 1-230,-1-1 1,0 4-345,0 0 1,0 6 30,0-2 0,-1-1-1154,-3 2 1813,3-1 0,-10 4 0,4 1 0</inkml:trace>
  <inkml:trace contextRef="#ctx0" brushRef="#br0">7746 8683 7822,'-10'-1'3025,"2"-3"-2152,2 2-613,6-9 1,1 10-44,4-3 1,7 1-43,8-1 0,4 2-55,5-7 0,6 5-16,6-4 0,5 4-190,-1-4 1,2 5 116,2-1 1,-2-1-177,-2 1 1,0-2-366,-9 2 0,2 3-517,-9-3 0,-2 1-1070,-7-1 2097,-2 3 0,-1-10 0,2 4 0</inkml:trace>
  <inkml:trace contextRef="#ctx0" brushRef="#br0">8198 8720 7822,'-6'12'614,"5"-5"127,-4-2 0,10-1-435,3 0 1,3 2-122,1-2 0,5-3-79,-1 3 1,5 3 43,0 1 1,-4 1-275,0 0 0,-1 3-35,-4 0 1,2 0-59,-10 4 0,0-2 214,-4-2 0,-7 4-11,-5 1 0,-10 3 188,-6-4 1,-6 5 199,1-5 1,3-4 478,2-4 0,2-1 58,2 1 602,5 3-1195,1-10 1,13 5-366,5-6 0,11 0 68,9 0 1,4-2-131,5-2 0,6-2-1313,6-7 1,-1 3 753,-3 1 0,-2-1 668,-2 1 0,2-1 0,-4-3 0</inkml:trace>
  <inkml:trace contextRef="#ctx0" brushRef="#br0">6088 10110 8139,'-12'0'277,"-1"0"0,1 0-310,0 0 0,4 1 603,0 3 1,0 3-217,-5 5 1,-2 10 26,3 2 1,-3 14-35,7 3 0,-3 6 142,-1 6 1,5 2-448,3 1 1,3-1 182,1-7 1,3-4-285,5-4 0,1-6 29,12-1 1,-1-11 55,4-2 0,2-5 86,3-3 0,2-5-23,5-3 1,-4-12 45,-4-5 0,-1-8-8,2-4 1,-8-10-153,4-10 0,-9-3 114,0-5 0,-2-3-177,-2-5 0,-5-5-190,-5 32 1,0-1 0,-1-3 0,-1-1 162,0-2 0,0 0 0,0 1 0,0 0 60,0-1 1,0 1-1,0-29-85,0 4 0,-4 19 170,0 13 1,-1 7 119,1 6 0,1 8-579,-5 8 404,0 3-3,-5 6 312,1 7-629,5 7 34,-3 11 0,4 2-119,-2 9 0,-1-6-120,4 6-805,1 0 843,4 2 1,0 0-130,0-2 487,0-3 0,-5 4 0,-2-5 1</inkml:trace>
  <inkml:trace contextRef="#ctx0" brushRef="#br0">6002 10342 7754,'-12'6'712,"0"0"-610,5-6 210,2 0 0,6 0 503,3 0 0,8-1-617,9-4 1,2 4-353,1-3 0,5-1-106,-1 1 0,6-5-476,-1 5 0,-4-4-306,0 4 570,-3-5 187,-2 7 285,-5-8 0,4 8 0,-4-3 0</inkml:trace>
  <inkml:trace contextRef="#ctx0" brushRef="#br0">6966 10195 7805,'12'0'2779,"1"0"-2456,-1 0 0,0 0-282,0 0 1,2 0 0,1 0 35,1 0 1,6 0-226,-2 0 0,3 0-802,1 0 1,-1 0 551,-2 0 1,0 0 172,-4 0 225,-1 0 0,-4-5 0,0-2 0</inkml:trace>
  <inkml:trace contextRef="#ctx0" brushRef="#br0">7088 10317 7805,'-19'19'0,"2"-2"1585,4-9 0,2-2 204,3-1-833,3-4-788,5 10 0,3-10-175,5 3 1,7-2-119,13-2 0,5-2-343,7-2 1,8-3-1377,5-5 0,0-4 1844,-5 0 0,12-12 0,2 3 0</inkml:trace>
  <inkml:trace contextRef="#ctx0" brushRef="#br0">8540 9939 7704,'-7'-12'0,"-4"-4"173,3 0 0,3-5 302,1 5 1,2-2 111,2 2 1,-4 1-202,0-5 0,0 5 108,4-1 0,-4 6-125,0 2 0,-2 4-154,2-4 1,-2 5-63,-7-1 0,1 3-89,0 1 0,-4 5 70,0 3 1,-5 7-134,5 1 0,-4 6-110,3-2 1,1-1 68,4 2 0,4-1-288,0 4 0,5 4 97,-1-4 1,4 3-47,4-7 0,4 3 134,8 2 1,-1-2 16,6-3 1,-1 3 36,4-2 0,1-4-9,-1-1 1,0 2 94,1-2 1,-2 5-63,-3-5 0,-2 2 154,-6-2 0,-1-3 87,-3 4 0,-3-4 93,-5-1 1,-1 1-101,-3-1 0,-4 0 42,-8 0 0,-3-4-51,-6 0 1,1-1 116,-1 1 0,1-1-245,0-3 1,-1-3 78,1 4 1,5-4-160,3-1 1,2-4-100,2 0 0,5-2-122,3 2 0,4-2 114,4-7 1,4 0-49,8-4 0,9 3 48,7-7 0,4 5-103,0-4 1,1 1 77,-1-2 1,1 0-10,0 4 0,-2-3 621,-3 4 1,-2 0-52,-5 3 0,-6 1 103,-3 0 0,-3 1-21,0 3-324,-7-3 1,1 10 413,-3-3 368,-2 2-892,3 2 1,-5 6 59,0 2 0,0 7-186,0 1 0,0 2-81,0-2 1,0-2-78,0 2 0,5-3 149,4 0 0,0-1 54,-1 0 1,3-4-101,-3 0 0,3-5-155,1 1 1,0-4 338,1-4 0,3-3-19,0-5 0,4-6 21,-3-2 0,3-3-42,-4-1 0,1-5-35,-5 1 30,5-6 0,-3 8 190,2-2-77,-2 2 1,-2 7-47,0 3 1,-4 3 55,0 5-108,-5 3 0,7 6 15,-6 3 1,1 4 205,-1 9 0,-2 2-85,2 5 0,-3 0-100,-1 1 0,0-1-61,0 1 0,0-5-314,0 0 222,0-5 42,0 3 139,0-11-77,5-2 1,-2-12-216,5-5 1,-1-2-50,1-6 0,3-3-62,-3-1 0,-1-6 222,1 10 1,-4-3 31,4 10 1,-4 0-91,4 9 76,-5 0 0,7 10 326,-6 7 0,0 4-160,-4 8 0,0 0 151,0 4 0,4-3-240,0 2 0,4-2-320,-4-2 0,6-5-16,-2-3 1,-1-3-874,1-5 370,-6 3 367,4-10 1,-8-2 491,-2-12 0,-8-4 0,-7-8 0</inkml:trace>
  <inkml:trace contextRef="#ctx0" brushRef="#br0">8723 9647 7728,'-19'-6'1377,"-3"5"-1068,6-3 1,5 1 1241,7-1-1309,3 3 1,7-5-547,7 6 0,7 0 238,12 0 1,2 0 123,11 0 1,4-1-721,4-3 0,6 1 289,2-5 1,0 0 0,6-4 0</inkml:trace>
  <inkml:trace contextRef="#ctx0" brushRef="#br0">9772 9500 15328,'5'7'843,"2"-2"-465,5-5 0,6 0-163,2 0 1,-1 0 0,2 0 0,-1-1-1317,4-3 1,1 1 54,-1-5 1,-1 1-593,-2-1 0,0-1 506,-5 5 1132,1-6 0,0 3 0,2-5 0</inkml:trace>
  <inkml:trace contextRef="#ctx0" brushRef="#br0">10199 9305 7765,'0'-7'2750,"0"1"-1004,0 1-1245,0 4 0,-1-4-75,-3 5 0,2 5-139,-2 3 1,3 9-100,1 3 0,0 3-400,0 1 0,0-1-507,0-2 0,4 2-52,0-3 1,4 3 770,-4 1 0,11 6 0,-1 1 0</inkml:trace>
  <inkml:trace contextRef="#ctx0" brushRef="#br0">10833 9342 7737,'0'-13'302,"0"1"0,0 0 1254,0 0-413,0 5 15,0-4-882,0 10 0,-6 6-58,-7 12 1,-2 15 146,-9 9 1,1 12-158,-10 8 0,20-29 0,-1 1-272,0 1 0,0 1 1,1 3-1,0 0 135,1-2 0,0 1 0,2-1 0,1 0-49,0-2 1,1 1 0,-4 27-286,4-1 1,3-3-201,5-9 1,5 1-548,3-9 0,9-2 523,3-6 0,2-5-688,-2-8 0,4-3 381,1-9 1,-1-3 793,5-5 0,0 2 0,0-4 0,-2-3 0,-1-2 0</inkml:trace>
  <inkml:trace contextRef="#ctx0" brushRef="#br0">11248 9159 7759,'7'-7'2063,"-7"2"-1744,-7 5 1,-1 9 244,0 3 1,1 9-356,-1-1 1,-2 4-304,6 5 0,0 1-18,4 2 0,0 3-178,0-2 0,0 2-271,0 2 0,0-1 561,0 1 0,-5-1 0,-2 1 0</inkml:trace>
  <inkml:trace contextRef="#ctx0" brushRef="#br0">10931 9830 7806,'-18'0'2073,"5"-6"0,-4 3-844,9-5-775,3 6 1,6-4 2,3 6 0,9-4-217,7 0 0,8-4-35,5 4 1,3-6-212,5 2 0,2-1-297,6 1 0,0-3-1011,0 3 1,-6 1 722,-2-1 0,-5 4 591,-3-5 0,-3 7 0,-6-4 0</inkml:trace>
  <inkml:trace contextRef="#ctx0" brushRef="#br0">11163 9878 9414,'17'7'-375,"4"-3"1,3-3 641,4-1 1,2 5-57,3-1 0,1 5-196,-6-1 1,-5-1-6,-7 1 0,-3 2-2,-5 6 0,-4-1 153,-8 5 0,-6-4 180,-10 5 1,0-2-65,-9 1 1,3 2 48,2-6 0,4 0 371,-1-4 1,11 1 174,-3-1-693,9 0 24,-1-5 0,16 4-913,2-10 431,12 4 250,4-5 1,3-5 212,4-3-20,6-3 1,-5-3-1026,-1-2 1,0 3 860,-8-4 0,6-7 0,-3-2 0</inkml:trace>
  <inkml:trace contextRef="#ctx0" brushRef="#br0">11980 9195 7737,'12'0'983,"6"2"-737,2 2 0,3 8-197,2 8 1,-2 14 712,-3 7 0,2 10 1065,-6 6 0,0 10-1755,-9-31 0,-2 1 0,-1 1 0,-1 1 471,0 2 1,-2-1-942,1 0 0,-2-1 315,-2-2 0,-2-1 79,-3 1 0,-3-1 0,-2 1 0,-2-1-262,-8 1 1,-4 0 0,1 0 0,-3-1-946,-5 1 0,-3-1 1211,0-2 0,-2 0 0,-5 2 0,-1 0 0,0-2 0,-1 1 0,-1 1 0</inkml:trace>
  <inkml:trace contextRef="#ctx0" brushRef="#br0">14490 3150 7891,'6'-12'0,"-4"-1"0,7 1 0,-5 1-439,4 3 1,2-3 203,6 2 1,2 0 479,3 0-52,2-2 0,-3 9 150,4-7 0,1 5-150,0-4 0,0 5 128,0-1 1,-2 3-225,-2 1 1,1 1-32,-6 3 0,1 3 24,-5 6 1,-5 0 54,-3 4 1,-2 2 102,-2 6-97,0 0-23,-6 5 0,-5 2 97,-5 5 1,-8 6-57,-1 2 0,1 3-242,-5 2 1,2 5 257,3 3 0,-1 1 25,0-1 1,6-3-61,2-5 10,3 0-25,2-1 1,1 1-149,3-1 1,2 0-97,6-4 1,2 2 23,2-6 0,4 6 84,8-1 0,0-2-69,4 1 1,1-4 28,4 5 0,0-5-127,-1 5 1,1-5 152,0 5 0,-6-5-48,-2 4 1,-5 1-125,-3 4-409,-4-1 546,-5 1 0,-3 5-5,-5 3 1,-6 4 51,3-29 0,-3 0 0,0 0 0,-2 0 41,0 0 1,-1 0 0,-1 3 0,-1 0 34,-1-3 0,-2 0 0,1 0 1,0 0 125,-2 0 0,0 0 0,0 0 1,-1 0-108,4-2 1,-1 0-1,-2 6 1,1-1 10,1-3 0,0 1 0,-2 3 1,1 0-542,1-2 0,0 0 589,3 2 1,0-1 23,-12 28 0,18-29 0,1 0 112,-10 27 1,5-3-122,7-5 0,4-3-152,5-1 1,7 3 30,5 1 0,7 1-197,10-1 0,3-3-242,5 3-892,0 2 1204,6-5 5,-21-21 1,0 1-1,22 21-63,-23-23 0,0 0-6,17 18 1,0 12-258,-1-5 339,-6 5 1,0 3 65,-6 0 182,-6 6 1,-10-34 0,-2 2-210,-2 3 1,-1 1 0,-1 0 0,-1 1 64,-1 2 0,-2 1 0,0 1 0,-1 1 200,-1-1 0,-2 1-118,2 2 1,-2 0-835,-6 1 1,-2 1 777,4 3 1,-1 0 0,-2 2 0,-1-1 39,1 2 1,0 0-1,-1-3 1,1 1 218,-1 6 0,1 0-198,-1-4 0,1 0 1,1 8-1,1 0 14,0-4 0,0 0 0,4 1 1,1 1-32,-2-1 0,1 2 1,4 3-1,0 1-72,1-19 0,-1 1 0,1-1 0,0 19 0,1 1-87,0-20 0,0 1 0,0-1 1,0 17-1,1-1 116,1-2 1,0 0-1,1 2 1,1 0-169,2-2 1,1 0 0,-1 2 0,0 1 29,0-1 0,0 0 1,1-2-1,0 1-54,1 1 0,1 0 0,-3-1 0,0 0-125,0-1 1,0 0-1,1-7 1,-1-1 19,-2-2 0,0-1 0,0-5 0,-1-1-137,1-1 1,0-1 0,0-3 0,-1 0-199,1-5 1,0 0 0,7 26-1851,-2-12 2415,7-5 0,-5-8 0,6-3 0,2-4 0,3-3 0</inkml:trace>
  <inkml:trace contextRef="#ctx0" brushRef="#br0">17232 3150 7918,'0'-31'184,"-4"-4"0,0 7 0,1 4 854,1 2-801,2 6 0,6-6 247,2 6-163,3-1-124,2 5 1,3 0-40,1-1 0,3 2 353,-3 3-347,5 2-69,-3 6 1,8 2 56,1 2 1,-1 8-201,2 9 47,-3 8-78,-7 8 1,2 9-37,-9 7-676,-2 4 742,-10-1-1319,0 5 1296,-11-5 1,-4 5 84,-14-3 0,1-4-187,-5-9 1,0-2 265,-4-6 1,1-9 238,3-4 1,2-11 390,7-1 1,4-8-3,4 1 1,3-5-435,5-5 1,3-2 526,5-5 1,11-4-630,5-1 1,10 0 243,3 5 0,9 4-196,-5 0 0,5 5-414,-5-1 0,2 4-551,-2 4 1,1-1-1192,-5 5 1,-1 1 248,-7 8 1675,2-3 0,-4 9 0,6-4 0</inkml:trace>
  <inkml:trace contextRef="#ctx0" brushRef="#br0">4156 11807 8306,'8'-12'-449,"0"-1"1,-3-3 527,3-1 0,-4 1 1084,4 3-712,-5 1-96,2-1 1,-5 1 486,0 0-388,0-1 93,0 1-323,0 5-21,0-4 1,-1 10 69,-3-4 1,1 4-91,-5 1 1,0 6-186,-5 2 1,-5 6 199,-2 6 1,0 2 38,0 11 1,-1 2-70,-4 6 0,2 3 17,2 6 1,-1-5 110,5 1 1,1 2-286,4 2 1,-1 3 181,1-3 0,5-5 139,3 5-365,2-3 178,2-3 1,6-1 56,2-6 1,3-4-14,2 0 1,6-9 123,6 0 0,5-7-117,7-1 1,0-3-27,1-5 0,-1-2-59,0-6 0,0-6-161,1-2 1,-3-9 179,-2-3 0,2-9-143,-6-4 1,0-5-60,-4-3 1,-1-3-335,1-6 1,-5-6-673,-4-6 0,-2-6 839,-7 31 0,-2 0 0,-1 0 0,-1-1 107,0 1 1,-2 0 0,0-2-1,0 0 112,-1-1 1,0 1 0,-1 0 0,0 1 140,-1 2 1,0 2 0,-1-23-291,-5 12 0,4 6-44,-4 6 1,-1 8 307,-3 9 1,0 6 471,-1 2 1,1 5-874,-1-1 1,5 8 123,0 4 0,0 9-385,-5 3 0,5 13-403,0 5 0,-1 3-353,-3 0 1,4 8 438,-1 4 884,-4 12 0,-3-6 0,6-24 0,0 1 0,-1-1 0,0 1 0,-1 1 0,0-1 0</inkml:trace>
  <inkml:trace contextRef="#ctx0" brushRef="#br0">4032 12154 8278,'-7'-12'608,"3"-1"0,2 5 43,2 0 1,2 5-556,2-1 1,8-1-476,9 0 0,4-3 93,4 4 0,2 0-522,7 4 808,4 0 0,-3-6 0,4-1 0</inkml:trace>
  <inkml:trace contextRef="#ctx0" brushRef="#br0">5260 12092 8313,'-11'-23'0,"3"2"0,4 5 514,2 2 0,2 1 771,0 1 0,2 4-777,2 0 1,3 3-242,5-3 1,6 4 6,3-4 0,2 5 0,2-1 0,4-2-697,0 2 363,5 0 1,-6 4-280,5 0 1,-6 1-578,2 4 1,-7-3-614,-1 7 1,-6-1 1528,2 4 0,-9 6 0,-2 1 0</inkml:trace>
  <inkml:trace contextRef="#ctx0" brushRef="#br0">5248 12266 8313,'-18'12'873,"4"-1"-1,-3-2-462,9 2 1,3-9-102,5 7 0,1-7-293,3 3 1,10 0-35,11-1 0,6 0-5,11-4 0,7 0-337,9 0 1,4-1 28,4-3 1,3-3 0,-31 1 0,-1 0 0</inkml:trace>
  <inkml:trace contextRef="#ctx0" brushRef="#br0">6414 11844 8420,'0'-30'0,"5"8"257,4-3 0,-3 7 439,3-3 0,-1 8-156,4 0 0,1 1-34,-1 4 0,1 1-374,-1-2 0,2 7 109,2-2 0,-1 2-302,6 2 0,-4 0-33,3 0 0,0 4-37,0 0 0,2 6 178,-5-2 1,-1 3-53,-3 2 0,-2-4-180,-3 4 1,-2-3-333,-6 6 0,-6-2 369,-2-2 0,-10 1 67,-7-1 0,-1 2 242,-7 2 0,0-2-72,-4 3 0,5-4 94,3 0 0,7-5-104,1 0 0,10 1-18,-1 3 1,8 0 25,0 1 0,8-1-290,4 1 0,10-1 79,7 0 1,1 5 125,7 0 0,-3-1-13,7-4 1,-2 5-89,6 0 1,-8-1-133,-4-4 0,-2 5 183,-3 0 0,-6 3-9,-5-3 0,-2 1 161,-7-2 1,-6-2 258,-6 3 1,-10-4-288,-7 0 0,-1 3-42,-7 1 1,-4-1 788,-4-3 1,-1-1-318,5 1 1,5-5-640,3 0 0,5-4 51,3 4 478,3-5-962,6 3 1,10-6-1076,6 0 0,17-2 1056,8-2 0,7-8 585,5-9 0,3-8 0,6-2 0</inkml:trace>
  <inkml:trace contextRef="#ctx0" brushRef="#br0">7121 12055 8420,'7'-5'-13,"-2"2"87,-5-5 2,-5 5 1,-3-3 922,-9 6 1,-2 7-344,-6 6 1,1 0-35,4 8 1,-2 1-370,5 7 0,2-3-226,7 3 0,2-3 85,6-1 1,3 0-199,5 0 1,6-6 52,11-2 0,1-4 187,3 0 0,3-6-273,5-3 1,-4-4 23,0-4 1,-5-7-37,1-6 0,-9-1 73,-3 2 1,-3-5 71,-2-8 1,-5 3-73,-3-3 0,-5-3-184,-8-1 1,0-1 101,-12 1 0,4 4 64,-3 8 1,-1 3-144,-4 6 1,6 5 75,2 3 0,4 2-412,0 2 1,2 6-17,3 2 1,2 3-179,6 1 0,0 1 126,0-1 1,7 1 622,6-1 0,5 0 0,7 1 0</inkml:trace>
  <inkml:trace contextRef="#ctx0" brushRef="#br0">7543 11720 8420,'7'-12'-993,"-3"-1"2002,3 7-293,-6-6-213,5 11 0,-8-4-185,-2 5 0,3 5-34,-4 3 1,3 3-295,-2 2 1,2-1 139,-2 1 0,4-1-115,4 0 0,-1-3 142,5-1 1,2-5-199,6 1 1,-2-3-72,3-1 0,-3-1 29,-2-3 1,-1-3 73,-3-6 1,2 0-13,-6-4 1,0-1-73,-4-2 1,-1-3 129,-3 7 0,-3-1-46,-6 5 0,-5 1-48,-2 3 1,-2 2-13,1 6 0,2 2-140,2 2 0,8 4-273,-4 9 1,8-2-91,-4 5 0,7-2 572,-3 7 0,10-3 0,1 8 0</inkml:trace>
  <inkml:trace contextRef="#ctx0" brushRef="#br0">8535 12192 8528,'0'-17'116,"0"0"415,0 2 1,0 6 462,0 0-239,0 7-622,0-4 0,-5 12 139,-4 2 0,-6 10 35,-1 7 0,-5 1 27,4 7 0,-3 0-1,3 4 1,6-1-87,7-3 0,3-1-155,1-3 0,1-7-75,3 3 0,3-9 88,6 1 0,3-8-103,1 0 1,1-7 86,-2 2 0,2-8 37,3-4 1,1-4-154,-6-5 1,1-2-197,-5-6 1,-4-5 80,1-3 1,-6 1-186,1-1 1,-3 1-80,-1-1 0,0-1 120,0 5 1,0 0 316,0 4 0,-1 6-186,-3 2-185,2 3 356,-3 2 0,10 5 266,3 3 1,3-2-143,2 2 1,3 0 56,1 4 1,5 0 2,-1 0 0,1 6-137,-2 2 1,4 0 51,-3 5 1,1-4-60,-2 8 0,-2-2 21,-5 1 0,-2 4-13,-3 5 0,2-2 13,-6-2 0,0 2 14,-4-2 1,0 1 52,0-2 664,0-2 306,0-5 41,-6-6 0,5-3-476,-3-8 0,2-5-484,2-7 0,2-1 21,2-8 1,0 3 53,8-7 1,-1-2-500,10-2 0,0 1-732,4-1 0,5-6-1068,3-6 1,1 4 969,0 3 1,0 8-664,-5 9 1,0 3 855,-4 6 0,1 5-797,3 3 1663,-3 3 0,15 1 0,-2 0 0</inkml:trace>
  <inkml:trace contextRef="#ctx0" brushRef="#br0">10346 11906 8347,'0'-19'0,"0"1"373,0 6-248,0 5 774,0 1 1,0 26 0,0 7-115,0 9 0,-4 7-336,0 10 1,-4-2-499,4 3 1,-2-2-77,2 2 1,3 3-310,-3 5 0,2-4-55,2-1 1,-1-1-531,-3-3 1,2 0 236,-2-12 0,3-2 285,1-10 0,1-2-80,3-10 0,3-6 577,6-7 0,-1-3 0,0-1 0</inkml:trace>
  <inkml:trace contextRef="#ctx0" brushRef="#br0">10930 12055 8398,'-5'-12'237,"1"-1"1,-1 1 1063,1-1-147,2 1-287,-9 5-657,10-4 1,-5 11-20,6 0 0,0 3-139,0 9 1,0 3 42,0 10 0,2 0-126,2 0 1,3 1 170,5 3 0,1-1-177,-1 5 0,5-4 72,-1 4 1,2 0-30,-1 4 0,-4 0 328,4 0 1,-3-4-197,-2 0 0,-5-5-73,-3 1 1,2 0 9,-2-4 1,0 1-119,-4-10 0,-2 1 107,-2-5 0,2-5-158,-7-3 1,1 2-330,-4-2 1,-5 0 194,1-4 0,-2-1-393,1-3 0,-1 1 239,-3-5 0,-1-2-2013,6-7 2395,-1 4 0,5-16 0,0 3 0</inkml:trace>
  <inkml:trace contextRef="#ctx0" brushRef="#br0">10992 12080 8394,'12'-6'0,"0"-1"137,1-5 79,-1 0 1,5-1 113,-1 1 0,10 4-16,-1-1 0,3 2-291,-3-1 0,5-1 103,3 4 1,3 0-141,1 1 0,-1 2-187,-3-2 0,3 3-260,-3 1 0,-3 0 205,-1 0 0,-4 0-139,-4 0 1,-3 0-64,-6 0 106,0 0 1089,-5 0-482,-1 0-331,-6 0 258,0 0 395,-6 0 1,5 1 121,-3 3-487,-3-2 0,6 5-62,-4-3 0,4-1-168,1 5 1,-4 0 67,0 4 0,-2 1 68,2-1 1,1 6 62,-5 3 1,1 4-88,-1 4 0,-6 1-7,6 3 1,-6 7 84,6-3 0,-2 7 36,2-2 1,2-1-119,6-4 0,0-1-139,0-3 1,10-4 320,2-8 0,9-1-97,0-7 1,2 1-92,2-10 0,0 0-16,0-4 1,-5-6-2,1-2 0,-6-9 47,2-3 1,-3-9 32,-2-4 0,-1-3-330,-3-1 1,-2-6-496,-6-2 1,0 0 20,0 0 0,-6 1 261,-2-2 0,-4 5 281,-5 8 1,3 3-89,-2 5 1,2 6-59,2 2 1,-1 7-105,1 2 0,3 5-247,1-1 0,5 4 80,-1 4 532,3 3 0,1 6 0,0-1 0</inkml:trace>
  <inkml:trace contextRef="#ctx0" brushRef="#br0">12083 11869 8392,'0'7'3759,"0"-2"-3262,0 1 1,6-5-173,2 3 0,10 2 49,7-2 0,5 0 178,7-4 1,-1-4-331,-3 0 0,2-10-244,-6 2 1,-2-9-117,-6 0 0,-3-3 202,-6-5 1,-3 1-1033,-1-5 0,-5 6-209,1-2 1,-8 2-2022,-5 3 3198,-7 4 0,-9-3 0,-7 4 0</inkml:trace>
  <inkml:trace contextRef="#ctx0" brushRef="#br0">18572 3361 8216,'-6'-12'302,"-1"6"667,-5 6 0,4 8-844,-1 13-77,7 0 1,-5 19 169,3-3 0,2 8 45,-2 1 1,3 2-412,1 2 20,0-1 1,5 0-56,3-4 1,-1-1 148,2-3 0,-2-3-218,1-1 1,1-7 139,-4-9 1,-1-3 200,-4-6-86,5-5 1,-5-4-28,0-11 0,-5-9 118,-8-16 0,5-7 224,0-14 1,5-8-505,1 28 0,0-2 0,1-5 0,2-1 182,1-1 1,0-1 0,1-2 0,1-1-76,2 1 0,0 1 0,1 0 0,0 2 21,1 3 0,1 1 0,6-28 62,5 13 1,1 14-44,4 7 0,0 11-61,0 5 0,-1 9 50,1 4 1,0 2 137,0 2 0,-2 7 43,-2 6 0,-3 5-81,-6 6 1,-5 7 350,-3 2 1,-2 4-439,-2 4 0,-7 1-4,-6 7 1,0-6-57,-8 7 1,6-8 111,-2 4 1,3-13-268,2-4 1,5-9-1007,3-7 679,3-6 0,7-4 198,7-12 0,6-10 45,10-14 0,-1-8 162,5-5 1,0-6-113,4-2 1,0 0 394,1 5 0,-5 6 39,0 6 0,-10 5-56,2 7 1,-9 7-167,1 6 0,-7 5 852,-2 7 0,-5 1-352,1 3 0,-4 10 207,-4 11 0,-3 1-235,-6 7 0,1 2 133,0 6 1,1-6-369,2 2 1,0-10-198,5-2 0,-1-1 174,5-8 0,0-3 28,0-5 0,2-5-292,2 1 0,-1-6 26,5-6 0,0-6 34,5-11 0,-1-5 39,0-3 1,-5-3-151,-3-1 1,-2 0 205,-2 0 0,0 6 3,0 6 0,-4 6-259,0 7-450,-6 5 244,3 1 0,0 16 178,3 2 0,3 10-537,1 3 0,1 0-64,3 4 854,9-3 0,6-1 0,6 0 0</inkml:trace>
  <inkml:trace contextRef="#ctx0" brushRef="#br0">19812 3051 8266,'7'-32'0,"-3"2"842,-8 5-400,-3 6 1,-9 6-130,-1 9 0,-5 3-74,1 1 1,-2 0-35,-2 0 1,0 5 47,1 4 1,-5 3 52,0 5 1,0-2-132,4 6 0,0-1-195,0 5 0,6 0 38,3 0 0,7-1-247,5 1 1,3 0 29,1 0 0,2 0-182,7-1 0,0 1 229,12 0 0,0 0 67,4 0 0,1-5-67,3 1 1,-3-6-150,3 2 0,-3 1 126,-1-2 0,-2 2 96,-2-1 1,-3-4 115,-6 4 0,-5-3-18,-3-2 1,-5 5 157,-7-1 1,-2 1-162,-11-5 1,-1 5-22,-7-1 0,-1-3-106,-3-5 0,-2-4 119,7 4 0,-3-5-243,2 1 1,7-8-85,-3-4 0,9-9-129,-1-3 1,9-4 135,4-1 1,8-8-110,4 0 1,10-5 196,7 4 0,1 3 224,7-2 0,0 5 0,5-1 0,-1 3 24,0 1 1,0 0-18,0 1 0,2-1 106,2 0 0,-7 2 151,-1 2 1,-7 2 4,-6 2 1,-2 5 398,-5-1 259,-1 1-274,-5 10-469,-1-3 0,-12 6 81,-2 3 0,-5 3-142,-3 6 0,-2 5 36,-3 2 1,-1 4-75,6 1 0,-5-1 45,4 1 1,1 0-127,3 0 1,2-2-38,3-2 0,3 1 82,5-6 1,0 2 29,0-1 0,5-3-57,3 2 1,9-2-258,4-2 0,4-3 120,3-1 1,0-1 115,5 1 1,-4 2-117,4-6 1,-5 6-126,1-2 0,-5 3 210,-3 1 0,-3 1-65,-6-1 44,-5 0 1,-1 5 86,-6 0 1,-7-1 154,-5-4 1,-2 1-89,-7-1 0,0-1 91,-3-2 1,-1 0-65,0-5 0,4 0 146,1-4 1,4 0-107,0 0 0,8-5-67,4-3 0,4-9-385,4-3 0,8-5 145,9-4 0,8 0 9,4-8 0,3 2 25,1-6 1,1 8-9,4 4 1,-8 3 82,3 1 0,-8 6-15,0 2 0,-8 5 85,-4 3 1,-4 4-91,0 5 0,-6 3 217,-3 5 1,-3 1-72,-1 12 1,-5 1 46,-4 7 1,-2 1-81,-1 4 1,4 0 18,-1-5 1,3 0-91,-3-4 1,4-5 2,5 1 0,0-6-408,0 2 1,1-9 189,3-4 1,-1-3-549,5-1 1,1-1 329,3-3 0,5-10-557,-1-11 996,1 1 0,1-12 0,1 4 0</inkml:trace>
  <inkml:trace contextRef="#ctx0" brushRef="#br0">20296 3138 8154,'-5'-7'0,"-2"1"0,-6 6 479,1-5-106,0 4-349,5-5 0,2 6-66,10 0 0,3-7 51,8-5 0,9-2 0,8-7 0,0 1-487,5-5 0,-8-4 129,7 0 1,-2-6-4,2 2 1,0-7 214,0-1 0,-5 0 10,-3 4 1,-4 3 112,-5 1 1,-2 13 467,-5 3-46,-6 3 0,-2 14-225,-5 0 0,-5 17 368,-4 12 0,-3 16-204,-5 9 1,-2 7-169,7-29 0,-1 2 1,1 2-1,0 1-200,-1 2 1,1 0 0,2 2 0,0 0 160,2-4 1,0 0 0,1 1-1,1 0-8,-2 28 1,3-4-161,5-4 0,1-7-235,3-1 0,7-12 185,6-9 1,5-5 103,-2-8 0,3-5-90,-3-11 1,4-11-300,-4-5 1,-2-12 162,-1-5 1,-5-7 116,-4-1 0,-2-6-36,-6 1 0,-1 4 12,-4 0 0,3 5 594,-7 4 1,1 4-371,-4 8 1,-1 5 120,1 8 0,4-2-33,-1 6-225,7 0 0,-8 5 88,6 3 1,0-1 38,4 5 1,5-5-206,4 1 1,2 2-310,1-2 0,6 0 104,3-4 1,3-6 76,5-2 0,-1-9 83,5-3 1,-4-4 66,4 0 1,-1-5 91,1 0 1,1-6-120,-5 2 1,-1-3 20,-8-1 1,2-4 157,-5-1 1,-2 7 199,-7 6 1,2 8 650,-6 4-383,0 4-260,-4 6 1,-9 12-123,-4 12 0,-11 16-31,-1 8 1,-3 14-48,15-22 0,1 1 0,0-1 0,1 1-161,0 3 0,1 0 1,1 1-1,0-1 106,3-2 1,0 0-1,-5 34-158,6-33 0,2-2 1,-2 26-437,10-3 0,3-11 342,8-9 1,9-7-10,8-9 0,5-4 256,3-9 0,0-11-9,9-13 0,-6-12-186,-17 7 1,0-3 0,17-23 83,-19 18 0,-1 0 0,16-26 57,-20 24 1,-2 0-1,12-23-11,-9-4 1,-5 13 181,-8 7 1,-2 8 28,-6 9 0,-1 5 33,-4 8 1,-7 8-182,-9 8 1,-2 13-161,-2 3 0,0 10 322,1-1 0,4 1-141,4-1 0,2 2-60,1-7 1,7 1-781,1-4 1,5-4 796,5 0 0,1-6 0,7 3 0</inkml:trace>
  <inkml:trace contextRef="#ctx0" brushRef="#br0">18237 4589 8221,'0'-13'0,"-10"1"355,-2 0 1,-3-1-51,2 1 0,1 5 122,-1 3 0,0-2-130,-4 2 1,3 0-105,-2 4-82,2 0 1,1 0-158,1 0 1,0 6 108,-1 2 0,1 4-42,-1 5 1,2-2-8,3 6 0,-2-1-218,6 5 0,0 4-3,4 0 1,2 0-102,2-4 1,4-2 49,9-2 1,-2 2-21,5-2 1,2-3 186,7-2 0,2 2-12,2-1 0,3 1 84,-3-2 1,1-2-35,-1 3 1,0-2 153,-8 1 0,1-2-46,-9 3 0,-6 0 198,-7 0 0,-3 5-60,-1-1 1,-6-2 142,-7 2 0,-5-1-132,-7 5 1,-1-1-103,-3-4 0,3-2-24,-3-5 1,4-2-22,5-3 0,-2 2-251,5-6 8,0 0 0,11-10-407,1-2 0,11-9 128,6-3 0,6-5-178,7-4 1,8-1 138,0-3 1,10-3 503,-6 3 0,3-2 0,-3 2 0,-3 3 0,-1 5 0,-7 2 0,-1 2 0,-6 4-82,-7 9 57,1 3 249,-6 5 1,-2 7 221,-5 5 1,-1 6-58,-3 7 1,-2 0-98,-2-1 1,1 1-118,3 0 1,2-2-56,-2-2 1,4-2-1,4-2 0,3-7-13,6 2 0,-1-4-25,1 0 1,-1-2-13,0-6 1,1-1-132,-1-4 0,1-1 149,-1-7 0,-5-1-22,-3-2 1,-4-3-421,-4-6 1,-4 4 142,-9 0 1,-1-2 4,-3-2 0,-2-1 107,2 9 0,2 1 7,-2 4 0,10 5 64,-1 2 13,2-1 0,5 4-271,5-2 1,7-1 133,9 0 1,3-6 70,6-1 0,1-5 97,3-3 1,2-8-47,2 3 0,3-9-5,-3-3 1,1 0 83,-1-5 0,-4-2-193,-8-1 1,-3-4 302,-6 0 0,-1-1 152,-2 1 1,-4 10-84,-5 6 1,0 7 672,0 5-210,0 3-532,0 11 1,-1 5-39,-3 10 0,-3 12 18,-6 18 0,1 10 9,-1 10 0,5 8-209,4-31 1,0 0-1,1 34 10,1-34 0,0 0 1,2 34 24,2-33 0,0-1 0,6 32-228,9-5 1,-2-5 79,6-4 1,-1-7 118,5-5 1,0-8-144,0-4 1,-4-10-259,-1-6 0,0-8 258,0-9 1,2-5 250,-5-12 1,-1-5 31,-3-11 0,-1-5-104,1 1 1,-2-3 192,-3 7 0,2-1 282,-6 14 0,0-3-23,-4 11-280,0-1-52,0 10-98,0 2 0,1 15-5,3 2 1,-2 13 6,2 0 1,-1 6 40,1-2 0,-2 4-176,7-4 0,-1 3-6,4-7 1,1 1-126,-1-10 0,1 4 150,-1-8 1,0 2 28,1-10 0,-1 0 62,1-4 0,-1-9-17,1-4 0,-5-9 26,0-3 0,0-1-64,5-7 1,-6 7 145,-3 1 0,-1 3-81,1 10 1,-3-4 35,3 8-41,-2 3 1,-1-1 5,3 6 1,-3 10-68,4 2 0,0 7-137,-1-2 0,6 5-120,-2-1 1,3 1 91,2-2 0,0 2 241,4-5 0,2 0 0,6-5 0</inkml:trace>
  <inkml:trace contextRef="#ctx0" brushRef="#br0">19651 4514 8258,'-25'0'-9,"5"0"1127,-1 0-448,11-5-1615,-6 4 486,14-5 1,-2 6 510,8 0 1,5-5-73,7-4 1,5-6-123,8-1 0,1-6-12,3 1 0,2-3 0,-6 0 0,5-3-153,-1-1 1,-3 0-485,-1-5 680,-2-6 0,-8 1 0,-1-5 1</inkml:trace>
  <inkml:trace contextRef="#ctx0" brushRef="#br0">19961 4031 7891,'-12'11'-787,"-2"4"656,-3 14 0,2 5 131,-5 12 0,4 8 165,8-20 0,0 2 1,-1-1-1,1 1 57,2 5 1,0 1 0,-2-1 0,1-1-107,2 2 1,2-1 0,-2 2-1,0 0-1,1-2 0,0 0 1,0-3-1,2-1-215,2 33 1,1-7-87,4-5 1,7-4-79,9-9 0,2-3 61,2-9 0,-2-8-134,-2-9 1,7-8 149,-4-3 1,3-15 49,-7-7 0,4-14-59,-4-6 0,2-13 62,-1 0 0,-3-2 89,-6 2 0,-1 6 19,-2 3 1,0 4 512,-4 4 1,-1 8-287,-4 8 400,0 4-540,0 6 0,0 2-38,0 10 0,0 6 20,0 5 1,0 6 26,0-1 1,0 2-277,0 2 0,0-1-56,0-4 0,4-2-91,0-5 0,6-1 353,-2 0 0,3-5 0,1-1 0</inkml:trace>
  <inkml:trace contextRef="#ctx0" brushRef="#br0">20147 4576 8286,'-12'-12'98,"1"0"-36,3-1 0,-2 5 134,6 0-239,0 5 72,4-3 0,5 6-155,3 0 1,9-1 80,4-3 1,2 3 41,2-4 0,0 4-71,0 1 0,1 6-8,3 2 1,-3 4 0,3 5 1,-3 2-21,-1 6 1,-6 4 68,-2 0 0,-4 7-15,0 1 1,-6 0 127,-3 4 0,-3-6-4,-1-2 1,0-6 102,0 2 1,0-4 97,0-4 266,0-3-158,0-6-93,6-5 1,-5-3-153,3-8 1,2-7 23,-2-6 1,0-9-100,-4 1 0,0-8 97,0 0 0,0-4-234,0-4 0,-5 2-2,-4-2 0,0 8 98,0 4 1,0 7-11,5 1 1,-5 10 15,5-1-454,0 2 285,4 3 1,6-2 21,2 4 0,8 0 82,5 1 1,2 2-17,2-2 1,1-1-34,3 1 0,-1-1-10,5 5 1,-5 6 74,1 2 0,1 9 19,-1 3 0,-2 9 262,-6 4 0,1 7-91,-5 2 1,-5 0-113,-4 0 1,-5-5-39,1 0 0,-2-1-3,-2-7 0,-2 0 130,-2-4 0,1-7 128,-5-6 1,4-1-88,-4-7 1,5-1 89,-1-7 1,2-4-160,2-9 0,0-4-21,0-8 0,6-8-373,2-8 0,5-1 47,3-3 1,-1 7 44,6-3 0,-6 6 94,2 6 1,-5 8 33,-4 9 0,3 3-2,-2 5 0,-2 3 13,1 5 1,-5 7 202,1 5 0,-3 11-58,-1 10 0,0 5-69,0 3 0,0-2 11,0 2 1,0-4-138,0-4 0,6 0-63,2-8 1,3 1-193,1-9 1,1-2 242,-1-7 0,2-2 1,2-6 1,2-3-481,3-5 1,2-6 188,-2-11 1,-2-5 51,2-3 1,-4-3 229,3-1 0,-4-5 229,0 1 1,1 0-99,-5 3 1,3 7 162,-7 2 0,2 4 184,-2 4 267,3 9-256,-4 6 1,6 9-121,-1 5 1,-4 6 124,1 11 0,0 1-43,8 3 1,-5 4-23,1 9 0,0-4-33,0 4 1,-5-3 106,5 3 0,-4-8-173,4 3 1,-7-6 25,-1 2 0,-5-10-391,-5 2 1,-3-8 130,-8-1 0,-2-3-524,-3-5 0,-2-3 79,2-5 0,-2 0-141,-2 0 0,4-5 229,0-3 373,12-9 0,-13-2 0,8-6 0</inkml:trace>
  <inkml:trace contextRef="#ctx0" brushRef="#br0">16723 6313 8208,'-25'-57'0,"6"4"776,3 7 0,7 9 1051,5 8-708,-3 3-848,6 6 1,-3 9 0,6 13-526,3 9 1,8 12 343,0 10 1,3 10 126,1 7 0,-3 6-208,2 10 1,-2-2-484,-2 2 1,1-7 74,-1-1 0,1-6 200,-1 2 0,-5-3-43,-3-1 1,-1-8 165,1-4 1,-3-12 53,3-10 73,-2-7 0,-2-5 324,0-8 1,1-10-195,3-11 1,5-11 212,7-9 0,-1-5-1120,6-4 0,0 3 403,4-2 1,1 7-178,3 5 1,-2 8 275,6 4 1,-5 14 81,1 6 1,-4 8-228,-5 5 0,2 9 112,-5 7 0,-2 9 498,-7 4 1,2 7 797,-6 2 0,-5 6-493,-8 1 1,-2-3-340,-1 3 1,-6-3-207,-3-1 0,-6-2-195,-2-6 1,0-1-166,4-3 0,-4-7 414,0-5 1,4-7-138,5-2 0,0-5-317,0-7 0,2 0 399,5 0 0,7 0 0,0 0 0</inkml:trace>
  <inkml:trace contextRef="#ctx0" brushRef="#br0">17319 6796 8220,'-7'0'-444,"-4"0"763,9 6-364,-3 1-42,5 0 0,7-2 412,5-5 1,6 0 629,7 0 1,5-1-670,3-3 0,5-7-145,3-6 1,-3-3-116,4 3 0,-5-5-266,-4 1 1,-3 2 2,-5-2 1,-7 1 223,-5-5 1,-2 0-15,-7 0 0,-1 2 89,-8 2 1,-3 3 287,-8 6 1,-5 5-120,-8 3 0,-3 4-156,-5 4 0,0 10 198,0 11 0,5 1-118,3 7 1,4 4-211,4 4 0,5 2 203,8-2 0,4 2-37,8 3 1,4-2-649,8-3 1,8-4-858,5 0 0,11-5 901,1-7 1,6-3-1077,3-5 1569,-1-6 0,5-7 0,0-3 0,-2-6 0,-1-8 0</inkml:trace>
  <inkml:trace contextRef="#ctx0" brushRef="#br0">18125 6486 8220,'-25'-12'332,"0"5"1,1 2-389,-1 5 1,-1 1-54,-3 3 0,7 7 839,-3 6 1,4 5-138,0-2 0,4 8-342,4 1 1,6 5-95,3-1 1,4 5-119,4 3 1,9-2-83,7 2 1,5-7-193,4-1 0,8-5 182,9 1 0,3-7 106,5-1 1,7-10-420,5 1 0,-31-9 1,0-2 124,31 3 1,5-4-160,-5-4 1,-1-8 133,-7-9 0,-5-2 6,-7-2 1,-5-4 212,-8 0 1,-4-7 0,-8-1 0,-5-6-103,-7-6 1,-4 0-17,-5 4 0,-1 4 571,-3 8 1,-5 8 185,-7 8 1,-5 9-203,-8 4 1,-2 9-116,-7 8 0,1 5 7,0 6 1,0 3-166,0 2 1,5 2-87,3 6 0,8-3 174,5-1 0,6-2 47,2 2 1,6-2-512,2-7 0,3 1-269,10 0 0,-2-10 434,9-2 1,1-9 86,4 0 0,0-4-151,-1-4 1,3-4 153,1-9 1,-1-6 226,2-6 1,-5-2-137,-3 2 0,-3 2 16,-6-6 0,1 1-83,-1-1 0,-1 4-196,-2 8 1,-4 3 658,-5 6-318,0 5 123,0 2-138,-5 21 1,2-1-16,-5 14 0,5 3-37,-1 1 0,2 3 35,2 1 1,2-4-114,2 0 1,3-4-200,5 4 1,2-7 15,2-1 0,0-5 135,4-8 1,1-1 153,4-3 1,-5-2-110,1-6 0,0-6-11,4-2 1,-2-7-4,-2-2 1,2-6 15,-2-2 0,-3-1-120,-2-7 1,-2 0-200,-2-5 1,1 5 184,-1 0 0,-1 7 69,-2 1 0,0 6 799,-5 7-347,0 5-287,-4 1-82,0 23 0,-4-1 64,0 17 0,-1 0 70,1 5 0,2-2 138,-2-3 0,4 1-365,4-5 1,-1 4 91,5-4 0,0-6-119,5-6 1,1-3 67,2-2 1,-2-5 38,3-3 1,2-4-44,1-4 0,3-4-36,-3-9 1,4 2 25,-4-6 1,0-5 14,0-7 1,-5 0-699,2-4 0,-3-2 2,-2-6 0,-1-3 494,-3 2 0,2 10-196,-6 7-84,0 9 513,-4 7 1,-1 13 468,-3 9 1,1 7-214,-5 9 0,1 1 210,-1 3 0,-2 1-1121,6 3 285,0 3 251,4-10 0,1 9-870,3-6 1,-2 0 109,2-4-269,3-1 1131,0-4 0,5 3 0,0-4 0</inkml:trace>
  <inkml:trace contextRef="#ctx0" brushRef="#br0">20135 6462 8220,'7'-25'294,"-2"6"198,-5 2 0,-5 3-149,-4 2 1,-2 5-96,-1 3 1,0 4 30,-1 4 1,1 3-117,-1 5 1,1 5-129,0-1 0,1 6 201,2-1 1,4 8 12,5 4 0,0 4-307,0 5 0,5 3 0,4 9 0,2-6-278,1 6 0,0-5 53,1 9 0,3-10-16,1 2 1,-1-9 126,-3 1 1,-2-5 147,-3-4 0,2-8-45,-6-9 1,-5-3-28,-8-5 1,-7-2 238,-5-6 0,-4-6 363,-4-2 0,2-9-328,-6-3 1,5-5 74,-1-4 0,8 3-311,5-3 1,4 0 72,3 4 1,4-1 42,5 9 0,5 1-27,4 3 1,8 2-28,8 3 0,7 3 80,9 5 1,3 0 204,6 0 1,1 0-313,3 0-1409,2 0 1487,6 0 0,-1-5-351,-3 1 139,-3-5-1,0 2-929,-9-6 1091,7 1 1,-19-5-40,-1 1 0,-7-6-9,-6 1 1,-7-8 71,-9-4-29,-3-3-46,-6-1 1,-5 4 230,-10 0 37,-7 5-226,-10 4 0,-1 11 718,-4 9 57,-2 3-566,-6 12 68,6 2-105,-4 18 1,11 6-13,0 8 0,9 5 202,7 4 0,6 4-909,-1 8 1,3-1-854,9-30 1,0 0 1404,1 0 0,1 0 0,1 2 0,2 1 0,-1-1 0,0 0 0,0 0 0,0 0 0,0 1 0,0-1 0,0 0 0,0 0 0</inkml:trace>
  <inkml:trace contextRef="#ctx0" brushRef="#br0">15867 8682 8114,'13'-38'0,"0"1"0,4 1 0,4 3 0,-2 3 1126,2 5 1,-5 5-802,5-1 0,-6 0-782,1-4 0,-3 5 842,-5-1-65,-2 6-247,-6-3 0,-2 7-113,-2 3 1,-8 2 601,-9 6 1,-8 10-94,-4 2 0,-4 13-227,-5 0 1,4 7 25,-3-4 1,3 7-173,5-2 0,4 1-65,9 0 1,3-4-307,9-5 1,2 4 213,6 0 1,7-1 92,6-3 1,10 0-486,10 0 1,3-2 85,1-2 1,0 2 47,1-2 1,-3-3 127,-1-1 1,-4 0 41,-5 0 1,-6 4 69,-3-5 1,-3 1 130,-5-5 0,-2 1-150,-6-1 0,-3 0 10,-5 1 0,-6-2 735,-11-3 0,-5-1-74,-3-3 1,1-3-229,-1 4 0,5-4-107,-1-1 1,7-1-188,2-4 0,9-3-141,-2-8 1,9-4-324,0-4 1,9-3 280,8-2 1,6-1 156,10-3 0,3 1-723,5 3 1,2 7 267,2-2 1,-2 7 476,2 0 0,-3 5-92,0 4 1,-5 1 109,0 3 0,-6 2 74,2-2 0,-7 8 93,-1 5 1,-6 3-51,2 5 1,-5-2-106,-3 5 1,0 0 130,-5 0 1,0 2-60,-4-5 1,0 4-41,0-5 1,0 1 66,0-5-91,-5 0 0,4-3-83,-4-1 1,5-5-129,5 1 0,3-10 188,8-6 0,4-6-6,4-7 1,5 0-569,0 1 1,0-3-86,-4-1 1,0 1 220,0-2 1,-2 3 140,-2 1 1,-3 2 20,-6 2 0,-4 5 378,1 8 819,-7-3-856,4 9 0,-7 2-118,-4 8 0,-1 9 427,-7 4 0,1 2 574,-1 2 0,1 4-619,0 0 1,1-2-143,2-6 1,2 1-444,3-5 1,3-1 76,-3-4 0,4 0-163,4-4 251,-3-3 0,10-5 36,-2 0 1,3-7-384,4-5 1,-2-2-357,3-6 0,1-3 36,-2-5 1,5 0 237,-5-5 1,5 5 292,-4-1 1,2 5 27,-7 3 0,8 4 150,-8 9-225,3 3 1,-2 6-34,-1 3 1,0 4 1139,1 9 0,-1 2-35,1 6 1,3 0-774,1 0-156,-1-1 187,2-4 1,-3 2-834,6-6 0,-6-1-374,2-6-138,-3 2 1227,-2-10 0,-11 5 0,-2-6 0</inkml:trace>
  <inkml:trace contextRef="#ctx0" brushRef="#br0">15966 8372 8158,'-13'-13'396,"2"1"0,16 4-285,3-1-73,14 6 0,7-8-220,17 3-115,5-3 14,-15 5 1,1 0-1,0 0 1,2-1 210,4 1 1,1 0-1,2 0 1,0 0-955,1-1 1,1 1 1025,1 3 0,0-1 0,1-1 0,-1-1 0,1 3 0,-1-1 0</inkml:trace>
  <inkml:trace contextRef="#ctx0" brushRef="#br0">17753 8248 8095,'0'-24'2060,"0"3"-1048,0 9-1100,0 1 265,0 10 1,-1-3-250,-4 8 0,-2 4 165,-5 8 0,-2 4 310,-2 5 0,-4 6-152,-4 6 0,3 8-15,0 8 0,6 2 100,-1 3 1,3 2 431,5-7 1,2 0-501,6-8 1,7 2 85,6-6-667,5-5 300,12 0 0,6-11-9,5 0 1,6-7-62,-2-10 1,4-3 149,0-5 0,1-1 33,0-3 0,-5-10-589,1-11 0,-8-1 93,-1-7 1,-5-3 16,-7-9 1,-6-1-163,-2-8 0,-9-2-229,-4-2 1,-4-5 434,-1 28 1,-2-1 0,-5-28-3,0 28 1,-1 1-1,-10-28 35,-6 5 1,0 11 65,0 14 0,-1 8 561,-3 13 0,-2 5-177,-7 3 1,3 12-134,2 5 1,2 7-58,6 1 0,2 4 91,2 4 1,-1 2-50,6 7 0,2 2 0,4-1 0,1 1 0,0 2 0</inkml:trace>
  <inkml:trace contextRef="#ctx0" brushRef="#br0">17629 8620 8093,'-7'-20'486,"1"8"1,8 6 1483,2 6 0,10 0-1906,11 0 0,2 0-75,10 0 1,3 2-996,10 2 0,1-3 93,3 3 640,-3-2 1,4 3-1,-6 2 1</inkml:trace>
  <inkml:trace contextRef="#ctx0" brushRef="#br0">19118 8558 8084,'-5'-20'1991,"1"4"-1989,0 8-187,4 2 0,6 6-25,2 0 1,4 0 79,5 0 1,-2 4-102,6 0 1,1 5-15,7-5 0,-3 5-1117,3 0 1362,-3 2 0,-1 1 0,0 0 0</inkml:trace>
  <inkml:trace contextRef="#ctx0" brushRef="#br0">19105 8781 8084,'-25'0'0,"6"0"1946,3 0-494,2 0-935,7 0 0,3 0-229,8 0 1,14 4-1022,11 0 1,8 0-260,8-4 1,8 0 991,13 0 0,-29-2 0,0-1 0,4-1 0,0 1 0</inkml:trace>
  <inkml:trace contextRef="#ctx0" brushRef="#br0">20309 8372 8050,'0'-43'0,"0"6"0,5 5 680,3 7-464,-2 0 0,5 6-748,-3 3 44,-2 2 387,-1 7 1,-6 1 152,-3 6 1,-7 6 230,-6 2 1,-5 3-276,1 2 0,-2-1-66,-2 0 0,6 5 599,2-1 1,1 6-135,3-1 1,0 3-455,8 0 0,1 5 120,4 0 0,2 6 78,2-2 0,8 3-290,9 1 0,2-4-409,2 0 1,4-5 340,0 0 0,0 1-40,-4-4 0,-6 3 202,-2-8 0,-4 0 86,0 0 1,-6-4 270,-3 0 0,-8-4-150,-5-3 1,-11 2 240,-5-3 0,-12-2-91,-1-2 1,-3-3-59,0-1 1,2 0-74,-2 0 0,8 0 41,4 0 1,4-5 28,4-4-311,9-2 1,8-5-562,8-1 1,14-1 364,11 2 0,9 1-91,4-6 1,14 6 60,2-2 1,6-1-194,-2 2 1,0-2 270,0 1 1,-3 4-55,-5-4 0,-2 0 352,-11 5 0,-5-3 175,-7 7 1,-8-2 909,-5 2-618,-2-3-195,-7 9 1,-4-3-37,-11 5 0,-1 5-100,-7 4 0,-4 2 232,0 1 0,0 5-197,0-1 0,6 2-166,2-1 1,1-4-120,6 4 0,1-2-147,4 2 0,2-8 90,2 4 0,7-4-40,5 4 0,11-6 97,-3-3 0,9-4 27,1-4 1,1-3-55,3-6 0,-1-3-109,0-1 0,-5-3-86,-3 3 0,-3-5-83,-1 1 1,-2-2 67,-2-2 0,-3-4 150,-6 0 0,-4 2 252,1 6 0,-7 3-55,3 6-322,-4-1 326,-1 1 0,-1 6 322,-4 6 1,-1 2-82,-7 6 0,5 4 34,0 5 0,-1 5-93,-3-1 1,4 2-77,-1 2 1,7-5-263,-2 1 1,2-4 16,2 3 1,0-4-97,0 0 0,0-6 169,0-2 0,6-5 26,2 1 0,3-3-233,1-1 0,6-5-99,3-4 0,-2-3-227,2-4 1,0-1 184,3-8 1,1 3-81,0-7 0,4 3 215,0 1 1,0 5 262,-4-1 0,-2 10-225,-2-2 1,-2 9-58,-2 0 1,-4 4 721,4 4 1,-3 7-117,-2 6 0,-1 4-171,-3-5 0,3 5-88,-2-5 0,0 5-879,0-5 0,0 5 28,-5-4 0,1-1-972,-5-3 1684,-6-6 0,-12 4 0,-8-5 0</inkml:trace>
  <inkml:trace contextRef="#ctx0" brushRef="#br0">20619 8049 8112,'-32'-5'-595,"7"-1"3003,9-2-1366,7 2 1,5 6-1108,8 0 1,10 6 94,11 2 0,5-1-450,8 1 1,10-4 333,6 5 1,9-5-827,3 4 912,-30-4 0,0 0 0,33 3 0,-32-4 0,0 0 0</inkml:trace>
  <inkml:trace contextRef="#ctx0" brushRef="#br0">22269 8099 8121,'-2'-6'255,"-2"6"1,1 7 55,-5 10 0,0 7 121,-5 10 0,5 3-161,0 4 0,1 3 41,-1 6 1,-2-1-1753,6 1 1433,0 0 1,4-6 122,0-3 0,0-2 204,0-2 1,5-1-1245,4-3 1,2 1-86,1-5 1,2-1 1008,2-8 0,4-2 0,5-5 0</inkml:trace>
  <inkml:trace contextRef="#ctx0" brushRef="#br0">22864 8086 8071,'-30'-12'0,"4"0"0,-3-1 0,3 6 380,1 3 0,0 3 421,0 1 0,4 0-566,1 0 1,5 1-3,-2 3 1,3 3-27,2 6 1,4-1-145,-1 0 0,7 2-220,-3 3 0,4-2 240,1 5 0,0 5 64,0 4 1,7 6-169,5-2 0,1 4-75,3 4 0,4-1 201,0 6 1,2-5-25,-1 5 1,2-2-3,-2 1 0,-3-2 49,-1-6 1,-5 0 109,-4 0 0,-2-5-131,-6-3 1,0-3 8,0-1 1,-7-6-138,-6-2 0,-4-7 104,-8-2 1,-1-5-160,-3 1 0,-3-8 103,-5-5 1,5-2-93,3-1 0,3-6 38,1-3 1,6-4 27,2-3 1,9 0 10,4-5 1,4 4-12,4-4 1,8 5-338,9-1 1,8 3-151,4 1 1,7 1 81,1-1 0,6 4 93,-1 0 0,1 6 172,-2-1 0,2-2 7,-6 1 1,1 1 46,-5 3 1,-5 1-117,-3 0 0,-9 3-149,-3 1 1184,-3 5-361,-8-2 1,-1 5-106,-10 0 1,-3 7-116,-8 5 1,-4 3 6,-5 10 1,-3-2-31,-1 11 1,0-6-14,4 6 1,7-3-63,6 2 1,0 2 1,8-6 0,2 0-235,6-5 1,8-4-54,9-4 1,8-2 38,4-2 0,8-5 122,5-3 0,2-9-49,2-7 0,-2-6-66,-3-7 0,-2 0 85,-6 0 0,-9-1-20,-3-3 1,-10-3 26,-3-5 1,-5-1-318,-7-4 0,-7 2-176,-5-5 1,-6 9 190,-7-1 1,-5 13 101,-3 4 0,1 6 144,-1 6 1,0 2 9,-4 6 1,6 4-145,6 0 1,7 6-178,10-2 0,-1 5-680,4 3 1040,7-2 0,5 9 0,5-3 0</inkml:trace>
  <inkml:trace contextRef="#ctx0" brushRef="#br0">23509 8024 8107,'-5'-7'0,"-3"3"995,2-3-289,-5 6 0,4 1-220,-5 8-249,-1 9-29,6-3 0,-2 9-259,5-2 1,-1-3-81,5-2 1,6 2-76,2-1 0,9-1 214,3-3 1,7-7 114,6-1 0,0-5-330,8-5 0,-5-1-16,1-7 0,-8-3 83,4-1 0,-11-4 90,-5 5 1,-9-6 39,-4 1 0,-4 2-24,-4-2 0,-8 7 2,-9 2 1,-8 1 16,-4 7 1,-1 0-12,0 4 0,0 5-255,5 3 1,4 4-83,5 0 1,6 0-49,1 1 1,2 3 108,7 1 1,0 1 301,4-2 0,6-2 0,1 4 0</inkml:trace>
  <inkml:trace contextRef="#ctx0" brushRef="#br0">23832 8558 7962,'-25'0'0,"6"-6"1769,2-2-1119,3 2 0,2 1 279,0 5-448,5 0-587,1 0-26,23 0 0,-1 0-127,17 0 1,2-6 306,6-2 0,3 1 166,6-1 1,0 1-2547,-1-1 2332,-5-3 0,5-2 0,-5-6 0</inkml:trace>
  <inkml:trace contextRef="#ctx0" brushRef="#br0">24713 8186 7982,'0'-18'229,"-4"4"427,-1-3-411,-4 9 1,6 3 129,-5 5 1,4 0 259,-5 0-439,1 11 1,-6-2 28,-2 12 0,1 5 0,-6 7 0,0 3 240,-4 1 1,6 6-58,3 2 0,2 2-212,1-1 0,7 1 57,1-6 0,4 0-28,1-4 0,7-3-176,5-1 1,8-7-221,9-1 1,-1-2 171,10-6 1,-4-6 133,8-7 1,2-3-266,1-1 0,-1-11-164,2-5 1,-6-7 95,1-1 1,-8-5 140,-4 0 1,-8-7-403,-5-1 0,-3-6 139,-5-7 1,-3-5-202,-5-3 0,-1-2 338,-3-2 1,-3 5-8,-5 4 1,-2 11-11,-3 5 0,-2 14 338,-6 2 1,0 7-17,1 6 1,-1 2-127,0 6 0,4 7-524,1 6 0,4 0 84,0 8 0,2 0-73,2 4 0,3 5 80,1 3 437,5 3 0,-6-2 0,5 3 0,0 3 0</inkml:trace>
  <inkml:trace contextRef="#ctx0" brushRef="#br0">24626 8558 7982,'-19'-6'2296,"2"-1"-1774,9-5 1,-2 4 1194,6-1-1163,0 7 1,4-5-253,0 2 0,5 4-154,4-3 1,7 3-100,5 1 0,9 0-797,7 0 1,6 0-272,7 0 1,-1 0-263,1 0 1,-2-5 617,-2 1 0,-4-4 663,-4 4 0,-1-11 0,0 1 0</inkml:trace>
  <inkml:trace contextRef="#ctx0" brushRef="#br0">25445 7727 7996,'11'13'1102,"5"4"0,1 9-504,-1 11 0,2 6-251,-1 7 0,-1 6 34,-3 6 0,3 6-1134,-7-31 0,-1 0 800,0 0 0,0 1 0,-2-1 0,-1 0 103,0 0 1,-1 0 0,5 32 121,-5-3 0,1-4-666,-5-4 1,-6-4-333,-2-8 1,-5-1-421,-3-8 1,-9 3 486,-8-7 0,-10-4 659,-6-4 0,-1 0 0,-7-5 0,-2 4 0,-4 1 0</inkml:trace>
  <inkml:trace contextRef="#ctx0" brushRef="#br0">22231 7900 8059,'0'-19'-224,"0"2"1,-4 4 266,0 0 0,-1 2 496,1 3 0,-2 1 76,-2 3-362,-3 3 0,2-2 60,-7 11 0,1 6 132,-6 11 0,-1 12-213,-7 8 1,3 15-317,11-26 1,1 2 0,0 5 0,2 1 239,-1 1 1,1 0 0,2 5-1,1-1-189,0 1 1,1 0-1,1-2 1,2 0 248,0 0 0,1-1 0,4-3 0,2-1-62,3-2 1,2 0-1,2-3 1,2-2-425,2 0 0,2-1 0,5-2 1,3 0 22,3-2 0,2-1 0,1-2 1,1-2-469,1-2 1,0-3 0,31 14 196,0-4 518,0-2 0,2-3 0,2-2 0,-31-13 0,0-1 0,2-3 0,-1 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3300 5023 8102,'-13'0'255,"1"0"349,0 0 179,5-6 0,0 5-13,3-3-118,2 3-264,-3 1 0,12 0 197,5 0-349,6 0 1,7-6-70,5-1 25,7 0 1,7-5 192,6-1-410,5 1 0,0-10-104,3 5 1,2-3 394,-7 3 1,0-1-56,-8 2 1,-2 2-656,-6-3 331,-11 4 1,2 4 22,-12 1 158,1 5 34,-10-2 468,4 5-276,-10 0-201,5 11 1067,-12 3-849,5 11 0,-10 5-57,3 3 0,-3 8-18,-2 5 0,-2 7 142,3 5 1,-4 3 25,8 1 0,-3 3-58,-1-3-288,8-27 0,1 0 0,-7 17-298,6 6 246,-6-5 0,9-5-165,-3-3 1,-2-2-327,2-6 0,0-9 416,4-3 1,0-9-29,0 1 1,0-8-733,0 0 1,6-7-1086,2 3 0,3-10 128,1-3 1,6-13 355,3-3 1430,2-9 0,8-5 0,0-6 0</inkml:trace>
  <inkml:trace contextRef="#ctx0" brushRef="#br0">4354 5122 8092,'11'-16'1113,"-2"-1"-877,-4 1 328,1 3-264,-5 1 0,5-1-9,-6 1 1,-6 1 209,-2 3 334,2-3-176,-5 4 0,8-2 7,-5 1-238,5 5-74,-2-2-493,5 5 126,0 0 1,0 5 35,0 4 0,1 6 145,3 1 0,2 8-203,2 1 1,3 4 120,-2 4 0,2 7-44,1-3 1,0 8 21,1 1 1,-2-2 15,-3 1 0,3-1-138,-3 2 86,-2-3 0,4-6 0,-6-1 220,-2-3 1,0 1-53,-2-5 1,-4-1 235,0-8 1,-12-2-170,0-5 0,-3-1-23,-6 0 0,3-5-131,-7-2-44,3-4 0,-3-1-440,0 0 1,4-7 262,4-5 0,2-6-516,-2-7 0,9 0 327,8 0 0,2-1-299,2-3 0,9 2 208,7-6 1,5 1 20,12-1 0,0 2 143,4 7 0,4-1 41,1 0 0,3 0 82,-3 0 1,3 1 20,-3-1 0,-3 4 270,-5 0 1,-1 2-87,-9-2 0,-1 2 301,-11 3 0,-5 2-168,-3-3 1,-3 2 47,-1-1 0,-5 2-106,-3-3 1,-5 4 45,-3 0 1,0 2-255,-4 3 1,3-2 105,-3 6 0,-1 0-358,-4 4 1,4 1 142,1 3 0,5 3-820,-2 6 1,0-1 449,5 1 0,-2-1-834,10 0 0,0 1 71,4-1 1275,0 1 0,11 4 0,3 3 0</inkml:trace>
  <inkml:trace contextRef="#ctx0" brushRef="#br0">5086 5321 7950,'0'-13'1738,"0"1"-758,0 5-407,0 1 1,2 6 151,2 0 0,-1 0-330,5 0 0,0 0-177,5 0 0,4 0-96,4 0 1,0 0-170,4 0 0,-3 0-186,7 0 0,-2 0-428,2 0 1,-3 0-870,3 0 1,-3 0 78,-1 0 1451,-5 0 0,3 0 0,-4 0 0</inkml:trace>
  <inkml:trace contextRef="#ctx0" brushRef="#br0">5223 5507 7950,'-25'24'0,"6"0"1157,2-3 0,5-2-423,3-3 0,0-2-243,5 3 0,1-8-303,7 0 0,8-7-207,9 2 0,8-2-219,4-2 1,4-6-1071,5-2 1163,2-3-156,5-7 1,7-7-1,0-6 1</inkml:trace>
  <inkml:trace contextRef="#ctx0" brushRef="#br0">6575 4651 8032,'-5'-18'0,"-2"10"0,0-9 547,1 16 1,2 1-173,0 8 728,-6 14-481,3 4-472,1 11 0,-4 6-395,6 3-161,0 2 497,4 2 1,0-2 29,0-3 1,0 5-734,0-1 1,4-3 611,0 4 0,6-4 0,-4 4 0</inkml:trace>
  <inkml:trace contextRef="#ctx0" brushRef="#br0">6315 5383 8049,'-25'0'1205,"1"0"243,4 0-703,7 0-365,8 0 1,6 0 123,3 0-551,3 0 221,17 0 0,-1 0-66,14 0 1,3-5-222,10 1 1,5-5-286,3 0 0,-2-2-779,2-1 0,-3 5 1177,-1 3 0,0-3 0,-10 0 0</inkml:trace>
  <inkml:trace contextRef="#ctx0" brushRef="#br0">6662 5507 7955,'-25'5'425,"7"-2"164,6 5 1,5-4 7,7 5-521,0-1 17,0-1 1,11 2 142,5-4 1,11 3-1,2-4 0,9 4-160,-1-4 0,-1 6-332,-3-2 95,-5 3 146,-3 2 0,-7 5 168,-6 2 223,-5 4 1,-4 0-146,-12 1 1,0 0 507,-12 0 0,5 0-253,-5 0 0,6-2-136,-2-2 1,5-3 2,3-6-131,4 0 418,5 1-766,0-6 0,12-2-614,9-5 1,8-3-2446,8-5 2194,11 0 1,-2-16 990,8 4 0,2-4 0,1 0 0</inkml:trace>
  <inkml:trace contextRef="#ctx0" brushRef="#br0">7878 4837 8019,'-13'-24'55,"1"4"0,4 3-307,-1 9 1485,1 3-736,-4 5 1,-5 5-66,1 3 1,-7 14-235,3 7 0,-4 13 163,0 7 1,-1 8-206,12-25 1,1 2-1,2 0 1,1 1 409,0 2 1,1 0-305,1 1 1,0-1-1,0 31-416,3-1 1,4-5 175,4-4 1,9-5-1289,8-7 0,3-1 443,5-8 83,8 3 1,3-15-1919,6 0 2658,-1-6 0,5-5 0,0 0 0,-1-2 0,1-2 0</inkml:trace>
  <inkml:trace contextRef="#ctx0" brushRef="#br0">8138 5085 7997,'7'-12'0,"-1"-1"0,-6 1 824,0 5 1,0 3 319,0 8-766,0 8 1,-6 13 127,-2 8 0,-3 8-275,-2 5 1,1 2-204,0 2 1,1-1-280,2 1 1,0-2-1392,4-2 1,1-8-688,4-5 2387,6-5-342,6 2 1,3-5 283,6 0 0,0-6 0,4-1 0</inkml:trace>
  <inkml:trace contextRef="#ctx0" brushRef="#br0">8498 5011 7997,'7'-6'448,"-7"6"-314,-8 0 1,-5 12 713,-3 13 1,0 11 33,-4 10-419,-1 7 0,2 4-40,2 5 0,9-6-79,4-2 1,9-4-313,8-5 1,6-2-215,10-6 0,4-7 118,8-5 0,4-11-78,4-10 1,-1-3 142,-2-1 0,-9-6-199,-8-7 1,-8-3 77,-5-5 0,-7-2 80,-5 2 1,-13-3-272,-3 0 54,-14-1 226,5 0 1,-13 7 33,5 6 0,-6 1 38,2 7 1,-1 1-331,1 7 0,4 3-39,8 5 1,3 1-220,6-1 1,5 0-73,3 1 0,4-1-963,4 1 1582,3-6 0,11 4 0,1-5 0</inkml:trace>
  <inkml:trace contextRef="#ctx0" brushRef="#br0">8709 4812 7997,'0'-44'246,"0"7"1,0 8 215,0 8 1,5 5-165,4 7 1,7 7-77,5 10 1,4 7 180,4 14 1,4 4 255,8 8 0,-1 6-514,-17-18 0,0 0 1,-3 0-1,0 1 201,0 5 1,1 1-1064,-1-1 0,-2 0 816,-1 2 0,-2 0 0,0-2 0,-1-1 39,7 32 0,-5-2-310,-7-2 0,-5-6 142,-8-2 1,-10-3-296,-11-1 0,-7-2 13,-9-3 1,1-3-299,-6-9 1,1-2-1980,-5-2 1198,6-8 1391,-4 8 0,8-12 0,-5 2 0,-2-3 0,-2 1 0</inkml:trace>
  <inkml:trace contextRef="#ctx0" brushRef="#br0">9701 4837 8042,'0'-19'937,"0"1"1,-1 11-452,-3 3 1,-3 11 422,-5 9-572,-12 9 1,2 20-376,-11 9 0,14-23 1,1 2 403,-3 5 0,0 2 0,0 0 1,1 1 12,1 3 1,1-1 0,0 1 0,0-1-17,1 0 1,1 1-1055,2-1 0,3 1 726,4-6 1,2-1-1,2 2 1,2 0 310,5 27-2985,3-6 2237,16-4 0,5-12 30,13-3 0,-1-9-260,5-8 0,6 0 268,7-8 364,-3-5 0,7-1 0,-2-6 0,0-1 0,0-2 0</inkml:trace>
  <inkml:trace contextRef="#ctx0" brushRef="#br0">9962 5122 8033,'-13'0'0,"1"0"1486,0 0-922,5 0 1,1 11-139,6 6 1,-1 12-41,-3 8 1,2 6 352,-2 6-567,3 1 0,1-1-1727,0 1 1294,5-6 202,2-1-374,6 0 0,-1-5-466,0 3 0,1-3 248,-1-5 1,2-3 650,3-5 0,-4-6 0,5-1 0</inkml:trace>
  <inkml:trace contextRef="#ctx0" brushRef="#br0">10247 5135 7971,'0'-9'644,"0"1"-290,0 5 0,2-2-47,2 5 1,3 4-53,5 0 1,7 7-45,6 1 1,5 2-108,8 7 1,-1 0 20,0 3 0,0 1-122,1 0 1,-11 0-65,-2 0 73,-9-1 0,1 5 113,-9 0 0,-4-1-147,-8-7 0,-8 2 258,-9-2 0,-6-3-128,-2-2 1,-4-2 467,4-2 0,0 1 9,4-1-369,6 0 0,2-3 212,9-1-182,2-5 1,12 2-401,2-5 0,14-1-478,7-3 1,11-5 536,6-7 0,2 1 46,1-6 0,1 0-777,0-3 0,-5-1-2396,1 0-180,-6 0 3402,-3 6 0,-7-4 0,-8 7 0,-5-4 0,-6-1 0</inkml:trace>
  <inkml:trace contextRef="#ctx0" brushRef="#br0">10756 4638 8087,'12'-13'1479,"-2"-2"-963,2 10 1,-1 7-2,10 6 1,0 14 608,4 7 1,5 11-730,3 5-543,-3 9 0,5 3 617,-6 5 0,4 0-285,-4 0 0,-15-29 0,1 0-27,-2 0 0,-2 0 0,9 33-67,-4-4 1,-3 0-248,-5 0 1,-4-1-174,-8-3 1,-8-5-434,-9-7 0,-5-2-1560,-7-3 1201,0-2 309,-16-2 1,11-2 812,-4-6 0,2 0 0,2-5 0,1 1 0,2 0 0</inkml:trace>
  <inkml:trace contextRef="#ctx0" brushRef="#br0">11897 5221 8615,'6'-24'312,"2"3"-358,9 0 1,-4 2 16,4-2 1,-3-1 2,-2 6 1,-5-5 404,-3 4 1,-3 0 601,-1 0 1,-1 3-566,-3-2-254,-3 7 1,-11 0 242,-3 5-223,-2 0 0,-7 5 26,-3 3 0,2 4 0,2 9 0,3 2-46,1 6 1,6 0-205,3 0 0,7 3 17,5 1 0,4 5-86,4-6 0,7 1-132,6-4 182,10 0 52,-6 0 0,9-6-54,-5-2-98,6 2 190,0-5 1,5 5-19,-3-2 0,0-6-7,-8 5 0,1-5 12,-9 6 1,-2-4 112,-7 0 61,-2-1 1,-12 1 91,-2-1 1,-9 0-70,-3 1 0,-4-2-173,-1-3 1,-3 2 63,-1-6 1,-4 0 18,4-4 0,1 0-88,7 0 0,3 0-186,6 0 1,1-5-37,3-4 0,4-6-276,8-1 1,8-6-370,9 1 401,8-3 58,8-6 0,7 3 279,6-7-1169,-6 7 1283,4 2 1,-5 2 162,2 2 1,-6 3-159,-6 2 0,-7 2 171,-1 1 1,-6 6 147,-6 3 78,-1 3 1,-4 2 280,1 3-331,-7 3 303,4 6 1,-6 3-638,0 1 1,0 5 43,0-1 1,0-2-134,0 2 0,0-5 135,0 5 1,1-6-122,3 1 0,-1-2 51,5-1-132,1-6 1,3-2 353,0-5 0,1-1-37,-1-3-291,1-3 50,-1-6 0,3-5 85,-2-2 1,2-4 11,-7-1 1,7-4-178,2 1 1,-1-6-256,-3 6 0,-1 0-98,1 7-117,-1 3 549,0 6-92,1 5 38,-6 2 0,-2 11 308,-5 7-98,0 5 1,0 7 140,0 5-162,0-4 1,0 9-42,0-7 0,0 6 4,0-6 0,0 0-70,0-7 0,0-3-147,0-6 1,4 0 255,0 1-84,6-6-4,-3-2 1,1-6 229,1-3-12,4-3-204,1-11-704,4 4 460,0-4 1,-4 2 71,2-1 0,2 1 131,-1 3 1,-1 1-239,-3-1 0,-1 7-350,1 1 1,-1 4-137,0 1 339,-5 0 103,4 6 1,-9-4-332,2 7 198,3-1 209,-6 4-457,5 1-27,-1-1 113,-4-5 598,5 4 0,-12-10 0,0 5 0</inkml:trace>
  <inkml:trace contextRef="#ctx0" brushRef="#br0">12232 4837 8007,'-29'-19'909,"0"2"0,4 3-279,5 2-335,10 5 147,-6 2-174,14 5-147,2 0 1,13 5 4,11-4-21,14 10 0,9-9 32,10 2 1,3-1-276,-26-1 0,2 0 0,1-1 0,0-1-115,3 2 1,-1 0 0,2 1 0,-1 0-963,-2-1 0,-1 0 1215,5 0 0,-2 0 0,25 4 0,-28-3 0,-1 1 0</inkml:trace>
  <inkml:trace contextRef="#ctx0" brushRef="#br0">13423 4825 8007,'-12'0'1586,"-1"5"0,-5 2-864,-2 5 1,-2 6-246,1 3 0,-1 8-62,5 4 0,1 7-164,3 1 1,7 6-38,1-1 0,5 0-113,5 0 1,3-1-48,8-7 1,9 0-161,8-9 0,5-5 121,3-8 1,4-4-84,9-3 1,-7-5 12,3-8 0,-9-7-63,0-6 1,-6-6 127,-2-2 0,-11 0 18,-1-4 1,-6-7-35,-3-1 0,-4-8-225,1-1 1,-7-3-792,3-5 587,-4-3 1,-1-3 26,0 2 1,-1 4 82,-4 9 1,-1 5 2,-7 11 1,-5 7 45,-2 13 1,-9 4-335,-4 5 0,-3 12-127,-2 9-98,-4 8-691,9 3 1526,-9 9 0,13-7 0,-5 9 0,-1-4 0,2-5 0</inkml:trace>
  <inkml:trace contextRef="#ctx0" brushRef="#br0">13125 5283 8041,'0'-12'1655,"0"0"0,3 3-1083,5 1 0,2 5-194,11-1 0,5 1-1198,7-1 509,8 3 1,9-9-1748,8 6 2058,3-6 0,6 4 0,2-7 0</inkml:trace>
  <inkml:trace contextRef="#ctx0" brushRef="#br0">4885 6878 8111,'0'-11'1653,"-5"5"-1475,-1 1 1,-2 5 73,1 0 1,-1 5 63,-3 2 1,-2 10-1,-2 7 397,-4 8 0,-2 7-231,-2 7 0,4 0-285,0 3 1,6-1-6,-3 5 1,5-5 29,4 1 0,3-7 15,8-5 1,-1-3 0,9-3 0,-2-4-132,9-4 0,3-5-53,5-3 1,4-4-39,-1-3 0,3-3 101,1-5 0,1-7 2,3-4 0,-4-5-157,0-7 0,-1-5-200,-7-2 0,1-8 191,-4-3 1,-2-8-24,-2-4 1,-7-8-371,-7 30 0,-2-2 1,-1-1-1,-1 0-72,1-2 1,-1 0 0,0 2-1,-2-1 191,0-1 0,-1 0 0,-5-27-12,-4 7 1,0 9 88,-1 9 1,1 13 362,0 6 1,-5 11 457,1 4 0,-5 5-502,1 7 0,-2 4-7,-2 11 1,4 5 8,0 2 1,4 4-249,-4 3 1,9 0-691,-1 5 0,3 0 250,1 7 1,1-1-442,2 5 1,3-1 1052,-3 1 0,3 5 0,1-3 0,0 0 0,0 1 0,0-3 0</inkml:trace>
  <inkml:trace contextRef="#ctx0" brushRef="#br0">4840 7230 8109,'-5'-18'0,"4"6"101,-3 4 0,-1 4 1499,1-3-519,0 4-215,4-2-339,0 5-290,10 0 1,-1-4 29,10 1 1,1-1-163,7 4 0,5 0-210,6 0 0,1-4 105,-1 0 0,-3 0 0,4 4 0</inkml:trace>
  <inkml:trace contextRef="#ctx0" brushRef="#br0">5735 7207 8057,'-7'-6'0,"-1"2"0,6-2 0,-5 4 419,4-1 1,0 0 1701,-4-1-1077,4 3-688,-2-4 1,5 4-162,0-3 0,1 3-179,3-3 1,6-1 166,5 1 0,5-3 49,-1 3 1,-1 0-543,1 4 0,-4 0-474,4 0 0,0 5-415,3 3 0,-4 2 321,-3 1 1,-4 0-569,-3 1 1446,2 4 0,-14 2 0,3 4 0</inkml:trace>
  <inkml:trace contextRef="#ctx0" brushRef="#br0">5724 7479 9619,'-11'6'2289,"-1"-1"-2127,6-5 0,2 0-42,8 0 0,2 0 554,6 0 0,-1-1-175,0-3 0,6-2-1376,2-5 1,3 1-271,5 2 0,-3-1 1147,2 5 0,-2-4 0,-1 1 0</inkml:trace>
  <inkml:trace contextRef="#ctx0" brushRef="#br0">7764 7037 7922,'-5'-16'-71,"3"3"71,-6-2 0,4 6 0,-3 2 0,1-1 1013,-2-3-626,-2 4 1,5-3 20,-3 3 0,-2 1 12,3-2 0,0 5 389,0 0-517,-1 1 1,-3 2-120,0 0 0,1 5 21,2 3 0,-1 7-106,5 4 0,-1 4 152,2 3 0,1 2-4,-1 2 0,3 3-162,3-3 1,4 3-210,4 1 0,5 1-2,3 3 0,4-3-63,3 3 1,-2-3-25,3-1 0,-3-1 84,-2-3 1,0 1 26,-3-4 0,0-1 104,-8-3 0,1-4-7,-8 0 1,0-5-19,-4 1 0,-9-4-14,-2-3 1,-13 0-200,-3-4 0,-8 4-294,-3-4 0,-4-1-492,0-3 1,-1-8 61,2-4-1085,2-12 2056,10 0 0,1-7 0,5-6 0,1-9 0,-1-10 0</inkml:trace>
  <inkml:trace contextRef="#ctx0" brushRef="#br0">7606 7082 7992,'22'-11'473,"1"-4"157,0 0 1,3 0-276,1 3 1,7 5-135,-4-1 0,10 5 4,-2-5 1,1 5 14,2 0 0,-4 1-303,1 2 0,-4 0-117,-4 0 1,2 0-245,-6 0 0,-3 0 187,-4 0 0,-6 4-52,2 0 0,-6 5 211,-1-2 0,-6 0 305,2 0 0,-3 1-228,-1 3 1,0 0-60,0 1 1,-5-1 706,-2 0 0,-2 5 178,1-1 1,0 5-87,4-1 0,-4 2-247,5 2 1,-1-1-84,4 1 0,5-2-151,2-2 1,8 3-1,4-3 1,8-3-33,3-1 0,3-2 14,1-2 0,4-1-298,-1-2 0,2 0-151,-1-4 0,-6 0-1073,2-4 1,-8 0 72,1 0 0,-9 0-326,-2 0 1,-4-4 569,-1 0 965,-4-4 0,-2-4 0,-5-5 0</inkml:trace>
  <inkml:trace contextRef="#ctx0" brushRef="#br0">8501 7060 7992,'-11'0'0,"5"5"238,2 2 0,2 8 305,2 4 1,0 8 1162,0 3-865,0 3-480,0 6 1,0-4-275,0 3 26,6-3-504,-5-1 0,9 4-532,-3 0 0,5 6-532,3 1 1455,-3 0 0,5 11 0,-6-5 0</inkml:trace>
  <inkml:trace contextRef="#ctx0" brushRef="#br0">8807 7740 8014,'0'-18'0,"-5"2"1273,-1 9 1787,0-3-5558,1 9 1484,5-4 0,1 0-392,3-3 1406,2-7 0,10-2 0,2-6 0</inkml:trace>
  <inkml:trace contextRef="#ctx0" brushRef="#br0">9193 7139 8056,'-12'-11'0,"2"-1"0,3 1 988,2 5 688,5 1-984,5 5-565,1 0 0,9 0 60,0 0 1,0 4 44,-3-1 1,-1 5-112,0-4 0,4 4-198,0 0 1,1 6 215,-5 1 1,-1 5-245,-2-1 0,-3 2-255,-5 2 1,-2 0 57,-1-1 1,-5-3 368,-7 0 1,2-1 32,-2 1 1,-1 1 110,1-5 0,0 0-211,3-4 0,6 1 34,2-1 1,3 0 17,1 1 1,6-1 53,6 0 0,5-3-466,10-1 0,5 0-12,6 0 1,4 3 197,-4-2 1,-1-2 92,-3 2 0,-9-1 147,-2 5 1,-8-2 4,0-3 1,-7 3 276,-4-2 0,-8 6-218,-4 1 1,-12 4-69,-6-4 1,-7 4 297,-5-4 1,3 0-191,-3-4 1,4 1-646,4-1 1,4-1 269,7-2 0,2-3 195,6-5-642,5 0 1,2-2-2035,8-1 2686,7-9 0,12-10 0,6-7 0</inkml:trace>
  <inkml:trace contextRef="#ctx0" brushRef="#br0">9725 7264 8028,'7'-7'2533,"-2"-3"-2121,0 9 0,-5 1-132,0 8 1,-2 7 236,-5 4 0,1 2 114,-2 2 0,-1 1 60,5 2 0,1-1-294,3 5 0,0-1-176,0 2 1,1-2-87,3-3 0,3-6-162,8 3 0,-1-4 202,5 0 0,0-3 69,4-5 0,3-3-911,1-1 0,-2-4-444,-6 1 0,1-3-2046,-5-1 2175,5 0 1,-7 0 296,2 0 0,-8-5 685,-3-3 0,-3-7 0,-1-2 0</inkml:trace>
  <inkml:trace contextRef="#ctx0" brushRef="#br0">9918 7388 8017,'0'-6'2036,"0"1"-1646,-5 15 1,0 3-149,-3 9 1,-2 6 235,3 2 0,-3 3 280,-2 1 0,1 0 112,0 0 0,-2 3-767,-2-3 1,2 2-701,-2-6 1,3 3 344,0 1 1,5-4-241,-1 0 1,6-4 415,-2 0 0,3-6 76,1-1 0,5-5 0,1 2 0</inkml:trace>
  <inkml:trace contextRef="#ctx0" brushRef="#br0">10224 7184 8053,'-5'-11'3158,"4"5"-3137,-9 1 0,7 9 353,-4-1-128,4 6 1,-2-6 366,5 4-166,0-4 0,5 2 228,3-5-592,7 0 59,2 0 90,6-5-1051,5-2 664,-4-4 1,2-4 155,-7 0 1,-3-4 163,-4 4 1,-6-2-176,-2 2 0,-4-1-344,-4-3 1,-5 4-804,-10 7 206,-5 3 562,-10 5 1,-3 2-753,-1 1 484,0 9 457,9 5 0,-9 11 0,3 1 0</inkml:trace>
  <inkml:trace contextRef="#ctx0" brushRef="#br0">11414 7502 8017,'-11'0'2048,"0"1"-1126,-1 3 0,0 3-386,-3 8 0,1 4-156,-5 8 1,4 0-175,-4 4 0,6 0-29,2-4 1,5-2 14,6-6 0,0 1-44,0-5 1,6-1-56,5-7 1,6-2 87,5-5 0,6-1-328,2-3 0,-1-7-44,1-8 1,-4-4-149,0-3 0,-7-3 159,-4-5 1,-4 3-46,-3-3 1,-3 2 131,-5-6 1,0 4-6,0 4 1,-1 4 240,-3 7 0,3-1 67,-3 4 1,1 5 599,0 4-593,1 4-224,-3-2 1,10 10 152,3 3 1,7 7 125,4 4 1,4 6-180,3 1 1,-1 6-105,5-2 0,-4 3 42,0 1 0,-2 0-32,-1 0 1,-6-5 190,-2-3 0,-3-7 29,-5-4 8,-2-7 469,-5-3 1,2-7 819,1-1 0,4-14-1083,4-9 1,7-11-380,4-4 1,7-6-323,-10 21 0,0-1 0,1 1 0,0-1 39,3-3 1,0 0-1,-1 1 1,1 0 228,0 1 0,-1-1 0,1 2 0,0 0 0,0-1 0,-1 0 0,1-2 0,-1 0 0</inkml:trace>
  <inkml:trace contextRef="#ctx0" brushRef="#br0">13307 7264 8036,'0'-12'172,"0"7"60,0 5 0,-3 7 0,-1 8 687,1 4 1,-2 7-107,1 4-342,-4 8 0,3-5-107,-3 5 0,2-6-459,2 6 1,3-3-74,-3-1 1,3-2-128,1 2 1,3-6-254,1 6 1,5-8-622,-1 0 1,3-7 1168,4-4 0,-2-7 0,3-3 0</inkml:trace>
  <inkml:trace contextRef="#ctx0" brushRef="#br0">13602 7218 8036,'5'-11'0,"-2"0"445,4-1 1,-3 5-192,3-1 1,1 6 12,3-2 1,2 3-38,2 1 0,-1 1 84,5 3 0,0 2-117,3 5 0,1 6 154,0 2 0,-6 5-252,-2 6 1,-2 0-119,-2 8 0,-4-2-275,-4 2 0,-6-3 202,-5 3 1,-3-4 382,-4-4 1,-2-3-72,-2-8 1,-2-3-202,2-5 1,1-1 400,0-2 0,4-3 635,-1-5 1,6 0-155,1 0-213,6 0-1218,-3 0 498,15 0 1,2 0-834,11 0 0,3-4 522,1 0 0,4-4 184,0 0 1,1-2-759,2-1 1,-1 3-2129,-3 1 3045,3-1 0,-4-8 0,5-2 0</inkml:trace>
  <inkml:trace contextRef="#ctx0" brushRef="#br0">14282 7230 8036,'0'-17'0,"0"5"1961,0-3-800,0 2-116,0 2-578,0 4 1,0 7-70,0 8 1,1 7-132,3 4 0,-1 2 101,4 2 0,1 1-88,3 2 0,0 3-1,1 5 1,-1 4-310,0 0 0,1 1 87,-1-1 0,-1-3-179,-2 3 1,-3-4 85,-5-4 0,0-4 59,0-7 0,-1 1 42,-3-4 1,-8-1-120,-6-4 0,0-3-237,-1-1 1,-4-4-433,-3 0 1,1-3-939,6-3 0,-1-9 205,5-7 1456,-1-7 0,5-13 0,0-8 0</inkml:trace>
  <inkml:trace contextRef="#ctx0" brushRef="#br0">14452 7173 8031,'18'-11'772,"2"-2"180,-5-2 0,0 6-296,-3-2 0,-1 2 193,0-2 1,1 3 122,-1 1-626,0-1 1,1 1-59,-1-1 0,1 4-30,4-3 1,-3 3-387,6-4 0,-1 5-447,1-5 0,1 5-1103,-5 0 1,0 1 415,-3 2 1262,-6 5 0,4 2 0,-4 4 0</inkml:trace>
  <inkml:trace contextRef="#ctx0" brushRef="#br0">14906 7502 7947,'0'-17'958,"0"5"2779,0 0-2447,0 2-999,0 9 0,0-5-648,0 2 0,0 1-332,0-4 1,1 4-1840,3 0 1779,-3-4 749,9 6 0,-4-9 0,6 4 0</inkml:trace>
  <inkml:trace contextRef="#ctx0" brushRef="#br0">15257 6946 7964,'5'-11'-227,"-4"4"695,3-1 170,2 5 0,-3-2 183,4 5-209,-4 0 164,2 0 320,0 0-814,-4 0 1,4 11-60,-5 4 0,-1 6 541,-3 5 0,-7 8-285,-8 8 1,-2 3-35,-2 4 1,0-1-392,1 5 1,4-5-111,3 1 1,7-5 86,5-6 0,1 0-121,2-8 0,5-6 245,3-1 0,7-8-71,4 0 0,4-4-311,3-3 0,-2-3 24,2-5 0,2-3-357,-1-4 0,-5-2 353,-3-10 0,-6-1-68,-2-7 0,-1 3 215,-6-2 1,-2 6 174,-5 1 1,-5 5-15,-7-1 1,1 4 219,-5 3 0,0 3-223,-3 5 1,0 1-52,3 3 1,2 2-359,2 6 1,3-1-246,1 0 1,0 1-442,3-1 1,3 2 168,1 2 0,3-3-476,1 3 1,0-2 1303,0-2 0,-5 6 0,-1 0 0</inkml:trace>
  <inkml:trace contextRef="#ctx0" brushRef="#br0">15858 7105 7970,'10'-7'0,"-3"-1"0,3 0 0,-2-3 0,2 2-230,1-2 0,-3 2 156,0-6 0,-1 1 763,4-1-359,1 2 1,-1-7 166,0 5 0,1 0-148,-1 4 0,-1-1 327,-2 1 1,-2 1 237,-2 2-379,-3-2-108,4 9 0,-6 2 237,-3 11 0,-7 10-116,-8 12 0,-4 10 99,-3 9 1,2 3-613,-3 0 0,15-26 0,0 1 179,1-1 1,0 0-1057,-7 31 329,7-10 1,6-2 216,5-7 0,6 0-80,5-8 0,6-4 238,5-11 0,1-4-155,0-8 1,-1-2-97,1-5 1,-5-6 178,-3-5 1,-3-2-259,0-6 0,-6-3 693,-2-5 1,-4-3-335,-4 3 0,-3 2 41,-9 6 0,0 3 176,-3 5 0,-2 4-288,2 4 1,-3 3-129,0 3 1,3 7-259,0 6 0,6 2 566,2-2 0,0 4 0,4-3 0</inkml:trace>
  <inkml:trace contextRef="#ctx0" brushRef="#br0">16368 6878 7963,'0'-11'598,"0"0"0,-1 1 279,-3 2-583,3 3 0,-6 5-71,3 0 0,2 3 1116,-6 4-844,1 6 0,-5 9 228,1 1 1,5 0-290,2-1 1,3 1-347,1 0 1,2-2-68,6-2 0,4-4-53,11-7 0,0-3 218,-1-5 0,0-2 51,-3-1 0,1-4-196,-5-4 0,-1-5-286,-7-3 0,-1-1 99,-6 1 0,-2-3 118,-2 4 1,-3 1 195,-8 2 1,1 4-516,-5 3 0,4 3-643,-4 5 1,0 3 514,-4 4 475,1 11 0,-1 6 0,0 3 0</inkml:trace>
  <inkml:trace contextRef="#ctx0" brushRef="#br0">3865 9723 7988,'0'-46'286,"0"1"156,0 0 0,0 4-159,0 4 0,-1 3-10,-3 3 0,1 5 361,-4 7 0,-1 4-189,-3 7 0,-5 5-40,-3 6 1,-4 10-181,-3 10 0,-5 11-66,-6 11 1,17-20 0,-1 0-181,-1 3 0,-1 1 1,-2 3-1,1 2 222,0-1 0,-1 2 1,-4 4-1,0 1-117,0-1 1,1 1 0,-1 1 0,0-1 34,2-2 1,1-1 0,3 1 0,2-1 30,3-5 0,2 0 1,-8 27-232,9-14 1,8-1-451,3-2 1,4-4 445,4-8 0,7 1 57,8-4 0,7-1-457,4-3 1,4-2-203,4-2 1,3-4-664,4-7 1,4-3 616,0-5 1,5-3-1766,-1-4 2498,-2-6 0,-1-13 0,-5-1 0,1 2 0,-1 1 0</inkml:trace>
  <inkml:trace contextRef="#ctx0" brushRef="#br0">3763 10233 7988,'-28'-12'864,"-1"1"0,-1 3-284,0 1 1,5 1-288,-2-2 1,8-1 377,4 5-192,3-4 0,8 1-206,8-4 1,9 0-35,18-1 1,4 1-1121,10 0 0,6-4-62,2-1 0,2 1 400,2 4 1,-9 5 319,-3 2 0,-5 8 97,-2 3 1,-7 10 17,-12 5 0,-7 6 345,-9 6 1,-3 9-230,-3 2 1,-5 4-149,-7 0 0,-3 3 663,-4 5 1,-1-2-261,0-2 1,6-3-885,2-4 0,3-2 331,5-3 0,2-2 197,5-5 0,0-6 1,0-5 92,5-6 0,-1-3 0,7-3 0,3-2 0</inkml:trace>
  <inkml:trace contextRef="#ctx0" brushRef="#br0">4239 10437 7988,'0'-24'1898,"0"-3"-550,0 15-392,0 0-666,0 7 0,1 5-64,3 0 1,4 0-273,7 0 0,2 0-461,6 0 1,4 0 310,-1 0 1,5-5-241,0-2 0,0-3 224,-1-2 1,-2-4-11,-5-3 1,-4-2 14,0-2 0,-11 0-74,0 1 0,-6-1 229,-2 0 0,-1 2 342,-3 2 0,-7 4 246,-8 7 1,0 3-295,-3 5 0,1 8 407,-5 7 1,3 4-268,4 11 1,3 4-76,5 4 1,4 3-75,4-3 1,3 4 73,3-4 0,5-1-710,7-3 0,3-5-252,4-2 1,1-8 279,0-4 0,3-4 314,1-3 0,0-5 222,0-6 1,-3-6-215,2-10 1,-2-5-54,-1-10 0,2-9 20,-2-2 1,1-8-85,-9 0 0,0 3 119,-4 1 0,-3 11-121,-1 4 0,-4 9 1244,1 2-629,-3 5-41,-1 12-233,0 1 0,-1 8-60,-3 4 1,-2 7 7,-6 12 1,1 8 198,-1 8 0,1-2 297,0 2 0,3-2-293,1 2 0,4-1-256,-1-7 1,3 1 306,1-8 1,0-2-341,0-6 0,0-3-742,0-4 541,0-6 242,5-1 1,3-15-42,7-5 1,-1-15-9,5-8 0,-2-9-571,2-2 1,3-3-314,-4 7 0,-1 7 856,-2 12 0,-2 5-71,-2 5 0,-4 3 169,1 9 1,-2 1 89,2 7 0,2 7 118,-3 8 0,4 4-207,0 3 0,0 3-57,1 5 0,3-1 59,0-3 0,5 2-217,-1-6 0,3-4-12,5-7 0,-3-4 91,2-3 0,-2-3 214,-1-5 0,-5-3-125,-3-4 1,-3-2-62,0-10 0,-2-5 4,-3-6 0,-2-4 28,-5-4 1,0 3-701,0-3 0,-1 3 288,-3 1 0,-1 9 645,-2 2 1,-3 9-172,2 3 0,-2 4 283,-1 7 1,4 3-188,4 4 1,-3 7-16,3 13 0,-1 3-87,4 8 1,5-2 77,3 6 0,3-6-531,4 2 0,-1-3-41,5-1 0,0-5-4,3-2 1,-3-8 93,0-4 1,0-4 335,4-3 1,-5-3 31,1-5 0,-5-5 167,1-3 1,0-12-248,-3-7 0,2-4-28,-7-3 1,3-3-124,2 3 1,-6-2 39,-2 6 0,1 6 865,-1 1-234,-1 8 53,-3 4-373,0 6-118,0 15 1,0 2 123,0 11 0,-1 1 236,-3 2 0,3-5-85,-3 1 1,3-5 56,1 1-402,0-4 0,-1 1 133,-3-7-238,3-3 48,-4-5 0,6-1-170,3-3 1,2-7 223,5-8 1,6-3 28,2 0 0,1-5-979,-1 1 1,6-6 192,-3 2 1,5 2 297,-1 2 0,-2 3 138,3 4 1,-3-1 380,-2 5 0,-3 4-3,0 3 0,-5 4 56,1-3-390,-2 4 173,-2-2 0,-6 10 622,-5 3 0,-6 7-46,-9 4 0,1 6 245,-5 2 1,1 3-274,-1-4 0,-1 6-22,5-2 0,0-1-179,4 1 1,1-5-198,2 2 0,3-5 182,5-3 1,0 1 286,0-4-409,0-1-308,0-9 0,5-1-46,3-5 1,2-6 139,1-6 1,4-5-336,0-10 0,5-2 87,-1-5 1,-1-3-79,1-1 0,-5 1 200,1 7 0,-4 4-134,-3 7 237,2 2 662,-9 6-81,4 5 0,-5 11-225,0 10 1,0 6 358,0 6 1,-1 2-187,-3 5 1,3 0-163,-3 0 0,4 0-45,4 0 1,-2-4-13,6 0 0,1-5-257,6 2 0,-1-8-42,4-4 0,0-4 146,1-3 0,2-3 58,-2-5 1,3-5-92,0-3 1,1-8-24,0-7 0,-1-5-105,1-6 0,0-6 171,-1-5 0,1-3-258,0-9 1,-1-1-267,-10 27 1,-1-2 0,1-3 0,-1 0-144,0 0 0,0 1 0,0-1 0,0 1 478,-2 1 0,1 0 0,0 1 0,0 1-43,5-25 0,-5 5 13,-6 15 0,-3 5 750,-1 13 395,0 3 0,-1 9-721,-3 4 1,-2 6 210,-6 5 0,1 12 343,0 7 1,-4 14-31,0 8 1,-2 5-211,2 3 0,2 5-321,6-30 1,-1 0 0,-3 31-302,7-31 0,0 0 0,-4 31 262,5-31 0,2 0-806,-3 30 387,4-10 230,0-2 1,5-6 199,3-2-70,2-3 128,1-5-468,5-5 0,-3-7-278,2-7 1,2-7 271,-2-4 1,1-9 132,-1-7 0,-1-7 260,5-11 1,0-11-394,3-16 0,-10 26 1,-1-2-299,1-4 0,-1-2 0,1-1 0,0-2 412,1-4 1,0-2 0,-1 2 0,0-1 62,1-2 0,1 0 0,-1 0 1,0 1-285,-2-2 0,1 1 1,0 4-1,0 1 170,-5 3 0,1 3 0,7-24 776,-4 17 1,-5 11 356,-2 15-603,-2 2-101,-2 11 1,-6 16 235,-1 13 0,-4 13-157,-5 10 0,4 5 35,-3 10 0,2 2-286,8-29 0,-1 0 0,-1 0 1,0 0 118,1 0 0,1 0 1,-3-2-1,2 0-337,1 0 1,2 0 0,-2 26 449,1-1 0,3-2-487,1-6 1,1-5 23,3-6 1,-1-4-162,4-4 0,0-3 57,0-8-49,3-3 477,-4-5 1,6-4-530,-1-4 0,-3-10 281,-1-4 1,1-8-109,3 0 0,1-3 173,-1 0 0,-4 3-44,1 0 1,-4 9 177,3-2-268,-4 4 29,2 1 1,-4 2 154,3 5 1,-2 0-114,6 0-122,-6 5 1,9 0 140,-4 3 0,-1 1-60,2-5-32,0-1 0,3-3 10,0 0 0,2-1 25,2-3 0,-1-3-17,5-8 1,-4-2-232,4-2 479,-5 3-85,2 5 1,-5 1 302,1 2 1,-1 4-91,0 8-133,-4 7-115,3 12-42,-9 11 887,4 6 0,-5 12 2525,0 5-3264,-3-24 0,1 0 0,1 2 0,1 0 231,-2 0 1,0 1-920,1-1 0,1 0 668,-3 1 1,1 1-1,0-4 1,1-1 181,-2 2 1,-2 0-130,-2 27 1,-4-6-420,-1-10 240,-4-4 84,-2-12-585,-9-2 0,-4-7 0,-7-3-917,-3-6 0,-3-7 1461,-1 0 0,-1-7 0,1-1 0,-1 2 0,1 1 0</inkml:trace>
  <inkml:trace contextRef="#ctx0" brushRef="#br0">8501 10380 7961,'-11'0'1081,"-1"0"-642,6 0-395,1 10 0,6-1 100,3 10 1,4-4-96,7 4 1,2-5-110,6 1 0,1-4-28,3-3 1,-2-6 99,5-9-53,0-6 0,4-12-7,0-5 0,0-2 8,0-9 1,3-2-319,-3-6 1,0 6 356,-12-2 0,2 8 77,-9 3 0,1 10-120,-5 9 0,-4 7 7,1 5 0,-4 5 358,3 9 0,-4 10 34,1 16 1,-3 11 148,-1 13 0,0-29 0,0 1-541,0 6 0,0 1 0,-2 1 0,-1 0 356,-1 4 1,0 1-1,1-2 1,-1-1-151,-2 1 1,0-1 0,2-5 0,0 1-152,-4-1 0,0-1 0,2-2 0,0-1 146,0-1 1,1-1 0,-7 20 86,1-6 0,-5-8 8,-3-1 0,-4-8 245,-4-6 1,4-7-139,-4-8 0,3-4-143,2-8 0,-5-5-339,1-10 0,3-6-555,4-13 1,5-3-449,-1-8 1,8-4 680,3-8 0,8 3 195,3-2 0,9 4-374,7 0 0,1 7 179,6-4 1,6 9 129,5 2 1,1 9 84,3-1 1,-2 8-1,6 0 0,0 3 158,-4 4 0,2 3 312,-9 4 1,-2 5-246,-5-1 0,-8 6-77,-4-2 0,-5 4 119,1 4 0,-3 2 216,-5 5 0,2 2 185,-5 2 0,0 3 166,-4 4 0,-4 1-299,0 0 1,-4 3-169,5 1 0,-5-2-76,4-6 1,-3 1 54,3-5 0,0 0 30,4-4 0,0-3 29,0-1-265,0-4 1,2 2 279,1-5 1,0-5-232,4-3 1,-3-7-161,4-4 1,-1-11 43,5-4 1,0 0-179,3 0 0,-1 3 203,5-7 0,-4 8 75,4 3 1,-4 5-70,4 3 1,-5 4 61,1 7 1,-2 3-36,-2 5 0,0 1-14,1 3 0,-1 6 236,0 5 0,-3 7 73,-1 0 1,-3 2 56,4 6 1,-6-3-175,2 3 1,1-1-46,-1 1 1,0 2 252,-4-6 1,3-1-155,1-6 1,4 1-128,-4-4 1,3-5 209,-3-4 179,0-4-270,1 2 0,1-6-47,5-3 1,1-7-9,-1-8 0,0-8 9,1-3 0,-1-3-569,0-1 0,1-3 111,-1-1 1,0 0 211,1 4 0,-2 9 94,-3 2 1,0 8 298,-4 0-215,-1 7 100,8 3 0,-9 12-137,3 4 0,1 9 64,-1 7 0,1 0 330,-2 0 1,0-2-355,4 5 0,1-5 90,3 2 1,-3-8-205,-1-4 1,1 1-1566,3-1 1,1-1 1657,-1-6 0,0 2 0,1-4 0</inkml:trace>
  <inkml:trace contextRef="#ctx0" brushRef="#br0">11210 10210 7830,'-22'-16'0,"-1"-6"296,0-4 0,1-4-41,-1 3 1,4 1-33,0 3 0,1 3 160,0 5 0,1 0 521,6 7-646,0 3 0,3 0-184,0 5 0,6 1 18,-2 3 0,3 7-5,1 8 0,2 4 103,6 3 1,1 3-134,10 5 1,1 0 70,6 0 1,3 2-84,5 1 0,-4-5-108,1 2 1,-1 1-29,4 3 1,-5-4 195,-3-4 1,-7-3-14,-4 3 1,-7-6 1,-4-2 1,-3 0-9,-1-7 0,-10 4-10,-5-4 0,-9-1 7,-3-7 0,-4 2 17,1-5 0,-2 0-194,2-4 1,-2 0-105,6 0 1,5-2-84,5-1 1,5-4 111,4-4 0,2-2-380,5-2 1,6 0 141,5-8 1,11 1 36,8-12 0,9-4 237,-17 14 0,1-1 1,1 1-1,1 0-207,2-2 1,-1-1-1,2 1 1,0-2 205,-2-2 1,1 0 0,0-1 0,0-1-216,-1-2 1,1 0 0,-2 0 0,0 0 599,-2-1 1,-1 2 0,-2 4 0,-1 1 223,15-21 0,-6 10 237,-9 12 1,-4 6-272,-7 10-232,2 4 0,-10 9 35,0 9 0,-5 12 106,-7 11 1,-4 11 110,-3 12 0,9-25 0,0 1-117,0 3 0,1 0 0,-1-2 0,0 0-113,2-2 1,1 0-1,-1 0 1,2-1-23,2 1 1,0 0-1,-4 29-122,4-8 0,0-4-154,4-8 1,5-5-33,3-6 0,0-10 247,0-1 0,2-7 31,-2-4 1,2-3-706,1-5 1,-2-3 496,2-4 1,-2-8-461,6-15 1,1-6 192,0-9 1,2-2 278,-2-2 1,0 6-50,-1-2 0,-2 7-27,2 1 1,-6 8 226,-2 6 0,-1 9-202,2 7 1,-2 4 86,-2-1 1,-3 13 21,3 6 0,-3 10 391,-1 6 1,0 6-290,0 5 1,2 1-264,1-2 0,0 2 164,4-5 0,-3-2 16,4-5 1,1-4-240,6-4 1,-3-5-348,3-3 0,-1-3 69,1 0 1,-2-6 49,2-2 1,-2-4 299,-2-4 1,0-4-69,1-7 0,-1-2 158,0-6 1,-3-5 26,0-2 0,-2 1 74,1-1 1,-2 3-112,-5-3 1,4 6-14,0 2 1,0 0 128,-4 7 0,0 4 66,0 3-337,0 6 163,0-3 1,0 6-31,0 3 0,0 2 87,0 5 1,0 1 130,0-1 0,0 0-181,0 1 1,0-1-18,0 0 111,0 6 0,4-5-55,-1 3 0,1-6-146,-4-1 178,5-6-148,-4 3 1,8-6 86,-5-3 1,4-3-17,-5-8 1,6 1-1,-1-5 0,2-4-10,1-3 0,-3-1 21,-1 5 0,1-4-15,3 4 0,-3 0 137,-1 7 0,-3 6-73,4-2 1,-5 7-34,5 1 1,-4 1 14,3 2-11,-4 0 1,7 5 2,-3 3 1,0 2 6,0 1 0,0 1 30,0-1 1,3 4-6,-2 0 1,-2 2-27,2-2 1,-2 1-34,1 3 0,2-1 27,-5-3 0,4-3-15,-5 3 0,5-6-3,-4-1 0,3-4 36,-3 3-20,5-4 1,-3 2-4,5-5 1,-3-5 22,0-3 1,-1-3-213,4-4 1,1-3 115,-1-5 1,-3-4-189,-1-4 0,0 4 144,0 0 0,2 3 245,-5 2 0,1 0-189,-1 3-128,-3 3 535,4 5-196,-5 4 1,0 7-130,0 8 1,0 3 10,0 4 0,0-1-289,0 5 0,1-4-144,3 4 1,1-4-182,2 4 1,4-5 269,-4 1 0,3-6 85,2-2 1,-1-4-44,0 1 1,4-4-112,0-4 370,1-2 0,-5-6 0,0 1 0</inkml:trace>
  <inkml:trace contextRef="#ctx0" brushRef="#br0">12945 9757 7850,'0'-17'0,"0"-2"0,0 3 0,0-2-114,0 3 1,0 3 450,0-3 0,0 2 17,0 2 1,0-1 302,0 1-226,0 5 0,0 0 224,0 2 59,0 2-503,0 13 1,-2 7 26,-1 16 0,-4 7 290,-4 4 0,-2 9-241,-2 7 1,9-29 0,0 1-229,-2-1 0,0 0 1,-3 27 96,4 2 0,-2-8-741,5 0 0,0-3 58,4-8 1,5-3-392,3-2 0,2-3 602,1-3 1,2-4 15,2-4 0,-2-5-929,2-3 1,-2-8 371,3-3 0,1-10 857,6-9 0,0 1 0,-1-9 0,1 3 0</inkml:trace>
  <inkml:trace contextRef="#ctx0" brushRef="#br0">13171 10153 7845,'7'-29'0,"-2"5"0,-5 6 0,0 8 642,0-2 0,-2 8-58,-1 1 0,-8 8 32,-4 6 1,-5 5-217,1 7 1,-1 5-27,1 2 0,-1 6-137,5 2 1,1 1-27,7-1 0,-2-6-54,5 2 0,0-8 26,4 0 0,5-7-359,3-4 1,2-3-56,1-5 1,2-2-73,2-5 1,-1-6 97,5-5 0,0-12-66,3-11 1,5-5-80,-1-6 0,2-7-300,-2-5 1,-13 27 0,0-1 507,1-3 0,2 0 0,-2 1 0,1 0-22,0 3 1,0 0 0,8-23 65,-8 15 0,-3 10 752,0 13 1,-6 9 114,-2 6 0,-3 16-425,-1 15 1,-9 11-171,-2 11 0,-3 3-829,3 0 539,-1 1-308,1 0 557,5-6 0,1 0 182,5-6-370,0-5 55,0-1 0,0-3 0,2-1 0,6-1 0,4-3 0</inkml:trace>
  <inkml:trace contextRef="#ctx0" brushRef="#br0">14135 9632 7859,'0'-18'2194,"0"2"-1192,0 10-662,5 26 0,0 11 265,2 26 0,2 5-383,-7-30 0,0 0 0,1 4 0,-1 0-293,0 1 1,0 1 0,-2 0-1,1 0 200,1-2 1,0 0 0,-1-3 0,0-1 95,3 21 1,-3 0-174,3-8 0,-3 1-96,-1-12 1,0-3-177,0-8 201,0-6 83,0-5 1,2-7-119,1-5 0,0-12 260,5-7 1,0-8-471,7-11 0,2-2-126,2-6 0,2-2-1058,-2 3 0,-3 7 638,0 12 1,0 8 1376,-1 7-531,0 5 0,-7 17 524,-1 8 0,-5 7-388,-2 8 1,-6 5-70,-5 3 1,-1 1 245,-4-2 1,0 1 268,-3-8 1,-1 5-320,5-9 0,0 0-26,3-7 0,5-2-2140,-1-2 1,6-2 893,-2-6 1,4-5-60,4-2 0,3-4 1032,8-4 0,8-12 0,6-8 0</inkml:trace>
  <inkml:trace contextRef="#ctx0" brushRef="#br0">14441 10482 7848,'10'-11'-202,"-3"-1"1,2 5 830,-5-1 0,1 6-183,-1-2 1,-2 3-175,6 1 0,-1 0-16,5 0 0,0 0-27,4 0 1,1-2-19,6-1 0,1-4 14,2-4 0,3-2-136,5-2 0,0-2 102,0-6 1,-5 3-248,-2-3 1,-8 3-74,-4-6 1,-8-2-36,-3 1 1,-4-3 213,-4 4 0,-2 1 187,-5 6 1,-6 6-179,-2 6 1,-3 5 21,-5 2-96,3 15 235,-3 4 836,4 14-449,5 1-139,2 1-1560,10 9 642,1-8-366,10 8-2071,1-9 1430,10 4 660,2-5 797,15 0 0,-2-3 0,11 1 0,0-1 0,3 0 0</inkml:trace>
  <inkml:trace contextRef="#ctx0" brushRef="#br0">15665 10074 7794,'0'-18'440,"0"3"1,6 3-64,6 0 1,5 1-292,10 0 0,7-1-46,7 1 1,8-2-138,4-2 1,4 2-73,3-6 1,-3 5 386,0-1 1,-6-2-1008,-5 2 0,-3-1-454,-6 1 1243,1 2 0,-14-8 0,4 3 0</inkml:trace>
  <inkml:trace contextRef="#ctx0" brushRef="#br0">16232 9643 7794,'-17'7'0,"5"4"293,-3 0 0,-2 8 456,2 11 1,-4 8 602,4 15-1353,5-22 1,0 1 0,3 4 0,1 1 160,-1 1 0,-1 0 1,1 2-1,-1 2-147,2-3 1,1 1-1,0-3 1,1-1 108,4-2 0,0 0 0,0 25 97,0-2 0,6-6-153,6-5 0,-1-7-257,4-5 1,-1-7-555,1-8 0,-1-4 360,5-7 1,-1-4-60,0-8 0,4-7 28,-3-8 1,-2-12-56,2-3 1,-6-6 199,-2 2 1,-1 1 396,-6 3 1,0 5-494,-4 2 202,0 3 0,0 7 2129,0 2-1489,0 7 0,0 8-239,0 8 0,1 8-2,3 7 0,-3 3-18,3 4 0,2-1-84,2-2 0,2-5-40,1 1 0,0-2-428,1-5 1,4-3 179,3-5 0,-3-3 342,0-5 0,0-3-24,-1-4 1,0-2 97,-3-10 0,-2-1-171,-3-6 1,-2-3-28,-5-5 1,0 0 68,0 0 1,-5 0-96,-2 0 0,-7 5-57,-1 2 1,1 5 82,6 3 0,-2 2-103,3 6-260,2 0-89,-6 4 1,11 2 91,0 5 0,5 0-84,7 0 1,3-1 165,0-3 0,6 2 46,2-6 0,1 1-173,6-5 0,-3-4 100,3-3 1,-4-4 8,5-3 1,-6-4 72,1-8 0,-3-6 322,-4-5 1,-3-4 153,-4 4 0,-2 1 203,-3 6 0,-2 8-349,-5 8 0,0 7-38,0 4 1,-1 7 840,-3 5 1,-2 3-286,-5 3 0,-2 15-310,-2 12 0,-3 14-91,-4 13 1,4 3-261,10-28 0,1 1 0,1 0 0,0 0-88,3 0 0,-1-1 1,-5 29-434,5 0 0,1-7 519,3-1 1,5-3 3,2-1 0,4-1-1776,5-10 0,-3 3 156,6-3 0,-1-5 1592,1-7 0,4-2 0,-6-4 0,0-4 0,-1-6 0</inkml:trace>
  <inkml:trace contextRef="#ctx0" brushRef="#br0">17025 10131 7794,'-11'-7'889,"0"4"0,-2 3-305,-2 3 1,1 9-186,-5 7 0,2 6-142,-2 1 1,2 4-39,6-3 0,5 3-200,2-3 1,3-1-79,1-3 1,1-4-190,3-1 0,3-5 171,8-2 1,-1-1-12,5-6 0,1-3 53,7-8 1,-2-8-180,5-15 0,0-2 62,4-9 0,0-7-145,-16 20 0,-2-1 0,2-2 0,-2-2-55,1-4 1,0-2-1,2 0 1,0-1-78,0-4 1,0 1 0,-3 6 0,-1 1 787,-3 5 1,-1 2 0,7-14-167,-7 13 0,-3 11-294,-1 7 1,-4 7 360,0 9 0,-10 15 704,-4 15 0,-5 8-544,1 14 1,-1 3-410,6-25 1,1 0-1,0 2 1,2-1 68,1-1 0,0 0-1563,1 1 1,-1 0 1482,-5 28 0,5-29 0,2 0 0,-1-1 0,2 0 0,-1 27 0,3-4 0</inkml:trace>
  <inkml:trace contextRef="#ctx0" brushRef="#br0">18295 10221 7817,'-22'-3'-847,"4"-1"1,1 0 846,6 4 0,5 0 900,0 0 0,6 1-216,0 3 0,0 4-224,0 7 1,6-1-230,1 4 1,7 1-131,1 4 1,4-4 74,-4 0 0,5-5-14,-1 1 1,6-8 58,2-3 1,0-4-1,0-4 0,1-8-302,2-11 0,3-8-38,-3-7 1,-3-10-431,0-1 0,1-7 390,-15 27 1,0-2 0,-1-2-1,-1-2-71,-1-2 0,-1-2 0,0 1 0,1 0 137,1 0 1,0 0 0,-2 0-1,0 1 47,-1 2 1,-1 2 0,6-25-115,-2 16 0,-5 9-442,-2 14 1248,-3 8 0,-7 22-55,-5 16 0,-7 21-189,5-17 1,0 2-1,0 5 1,0 2-496,-2 5 0,0 1 0,2-1 0,1 2 421,-1 2 1,-1 0 0,2-1 0,1 0-117,-1-1 0,1 0 1,1 0-1,1-1-88,-1-4 1,1-1-1,2 0 1,1 0-172,1-3 0,-1 0 1,1-4-1,0 0-15,1 26 1,-5-10 403,2-8 1,1-6-362,-2-13 1,4-3-25,-3-8 0,3-6 15,-4-2 1,5-8 330,-5-4 0,2-8-608,-2-7 0,-1-6-120,6-8 1,-1 0 222,4-4 0,5 1 350,2 3 0,4 4-485,0 10 1,0 2-154,1 2 0,-1 3-352,0 4 1,1 2 340,-1 3 1,0-2-438,1 5 1,-2-5 937,-3 2 0,-2-3 0,-5-2 0</inkml:trace>
  <inkml:trace contextRef="#ctx0" brushRef="#br0">18102 10029 7817,'-34'-18'1484,"10"2"1,0 4-571,13 1-378,-3 0-1137,13 4 1,3-1-601,13 4 0,9 0 189,14 4 1,13 0 288,9 0 439,-25-2 1,1-1-1,0 2 1,2 1-1,1-3 1,1 1 0</inkml:trace>
  <inkml:trace contextRef="#ctx0" brushRef="#br0">19394 10142 7898,'-11'-6'0,"0"-3"389,-1 5 0,5 0 1561,-1 4-1536,6 5 0,-7 3-327,5 7 0,0-1-41,4 5 0,0 0-107,0 3 0,2 0 203,1-3 1,5 1 181,7-5 0,3 0-212,4-4 0,5-4-55,-1-4 1,6-3 216,-2-3 1,1-9-89,0-7 1,5-11 32,-2-4 1,4-9-552,0-2 1,-20 18-1,0-1 162,3-4 1,0-1 0,-3-1 0,-1-2 147,0 0 0,0 0 0,0-4 0,0-2 51,-1 1 0,-2-1 0,1-2 0,-1 0-107,2-1 0,-1-1 0,-3 4 0,1 0-151,0 2 1,0 1 0,-3 6 0,-1 3-80,6-19 0,-7 16 327,-4 10 236,-3 13 0,-4 8-138,-4 17 1,-2 9 556,-10 14 1,-2 12-409,9-21 1,1 2-1,-2 4 1,1 1-203,2 1 0,1 1 0,0-1 0,1 1 119,1-1 1,-1 1 0,2-1 0,0 0-53,0 1 1,0 0-1,3 1 1,0-1-534,1-2 0,0 0 0,1-2 0,1 0-141,0 30 0,0-6-624,0-2 1,0-10 232,0-12 1,4-7-1038,0-8 1437,-1-7 1,-3-30 533,0-5 0,0-11 0</inkml:trace>
  <inkml:trace contextRef="#ctx0" brushRef="#br0">19791 9813 7849,'-16'-45'0,"3"10"1536,-2 5-364,2 9-953,7 5 0,1 9-393,5-1 0,1 5 270,3 0 0,7 3 128,8 3 1,3-1 93,0 1-318,1 4 0,0-1 0,-1 5 0</inkml:trace>
  <inkml:trace contextRef="#ctx0" brushRef="#br0">19315 9949 7872,'-29'0'859,"6"-1"1259,8-3-1805,8 3-162,2-4-344,5 5 0,11 4-568,8 0 0,10-1 761,12-3 0,6-5 0,10-1 0</inkml:trace>
  <inkml:trace contextRef="#ctx0" brushRef="#br0">21004 9881 7807,'-29'-3'0,"3"-1"0,7 0 1118,4 4-766,7 0 0,-2 6 63,2 6 1,2 4 54,-2 7 1,6 4-185,-2 4 0,3-1-79,1 4 0,1-3-307,3 7 1,4-8-157,7-3 1,-2 0-479,6 0 1,0-4 485,4-5 1,-4-4 72,0 1 0,0-7-423,3-4 0,-3-6 598,0-5 0,0-11 0,4-11 0</inkml:trace>
  <inkml:trace contextRef="#ctx0" brushRef="#br0">20970 9621 7807,'-18'-7'0,"7"-3"179,6 9 1,11-4-198,6 5-114,4 0 1,12 1-95,2 3 1,8-1 147,3 4 1,6 0 65,-2 0 1,7 2 65,-7-5 1,-1 4 131,-2 0 1,-9-3-156,1-1 0,-13 1-86,-2-1 248,-5-1 211,-8-3-172,-26 5 0,-2 2-48,-19 4 1,8 5-85,3 3 0,5 0 440,-2 4 0,8 2 616,4 9 1,8 5-660,3 3 0,3 3-237,1 4 0,5-6-185,2 2 1,3-3-112,2-1 0,-2-3-230,-3-8 1,-2 1 262,-5-9 0,-2 3 139,-6-6 0,-7-1-136,-15 1 0,-10 5 0,-12 5 0</inkml:trace>
  <inkml:trace contextRef="#ctx0" brushRef="#br0">4262 12408 7871,'-17'-51'0,"5"2"0,-3 6 1466,2 1 1,2 6-658,-1-2 0,5 9-269,-1 6 1,1 6-404,-5 5 0,1 6 0,-2 4 74,-2 4 0,-2 16-63,-6 12 1,-1 10 91,-2 13 1,3 5-331,11-24 1,1 0 0,-6 28 75,5-6 0,6-5-125,2-10 0,6-5-125,5-6 0,6-10 231,9-1 1,1-7 114,0-4 1,1-4-49,2-8 0,2-4-19,2-7 0,-2-7 0,-6-9 1,0-1 17,-3-2 0,1-5-333,-5-3 1,-4-1-97,-3 2 0,-6 3 854,2 8 1,-3 7-174,-1 8-35,0 2 0,0 8-156,0 5 1,0 7-28,0 8 1,0 7-18,0 9 0,2-2 68,1 1 0,4-1-202,4 1 1,2-2-141,2-6 1,-1-4-486,5-3 0,1-2 336,6-2 1,-1-5 168,6-2 1,-5-9 123,4-6 0,-5-7 99,2-8 1,-3-3-226,-2-5 1,-4 0 35,-3 0 0,-6 1 293,-1 3 0,-6 0 198,2 7 1,-3 3 205,-1 8 1,0 5-216,0-1 0,-1 6-27,-3-2 1,2 8-174,-6 3 0,4 10 47,-3 5 0,4 6 71,-1 6 0,3 1-117,1 3 1,0-4 24,0 0 1,0 0-135,0-4 0,5-6-119,3-1 0,-2-8 3,2 0 0,-1-7 3,4-5 0,1-3 31,-1-3 0,0-9-191,1-7 0,0-12 119,4-7 1,-4-1 94,3-2 1,-2 5-285,-2 2 1,-3 8 143,-1 11 1,1 0 365,3 7 0,1 6-61,-1 5 0,4 6-63,0 14 0,4 2-504,-4 9 0,5 4-526,-1 0 1,4 3-240,3-3 1222,3 0 0,4-6 0,0-1 0,1-5 0,2-2 0</inkml:trace>
  <inkml:trace contextRef="#ctx0" brushRef="#br0">6926 12510 7868,'-23'-17'-250,"4"-3"312,0 5 1,5-2 39,-1 2 0,-1-1 170,1-3 1,0-1 357,3 5 0,1-1-252,-1 5 1,5 1 46,-1 2 137,1 3 1,-5 7-134,1 1 1,0 11-249,-1 13 1,1 3-97,0 12 1,1-6-166,2 2 0,-1-4 30,6-4 0,-1-2-518,4-6 532,0-4 1,1-3-29,3-7 1,-2-5-85,6-6 0,3-6 118,4-10 0,6-1-194,-3-10 0,3-2 44,-3-6 0,-1 4 112,-6 0 1,-1 7 80,-2 8 87,2 2 1,-4 11-137,6 2 0,-5 9-21,1 7 1,-2 9-564,1 9 0,4 4-242,-4 4 0,1-5-506,3 5 1368,-7-11 0,16 11 0,-7-9 0</inkml:trace>
  <inkml:trace contextRef="#ctx0" brushRef="#br0">7243 12318 7868,'0'-28'976,"-1"9"214,-3 0 1,-2 9-679,-6 3 0,1 4-245,0-1 1,-1 13-177,1 6 1,0 10-45,-1 6 0,2 3 128,3 3 0,2 0 37,5 5 1,0-6-143,0 2 1,5-7-196,2-1 0,7-4-327,1 0 0,5-3 313,-1-4 1,3-4 43,0-8 0,1-2-506,0-5 1,-1-1 239,1-3 1,-4-3 492,0-8 0,-5-3-49,1-5 1,-3 1-70,0-1 1,-5-3-8,1-1 0,-4-3 150,3 4 1,-4-2-54,0 1 0,2 7 154,-1-2-416,0 6 165,-4 0-37,0 10 0,0 2 37,0 8 0,0 3 138,0 8 1,0 8-10,0 7 1,0-1 92,0 2 0,4-5-78,0 4 0,3-5-54,-3 2 0,5-5-262,-2-3 0,3-4-156,2-7 0,-5 1-53,1-5 0,-1-1 133,5-3 1,-5-5-37,1-2 0,-1-5-186,5-3 0,-1-2-270,0-6 1,1 0 192,-1 1 1,0 0 539,1 3 0,4-2 0,2 3 0</inkml:trace>
  <inkml:trace contextRef="#ctx0" brushRef="#br0">7719 12023 7831,'-11'0'2306,"-1"0"-1566,6-5-205,1 4 0,6-4-649,3 5 0,6 0-63,5 0 1,5-1-22,-1-3 1,8 2 155,3-1 0,0-2 38,4 1 1,-6-1-259,6 1 0,-8 3-358,1-3 0,-5 3-490,-3 1 0,2-4 1110,-6 0 0,0 0 0,-4 4 0</inkml:trace>
  <inkml:trace contextRef="#ctx0" brushRef="#br0">7980 11694 7831,'-5'-11'357,"2"-3"-87,-4 3 1,3-3 512,-4 7-201,6 2-318,-3 0 1,5 6 45,0 3 1,0 8-42,0 11 1,0 11 349,0 11 1,0 11-299,0 8 1,0-31 0,0 0-207,0 1 1,0 0 0,0 1-1,0 0-14,0 1 0,0-1 1,0-2-1,0 0-85,-1 1 0,2 0 0,4 26 167,2 1 0,5-5-133,3-3 0,1-6-363,3-6 0,2-9 288,-2-2 0,3-8-248,0-4 0,0-9 88,-3-1 1,2-6-45,-2-2 0,-3-10-21,-1-5 1,-1-10-159,1-5 1,-3-12 72,-1-3 0,-1-8-9,-6 0 1,0-1 301,-4 1 0,-1 9-100,-3 10 1,1 6 835,-4 9 1,-1 4-286,-3 8 0,-1 3-66,1 8 0,0 5-175,-1 10 0,6 6-59,2 12 0,3 4-130,1 4 0,1-3-224,3-1 1,2-6-974,6-1 0,-1-1 607,0-6 0,5-1-1617,-1-3 2228,0-6 0,-1 1 0,-3-3 0,-2 3 0</inkml:trace>
  <inkml:trace contextRef="#ctx0" brushRef="#br0">7628 12476 7790,'0'-17'147,"0"2"1,0 6 297,0 1 1,0 5 433,0-5-557,0 5 0,2-3 116,1 2 1,0 3-43,4-3 1,1 9-141,3 7 0,1 4-178,-1 7 0,0 4-179,1 4 0,-5 1-284,1 2 1,-1 4-714,5 0 0,-1 3 1098,0-3 0,6 5 0,0-3 0</inkml:trace>
  <inkml:trace contextRef="#ctx0" brushRef="#br0">9159 12318 7775,'0'-19'352,"0"0"1,0 9 1410,0-1-980,-5 7-566,-2-1 0,-4 11-44,0 5 1,-2 12 8,-2 11 0,2 1-71,-2 7 1,6-4-24,2 3 1,6-8-163,1 1 1,5-9 84,6-2 0,7-6-256,4-5 1,2-6 78,6-2 0,-1-8 76,2-4 0,0-7 77,-5-4 1,0-7-105,-7-4 0,-3 1 95,-5-1 1,-4-4 14,-4-4 1,-1-1 88,-2 1 1,-4 4 4,0 0 0,-5 1 140,2 7 1,0 1 49,0 6 1,3 6 92,-4 6-175,6 4-167,-3-2 1,10 5-297,3 0 1,7 1 170,4 3 1,-2 6 110,2 5 0,2 5 57,2-1 0,6 7 64,-6 0 0,-2 5-90,-2 0 1,-5 0 42,1-1 1,-2 3 217,-2-3 0,-5-3 14,-2-5 0,-3 0-19,-1-7 1,0-4 450,0-3-98,0-6 0,-5 2-329,-2-8 0,0-7-283,0-8 1,4-9-411,0-6 0,1-1 292,2-6 1,9-5-1213,2-3 1,7 0 399,-3 4 0,5 6-30,-1 5 0,4 6 162,3 9 684,-2 3 1,4 4 0,-5 1-1</inkml:trace>
  <inkml:trace contextRef="#ctx0" brushRef="#br0">10995 12284 7800,'-18'-18'597,"3"3"1,3 7-183,0 5 0,5 1-167,-1 2 1,6 7-17,-2 4 1,-1 12-27,1 11 1,0 2-35,4 10 1,1-7-256,3 6 97,3-7 1,9 1-172,3-5 0,2-7 113,2-4 1,3-7 15,1-8 0,3-3 61,-4-5 0,1-2 2,-4-6 1,-2-5-28,-2-9 1,-4-6-4,-7-2 1,-3-4-169,-5-4 1,-7-1 126,-4-3 1,-2-2-221,-6 3 1,1 4 41,-5 7 1,4 4 128,0 11 0,4 1-59,-4 6 1,9-1-161,-1 6 1,7 0-146,0 7 1,4 2-906,4 5 1354,2 1 0,16-6 0,2-1 0</inkml:trace>
  <inkml:trace contextRef="#ctx0" brushRef="#br0">11528 11570 7800,'-12'-18'0,"6"2"440,-4 10 1,9 3 640,-3 11 0,3 10-345,1 16 0,-4 7-307,0 8 0,-1 11-212,3-26 0,0 0 0,2 2 0,-1 0-180,-1 0 0,0 0 0,1-2 0,1 1 84,0 1 1,0 0 0,0 0-1,1 1-63,1-1 1,0 0 0,0-2 0,1 0-62,1-2 1,0 0 0,4 22 132,-4-1 1,0-7-66,-4-4 0,0-4 24,0-8 0,0-7-316,0-8-5,0-3-145,0-5 93,0-2 0,0-14 209,0-2 0,0-13-525,0-3 0,5-12 258,3-2 0,-1-14 2,4 6 0,-2-2 199,6 5 0,-2 7 95,-2 5 0,1 5 20,-1 7 0,0 5-33,1 6 1,-1 4 21,0 3 0,1 2-12,-1-1 0,-3 5 301,-1 2-162,1 5 0,3-3 64,0 5 1,-4 1 115,-4-1 1,2 0-114,-1 1 1,4-1 10,-4 0-155,-1 1 0,-1-1-135,1 0 318,-1 1-18,3-1-97,-5 0 1,0-3 77,0 0-82,0-6-35,0 8 1,0-4 123,0 6 1,-4-5-87,0 1 0,-5-1-22,2 5 0,-3 0-23,-2 3 0,0-2-83,-3 2 1,2 2 58,-2-2 1,-3 4-6,-1-4 0,2 0-267,-2-4 1,5 0 113,-1 1 0,-1-1-693,0 0 0,1-1-6,4-2 1,3 1-1401,1-5 2246,4-1 0,-2 2 0,5 2 0</inkml:trace>
  <inkml:trace contextRef="#ctx0" brushRef="#br0">11856 11785 7811,'-29'-11'0,"4"3"3733,10 1-1982,0 4-1560,14-2 1,-4 6-127,5 3 1,6-1-186,5 4 1,7-4-81,8 1 1,3 1-320,5-2 0,5 1 367,3-4 0,1-1 183,-2-3 0,2 3-1475,-5-3 1,-1-1 10,-7 1 1433,-3-5 0,-4-2 0,0-7 0</inkml:trace>
  <inkml:trace contextRef="#ctx0" brushRef="#br0">12174 11536 7811,'-12'-13'0,"1"-1"1940,0 11-1259,-1-1 0,5 6-20,-1 6 0,1 11 107,-5 15 1,1 14-398,0 8 0,5-20 1,0 1-315,0 1 0,1 0 1,1 0-1,1 1 4,-2-1 1,2-1 0,1-2 0,1-1 25,-1 1 1,1-2 0,0 2 0,0-2-269,1 32 0,0-5 72,0-3 0,5-7-234,3-8 1,-2-3 151,2-5 0,-1-5-222,5-3 0,-2-7-199,-3-4 615,3-7 0,-3-3-427,4-5 0,-3-10 317,-1-5 0,1-12-278,3-7 1,0-5 231,1-6 1,-2 4 296,-3 4 1,0 4-248,-4 6 0,-1 2-338,2 10 739,-3 5 433,-1 5 1,0 14-284,0 2 0,-4 13-212,0 3 1,-3 5-136,3 6 1,0-4-85,4 0 0,0-1-252,0-7 0,4 1 102,0-5 1,4-4-85,0-3 0,-2-7 147,2-5 0,-4-1 47,3-2 1,1-3 124,3-4 1,-1-2-107,-2-10 0,2-5-61,-3-6 0,3-3-22,2-1 1,-1 0-233,0 0 0,1-2 217,-1 2 0,-3 6 338,-1 9-186,-4 5 45,2-2 0,-1 11 28,-1 5 0,1 10-91,-4 9 0,0 3-13,0 5 1,0-2-21,0 5 0,0-3-488,0 3 0,1-5 20,3 1 0,2-3-284,6-4 0,-1 1 178,0-5 0,1 0-161,-1-3 1,6-6 735,1-2 0,4-3 0,0-1 0</inkml:trace>
  <inkml:trace contextRef="#ctx0" brushRef="#br0">12741 12204 7811,'6'-16'319,"-1"3"593,-5-2 395,0 3-869,-5 0 0,-1 6-43,-6 2 0,5 4-192,-1 4 0,6 4 13,-2 7 0,-1 2-11,1 6 1,0 4-14,4-1 0,0 5-245,0 0 0,4 1 109,0 2 1,1 4-4,-1 0 1,-3 0-8,3-4 0,-3-2 29,-1-1 1,0 0-44,0-4 1,-5-1-139,-3-3 0,-2-2 51,-1-2 0,0-4-197,-1-7 1,-3 0 125,0-4 1,-5-1-110,1-7 0,3-4 228,0-7 1,4 1-69,0-4 1,6-1-28,2-4 1,3 4 201,1 0 0,6 5 298,6-1 0,4 4-305,7 3 1,0 0-238,-1 4 0,6-5 43,2 1 1,3 0-216,1 0 0,1-6-1,3 3 1,-7-4 137,3 0 0,-5-3 212,-2-5 1,-1 1-107,-7-1 0,-2-1 100,-2-2 0,0-2-138,-4-2 1,-2-2 46,-9 6 0,0-1 279,0 5 1,-5 4 188,-3 3 0,-3 7 340,-4 5 1,-3 8-119,-4 6 0,0 10 99,3 10 0,-1 8-463,5 6 1,0 2-448,4 6 1,0-8-266,4 4 0,2-9-713,5 6 1,5-9-2522,2 1 3684,4-8 0,1 2 0,3-6 0,4-1 0,3-1 0</inkml:trace>
  <inkml:trace contextRef="#ctx0" brushRef="#br0">14690 11808 7852,'6'-34'0,"0"5"0,-1 6 0,1 8 663,0 2 0,0 7 935,-2 2 0,-2 6-1120,1 5 0,-6 7-244,-5 13 0,-8 7 635,-7 7-629,-5 13 0,11-27 0,-2 0-268,-2 5 1,0 1-1,1-4 1,-1 1 198,-4 0 1,0 0 0,4-3-1,0 0 98,0 0 0,0-1 0,-21 22-277,20-23 0,-1-1 1,-17 18 267,2-5 0,0-6-81,4-5 1,-1-3-27,9-4 0,4-3 47,7-5-282,2-4 524,7 3 0,2-9-501,8 3 1,9-3 39,9-1 1,12-4-127,12 1 0,9-5-111,-23 6 0,0 0 0,2-2 0,0-1-70,2 1 1,0 1 0,0 0 0,0 1 176,4 0 0,-1 0 0,-1-1 0,0 1 113,2 0 0,-1 0 0,0 0 1,-1 0 60,-4 2 0,0 0 0,30 0-125,-11 0 1,-11 0 91,-8 0 0,-9-1 229,-2-3 0,-7 2-79,-8-6 0,-3 1 299,-5-5 1,-2-4-165,-1-3 0,-5-4-138,-7-3 1,-4-8-222,-7-8 0,0-4-209,-4-7 0,-1-1 222,12 22 0,0 0 0,1-1 1,1 0-10,-2-3 0,0 0 1,1 5-1,1-1 165,-1 2 0,2 0 0,-15-18-90,1 10 1,1 9 472,-1 7 0,2 5-508,6 10 1,4 3-497,3 8 1,2 3-37,2 9 1,5 1-375,2 6 1,3 3 605,1 1 0,5 4 425,2-1 0,9-1-87,7 2 0,5-1 0,6 4 0</inkml:trace>
  <inkml:trace contextRef="#ctx0" brushRef="#br0">15552 12476 7797,'-22'-16'0,"3"5"5543,-7-1-3721,7 6 1,-2 16-180,2 5-1643,-3 10 0,0 4 0,-1 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</inkml:context>
    <inkml:brush xml:id="br0">
      <inkml:brushProperty name="height" value="0.053" units="cm"/>
      <inkml:brushProperty name="color" value="#FF0000"/>
    </inkml:brush>
  </inkml:definitions>
  <inkml:trace contextRef="#ctx0" brushRef="#br0">12865 2654 7820,'12'-12'0,"-5"-1"0,-1 1 413,-1-1 0,1 5-117,2 0 0,3 0 460,-3-5 0,3 1-234,2-1 0,-5 0 347,0-4-547,1 3 0,-1-5 219,0 3-280,-5 2-105,2-10 1,-5 9 35,0-5 17,-5-1-131,-2 2 1,-7 1-85,-2 5 1,-5 5-1,-8 0 1,-3 5-199,-5-1 1,1 8 149,3 4 0,-1 3-85,5 2 1,1 3 97,8 1 83,2-1-52,11 2 0,1 1 3,6 6 0,2 0 63,2 0 1,8 4 23,9 0 0,4 4-64,4-4 0,6 5 5,7-1 0,3 2 29,-3-2 0,-1-1-18,-4-4 1,-1 0 250,-3 5-247,-3-5-4,-10 2 1,-7-5 191,-4 0-21,-6-6 29,-3 4 1,-9-3 248,-7 4 1,-5 5 11,-8 0-292,3 0 1,-10-4 31,3 0 1,-3-5-487,-1 1 0,4-2-158,0 2 1,5 1-1027,-1-5 1234,9-1 0,2-5 175,5-2-2055,1 2-1713,5-10 3796,7 4 0,7-10 0,5-2 0</inkml:trace>
  <inkml:trace contextRef="#ctx0" brushRef="#br0">13299 2766 8771,'-5'-13'707,"3"6"0,2-2-97,9 5-204,2-6-339,6 9 0,3-9-91,5 6 1,5-6-347,3 2 0,3 1-573,1-1 0,0 5 943,0-1 0,1-3 0,-1 0 0</inkml:trace>
  <inkml:trace contextRef="#ctx0" brushRef="#br0">13510 2902 7964,'-12'14'1028,"5"-2"74,3-8 0,2-1 1316,2 5-1148,0 1-553,0-2-804,11 4 135,-2-10 1,18 9 143,-2-6 1,12-1 36,0-8 1,9-3 93,-1-8-598,4 2 1,0-15 0,1 3 0</inkml:trace>
  <inkml:trace contextRef="#ctx0" brushRef="#br0">15631 1612 7940,'5'-30'-83,"-1"-3"0,5 1-165,0-1 0,-2 7 1262,1 1 1,-5 2 28,1 6-235,-3 6-239,-1 6-262,0 5 0,-5 2 117,-4 7 0,-3 7-113,-5 17 1,-3 11-27,-9 14 0,15-23 0,0 1-356,-3 1 0,1 0 0,3 1 1,0 0 170,0-3 0,1 0 1,0-1-1,1 0 0,-6 28 1,6 0-393,7 0 1,3-7 70,1-6 289,11-5-167,2-6 0,14-7-332,2-2 378,-3-8-21,4-3-317,0-11 206,-9-2 0,7-5-37,-12 0 0,1-7-46,-5-5 1,-5-7-89,-3-10 1,-5-3-591,-8-5 611,1-6 110,-15 10 23,3-3-45,-4 17 516,-1 1-49,0 11-202,0 2-98,0 5 0,2 6-292,2 7 168,3 5-35,6 1-264,5 5 533,2-5 0,6 4-301,3-2 301,8 2 0,8-9 1,5 4-1</inkml:trace>
  <inkml:trace contextRef="#ctx0" brushRef="#br0">16140 1997 7950,'-12'-7'3797,"5"-4"-2786,1 9-694,6-3 1,2 4 19,2-4 0,4 3 107,9-7 0,3 1-442,9-4 1,7-1-274,5 1 0,2 0-1675,-1-1 468,-9 1 920,8-1 1,-15 1-1040,3 0 1597,-3 5 0,-6-4 0,-2 4 0</inkml:trace>
  <inkml:trace contextRef="#ctx0" brushRef="#br0">16438 1625 7938,'0'7'639,"-2"5"176,-2 0 0,-1 8 625,-3 9-986,-3-3 0,5 14-61,-2-3 0,2 3-159,6-3 1,0 4-885,0 1 1,2 3 472,2-3 0,1 9-3234,4-2 3411,2-2 0,-5 1 0,7-4 0</inkml:trace>
  <inkml:trace contextRef="#ctx0" brushRef="#br0">16872 1699 7938,'-5'-7'0,"-6"3"630,-6 8 1,0 3 1304,5 6-1320,0 4 0,1 1-89,2 3 1,4 2-60,5-2 1,1 4-158,3 4 0,3-3 59,6 3 1,5-3-217,2-1 0,4-2 0,0-2 1,3 1-653,2-5 276,-3-1 222,10-3 1,-10-7 158,3-1 0,-3 0-989,-1-1 0,-6 0-3302,-2-4 4133,-4 0 0,0-5 0,-1-2 0</inkml:trace>
  <inkml:trace contextRef="#ctx0" brushRef="#br0">17083 1774 7938,'-6'24'0,"0"7"1563,-7 2-978,1 8 1,-1 5-7,1 7 222,5-7-679,-4 8 0,10-10-545,-3 5 461,2-5 0,4 3 226,2-5-99,3 4 1,6-2-166,4 6 0,2 0 0,6-1 0</inkml:trace>
  <inkml:trace contextRef="#ctx0" brushRef="#br0">17492 1972 9818,'13'0'1027,"-1"0"0,1 0-106,-1 0-572,6-6 0,1 5-122,6-3 1,1 1-147,3-1 1,-1 3-162,5-3 1,-6 1-380,2-1 1,-2 2-1829,-3-2 1198,-4 3 1089,3 1 0,-9-6 0,4-1 0</inkml:trace>
  <inkml:trace contextRef="#ctx0" brushRef="#br0">17765 1749 7982,'-5'9'2683,"-3"4"-2407,-4 2 0,3 11 13,-4 3 0,7 4 455,-11 8 1,10-2 650,-5 2 0,3 2-479,1-2-1483,3 1 88,5-5 1,0 0-1745,0 0 2000,5 1 0,2-5-3022,5 0 1742,6-6 1503,2 4 0,4-12 0,1-1 0</inkml:trace>
  <inkml:trace contextRef="#ctx0" brushRef="#br0">18187 1761 7970,'0'-12'1830,"0"5"-831,0 1 390,0 6 834,0 0-1670,0 6 1,0 6 287,0 9 0,0 4-412,0 4 1,4 2-179,0 7 1,5 4 193,-5 4 1,4 2 746,-4 2-2207,0-1 1044,2 1 153,-5-6-9,5 4-336,-6-15 1,0 7 77,0-11 65,0 0 0,-2-6-226,-2-2 1,-3-3 165,-5-6 1,0-1-23,-1-2 1,-1-4-595,-2-5 0,-4 0-586,-4 0 0,3-11-2505,0-5 3787,1-12 0,-5-9 0,0-7 0</inkml:trace>
  <inkml:trace contextRef="#ctx0" brushRef="#br0">18187 1749 7891,'14'-6'0,"4"5"1252,-6-3-604,1 2-421,10 2 1,-8 0 2051,6 0-1083,5-5-706,6 3 1,2-7-106,3 5 1,-1 0-612,10 4 1,-6-5-525,1 1 0,-2 0 690,-2 4 0,-4 0 274,0 0-214,-5 0 0,2 6 0,-5 1 0</inkml:trace>
  <inkml:trace contextRef="#ctx0" brushRef="#br0">15061 2915 7881,'-7'-2'0,"3"-2"0,-3 3 2219,5-5 1,4 6-251,10 0-1524,12 0 0,14-4 186,12 0-235,11 0 1,-25 3 0,2 2-1131,3-1 1,1 0 954,8 0 0,2 0-227,-5 0 1,2 0-1,13-2 1,2 0 0,-3-1-1,2 1 78,4 1 1,2 0 0,-20 0 0,0 1 0,1-1-39,4 1 1,2 1 0,-1-2 0,-1 0 0,0 0 0,1-1-1,2 1 1,2 0-1,-2-1 1,-1-1-1,0 0 1,1 1-56,3 0 0,1 1 0,0 0 0,-2-2 0,-1 0 0,1 0-802,-1 2 0,0 0 1,0-1 785,-4-1 1,0 0 0,0 0 43,3 0 0,1 1 1,-2 0-1,-4-1 1,-2 0-1,0 0 4,0 1 1,-1-1 0,1 0 0,-2 2 0,0 0 0,-2-1-106,13-2 1,-2 0 0,-3 2 0,-1 0 182,-6-2 1,-3-1 0,-5 3 0,-2 0-90,29-6 1,-11 4 61,-13-4 0,-8 5 901,-13-1-2043,-3-3 1252,-6 0-1411,-11-5 1234,-2-1 0,-22-2-436,-6 3 1,-18-2 440,-11 10 0,-8-6 0,28 7 0,1-1 0</inkml:trace>
  <inkml:trace contextRef="#ctx0" brushRef="#br0">16947 3225 7819,'-7'0'1532,"1"0"0,7 0-869,4 0 1,-1 0 137,8 0 0,1 1-119,11 3-288,-2-3-238,14 5 1,-5-6 51,2 0 1,1 4-189,-5 0 1,-5 6-295,-8-2 1,-2 2 143,-2-2 1,-5 5-119,-3-1 1,-11 2 263,-9 6 1,-13 5 97,-12 4 1,-2 0 991,1-4-1056,9-6 183,3 5 0,12-12-78,6 0 0,1 1 105,2-5 0,7-1 23,10 1 1,7-5-367,14 1 0,14-4-331,11-4 0,8-4-143,-28 0 1,2-1 0,1 2 0,2-1-223,4-2 0,1-1 1,0 1-1,0 0-803,1-3 1,1 1-6,0-1 1,1 1 1586,6 0 0,-1-1 0,-1 1 0,-1-1 0,3 0 0,0-1 0,1-2 0,1-1 0</inkml:trace>
  <inkml:trace contextRef="#ctx0" brushRef="#br0">18994 2753 7767,'-7'0'1564,"1"0"-681,6 0 986,0 0 1,6 0-1480,2 0 0,3 0-431,1 0 1,6 0-279,3 0 0,2 0-163,2 0 1,4 0-453,0 0 1,-4 2 763,-4 2 170,-6-3 0,3 10 0,-6-4 0</inkml:trace>
  <inkml:trace contextRef="#ctx0" brushRef="#br0">19118 2915 8408,'-7'12'3087,"1"0"-2551,6-5 1,7 0 878,5-3-734,6-2-337,13 3 1,6-5-69,8 0 0,9-5 29,4-4-1394,-3-2-705,6 4 0,-10-2 1794,3 5 0,2-6 0,1 3 0</inkml:trace>
  <inkml:trace contextRef="#ctx0" brushRef="#br0">20656 2170 7884,'-19'-6'0,"1"-4"0,5 6 3510,1 1-1669,-1 2 846,7 1-1471,0 0-993,6 0 1,3 0 98,5 0-567,11 0 247,19-6 0,7 3 8,9-5 1,7 4-158,5-4 0,-4 4 255,-4-5 0,-12 7 71,0-3 0,-7 4-338,-6 1 0,-4 1-254,-9 4 1,-7 3 899,-9 8-178,-3 4 97,-12 4 0,0 11 957,-14 2-885,3 9-1477,-8-2 1376,0 11-216,9-10 0,-7 5 73,12-9 1,1-6-7,6 2 1,0-7-555,5 3 0,-1-4-709,5 4 0,0-7-892,0-1 1,2 3 910,2-8 1,-1 3-990,5-7 2005,6-2 0,0 4 0,4-6 0</inkml:trace>
  <inkml:trace contextRef="#ctx0" brushRef="#br0">21388 2667 7836,'-1'-7'912,"-2"1"2771,-1 1-2670,-6 3 0,4-5 1655,-2 3-1736,3 3-550,5-5 106,0 6-2236,0 0 590,0-5 1,1 3-876,3-2 1,9 3 2032,7 1 0,4-6 0,1-1 0</inkml:trace>
  <inkml:trace contextRef="#ctx0" brushRef="#br0">21859 2294 7829,'-5'-12'3489,"3"0"-1406,-9 5-1028,10 1 791,-4 6-853,5 6-420,0 6 1,0 7 161,0 6 0,1 6-245,3 2 1,3 4-36,5 4 0,-3 5-259,-1 7 1,-1-6-153,1 3 1,2-5 177,-6 1 1,4-3-47,-4-6 1,0-4-242,-4 0 170,-5-6-231,-2 4 0,-11-8-191,-3-2 0,-2-3-303,-2-6 1,0-4-725,0 1 1,-3-7 516,-1 3-2588,0-10 1335,-2-1 1016,5-12 1064,1-7 0,5-5 0,4-6 0,1-1 0,-1-3 0</inkml:trace>
  <inkml:trace contextRef="#ctx0" brushRef="#br0">21872 2319 7829,'33'-18'876,"0"6"1,-6 4 1200,2 4 0,2 2 670,-2-2-1540,0-3-690,1 6 1,4-6-18,12 3 0,-1 2-775,9-2 1,3-1-926,1 1 0,-5-5 961,-3 5 102,0 0 0,-6-1 1,5-2-1</inkml:trace>
  <inkml:trace contextRef="#ctx0" brushRef="#br0">11699 6003 7960,'7'-18'0,"-2"0"1300,-5-3-650,0 3-520,0 6 1788,0 5 1,0 30-868,0 15 1,-4 22-674,0-2 1,-1-23 0,0 0-305,1 3 1,0-1 0,-1-1 0,-1 1 106,0 0 0,0 0-1042,-1 3 0,1 0 872,0-5 1,0 1-1,0 3 1,-1 0 113,1-3 1,0-2 0,-2 32-30,-1-8 0,7-4 9,-3-8 0,4-15-228,1-10 92,0-6 802,0-8-381,0-29 1,6-8-530,2-28 0,3-10-143,-5 32 1,0-2 0,3-4 0,0-2 382,1-1 1,1-1 0,1-3 0,-1-1-68,2-5 1,-1-1-1,1-2 1,0 0-492,2 0 1,-1 0-1,0 5 1,0 1-201,2 4 0,1 1 0,-4 10 0,0 3 308,12-24-191,0 22 578,-6 12 1,2 18 43,-1 1 0,-4 11 49,0 6 1,-2 17 411,-2 13 0,-3 10-429,-1 6 1,-5 8-3,-1-31 0,0 0 0,-1 4 0,-1 1-137,0 1 0,0 1 1,0 2-1,0 1-208,0 1 0,0-1 0,0 0 1,0 0-1237,0-4 1,0 0 688,0 2 0,0 0 388,0 27 1,0-34 0,1 0 391,4 22 0,-4-3 0,3-6 0,-2 1 0,-2 0 0</inkml:trace>
  <inkml:trace contextRef="#ctx0" brushRef="#br0">11736 6610 7960,'0'-19'2168,"0"3"-617,0 7-1081,0-2 0,1 9-243,3-7 0,10 5-5,11-4 1,7 0 13,9-5 1,9-3-1101,8-1-1137,2-5 1427,8 3 1,-3-6-15,-30 13 0,0-1 0,-2 1 0,0-1 588,2 1 0,0 0 0,30-13 0,-31 12 0,0 1 0</inkml:trace>
  <inkml:trace contextRef="#ctx0" brushRef="#br0">12666 6214 9933,'14'0'230,"3"0"0,2 0-335,6 0-335,0 0 1,-1 5-1321,1 3 1760,0 3 0,-6 7 0,-1 2 0</inkml:trace>
  <inkml:trace contextRef="#ctx0" brushRef="#br0">12728 6511 7911,'-19'13'2452,"-4"-1"0,9-1-784,-3-3-844,9-2 1,8-5-502,8 3 1,13-2-369,4 2 1,13-4-777,4-4 0,9-3-2927,3-6 3534,5-4 1,-8-3-1,4-5 1</inkml:trace>
  <inkml:trace contextRef="#ctx0" brushRef="#br0">13088 7305 7814,'0'-7'3773,"2"4"-2095,2 12 1,-2 4-1099,7 12 1,-1 4-1,4 1 22,1 2 1,-1 1-496,1 4 1,0-5-228,4-3 0,-2-3 15,6-1 0,-5-2 111,5-2 1,-4-3 378,3-6 0,0-5-36,0-3 0,8-8-89,-3-4 0,4-14-244,0-7 0,1-7-162,3-5 0,1-10-252,-5-11 0,-14 28 0,-1-1 138,-1-4 1,-1-1-1,1-2 1,-1-2-150,1-3 1,-1-1-1,0-6 1,-1-1 203,0-3 1,-1 0-1,1-2 1,0 0-231,-3 0 0,0 0 1,2 2-1,0 2 479,-4 3 0,0 2 0,1 6 0,0 1 410,-5 8 0,0 2 0,2-27 8,-4 15 0,-4 11 524,0 10 0,-4 1-150,4 8 11,-6-1-125,8 5-677,-3 0 0,17-1 267,9 1-52,14-1-204,14-5 1,19 1-728,-30 6 0,2 1 370,7-2 0,1 0 0,5 4 0,0 1 1,8-2-1,1-1-39,3 1 1,1 0 0,-18 2 0,0-1 0,1 1-152,4 0 1,1 0 0,0 0 0,2 1 0,1-1 0,0 1 354,3-1 1,0 0 0,2 0 0,2 0 0,1-1 0,1 0 89,3 0 0,-1 0 0,2-1 0,-13 2 0,0 0 0,0 0 0,1 1-269,0 0 0,-1 1 0,1 0 0,1 0 0,0-1 0,1 1 0,0-1 0,0 1 261,2 0 0,0-1 1,0 1-1,1 0 1,0 0-1,0-1 1,0 0-1,1 1-2,3 1 1,0 0 0,0 0 0,1 0 0,0-1 0,1-1 0,0 1-1,1 0-111,-13 1 0,0 1 0,1 0 0,0 0 0,1-1 0,3 0 0,0 0 0,1 0 0,0 0 0,0 0 190,2 0 0,0 1 1,1 0-1,-1-1 1,1 1-1,-1 0 0,1-1 1,0 1-1,-1 0 1,1 0 11,-2 0 0,1 0 0,-1 1 1,0 0-1,1-1 0,3 1 0,0-1 1,0 1-1,1-1 0,-1 1 43,0-1 1,-1 1-1,1-1 1,0 1 0,0-1-1,2 2 1,0-1-1,0 0 1,0 1 0,0-1 33,-1 0 0,0 1 0,-1-1 0,1 0 0,-1 1 0,1 0 0,-1 0 0,1 1 0,-1 0 0,0-1 54,-1 0 0,0 1 0,0-1 0,0 0 1,0 0-1,3 0 0,0 0 0,1 0 1,-1 0-1,1-1-69,-2 2 0,-1-1 0,1 0 1,0 0-1,-1 0 0,-1 0 1,1 0-1,-1 0 0,0 0 1,-1 0 119,-3 0 0,1 0 0,-2 0 0,1 0 0,-1 1-98,-2-1 1,0 1 0,0 0 0,-1 0-1,0-1-49,10 0 1,0-1-1,-2 1 1,1 0 0,-4 1-1,0 1 1,0 1 0,-1-1 24,-1 0 0,-1 0 0,0 0 1,-1 0-1,-5 1 0,-1 1 1,-1-1-1,0 1-22,13 0 1,-1-1 0,-2 1-1,-7-1 1,-2 0 0,-1 1 123,-4 0 0,-1-1 0,0 1 0,15 1 0,-2 0-735,-2 2 0,-3 1 0,-9-1 0,-3 0-1499,-5 0 0,-3 1 616,19 5-1982,-7 0 976,-22-5 2427,-8-1 0,-7-1 0,-4 2 0</inkml:trace>
  <inkml:trace contextRef="#ctx0" brushRef="#br0">14366 6635 8014,'-18'0'0,"0"-5"928,-2-4 1,-3 4 1842,7 1-1364,-1 2-729,5 2-336,0 0-57,5 0 1,3-1 144,8-3 1,8 3-398,9-4 0,9-1-63,7-3 1,6-6-67,7-1 1,1-6-1035,2 1 963,4 3 139,-6-5 1,0 10 45,-14 1 1,-2 1-64,-11 7 0,-4-1 53,-4 5 0,-7 2 59,-5 2 0,-4 8 507,-4 9 0,-5 4-216,-7 4 1,-5 8 202,-8 8 0,3 8 138,-3 1 1,-1 5-667,1-1 0,5 1 232,8-1 0,2-3-126,2-5 0,1-6-405,2-3 0,4-7-675,5-1 1,0-5-815,0 1 0,0-7 823,0-1 0,1-6-937,3 1 0,5-7 2017,7-5 0,-2-8 0,4-3 0</inkml:trace>
  <inkml:trace contextRef="#ctx0" brushRef="#br0">14912 6945 7997,'7'-12'3070,"-3"0"-2908,-3-1 1,-1 5-110,0 0 0,-1 3 1180,-3-3 1798,2 5-2535,-3-2 1,5 4 37,0-4-1551,0 4 1,1-5-104,3 6 0,1 0-660,7 0 0,-2 0 838,6 0 942,3-5 0,1-2 0,5-5 0</inkml:trace>
  <inkml:trace contextRef="#ctx0" brushRef="#br0">15197 6772 8421,'0'-13'1079,"0"1"1,-1 1 961,-3 3-1151,2-3-594,-9 4 1,9 0 1901,-7 3-1580,7 2 0,-4 8-214,6 2 1,6 4-181,2 5 0,-1 4 0,1 8 0,0 2 55,5 6 0,3-2-28,1 2 1,-1-2-68,-3 6 0,-1-2-52,0-2 1,-3-4 23,-1 0 1,-5-6 27,1 2 0,-3-4-177,-1-4 0,-1-2-267,-3-2 0,-3-5-277,-5 0 0,-2 0-239,-3-8 0,2 0-863,-6-4 0,2-2 370,-2-2 0,2-4-541,3-9 1,6-13 1809,-3-11 0,4-12 0,-4-3 0</inkml:trace>
  <inkml:trace contextRef="#ctx0" brushRef="#br0">15185 6697 7943,'7'-18'1165,"4"5"0,-8-4-626,5 9 1,-4-2-7,4 6 1,0 0-255,5 4 1,5-4-59,2 0 0,8-5-303,1 5 1,5-1-324,0 1 0,3 2-351,4-2 0,-2-1 663,2 0 93,-8 1 0,3-1 0,-4-2 0</inkml:trace>
  <inkml:trace contextRef="#ctx0" brushRef="#br0">15904 6263 7878,'0'-12'3110,"-5"5"-2785,4 1 1,-9 8 823,6 2 1,-7 10-239,-2 10 1,0 14 253,-8 11 1,4 9-914,7-23 1,0 0 0,-1-1 0,1 0-342,-3 5 1,1 1-1,1-1 1,1 0 408,0 4 0,0 1 0,2-4 0,1 0 279,-2-3 1,1 0-1,3 0 1,0-1-933,-3 30 0,5-5 98,-1-7 0,10-9-94,6-3 1,2-9-381,7-4 0,-1-10-905,5-7 0,1-1 93,3-7 0,-3 1 1521,3-5 0,0 0 0,2 0 0,2 0 0,0 0 0</inkml:trace>
  <inkml:trace contextRef="#ctx0" brushRef="#br0">16115 6561 7946,'-12'-13'4657,"-1"1"-4014,7 0 1,1 3-234,10 1 0,8 4-19,12-4 0,3 4-244,9-5-110,3 7-716,10-9 493,-1 9 226,1-3 1,-5 5 74,1 0 1,-8 5-76,0 3 1,-12 5 66,-10 3 0,-3 1-241,-5 8 0,-4-2 279,-8 10 0,-10 2 240,-11 6 0,-1 3-103,-7 6 0,6-2-263,-2-3 0,2-2 173,3-6 1,0-4-54,4 0 0,3-5-1109,9 1 1,-2-3 90,6-1 0,1-6-776,7-2 1,3-5 1654,6-4 0,5 3 0,1-4 0</inkml:trace>
  <inkml:trace contextRef="#ctx0" brushRef="#br0">16736 6896 7946,'0'-13'1630,"0"6"1,-6-4-1103,-2 3 0,-2 1 76,2-1 460,-3 5-477,4-2 19,0 5-72,2 0-1062,5 0 0,5 0-1108,3 0 1,8 0 881,0 0 754,6 0 0,3 0 0,7 0 0</inkml:trace>
  <inkml:trace contextRef="#ctx0" brushRef="#br0">17058 6648 7946,'7'-6'-1797,"-1"-1"4706,-12 0-1275,5 2-419,-10 5-121,9 0 1,-3 1-324,5 3 1,0 5 5,0 7 0,1 3-287,3 6 0,-1 6-213,5 2 1,1 1-22,3-1 1,-1 3 96,-3-3 1,2 2-388,-6-2 72,0 2 0,-4-8-284,0 3 265,0-11 0,0 3 196,0-5-1133,-5 5 673,-2-8 1,-10 2 143,1-8 1,-5 2-48,4-6 0,-5 0-918,2-4 0,0-1-3150,0-3 4216,5-9 0,-3-11 0,5-8 0</inkml:trace>
  <inkml:trace contextRef="#ctx0" brushRef="#br0">16996 6610 7929,'13'-24'0,"-7"4"469,-1 4 1,0 6 709,-1 2 1,2 5-141,-2-1-569,3-3 1,5 6-814,1-5 359,4 1 1,4 3 101,8-2-1471,-3-3 1015,10 6 0,-8-5 315,5 6 1,-10 0 22,2 0 0,-3 0 0,3 0 0</inkml:trace>
  <inkml:trace contextRef="#ctx0" brushRef="#br0">17505 6921 15573,'8'0'1805,"0"0"0,1 0-841,3 0-984,6 0 0,1 0-308,6 0 1,0-5-557,0 1 1,5-1 443,3 1 0,2 2-292,-2-2 1,1 1 461,-5-1 270,5 3 0,-7-5 0,3 6 0</inkml:trace>
  <inkml:trace contextRef="#ctx0" brushRef="#br0">18435 6387 7918,'2'-23'1225,"2"2"-930,-3-2 0,9 9 151,-6-3 1,0 8 955,-4 0-614,0 7 0,0-1-189,0 11 0,-3 13-180,-5 16 0,-2 13 8,-10 12 0,0 4-530,10-31 0,0 0 1,-2 2-1,2-1 128,1-1 0,1 0 1,-3 33 206,7-2 0,4-12-83,4-5 0,6-9-1108,10-2 524,7-7 173,10-6 1,0-7-69,0-6 0,3-5 86,-3-7 1,1-7-110,-14-5 1,3-4 450,-11-5 1,-5-7-480,-7 3 1,-4-8 245,-4 0 1,-4 3-21,-9 1 0,-2 8-215,-6 5 0,1 8 127,-1 3 0,4 4 75,0 1 1,2 6-266,-2 2 1,3 7-267,6 2 0,5 0 33,3 0 666,3-3 0,1 4 0,0-6 0</inkml:trace>
  <inkml:trace contextRef="#ctx0" brushRef="#br0">18795 6040 7918,'0'-26'0,"4"-2"0,2 12 1610,1 1-384,-5 6-678,9 4 1,0 6-10,6 3 0,4 10-81,-5 11 0,6 11 73,-1 9 0,4 10-346,4 7 0,-16-28 1,0 1-218,1 4 1,1 1 0,-2-2 0,-1 1 567,-2 2 0,0 1-1217,2 1 1,0 2 769,-5-1 0,-1 0 0,1 2 0,-1 0-6,-3-2 0,-2-1 0,0-1 1,-1 0-189,1-2 0,-2-1 1,-3 0-1,-1-1-104,-8 28 1,-7-1 56,-1-7 1,-7-5-341,-1-7 1,-4-3 377,4-6 0,-5-1-379,1-3 1,3-7-2032,1-5 1559,2-6 165,3-3 1,4-2-1059,4-6 1858,2 0 0,2-20 0,-1-5 0</inkml:trace>
  <inkml:trace contextRef="#ctx0" brushRef="#br0">19601 6152 7856,'0'-7'-1012,"0"-4"3660,0 4-1892,0 0 0,-1 8 108,-3 12 0,-3 13 558,-5 15 1,-6 12-968,8-19 0,-1 2 1,-3 2-1,-1 1-429,-1 6 1,-1 1 0,-3 3 0,-1 1 280,-2 4 0,0 0 1,2-2-1,-1-1 65,1-1 0,1-1 0,2-3 0,0-1-220,3-5 0,1-1 0,0-3 0,2-1-237,0 23 0,2-8 263,10-9 0,7-8 47,5-4 1,2-4-3481,7-4 0,-1-8 1525,5-4 0,0-5 1730,0 4 0,-6-5 0,-1 2 0</inkml:trace>
  <inkml:trace contextRef="#ctx0" brushRef="#br0">19874 6561 7852,'-12'0'884,"0"0"1,-1-4 0,1 0-197,-1 1 0,5 1-245,0 2 909,5 0-621,-3 0-260,6 0 53,0-5-458,6 4 1,8-6-120,11 3 79,5-3-314,7-6-235,0 1 435,6-1 1,-3 1 116,6 0 1,-6 1 129,1 2 1,-5 0-275,-7 5 1,-2-1-10,-10 5-821,-6 0 508,-6 6 674,-5 1 1,-11 12 262,-5 6-399,-12 0-708,2 11 997,-10-5-215,10 6 0,-4 2-176,5 2 1,0-1 132,0 6 1,6-8-242,2 0 1,8-3-640,0-6 0,7 0-1885,-2-4 1231,2-6 1408,8 5-6,1-10 0,11 4 0,1-6 0</inkml:trace>
  <inkml:trace contextRef="#ctx0" brushRef="#br0">20259 6896 7770,'-6'-13'1126,"4"6"1553,-7 3-1648,1 3-474,1-5-9,2 5-171,5-5 0,1 5-2018,3-3 1,4 1 195,9-5 1445,2 5 0,6-8 0,0 4 0</inkml:trace>
  <inkml:trace contextRef="#ctx0" brushRef="#br0">20569 6623 8338,'-12'0'1148,"-1"0"1,1 0-250,-1 0 1,5 5-507,0 4 1,5 3-140,-1 5 1,3-2 1086,1 5-329,0 7-606,0-1 0,1 5-190,3-2 1,2-2-95,2 2 1,3-3-155,-3-1 0,-2-1 38,-2 1 1,-3-4-157,-1-1 0,0-4 222,0 0 0,-9-2-48,-4-2 0,-2-1-1060,3-2-1300,-6 2 1493,4-10 0,-8 5-282,5-6 0,1-6 175,3-2 950,7-9 0,-6-8 0,6-6 0</inkml:trace>
  <inkml:trace contextRef="#ctx0" brushRef="#br0">20581 6672 7770,'7'-12'1596,"4"0"0,-5-1-536,2 1-735,3 5 1,-8-4-64,5 3 0,2 1-104,6-1 0,0 3 46,4-3 0,1 4 12,4-4 0,-2 5-1426,-2-1 1210,2 2 0,-3 2 0,4 0 0</inkml:trace>
  <inkml:trace contextRef="#ctx0" brushRef="#br0">20892 6834 9178,'-13'-7'4405,"6"1"-3737,2 6 136,5 0 0,1-4-108,3 0 0,5 0-1107,7 4 0,-1-4 41,6 0 1,0-5-132,3 5 1,5-4-169,0 4 0,0-2-809,-4 2 1,0 3 1477,0-3 0,-6-3 0,-1 0 0</inkml:trace>
  <inkml:trace contextRef="#ctx0" brushRef="#br0">21375 6536 7714,'0'-12'0,"-5"5"1859,4-4-343,-5 9 0,2-2-246,0 8 0,-2 0-745,2 9 0,3 1-222,-3 6 0,2 8-5,2-3 1,0 4 132,0 0 0,4-3-189,1 3 1,8-5-33,0-3 1,6 1-334,-2-5 1,5 3-132,-2-3 1,0-5-688,0-3 1,0-7 481,0 3 0,4-4 212,-4-1 1,-2 0-705,-1 0 1,-3 0-730,-2 0 0,0-6 730,1-2 950,-1-3 0,1-7 0,-1-1 0</inkml:trace>
  <inkml:trace contextRef="#ctx0" brushRef="#br0">21673 6635 7714,'-12'-7'-1538,"4"2"1360,-1 5 0,2 5 178,-1 4 0,-3 3 2116,3 5 0,-3 3-525,-2 9 1,1 1-1021,0 4 1,3 0-583,1-5 1,4 4-568,-4-4 1,5 3 358,-1-8 1,2 4-148,2-7 0,0 2 406,0 2-40,6-6 0,-5 5 0,5-5 0</inkml:trace>
  <inkml:trace contextRef="#ctx0" brushRef="#br0">21834 6362 7714,'1'-12'1942,"-1"0"-1236,0 5 1,1 1-224,3 6 0,3 0-186,5 0 1,2 6 48,3 2 0,2 4 318,6 5 1,0 6 21,-1 6 0,1 7-516,0 1 0,-4 6 152,-1 7-1551,-4-1 1258,1 6 1,-10-2-4,-3 5 0,-2-2-392,-2 2 1,-2-3 259,-2-5 1,-8-1-136,-9 1 0,-2-2 121,-2-2 1,-5-4-79,-3-4 0,-3-7-641,-1-2 0,1-4 16,3-4 1,-2-3-213,6-6 1,4-5 265,5-3 1,10-4 768,2-4 0,0-3 0,1-5 0</inkml:trace>
  <inkml:trace contextRef="#ctx0" brushRef="#br0">22653 6424 7714,'0'-12'1525,"0"0"461,0 5-903,0 1-674,-5 6 1,-2 2 1257,-6 2-1123,-4 8 0,-8 13 1417,-8 8-1358,-3 8 1,-1 13-589,18-23 0,0 0 0,1 1 1,-1 1 154,0-2 1,1 0 0,-14 31 306,3 0 0,9-6-232,3-2 0,5-3-679,3-1 352,4-6 0,5-1-402,0-6 1,3-1-1333,5-3 1486,0-3-3014,10-5 2220,0-6 0,-3-1 830,6-6 0,0-1 294,3-2 0,1 2 0,0-4 0</inkml:trace>
  <inkml:trace contextRef="#ctx0" brushRef="#br0">22864 6784 7714,'-5'-7'3672,"-2"-4"-2858,-6 10 80,1-5 325,5 1-553,2 3 0,7-7-453,7 5 0,4-6-379,12 2 1,6-3 67,2-2 1,2 1-112,3-1 0,-2 5 245,-3 0 0,0 5-59,-9-1 1,3 3-246,-11 1 0,-1 5-134,-6 3 1,-4 9 1062,-5 4 0,-9 9-55,-4 7 1,-9 2 162,-3 6 1,0-5-525,-4 2 0,5-4-322,3-1 0,-1 1 219,5-1 1,1-6 67,3-2 1,7 0-2145,1-4 1,4 3-363,1-8 0,0-2-20,0-1 2316,6-9 0,6 3 0,7-4 0</inkml:trace>
  <inkml:trace contextRef="#ctx0" brushRef="#br0">23286 7069 7714,'0'-12'1922,"0"4"-1058,0-1-720,-6 7 1,0-8 581,-7 6 0,6-2 2684,3 2-2266,-3 3-809,6-5 0,-3 6-1033,8 0 1,3-4 486,5 0 1,1-1-4293,-1 0 4503,6 4 0,1-10 0,6 4 0</inkml:trace>
  <inkml:trace contextRef="#ctx0" brushRef="#br0">23547 6858 7714,'-7'-5'888,"-4"4"0,8-4 1197,-5 10 0,1 1-1415,-2 7 0,4 5-290,5 2 0,0 4 532,0 1 0,0 4-274,0 0 0,0 1-236,0-1 0,-4-2-161,0 6 1,0-5-44,4 1 0,-5-3-196,1-1 0,-5 0-301,0 0 0,0-6 331,0-3 1,-2-2 149,3-1 1,-7-7-1479,-2-1 1,1-4-281,3-1 0,1-1-415,0-4 1,-1-3 799,1-8 0,5-8 1191,3-5 0,8-16 0,3-1 0</inkml:trace>
  <inkml:trace contextRef="#ctx0" brushRef="#br0">23497 6858 7714,'12'-24'697,"1"4"1,-5 7 1744,0 4-1654,1 1 1,3-3-158,0 3 1,-3 1-155,-1 3 0,4 1-4,5-5 0,1 4-221,-2-5 1,5 7-30,8-3 0,1 0-1702,3 1 0,2 0-2047,-6 4 3526,-6 0 0,1 0 0,-5 0 0</inkml:trace>
  <inkml:trace contextRef="#ctx0" brushRef="#br0">23919 7144 7714,'-13'-13'2888,"6"1"1,2 4-1787,5-1-311,0 7 1,1-5-247,3 3 0,3 1-185,6-5 1,1-1-131,2-3 1,7 4-8,6-1 0,6 1-1334,-2-4 1,1-1-490,0 1 1,0 0-176,-5-1 0,0 5 688,-4 0 1,-6 3 1086,-2-3 0,2 0 0,0-4 0</inkml:trace>
  <inkml:trace contextRef="#ctx0" brushRef="#br0">24378 6846 7714,'0'-12'-1609,"0"5"4541,0-4-666,0 9-100,0-9-1569,0 10 0,-4-3 0,-1 8 1,1 8-267,4 9 1,-4 0-110,0 4 1,-1-2 559,0 10 0,3-4-143,-7 4 1,7-5-408,-3 1 1,4 1-143,1-1 1,-1 0-162,-3-4 0,1 1 240,-5 3 0,5-7 29,-1 3 0,-2-5-105,2 1 1,-4-3-182,4-6 0,-6-1-1192,2-3 0,1-1-183,-1-2 1,-1-4-324,-3 3 1,-1-7 457,1-1 1,4-10-97,0 2 1,5-13 1423,-1 0 0,-3-13 0,0-1 0</inkml:trace>
  <inkml:trace contextRef="#ctx0" brushRef="#br0">24278 6921 7714,'0'-25'0,"0"5"2519,0 4-427,0 2 163,0 2-1736,0 5 1,2 1-97,2 6 0,4 0-180,9 0 0,2 0-20,6 0 0,0 0-909,0 0 0,4 0-430,-1 0 0,1-1-2110,-4-3 3226,6 2 0,-5-3 0,4 5 0</inkml:trace>
  <inkml:trace contextRef="#ctx0" brushRef="#br0">24899 6325 10974,'12'25'580,"2"7"183,3 5 0,-4 7 625,4 10 1,-7 2-401,-2 6 1,-5 2 13,1 2 0,-3-6-541,-1 7 1,-5-8-251,-4 3 0,-2 0-319,-1-4 1,-7 1-438,-6-1 0,-1 0 536,-8-9 1,1 1 189,-4-13 1,-3-2-1585,-5-11 0,-2 0-780,-11-3 1,4-8 2182,-4-4 0,2-3 0,-5 3 0,-1-5 0,-3-3 0</inkml:trace>
  <inkml:trace contextRef="#ctx0" brushRef="#br0">12269 9413 7969,'0'-12'2059,"0"0"2842,0-1-2510,6 1-1831,1-1 0,9 5-15,1 0 0,5 1-141,-1-1-239,2 2 1,7 1 56,3-4 1,3 2 27,2-1 1,0 5-1469,3-1 0,-6 3-664,2 1 0,-8 0-803,0 0 0,-10 5 2685,-6 4 0,-6 7 0,-7 4 0</inkml:trace>
  <inkml:trace contextRef="#ctx0" brushRef="#br0">12431 9587 7923,'-25'12'2199,"0"1"0,7-1-555,6 1 0,1-5-848,7 0 1,1 0-386,7 5 0,4-5-349,9 0 0,3-1-258,9 2 1,4-4 275,9-5 1,6-1 302,6-3-683,0 2 1,1-14-1,1 2 1</inkml:trace>
  <inkml:trace contextRef="#ctx0" brushRef="#br0">13969 9463 7399,'0'-7'203,"0"-4"-187,0 4 1,0-1 59,0 0 1,1 4 2,4-5 0,-4 5-53,3-4 1,2 0-3,-2-5 0,0 5 70,-4 0 0,4-1 110,0-3 0,4-5 212,-3 1 0,0-5-139,-1 5 0,-1-6 60,5 1 1,-5-2-3,1-2 1,-3 0 94,-1 0 0,-5 6-110,-3 2 1,-5 5-64,-3 4 0,-8 2 20,-5 6 1,-5 7-14,1 5 1,-7 9 114,-2 12 1,5-3-102,4 12 1,7-5-172,1 8 1,7-5 24,10 2 1,2-8-144,6-1 0,12-9 51,4 1 1,13-10-144,8-3 1,6-5-74,7-7 0,5-11-230,3-6 1,1-6-161,-1-6 1,-4-1 309,-9-3 0,-4-2 190,-8 6 0,-5 6 271,-11 6 702,-1 4-784,-15 6 0,-6 8-136,-12 11 1,-6 12 642,-6 9 0,-1 12 879,-3 5 0,-2 7-1140,6-4 0,-2 5-78,6-4 0,-1 1-76,9-1 0,-2-3-445,6 2 1,0-7-582,8-5 1,1-2 204,4-2 1,0-5-1012,0-3 1,2-3 385,2-1 1,4-6-1745,9-2 2975,-4-9 0,5 3 0,-5-4 0</inkml:trace>
  <inkml:trace contextRef="#ctx0" brushRef="#br0">14503 9934 7842,'-6'-11'4174,"-2"3"-3010,-3 2 1,-2 6 41,1 0-937,-1 0-732,1 0-594,5 0-190,2 0 0,6-4-1776,3 0 3023,9-5 0,11-4 0,8-6 0</inkml:trace>
  <inkml:trace contextRef="#ctx0" brushRef="#br0">15247 9351 7794,'-19'-19'1092,"1"3"118,5 7 1,-3 0-631,-1 4 1,-5 1 277,1 4 1,-6 0-338,-2 0 0,-7 6 59,-1 2 0,4 5-222,-4 3 0,3-2-107,1 2 0,4 2-45,9-1 1,2-1-131,5-3 1,7-1-179,1 1 0,15-2-205,7-3 0,12-3-493,8-5 1,6-5 361,6-3 1,1-9-126,-1-4 0,-5-2 388,-2-2 1,-9 6 390,-4 2 321,-3 4 0,-7 6-430,-2 3 1,-9 5-60,-4 7 1,-8 13 596,-4 16 1,-9 6 845,-3 6 0,-8 5-1090,-1 0 1,0 4 144,4-5 0,5 5-712,-1-4 0,6 0 85,-2-5 0,8-4-368,0-4 0,7-8 154,-2-4 1,2-8-151,2-5 0,0-2-143,0-2-437,0-5 670,0-1 1,4-8-534,0-2 1,2-4-492,-2-9 0,-1-2 630,5-6 1,0 0-1318,5 1 2066,-1-7 0,6 0 0,1-7 0</inkml:trace>
  <inkml:trace contextRef="#ctx0" brushRef="#br0">15768 9525 7786,'-7'-19'0,"3"2"0,3 2 975,1-2 1,1 2-442,3-5 1,3-1 0,5-4 31,1 0 0,5-4-235,2 0 1,4-2-122,1 6 1,-2-1-43,-2 9 0,5 2 37,-5 7 1,3 5 12,-7 11 0,-1 8 50,-3 12 1,-6 15 87,-3 11 1,-5 11-309,-3-30 1,-1 0 0,-1 1 0,-2 0 88,-3-1 0,-2 0 1,0 1-1,-1 0-147,0-3 1,0 0 0,-18 27-69,-5-6 0,9-8-106,3-5 0,3-9 199,-3-8 1,6-6 19,2-9 0,8-4 22,1-5 0,5-7-189,-1-5 0,8-10-130,4-7 1,4-3 360,5 7 0,-3-1 260,2 10 0,4 5-28,0 6 0,4 4 42,1 1 0,-5 11-318,1 6 1,0 5-269,3 2 1,-3 1 231,0 0 0,-1 0 142,5 0 1,-4-1-2964,0 1 1,-6-5 2801,1-4 0,4 3 0,-1 1 0</inkml:trace>
  <inkml:trace contextRef="#ctx0" brushRef="#br0">17133 9835 7873,'6'-12'0,"4"-2"639,-6-3 0,6 2-126,-2-5 1,3-1-4,2-4 1,-2 0 404,-3 0-572,3-5 0,-10 4 2,3-3 1,-4 8 53,-4 5 0,-4-1-119,-8 5 1,-5 2 146,-8 10 0,-3 13-108,-5 7 0,-2 16 125,-2 14 0,2 5-437,18-25 0,1 2 1,-12 30 219,8 0 1,6 3-225,9-3 1,4-4 33,5-13 0,11 0-39,5-7 1,16-5 115,5-13 1,9-3-187,-1-9 0,6-4 61,-1-8 1,6-8-372,-6-9 0,2-9 187,-2-7 1,-7-2 147,-6-6 1,0-2-256,-4-7 0,-6-8 131,-15 27 0,0 0 1,9-31-41,0 4 0,-3 2 322,-6 11 0,-4 9 551,1 15-169,-7 6 188,4 6 1,-8 9-589,-2 8 1,-3 10 39,-5 15 0,-5 8 167,1 9 1,-1 2-69,5 1 1,1 0-24,3-4 1,1 2-195,3-6 1,2-5-22,-2-7 1,3-4-152,1-4 215,5-4 0,-2-5 151,5-4 0,-4-4-104,5-8 1,-1-6-287,4-11 0,5-1 96,-1-11 0,5-5 150,-4-8 0,5-6-364,-2-2 0,2 2-531,-1 6 1,0 9 586,-9 8 1,3 6 115,-6 6 0,-2 2-120,1 11 1,-5 1 38,1 7 1,-3 9 594,-1 7 1,0 11-168,0 6 0,-1 1-15,-3 8 0,2-1-155,-2 5 1,3-6-60,1-3 0,0-7-42,0-5 0,5-1-155,3-3 1,2-3 189,-2-9 1,3-5-24,-2 0 0,-2-5-188,1 1 0,0-9 30,5-8 1,3-5-221,1-7 0,3-6 241,-3-6 0,5-1 62,-1-3 0,2 2-108,2 2 1,-4 6-203,-1 2 0,-5 4 372,2 4-20,2 3 1,-5 11 130,3 3 0,-4 8 184,0 5 0,-5 7 237,0 5 0,-4 4-284,5 4 1,-7-2-114,3 6 1,-4-1 217,-1 1 1,0 3 293,0-3 0,-4-3-758,0-1 0,0-3 160,4-1 1,-5-6-1974,1-2 333,0-3 601,4-7 0,1-2 584,4-5 0,2-15 107,5-6 1,7-17 350,6-8 0,5-13 0,-11 25 0,0-1 0</inkml:trace>
  <inkml:trace contextRef="#ctx0" brushRef="#br0">18832 8905 7859,'20'-19'0,"-7"2"0,-4 9 0,-7 9 501,2 12 0,-4 11 718,-4 14 1,-4 4-241,-8 8 1,-5 1-2077,-8 3 2566,-3 2-917,-5 1 0,7-9-12,5-11 0,6-5 217,6-7 1,6-6-438,3-3 1,17-3-82,11-5 0,16-11 173,22-13 0,-24 2 0,2-3 150,8-4 0,3-3 0,-1-2 0,0-2-1491,4 0 1,0-2-1,-1 0 1,0-2 451,1 0 0,0-2 477,1-2 0,0-2 0,-3 0 0,1 0 0,0-1 0,1-1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5:53.1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108 481 8073,'-22'0'404,"5"0"0,-3-2 1,3-1 974,1-2 1,8-2 376,3 2-1270,3 3 1,4-5 239,3 7-170,3-6-249,14 4 0,9-12-122,10 4 1,5-4-82,5-1 1,7 0-35,3-1 1,9-4 160,-8 0-1906,2-1 1491,-9 6 0,-4 1-345,-10 4 1,1-4-692,-6 4 1,-5 2-518,-5-3-537,-8 8 1279,-2-4 0,-11 7 995,-10 0 0,-11 0 0,-8 0 0</inkml:trace>
  <inkml:trace contextRef="#ctx0" brushRef="#br0" timeOffset="683">492 159 8048,'0'-15'542,"-7"-1"-366,5 8-187,-5-6 459,7 13 0,0-5 686,0 12 0,-5 9-468,0 10 0,0 11 67,5 5 1,0 10-259,0 5 0,0 4-43,0 1 0,0 1-601,0-1-603,7 1 829,1-1 1,9-8 177,4-7 0,-2-4-448,6-11 1,1-5-656,4-16 0,1-3 479,0-7 1,-1-9-108,1-6 0,0-9 110,-1-12 1,-4-8-6,0-7 0,-8-12 208,3 1 23,-4-2 0,-9-5 0,4 1 65,-7-3 145,0-11-88,2 24 0,-5-9 99,3 21 1,-3 14 199,-2 6 152,0 8 1,0 13-108,0 10 1,-7 12 74,-3 19 0,-4 10 711,-1 10-497,6 10-303,-4-3 0,11 11 200,-3-8-985,3 1 560,2-6 1,0 0-86,0 1 1,7-10 323,3-6 0,5-8-792,6-13 1,-2-4 342,6-11 0,-4-3-74,4-7 1,-4-3 222,4-8-108,-6-6 428,3-13 0,-1-1-198,-1 0 83,1 1-202,-13-1 1,6 0 129,-4 1 0,-2 6-42,3 3 1,-8 4 162,2 2 1,-1 6-230,1 4-21,-4 4 0,8 9 428,-4 7-195,-3 8-92,5 0 0,-2 6-167,0-3 118,7 3-27,-11 2 1,13-6 32,-4 1 1,4-13-137,1 3 0,2-6-227,4 0 0,-4-3 158,3-7 1,-3 0-107,-1 0 1,-1-9-309,0-6 254,1 0 88,-1-14 0,-1 7-406,-4-4 249,3-3 2,-4 5 301,0 0-98,4-5 1,-11 17-230,3-3-18,3 3 282,-6 4 1,7 8 184,-4 10 0,-3 5-169,3 6 1,-4-3-17,-1 8 0,0-2 262,0 1-208,0 4-25,7-12-987,-5 6 659,11-8 1,-9 0-68,6 1 0,-5-8-538,5-3 495,-6-3 1,4-2-86,-2 0 0,-5-7-117,4-3 697,-3-11 0,-2 4 0,0-12 0,-7-1 0,-1-9 0</inkml:trace>
  <inkml:trace contextRef="#ctx0" brushRef="#br0" timeOffset="922">1657 619 7436,'-15'-37'-1237,"5"4"1452,0-2 1,1 4 0,-3 5 1153,2 6-946,6-4 1,-2 12 634,6-3-721,0 10 1,1-7-99,4 7 1,4-1-149,6 6 1,1 0-31,-1 0 1,2 0-109,4 0 1,-4 0 122,3 0 0,2 0-128,-1 0 0,-1 6-160,-5-1 0,1 5-230,-1-5 1,-5 0-315,1-5 372,-1 7-26,-2-5 48,-1 4 0,-5-6-156,3 0 50,-3 0 261,4 0 1,-4 0-186,3 0 176,-3-6 160,5-3 1,-6-1 37,5 0 18,-5 6 0,6-3 0,-5 7 0,3 0 0,-3 0 0,4-6 0,-6-3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03.89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62 107 7915,'-21'-17'0,"1"-3"2379,6 3-701,7 2 19,7 1-792,0 12-492,0-5 0,7 2-392,3 0 0,9 0-420,2 5 1,6 2 445,-1 3 0,2-2 164,3 8 0,-2-1-1011,-3 5 0,-2-3-3119,-4 3 3919,-10-3 0,4 17 0,-14-5 0</inkml:trace>
  <inkml:trace contextRef="#ctx0" brushRef="#br0" timeOffset="136">92 338 7915,'-22'8'0,"5"4"0,-3-7 0,8 0 3496,2-5-1267,6 7-1396,-3-5 1,9 5-543,3-7 1,9 0-301,6 0 0,9-2-614,2-3 0,1 1-989,9-6 1,-7 7 1611,2-2 0,-3-4 0,-3 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02.646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123 503 7914,'-8'-16'222,"-4"1"0,7 0 1,1-1-1,3 1 1462,1 0-803,0-1-335,0 8-109,0 1-529,0 7 125,0 0 1,0 7 35,0 3 1,-5 4-107,-1 1 1,-4 6 19,5-1 1,-5 7 63,5-1 1,-2 1-176,2-1 0,3 3-31,-3-4 0,5-1-9,5 2 0,-1-8 123,6 3 1,0 1-88,5-2 0,6 1 26,-1-6 0,2 1-7,-1-1 1,-4-5-49,3 0 109,-3 1-3,-1-3 0,-6 4 70,0-7-159,-6 7 81,2-3 0,-12 1 161,-5 0 1,-2-7 233,-3 3 0,-4-5-190,-1-1 1,-6 0-108,2 0 1,1 0 83,-2 0 4,7 0-350,-3 0 266,7 0-260,6 0-91,3 0 0,12-5 104,5 0 0,2 0-26,3 5 1,-1-5 134,0 0 1,6-2 0,-1 2 0,7 1-44,-1-6 1,-2 0 44,1-5 0,-1 4 118,2 1 1,1 0-72,-6-5 1,-1-1 150,-5 1 0,1 1-11,-1 4 1,0-2 207,1 7 0,-6-2-105,0 2 0,-5 3 464,6-3-285,-8 4 1,4 7-112,-7 5 1,0 2-57,0 3 1,0-1-39,0 0 0,0 6-133,0-1 0,0 1 14,0-6 0,5 0-200,0 1 1,7-6-55,-2 0 1,-1-5-184,1 5 0,-5-6-380,5 1 0,-5-3 360,6-2 1,-3-7-260,2-3 1,2-4 667,-7-1 0,7-1 0,-3 1 0</inkml:trace>
  <inkml:trace contextRef="#ctx0" brushRef="#br0" timeOffset="190">430 487 7914,'9'-10'335,"-4"0"1,-2 0 615,2 1-624,-3-4-239,12 4 0,-6-5-48,7 4 0,1-3-202,-1 2 0,0 3-103,1-2 1,4 1-345,1-1 1,-1-4 401,-5 4 207,1 3 0,6-13 0,2 3 0</inkml:trace>
  <inkml:trace contextRef="#ctx0" brushRef="#br0" timeOffset="1017">1013 702 7901,'8'-22'0,"-1"5"0,-7-3 0,0 1 0,2 0 801,3-1 1,-3-3-281,3 3 1,-5 3 234,-5-3-526,3 2 1,-12 10 94,4 3-253,-3 3 0,-4 9-54,-4 3 1,2 12 203,-6 9 1,1 1 23,-2 9 1,4-5-193,7 5 0,5-2 62,-1 2 0,8-3-259,-2-8 104,3 1 0,9-7 1,2-4-48,6-10 1,7 2 169,4-6 0,3-3-11,1-8 0,3-11-55,2-9 0,3-6-110,3-5 1,1-3 4,-6-7 0,0 0 104,-5 0 0,-1-8-240,1-8 1,-2 1-58,-3-6-965,3 4 1102,-12-5 1,0 10 105,-7-3 0,-2 13-33,3 7 1,-5 9 146,-6 12 171,0 9 1,-1 1 132,-4 20 1,-6 9-192,-9 17 1,-2 12 682,-4 13 0,-1 2-31,6 9-294,1-8-208,5 18 0,-1-10-157,1 9 1,7-11-171,2-8 0,6-9-81,6-13 1,2-4-252,7-10 0,8-4-249,2-7 290,4-6 200,9-2 0,-4-11-475,7-6 222,-7 0 49,3-19 0,-6 3 368,-1-10 1,-4-3-382,0-7 0,-8 2 114,3 3 1,-9 4-30,-2 6 0,-7 7-548,2 4 1111,-3 9-344,-2 4 0,-7 19-153,-3 4 0,2 9 372,-3 1 1,3 3 651,-2 2 1,3-1-565,7 1 1,0 0-20,0-1 1,2-4-968,3-1 1,8-1 669,8 2 0,6-4 0,-3-7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01.6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0 522 7303,'0'-9'-392,"0"-4"605,0 11-96,0-12 73,0 13-3,0-6 78,0 7 1,0 0-132,0-7 5,0 5 29,0-4-187,0 6 317,0 0-36,0 6-203,0 3 0,0 1 21,0 0 1,0 1 2,0 4 0,0 2 14,0 3-25,0-3 0,0 6-8,0-8 0,0 5-9,0 1 1,0-1-83,0-4 1,0-1 100,0 0 0,0 1-123,0-1 98,7-7 22,-5 6 12,5-12 143,-7 5 12,0-7-185,0 0 1,0-7 6,0-3 1,0-9-78,0-2 1,0-6 83,0 2 0,5-6-244,0-5 227,0 4 1,-5-6-105,0 8 0,7 4 98,3 0-35,-3 8-15,7-4 0,-8 6-52,5 1 0,2 6-59,-2 4-282,2 3 0,2-3 159,1 0 1,4 0-482,1 5 1,-1 2 150,-4 3 1,-1-2 569,0 8 0,7-1 0,2 5 0</inkml:trace>
  <inkml:trace contextRef="#ctx0" brushRef="#br0" timeOffset="364">476 384 7999,'-9'-7'65,"-4"5"1,3-3 0,-4 5 0,-1 5 0,-1 6 463,1 2 0,0 9-303,-1 4 1,3 8 13,2 2 1,-1 6 28,7-1 0,-5-3-14,5-2 0,2-1-303,8-4 0,3-4 115,8-11 1,-1-3-108,0-3 1,7-4-14,4-12 1,5-4 4,4-10 0,-1-11 122,7-10 1,-5-10-45,5-5 1,-7-2-147,2 2 0,-5-7-193,-6 6 0,-3-6 6,-6 7 1,-1 3 108,0 2 0,-6 10 223,-4 5 1,2 11-129,-2 4 464,0 11-243,-5 3 1,0 11-112,0 6 1,-7 9-10,-3 17 1,-2-1 299,2 11 1,-4-3 487,4 8 0,1-3-858,-1-2 1,7 2 43,-2 3 1,3-4-2147,2 5 2170,7-5 0,1-1 0,8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11.080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184 168 7996,'0'-31'18,"0"7"497,0 4 842,0 3-359,0 2-436,0 6-56,0 2-337,0 7 1,-5 2 56,0 3 1,-7 16 96,2 9 0,-4 18 108,-1 3 1,-6 12-36,1 4 1,-1 4 16,6-4 0,1 6-409,4-2 0,-2-2-139,7-3 1,0-5-132,5-4 1,3-3-159,8-3 0,-1-10-466,10 0 0,-1-7 611,2-3 0,2-7 1,8-4 0,-5-4 278,-1-6 0,1-3 0,4-7 0</inkml:trace>
  <inkml:trace contextRef="#ctx0" brushRef="#br0" timeOffset="258">629 260 8019,'-7'-9'553,"4"-1"1280,-8 10-1257,8 4 1,-4 18-118,7 3 1,-5 6-191,0 5 0,-2-2 74,2 7-399,3 0 1,-4 5-252,6 0 1,0 0-998,0 0 1,6 2 737,5 3 0,-3-10 566,2-1 0,1 1 0,4-1 0</inkml:trace>
  <inkml:trace contextRef="#ctx0" brushRef="#br0" timeOffset="466">966 122 8019,'0'-9'568,"-6"3"1,2 14 0,-4 7-66,1 9 0,0 7 79,2 5 1,1 5-315,-6 10 1,2 3-297,-2 8 0,3-1 217,7 0 0,0 1 39,0-1 1,0 0-1557,0 1 1,0-9 274,0-7 0,12-2 1053,3-8 0,4-7 0,-4-7 0</inkml:trace>
  <inkml:trace contextRef="#ctx0" brushRef="#br0" timeOffset="658">1288 536 9085,'-15'0'2559,"7"0"-2353,8 0 0,13 0-75,8 0 1,8-2-110,1-3 0,1 2 97,5-7 0,-4 6-610,-1-1 0,5 2-103,-1-2 0,1 3-419,-5-3 0,-6 1 1013,1-1 0,0 4 0,4-6 0</inkml:trace>
  <inkml:trace contextRef="#ctx0" brushRef="#br0" timeOffset="847">1611 337 9417,'-6'25'911,"1"1"0,-7-1 1,4 6-418,-1 0 1,-4 5-267,3-1 1,3 1-878,2-5 1,3 5-509,2-1 1,0 3-341,0-2 1497,0-4 0,7 6 0,1-8 0</inkml:trace>
  <inkml:trace contextRef="#ctx0" brushRef="#br0" timeOffset="1347">2009 413 8014,'-1'-15'0,"-3"0"0,-1-1 2186,0 8-926,-2 1-650,6 7-426,-6 0 1,7 2-151,0 3 0,1 3 25,5 8 0,-3 1-68,7 3 1,-1-1 200,1 6 1,4 1-154,-4 5 0,3-1-322,3 1 1,-1 0 35,0-1 0,1 6 139,-1 0 0,-5 0 8,1-6 1,-6-1-124,5-3 0,-7 1 163,2-6 0,-3-1 138,-2-4 1,-2-3-15,-3-3 1,2 2 190,-7-7 0,-1 1-194,-4-6 0,0 0-24,-1 0 1,1 0-142,0 0 1,-1-7 102,1-3 1,7-4-118,2-1 0,5-1 1,1 1 0,1 0-228,5-1 0,2-4 150,7-1 0,8-1 45,2 2 0,-1 1-451,2-7 190,-1 8 276,6-11 1,-1 12 188,1-4-63,0 4 30,-7 2 1,-2-2 28,-7-4 0,-1 9 147,-4-3 1,-3 3 316,-7-3 0,-4-1-324,-6 1 1,-2 5-22,-13 0 1,-1 6 267,-5-1 0,-1-2 369,-4 2 0,4 0-641,-4 5 1,11 5 99,4 0-292,-3 7 0,7-3-248,-3 6 0,10-5-1516,4 1 1512,5-1 0,2 3-99,5-2 378,2-5 0,14 1 0,2 2 0</inkml:trace>
  <inkml:trace contextRef="#ctx0" brushRef="#br0" timeOffset="1606">2562 45 7978,'0'-15'99,"0"5"0,1 1 0,4 2 2393,6 4-2052,9 8 0,-3 5-70,4 11 1,1 8-34,-2 6-12,1 15 1,-1-7 235,0 13 0,1 5-512,-6 6 1,-6-1 62,-4-5 1,2 1-453,-2-1 181,0 0 93,-5 1 0,-2-3-55,-3-2 0,2-6 36,-7-10 1,-1 1 25,-4-6 0,-6-7-405,1-8-376,0-4 533,4-2 0,-4-5-891,-1 0 0,6-6 92,5 1 1106,0-10 0,1-4 0,2-6 0</inkml:trace>
  <inkml:trace contextRef="#ctx0" brushRef="#br0" timeOffset="1781">3160 490 8436,'10'-14'0,"0"4"726,2 5 1,2 3-606,1 2 0,0 0-550,1 0 1,-1 5-120,0 1 471,1 6 1,-1-4-78,0 7 154,-6 1 0,5-1 0,-6 0 0</inkml:trace>
  <inkml:trace contextRef="#ctx0" brushRef="#br0" timeOffset="1931">3160 781 7985,'-9'9'2340,"-4"-2"-683,11-7-885,-5 0 1,19-2 74,3-3 1,11 3-76,-1-3 1,10-3-295,0-3 1,6 5-1807,-5 1 658,7-4 447,-18 7-3566,11-5 1932,-19 7 1857,12 0 0,-12 7 0,5 2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09.90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77 169 8031,'-15'-5'0,"0"0"0,4-5 1755,1 5-388,7-7-175,-11 3-506,12-6-360,-4-1-237,12 1 0,5 0-68,9-1 0,-1 6 196,6 0 0,1 5 12,5-5 1,4 6-348,1-1-228,0 3 318,-12 2 0,3 0-346,-6 0 1,2 7 150,-7 3 1,3-1-7,-9 1 0,-3 0 138,-2 6 0,-16 4 15,-4 1 0,-5 1 112,-1-2 0,2-3 206,-6 4 0,6-4-172,-1-2 0,3 0-36,1 1 0,8-6-261,3 0 117,3 0 0,4 6-89,3-1 0,5 0 93,10 1 1,4-1-98,7 0 0,0 1 139,-1-1 1,1 6 18,0-1 0,-1 1-54,1-6 1,-7 0-51,-4 1 0,-3-1 809,-1 0-327,-8 7-193,-1-5 1,-7 6 416,0-8 1,-12 0-214,-3 1 0,-6-1-26,1 0 0,-2-5-315,-4 1 1,-3-3-338,4 2 1,1 2 312,-2-7 165,7 7 0,-3-10-2043,7 3 1,6-10 1898,4-5 0,10-11 0,4-2 0</inkml:trace>
  <inkml:trace contextRef="#ctx0" brushRef="#br0" timeOffset="275">798 154 8031,'15'-16'298,"1"1"1,-1-5-107,1-1 1,-1 1-1,2 6 134,3 4 1,-3-4 224,4 4 0,3 3-219,1 2 1,-1 3-81,2 2 0,-8 9-315,3 6 1,-4 2 96,-2 9 0,-6-1-186,-4 6 84,-3 7 107,-9 1 1,-2 0 123,-6-3 1,-2 1 164,-4-1 1,4-5 299,-3-6 0,5-6-317,4 1 1,5-2-101,6-3 0,0-5 409,0 0 1,3-6-187,7 1 0,2-3-395,14-2 0,1 0-425,9 0 1,-2-2-456,7-3 1,-5 1-19,4-6 1,-4 2-912,5-3 1,-7-1 1769,2 7 0,-4-7 0,-1 4 0</inkml:trace>
  <inkml:trace contextRef="#ctx0" brushRef="#br0" timeOffset="475">1672 307 8036,'14'-2'-41,"-2"-1"0,-2-2 0,2 0 0,3 0 0,4 0 2524,2 1 1,1 1-1793,-2-2 0,6 3-249,10-3 1,-4-2-456,4 2 0,1 0-323,-1 5 1,-5 0-2752,-6 0 3087,1 0 0,-2 0 0,-2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14.461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62 7961,'0'-9'2147,"0"2"-1740,0 7 59,0 0-177,7-6 0,-4 4 156,7-3 29,-6 3 94,10 2-203,-13 0 0,8 0 104,-4 0-336,-3 0 201,4 0-333,1 7 1,2-5 122,6 3-96,0-4 0,6-1 15,-1 0 1,1 0-153,-6 0 0,0 0 105,1 0 1,4 0 51,1 0-40,-1 0 0,-5 0 128,1 0 193,-8 0-62,6 0-172,-12 0 1,6 0 38,-3 0 37,-3 0 32,5 0 31,-7 0-323,7 0-171,-6 0 106,13 0-123,-12 0 50,4 0 213,1 0 11,-5 0 0,5-1-534,-7-4-651,7 3 583,-6-5 479,6 7 0,-7-2-1714,0-3 1840,0 4 0,7-13 0,2 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29.72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476 77 7774,'-6'-16'1281,"4"1"201,-3 0-1348,3-1 1,4 8 693,3 3-510,3 3 1,8 2-55,-1 0 0,7 0-92,4 0 1,-2 2-13,1 3 0,1 3-190,5 8 0,-8-1-253,-2 0 1,-6 1 198,-5-1 0,-3 5 101,-7 1 1,-1-1 163,-5-4 0,-4-1 176,-10 0 1,-4-1 28,-7-4 0,7 4-124,4-4 1,-2 2-114,1-2 1,6 2-23,5-7 1,6 7-161,-1-2 1,10 4-41,6 1 1,4-4-337,5-1 1,9 4 232,7 1 0,7 4-137,-2-9 1,-2 3 257,2 3 1,-7-1-57,2 0 1,-6-1 715,-4-4 0,-9 2-94,-7-7 1,-7 7 166,3-1 1,-13-3-14,-9 2 0,-7-1 380,-13 1 1,-5 4-581,-10-4 0,1-2-87,-6 3 1,8-3-624,2 2 0,7-3 179,8-7 219,1 7 1,6-5-1267,3 3 1,11-2-4795,5 2 5907,3-3 0,2 12 0,0-6 0</inkml:trace>
  <inkml:trace contextRef="#ctx0" brushRef="#br0" timeOffset="480">62 123 7757,'-8'-7'435,"-6"5"1789,4-3-1582,3 3 0,-1 6 300,3 6 0,3 9-463,-3 17 1,3 4-1,2 10-166,0 1 0,0 5-318,0-5 1,2 6 175,3-6 0,3 5 133,8-5-304,6 0 0,-5-5 0,5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34.98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45 62 10212,'-14'-10'0,"2"1"0,4 1 1845,1-1 0,4 4-1864,8-5-195,3 6 1,14-2-282,4 6 0,3 0-55,2 0 1,4 0-702,1 0 1,0 1 1250,-5 4 0,-1 11 0,1 8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35.11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16 46 7766,'-7'15'0,"5"-4"0,-3-1 747,3-7 1,11 9 1007,6-7 0,7 0-1385,9-5 1,6-1-550,4-4 1,5-6-2823,6-9 3001,-5 3 0,6-12 0,-7 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35.788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7 2179 9854,'-7'9'2121,"7"6"1,2 2-1285,8 9 0,1-6-359,4 6 0,2-6-538,3 6 36,-2-8 0,10 5 2,-2-8 1,3-7 109,2-2 0,-1-5 222,1-1 0,-5-8-102,-1-8 1,1-7-167,4-13 1,-4-3 13,0-7 1,-8-7-192,3-3 1,-4-8 38,-2-7 0,-6-4-467,-4-17 0,-4 2 299,0 39 1,-2-1 0,1-47 167,0 46 0,0-1 0,0 2 0,0 0 13,0-4 1,0 0 0,0-40 29,0 9 1,2 21 270,3 10 0,-3 13 0,3 7 0,-3 11 252,-2 4 0,2 6-210,3 5 235,-4 3-242,6 7 0,0 0 198,3 0 1,6 0-260,4 0 0,11 0-133,10 0 46,10 0 0,12 0 0,15 0-75,12 0 1,-38-1-1,0 0-86,4-1 0,1-1 1,9-3-1,1-2-1133,2-2 1,0 0 1114,1-1 1,1 1 0,8 2 0,1 1 0,0-1 0,2-1-378,5-1 0,1 0 371,1 1 1,1 1 0,8-6 0,0 0 0,0 3 0,0 0 22,-29 3 0,0 0 0,1 0 0,-1 1 0,1 1 0,1-1 120,6-2 0,2 0 0,0 1 1,3 1-1,0 2 0,1-1-366,3-1 1,1 0 0,1 0 0,0 1 0,0 0 0,0-1 368,2 0 0,0 0 1,1 1-819,0 0 0,-1 1 0,3-1 745,-16 1 0,1-1 0,1 0 0,-1 1 0,0-1 0,-1 1 1,0 0-1,1 0 11,3 0 0,1 0 1,0 0-1,1 0 1,-1 0-1,1-1 1,0 1-1,1 0-213,1 1 1,1 1 0,-1-1 0,1 0 0,1-1 0,0 0-1,0 0 1,0 0 128,2-1 0,1 1 1,-1 0-1,1 0 1,0 0-1,0-1 1,1 0-1,-1 1 51,2 0 0,0-1 0,0 1 0,0 0 0,2 1 0,-1 0 0,0 0 0,1-1 16,-1 0 0,0 0 0,1 0 0,-1 0 0,0 0 0,1 1 0,-1 0 0,0 0-84,-1 0 0,0 0 1,0 1-1,0-1 1,-1 0-1,0-1 1,0 1-1,-1 0 187,1-1 0,0-1 1,0 1-1,-1 0 1,-2 1-1,0 0 0,0-1 1,-1 1 168,2-1 0,-1 0 1,0-1-1,0 2 1,-3 0-1,-1 1 0,-1 0 1,1 1-94,-1-1 1,1 0 0,-1 1 0,-1-1 0,-3 1 0,-2 0 0,0-1 0,0 0 204,23-2 1,-1 0-1,-1 0 1,-6 1 0,-1 2-1,-1-1-275,-4 2 0,-1-1 0,-1 0 0,-5 0 0,-1 0 0,-1-1-100,-3 2 1,0-1 0,-3 0 0,26-1 0,-4 1-430,-8 2 0,-2 0 0,-10 0 1,-2 0 0,-7 0 1,-1 0-395,-6 0 0,-3 0 1,36 0-1,-15 0-833,-12 0 1,-11 2 1658,-17 3 0,1-10 0,-12 3 0</inkml:trace>
  <inkml:trace contextRef="#ctx0" brushRef="#br0" timeOffset="767">1296 1182 7774,'0'-15'1912,"0"0"-501,0 6-281,0-5-628,0 13 1,-2-4-140,-3 10 1,3 5-7,-3 10 1,3 6-181,2 10 0,0-2 13,0 7 0,0 3 26,0 2 1,0 9-13,0-9 1,2 3-1741,3-3 0,-3-2 373,3-3 1,2 2-126,-2-7 0,7-2 222,-2-9 1066,4-3 0,8-6 0,2-1 0</inkml:trace>
  <inkml:trace contextRef="#ctx0" brushRef="#br0" timeOffset="1047">1787 1090 7774,'-16'22'1965,"-4"9"-1388,-1 10 0,-6 10 358,1 5 0,-3 7-414,-1-1 0,4 13-364,1-9 1,13 7 4,2-11 1,6-4 36,4-12 0,14-4 5,6-6 1,9-7 11,7-14 1,-2-6-415,7-4 1,-2-5 179,2-5 0,-5-5-330,-11-11 0,-2-3 151,-8-6 1,-7-6-154,-2 0 0,-6-1 80,-6 1 1,-2 9 118,-7-4 0,-8 12-6,-2 4 1,-4 6-28,-2 9 0,7 0-103,4 0 0,-2 7 77,1 3 0,6 2-656,5-1 1,6 2 3,-1-3 862,3 4 0,9 1 0,2 1 0</inkml:trace>
  <inkml:trace contextRef="#ctx0" brushRef="#br0" timeOffset="1372">2477 921 7796,'-9'-6'436,"-3"2"1824,7-6-1365,-7 7 1,9 8-356,-7 10 0,-2 19 1128,-9 7-1128,4 10 1,-10 17 120,6 4 0,-1 3 89,2 2 0,5 1-343,-1 4 0,3-4-164,7 4 1,1-10-676,5-6 0,9-10-139,6-5 1,2-5-415,9-5 1,-1-8 0,6-8 0,0-6-2514,-1 1 3498,8-9 0,-6 1 0,4-7 0,-4 0 0</inkml:trace>
  <inkml:trace contextRef="#ctx0" brushRef="#br0" timeOffset="1789">2753 1259 7764,'8'-15'0,"-1"-6"0,-7 1 816,0-1 1222,0 13-1351,0 1-446,0 7 1,2 2-39,3 3 0,-3 5 25,3 10 1,-3 6 1202,-2 10-985,0 3 1,-2 7-55,-3 0 1,3-2-177,-3-3 0,-2 4-13,2-5 0,0 0 13,5 1 0,0-7-404,0 1 0,0-4 120,0-5 0,2-4-5485,3-7 5553,3-6 0,8-3 0,-1-6 0</inkml:trace>
  <inkml:trace contextRef="#ctx0" brushRef="#br0" timeOffset="2077">3090 1075 7764,'0'-15'1552,"-1"6"-1181,-5 4 0,-2 17 130,-7 8 0,-2 14-209,-4 7 1,4 5-87,-3 5 1,3 7 791,1 4 0,3 2-442,2-7 0,5 2-582,6 3 0,1-9 4,4-7 0,6-2 52,9-8 1,4-7 7,7-9 0,-1-10-168,1-5 1,3-3-77,-3-2 1,1-8-224,-11-8 1,2-4-73,-7-6 1,-4-8 205,-12 3 1,0-3-36,0 4 0,-7-1 104,-3 0 1,-4 8 32,-1 2 0,-2 11 64,-4 5 0,4 3 142,-3 2 1,3 0-265,1 0 0,6 7-250,0 3 1,6 4-501,-1 1 1,4 0 1000,1 1 0,6-1 0,3 0 0</inkml:trace>
  <inkml:trace contextRef="#ctx0" brushRef="#br0" timeOffset="2272">3520 1535 7851,'0'-8'1608,"0"-6"1,-2 12 252,-3-3-221,3-3 1,-5 4-1114,7-6-356,7 6 1,7-7-796,6 5 0,2-4-241,-1 5 1,1-5-720,4 5 0,3 0 818,-4 5 1,-1 0-797,2 0 1562,-8 0 0,11-7 0,-5-2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34.6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123 314 7754,'-31'-24'888,"2"-3"0,4 8 2203,4 5-2884,11 6 0,3 16 386,7 8-336,0 13 1,0 18 162,0 15 1,7 4-156,3 6 0,-1 3-260,1-4 0,-1-2-7,1-3 1,3-3-230,-2-2 0,2-6 184,3-4 0,-8-15-39,-3-5 951,4-11-616,-8-5 1,6-10 19,-7-10 0,0-12-188,0-13 1,5-16-307,0-16 0,1-6 27,-6-9 0,6-11-224,5-4 1,-4 43 0,1-1 314,2-1 0,0 0 0,9-43-6,-6 45 1,0 1-1,5-31-110,3 18 0,1 15 60,-1 15 1,4 7 194,-4 9 1,4 8 57,-4 7 1,1 11 214,-2 14 1,-3 11-110,4 20 1,-4 7 62,-2 14 1,-1 6-487,-4 4 1,2 5 118,-7 6 1,5-10-1057,-5 4 0,7-10 728,-2 0 1,2-12-1010,-1-9 1,2-8 482,-3-12 1,-3-11 961,-2-9 0,2-6 0,-2-5 0,0-3 0</inkml:trace>
  <inkml:trace contextRef="#ctx0" brushRef="#br0" timeOffset="147">230 697 7789,'-15'0'2006,"6"0"-1840,3 0-269,19 0 0,-1 0 396,14 0 1,6 0-73,9 0 1,3 0-687,2 0 0,9 0-37,6 0 502,1 0 0,19-6 0,-2-3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32.044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176 200 7758,'-15'-15'4503,"0"0"-2825,6 6-827,2 2-462,7 7-287,7 0 0,2 0 63,6 0 1,7 5-109,4 0 0,3 7-211,1-1 1,1-3-301,0 2 0,0-1 288,-1 1 0,-1 4-455,-3-4 1,-4 2 214,-7-2 1,-6 4-265,-4-4 465,-3 4 1,-6 1 159,-6 0 0,0-1-6,-11-4 1,-1 4 197,2-4 1,-6 2 168,6-2 1,1 4-17,9-4-358,3-3 1,7 7 87,0-4 0,2-2 35,3 2 1,5-1-131,10 1 1,2 4-228,4-4 1,3-1 217,-3 1 1,-4-5 46,-2 5 1,2-5 380,-1 6-202,-1-8-81,-11 11 0,-1-11 995,-3 7-177,-3-6-386,-2 9 0,-14-6-215,-6 3 0,-2-1-88,1-4 1,3-3-86,-8 3 1,6 2-219,-6-2-1141,7 0 695,-3-5 400,7 0 1,6-2-4,4-3 0,4-4-891,1-6 0,3-2-3001,7-3 4044,0-11 0,26-1 0,-3-6 0</inkml:trace>
  <inkml:trace contextRef="#ctx0" brushRef="#br0" timeOffset="292">821 124 7758,'0'-16'1203,"0"1"1,0 0-705,0-1 0,0 6 623,0 0-618,0 0 0,0-1 89,0 1 0,6 7-380,5-2 40,9 3-101,-3 2 0,10 2-286,-6 3 0,6 3 181,-1 8 1,-4 4 133,-2 0 1,-4 6-201,-6-6 0,2 8-343,-7-3 0,-2 6 221,-8 5 0,-8-4 77,-8 4 0,-1-4 338,2-1 0,3-5-77,-4-1 0,4-6 46,2 1 1,6-3 106,4-1-406,3-8 51,9-1 0,3-2 140,11 0 0,4-1 26,11-9 0,3-2-322,7-3 0,-1-8-477,-4 8 0,1-7-1048,-6 7 790,-7-4 545,0 6 1,-17 1-1557,3 7 959,-10 0 373,2 0 575,-7 0 0,-13 14 0,-5 3 0</inkml:trace>
  <inkml:trace contextRef="#ctx0" brushRef="#br0" timeOffset="586">8 1090 7825,'-7'0'6817,"7"0"-6403,7-7 1,15 4 803,3-8 1,11 3-553,5-2 1,12-4 160,8 4-514,1-4 1,19 1-251,1 2 1,7-2 158,3 2 1,5 0-778,0 0 1,-5-1 398,-5 7 0,-3-5-55,-3 5 1,-6-2-9,-13 2 1,-4 3-255,-7-3 1,-2 3 132,-13 2 1,-2 0-189,-8 0 1,-4 2-1569,-7 3 788,-6-3 92,4 12 0,-13-6 1216,0 8 0,-13-1 0,-11 0 0</inkml:trace>
  <inkml:trace contextRef="#ctx0" brushRef="#br0" timeOffset="1144">606 1243 7769,'-5'-10'756,"0"0"0,1-2 841,3-2 1,7 1-382,5 2-903,2-2 1,4 9-152,4-6 0,1 7 80,3-2-64,4 3 0,-5 2-27,7 0 1,-7 2-489,-4 3 0,-3 5 210,-1 10 1,-8-3-109,-3 4 0,-5 3 318,-5 1 0,-10 4 279,-11 2 0,2-2-10,-1-4 1,6 3 1128,-1-8-927,3 1-234,1-6 73,8-6-218,1-3 0,14-1-121,3 1 200,4-1-1476,8-5 712,8-7 357,10 5-661,6-18 0,7 8-1154,3-14 0,3 1 1968,3-6 0,6-7 0,2-1 0</inkml:trace>
  <inkml:trace contextRef="#ctx0" brushRef="#br0" timeOffset="1336">1925 844 9108,'-15'-10'0,"1"0"2454,4-2 0,5 5-1727,10 2 1,-2-2-70,7 2-572,1 0 0,11 5-219,3 0 1,-1 0-1046,2 0 1,-6 0 761,6 0 1,-2 7-656,1 3 0,-3 4 1071,-6 1 0,-1 7 0,0 2 0</inkml:trace>
  <inkml:trace contextRef="#ctx0" brushRef="#br0" timeOffset="1469">2002 1121 9140,'-9'8'1242,"-4"-1"-1065,11 0-177,-5-6 1387,7 6 0,9-7-631,6 0 0,9-7-467,12-3 1,3-10-79,7-6 1,5 2-1025,0-1 1,5 1-270,-5-2 1,-1-1-2264,-9 7 3345,3-8 0,-5 4 0,7-6 0</inkml:trace>
  <inkml:trace contextRef="#ctx0" brushRef="#br0" timeOffset="1725">2861 492 9575,'-7'-9'1649,"5"2"-1649,-5 7 1993,7 7-848,0 2-717,0 13 1,0 0 205,0 4-210,0 9-536,0-9 0,0 11-657,0-6 746,0 7 1,5-6-2414,1 4 1207,5-4 519,-2-1 0,1-7-972,0-4 1682,1-3 0,4-1 0,0-1 0</inkml:trace>
  <inkml:trace contextRef="#ctx0" brushRef="#br0" timeOffset="1994">3413 231 7706,'0'-9'1080,"-7"4"222,-3 10 0,-4 12 88,-1 14 1,-2 8-723,-4 12 0,4 6-314,-3 9 0,3-3 262,1 4 1,8-4 467,3-2 1,3-1-735,2-4 1,9-10-260,6-10 1,9-6-195,12-4 0,-2-11-375,7-10 0,-7-5-364,1-5 0,-2-3 416,-2-7 0,-3-8-559,-2-2 1,-9-6 388,-7-5 0,-6 4 274,1-4 1,-7 5 52,-8 6 0,-2 3-132,-14 6 0,1 8 168,-6 3 0,1 5 36,-1 5 0,0 5-937,0 11 1,1-3 1133,-1 8 0,0-1 0,1 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31.16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292 138 7817,'0'-15'1037,"0"0"-713,0-1 0,-2 1 833,-3 0 1,2 1-260,-7 4 0,5-2 3,-6 7 1,1-5-364,-5 4 0,-6 1 85,1 5 0,-2 0-225,1 0 0,3 7-60,-8 3 0,7 4-158,-1 1 1,3 6 40,1-1 1,3 6-230,3-6 56,3 8-83,7-5 0,1 8-54,5 0 0,4 1-30,10 4 0,4-4-274,7 4 1,6-4 103,4-1 1,3 2-182,2 2 1,1-2 138,-1 3 0,-2-6 88,-3-4 1,-9 3 215,-6-4 0,-13 4 197,3 2 0,-11-6 425,0 1 1,-10-5-146,-5 4 1,-11-6 396,-4 1 1,-10-3-503,0-1 1,-8-3-116,2-2 1,-1 0-10,1-5 1,3-1-1,7-5 0,6-2-1448,-1-3 0,13 1-7,-3-6 0,6 0-572,0-5 0,5-1 664,10 1 1,5-5-289,11-1 1,4-6 1429,11 1 0,3-10 0,7-3 0</inkml:trace>
  <inkml:trace contextRef="#ctx0" brushRef="#br0" timeOffset="151">737 368 7817,'15'-15'1351,"1"7"0,-3-6-100,-2 4 236,2 3 280,-4-7-1245,6 13 1,0-6-268,1 7-224,-1 0-243,0 0 1,8 0-425,2 0 1,2 1-43,-1 5 0,1-3-701,-6 7 1,4-5 1378,-4 6 0,-1 6 0,-5 6 0</inkml:trace>
  <inkml:trace contextRef="#ctx0" brushRef="#br0" timeOffset="289">967 629 7817,'-15'7'1879,"-1"-5"0,8 6 84,3-3-998,3-3 0,11 5-448,6-7 1,7 0-322,9 0 0,-1-7-486,1-3 0,0 1-640,-1-1 1,8 5 730,3-5 199,3 0 0,2-13 0,0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46.319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13 16 7807,'0'-9'2630,"0"2"1,1 7-1773,5 0-574,2 0 0,9 2-308,4 3 1,2 2-245,8 3 1,1 2-267,4-7 1,3 5 432,7-4 1,0-1 135,1-5 0,-3 0 87,-3 0-122,3 0 0,-12 0 0,6 0 0</inkml:trace>
  <inkml:trace contextRef="#ctx0" brushRef="#br0" timeOffset="125">89 338 7807,'-23'8'-595,"-6"6"0,17-12 5873,-4 3-3907,11 3 0,2-4-1482,13 6 1,7-2-676,14 3 1,13-5-2307,7-6 3092,21 0 0,-1-13 0,13-4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45.035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31 629 9313,'-15'0'4237,"6"0"-3281,3 0-297,6 0-338,0 0 0,6 0-107,5 0 1,4 0 18,5 0 1,4-5-92,7 0 1,0-2-985,-1 2 0,1 3 53,0-3 1,-2-2-354,-4 2 1,2-5 211,-6 5 1,-1 0-1285,-4 5 2214,-1 0 0,0-7 0,1-1 0</inkml:trace>
  <inkml:trace contextRef="#ctx0" brushRef="#br0" timeOffset="295">675 353 7753,'0'21'0,"0"-1"1377,0 7 0,-5-8-642,0 7 0,0-1-277,5 6 1,0 0-344,0-1 1,2-1-317,3-3 1,-2 1-1434,8-7 1132,-1 1 0,0-1-226,0 1 1,-1-6 727,1-5 0,10-6 0,-2 3 0</inkml:trace>
  <inkml:trace contextRef="#ctx0" brushRef="#br0" timeOffset="475">1028 307 7753,'0'-15'1202,"0"6"0,-1 9-1009,-5 10 1,0 11-122,-5 4 1,-2 4 398,3 2 0,3 0 578,2-1 1,3 1-877,2 0 1,0 0-447,0-1 0,2-4-152,3-1 0,-2-6-543,7 2 1,1-4-1614,4-2 2581,0 0 0,7 1 0,2-1 0</inkml:trace>
  <inkml:trace contextRef="#ctx0" brushRef="#br0" timeOffset="750">1412 0 7705,'10'0'904,"0"0"-354,7 0-176,0 0-138,12 0 0,-5 2-14,7 3 0,1 9 310,4 6 1,-4 13 419,4-3 1,-9 6-357,-1 0 0,-12 5 65,1 10 0,-5-2-310,0 8 1,-3-3-131,-7 2 1,0 4-549,0-4 0,-8-1 110,-8 1 1,-1-5-21,-8 5 1,-8-4-360,-8 4 0,-5-7-1779,-5 2 2053,-3 4 1,-14-1-1,-2 8 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6:40.60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0 598 7780,'9'-15'1956,"-2"5"144,-7-1-1629,0 8-205,0-4 1,0 9 132,0 3-246,0 4 1,0 13 380,0 3 1,0-1 438,0 2 1,5-1-805,0 6 1,5 0-4,-5-1 0,7-1-1101,-2-3 0,2 1-32,-2-6 0,4 4-529,-4-4 0,4-1 692,1-5 804,-6 1 0,11-8 0,-3-1 0</inkml:trace>
  <inkml:trace contextRef="#ctx0" brushRef="#br0" timeOffset="403">338 552 7780,'-7'-15'0,"5"5"596,-3-1-239,3 8 132,2-11 1,2 13-148,3-4 1,4 3-32,6 2 1,0 0-209,1 0 0,4 0-222,1 0 0,-1 2 128,-5 3 1,1 3-78,-1 8 0,-6-1 77,-4 0 0,-4 1 76,-1-1 0,-1 0-72,-4 1 1,-4 4-10,-6 1 0,-1-1-15,1-5 1,-5 1 81,-1-1 1,1 0 82,4 1 1,3-6-130,2 0-234,-2 0 82,11 6 1,-3-6 41,10 0 1,9-6-278,6 1 1,8-4 48,-3-1 1,4 0-70,2 0 1,-1 0 203,1 0 1,0 0 193,-1 0 0,-6 5-27,-3 1 0,-4 4 238,-2-5 1,-1 7 100,-4-2 1,-3-1-168,-7 1 1,0 0 375,0 5 1,-2 1-168,-3-1 0,-9 0-139,-6 1 0,-6-1-252,6 0 0,-2 2-406,1 4 1,-1-9-101,-3 3 0,-3-3-502,8 3 1,-6-4 1028,6-1 0,-1-7 0,6 4 0</inkml:trace>
  <inkml:trace contextRef="#ctx0" brushRef="#br0" timeOffset="678">706 245 7779,'10'0'222,"0"0"1,2 0-1,4 2 1499,4 3-1429,-3 4 1,7 8 0,-4 5 190,6 9 0,-2 1-279,1 9 1,-4 0-1,4 5 1,-6 5 50,2 0 1,-6 7-26,-5-2 0,-3-1-127,-7 1 0,0-5-127,0 5 1,-7-6-173,-3 1 0,-9-5 80,-1-5 0,-6-2-67,6-3 0,-8-5-245,3-1 1,1-1-355,-2-8 1,3-6 3,-3-5 1,4-6 777,6 1 0,-6-4 0,-2-1 0</inkml:trace>
  <inkml:trace contextRef="#ctx0" brushRef="#br0" timeOffset="1008">1427 184 10663,'-7'15'1868,"-3"8"-1217,-11 2 0,4 11 212,-3 5 1,1 7-57,-1 8 1,1 0-344,-7 11 1,9-4-113,2-2 0,1-5-253,9 0 1,0-6-143,5 1 0,2-10-143,3-5 0,3-4-427,8-1 0,4-2-97,1-4 0,4 3-997,-4-8 1,4-5-1790,-4-4 3496,6-1 0,-10 5 0,5 0 0</inkml:trace>
  <inkml:trace contextRef="#ctx0" brushRef="#br0" timeOffset="1461">1703 414 10020,'-2'17'775,"-3"4"1,3 4-477,-3 11 0,3 3-335,2 7 1,0 0 119,0 0 0,0-5-127,0 0 65,0-7 0,0 4-239,0-8 0,0 1-544,0 0 1,2-6-1383,3 1 1075,-3-7 1068,12-4 0,1-1 0,9-6 0</inkml:trace>
  <inkml:trace contextRef="#ctx0" brushRef="#br0" timeOffset="1753">2178 199 7736,'-7'-8'829,"-1"8"-886,-7 10 1,-6 12-144,1 9 0,-8 6 651,3 10 0,3 5 974,1 5 1,4 1-735,2-2 0,6 3-301,4-2 1,4-6-465,1-5 0,6-2-12,5-8 0,9-5-59,6-6 0,3-11 242,1 1 0,1-10 66,0 0 0,-2-5-361,-4-5 1,-4-3-483,-11-8 1,2-1 219,-7-3 0,-2 1 162,-8-6 1,-5 6 67,-11-2 1,-2 6 155,-8 5 0,2-2 97,3 7 1,-3 1-133,4 9 0,-2 4-16,1 6 0,6 1-181,9-1 1,5 2-236,6 3 0,0-8 541,0 4 0,6-4 0,3 3 0</inkml:trace>
  <inkml:trace contextRef="#ctx0" brushRef="#br0" timeOffset="2002">2531 644 9091,'-5'-10'2879,"0"0"-2597,0 6 1,6-2-1,5 6 46,4 0 1,3 0-28,3 0-312,6-7 0,0 5-169,4-3 0,3 3-1523,-4 2 1189,4-7 0,0 6-844,-3-4 0,-3 3 1358,-2 2 0,3-7 0,6-1 0</inkml:trace>
  <inkml:trace contextRef="#ctx0" brushRef="#br0" timeOffset="2678">3252 614 7750,'8'-2'-1158,"-2"-3"1273,-5-4 0,4-1 449,0 0 0,2 0 353,-2-6-587,-3 1 1,12-2 66,-4-4 0,-1 3 11,1-8 1,-2 7-125,2-1 0,-1-2-42,-4 1 1,-3-4-150,3 4 0,-3 1 121,-2 4 0,0 1-57,0 0 1,-7 5 11,-3-1 0,1 8-53,-1-2 1,-5 3 128,-6 2 0,1 2-35,4 3 0,1-2-51,0 8 0,-1-1 21,1 5 0,5 6 4,-1-1 0,8 7-13,-2-1 0,3-2-244,2 1 0,2 3 4,3 7 1,4-2-21,6 3 1,2-4 18,3-1 1,-1-6-168,7 1 1,-6-1 128,6 6 1,-8-5-28,3-1 0,-4-6 32,-2 1 88,1-3 1,-6-3 474,0-4-288,-6 4 1,1-12 13,-10 3 1,-6-4-181,-9-1 1,1 0-168,-6 0 1,6-1 122,-2-4 0,-1-4-97,2-6 0,-1-1 63,6 1 1,6 0 52,4-1 1,4-4-45,1-1 1,0 1-67,0 5 1,1-1 38,4 1 1,6 0-33,9-1 0,-1 1-129,6 0 1,-6-1-27,2 1 1,2 0-315,3-1 1,-2 3-431,1 2 1,-6-2 451,2 3 1,1 1-679,-2-1 1247,1 0 0,1-13 0,2 0 0</inkml:trace>
  <inkml:trace contextRef="#ctx0" brushRef="#br0" timeOffset="2945">3589 215 7246,'-6'-16'-1134,"4"1"1134,-3 0 0,3-1 1265,2 1 348,0 0 1,7 6-1039,3 4 0,4 3-236,1 2 0,2 2 335,4 3 0,-3 5-155,8 11 1,-6 4-3,6 11 0,-2-2-175,1 7 0,3 5-114,-8 5 0,0 2-96,-4-2 1,-6 2-124,0 3 1,-6 4-496,1-4 0,-4-3 333,-1-2 1,-6-3 78,-5-2 0,3-7-317,-2-3 0,-1-4-619,-4-1 0,-5-2 319,-1-3 1,1-6-152,4-10 0,1 2-582,0-7 1424,-1 0 0,8-18 0,1-4 0</inkml:trace>
  <inkml:trace contextRef="#ctx0" brushRef="#br0" timeOffset="3180">4418 123 7722,'-7'-9'4007,"-2"2"-3332,-6 7-427,0 14 1,-8 0-5,-2 16 1,-2 4-34,1 12 0,-1 2 2256,6 3-1183,-6 4-784,10 6 1,-5 4-95,7-4-207,6 4-226,-5-10 0,13-3-159,-4-6 1,5-1-98,5-9 1,3-1-339,8-4 1,-1-7-152,0-4 1,1 1-962,-1-6 1,0 4 1732,1-9 0,6-3 0,2 0 0</inkml:trace>
  <inkml:trace contextRef="#ctx0" brushRef="#br0" timeOffset="3750">4172 184 7783,'0'-15'2056,"7"6"1,-5 9-1645,3 10 1,-3 13-172,-2 7 1,-2 4-37,-3 12 0,3-3 346,-3 8-302,3-3 1,-3 3-609,0 0 1,0-5 294,5-5 0,0-7-956,0 2 1,5-5 135,0-6 0,7 1-313,-2-11 0,4 4 357,1-9 840,1-3 0,6-7 0,2-9 0</inkml:trace>
  <inkml:trace contextRef="#ctx0" brushRef="#br0" timeOffset="4044">4663 0 7768,'-15'7'825,"-1"3"1,3 11-40,3 4 0,-9 13-215,3 8 1,-7 5 7,2 5 1,2 2-243,9-7 1,-2 4-135,7-9 1,2 3-75,8-8 1,5-4-129,10-1 0,8-10-381,13-6 1,-6-10 87,11-4 1,-3-6-196,3-6 1,-7-4 196,-3-10 0,-10 1-196,-6-7 0,-5 3 151,-4-3 1,-6-6 115,-10 6 0,-11 1-17,-9 9 0,-4 8 12,-2 3 1,-5 3 589,1 2 0,-6 7-265,5 3 0,7 4-74,8 1 0,4 5-372,2 1 1,6-1-419,4-4 0,4-1 763,1 0 0,6 1 0,3-1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7:06.052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336 76 9146,'-15'-6'1362,"0"1"1,1 2-1216,4 8-93,-11 10 0,9 9 218,-13 7 1,-2 12 110,-9 3 1,3 5 32,-2 0 1,7-4-73,3 5 0,11-6-128,-1-5 0,10-4-14,0-6 0,11-7 26,10-4 1,6-5 29,9-4 0,8-5 89,7-6 1,8 0-132,13 0-1,-2-8-12,6-7 0,1-1-312,4-4 0,-6 3-249,-3 1 1,-16 3-521,-5 3 1,-10-2 674,-1 6 0,-9-4 61,-6 5 0,-3-2-1198,-1 2-137,-8 3 1,-1-6 653,-7 3 1,-7 3-704,-3-3 1526,-4-3 0,-14-1 0,-5-6 0</inkml:trace>
  <inkml:trace contextRef="#ctx0" brushRef="#br0" timeOffset="178">674 290 7869,'-7'-15'0,"5"-2"293,-3-4 1,3 4 1214,2-3 383,0 3-586,0 2-769,0 6 0,0 4-79,0 10 1,0 12 89,0 14 0,0 8-213,0 12 0,-6 4-103,-5 6 1,-1 2 8,2 4 1,-2-8-28,7 8 1,0-9-2216,5 3 0,7-1 513,3-9 1,5-7-143,6-8 1,-2-4 1630,6-1 0,1-7 0,4-2 0</inkml:trace>
  <inkml:trace contextRef="#ctx0" brushRef="#br0" timeOffset="561">1257 152 7874,'8'-22'1147,"-1"5"236,-7-3 1,7 4-1181,3 6 1,4-2-46,1 7 0,-5-5 4,0 5 1,2 0-42,9 5 1,-4 0-206,3 0 0,2 6 58,-1 5 0,-1 4-152,-4 5 1,-6 1 150,0 9 1,-6-2-91,1 8 1,-10-4 79,-6-1 0,-9-2 17,-6-4 0,-1 4 298,1-3 1,-1-2-52,7 1 0,-4-6-72,9 1 1,-2-8-184,11-2 1,1-4-123,5 4 0,2-5 148,3 5 1,10-1-50,11 1 0,3 2-115,2-7 1,-1 7 19,1-2 0,0 4 206,-1 1 1,-1 0-27,-3 1 1,-2-1 136,-4 0 0,-8 2 18,3 4 0,-9-4 221,-1 3 1,-10 3-196,-6-3 0,-4 6-79,-5-6 1,-4 6 189,-7-6 1,-5 7-153,0-1 1,-6-2-809,1 1 0,3-6-93,3 1 0,7 3-448,3-3 0,6-1-569,-1-9 1744,9 4 0,5-6 0,6 8 0</inkml:trace>
  <inkml:trace contextRef="#ctx0" brushRef="#br0" timeOffset="733">2039 934 7791,'-15'0'7941,"4"0"-6316,1 0-1212,0 0 0,-6 0 149,1 0-93,7 0-1239,-6 7-371,12-5 1,-3 5 78,10-7 1,0 2-2616,11 3 3677,-4-4 0,10 6 0,-7-7 0</inkml:trace>
  <inkml:trace contextRef="#ctx0" brushRef="#br0" timeOffset="1253">2806 689 7785,'0'-17'0,"1"-2"2246,5-1-1442,-5-7 0,13 4 728,-4-2-856,4-4-346,1-2 1,-5-6 127,1-4 1,-1-4-243,5 5 1,-6 0-199,-4-1 1,-4 1 54,-1-6 0,0 6-181,0 5 0,-6 7 33,-5 3 1,-7 11-160,-3-1 0,-4 10 122,4 0 1,-6 11 23,1 10 1,3 6 267,-3 9 0,9 6-35,2 4 0,1 5 125,9 5 0,1-1-63,10 6 1,7 3 120,8 3 1,4 8-146,-4-9 0,6 2-43,-2-7 0,-2 2-160,-3-7 0,-5 6 112,-4-6 1,1-7-59,-7-8 1,-2-4 62,-8-1 1,-4-7-18,-6-4 0,-7-10 80,-4-4 1,-3-5 228,-1-1 0,-6-12-334,0-3 0,0-16-235,6 1 0,6-10-277,3 5 1,6-15 267,5-1 0,5 0 159,10 0 0,3 5-226,8 5 0,6 2-1319,3 3 0,11 10 465,5 1 1,-2 6-18,2 4 1,2 6 378,8 4 1,-3 2 747,3-2 0,-4 3 0,0-5 0</inkml:trace>
  <inkml:trace contextRef="#ctx0" brushRef="#br0" timeOffset="1545">3465 367 7785,'0'-24'1788,"0"-5"0,0 12-1095,0-3 1,0 3-243,0 1 0,0 1-21,0 0 0,7 6-224,3 4 1,6-2-46,4 2 0,-1 2-59,6 8 1,1 5-142,5 10 1,-2 4-201,-4 7 0,-3 6 241,-6 4 1,-8 5-129,-3 5 1,-5-1 117,-5 6 0,-5-5 233,-10 6 0,-9-8-271,-7 2 1,0-10 17,5-5 0,7-9 257,4-1 1,3-13 422,2 3 1,4-11 1310,1 0-1451,7-4 0,4-1-705,15 0 1,1 0-59,8 0 1,6-6-197,5-5 1,1 3-420,-1-2 1,-2-1-1084,7-4 0,0 0 1949,5-1 0,-7 1 0,-1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10-16T04:07:09.173"/>
    </inkml:context>
    <inkml:brush xml:id="br0">
      <inkml:brushProperty name="width" value="0.08571" units="cm"/>
      <inkml:brushProperty name="height" value="0.08571" units="cm"/>
      <inkml:brushProperty name="color" value="#E71224"/>
    </inkml:brush>
  </inkml:definitions>
  <inkml:trace contextRef="#ctx0" brushRef="#br0">213 905 7120,'7'-8'542,"-5"-6"-43,3 4-67,3-4 0,-4-3 122,6-3 0,-7 3-51,2-4 1,2-1-22,-2 2 0,0-1 260,-5 6-280,0 0 0,-1 1-209,-4 4 0,-4 3-36,-6 7 0,-1 0-133,1 0 0,-7 15 108,-4 11 0,1 11 173,-6 15 1,9 2-128,-9 7 0,11 6-62,-1-1 1,11 1-53,5-6 0,5-8-155,5-7 0,5-2 50,11-8 0,-2-7-111,6-8 0,6-6 54,5-5 1,6-3 70,-1-7 0,-2-9-180,2-6 0,-2-12 18,2-9 1,2-12 97,-7 2 1,-1-10-146,-4 0 0,-2-2-155,-3 2 1,-4-9 256,-7 4 1,-5 1 152,1 4 1,-8 10-76,2 5 1,-3 5 151,-2 15 0,0 1 711,0 5-629,0 6 0,-5 9-57,0 10 1,-7 13-4,1 7 0,5 8 86,1 8 1,-2 1-172,2 5 1,0-6-148,5 0 1,0-2 24,0-8 1,1 0 62,4-6 1,-1-6-153,6-3 1,-5-6-47,5-5 135,-6-3 0,9-7 67,-2 0 1,2-4 2,3-6 0,-1-9-216,0-16 1,2-4-231,4-8 0,-3-4 238,8 0 0,-7-7 113,1 2 0,2 5-453,-1 5 1,-1 2 235,-4 8 1,-6 7 151,0 8 1,-5 9-230,5 2 292,-6 7 0,8 5 139,-7 13 1,0 9 356,-5 12 1,0 1-153,0 4 0,0 8 178,0-3 0,-2 7-69,-3-7-198,3 4 1,-4-16 10,6 7-304,0-14 1,0 2 78,0-14-323,6 1 308,3-8 0,6-3-82,1-10 0,1-10-150,3-11 1,2-11-220,4-9 0,1 0 134,-6-6 1,4 1 114,-4 5 0,-1-1 223,-5 11 0,1 2-26,-1 8 1,-5 6 199,1 10 0,-6 3 5,5 7 1,-5 13 190,5 8 0,-5 6-159,6 4 0,-8 6 128,2 4 1,-2 2-400,3-2 0,-5 1-314,4-6 0,2-2-1437,-2-8 1051,7 3 1,-3-12-2500,6 3 3268,0-3 0,8-8 0,0-2 0</inkml:trace>
  <inkml:trace contextRef="#ctx0" brushRef="#br0" timeOffset="290">1732 154 7780,'-7'-24'0,"5"2"958,-3 7 1377,3-1-1656,2 1 0,2 5 96,3-1 0,0 8-441,10-2 0,-3-2-286,9 2 1,-2 2-87,1 8 1,2 5 88,4 10 1,-4 1 165,-7 9 1,-1-1-144,-4 12 0,-3-1-254,-7 0 1,-5 3 534,0-7 1,-6-2 514,6-9 0,-5-2-192,5-8 0,0-5 1421,5 0-1404,0-6 1,14-6-299,6-13 0,14-9-896,7-12 1,3-3-6,2-7 0,0 5-237,0 0 0,0 7-678,0-2 1,0 4 1418,0 1 0,0-6 0,0-2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164B58-F906-C745-A42B-BD82B9B00771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C5F6C8-B98D-BD4E-AB7B-2BE9AE1DD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453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8D555-D2EB-A045-AEDE-72C9D0B9666E}" type="datetimeFigureOut">
              <a:rPr lang="en-US" smtClean="0"/>
              <a:t>10/16/19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B348C-02C1-B54D-ACD1-55D3EC15E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04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customXml" Target="../ink/ink8.xml"/><Relationship Id="rId26" Type="http://schemas.openxmlformats.org/officeDocument/2006/relationships/customXml" Target="../ink/ink12.xml"/><Relationship Id="rId39" Type="http://schemas.openxmlformats.org/officeDocument/2006/relationships/image" Target="../media/image23.png"/><Relationship Id="rId21" Type="http://schemas.openxmlformats.org/officeDocument/2006/relationships/image" Target="../media/image14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7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6" Type="http://schemas.openxmlformats.org/officeDocument/2006/relationships/customXml" Target="../ink/ink7.xml"/><Relationship Id="rId29" Type="http://schemas.openxmlformats.org/officeDocument/2006/relationships/image" Target="../media/image18.png"/><Relationship Id="rId11" Type="http://schemas.openxmlformats.org/officeDocument/2006/relationships/image" Target="../media/image9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2.png"/><Relationship Id="rId40" Type="http://schemas.openxmlformats.org/officeDocument/2006/relationships/customXml" Target="../ink/ink19.xml"/><Relationship Id="rId45" Type="http://schemas.openxmlformats.org/officeDocument/2006/relationships/image" Target="../media/image26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23" Type="http://schemas.openxmlformats.org/officeDocument/2006/relationships/image" Target="../media/image15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8.png"/><Relationship Id="rId10" Type="http://schemas.openxmlformats.org/officeDocument/2006/relationships/customXml" Target="../ink/ink4.xml"/><Relationship Id="rId19" Type="http://schemas.openxmlformats.org/officeDocument/2006/relationships/image" Target="../media/image13.png"/><Relationship Id="rId31" Type="http://schemas.openxmlformats.org/officeDocument/2006/relationships/image" Target="../media/image19.png"/><Relationship Id="rId44" Type="http://schemas.openxmlformats.org/officeDocument/2006/relationships/customXml" Target="../ink/ink21.xml"/><Relationship Id="rId4" Type="http://schemas.openxmlformats.org/officeDocument/2006/relationships/customXml" Target="../ink/ink1.xml"/><Relationship Id="rId9" Type="http://schemas.openxmlformats.org/officeDocument/2006/relationships/image" Target="../media/image8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17.png"/><Relationship Id="rId30" Type="http://schemas.openxmlformats.org/officeDocument/2006/relationships/customXml" Target="../ink/ink14.xml"/><Relationship Id="rId35" Type="http://schemas.openxmlformats.org/officeDocument/2006/relationships/image" Target="../media/image21.png"/><Relationship Id="rId43" Type="http://schemas.openxmlformats.org/officeDocument/2006/relationships/image" Target="../media/image25.png"/><Relationship Id="rId48" Type="http://schemas.openxmlformats.org/officeDocument/2006/relationships/customXml" Target="../ink/ink23.xml"/><Relationship Id="rId8" Type="http://schemas.openxmlformats.org/officeDocument/2006/relationships/customXml" Target="../ink/ink3.xml"/><Relationship Id="rId3" Type="http://schemas.openxmlformats.org/officeDocument/2006/relationships/image" Target="../media/image5.png"/><Relationship Id="rId12" Type="http://schemas.openxmlformats.org/officeDocument/2006/relationships/customXml" Target="../ink/ink5.xml"/><Relationship Id="rId17" Type="http://schemas.openxmlformats.org/officeDocument/2006/relationships/image" Target="../media/image12.png"/><Relationship Id="rId25" Type="http://schemas.openxmlformats.org/officeDocument/2006/relationships/image" Target="../media/image16.png"/><Relationship Id="rId33" Type="http://schemas.openxmlformats.org/officeDocument/2006/relationships/image" Target="../media/image20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customXml" Target="../ink/ink9.xml"/><Relationship Id="rId41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4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2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2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customXml" Target="../ink/ink35.xml"/><Relationship Id="rId26" Type="http://schemas.openxmlformats.org/officeDocument/2006/relationships/customXml" Target="../ink/ink39.xml"/><Relationship Id="rId39" Type="http://schemas.openxmlformats.org/officeDocument/2006/relationships/image" Target="../media/image52.png"/><Relationship Id="rId21" Type="http://schemas.openxmlformats.org/officeDocument/2006/relationships/image" Target="../media/image43.png"/><Relationship Id="rId34" Type="http://schemas.openxmlformats.org/officeDocument/2006/relationships/customXml" Target="../ink/ink43.xml"/><Relationship Id="rId7" Type="http://schemas.openxmlformats.org/officeDocument/2006/relationships/image" Target="../media/image36.png"/><Relationship Id="rId12" Type="http://schemas.openxmlformats.org/officeDocument/2006/relationships/customXml" Target="../ink/ink32.xml"/><Relationship Id="rId17" Type="http://schemas.openxmlformats.org/officeDocument/2006/relationships/image" Target="../media/image41.png"/><Relationship Id="rId25" Type="http://schemas.openxmlformats.org/officeDocument/2006/relationships/image" Target="../media/image45.png"/><Relationship Id="rId33" Type="http://schemas.openxmlformats.org/officeDocument/2006/relationships/image" Target="../media/image49.png"/><Relationship Id="rId38" Type="http://schemas.openxmlformats.org/officeDocument/2006/relationships/customXml" Target="../ink/ink45.xml"/><Relationship Id="rId2" Type="http://schemas.openxmlformats.org/officeDocument/2006/relationships/customXml" Target="../ink/ink27.xml"/><Relationship Id="rId16" Type="http://schemas.openxmlformats.org/officeDocument/2006/relationships/customXml" Target="../ink/ink34.xml"/><Relationship Id="rId20" Type="http://schemas.openxmlformats.org/officeDocument/2006/relationships/customXml" Target="../ink/ink36.xml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9.xml"/><Relationship Id="rId11" Type="http://schemas.openxmlformats.org/officeDocument/2006/relationships/image" Target="../media/image38.png"/><Relationship Id="rId24" Type="http://schemas.openxmlformats.org/officeDocument/2006/relationships/customXml" Target="../ink/ink38.xml"/><Relationship Id="rId32" Type="http://schemas.openxmlformats.org/officeDocument/2006/relationships/customXml" Target="../ink/ink42.xml"/><Relationship Id="rId37" Type="http://schemas.openxmlformats.org/officeDocument/2006/relationships/image" Target="../media/image51.png"/><Relationship Id="rId5" Type="http://schemas.openxmlformats.org/officeDocument/2006/relationships/image" Target="../media/image35.png"/><Relationship Id="rId15" Type="http://schemas.openxmlformats.org/officeDocument/2006/relationships/image" Target="../media/image40.png"/><Relationship Id="rId23" Type="http://schemas.openxmlformats.org/officeDocument/2006/relationships/image" Target="../media/image44.png"/><Relationship Id="rId28" Type="http://schemas.openxmlformats.org/officeDocument/2006/relationships/customXml" Target="../ink/ink40.xml"/><Relationship Id="rId36" Type="http://schemas.openxmlformats.org/officeDocument/2006/relationships/customXml" Target="../ink/ink44.xml"/><Relationship Id="rId10" Type="http://schemas.openxmlformats.org/officeDocument/2006/relationships/customXml" Target="../ink/ink31.xml"/><Relationship Id="rId19" Type="http://schemas.openxmlformats.org/officeDocument/2006/relationships/image" Target="../media/image42.png"/><Relationship Id="rId31" Type="http://schemas.openxmlformats.org/officeDocument/2006/relationships/image" Target="../media/image48.png"/><Relationship Id="rId4" Type="http://schemas.openxmlformats.org/officeDocument/2006/relationships/customXml" Target="../ink/ink28.xml"/><Relationship Id="rId9" Type="http://schemas.openxmlformats.org/officeDocument/2006/relationships/image" Target="../media/image37.png"/><Relationship Id="rId14" Type="http://schemas.openxmlformats.org/officeDocument/2006/relationships/customXml" Target="../ink/ink33.xml"/><Relationship Id="rId22" Type="http://schemas.openxmlformats.org/officeDocument/2006/relationships/customXml" Target="../ink/ink37.xml"/><Relationship Id="rId27" Type="http://schemas.openxmlformats.org/officeDocument/2006/relationships/image" Target="../media/image46.png"/><Relationship Id="rId30" Type="http://schemas.openxmlformats.org/officeDocument/2006/relationships/customXml" Target="../ink/ink41.xml"/><Relationship Id="rId35" Type="http://schemas.openxmlformats.org/officeDocument/2006/relationships/image" Target="../media/image50.png"/><Relationship Id="rId8" Type="http://schemas.openxmlformats.org/officeDocument/2006/relationships/customXml" Target="../ink/ink30.xml"/><Relationship Id="rId3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Area of a Triangle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407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Area of a triangle</a:t>
            </a:r>
          </a:p>
        </p:txBody>
      </p:sp>
      <p:sp>
        <p:nvSpPr>
          <p:cNvPr id="4" name="Right Triangle 3"/>
          <p:cNvSpPr/>
          <p:nvPr/>
        </p:nvSpPr>
        <p:spPr>
          <a:xfrm>
            <a:off x="1112575" y="1447657"/>
            <a:ext cx="2128835" cy="2971797"/>
          </a:xfrm>
          <a:prstGeom prst="rtTriangle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107811" y="4241554"/>
            <a:ext cx="159165" cy="1666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>
            <a:cxnSpLocks/>
          </p:cNvCxnSpPr>
          <p:nvPr/>
        </p:nvCxnSpPr>
        <p:spPr>
          <a:xfrm flipH="1">
            <a:off x="934692" y="1447656"/>
            <a:ext cx="8678" cy="2971797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/>
          </p:cNvCxnSpPr>
          <p:nvPr/>
        </p:nvCxnSpPr>
        <p:spPr>
          <a:xfrm>
            <a:off x="1112575" y="4605189"/>
            <a:ext cx="2128835" cy="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5697" y="2347877"/>
            <a:ext cx="397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97909" y="4544045"/>
            <a:ext cx="3979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b</a:t>
            </a: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91D8F9BA-EC2C-B941-B9F8-4A757C10C2CB}"/>
              </a:ext>
            </a:extLst>
          </p:cNvPr>
          <p:cNvSpPr/>
          <p:nvPr/>
        </p:nvSpPr>
        <p:spPr>
          <a:xfrm>
            <a:off x="4872038" y="1628771"/>
            <a:ext cx="4782312" cy="2777365"/>
          </a:xfrm>
          <a:prstGeom prst="triangle">
            <a:avLst>
              <a:gd name="adj" fmla="val 15343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FE8B004-5505-6F45-83BA-2D916BAC16CE}"/>
              </a:ext>
            </a:extLst>
          </p:cNvPr>
          <p:cNvCxnSpPr>
            <a:cxnSpLocks/>
          </p:cNvCxnSpPr>
          <p:nvPr/>
        </p:nvCxnSpPr>
        <p:spPr>
          <a:xfrm flipV="1">
            <a:off x="4872039" y="4549012"/>
            <a:ext cx="4782312" cy="454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1BB3CDD-EE1F-8546-B6DE-5C01A295A185}"/>
              </a:ext>
            </a:extLst>
          </p:cNvPr>
          <p:cNvSpPr txBox="1"/>
          <p:nvPr/>
        </p:nvSpPr>
        <p:spPr>
          <a:xfrm>
            <a:off x="6847770" y="4541472"/>
            <a:ext cx="3919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b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A38F386-319C-6C44-BBE2-1AAD3AF63E64}"/>
              </a:ext>
            </a:extLst>
          </p:cNvPr>
          <p:cNvGrpSpPr/>
          <p:nvPr/>
        </p:nvGrpSpPr>
        <p:grpSpPr>
          <a:xfrm>
            <a:off x="4303055" y="1628771"/>
            <a:ext cx="1488336" cy="2788431"/>
            <a:chOff x="485775" y="1285876"/>
            <a:chExt cx="2169898" cy="3600450"/>
          </a:xfrm>
        </p:grpSpPr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91D5B490-32B7-4347-8A6C-5BA1AEEF5FA8}"/>
                </a:ext>
              </a:extLst>
            </p:cNvPr>
            <p:cNvCxnSpPr/>
            <p:nvPr/>
          </p:nvCxnSpPr>
          <p:spPr>
            <a:xfrm flipH="1">
              <a:off x="1185862" y="1319216"/>
              <a:ext cx="28575" cy="356711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447971-B0F5-424F-B627-0CF7BB19F8D5}"/>
                </a:ext>
              </a:extLst>
            </p:cNvPr>
            <p:cNvSpPr txBox="1"/>
            <p:nvPr/>
          </p:nvSpPr>
          <p:spPr>
            <a:xfrm>
              <a:off x="485775" y="2914650"/>
              <a:ext cx="57150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800" dirty="0">
                  <a:solidFill>
                    <a:srgbClr val="FF0000"/>
                  </a:solidFill>
                </a:rPr>
                <a:t>h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EF56201-69CA-1548-906D-A6DFF179EC7A}"/>
                </a:ext>
              </a:extLst>
            </p:cNvPr>
            <p:cNvSpPr/>
            <p:nvPr/>
          </p:nvSpPr>
          <p:spPr>
            <a:xfrm>
              <a:off x="2427073" y="4667852"/>
              <a:ext cx="228600" cy="20002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A16E20-7724-204D-A440-5508047F14D5}"/>
                </a:ext>
              </a:extLst>
            </p:cNvPr>
            <p:cNvCxnSpPr/>
            <p:nvPr/>
          </p:nvCxnSpPr>
          <p:spPr>
            <a:xfrm>
              <a:off x="2427073" y="1285876"/>
              <a:ext cx="0" cy="3586162"/>
            </a:xfrm>
            <a:prstGeom prst="line">
              <a:avLst/>
            </a:prstGeom>
            <a:ln w="28575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AE86AA0A-B6CA-3E47-901A-F1474B29ED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116" t="67675" r="28605" b="19766"/>
          <a:stretch/>
        </p:blipFill>
        <p:spPr>
          <a:xfrm>
            <a:off x="2079679" y="5435131"/>
            <a:ext cx="4838744" cy="1256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9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xit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3"/>
          <p:cNvSpPr/>
          <p:nvPr/>
        </p:nvSpPr>
        <p:spPr>
          <a:xfrm>
            <a:off x="1643061" y="828685"/>
            <a:ext cx="7086601" cy="3400424"/>
          </a:xfrm>
          <a:prstGeom prst="triangle">
            <a:avLst>
              <a:gd name="adj" fmla="val 15343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8731993" y="3813610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57712" y="1226411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/>
              <a:t>b</a:t>
            </a:r>
          </a:p>
        </p:txBody>
      </p:sp>
      <p:sp>
        <p:nvSpPr>
          <p:cNvPr id="7" name="Arc 6"/>
          <p:cNvSpPr/>
          <p:nvPr/>
        </p:nvSpPr>
        <p:spPr>
          <a:xfrm rot="5868505">
            <a:off x="2386011" y="514354"/>
            <a:ext cx="828675" cy="512027"/>
          </a:xfrm>
          <a:prstGeom prst="arc">
            <a:avLst>
              <a:gd name="adj1" fmla="val 18910778"/>
              <a:gd name="adj2" fmla="val 927883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637689" y="1215646"/>
                <a:ext cx="503728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i="1" smtClean="0">
                          <a:latin typeface="Cambria Math" charset="0"/>
                          <a:ea typeface="Cambria Math" charset="0"/>
                          <a:cs typeface="Cambria Math" charset="0"/>
                        </a:rPr>
                        <m:t>𝜃</m:t>
                      </m:r>
                    </m:oMath>
                  </m:oMathPara>
                </a14:m>
                <a:endParaRPr lang="en-US" sz="48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7689" y="1215646"/>
                <a:ext cx="503728" cy="738664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/>
          <p:cNvSpPr txBox="1"/>
          <p:nvPr/>
        </p:nvSpPr>
        <p:spPr>
          <a:xfrm>
            <a:off x="1481137" y="2113398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273" y="3813610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1939" y="36490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45E2EE-1CA8-0E4B-AC9B-B108C74E9CD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529" t="63337" r="22259" b="21183"/>
          <a:stretch/>
        </p:blipFill>
        <p:spPr>
          <a:xfrm>
            <a:off x="1481137" y="4743466"/>
            <a:ext cx="6615114" cy="1666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325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913" y="1690689"/>
            <a:ext cx="2976562" cy="192036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0187" y="1703390"/>
            <a:ext cx="4328309" cy="190766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0" name="Ink 20">
                <a:extLst>
                  <a:ext uri="{FF2B5EF4-FFF2-40B4-BE49-F238E27FC236}">
                    <a16:creationId xmlns:a16="http://schemas.microsoft.com/office/drawing/2014/main" id="{FCD1A7E0-E656-7340-8CCE-788B8232E948}"/>
                  </a:ext>
                </a:extLst>
              </p14:cNvPr>
              <p14:cNvContentPartPr/>
              <p14:nvPr/>
            </p14:nvContentPartPr>
            <p14:xfrm>
              <a:off x="689930" y="3848391"/>
              <a:ext cx="2219400" cy="630000"/>
            </p14:xfrm>
          </p:contentPart>
        </mc:Choice>
        <mc:Fallback>
          <p:pic>
            <p:nvPicPr>
              <p:cNvPr id="20" name="Ink 20">
                <a:extLst>
                  <a:ext uri="{FF2B5EF4-FFF2-40B4-BE49-F238E27FC236}">
                    <a16:creationId xmlns:a16="http://schemas.microsoft.com/office/drawing/2014/main" id="{FCD1A7E0-E656-7340-8CCE-788B8232E94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74810" y="3833271"/>
                <a:ext cx="2250000" cy="66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0" name="Ink 31">
                <a:extLst>
                  <a:ext uri="{FF2B5EF4-FFF2-40B4-BE49-F238E27FC236}">
                    <a16:creationId xmlns:a16="http://schemas.microsoft.com/office/drawing/2014/main" id="{B44D5F9B-CA0A-3F4A-9D2F-E358E3D98460}"/>
                  </a:ext>
                </a:extLst>
              </p14:cNvPr>
              <p14:cNvContentPartPr/>
              <p14:nvPr/>
            </p14:nvContentPartPr>
            <p14:xfrm>
              <a:off x="1115090" y="5013711"/>
              <a:ext cx="171720" cy="105120"/>
            </p14:xfrm>
          </p:contentPart>
        </mc:Choice>
        <mc:Fallback>
          <p:pic>
            <p:nvPicPr>
              <p:cNvPr id="30" name="Ink 31">
                <a:extLst>
                  <a:ext uri="{FF2B5EF4-FFF2-40B4-BE49-F238E27FC236}">
                    <a16:creationId xmlns:a16="http://schemas.microsoft.com/office/drawing/2014/main" id="{B44D5F9B-CA0A-3F4A-9D2F-E358E3D9846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99938" y="4998231"/>
                <a:ext cx="202384" cy="13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31" name="Ink 32">
                <a:extLst>
                  <a:ext uri="{FF2B5EF4-FFF2-40B4-BE49-F238E27FC236}">
                    <a16:creationId xmlns:a16="http://schemas.microsoft.com/office/drawing/2014/main" id="{552817FA-9544-EB48-977F-9A1A3EE3A756}"/>
                  </a:ext>
                </a:extLst>
              </p14:cNvPr>
              <p14:cNvContentPartPr/>
              <p14:nvPr/>
            </p14:nvContentPartPr>
            <p14:xfrm>
              <a:off x="3036770" y="3815271"/>
              <a:ext cx="1087560" cy="475200"/>
            </p14:xfrm>
          </p:contentPart>
        </mc:Choice>
        <mc:Fallback>
          <p:pic>
            <p:nvPicPr>
              <p:cNvPr id="31" name="Ink 32">
                <a:extLst>
                  <a:ext uri="{FF2B5EF4-FFF2-40B4-BE49-F238E27FC236}">
                    <a16:creationId xmlns:a16="http://schemas.microsoft.com/office/drawing/2014/main" id="{552817FA-9544-EB48-977F-9A1A3EE3A75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21650" y="3800151"/>
                <a:ext cx="1118160" cy="50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46" name="Ink 48">
                <a:extLst>
                  <a:ext uri="{FF2B5EF4-FFF2-40B4-BE49-F238E27FC236}">
                    <a16:creationId xmlns:a16="http://schemas.microsoft.com/office/drawing/2014/main" id="{0B82B7A0-B44E-3143-BE9A-FA803040AF94}"/>
                  </a:ext>
                </a:extLst>
              </p14:cNvPr>
              <p14:cNvContentPartPr/>
              <p14:nvPr/>
            </p14:nvContentPartPr>
            <p14:xfrm>
              <a:off x="1275290" y="5615271"/>
              <a:ext cx="215640" cy="149760"/>
            </p14:xfrm>
          </p:contentPart>
        </mc:Choice>
        <mc:Fallback>
          <p:pic>
            <p:nvPicPr>
              <p:cNvPr id="46" name="Ink 48">
                <a:extLst>
                  <a:ext uri="{FF2B5EF4-FFF2-40B4-BE49-F238E27FC236}">
                    <a16:creationId xmlns:a16="http://schemas.microsoft.com/office/drawing/2014/main" id="{0B82B7A0-B44E-3143-BE9A-FA803040AF9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260170" y="5600115"/>
                <a:ext cx="246240" cy="1804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47" name="Ink 49">
                <a:extLst>
                  <a:ext uri="{FF2B5EF4-FFF2-40B4-BE49-F238E27FC236}">
                    <a16:creationId xmlns:a16="http://schemas.microsoft.com/office/drawing/2014/main" id="{8A2996C0-2D11-9A41-9BDF-923905876905}"/>
                  </a:ext>
                </a:extLst>
              </p14:cNvPr>
              <p14:cNvContentPartPr/>
              <p14:nvPr/>
            </p14:nvContentPartPr>
            <p14:xfrm>
              <a:off x="2313530" y="4715271"/>
              <a:ext cx="1043640" cy="414720"/>
            </p14:xfrm>
          </p:contentPart>
        </mc:Choice>
        <mc:Fallback>
          <p:pic>
            <p:nvPicPr>
              <p:cNvPr id="47" name="Ink 49">
                <a:extLst>
                  <a:ext uri="{FF2B5EF4-FFF2-40B4-BE49-F238E27FC236}">
                    <a16:creationId xmlns:a16="http://schemas.microsoft.com/office/drawing/2014/main" id="{8A2996C0-2D11-9A41-9BDF-92390587690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298055" y="4700138"/>
                <a:ext cx="1074229" cy="4453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48" name="Ink 50">
                <a:extLst>
                  <a:ext uri="{FF2B5EF4-FFF2-40B4-BE49-F238E27FC236}">
                    <a16:creationId xmlns:a16="http://schemas.microsoft.com/office/drawing/2014/main" id="{9E6A45A3-820C-4247-96B1-A0D792550C41}"/>
                  </a:ext>
                </a:extLst>
              </p14:cNvPr>
              <p14:cNvContentPartPr/>
              <p14:nvPr/>
            </p14:nvContentPartPr>
            <p14:xfrm>
              <a:off x="1645370" y="4886631"/>
              <a:ext cx="464040" cy="298440"/>
            </p14:xfrm>
          </p:contentPart>
        </mc:Choice>
        <mc:Fallback>
          <p:pic>
            <p:nvPicPr>
              <p:cNvPr id="48" name="Ink 50">
                <a:extLst>
                  <a:ext uri="{FF2B5EF4-FFF2-40B4-BE49-F238E27FC236}">
                    <a16:creationId xmlns:a16="http://schemas.microsoft.com/office/drawing/2014/main" id="{9E6A45A3-820C-4247-96B1-A0D792550C4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29890" y="4871151"/>
                <a:ext cx="49464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55" name="Ink 55">
                <a:extLst>
                  <a:ext uri="{FF2B5EF4-FFF2-40B4-BE49-F238E27FC236}">
                    <a16:creationId xmlns:a16="http://schemas.microsoft.com/office/drawing/2014/main" id="{197DA573-2E94-2249-84EF-D0E984654FC7}"/>
                  </a:ext>
                </a:extLst>
              </p14:cNvPr>
              <p14:cNvContentPartPr/>
              <p14:nvPr/>
            </p14:nvContentPartPr>
            <p14:xfrm>
              <a:off x="1827530" y="5455431"/>
              <a:ext cx="425520" cy="381240"/>
            </p14:xfrm>
          </p:contentPart>
        </mc:Choice>
        <mc:Fallback>
          <p:pic>
            <p:nvPicPr>
              <p:cNvPr id="55" name="Ink 55">
                <a:extLst>
                  <a:ext uri="{FF2B5EF4-FFF2-40B4-BE49-F238E27FC236}">
                    <a16:creationId xmlns:a16="http://schemas.microsoft.com/office/drawing/2014/main" id="{197DA573-2E94-2249-84EF-D0E984654FC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812410" y="5439951"/>
                <a:ext cx="456120" cy="41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61" name="Ink 61">
                <a:extLst>
                  <a:ext uri="{FF2B5EF4-FFF2-40B4-BE49-F238E27FC236}">
                    <a16:creationId xmlns:a16="http://schemas.microsoft.com/office/drawing/2014/main" id="{F543D0FB-D2D2-A744-AA2A-FD9768783563}"/>
                  </a:ext>
                </a:extLst>
              </p14:cNvPr>
              <p14:cNvContentPartPr/>
              <p14:nvPr/>
            </p14:nvContentPartPr>
            <p14:xfrm>
              <a:off x="2462570" y="5317191"/>
              <a:ext cx="1491480" cy="475560"/>
            </p14:xfrm>
          </p:contentPart>
        </mc:Choice>
        <mc:Fallback>
          <p:pic>
            <p:nvPicPr>
              <p:cNvPr id="61" name="Ink 61">
                <a:extLst>
                  <a:ext uri="{FF2B5EF4-FFF2-40B4-BE49-F238E27FC236}">
                    <a16:creationId xmlns:a16="http://schemas.microsoft.com/office/drawing/2014/main" id="{F543D0FB-D2D2-A744-AA2A-FD976878356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447086" y="5302060"/>
                <a:ext cx="1522087" cy="5061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83" name="Ink 83">
                <a:extLst>
                  <a:ext uri="{FF2B5EF4-FFF2-40B4-BE49-F238E27FC236}">
                    <a16:creationId xmlns:a16="http://schemas.microsoft.com/office/drawing/2014/main" id="{FBEC4705-0F72-914F-9DFD-3B49BB8A6EF4}"/>
                  </a:ext>
                </a:extLst>
              </p14:cNvPr>
              <p14:cNvContentPartPr/>
              <p14:nvPr/>
            </p14:nvContentPartPr>
            <p14:xfrm>
              <a:off x="5565770" y="3842991"/>
              <a:ext cx="3862800" cy="552240"/>
            </p14:xfrm>
          </p:contentPart>
        </mc:Choice>
        <mc:Fallback>
          <p:pic>
            <p:nvPicPr>
              <p:cNvPr id="83" name="Ink 83">
                <a:extLst>
                  <a:ext uri="{FF2B5EF4-FFF2-40B4-BE49-F238E27FC236}">
                    <a16:creationId xmlns:a16="http://schemas.microsoft.com/office/drawing/2014/main" id="{FBEC4705-0F72-914F-9DFD-3B49BB8A6EF4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550649" y="3827881"/>
                <a:ext cx="3893403" cy="5828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4E5DEC6B-5BC4-8C40-B0D4-9756FC1556D0}"/>
                  </a:ext>
                </a:extLst>
              </p14:cNvPr>
              <p14:cNvContentPartPr/>
              <p14:nvPr/>
            </p14:nvContentPartPr>
            <p14:xfrm>
              <a:off x="6300170" y="4721031"/>
              <a:ext cx="226800" cy="223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4E5DEC6B-5BC4-8C40-B0D4-9756FC1556D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285050" y="4705551"/>
                <a:ext cx="2574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551350AB-8E5F-5C41-ACE4-9CEAEC93EB47}"/>
                  </a:ext>
                </a:extLst>
              </p14:cNvPr>
              <p14:cNvContentPartPr/>
              <p14:nvPr/>
            </p14:nvContentPartPr>
            <p14:xfrm>
              <a:off x="6333290" y="4803831"/>
              <a:ext cx="154800" cy="446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551350AB-8E5F-5C41-ACE4-9CEAEC93EB4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318170" y="4788351"/>
                <a:ext cx="18540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93" name="Ink 93">
                <a:extLst>
                  <a:ext uri="{FF2B5EF4-FFF2-40B4-BE49-F238E27FC236}">
                    <a16:creationId xmlns:a16="http://schemas.microsoft.com/office/drawing/2014/main" id="{8E49F4F6-FB03-D54F-8783-829B4CC3D4B4}"/>
                  </a:ext>
                </a:extLst>
              </p14:cNvPr>
              <p14:cNvContentPartPr/>
              <p14:nvPr/>
            </p14:nvContentPartPr>
            <p14:xfrm>
              <a:off x="6819650" y="4572351"/>
              <a:ext cx="1987200" cy="380880"/>
            </p14:xfrm>
          </p:contentPart>
        </mc:Choice>
        <mc:Fallback>
          <p:pic>
            <p:nvPicPr>
              <p:cNvPr id="93" name="Ink 93">
                <a:extLst>
                  <a:ext uri="{FF2B5EF4-FFF2-40B4-BE49-F238E27FC236}">
                    <a16:creationId xmlns:a16="http://schemas.microsoft.com/office/drawing/2014/main" id="{8E49F4F6-FB03-D54F-8783-829B4CC3D4B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804527" y="4557231"/>
                <a:ext cx="2017806" cy="41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47E26D8B-C90F-F846-863D-FE8BC2333FFC}"/>
                  </a:ext>
                </a:extLst>
              </p14:cNvPr>
              <p14:cNvContentPartPr/>
              <p14:nvPr/>
            </p14:nvContentPartPr>
            <p14:xfrm>
              <a:off x="6316730" y="5466231"/>
              <a:ext cx="165960" cy="280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47E26D8B-C90F-F846-863D-FE8BC2333FF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301610" y="5451111"/>
                <a:ext cx="19656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CDB8990-DC37-A845-A036-E756445EAE83}"/>
                  </a:ext>
                </a:extLst>
              </p14:cNvPr>
              <p14:cNvContentPartPr/>
              <p14:nvPr/>
            </p14:nvContentPartPr>
            <p14:xfrm>
              <a:off x="6377570" y="5576751"/>
              <a:ext cx="99720" cy="3888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CDB8990-DC37-A845-A036-E756445EAE83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362090" y="5561631"/>
                <a:ext cx="13032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EB3D7997-6ADA-A74F-84C0-499D63240295}"/>
                  </a:ext>
                </a:extLst>
              </p14:cNvPr>
              <p14:cNvContentPartPr/>
              <p14:nvPr/>
            </p14:nvContentPartPr>
            <p14:xfrm>
              <a:off x="7145090" y="5642991"/>
              <a:ext cx="138240" cy="5544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EB3D7997-6ADA-A74F-84C0-499D6324029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129610" y="5627871"/>
                <a:ext cx="1688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1F0AEE97-FD53-4A43-B635-56E2F06A6CE8}"/>
                  </a:ext>
                </a:extLst>
              </p14:cNvPr>
              <p14:cNvContentPartPr/>
              <p14:nvPr/>
            </p14:nvContentPartPr>
            <p14:xfrm>
              <a:off x="7603370" y="5631831"/>
              <a:ext cx="187920" cy="2808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1F0AEE97-FD53-4A43-B635-56E2F06A6CE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587890" y="5616711"/>
                <a:ext cx="21852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6F59347-F5AD-8149-848A-C4EC855651E7}"/>
                  </a:ext>
                </a:extLst>
              </p14:cNvPr>
              <p14:cNvContentPartPr/>
              <p14:nvPr/>
            </p14:nvContentPartPr>
            <p14:xfrm>
              <a:off x="8033930" y="5598711"/>
              <a:ext cx="331560" cy="554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6F59347-F5AD-8149-848A-C4EC855651E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018810" y="5583591"/>
                <a:ext cx="36216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9A03D3C-8EE0-1943-A63B-6078B6301C15}"/>
                  </a:ext>
                </a:extLst>
              </p14:cNvPr>
              <p14:cNvContentPartPr/>
              <p14:nvPr/>
            </p14:nvContentPartPr>
            <p14:xfrm>
              <a:off x="9304010" y="5593311"/>
              <a:ext cx="99720" cy="2232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9A03D3C-8EE0-1943-A63B-6078B6301C1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288530" y="5578191"/>
                <a:ext cx="13032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7051E6F-A3D4-4643-B728-A06C97475D5B}"/>
                  </a:ext>
                </a:extLst>
              </p14:cNvPr>
              <p14:cNvContentPartPr/>
              <p14:nvPr/>
            </p14:nvContentPartPr>
            <p14:xfrm>
              <a:off x="6189650" y="2666871"/>
              <a:ext cx="889200" cy="56916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7051E6F-A3D4-4643-B728-A06C97475D5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174530" y="2651751"/>
                <a:ext cx="919800" cy="5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107" name="Ink 107">
                <a:extLst>
                  <a:ext uri="{FF2B5EF4-FFF2-40B4-BE49-F238E27FC236}">
                    <a16:creationId xmlns:a16="http://schemas.microsoft.com/office/drawing/2014/main" id="{E6C13021-6B72-8540-BC00-0D6AB723F5F8}"/>
                  </a:ext>
                </a:extLst>
              </p14:cNvPr>
              <p14:cNvContentPartPr/>
              <p14:nvPr/>
            </p14:nvContentPartPr>
            <p14:xfrm>
              <a:off x="4224410" y="337311"/>
              <a:ext cx="1158840" cy="506880"/>
            </p14:xfrm>
          </p:contentPart>
        </mc:Choice>
        <mc:Fallback>
          <p:pic>
            <p:nvPicPr>
              <p:cNvPr id="107" name="Ink 107">
                <a:extLst>
                  <a:ext uri="{FF2B5EF4-FFF2-40B4-BE49-F238E27FC236}">
                    <a16:creationId xmlns:a16="http://schemas.microsoft.com/office/drawing/2014/main" id="{E6C13021-6B72-8540-BC00-0D6AB723F5F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209290" y="321842"/>
                <a:ext cx="1189080" cy="5370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116" name="Ink 116">
                <a:extLst>
                  <a:ext uri="{FF2B5EF4-FFF2-40B4-BE49-F238E27FC236}">
                    <a16:creationId xmlns:a16="http://schemas.microsoft.com/office/drawing/2014/main" id="{00790ABB-76E1-744B-B329-3BB2D713EABE}"/>
                  </a:ext>
                </a:extLst>
              </p14:cNvPr>
              <p14:cNvContentPartPr/>
              <p14:nvPr/>
            </p14:nvContentPartPr>
            <p14:xfrm>
              <a:off x="5643170" y="331191"/>
              <a:ext cx="2093040" cy="569160"/>
            </p14:xfrm>
          </p:contentPart>
        </mc:Choice>
        <mc:Fallback>
          <p:pic>
            <p:nvPicPr>
              <p:cNvPr id="116" name="Ink 116">
                <a:extLst>
                  <a:ext uri="{FF2B5EF4-FFF2-40B4-BE49-F238E27FC236}">
                    <a16:creationId xmlns:a16="http://schemas.microsoft.com/office/drawing/2014/main" id="{00790ABB-76E1-744B-B329-3BB2D713EAB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627690" y="315711"/>
                <a:ext cx="2123640" cy="59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23" name="Ink 123">
                <a:extLst>
                  <a:ext uri="{FF2B5EF4-FFF2-40B4-BE49-F238E27FC236}">
                    <a16:creationId xmlns:a16="http://schemas.microsoft.com/office/drawing/2014/main" id="{BF32A3A6-2576-6C49-BA42-D4D97DB1D312}"/>
                  </a:ext>
                </a:extLst>
              </p14:cNvPr>
              <p14:cNvContentPartPr/>
              <p14:nvPr/>
            </p14:nvContentPartPr>
            <p14:xfrm>
              <a:off x="7774370" y="253791"/>
              <a:ext cx="1160280" cy="734760"/>
            </p14:xfrm>
          </p:contentPart>
        </mc:Choice>
        <mc:Fallback>
          <p:pic>
            <p:nvPicPr>
              <p:cNvPr id="123" name="Ink 123">
                <a:extLst>
                  <a:ext uri="{FF2B5EF4-FFF2-40B4-BE49-F238E27FC236}">
                    <a16:creationId xmlns:a16="http://schemas.microsoft.com/office/drawing/2014/main" id="{BF32A3A6-2576-6C49-BA42-D4D97DB1D31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759250" y="238671"/>
                <a:ext cx="1190520" cy="76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38" name="Ink 138">
                <a:extLst>
                  <a:ext uri="{FF2B5EF4-FFF2-40B4-BE49-F238E27FC236}">
                    <a16:creationId xmlns:a16="http://schemas.microsoft.com/office/drawing/2014/main" id="{B8CEAFDD-E3E9-B94B-B04C-8A5915065DA3}"/>
                  </a:ext>
                </a:extLst>
              </p14:cNvPr>
              <p14:cNvContentPartPr/>
              <p14:nvPr/>
            </p14:nvContentPartPr>
            <p14:xfrm>
              <a:off x="4411610" y="1054431"/>
              <a:ext cx="3700080" cy="442080"/>
            </p14:xfrm>
          </p:contentPart>
        </mc:Choice>
        <mc:Fallback>
          <p:pic>
            <p:nvPicPr>
              <p:cNvPr id="138" name="Ink 138">
                <a:extLst>
                  <a:ext uri="{FF2B5EF4-FFF2-40B4-BE49-F238E27FC236}">
                    <a16:creationId xmlns:a16="http://schemas.microsoft.com/office/drawing/2014/main" id="{B8CEAFDD-E3E9-B94B-B04C-8A5915065DA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396490" y="1039311"/>
                <a:ext cx="3730320" cy="47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2439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E162810-7A5D-4C4B-AC0F-C7250EC30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211" y="290683"/>
            <a:ext cx="9683577" cy="87085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Find the angle C for the ΔABC given that a = 4 cm, b = 3 cm and the area of the ΔABC = 3 cm</a:t>
            </a:r>
            <a:r>
              <a:rPr lang="en-US" baseline="30000" dirty="0"/>
              <a:t>2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43A3E2-2E66-2F4F-9EB3-02FCE0078BF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210" t="40779" r="34133" b="45552"/>
          <a:stretch/>
        </p:blipFill>
        <p:spPr>
          <a:xfrm>
            <a:off x="358347" y="4926506"/>
            <a:ext cx="8842004" cy="148929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EA89721-DF69-9141-8489-64F70DA76E7A}"/>
                  </a:ext>
                </a:extLst>
              </p14:cNvPr>
              <p14:cNvContentPartPr/>
              <p14:nvPr/>
            </p14:nvContentPartPr>
            <p14:xfrm>
              <a:off x="1049760" y="939960"/>
              <a:ext cx="8186760" cy="3668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EA89721-DF69-9141-8489-64F70DA76E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40400" y="930600"/>
                <a:ext cx="8205480" cy="368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1489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1037" y="649029"/>
            <a:ext cx="8543925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ΔABC is such that a = 16 cm, b = 12 cm.  The area of the ΔABC = 78 cm</a:t>
            </a:r>
            <a:r>
              <a:rPr lang="en-US" baseline="30000" dirty="0"/>
              <a:t>2</a:t>
            </a:r>
            <a:r>
              <a:rPr lang="en-US" dirty="0"/>
              <a:t>.  Find the angle ABC.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A869E16-4B1D-C643-A95A-481D1AC1F5EA}"/>
                  </a:ext>
                </a:extLst>
              </p14:cNvPr>
              <p14:cNvContentPartPr/>
              <p14:nvPr/>
            </p14:nvContentPartPr>
            <p14:xfrm>
              <a:off x="1130760" y="1657800"/>
              <a:ext cx="6612840" cy="2956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A869E16-4B1D-C643-A95A-481D1AC1F5E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21400" y="1648440"/>
                <a:ext cx="6631560" cy="297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269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angle 3"/>
          <p:cNvSpPr/>
          <p:nvPr/>
        </p:nvSpPr>
        <p:spPr>
          <a:xfrm>
            <a:off x="1766887" y="664921"/>
            <a:ext cx="5929312" cy="2639770"/>
          </a:xfrm>
          <a:prstGeom prst="triangle">
            <a:avLst>
              <a:gd name="adj" fmla="val 15343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7696199" y="3024783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5793" y="983519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8773" y="1399017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2006" y="2910018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1939" y="-92102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8611" y="3164737"/>
            <a:ext cx="5715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c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9BBBC-C416-DB40-85B1-4FAB4554E1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655" t="55201" r="23845" b="19754"/>
          <a:stretch/>
        </p:blipFill>
        <p:spPr>
          <a:xfrm>
            <a:off x="1514476" y="3949504"/>
            <a:ext cx="6886574" cy="2785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01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riangle 4">
            <a:extLst>
              <a:ext uri="{FF2B5EF4-FFF2-40B4-BE49-F238E27FC236}">
                <a16:creationId xmlns:a16="http://schemas.microsoft.com/office/drawing/2014/main" id="{C7E9F535-81A2-704F-9ED2-5D60C9A79168}"/>
              </a:ext>
            </a:extLst>
          </p:cNvPr>
          <p:cNvSpPr/>
          <p:nvPr/>
        </p:nvSpPr>
        <p:spPr>
          <a:xfrm>
            <a:off x="494271" y="541350"/>
            <a:ext cx="2953264" cy="2421925"/>
          </a:xfrm>
          <a:prstGeom prst="triangle">
            <a:avLst>
              <a:gd name="adj" fmla="val 86771"/>
            </a:avLst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AC03DC-9C32-074C-985E-511C0C28CDDD}"/>
              </a:ext>
            </a:extLst>
          </p:cNvPr>
          <p:cNvSpPr txBox="1"/>
          <p:nvPr/>
        </p:nvSpPr>
        <p:spPr>
          <a:xfrm>
            <a:off x="3286898" y="1352202"/>
            <a:ext cx="827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4 cm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DD1F4-EEC0-FF40-8468-4CBDFDECEA92}"/>
              </a:ext>
            </a:extLst>
          </p:cNvPr>
          <p:cNvSpPr txBox="1"/>
          <p:nvPr/>
        </p:nvSpPr>
        <p:spPr>
          <a:xfrm>
            <a:off x="1696996" y="3028890"/>
            <a:ext cx="827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5 cm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05D4C9-C9FA-3C4E-AA34-F08200006FF1}"/>
              </a:ext>
            </a:extLst>
          </p:cNvPr>
          <p:cNvSpPr txBox="1"/>
          <p:nvPr/>
        </p:nvSpPr>
        <p:spPr>
          <a:xfrm>
            <a:off x="1062683" y="1352202"/>
            <a:ext cx="827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6 cm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66055A2-2679-AB4C-B38A-DE45E0EF599A}"/>
                  </a:ext>
                </a:extLst>
              </p14:cNvPr>
              <p14:cNvContentPartPr/>
              <p14:nvPr/>
            </p14:nvContentPartPr>
            <p14:xfrm>
              <a:off x="4171320" y="495720"/>
              <a:ext cx="4828320" cy="31964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66055A2-2679-AB4C-B38A-DE45E0EF599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61960" y="486360"/>
                <a:ext cx="4847040" cy="3215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4306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FDB5AAB-0D72-3448-8C8E-8BBE6CCD89AE}"/>
              </a:ext>
            </a:extLst>
          </p:cNvPr>
          <p:cNvSpPr/>
          <p:nvPr/>
        </p:nvSpPr>
        <p:spPr>
          <a:xfrm>
            <a:off x="276997" y="310632"/>
            <a:ext cx="947248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Find the area of a ΔABC, two sides of which are 8 cm and 11 cm and the perimeter is 32 cm.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7">
                <a:extLst>
                  <a:ext uri="{FF2B5EF4-FFF2-40B4-BE49-F238E27FC236}">
                    <a16:creationId xmlns:a16="http://schemas.microsoft.com/office/drawing/2014/main" id="{C2FD3CC2-02D1-9E4E-A9AC-A070B29C759B}"/>
                  </a:ext>
                </a:extLst>
              </p14:cNvPr>
              <p14:cNvContentPartPr/>
              <p14:nvPr/>
            </p14:nvContentPartPr>
            <p14:xfrm>
              <a:off x="723050" y="1510911"/>
              <a:ext cx="696240" cy="327960"/>
            </p14:xfrm>
          </p:contentPart>
        </mc:Choice>
        <mc:Fallback>
          <p:pic>
            <p:nvPicPr>
              <p:cNvPr id="7" name="Ink 7">
                <a:extLst>
                  <a:ext uri="{FF2B5EF4-FFF2-40B4-BE49-F238E27FC236}">
                    <a16:creationId xmlns:a16="http://schemas.microsoft.com/office/drawing/2014/main" id="{C2FD3CC2-02D1-9E4E-A9AC-A070B29C75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7930" y="1495791"/>
                <a:ext cx="72648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8">
                <a:extLst>
                  <a:ext uri="{FF2B5EF4-FFF2-40B4-BE49-F238E27FC236}">
                    <a16:creationId xmlns:a16="http://schemas.microsoft.com/office/drawing/2014/main" id="{8B433711-98D2-5348-B292-AF39286CE018}"/>
                  </a:ext>
                </a:extLst>
              </p14:cNvPr>
              <p14:cNvContentPartPr/>
              <p14:nvPr/>
            </p14:nvContentPartPr>
            <p14:xfrm>
              <a:off x="2953970" y="1617831"/>
              <a:ext cx="110880" cy="138240"/>
            </p14:xfrm>
          </p:contentPart>
        </mc:Choice>
        <mc:Fallback>
          <p:pic>
            <p:nvPicPr>
              <p:cNvPr id="16" name="Ink 18">
                <a:extLst>
                  <a:ext uri="{FF2B5EF4-FFF2-40B4-BE49-F238E27FC236}">
                    <a16:creationId xmlns:a16="http://schemas.microsoft.com/office/drawing/2014/main" id="{8B433711-98D2-5348-B292-AF39286CE01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38850" y="1602351"/>
                <a:ext cx="14112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9">
                <a:extLst>
                  <a:ext uri="{FF2B5EF4-FFF2-40B4-BE49-F238E27FC236}">
                    <a16:creationId xmlns:a16="http://schemas.microsoft.com/office/drawing/2014/main" id="{500A591D-7E54-AE4D-BA9D-74967F1D8DF4}"/>
                  </a:ext>
                </a:extLst>
              </p14:cNvPr>
              <p14:cNvContentPartPr/>
              <p14:nvPr/>
            </p14:nvContentPartPr>
            <p14:xfrm>
              <a:off x="2026250" y="1481031"/>
              <a:ext cx="624600" cy="341640"/>
            </p14:xfrm>
          </p:contentPart>
        </mc:Choice>
        <mc:Fallback>
          <p:pic>
            <p:nvPicPr>
              <p:cNvPr id="17" name="Ink 19">
                <a:extLst>
                  <a:ext uri="{FF2B5EF4-FFF2-40B4-BE49-F238E27FC236}">
                    <a16:creationId xmlns:a16="http://schemas.microsoft.com/office/drawing/2014/main" id="{500A591D-7E54-AE4D-BA9D-74967F1D8DF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11121" y="1465551"/>
                <a:ext cx="655218" cy="37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8" name="Ink 20">
                <a:extLst>
                  <a:ext uri="{FF2B5EF4-FFF2-40B4-BE49-F238E27FC236}">
                    <a16:creationId xmlns:a16="http://schemas.microsoft.com/office/drawing/2014/main" id="{1EBED17E-9059-3B46-AF58-2BC06F71AD67}"/>
                  </a:ext>
                </a:extLst>
              </p14:cNvPr>
              <p14:cNvContentPartPr/>
              <p14:nvPr/>
            </p14:nvContentPartPr>
            <p14:xfrm>
              <a:off x="1435490" y="1540431"/>
              <a:ext cx="303840" cy="292320"/>
            </p14:xfrm>
          </p:contentPart>
        </mc:Choice>
        <mc:Fallback>
          <p:pic>
            <p:nvPicPr>
              <p:cNvPr id="18" name="Ink 20">
                <a:extLst>
                  <a:ext uri="{FF2B5EF4-FFF2-40B4-BE49-F238E27FC236}">
                    <a16:creationId xmlns:a16="http://schemas.microsoft.com/office/drawing/2014/main" id="{1EBED17E-9059-3B46-AF58-2BC06F71AD6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20388" y="1525311"/>
                <a:ext cx="334044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34" name="Ink 35">
                <a:extLst>
                  <a:ext uri="{FF2B5EF4-FFF2-40B4-BE49-F238E27FC236}">
                    <a16:creationId xmlns:a16="http://schemas.microsoft.com/office/drawing/2014/main" id="{725DDAC5-1023-6B42-9B6C-5E34F490B51F}"/>
                  </a:ext>
                </a:extLst>
              </p14:cNvPr>
              <p14:cNvContentPartPr/>
              <p14:nvPr/>
            </p14:nvContentPartPr>
            <p14:xfrm>
              <a:off x="4433930" y="1391751"/>
              <a:ext cx="1275840" cy="430560"/>
            </p14:xfrm>
          </p:contentPart>
        </mc:Choice>
        <mc:Fallback>
          <p:pic>
            <p:nvPicPr>
              <p:cNvPr id="34" name="Ink 35">
                <a:extLst>
                  <a:ext uri="{FF2B5EF4-FFF2-40B4-BE49-F238E27FC236}">
                    <a16:creationId xmlns:a16="http://schemas.microsoft.com/office/drawing/2014/main" id="{725DDAC5-1023-6B42-9B6C-5E34F490B5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418450" y="1376631"/>
                <a:ext cx="1306440" cy="46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35" name="Ink 36">
                <a:extLst>
                  <a:ext uri="{FF2B5EF4-FFF2-40B4-BE49-F238E27FC236}">
                    <a16:creationId xmlns:a16="http://schemas.microsoft.com/office/drawing/2014/main" id="{54C80C64-ED3D-0349-83B7-D34CF484C4DE}"/>
                  </a:ext>
                </a:extLst>
              </p14:cNvPr>
              <p14:cNvContentPartPr/>
              <p14:nvPr/>
            </p14:nvContentPartPr>
            <p14:xfrm>
              <a:off x="3478490" y="1523871"/>
              <a:ext cx="773280" cy="270360"/>
            </p14:xfrm>
          </p:contentPart>
        </mc:Choice>
        <mc:Fallback>
          <p:pic>
            <p:nvPicPr>
              <p:cNvPr id="35" name="Ink 36">
                <a:extLst>
                  <a:ext uri="{FF2B5EF4-FFF2-40B4-BE49-F238E27FC236}">
                    <a16:creationId xmlns:a16="http://schemas.microsoft.com/office/drawing/2014/main" id="{54C80C64-ED3D-0349-83B7-D34CF484C4D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63370" y="1508751"/>
                <a:ext cx="80388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C309EBF-5EB1-B441-9298-B03CF9CA3A9A}"/>
                  </a:ext>
                </a:extLst>
              </p14:cNvPr>
              <p14:cNvContentPartPr/>
              <p14:nvPr/>
            </p14:nvContentPartPr>
            <p14:xfrm>
              <a:off x="5543810" y="1556991"/>
              <a:ext cx="154800" cy="2232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C309EBF-5EB1-B441-9298-B03CF9CA3A9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528330" y="1541871"/>
                <a:ext cx="18540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41" name="Ink 41">
                <a:extLst>
                  <a:ext uri="{FF2B5EF4-FFF2-40B4-BE49-F238E27FC236}">
                    <a16:creationId xmlns:a16="http://schemas.microsoft.com/office/drawing/2014/main" id="{CD0E6259-B013-AE49-91BD-E989DCC151E7}"/>
                  </a:ext>
                </a:extLst>
              </p14:cNvPr>
              <p14:cNvContentPartPr/>
              <p14:nvPr/>
            </p14:nvContentPartPr>
            <p14:xfrm>
              <a:off x="5852690" y="1501911"/>
              <a:ext cx="347760" cy="281880"/>
            </p14:xfrm>
          </p:contentPart>
        </mc:Choice>
        <mc:Fallback>
          <p:pic>
            <p:nvPicPr>
              <p:cNvPr id="41" name="Ink 41">
                <a:extLst>
                  <a:ext uri="{FF2B5EF4-FFF2-40B4-BE49-F238E27FC236}">
                    <a16:creationId xmlns:a16="http://schemas.microsoft.com/office/drawing/2014/main" id="{CD0E6259-B013-AE49-91BD-E989DCC151E7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837570" y="1486431"/>
                <a:ext cx="37800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9C49162-086B-CE41-A146-C9022FE8B410}"/>
                  </a:ext>
                </a:extLst>
              </p14:cNvPr>
              <p14:cNvContentPartPr/>
              <p14:nvPr/>
            </p14:nvContentPartPr>
            <p14:xfrm>
              <a:off x="1248290" y="3373551"/>
              <a:ext cx="115560" cy="2232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9C49162-086B-CE41-A146-C9022FE8B41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233170" y="3358431"/>
                <a:ext cx="146160" cy="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9B6EAF4-3539-C043-82FD-F677753776DF}"/>
                  </a:ext>
                </a:extLst>
              </p14:cNvPr>
              <p14:cNvContentPartPr/>
              <p14:nvPr/>
            </p14:nvContentPartPr>
            <p14:xfrm>
              <a:off x="1269890" y="3511791"/>
              <a:ext cx="144000" cy="388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9B6EAF4-3539-C043-82FD-F677753776D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254410" y="3496311"/>
                <a:ext cx="17460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65" name="Ink 68">
                <a:extLst>
                  <a:ext uri="{FF2B5EF4-FFF2-40B4-BE49-F238E27FC236}">
                    <a16:creationId xmlns:a16="http://schemas.microsoft.com/office/drawing/2014/main" id="{29F7F26B-92E1-1342-95BE-FDBE8221EACF}"/>
                  </a:ext>
                </a:extLst>
              </p14:cNvPr>
              <p14:cNvContentPartPr/>
              <p14:nvPr/>
            </p14:nvContentPartPr>
            <p14:xfrm>
              <a:off x="1659410" y="2876391"/>
              <a:ext cx="5027760" cy="867240"/>
            </p14:xfrm>
          </p:contentPart>
        </mc:Choice>
        <mc:Fallback>
          <p:pic>
            <p:nvPicPr>
              <p:cNvPr id="65" name="Ink 68">
                <a:extLst>
                  <a:ext uri="{FF2B5EF4-FFF2-40B4-BE49-F238E27FC236}">
                    <a16:creationId xmlns:a16="http://schemas.microsoft.com/office/drawing/2014/main" id="{29F7F26B-92E1-1342-95BE-FDBE8221EAC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44290" y="2861271"/>
                <a:ext cx="5058000" cy="89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66" name="Ink 69">
                <a:extLst>
                  <a:ext uri="{FF2B5EF4-FFF2-40B4-BE49-F238E27FC236}">
                    <a16:creationId xmlns:a16="http://schemas.microsoft.com/office/drawing/2014/main" id="{3248BDC0-585D-9D47-BBD2-A3E2A0B4E889}"/>
                  </a:ext>
                </a:extLst>
              </p14:cNvPr>
              <p14:cNvContentPartPr/>
              <p14:nvPr/>
            </p14:nvContentPartPr>
            <p14:xfrm>
              <a:off x="761930" y="3200031"/>
              <a:ext cx="270720" cy="461160"/>
            </p14:xfrm>
          </p:contentPart>
        </mc:Choice>
        <mc:Fallback>
          <p:pic>
            <p:nvPicPr>
              <p:cNvPr id="66" name="Ink 69">
                <a:extLst>
                  <a:ext uri="{FF2B5EF4-FFF2-40B4-BE49-F238E27FC236}">
                    <a16:creationId xmlns:a16="http://schemas.microsoft.com/office/drawing/2014/main" id="{3248BDC0-585D-9D47-BBD2-A3E2A0B4E88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6471" y="3184551"/>
                <a:ext cx="30092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67" name="Ink 70">
                <a:extLst>
                  <a:ext uri="{FF2B5EF4-FFF2-40B4-BE49-F238E27FC236}">
                    <a16:creationId xmlns:a16="http://schemas.microsoft.com/office/drawing/2014/main" id="{6ED7B0C7-B628-D143-93D7-C4D417E1C6FD}"/>
                  </a:ext>
                </a:extLst>
              </p14:cNvPr>
              <p14:cNvContentPartPr/>
              <p14:nvPr/>
            </p14:nvContentPartPr>
            <p14:xfrm>
              <a:off x="1764170" y="2120031"/>
              <a:ext cx="1305720" cy="536040"/>
            </p14:xfrm>
          </p:contentPart>
        </mc:Choice>
        <mc:Fallback>
          <p:pic>
            <p:nvPicPr>
              <p:cNvPr id="67" name="Ink 70">
                <a:extLst>
                  <a:ext uri="{FF2B5EF4-FFF2-40B4-BE49-F238E27FC236}">
                    <a16:creationId xmlns:a16="http://schemas.microsoft.com/office/drawing/2014/main" id="{6ED7B0C7-B628-D143-93D7-C4D417E1C6F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749046" y="2104911"/>
                <a:ext cx="1336328" cy="56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68" name="Ink 71">
                <a:extLst>
                  <a:ext uri="{FF2B5EF4-FFF2-40B4-BE49-F238E27FC236}">
                    <a16:creationId xmlns:a16="http://schemas.microsoft.com/office/drawing/2014/main" id="{2C848858-E8DA-DC46-AA0B-BE365D1AE50D}"/>
                  </a:ext>
                </a:extLst>
              </p14:cNvPr>
              <p14:cNvContentPartPr/>
              <p14:nvPr/>
            </p14:nvContentPartPr>
            <p14:xfrm>
              <a:off x="1015730" y="2291391"/>
              <a:ext cx="480960" cy="348120"/>
            </p14:xfrm>
          </p:contentPart>
        </mc:Choice>
        <mc:Fallback>
          <p:pic>
            <p:nvPicPr>
              <p:cNvPr id="68" name="Ink 71">
                <a:extLst>
                  <a:ext uri="{FF2B5EF4-FFF2-40B4-BE49-F238E27FC236}">
                    <a16:creationId xmlns:a16="http://schemas.microsoft.com/office/drawing/2014/main" id="{2C848858-E8DA-DC46-AA0B-BE365D1AE50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00599" y="2276271"/>
                <a:ext cx="511583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91" name="Ink 93">
                <a:extLst>
                  <a:ext uri="{FF2B5EF4-FFF2-40B4-BE49-F238E27FC236}">
                    <a16:creationId xmlns:a16="http://schemas.microsoft.com/office/drawing/2014/main" id="{8F5B4F36-FF3A-9E46-9EC3-713B811F52CF}"/>
                  </a:ext>
                </a:extLst>
              </p14:cNvPr>
              <p14:cNvContentPartPr/>
              <p14:nvPr/>
            </p14:nvContentPartPr>
            <p14:xfrm>
              <a:off x="1370330" y="4119111"/>
              <a:ext cx="203400" cy="149400"/>
            </p14:xfrm>
          </p:contentPart>
        </mc:Choice>
        <mc:Fallback>
          <p:pic>
            <p:nvPicPr>
              <p:cNvPr id="91" name="Ink 93">
                <a:extLst>
                  <a:ext uri="{FF2B5EF4-FFF2-40B4-BE49-F238E27FC236}">
                    <a16:creationId xmlns:a16="http://schemas.microsoft.com/office/drawing/2014/main" id="{8F5B4F36-FF3A-9E46-9EC3-713B811F52CF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355210" y="4103631"/>
                <a:ext cx="234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92" name="Ink 94">
                <a:extLst>
                  <a:ext uri="{FF2B5EF4-FFF2-40B4-BE49-F238E27FC236}">
                    <a16:creationId xmlns:a16="http://schemas.microsoft.com/office/drawing/2014/main" id="{01491D2D-64AB-8943-B722-9E45061B8CA9}"/>
                  </a:ext>
                </a:extLst>
              </p14:cNvPr>
              <p14:cNvContentPartPr/>
              <p14:nvPr/>
            </p14:nvContentPartPr>
            <p14:xfrm>
              <a:off x="5046650" y="3042351"/>
              <a:ext cx="646200" cy="430920"/>
            </p14:xfrm>
          </p:contentPart>
        </mc:Choice>
        <mc:Fallback>
          <p:pic>
            <p:nvPicPr>
              <p:cNvPr id="92" name="Ink 94">
                <a:extLst>
                  <a:ext uri="{FF2B5EF4-FFF2-40B4-BE49-F238E27FC236}">
                    <a16:creationId xmlns:a16="http://schemas.microsoft.com/office/drawing/2014/main" id="{01491D2D-64AB-8943-B722-9E45061B8CA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31538" y="3026871"/>
                <a:ext cx="676423" cy="46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93" name="Ink 95">
                <a:extLst>
                  <a:ext uri="{FF2B5EF4-FFF2-40B4-BE49-F238E27FC236}">
                    <a16:creationId xmlns:a16="http://schemas.microsoft.com/office/drawing/2014/main" id="{E6B76EBD-8607-4D46-9922-8626685C928D}"/>
                  </a:ext>
                </a:extLst>
              </p14:cNvPr>
              <p14:cNvContentPartPr/>
              <p14:nvPr/>
            </p14:nvContentPartPr>
            <p14:xfrm>
              <a:off x="3097610" y="3103191"/>
              <a:ext cx="1766520" cy="480600"/>
            </p14:xfrm>
          </p:contentPart>
        </mc:Choice>
        <mc:Fallback>
          <p:pic>
            <p:nvPicPr>
              <p:cNvPr id="93" name="Ink 95">
                <a:extLst>
                  <a:ext uri="{FF2B5EF4-FFF2-40B4-BE49-F238E27FC236}">
                    <a16:creationId xmlns:a16="http://schemas.microsoft.com/office/drawing/2014/main" id="{E6B76EBD-8607-4D46-9922-8626685C928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082133" y="3087711"/>
                <a:ext cx="1796754" cy="51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103" name="Ink 103">
                <a:extLst>
                  <a:ext uri="{FF2B5EF4-FFF2-40B4-BE49-F238E27FC236}">
                    <a16:creationId xmlns:a16="http://schemas.microsoft.com/office/drawing/2014/main" id="{E3FB2FC8-5B90-D54F-BB29-7FED9B628BAB}"/>
                  </a:ext>
                </a:extLst>
              </p14:cNvPr>
              <p14:cNvContentPartPr/>
              <p14:nvPr/>
            </p14:nvContentPartPr>
            <p14:xfrm>
              <a:off x="1916450" y="3998151"/>
              <a:ext cx="1402200" cy="414000"/>
            </p14:xfrm>
          </p:contentPart>
        </mc:Choice>
        <mc:Fallback>
          <p:pic>
            <p:nvPicPr>
              <p:cNvPr id="103" name="Ink 103">
                <a:extLst>
                  <a:ext uri="{FF2B5EF4-FFF2-40B4-BE49-F238E27FC236}">
                    <a16:creationId xmlns:a16="http://schemas.microsoft.com/office/drawing/2014/main" id="{E3FB2FC8-5B90-D54F-BB29-7FED9B628BA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901330" y="3983031"/>
                <a:ext cx="1432800" cy="44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107" name="Ink 107">
                <a:extLst>
                  <a:ext uri="{FF2B5EF4-FFF2-40B4-BE49-F238E27FC236}">
                    <a16:creationId xmlns:a16="http://schemas.microsoft.com/office/drawing/2014/main" id="{57235362-35A4-F846-B4CB-6911424FAC70}"/>
                  </a:ext>
                </a:extLst>
              </p14:cNvPr>
              <p14:cNvContentPartPr/>
              <p14:nvPr/>
            </p14:nvContentPartPr>
            <p14:xfrm>
              <a:off x="3589730" y="3992031"/>
              <a:ext cx="883080" cy="513720"/>
            </p14:xfrm>
          </p:contentPart>
        </mc:Choice>
        <mc:Fallback>
          <p:pic>
            <p:nvPicPr>
              <p:cNvPr id="107" name="Ink 107">
                <a:extLst>
                  <a:ext uri="{FF2B5EF4-FFF2-40B4-BE49-F238E27FC236}">
                    <a16:creationId xmlns:a16="http://schemas.microsoft.com/office/drawing/2014/main" id="{57235362-35A4-F846-B4CB-6911424FAC7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574250" y="3976911"/>
                <a:ext cx="913680" cy="544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0361811"/>
      </p:ext>
    </p:extLst>
  </p:cSld>
  <p:clrMapOvr>
    <a:masterClrMapping/>
  </p:clrMapOvr>
</p:sld>
</file>

<file path=ppt/theme/theme1.xml><?xml version="1.0" encoding="utf-8"?>
<a:theme xmlns:a="http://schemas.openxmlformats.org/drawingml/2006/main" name="A4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4" id="{5D1E2C3C-E28F-A04D-A3BF-B9774A855780}" vid="{4F857BDB-CED6-704E-A61F-568D547E0E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95</TotalTime>
  <Words>111</Words>
  <Application>Microsoft Office PowerPoint</Application>
  <PresentationFormat>A4 Paper (210x297 mm)</PresentationFormat>
  <Paragraphs>25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A4</vt:lpstr>
      <vt:lpstr>Area of a Triangle</vt:lpstr>
      <vt:lpstr>Area of a triangle</vt:lpstr>
      <vt:lpstr>PowerPoint Presentation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Triangles with no right angled!!!</dc:title>
  <dc:creator>LOH Michael [Shenton College]</dc:creator>
  <cp:lastModifiedBy>LOH Michael [Shenton College]</cp:lastModifiedBy>
  <cp:revision>12</cp:revision>
  <dcterms:created xsi:type="dcterms:W3CDTF">2017-09-17T03:39:35Z</dcterms:created>
  <dcterms:modified xsi:type="dcterms:W3CDTF">2019-10-16T04:07:20Z</dcterms:modified>
</cp:coreProperties>
</file>