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1"/>
  </p:notesMasterIdLst>
  <p:sldIdLst>
    <p:sldId id="256" r:id="rId2"/>
    <p:sldId id="258" r:id="rId3"/>
    <p:sldId id="259" r:id="rId4"/>
    <p:sldId id="261" r:id="rId5"/>
    <p:sldId id="260" r:id="rId6"/>
    <p:sldId id="262" r:id="rId7"/>
    <p:sldId id="264" r:id="rId8"/>
    <p:sldId id="270" r:id="rId9"/>
    <p:sldId id="257" r:id="rId10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08"/>
    <p:restoredTop sz="94637"/>
  </p:normalViewPr>
  <p:slideViewPr>
    <p:cSldViewPr snapToGrid="0" snapToObjects="1">
      <p:cViewPr varScale="1">
        <p:scale>
          <a:sx n="97" d="100"/>
          <a:sy n="97" d="100"/>
        </p:scale>
        <p:origin x="131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FD96AB-57D9-584E-8661-D51847D5D262}" type="datetimeFigureOut">
              <a:rPr lang="en-US" smtClean="0"/>
              <a:t>2/2/19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D86C4F-0D06-F24F-B7E4-8039D5061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141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</a:t>
            </a:r>
            <a:r>
              <a:rPr lang="en-US" dirty="0" err="1"/>
              <a:t>www.transum.org</a:t>
            </a:r>
            <a:r>
              <a:rPr lang="en-US" dirty="0"/>
              <a:t>/Software/SW/</a:t>
            </a:r>
            <a:r>
              <a:rPr lang="en-US" dirty="0" err="1"/>
              <a:t>Starter_of_the_day</a:t>
            </a:r>
            <a:r>
              <a:rPr lang="en-US" dirty="0"/>
              <a:t>/starter_July27.ASP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8D861-58FC-0946-BBEE-31E7DB38092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1239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2/2/19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2/2/19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2/2/19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2/2/19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2/2/19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2/2/19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08D555-D2EB-A045-AEDE-72C9D0B9666E}" type="datetimeFigureOut">
              <a:rPr lang="en-US" smtClean="0"/>
              <a:t>2/2/19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204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CCB89-FCEA-3941-A533-EF50C8FB1F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Percentages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53B689-EF3D-084A-A01C-31FF9D43F8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858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Percentage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448" y="1585913"/>
            <a:ext cx="9453104" cy="4746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0867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CDF85-1245-5548-8A69-9E7CD89CB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Converting percentages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FDFAA5-AEC8-A44D-8FF1-0956AB3772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075" y="1834521"/>
            <a:ext cx="6129337" cy="3896927"/>
          </a:xfrm>
          <a:prstGeom prst="rect">
            <a:avLst/>
          </a:prstGeom>
          <a:ln w="38100"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1891172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0B4F5-7C23-074C-A2CF-1C909B3C9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Example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92B5B9-64AF-2945-9C9C-D6F4397052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AU" dirty="0"/>
                  <a:t>Write the following </a:t>
                </a:r>
                <a:r>
                  <a:rPr lang="en-US" dirty="0"/>
                  <a:t>as a percentage:</a:t>
                </a:r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AU" i="1"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endParaRPr lang="en-AU" dirty="0"/>
              </a:p>
              <a:p>
                <a:pPr lvl="1"/>
                <a:endParaRPr lang="en-AU" dirty="0"/>
              </a:p>
              <a:p>
                <a:pPr lvl="1"/>
                <a:r>
                  <a:rPr lang="en-AU" dirty="0"/>
                  <a:t>0.375</a:t>
                </a:r>
              </a:p>
              <a:p>
                <a:pPr lvl="1"/>
                <a:endParaRPr lang="en-AU" dirty="0"/>
              </a:p>
              <a:p>
                <a:r>
                  <a:rPr lang="en-AU" dirty="0"/>
                  <a:t>W</a:t>
                </a:r>
                <a:r>
                  <a:rPr lang="en-US" dirty="0"/>
                  <a:t>rite the following as a fraction and as a decimal:</a:t>
                </a:r>
              </a:p>
              <a:p>
                <a:pPr lvl="1"/>
                <a:r>
                  <a:rPr lang="en-AU" dirty="0"/>
                  <a:t>5</a:t>
                </a:r>
                <a:r>
                  <a:rPr lang="en-US" dirty="0"/>
                  <a:t>2%</a:t>
                </a:r>
              </a:p>
              <a:p>
                <a:pPr lvl="1"/>
                <a:endParaRPr lang="en-US" dirty="0"/>
              </a:p>
              <a:p>
                <a:pPr lvl="1"/>
                <a:r>
                  <a:rPr lang="en-AU" dirty="0"/>
                  <a:t>2</a:t>
                </a:r>
                <a:r>
                  <a:rPr lang="en-US" dirty="0"/>
                  <a:t>3%</a:t>
                </a:r>
              </a:p>
              <a:p>
                <a:endParaRPr lang="en-AU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92B5B9-64AF-2945-9C9C-D6F4397052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89" t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886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0A8D8-E7E8-AF4A-AA22-FC2F881CE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Writing quantity as a percentage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F219BC-E96A-2B47-84C9-BDA1E5AAA7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1038" y="1825625"/>
                <a:ext cx="8543925" cy="1574800"/>
              </a:xfrm>
              <a:ln w="381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AU" dirty="0"/>
                  <a:t>Percentage of one quantity (a) of another (b)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  <m:r>
                        <a:rPr lang="en-AU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 100%</m:t>
                      </m:r>
                    </m:oMath>
                  </m:oMathPara>
                </a14:m>
                <a:endParaRPr lang="en-AU" dirty="0"/>
              </a:p>
              <a:p>
                <a:pPr lvl="1"/>
                <a:r>
                  <a:rPr lang="en-AU" dirty="0">
                    <a:solidFill>
                      <a:srgbClr val="FF0000"/>
                    </a:solidFill>
                  </a:rPr>
                  <a:t>Note that a and b must be in the same unit of measurement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F219BC-E96A-2B47-84C9-BDA1E5AAA7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1038" y="1825625"/>
                <a:ext cx="8543925" cy="1574800"/>
              </a:xfrm>
              <a:blipFill>
                <a:blip r:embed="rId2"/>
                <a:stretch>
                  <a:fillRect l="-1036" t="-5469"/>
                </a:stretch>
              </a:blipFill>
              <a:ln w="381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566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99BD4-C405-6B46-BA69-D25B334F3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Example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1C3055-F183-4349-8BC2-D51C194BA5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Write 5g out of 50g as a percentage</a:t>
            </a:r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  <a:p>
            <a:r>
              <a:rPr lang="en-AU" dirty="0"/>
              <a:t>Write 50c out of $2.50 as a percentage.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Write 100m out of 2km as </a:t>
            </a:r>
            <a:r>
              <a:rPr lang="en-AU"/>
              <a:t>a percentage.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0135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D1762-DE72-104A-A2AD-BFAEC3C58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038" y="450574"/>
            <a:ext cx="8543925" cy="5726389"/>
          </a:xfrm>
        </p:spPr>
        <p:txBody>
          <a:bodyPr/>
          <a:lstStyle/>
          <a:p>
            <a:r>
              <a:rPr lang="en-AU" dirty="0"/>
              <a:t>Find 30% of 120.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66401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09835DE-ECBC-5F41-8E65-3628F2E9265D}"/>
              </a:ext>
            </a:extLst>
          </p:cNvPr>
          <p:cNvSpPr txBox="1"/>
          <p:nvPr/>
        </p:nvSpPr>
        <p:spPr>
          <a:xfrm>
            <a:off x="357808" y="437323"/>
            <a:ext cx="901147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 price of a commodity increases from $1 640 per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tonne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to $1 846 per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tonne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. Express the increase as a percentage increase. </a:t>
            </a:r>
          </a:p>
        </p:txBody>
      </p:sp>
    </p:spTree>
    <p:extLst>
      <p:ext uri="{BB962C8B-B14F-4D97-AF65-F5344CB8AC3E}">
        <p14:creationId xmlns:p14="http://schemas.microsoft.com/office/powerpoint/2010/main" val="37615553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8531F-956D-FF4A-BB11-BBF066368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Use percentages in the following situations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14834-338F-E94C-99B3-67B0338C43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Discount</a:t>
            </a:r>
          </a:p>
          <a:p>
            <a:r>
              <a:rPr lang="en-AU" dirty="0"/>
              <a:t>Inflation</a:t>
            </a:r>
          </a:p>
          <a:p>
            <a:r>
              <a:rPr lang="en-AU" dirty="0"/>
              <a:t>Commission</a:t>
            </a:r>
          </a:p>
          <a:p>
            <a:r>
              <a:rPr lang="en-AU" dirty="0"/>
              <a:t>Profit and loss</a:t>
            </a:r>
          </a:p>
          <a:p>
            <a:r>
              <a:rPr lang="en-AU" dirty="0"/>
              <a:t>Interest – simple &amp; compound</a:t>
            </a:r>
          </a:p>
          <a:p>
            <a:r>
              <a:rPr lang="en-AU" dirty="0"/>
              <a:t>Tax – GST, income </a:t>
            </a:r>
            <a:r>
              <a:rPr lang="en-AU" dirty="0" err="1"/>
              <a:t>taxt</a:t>
            </a:r>
            <a:r>
              <a:rPr lang="en-AU" dirty="0"/>
              <a:t> etc.</a:t>
            </a:r>
          </a:p>
          <a:p>
            <a:r>
              <a:rPr lang="en-AU" dirty="0"/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1038114213"/>
      </p:ext>
    </p:extLst>
  </p:cSld>
  <p:clrMapOvr>
    <a:masterClrMapping/>
  </p:clrMapOvr>
</p:sld>
</file>

<file path=ppt/theme/theme1.xml><?xml version="1.0" encoding="utf-8"?>
<a:theme xmlns:a="http://schemas.openxmlformats.org/drawingml/2006/main" name="A4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4" id="{5D1E2C3C-E28F-A04D-A3BF-B9774A855780}" vid="{4F857BDB-CED6-704E-A61F-568D547E0E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A4</Template>
  <TotalTime>354</TotalTime>
  <Words>180</Words>
  <Application>Microsoft Macintosh PowerPoint</Application>
  <PresentationFormat>A4 Paper (210x297 mm)</PresentationFormat>
  <Paragraphs>39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Cambria Math</vt:lpstr>
      <vt:lpstr>A4</vt:lpstr>
      <vt:lpstr>Percentages</vt:lpstr>
      <vt:lpstr>Percentage</vt:lpstr>
      <vt:lpstr>Converting percentages</vt:lpstr>
      <vt:lpstr>Example</vt:lpstr>
      <vt:lpstr>Writing quantity as a percentage </vt:lpstr>
      <vt:lpstr>Example</vt:lpstr>
      <vt:lpstr>PowerPoint Presentation</vt:lpstr>
      <vt:lpstr>PowerPoint Presentation</vt:lpstr>
      <vt:lpstr>Use percentages in the following situations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Percentages</dc:title>
  <dc:creator>LOH Michael [Shenton College]</dc:creator>
  <cp:lastModifiedBy>LOH Michael [Shenton College]</cp:lastModifiedBy>
  <cp:revision>14</cp:revision>
  <dcterms:created xsi:type="dcterms:W3CDTF">2018-02-08T02:39:52Z</dcterms:created>
  <dcterms:modified xsi:type="dcterms:W3CDTF">2019-02-02T15:08:27Z</dcterms:modified>
</cp:coreProperties>
</file>