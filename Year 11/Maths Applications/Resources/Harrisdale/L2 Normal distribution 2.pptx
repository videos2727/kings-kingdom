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60" r:id="rId4"/>
    <p:sldId id="269" r:id="rId5"/>
    <p:sldId id="270" r:id="rId6"/>
    <p:sldId id="271" r:id="rId7"/>
    <p:sldId id="272" r:id="rId8"/>
    <p:sldId id="273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74"/>
  </p:normalViewPr>
  <p:slideViewPr>
    <p:cSldViewPr snapToGrid="0" snapToObjects="1">
      <p:cViewPr varScale="1">
        <p:scale>
          <a:sx n="111" d="100"/>
          <a:sy n="111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3ADF9-2C16-194E-8B4F-5E0F94CDA471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EFB6C-E158-834D-B4B5-1370A3DFC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www.mathsisfun.com</a:t>
            </a:r>
            <a:r>
              <a:rPr lang="en-US" dirty="0"/>
              <a:t>/data/standard-normal-</a:t>
            </a:r>
            <a:r>
              <a:rPr lang="en-US" dirty="0" err="1"/>
              <a:t>distribution.html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486AE5-E904-C440-9F8E-4217FE48B0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2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9/15/19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Normal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462554"/>
            <a:ext cx="8543925" cy="2585010"/>
          </a:xfrm>
        </p:spPr>
        <p:txBody>
          <a:bodyPr/>
          <a:lstStyle/>
          <a:p>
            <a:r>
              <a:rPr lang="en-US" dirty="0"/>
              <a:t>Also known as Gaussian distribution</a:t>
            </a:r>
          </a:p>
          <a:p>
            <a:r>
              <a:rPr lang="en-US" dirty="0"/>
              <a:t>mean = median = mode</a:t>
            </a:r>
          </a:p>
          <a:p>
            <a:r>
              <a:rPr lang="en-US" dirty="0"/>
              <a:t>symmetry about the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50% of values less than the mean and 50% greater than the mean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308" y="3691195"/>
            <a:ext cx="5366479" cy="290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7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68%, 95%, 99.7% RULE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598" r="10696"/>
          <a:stretch/>
        </p:blipFill>
        <p:spPr>
          <a:xfrm>
            <a:off x="2310539" y="1355065"/>
            <a:ext cx="5190641" cy="5394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1298" y="4633994"/>
            <a:ext cx="80231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6826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300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1sd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6297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0862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</a:t>
            </a:r>
            <a:r>
              <a:rPr lang="en-US" sz="2000" b="1"/>
              <a:t>sd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052561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2899" y="4633994"/>
            <a:ext cx="649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3</a:t>
            </a:r>
            <a:r>
              <a:rPr lang="en-US" sz="2000" b="1"/>
              <a:t>sd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9486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</p:spPr>
            <p:txBody>
              <a:bodyPr/>
              <a:lstStyle/>
              <a:p>
                <a:r>
                  <a:rPr lang="en-US" dirty="0"/>
                  <a:t>X </a:t>
                </a:r>
                <a:r>
                  <a:rPr lang="en-AU" dirty="0"/>
                  <a:t>-</a:t>
                </a:r>
                <a:r>
                  <a:rPr lang="en-US" dirty="0"/>
                  <a:t> normally distributed set of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𝜇</m:t>
                    </m:r>
                  </m:oMath>
                </a14:m>
                <a:r>
                  <a:rPr lang="en-US" dirty="0"/>
                  <a:t> - mean of the data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𝜎</m:t>
                    </m:r>
                  </m:oMath>
                </a14:m>
                <a:r>
                  <a:rPr lang="en-US" dirty="0"/>
                  <a:t> - standard deviation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024" y="3409628"/>
                <a:ext cx="8543925" cy="1868434"/>
              </a:xfrm>
              <a:blipFill rotWithShape="0">
                <a:blip r:embed="rId2"/>
                <a:stretch>
                  <a:fillRect l="-1284" t="-5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0" i="1" smtClean="0">
                          <a:latin typeface="Cambria Math" charset="0"/>
                        </a:rPr>
                        <m:t>𝑋</m:t>
                      </m:r>
                      <m:r>
                        <a:rPr lang="en-AU" sz="4800" b="0" i="1" smtClean="0">
                          <a:latin typeface="Cambria Math" charset="0"/>
                        </a:rPr>
                        <m:t> ~ 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𝑁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sSup>
                        <m:sSupPr>
                          <m:ctrlPr>
                            <a:rPr lang="en-AU" sz="48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AU" sz="48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AU" sz="4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15" y="2287672"/>
                <a:ext cx="3504870" cy="7386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37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B263BB-1ECA-6F46-9B33-2F82DA3E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59" y="139504"/>
            <a:ext cx="9372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389960-4A07-8F48-93B6-C3A2F70A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4" y="158206"/>
            <a:ext cx="92075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9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7934D7-3E83-834F-BBB0-F3490948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0"/>
            <a:ext cx="92710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DE888D-2CBC-9D45-A620-B6DB9FE9C6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89" t="20327" r="19370" b="10837"/>
          <a:stretch/>
        </p:blipFill>
        <p:spPr>
          <a:xfrm>
            <a:off x="215078" y="319487"/>
            <a:ext cx="9204344" cy="52748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468AFC-24C2-0E43-B077-1DA3D2E03240}"/>
              </a:ext>
            </a:extLst>
          </p:cNvPr>
          <p:cNvSpPr/>
          <p:nvPr/>
        </p:nvSpPr>
        <p:spPr>
          <a:xfrm>
            <a:off x="297455" y="1531345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AF8293-F065-5947-B1D7-B2FBEA235F5E}"/>
              </a:ext>
            </a:extLst>
          </p:cNvPr>
          <p:cNvSpPr/>
          <p:nvPr/>
        </p:nvSpPr>
        <p:spPr>
          <a:xfrm>
            <a:off x="297455" y="2809301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9AEA3-1F38-4746-BA9B-F26B448D77A5}"/>
              </a:ext>
            </a:extLst>
          </p:cNvPr>
          <p:cNvSpPr/>
          <p:nvPr/>
        </p:nvSpPr>
        <p:spPr>
          <a:xfrm>
            <a:off x="5109990" y="1540526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28084A-33A9-8641-86BD-77BEF9801D94}"/>
              </a:ext>
            </a:extLst>
          </p:cNvPr>
          <p:cNvSpPr/>
          <p:nvPr/>
        </p:nvSpPr>
        <p:spPr>
          <a:xfrm>
            <a:off x="5109990" y="2818482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D3C56A-47F9-254D-AE3B-ABF71ECF331A}"/>
              </a:ext>
            </a:extLst>
          </p:cNvPr>
          <p:cNvSpPr/>
          <p:nvPr/>
        </p:nvSpPr>
        <p:spPr>
          <a:xfrm>
            <a:off x="297455" y="3562840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F8E73-663F-F043-B555-997FC641FDE2}"/>
              </a:ext>
            </a:extLst>
          </p:cNvPr>
          <p:cNvSpPr/>
          <p:nvPr/>
        </p:nvSpPr>
        <p:spPr>
          <a:xfrm>
            <a:off x="297455" y="4840796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8E457-8746-224C-9E87-85ACA171A43B}"/>
              </a:ext>
            </a:extLst>
          </p:cNvPr>
          <p:cNvSpPr/>
          <p:nvPr/>
        </p:nvSpPr>
        <p:spPr>
          <a:xfrm>
            <a:off x="5109990" y="3562840"/>
            <a:ext cx="3977090" cy="12779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CF39D0-2DDE-8A42-9359-73FFFA2F3889}"/>
              </a:ext>
            </a:extLst>
          </p:cNvPr>
          <p:cNvSpPr/>
          <p:nvPr/>
        </p:nvSpPr>
        <p:spPr>
          <a:xfrm>
            <a:off x="5109990" y="4840796"/>
            <a:ext cx="3977090" cy="619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9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20</TotalTime>
  <Words>88</Words>
  <Application>Microsoft Macintosh PowerPoint</Application>
  <PresentationFormat>A4 Paper (210x297 mm)</PresentationFormat>
  <Paragraphs>21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A4</vt:lpstr>
      <vt:lpstr>Normal Distribution</vt:lpstr>
      <vt:lpstr>The normal distribution</vt:lpstr>
      <vt:lpstr>68%, 95%, 99.7% RULE</vt:lpstr>
      <vt:lpstr>Notation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 Distribution</dc:title>
  <dc:creator>LOH Michael [Shenton College]</dc:creator>
  <cp:lastModifiedBy>LOH Michael [Shenton College]</cp:lastModifiedBy>
  <cp:revision>3</cp:revision>
  <dcterms:created xsi:type="dcterms:W3CDTF">2018-09-02T03:41:29Z</dcterms:created>
  <dcterms:modified xsi:type="dcterms:W3CDTF">2019-09-15T03:34:34Z</dcterms:modified>
</cp:coreProperties>
</file>