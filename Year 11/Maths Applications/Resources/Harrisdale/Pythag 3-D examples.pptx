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537"/>
    <p:restoredTop sz="94640"/>
  </p:normalViewPr>
  <p:slideViewPr>
    <p:cSldViewPr snapToGrid="0" snapToObjects="1">
      <p:cViewPr varScale="1">
        <p:scale>
          <a:sx n="97" d="100"/>
          <a:sy n="97" d="100"/>
        </p:scale>
        <p:origin x="131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4/4/19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4/4/19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4/4/19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4/4/19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4/4/19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4/4/19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4/4/19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4/4/19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4/4/19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4/4/19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4/4/19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08D555-D2EB-A045-AEDE-72C9D0B9666E}" type="datetimeFigureOut">
              <a:rPr lang="en-US" smtClean="0"/>
              <a:t>4/4/19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204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1C24FDA-27E4-8F47-A95F-07833AB1227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2340" t="37892" r="47935" b="39953"/>
          <a:stretch/>
        </p:blipFill>
        <p:spPr>
          <a:xfrm>
            <a:off x="363940" y="320622"/>
            <a:ext cx="3425588" cy="4253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9412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D53D95B-D943-904C-8787-5FD2CD4BD8E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4558" t="46398" r="31803" b="25294"/>
          <a:stretch/>
        </p:blipFill>
        <p:spPr>
          <a:xfrm>
            <a:off x="191068" y="436727"/>
            <a:ext cx="3794077" cy="4292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140415"/>
      </p:ext>
    </p:extLst>
  </p:cSld>
  <p:clrMapOvr>
    <a:masterClrMapping/>
  </p:clrMapOvr>
</p:sld>
</file>

<file path=ppt/theme/theme1.xml><?xml version="1.0" encoding="utf-8"?>
<a:theme xmlns:a="http://schemas.openxmlformats.org/drawingml/2006/main" name="A4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4" id="{5D1E2C3C-E28F-A04D-A3BF-B9774A855780}" vid="{4F857BDB-CED6-704E-A61F-568D547E0E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A4</Template>
  <TotalTime>105</TotalTime>
  <Words>0</Words>
  <Application>Microsoft Macintosh PowerPoint</Application>
  <PresentationFormat>A4 Paper (210x297 mm)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A4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LOH Michael [Shenton College]</dc:creator>
  <cp:lastModifiedBy>LOH Michael [Shenton College]</cp:lastModifiedBy>
  <cp:revision>2</cp:revision>
  <dcterms:created xsi:type="dcterms:W3CDTF">2019-04-04T03:25:31Z</dcterms:created>
  <dcterms:modified xsi:type="dcterms:W3CDTF">2019-04-04T05:11:03Z</dcterms:modified>
</cp:coreProperties>
</file>