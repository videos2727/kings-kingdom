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69" r:id="rId2"/>
    <p:sldId id="257" r:id="rId3"/>
    <p:sldId id="270" r:id="rId4"/>
    <p:sldId id="271" r:id="rId5"/>
    <p:sldId id="266" r:id="rId6"/>
    <p:sldId id="272" r:id="rId7"/>
    <p:sldId id="267" r:id="rId8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700"/>
  </p:normalViewPr>
  <p:slideViewPr>
    <p:cSldViewPr snapToGrid="0" snapToObjects="1">
      <p:cViewPr varScale="1">
        <p:scale>
          <a:sx n="97" d="100"/>
          <a:sy n="97" d="100"/>
        </p:scale>
        <p:origin x="1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EE21DD-0F3B-BF4C-8EC1-6F0FE1315EFC}" type="datetimeFigureOut">
              <a:rPr lang="en-US" smtClean="0"/>
              <a:t>2/2/19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8233E2-0DAB-F84F-8D7E-6781C1BC2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19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memegenerator.net</a:t>
            </a:r>
            <a:r>
              <a:rPr lang="en-US"/>
              <a:t>/instance/62484981/minions-celebrate-lets-start-the-party-woohoo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4C69E5-468B-B14B-A6ED-50125F577E0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346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2/2/19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tif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B3D3D2-DB48-2A47-9B63-CC0FABCBB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5553"/>
            <a:ext cx="9906000" cy="27445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7F0DD1-8753-2843-BB7A-60EDF33C99AE}"/>
              </a:ext>
            </a:extLst>
          </p:cNvPr>
          <p:cNvSpPr txBox="1"/>
          <p:nvPr/>
        </p:nvSpPr>
        <p:spPr>
          <a:xfrm>
            <a:off x="2250831" y="618978"/>
            <a:ext cx="5289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Welcome – Seating Plan</a:t>
            </a:r>
          </a:p>
        </p:txBody>
      </p:sp>
    </p:spTree>
    <p:extLst>
      <p:ext uri="{BB962C8B-B14F-4D97-AF65-F5344CB8AC3E}">
        <p14:creationId xmlns:p14="http://schemas.microsoft.com/office/powerpoint/2010/main" val="4030389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924029"/>
            <a:ext cx="8420100" cy="1007062"/>
          </a:xfrm>
        </p:spPr>
        <p:txBody>
          <a:bodyPr>
            <a:normAutofit fontScale="90000"/>
          </a:bodyPr>
          <a:lstStyle/>
          <a:p>
            <a:r>
              <a:rPr lang="en-US" sz="8800" b="1" dirty="0">
                <a:solidFill>
                  <a:srgbClr val="FF0000"/>
                </a:solidFill>
              </a:rPr>
              <a:t>WELCOME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sz="8000" b="1" dirty="0">
                <a:solidFill>
                  <a:srgbClr val="FF0000"/>
                </a:solidFill>
              </a:rPr>
              <a:t>Year</a:t>
            </a:r>
            <a:r>
              <a:rPr lang="en-AU" sz="6000" b="1" dirty="0">
                <a:solidFill>
                  <a:srgbClr val="FF0000"/>
                </a:solidFill>
              </a:rPr>
              <a:t> 11 Mathematics Applications</a:t>
            </a:r>
            <a:endParaRPr lang="en-US" sz="6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58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Mathematics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038146"/>
          </a:xfrm>
        </p:spPr>
        <p:txBody>
          <a:bodyPr>
            <a:normAutofit/>
          </a:bodyPr>
          <a:lstStyle/>
          <a:p>
            <a:r>
              <a:rPr lang="en-US" dirty="0"/>
              <a:t>COMPASS </a:t>
            </a:r>
            <a:r>
              <a:rPr lang="mr-IN" dirty="0"/>
              <a:t>–</a:t>
            </a:r>
            <a:r>
              <a:rPr lang="en-US" dirty="0"/>
              <a:t> outline of the course</a:t>
            </a:r>
          </a:p>
          <a:p>
            <a:endParaRPr lang="en-US" dirty="0"/>
          </a:p>
          <a:p>
            <a:r>
              <a:rPr lang="en-US" dirty="0"/>
              <a:t>ATAR Subject</a:t>
            </a:r>
          </a:p>
          <a:p>
            <a:endParaRPr lang="en-US" dirty="0"/>
          </a:p>
          <a:p>
            <a:r>
              <a:rPr lang="en-US" dirty="0"/>
              <a:t>Year 11 </a:t>
            </a:r>
            <a:r>
              <a:rPr lang="en-US" dirty="0">
                <a:sym typeface="Wingdings"/>
              </a:rPr>
              <a:t> Year 12  WACE exam</a:t>
            </a:r>
          </a:p>
          <a:p>
            <a:endParaRPr lang="en-US" dirty="0">
              <a:sym typeface="Wingdings"/>
            </a:endParaRPr>
          </a:p>
          <a:p>
            <a:r>
              <a:rPr lang="en-US" dirty="0"/>
              <a:t>Why is it important?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102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Textbooks - Sadler and Study Guide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Classpad</a:t>
            </a:r>
            <a:endParaRPr lang="en-US" dirty="0"/>
          </a:p>
          <a:p>
            <a:pPr lvl="1"/>
            <a:r>
              <a:rPr lang="en-US" dirty="0"/>
              <a:t>Exam 1/3 non calculator</a:t>
            </a:r>
          </a:p>
          <a:p>
            <a:pPr lvl="1"/>
            <a:r>
              <a:rPr lang="en-US" dirty="0"/>
              <a:t>Exam2/3 calculator</a:t>
            </a:r>
          </a:p>
          <a:p>
            <a:endParaRPr lang="en-US" dirty="0"/>
          </a:p>
          <a:p>
            <a:r>
              <a:rPr lang="en-US" dirty="0"/>
              <a:t>Exercise books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06" y="2634536"/>
            <a:ext cx="1546550" cy="324451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6242" y="1439602"/>
            <a:ext cx="1586966" cy="204931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5656" y="1439602"/>
            <a:ext cx="1605643" cy="209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861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FB695-BC14-F74E-ADD9-25EC94055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 Submission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9CD78-F7C4-FB4D-9121-9FFFBE008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Use GOOGLE CLASSROOM</a:t>
            </a:r>
          </a:p>
          <a:p>
            <a:r>
              <a:rPr lang="en-AU" dirty="0"/>
              <a:t>Log in using your Shenton e-mails</a:t>
            </a:r>
          </a:p>
          <a:p>
            <a:r>
              <a:rPr lang="en-AU" dirty="0"/>
              <a:t>After you have completed your homework, please mark the homework, think/reflect on what you are not sure, write down why you are unsure on your exercise book.</a:t>
            </a:r>
          </a:p>
          <a:p>
            <a:r>
              <a:rPr lang="en-AU" dirty="0"/>
              <a:t>Take a picture of the homework and upload the homework to GOOGLE CLASSROOM.</a:t>
            </a:r>
          </a:p>
          <a:p>
            <a:r>
              <a:rPr lang="en-AU" dirty="0"/>
              <a:t>I will go through and when and where appropriate, individual comments will be made.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352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Wednesday 8 am </a:t>
            </a:r>
            <a:r>
              <a:rPr lang="mr-IN" dirty="0"/>
              <a:t>–</a:t>
            </a:r>
            <a:r>
              <a:rPr lang="en-US" dirty="0"/>
              <a:t> Assessment Calendar</a:t>
            </a:r>
          </a:p>
          <a:p>
            <a:endParaRPr lang="en-US" dirty="0"/>
          </a:p>
          <a:p>
            <a:r>
              <a:rPr lang="en-US" dirty="0"/>
              <a:t>Absent:</a:t>
            </a:r>
          </a:p>
          <a:p>
            <a:pPr lvl="1"/>
            <a:r>
              <a:rPr lang="en-US" dirty="0"/>
              <a:t>Medical certificate (illness or injury).</a:t>
            </a:r>
          </a:p>
          <a:p>
            <a:pPr lvl="1"/>
            <a:r>
              <a:rPr lang="en-US" dirty="0"/>
              <a:t>Family upset or an unforeseen circumstances </a:t>
            </a:r>
            <a:r>
              <a:rPr lang="mr-IN" dirty="0"/>
              <a:t>–</a:t>
            </a:r>
            <a:r>
              <a:rPr lang="en-US" dirty="0"/>
              <a:t> need to discuss with </a:t>
            </a:r>
            <a:r>
              <a:rPr lang="en-US" dirty="0" err="1"/>
              <a:t>Mrs</a:t>
            </a:r>
            <a:r>
              <a:rPr lang="en-US" dirty="0"/>
              <a:t> Friday and must have a letter from responsible adult.</a:t>
            </a:r>
          </a:p>
          <a:p>
            <a:pPr lvl="1"/>
            <a:endParaRPr lang="en-US" dirty="0"/>
          </a:p>
          <a:p>
            <a:r>
              <a:rPr lang="en-US" dirty="0"/>
              <a:t>Clash with music lesson</a:t>
            </a:r>
          </a:p>
          <a:p>
            <a:pPr lvl="2"/>
            <a:r>
              <a:rPr lang="en-US" dirty="0"/>
              <a:t>Test will be done on the same day during class time</a:t>
            </a:r>
          </a:p>
        </p:txBody>
      </p:sp>
    </p:spTree>
    <p:extLst>
      <p:ext uri="{BB962C8B-B14F-4D97-AF65-F5344CB8AC3E}">
        <p14:creationId xmlns:p14="http://schemas.microsoft.com/office/powerpoint/2010/main" val="835071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B30492-9D1E-8343-91CC-3F2544ECA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663" y="252411"/>
            <a:ext cx="6086474" cy="645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234953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</Template>
  <TotalTime>1</TotalTime>
  <Words>189</Words>
  <Application>Microsoft Macintosh PowerPoint</Application>
  <PresentationFormat>A4 Paper (210x297 mm)</PresentationFormat>
  <Paragraphs>41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A4</vt:lpstr>
      <vt:lpstr>PowerPoint Presentation</vt:lpstr>
      <vt:lpstr>WELCOME</vt:lpstr>
      <vt:lpstr>Mathematics Applications</vt:lpstr>
      <vt:lpstr>What you need</vt:lpstr>
      <vt:lpstr>Homework Submission</vt:lpstr>
      <vt:lpstr>Test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LOH Michael [Shenton College]</dc:creator>
  <cp:lastModifiedBy>LOH Michael [Shenton College]</cp:lastModifiedBy>
  <cp:revision>1</cp:revision>
  <dcterms:created xsi:type="dcterms:W3CDTF">2019-02-02T12:42:24Z</dcterms:created>
  <dcterms:modified xsi:type="dcterms:W3CDTF">2019-02-02T12:44:05Z</dcterms:modified>
</cp:coreProperties>
</file>