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2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10/14/2019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259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10/14/2019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59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10/14/2019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164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10/14/2019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27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10/14/2019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036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10/14/2019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80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10/14/2019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986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10/14/2019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319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smtClean="0"/>
              <a:pPr/>
              <a:t>10/14/2019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932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smtClean="0"/>
              <a:pPr/>
              <a:t>10/14/2019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02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10/14/2019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622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smtClean="0"/>
              <a:pPr/>
              <a:t>10/14/2019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360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10/14/2019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775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10/14/2019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08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10/14/2019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0043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Sex/sexuality opinions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0028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Sexuality is different to </a:t>
            </a:r>
            <a:r>
              <a:rPr lang="en-AU" dirty="0" smtClean="0"/>
              <a:t>sex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9239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Girls </a:t>
            </a:r>
            <a:r>
              <a:rPr lang="en-AU" dirty="0"/>
              <a:t>have it easier than boys in </a:t>
            </a:r>
            <a:r>
              <a:rPr lang="en-AU" dirty="0" smtClean="0"/>
              <a:t>relationships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5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Young </a:t>
            </a:r>
            <a:r>
              <a:rPr lang="en-AU" dirty="0"/>
              <a:t>people should experiment with </a:t>
            </a:r>
            <a:r>
              <a:rPr lang="en-AU" dirty="0" smtClean="0"/>
              <a:t>sex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8179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Contraception </a:t>
            </a:r>
            <a:r>
              <a:rPr lang="en-AU" dirty="0"/>
              <a:t>is always the girl’s </a:t>
            </a:r>
            <a:r>
              <a:rPr lang="en-AU" dirty="0" smtClean="0"/>
              <a:t>responsibility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4655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People </a:t>
            </a:r>
            <a:r>
              <a:rPr lang="en-AU" dirty="0"/>
              <a:t>don’t have to have vaginal sex to have </a:t>
            </a:r>
            <a:r>
              <a:rPr lang="en-AU" dirty="0" smtClean="0"/>
              <a:t>sex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6741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Boys </a:t>
            </a:r>
            <a:r>
              <a:rPr lang="en-AU" dirty="0"/>
              <a:t>cannot be trusted not to tell their friends if girls have sex with </a:t>
            </a:r>
            <a:r>
              <a:rPr lang="en-AU" dirty="0" smtClean="0"/>
              <a:t>them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3970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If </a:t>
            </a:r>
            <a:r>
              <a:rPr lang="en-AU" dirty="0"/>
              <a:t>a girl enjoys sex, she is a </a:t>
            </a:r>
            <a:r>
              <a:rPr lang="en-AU" dirty="0" smtClean="0"/>
              <a:t>slut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2188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Boys </a:t>
            </a:r>
            <a:r>
              <a:rPr lang="en-AU" dirty="0"/>
              <a:t>always put pressure on girls to have </a:t>
            </a:r>
            <a:r>
              <a:rPr lang="en-AU" dirty="0" smtClean="0"/>
              <a:t>sex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0199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Condoms </a:t>
            </a:r>
            <a:r>
              <a:rPr lang="en-AU" dirty="0"/>
              <a:t>are the safest way to avoid getting a </a:t>
            </a:r>
            <a:r>
              <a:rPr lang="en-AU" dirty="0" smtClean="0"/>
              <a:t>STI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308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I’d </a:t>
            </a:r>
            <a:r>
              <a:rPr lang="en-AU" dirty="0"/>
              <a:t>feel flattered if someone of the same sex asked me </a:t>
            </a:r>
            <a:r>
              <a:rPr lang="en-AU" dirty="0" smtClean="0"/>
              <a:t>out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2661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The </a:t>
            </a:r>
            <a:r>
              <a:rPr lang="en-AU" dirty="0"/>
              <a:t>hardest thing about being an adolescent is not being trusted by your </a:t>
            </a:r>
            <a:r>
              <a:rPr lang="en-AU" dirty="0" smtClean="0"/>
              <a:t>parents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1300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5</TotalTime>
  <Words>107</Words>
  <Application>Microsoft Office PowerPoint</Application>
  <PresentationFormat>Widescreen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2</vt:lpstr>
      <vt:lpstr>Quotable</vt:lpstr>
      <vt:lpstr>Sex/sexuality opinions</vt:lpstr>
      <vt:lpstr>Sexuality is different to sex</vt:lpstr>
      <vt:lpstr>Girls have it easier than boys in relationships</vt:lpstr>
      <vt:lpstr>Young people should experiment with sex</vt:lpstr>
      <vt:lpstr>Contraception is always the girl’s responsibility</vt:lpstr>
      <vt:lpstr>People don’t have to have vaginal sex to have sex</vt:lpstr>
      <vt:lpstr>Boys cannot be trusted not to tell their friends if girls have sex with them</vt:lpstr>
      <vt:lpstr>If a girl enjoys sex, she is a slut</vt:lpstr>
      <vt:lpstr>Boys always put pressure on girls to have sex</vt:lpstr>
      <vt:lpstr>Condoms are the safest way to avoid getting a STI</vt:lpstr>
      <vt:lpstr>I’d feel flattered if someone of the same sex asked me out</vt:lpstr>
      <vt:lpstr>The hardest thing about being an adolescent is not being trusted by your parents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Sex/sexuality opinions</dc:title>
  <dc:creator>EDWARDS Natalie [Narrogin Senior High School]</dc:creator>
  <cp:lastModifiedBy>EDWARDS Natalie [Narrogin Senior High School]</cp:lastModifiedBy>
  <cp:revision>1</cp:revision>
  <dcterms:created xsi:type="dcterms:W3CDTF">2019-10-13T22:57:52Z</dcterms:created>
  <dcterms:modified xsi:type="dcterms:W3CDTF">2019-10-13T23:03:13Z</dcterms:modified>
</cp:coreProperties>
</file>