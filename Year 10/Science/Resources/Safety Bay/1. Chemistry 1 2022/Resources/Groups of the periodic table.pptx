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3"/>
    <p:restoredTop sz="94609"/>
  </p:normalViewPr>
  <p:slideViewPr>
    <p:cSldViewPr snapToGrid="0" snapToObjects="1">
      <p:cViewPr>
        <p:scale>
          <a:sx n="118" d="100"/>
          <a:sy n="118" d="100"/>
        </p:scale>
        <p:origin x="-834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3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9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2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5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8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3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71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0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6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8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0879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24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8149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76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54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5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5C4A0-F4CF-9E45-B189-F2E67E3428D7}" type="datetimeFigureOut">
              <a:rPr lang="en-US" smtClean="0"/>
              <a:t>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2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7FC92A-4F36-814E-B3EE-C52B59A7E8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Groups in the periodic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3D48F1B-516B-7E44-B362-6390581E2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Groups 1, 2 and Transition Metals</a:t>
            </a:r>
          </a:p>
        </p:txBody>
      </p:sp>
    </p:spTree>
    <p:extLst>
      <p:ext uri="{BB962C8B-B14F-4D97-AF65-F5344CB8AC3E}">
        <p14:creationId xmlns:p14="http://schemas.microsoft.com/office/powerpoint/2010/main" val="366548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C23BA4-E267-7041-95A5-7439196C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FC8495-C1DC-0849-8C21-B71D7E881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Lustrous (shiny)</a:t>
            </a:r>
          </a:p>
          <a:p>
            <a:r>
              <a:rPr lang="en-US" dirty="0"/>
              <a:t>Conduct heat and electricity</a:t>
            </a:r>
          </a:p>
          <a:p>
            <a:r>
              <a:rPr lang="en-US" dirty="0"/>
              <a:t>Malleable (made into any shape)</a:t>
            </a:r>
          </a:p>
          <a:p>
            <a:r>
              <a:rPr lang="en-US" dirty="0"/>
              <a:t>Ductile (con be drawn into a wire)</a:t>
            </a:r>
          </a:p>
        </p:txBody>
      </p:sp>
    </p:spTree>
    <p:extLst>
      <p:ext uri="{BB962C8B-B14F-4D97-AF65-F5344CB8AC3E}">
        <p14:creationId xmlns:p14="http://schemas.microsoft.com/office/powerpoint/2010/main" val="170928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3D5CD5-3341-2E47-8467-A7476989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1 – Alkali 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251B9C-E598-9345-8D2C-C745C4032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874844" cy="3777622"/>
          </a:xfrm>
        </p:spPr>
        <p:txBody>
          <a:bodyPr/>
          <a:lstStyle/>
          <a:p>
            <a:r>
              <a:rPr lang="en-US" dirty="0"/>
              <a:t>Uncharged atoms have just one electron in their outer shell</a:t>
            </a:r>
          </a:p>
          <a:p>
            <a:r>
              <a:rPr lang="en-US" dirty="0"/>
              <a:t>Low melting points</a:t>
            </a:r>
          </a:p>
          <a:p>
            <a:r>
              <a:rPr lang="en-US" dirty="0"/>
              <a:t>Soft</a:t>
            </a:r>
          </a:p>
          <a:p>
            <a:r>
              <a:rPr lang="en-US" dirty="0"/>
              <a:t>Highly reactive </a:t>
            </a:r>
          </a:p>
          <a:p>
            <a:r>
              <a:rPr lang="en-US" dirty="0"/>
              <a:t>React very strongly with water </a:t>
            </a:r>
          </a:p>
          <a:p>
            <a:r>
              <a:rPr lang="en-US" dirty="0"/>
              <a:t>As you go down the group the elements are more reactive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0B18A82-A70F-AC4C-968F-431D2C77F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903" y="1905000"/>
            <a:ext cx="22352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2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726DC0-FDFD-0D47-A8B5-57A20A58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2 – Alkaline Earth 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93D842-4853-D749-A666-4512A58CB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640928" cy="3777622"/>
          </a:xfrm>
        </p:spPr>
        <p:txBody>
          <a:bodyPr/>
          <a:lstStyle/>
          <a:p>
            <a:r>
              <a:rPr lang="en-US" dirty="0"/>
              <a:t>Have two electrons in their outer shell</a:t>
            </a:r>
          </a:p>
          <a:p>
            <a:r>
              <a:rPr lang="en-US" dirty="0"/>
              <a:t>Low melting points</a:t>
            </a:r>
          </a:p>
          <a:p>
            <a:r>
              <a:rPr lang="en-US" dirty="0"/>
              <a:t>Relatively soft</a:t>
            </a:r>
          </a:p>
          <a:p>
            <a:r>
              <a:rPr lang="en-US" dirty="0"/>
              <a:t>Very reactive</a:t>
            </a:r>
          </a:p>
          <a:p>
            <a:r>
              <a:rPr lang="en-US" dirty="0"/>
              <a:t>Not as reactive as group 1</a:t>
            </a:r>
          </a:p>
          <a:p>
            <a:r>
              <a:rPr lang="en-US" dirty="0"/>
              <a:t>As you go down the group elements become more reactive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A67CE81-94C3-1441-A437-762904A10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568" y="1905000"/>
            <a:ext cx="4611013" cy="345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4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893F34-3BCE-7042-AD6D-F77EF7361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9FD76A-1329-1D4A-8718-D72B2A93E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3811588" cy="3777622"/>
          </a:xfrm>
        </p:spPr>
        <p:txBody>
          <a:bodyPr/>
          <a:lstStyle/>
          <a:p>
            <a:r>
              <a:rPr lang="en-US" dirty="0"/>
              <a:t>Large block in the center of the periodic table</a:t>
            </a:r>
          </a:p>
          <a:p>
            <a:r>
              <a:rPr lang="en-US" dirty="0"/>
              <a:t>Some are magnetic</a:t>
            </a:r>
          </a:p>
          <a:p>
            <a:r>
              <a:rPr lang="en-US" dirty="0"/>
              <a:t>Gold and copper are the only elements that are not silvery in colour</a:t>
            </a:r>
          </a:p>
          <a:p>
            <a:r>
              <a:rPr lang="en-US" dirty="0"/>
              <a:t>Many form coloured compounds</a:t>
            </a:r>
          </a:p>
          <a:p>
            <a:r>
              <a:rPr lang="en-US" dirty="0"/>
              <a:t>Many can form more than one compound with the same non-metal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BFC6E01-786D-054E-9DEC-266D89C07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767" y="1880283"/>
            <a:ext cx="4326145" cy="324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07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46C5B6-F9C7-C743-9CEB-03098349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99177"/>
            <a:ext cx="8911687" cy="1280890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A32E9F-8866-EB47-A81E-454C38D22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1478" y="690033"/>
            <a:ext cx="8915400" cy="5477933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What is the difference between periods and groups?</a:t>
            </a:r>
          </a:p>
          <a:p>
            <a:pPr lvl="1"/>
            <a:r>
              <a:rPr lang="en-US" sz="2400" dirty="0"/>
              <a:t>Groups are columns (go down the periodic table)</a:t>
            </a:r>
          </a:p>
          <a:p>
            <a:pPr lvl="1"/>
            <a:r>
              <a:rPr lang="en-US" sz="2400" dirty="0"/>
              <a:t>Periods are rows (go across the periodic table</a:t>
            </a:r>
          </a:p>
          <a:p>
            <a:r>
              <a:rPr lang="en-US" sz="2400" dirty="0"/>
              <a:t>What proportion of the periodic table is composed of metals?</a:t>
            </a:r>
          </a:p>
          <a:p>
            <a:pPr lvl="1"/>
            <a:r>
              <a:rPr lang="en-US" sz="2400" dirty="0"/>
              <a:t>Roughly 2/3</a:t>
            </a:r>
          </a:p>
          <a:p>
            <a:r>
              <a:rPr lang="en-US" sz="2400" dirty="0"/>
              <a:t>What properties are similar in group 1, 2 and transition metals?	</a:t>
            </a:r>
          </a:p>
          <a:p>
            <a:pPr lvl="1"/>
            <a:r>
              <a:rPr lang="en-US" sz="2400" dirty="0"/>
              <a:t>Low melting points, react with a non-metal to make a compound</a:t>
            </a:r>
          </a:p>
          <a:p>
            <a:r>
              <a:rPr lang="en-US" sz="2400" dirty="0"/>
              <a:t>List the differences between group1, 2 and transition metals?</a:t>
            </a:r>
          </a:p>
          <a:p>
            <a:pPr lvl="1"/>
            <a:r>
              <a:rPr lang="en-US" sz="2200" dirty="0"/>
              <a:t>Position on periodic table, Group 1 is more reactive than group 2</a:t>
            </a:r>
          </a:p>
          <a:p>
            <a:pPr lvl="1"/>
            <a:endParaRPr lang="en-US" sz="22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21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DBB532-7D04-3842-96CD-4BA078774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008E96-F0F9-5E42-A3C2-FD2AA23D3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Atoms want to seek a stable state</a:t>
            </a:r>
          </a:p>
          <a:p>
            <a:pPr>
              <a:buFontTx/>
              <a:buChar char="-"/>
            </a:pPr>
            <a:r>
              <a:rPr lang="en-US" dirty="0"/>
              <a:t>Way to seek a stable state is to have the outer shell being full</a:t>
            </a:r>
          </a:p>
          <a:p>
            <a:pPr>
              <a:buFontTx/>
              <a:buChar char="-"/>
            </a:pPr>
            <a:r>
              <a:rPr lang="en-US" dirty="0"/>
              <a:t>This means that for Groups 1, 2 and Transition Metals want to loose electrons to become stable</a:t>
            </a:r>
          </a:p>
          <a:p>
            <a:pPr>
              <a:buFontTx/>
              <a:buChar char="-"/>
            </a:pPr>
            <a:r>
              <a:rPr lang="en-US" dirty="0"/>
              <a:t>The positive charge of the atoms never change as the number of protons is constant</a:t>
            </a:r>
          </a:p>
          <a:p>
            <a:pPr lvl="1">
              <a:buFontTx/>
              <a:buChar char="-"/>
            </a:pPr>
            <a:r>
              <a:rPr lang="en-US" dirty="0"/>
              <a:t>Atoms that gain an electron will have an overall positive charge</a:t>
            </a:r>
          </a:p>
          <a:p>
            <a:pPr lvl="1">
              <a:buFontTx/>
              <a:buChar char="-"/>
            </a:pPr>
            <a:r>
              <a:rPr lang="en-US" dirty="0"/>
              <a:t>Atoms that give away electrons have an overall negative charge</a:t>
            </a:r>
          </a:p>
          <a:p>
            <a:pPr>
              <a:buFontTx/>
              <a:buChar char="-"/>
            </a:pPr>
            <a:r>
              <a:rPr lang="en-US" dirty="0"/>
              <a:t>Positively charged ions are called cations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08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B36D05-8BBD-7A4C-AFDA-3DAE9322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D17C4C-F3EF-184D-ADE2-8F794B465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 the cation charges of Groups 1 and 2?</a:t>
            </a:r>
          </a:p>
          <a:p>
            <a:pPr lvl="1"/>
            <a:r>
              <a:rPr lang="en-US" dirty="0"/>
              <a:t>Group 1 – charge of plus 1 (+1)</a:t>
            </a:r>
          </a:p>
          <a:p>
            <a:pPr lvl="1"/>
            <a:r>
              <a:rPr lang="en-US" dirty="0"/>
              <a:t>Group 2 – charge of plus 2 (+2)</a:t>
            </a:r>
          </a:p>
          <a:p>
            <a:r>
              <a:rPr lang="en-US" dirty="0"/>
              <a:t>What particles are present in ionic compounds?</a:t>
            </a:r>
          </a:p>
          <a:p>
            <a:pPr lvl="1"/>
            <a:r>
              <a:rPr lang="en-US" dirty="0"/>
              <a:t>A positively charge ion – cation</a:t>
            </a:r>
          </a:p>
          <a:p>
            <a:pPr lvl="1"/>
            <a:r>
              <a:rPr lang="en-US" dirty="0"/>
              <a:t>A negatively charged ion - anion</a:t>
            </a:r>
          </a:p>
          <a:p>
            <a:r>
              <a:rPr lang="en-US" dirty="0"/>
              <a:t>What is the maximum amount of electrons that can be gained or lost by an atom and </a:t>
            </a:r>
            <a:r>
              <a:rPr lang="en-US"/>
              <a:t>why?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521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{284DA2E6-2E2A-E64A-80DE-77041CB929D2}tf10001069</Template>
  <TotalTime>1319</TotalTime>
  <Words>359</Words>
  <Application>Microsoft Office PowerPoint</Application>
  <PresentationFormat>Custom</PresentationFormat>
  <Paragraphs>53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Wisp</vt:lpstr>
      <vt:lpstr>Groups in the periodic table</vt:lpstr>
      <vt:lpstr>Metals</vt:lpstr>
      <vt:lpstr>Group 1 – Alkali Metals</vt:lpstr>
      <vt:lpstr>Group 2 – Alkaline Earth Metals</vt:lpstr>
      <vt:lpstr>Transition Metals</vt:lpstr>
      <vt:lpstr>Questions</vt:lpstr>
      <vt:lpstr>Ions</vt:lpstr>
      <vt:lpstr>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 in the periodic table</dc:title>
  <dc:creator>Maria Harris</dc:creator>
  <cp:lastModifiedBy>HARRIS Maria</cp:lastModifiedBy>
  <cp:revision>10</cp:revision>
  <dcterms:created xsi:type="dcterms:W3CDTF">2019-02-17T05:02:31Z</dcterms:created>
  <dcterms:modified xsi:type="dcterms:W3CDTF">2019-02-18T06:08:34Z</dcterms:modified>
</cp:coreProperties>
</file>