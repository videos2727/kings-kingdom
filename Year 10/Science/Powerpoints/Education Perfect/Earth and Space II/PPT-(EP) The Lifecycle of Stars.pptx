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3" r:id="rId24"/>
    <p:sldId id="278" r:id="rId25"/>
    <p:sldId id="280" r:id="rId26"/>
    <p:sldId id="279" r:id="rId27"/>
    <p:sldId id="281" r:id="rId28"/>
    <p:sldId id="282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51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9498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741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855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8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100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04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59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254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73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62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422BC-76C2-4BB1-BFC2-5641F4B6CB66}" type="datetimeFigureOut">
              <a:rPr lang="en-AU" smtClean="0"/>
              <a:t>30/05/2020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25B9D-EC5A-4395-811A-88B22B46D3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93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DEw6X2BhIy8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C7p_Bey5lU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6-fbpMwK-eA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OqR1Csv7yg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The Lifecycle of Stars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676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2721" y="1199634"/>
            <a:ext cx="84545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sz="28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01800" y="2064435"/>
            <a:ext cx="863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Recount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146307"/>
                </a:solidFill>
                <a:effectLst/>
                <a:latin typeface="Arial" panose="020B0604020202020204" pitchFamily="34" charset="0"/>
              </a:rPr>
              <a:t>life cycle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both </a:t>
            </a:r>
            <a:r>
              <a:rPr lang="en-AU" sz="2400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small and large stars.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stars produce their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1509324451.2303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78300" y="3556000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182940"/>
            <a:ext cx="66929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not evenly distributed around the universe.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causes particles to move towards each other, eventually creating solar systems and galaxies.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across the universe you will find </a:t>
            </a:r>
            <a:r>
              <a:rPr lang="en-AU" sz="28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pockets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dust and gas, floating and moving around in the middle of empty space.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pockets are often </a:t>
            </a:r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massive,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 </a:t>
            </a:r>
            <a:r>
              <a:rPr lang="en-AU" sz="28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not very dense,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stretch across light years.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6448239.086391g/1456448242839-427941340961383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775" y="1447800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68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144840"/>
            <a:ext cx="11277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dust particles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 around inside their pockets, as particles tend to do.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density,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per cubic centimetre,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gravitational forces start to take over.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gas pocket reaches this density, it will undergo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gravitational collapse.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pocket condenses towards its centre of mass.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creates a cloud of gas known as a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nebula.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4216028.408261g/1424216002797-167984132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4082928"/>
            <a:ext cx="2368550" cy="260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69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561539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nebula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 </a:t>
            </a:r>
            <a:r>
              <a:rPr lang="en-AU" sz="24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hundreds of light years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across, and is much denser than the space around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they are still fairly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low density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compared to our atmosphere.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densest parts of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nebulae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continue to grow as the gravitational collapse continues. These are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birthing points of stars.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6448323.961291g/1456448325293-427941340961383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5" y="74930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95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523439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think of a </a:t>
            </a:r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nebula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a </a:t>
            </a:r>
            <a:r>
              <a:rPr lang="en-AU" sz="28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star nursery.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Gravity slowly causes the particles to collapse towards each other.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Dense clouds of hydrogen gas called </a:t>
            </a:r>
            <a:r>
              <a:rPr lang="en-AU" sz="28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protostars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form. Their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increasing density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causes the pressure inside the protostar to rise, which then causes the </a:t>
            </a:r>
            <a:r>
              <a:rPr lang="en-AU" sz="28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rise.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6544467.19961g/1456544471421-415126602139161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625600"/>
            <a:ext cx="36480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76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311140"/>
            <a:ext cx="111379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Nuclear fusion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radioactive process whereby two particles fuse to form a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larger particle.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Huge amounts of heat and energy are needed to set off a fusion reaction.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Even the most basic fusion reactions are estimated to require temperatures in the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millions of degrees Celsius.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a star is born, the temperatures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rise enough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nuclear fusion starts to occur in the centre of the star -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core.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56448374.934741g/1456448375928-427941340961383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4171949"/>
            <a:ext cx="4762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257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343238"/>
            <a:ext cx="11480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protostar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eventually become a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star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once it begins to undergo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of the mass of a star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hydrogen and hydrogen isotopes,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these are fused together to form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helium.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main fusion which powers stars is the fusion of deuterium and tritium: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214" y="2651562"/>
            <a:ext cx="8230961" cy="8350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4275435"/>
            <a:ext cx="5410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 of this, the sun is about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75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% hydrogen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% helium. It also contains trace amounts of other, larger elements. These are created by other fusion reactions.</a:t>
            </a:r>
            <a:endParaRPr lang="en-AU" sz="2400" dirty="0"/>
          </a:p>
        </p:txBody>
      </p:sp>
      <p:pic>
        <p:nvPicPr>
          <p:cNvPr id="6" name="1509319561.639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48400" y="3556049"/>
            <a:ext cx="5870136" cy="330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6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0" y="814338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takes many millions of years for a </a:t>
            </a:r>
            <a:r>
              <a:rPr lang="en-AU" sz="28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star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form, and then once created a star will last for a very long time.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Typically any </a:t>
            </a:r>
            <a:r>
              <a:rPr lang="en-AU" sz="28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dust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not consumed in the star will slowly condense into planets, moons and asteroids - making a </a:t>
            </a:r>
            <a:r>
              <a:rPr lang="en-AU" sz="28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solar system.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And, eventually, after billions of years, the star will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die.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7904913.915641g/1447904917899-374231875299266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8" y="2082800"/>
            <a:ext cx="5903482" cy="307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617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632936"/>
            <a:ext cx="10299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Compared to the rest of the universe, our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Sun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of medium size.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has a surface temperature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6000∘C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its fuel - hydrogen - will last for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billion years.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56448390.22411g/1456448391210-427941340961383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0" y="2370137"/>
            <a:ext cx="4762500" cy="427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49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919540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Stars have a limited supply of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hydrogen,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that supply will eventually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run out.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star's core will run out first.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Gravity brings matter from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outer areas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star towards the core, and those begin to fuse instead. The outer areas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expand and cool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their fuel is taken away.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star becomes a </a:t>
            </a:r>
            <a:r>
              <a:rPr lang="en-AU" sz="2400" b="1" i="0" u="sng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red giant,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 large outer atmosphere (cool compared to that of a normal star) and a small, dense and hot core.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22235694.16711g/1422235691732-33225517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193800"/>
            <a:ext cx="5140960" cy="321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47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49900" y="302359"/>
            <a:ext cx="66421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Fusion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red giant happens at a lower temperature, so it produces light in the </a:t>
            </a:r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red part of the spectrum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hence their name.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core slowly gains more and more </a:t>
            </a:r>
            <a:r>
              <a:rPr lang="en-AU" sz="28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helium sinks into it. The temperature keeps increasing until helium starts to fuse into </a:t>
            </a:r>
            <a:r>
              <a:rPr lang="en-AU" sz="2800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even larger elements,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beryllium and carbon.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red giant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last for around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million years until the helium runs out.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56716269.57731g/1456716279751-88542447335260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497836"/>
            <a:ext cx="38100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12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150336"/>
            <a:ext cx="116205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The Sun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eventually become a </a:t>
            </a:r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red giant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it runs out of hydrogen.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will expand to the point that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Earth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swallowed up in the outer shell.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Images/Content/Science/1403500737160-136617514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4514849"/>
            <a:ext cx="3810000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14400" y="2397105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Becoming a red giant swells a star to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200−300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times its original size. It will also shine around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times more brightly.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red giants have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variable brightness.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Mira, the first variable red giant found, pulses with light in an almost yearly cycle. It is known as a </a:t>
            </a:r>
            <a:r>
              <a:rPr lang="en-AU" sz="28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pulsating star.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980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92839"/>
            <a:ext cx="102743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 </a:t>
            </a:r>
            <a:r>
              <a:rPr lang="en-AU" sz="28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helium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runs out, the </a:t>
            </a:r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outer layers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red giant escape from the gravitational pull and become a cloud of gas surrounding the star.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 </a:t>
            </a:r>
            <a:r>
              <a:rPr lang="en-AU" sz="2800" b="1" i="0" u="sng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planetary nebula.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Half of the mass of a star will escape into this cloud.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remaining core is very hot, and will emit </a:t>
            </a:r>
            <a:r>
              <a:rPr lang="en-AU" sz="28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ultraviolet light.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gives planetary nebulae some extraordinarily colourful glows.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56452603.225561g/1456452599908-293474532990164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63" y="4152900"/>
            <a:ext cx="2358962" cy="257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141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319038"/>
            <a:ext cx="11074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name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'planetary nebula'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came about because William Herschel, their discoverer, thought that they looked like the planets Uranus and Neptune. They have nothing to do with planets, however.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nebula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disperses over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20,000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years to leave behind a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small, dense and hot sphere of carbon and hydrogen.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22241630.347981g/1422241628143-47158865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1" y="2844118"/>
            <a:ext cx="6699250" cy="382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76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23439"/>
            <a:ext cx="11049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matter left behind is called a </a:t>
            </a:r>
            <a:r>
              <a:rPr lang="en-AU" sz="2400" b="1" i="0" u="sng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white dwarf.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dense, about the size of planets, but with the same amount of matter as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the Sun.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also much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dimmer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red giants, as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nuclear fusion has ceased.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slowly lose heat over billions of years, and will eventually become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cold, dark balls of matter.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422242055.207581g/1422242053191-47158865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3809999"/>
            <a:ext cx="3810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760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57538"/>
            <a:ext cx="10985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call these balls </a:t>
            </a:r>
            <a:r>
              <a:rPr lang="en-AU" sz="2400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black dwarfs.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they emit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 light,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never see them unless we find one in the depths of space.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the ultimate fate of our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Sun.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 take approximately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quadrillion 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15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years for this to happen.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422387455.822921g/1422387449553-1849799161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701" y="3057896"/>
            <a:ext cx="4876800" cy="380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538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282139"/>
            <a:ext cx="11328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there is a different, more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violent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fate for those stars which are 10 times as large as the Sun or more.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Those stars spend their life as </a:t>
            </a:r>
            <a:r>
              <a:rPr lang="en-AU" sz="2400" b="1" i="0" u="sng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blue supergiants,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their size means that they have much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higher gravity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consume their hydrogen much quicker than smaller stars.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only exist as blue supergiants for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millions of years,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rather than billions.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456719312.017521g/1456719312642-232681945067174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01" y="3338723"/>
            <a:ext cx="3505200" cy="35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446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100" y="270639"/>
            <a:ext cx="1168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they run out of hydrogen, the supergiants begin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fusing helium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become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red supergiants.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brightness stays about the same, but the star slowly cools down. Once the helium is fused, the star will start to fuse heavier and heavier elements.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Eventually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star will start producing</a:t>
            </a:r>
            <a:r>
              <a:rPr lang="en-AU" sz="2400" b="1" i="0" dirty="0" smtClean="0">
                <a:solidFill>
                  <a:srgbClr val="858179"/>
                </a:solidFill>
                <a:effectLst/>
                <a:latin typeface="Arial" panose="020B0604020202020204" pitchFamily="34" charset="0"/>
              </a:rPr>
              <a:t> iron,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heaviest element that still releases energy when created with fusion.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456544456.729211g/1456544457670-4151266021391618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75" y="3476625"/>
            <a:ext cx="38100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413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w6X2BhIy8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28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400040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takes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more energy than is released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fuse heavier elements than iron.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Once most of the star is iron,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stops being produced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core.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of the core stopped gravity from fully bringing all of the matter together, so without it the material of the outer layers will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rapidly collapse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centre.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material hits the solid core, and rebounds in a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truly gigantic explosion.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9558.666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24700" y="1965325"/>
            <a:ext cx="45720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2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0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216238"/>
            <a:ext cx="11531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call this explosion a </a:t>
            </a:r>
            <a:r>
              <a:rPr lang="en-AU" sz="2800" b="1" i="0" u="sng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supernova.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explosion ejects most of the outer material of the star into space, and releases a </a:t>
            </a:r>
            <a:r>
              <a:rPr lang="en-AU" sz="28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massive amount of energy.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energy causes a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KaTeX_Main"/>
              </a:rPr>
              <a:t>100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million times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increase in the star's brightness. One such supernova occurred in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1987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 pictures below were taken.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456448789.571361g/1456448788526-2934745329901646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099" y="3324781"/>
            <a:ext cx="6340475" cy="332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616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6600" y="170240"/>
            <a:ext cx="60960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Supernovas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emit as much energy in a month as the sun will emit in one million years.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the source of the majority of the universe's </a:t>
            </a:r>
            <a:r>
              <a:rPr lang="en-AU" sz="28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heavy elements,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during the explosion free </a:t>
            </a:r>
            <a:r>
              <a:rPr lang="en-AU" sz="28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collide with atomic </a:t>
            </a:r>
            <a:r>
              <a:rPr lang="en-AU" sz="28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nuclei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elements like gold and silver.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Supernovas are also quite rare, happening hundreds of years apart, and their size and energy mean that they fade in just a few years.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422301930.050731g/1422301924643-1401453214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7526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531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C7p_Bey5l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32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23039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material left after a supernova is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similar to the mass of our Sun,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 of gravity will break down the atoms within the star.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and protons combine to become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neutrons,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size of the star shrinks to an extraordinarily small size - perhaps less than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neutron star.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still has a similar mass to the sun, making it enormously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dense.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456716357.769041g/1456716367674-88542447335260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699" y="965200"/>
            <a:ext cx="4993689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462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-fbpMwK-e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177800" y="0"/>
            <a:ext cx="12369800" cy="69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53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7600" y="167839"/>
            <a:ext cx="107823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star left after a supernova is more than three times the mass of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Sun,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gravity will cause the star to shrink down to a density even greater than that of a neutron star.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Instead, a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black hole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formed.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Black holes have a gravitational field so strong that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not even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escape them.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9594.2723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55999" y="3606800"/>
            <a:ext cx="5779911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6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321439"/>
            <a:ext cx="5740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are only able to detect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black holes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of the effect they have on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nearby star systems.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star systems are </a:t>
            </a:r>
            <a:r>
              <a:rPr lang="en-AU" sz="2400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binary,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two stars orbit each other. If one of those stars becomes a black hole, it will strip the material from the other star as it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pulled into the black hole.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process creates a very high energy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X-ray signal.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Detecting this signal helps us to spot black holes.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456716379.068061g/1456716381269-88542447335260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800" y="2768262"/>
            <a:ext cx="476250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852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OqR1Csv7yg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87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442436"/>
            <a:ext cx="11074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believed that most </a:t>
            </a:r>
            <a:r>
              <a:rPr lang="en-AU" sz="2400" b="1" i="0" u="sng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galaxies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contain a large black hole at their centres.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are called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supermassive black holes,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have masses equivalent to billions of stars.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422303563.451851g/1422303558275-1401453214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438400"/>
            <a:ext cx="341528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092700" y="3275737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Galaxies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simply the local star groupings which orbit a black hole. Our galaxy is the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Milky Way,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contains about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400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billion stars.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Our solar system exists in an outer spiral arm of the Milky Way, and travels around at about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200  km/s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343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733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006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</Words>
  <Application>Microsoft Office PowerPoint</Application>
  <PresentationFormat>Widescreen</PresentationFormat>
  <Paragraphs>125</Paragraphs>
  <Slides>32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KaTeX_Main</vt:lpstr>
      <vt:lpstr>Office Theme</vt:lpstr>
      <vt:lpstr>The Lifecycle of Stars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Lifecycle of Stars</dc:title>
  <dc:creator>Joseph D'cruz</dc:creator>
  <cp:lastModifiedBy>Joseph D'cruz</cp:lastModifiedBy>
  <cp:revision>2</cp:revision>
  <dcterms:created xsi:type="dcterms:W3CDTF">2020-05-30T13:06:53Z</dcterms:created>
  <dcterms:modified xsi:type="dcterms:W3CDTF">2020-05-30T13:11:16Z</dcterms:modified>
</cp:coreProperties>
</file>