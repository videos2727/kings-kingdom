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06" r:id="rId1"/>
  </p:sldMasterIdLst>
  <p:notesMasterIdLst>
    <p:notesMasterId r:id="rId5"/>
  </p:notesMasterIdLst>
  <p:sldIdLst>
    <p:sldId id="260" r:id="rId2"/>
    <p:sldId id="283" r:id="rId3"/>
    <p:sldId id="59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A00"/>
    <a:srgbClr val="E4650C"/>
    <a:srgbClr val="FF9300"/>
    <a:srgbClr val="FF2F92"/>
    <a:srgbClr val="0096FF"/>
    <a:srgbClr val="D883FF"/>
    <a:srgbClr val="943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75"/>
    <p:restoredTop sz="83008"/>
  </p:normalViewPr>
  <p:slideViewPr>
    <p:cSldViewPr snapToGrid="0">
      <p:cViewPr varScale="1">
        <p:scale>
          <a:sx n="94" d="100"/>
          <a:sy n="94" d="100"/>
        </p:scale>
        <p:origin x="114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FFA96B-52EF-9242-8C41-C7CBD737B41E}" type="datetimeFigureOut">
              <a:rPr lang="en-US" smtClean="0"/>
              <a:t>3/3/24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5F8A8C-F201-E64D-999A-A6161AAF2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379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DA381740-063A-41A4-836D-85D14980EEF0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F9DF8-704A-44AE-8850-307DDACC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Autofit/>
          </a:bodyPr>
          <a:lstStyle>
            <a:lvl1pPr algn="l"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72E09-06F3-48B9-9B95-DE15EC98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CD474-E5E1-4D01-97F6-0C9FC0933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3/3/24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6BBC7-EB9B-4B36-88E9-DBF65D27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86C7-DD8D-492F-9A9A-A7B3EBE27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378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8133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218C0-6540-400C-BB51-353D5FD5C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1CD69-43B3-4FF7-AA41-30C36C957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F300D-5CBE-47E9-A193-E23C8314D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7DF3F-C51A-4DB1-9FCE-E3E0D8E92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69CF4-FAAB-44EF-A2A5-8352B4AA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417A8947-4521-4FE1-8E44-27363435CE1B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4494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E264-531D-49C1-A8AF-2B4C1D21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A1B8-2F1B-46AA-858A-CFFF5AF7C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9384"/>
            <a:ext cx="5181600" cy="42519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B9631-18C0-43BD-8AF3-9137D6D4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9384"/>
            <a:ext cx="5181600" cy="425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32FCA-14C6-4497-9C27-3F5806244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E5057-693B-4E10-958E-0ABE79FE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CECB1-0A35-4C10-9D3D-FE440428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descr="Tag=AccentColor&#10;Flavor=Light&#10;Target=FillAndLine">
            <a:extLst>
              <a:ext uri="{FF2B5EF4-FFF2-40B4-BE49-F238E27FC236}">
                <a16:creationId xmlns:a16="http://schemas.microsoft.com/office/drawing/2014/main" id="{2FAAC677-2D37-4F63-9C4B-711A2988EE0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6216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38528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26080"/>
            <a:ext cx="5157787" cy="32644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38528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26080"/>
            <a:ext cx="5183188" cy="3264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3/3/24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 descr="Tag=AccentColor&#10;Flavor=Light&#10;Target=FillAndLine">
            <a:extLst>
              <a:ext uri="{FF2B5EF4-FFF2-40B4-BE49-F238E27FC236}">
                <a16:creationId xmlns:a16="http://schemas.microsoft.com/office/drawing/2014/main" id="{F634C457-AEBF-47D7-9200-BAD05D138B1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9193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9AC0-40CD-4451-BF00-5E2FC7B74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704" y="1728216"/>
            <a:ext cx="7781544" cy="3392424"/>
          </a:xfrm>
        </p:spPr>
        <p:txBody>
          <a:bodyPr>
            <a:normAutofit/>
          </a:bodyPr>
          <a:lstStyle>
            <a:lvl1pPr algn="ctr">
              <a:defRPr sz="7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D9A32-9C83-452B-BC69-CC6E95D3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3/3/24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87B83E-E23E-42DE-876D-F55908A97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C03A8-D428-4010-B413-13B1E9922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6" descr="Tag=AccentColor&#10;Flavor=Light&#10;Target=FillAndLine">
            <a:extLst>
              <a:ext uri="{FF2B5EF4-FFF2-40B4-BE49-F238E27FC236}">
                <a16:creationId xmlns:a16="http://schemas.microsoft.com/office/drawing/2014/main" id="{17F03060-85EC-4182-8C18-C6EE0D373E4B}"/>
              </a:ext>
            </a:extLst>
          </p:cNvPr>
          <p:cNvSpPr/>
          <p:nvPr/>
        </p:nvSpPr>
        <p:spPr>
          <a:xfrm>
            <a:off x="3974206" y="5126892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7560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816A0-77C4-4A3F-87BD-A7321E3C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3/3/24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C3464-F026-4C77-9441-55ECA505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D9257-BADE-4D0B-AF0B-D09FE95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595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C48E-F751-45A2-9010-208B81ED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501F6-8430-4758-8636-74D68E99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548640"/>
            <a:ext cx="6053328" cy="5431536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9DC39-A29C-494C-98B6-999746C5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2237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4C988-A6DB-469A-B8AA-31866F36E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C39C3-81EB-4828-9AD3-2F1FAC5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9376C-9810-49A5-BC9A-4E6A02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B9F96F3A-E64D-4401-B02C-BCD5CAA97CFF}"/>
              </a:ext>
            </a:extLst>
          </p:cNvPr>
          <p:cNvSpPr/>
          <p:nvPr/>
        </p:nvSpPr>
        <p:spPr>
          <a:xfrm rot="5400000">
            <a:off x="2797492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712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704-80BD-41B0-8395-41618EC3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1920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A4032-EC66-4974-BD30-898B60E4B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3520" y="548640"/>
            <a:ext cx="6053328" cy="54315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802D0-5574-4631-BA49-92362F8E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1920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C2F5B-DDDD-4E64-94A9-99E46F4B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A8D36-8865-48E7-8249-ED729A5F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F98C3-0B62-4361-8408-A01F7080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FE511AB6-FEAF-4549-BA88-0764BD10B63D}"/>
              </a:ext>
            </a:extLst>
          </p:cNvPr>
          <p:cNvSpPr/>
          <p:nvPr/>
        </p:nvSpPr>
        <p:spPr>
          <a:xfrm rot="5400000">
            <a:off x="2798064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817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7CF8D-FF51-4FD8-B968-A2C85073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61A953-02EA-491B-A215-AF8420D74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84D1E-BC98-44E4-8D2C-89CCDC293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019EB-9C2B-4833-B72A-147694159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6E764-5688-45F5-94ED-A7357D2F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447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0E3CB6-3025-40BF-A04B-A7B0CB4C0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DD5CB3-8B24-48C7-89D3-8DCAD36A4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BC931-E2BF-4C1D-91AA-89F82F82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8A135-AEE9-4483-957E-3D143318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DEFD4-A052-46B3-B2AE-F3091D8A2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710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45051-2045-45DA-935E-2E3CA1A69ADC}" type="datetimeFigureOut">
              <a:rPr lang="en-US" smtClean="0"/>
              <a:t>3/3/24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933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5" r:id="rId1"/>
    <p:sldLayoutId id="2147484096" r:id="rId2"/>
    <p:sldLayoutId id="2147484097" r:id="rId3"/>
    <p:sldLayoutId id="2147484098" r:id="rId4"/>
    <p:sldLayoutId id="2147484099" r:id="rId5"/>
    <p:sldLayoutId id="2147484105" r:id="rId6"/>
    <p:sldLayoutId id="2147484100" r:id="rId7"/>
    <p:sldLayoutId id="2147484101" r:id="rId8"/>
    <p:sldLayoutId id="2147484102" r:id="rId9"/>
    <p:sldLayoutId id="2147484104" r:id="rId10"/>
    <p:sldLayoutId id="214748410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93245F62-CCC4-49E4-B95B-EA6C1E790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rainbow colored splatter&#10;&#10;Description automatically generated">
            <a:extLst>
              <a:ext uri="{FF2B5EF4-FFF2-40B4-BE49-F238E27FC236}">
                <a16:creationId xmlns:a16="http://schemas.microsoft.com/office/drawing/2014/main" id="{EEA83DFB-1DE6-B5DE-A972-635BA22480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47"/>
          <a:stretch/>
        </p:blipFill>
        <p:spPr>
          <a:xfrm>
            <a:off x="1298963" y="266542"/>
            <a:ext cx="9589477" cy="5394065"/>
          </a:xfrm>
          <a:prstGeom prst="rect">
            <a:avLst/>
          </a:prstGeom>
        </p:spPr>
      </p:pic>
      <p:pic>
        <p:nvPicPr>
          <p:cNvPr id="1028" name="Picture 4" descr="Sexually Transmitted Infections and HIV">
            <a:extLst>
              <a:ext uri="{FF2B5EF4-FFF2-40B4-BE49-F238E27FC236}">
                <a16:creationId xmlns:a16="http://schemas.microsoft.com/office/drawing/2014/main" id="{BDCE080E-9344-5EDA-E414-5ED90ABD48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5312" t="22731" r="26524" b="12904"/>
          <a:stretch/>
        </p:blipFill>
        <p:spPr bwMode="auto">
          <a:xfrm>
            <a:off x="9472614" y="266542"/>
            <a:ext cx="2614612" cy="1929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657FBC4-0AFB-ADB7-F057-3A68585499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2" y="3577456"/>
            <a:ext cx="10909640" cy="1687814"/>
          </a:xfrm>
        </p:spPr>
        <p:txBody>
          <a:bodyPr anchor="b">
            <a:normAutofit/>
          </a:bodyPr>
          <a:lstStyle/>
          <a:p>
            <a:pPr algn="ctr"/>
            <a:r>
              <a:rPr lang="en-US" sz="10000" dirty="0"/>
              <a:t>CONTRACEPTION &amp; STI’s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D7FC79-1308-3C8D-6F49-05BF0614DD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881" y="5660607"/>
            <a:ext cx="10909643" cy="1060868"/>
          </a:xfrm>
        </p:spPr>
        <p:txBody>
          <a:bodyPr anchor="t">
            <a:normAutofit/>
          </a:bodyPr>
          <a:lstStyle/>
          <a:p>
            <a:pPr algn="ctr"/>
            <a:r>
              <a:rPr lang="en-US" sz="3200" b="1" dirty="0"/>
              <a:t>Year 10 Health 			Lesson 4			Term 2, 2024</a:t>
            </a:r>
          </a:p>
        </p:txBody>
      </p:sp>
      <p:sp>
        <p:nvSpPr>
          <p:cNvPr id="77" name="Rectangle 6">
            <a:extLst>
              <a:ext uri="{FF2B5EF4-FFF2-40B4-BE49-F238E27FC236}">
                <a16:creationId xmlns:a16="http://schemas.microsoft.com/office/drawing/2014/main" id="{E6C0DD6B-6AA3-448F-9B99-8386295BC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5509052"/>
            <a:ext cx="4572000" cy="27432"/>
          </a:xfrm>
          <a:custGeom>
            <a:avLst/>
            <a:gdLst>
              <a:gd name="connsiteX0" fmla="*/ 0 w 4572000"/>
              <a:gd name="connsiteY0" fmla="*/ 0 h 27432"/>
              <a:gd name="connsiteX1" fmla="*/ 607423 w 4572000"/>
              <a:gd name="connsiteY1" fmla="*/ 0 h 27432"/>
              <a:gd name="connsiteX2" fmla="*/ 1123406 w 4572000"/>
              <a:gd name="connsiteY2" fmla="*/ 0 h 27432"/>
              <a:gd name="connsiteX3" fmla="*/ 1685109 w 4572000"/>
              <a:gd name="connsiteY3" fmla="*/ 0 h 27432"/>
              <a:gd name="connsiteX4" fmla="*/ 2383971 w 4572000"/>
              <a:gd name="connsiteY4" fmla="*/ 0 h 27432"/>
              <a:gd name="connsiteX5" fmla="*/ 2991394 w 4572000"/>
              <a:gd name="connsiteY5" fmla="*/ 0 h 27432"/>
              <a:gd name="connsiteX6" fmla="*/ 3553097 w 4572000"/>
              <a:gd name="connsiteY6" fmla="*/ 0 h 27432"/>
              <a:gd name="connsiteX7" fmla="*/ 4572000 w 4572000"/>
              <a:gd name="connsiteY7" fmla="*/ 0 h 27432"/>
              <a:gd name="connsiteX8" fmla="*/ 4572000 w 4572000"/>
              <a:gd name="connsiteY8" fmla="*/ 27432 h 27432"/>
              <a:gd name="connsiteX9" fmla="*/ 3918857 w 4572000"/>
              <a:gd name="connsiteY9" fmla="*/ 27432 h 27432"/>
              <a:gd name="connsiteX10" fmla="*/ 3357154 w 4572000"/>
              <a:gd name="connsiteY10" fmla="*/ 27432 h 27432"/>
              <a:gd name="connsiteX11" fmla="*/ 2612571 w 4572000"/>
              <a:gd name="connsiteY11" fmla="*/ 27432 h 27432"/>
              <a:gd name="connsiteX12" fmla="*/ 2005149 w 4572000"/>
              <a:gd name="connsiteY12" fmla="*/ 27432 h 27432"/>
              <a:gd name="connsiteX13" fmla="*/ 1489166 w 4572000"/>
              <a:gd name="connsiteY13" fmla="*/ 27432 h 27432"/>
              <a:gd name="connsiteX14" fmla="*/ 790303 w 4572000"/>
              <a:gd name="connsiteY14" fmla="*/ 27432 h 27432"/>
              <a:gd name="connsiteX15" fmla="*/ 0 w 4572000"/>
              <a:gd name="connsiteY15" fmla="*/ 27432 h 27432"/>
              <a:gd name="connsiteX16" fmla="*/ 0 w 457200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27432" fill="none" extrusionOk="0">
                <a:moveTo>
                  <a:pt x="0" y="0"/>
                </a:moveTo>
                <a:cubicBezTo>
                  <a:pt x="150397" y="-23421"/>
                  <a:pt x="474161" y="9174"/>
                  <a:pt x="607423" y="0"/>
                </a:cubicBezTo>
                <a:cubicBezTo>
                  <a:pt x="740685" y="-9174"/>
                  <a:pt x="868821" y="-4258"/>
                  <a:pt x="1123406" y="0"/>
                </a:cubicBezTo>
                <a:cubicBezTo>
                  <a:pt x="1377991" y="4258"/>
                  <a:pt x="1567664" y="-12410"/>
                  <a:pt x="1685109" y="0"/>
                </a:cubicBezTo>
                <a:cubicBezTo>
                  <a:pt x="1802554" y="12410"/>
                  <a:pt x="2193086" y="-14353"/>
                  <a:pt x="2383971" y="0"/>
                </a:cubicBezTo>
                <a:cubicBezTo>
                  <a:pt x="2574856" y="14353"/>
                  <a:pt x="2697477" y="-26142"/>
                  <a:pt x="2991394" y="0"/>
                </a:cubicBezTo>
                <a:cubicBezTo>
                  <a:pt x="3285311" y="26142"/>
                  <a:pt x="3423667" y="26544"/>
                  <a:pt x="3553097" y="0"/>
                </a:cubicBezTo>
                <a:cubicBezTo>
                  <a:pt x="3682527" y="-26544"/>
                  <a:pt x="4344147" y="50350"/>
                  <a:pt x="4572000" y="0"/>
                </a:cubicBezTo>
                <a:cubicBezTo>
                  <a:pt x="4571027" y="8304"/>
                  <a:pt x="4571522" y="21512"/>
                  <a:pt x="4572000" y="27432"/>
                </a:cubicBezTo>
                <a:cubicBezTo>
                  <a:pt x="4438349" y="5490"/>
                  <a:pt x="4090129" y="31231"/>
                  <a:pt x="3918857" y="27432"/>
                </a:cubicBezTo>
                <a:cubicBezTo>
                  <a:pt x="3747585" y="23633"/>
                  <a:pt x="3498826" y="6883"/>
                  <a:pt x="3357154" y="27432"/>
                </a:cubicBezTo>
                <a:cubicBezTo>
                  <a:pt x="3215482" y="47981"/>
                  <a:pt x="2784289" y="56849"/>
                  <a:pt x="2612571" y="27432"/>
                </a:cubicBezTo>
                <a:cubicBezTo>
                  <a:pt x="2440853" y="-1985"/>
                  <a:pt x="2261292" y="25951"/>
                  <a:pt x="2005149" y="27432"/>
                </a:cubicBezTo>
                <a:cubicBezTo>
                  <a:pt x="1749006" y="28913"/>
                  <a:pt x="1700078" y="34342"/>
                  <a:pt x="1489166" y="27432"/>
                </a:cubicBezTo>
                <a:cubicBezTo>
                  <a:pt x="1278254" y="20522"/>
                  <a:pt x="1077188" y="56916"/>
                  <a:pt x="790303" y="27432"/>
                </a:cubicBezTo>
                <a:cubicBezTo>
                  <a:pt x="503418" y="-2052"/>
                  <a:pt x="359168" y="57044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572000" h="27432" stroke="0" extrusionOk="0">
                <a:moveTo>
                  <a:pt x="0" y="0"/>
                </a:moveTo>
                <a:cubicBezTo>
                  <a:pt x="155698" y="6780"/>
                  <a:pt x="465972" y="13197"/>
                  <a:pt x="607423" y="0"/>
                </a:cubicBezTo>
                <a:cubicBezTo>
                  <a:pt x="748874" y="-13197"/>
                  <a:pt x="1014133" y="22994"/>
                  <a:pt x="1123406" y="0"/>
                </a:cubicBezTo>
                <a:cubicBezTo>
                  <a:pt x="1232679" y="-22994"/>
                  <a:pt x="1639431" y="-2997"/>
                  <a:pt x="1867989" y="0"/>
                </a:cubicBezTo>
                <a:cubicBezTo>
                  <a:pt x="2096547" y="2997"/>
                  <a:pt x="2265668" y="29557"/>
                  <a:pt x="2475411" y="0"/>
                </a:cubicBezTo>
                <a:cubicBezTo>
                  <a:pt x="2685154" y="-29557"/>
                  <a:pt x="2951491" y="73"/>
                  <a:pt x="3082834" y="0"/>
                </a:cubicBezTo>
                <a:cubicBezTo>
                  <a:pt x="3214177" y="-73"/>
                  <a:pt x="3641000" y="-33478"/>
                  <a:pt x="3827417" y="0"/>
                </a:cubicBezTo>
                <a:cubicBezTo>
                  <a:pt x="4013834" y="33478"/>
                  <a:pt x="4345917" y="14255"/>
                  <a:pt x="4572000" y="0"/>
                </a:cubicBezTo>
                <a:cubicBezTo>
                  <a:pt x="4572485" y="9333"/>
                  <a:pt x="4573278" y="19699"/>
                  <a:pt x="4572000" y="27432"/>
                </a:cubicBezTo>
                <a:cubicBezTo>
                  <a:pt x="4318030" y="43025"/>
                  <a:pt x="4161104" y="34314"/>
                  <a:pt x="4010297" y="27432"/>
                </a:cubicBezTo>
                <a:cubicBezTo>
                  <a:pt x="3859490" y="20550"/>
                  <a:pt x="3592529" y="6613"/>
                  <a:pt x="3357154" y="27432"/>
                </a:cubicBezTo>
                <a:cubicBezTo>
                  <a:pt x="3121779" y="48251"/>
                  <a:pt x="2884285" y="3780"/>
                  <a:pt x="2704011" y="27432"/>
                </a:cubicBezTo>
                <a:cubicBezTo>
                  <a:pt x="2523737" y="51084"/>
                  <a:pt x="2295944" y="32081"/>
                  <a:pt x="2096589" y="27432"/>
                </a:cubicBezTo>
                <a:cubicBezTo>
                  <a:pt x="1897234" y="22783"/>
                  <a:pt x="1623782" y="52518"/>
                  <a:pt x="1352006" y="27432"/>
                </a:cubicBezTo>
                <a:cubicBezTo>
                  <a:pt x="1080230" y="2346"/>
                  <a:pt x="869959" y="12864"/>
                  <a:pt x="607423" y="27432"/>
                </a:cubicBezTo>
                <a:cubicBezTo>
                  <a:pt x="344887" y="42000"/>
                  <a:pt x="188100" y="40051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rgbClr val="7EB8FB"/>
          </a:solidFill>
          <a:ln w="38100" cap="rnd">
            <a:solidFill>
              <a:srgbClr val="7EB8FB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Date Placeholder 26">
            <a:extLst>
              <a:ext uri="{FF2B5EF4-FFF2-40B4-BE49-F238E27FC236}">
                <a16:creationId xmlns:a16="http://schemas.microsoft.com/office/drawing/2014/main" id="{F28B82B1-E269-4325-A665-6CFE5DEE5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1" name="Footer Placeholder 27">
            <a:extLst>
              <a:ext uri="{FF2B5EF4-FFF2-40B4-BE49-F238E27FC236}">
                <a16:creationId xmlns:a16="http://schemas.microsoft.com/office/drawing/2014/main" id="{7C700527-76FD-4DF4-A597-6F5E089CA0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3" name="Slide Number Placeholder 28">
            <a:extLst>
              <a:ext uri="{FF2B5EF4-FFF2-40B4-BE49-F238E27FC236}">
                <a16:creationId xmlns:a16="http://schemas.microsoft.com/office/drawing/2014/main" id="{B5EA49A9-01EB-4D60-A392-7DC9B625D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1690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1.11111E-6 C -0.01679 -0.02407 -0.07395 -0.04745 -0.09492 -0.04745 C -0.22226 -0.04745 -0.35377 0.32408 -0.35377 0.69583 C -0.35377 0.50857 -0.41966 0.32408 -0.48112 0.32408 C -0.547 0.32408 -0.60846 0.51134 -0.60846 0.69583 C -0.60846 0.60347 -0.64114 0.50857 -0.67421 0.50857 C -0.70703 0.50857 -0.74023 0.6007 -0.74023 0.69583 C -0.74023 0.64815 -0.75664 0.60347 -0.77278 0.60347 C -0.78945 0.60347 -0.80546 0.65093 -0.80546 0.69583 C -0.80546 0.67153 -0.81341 0.64815 -0.822 0.64815 C -0.8263 0.64815 -0.83867 0.67222 -0.83867 0.69583 C -0.83867 0.68403 -0.84296 0.67153 -0.84661 0.67153 C -0.84661 0.66898 -0.85468 0.68333 -0.85468 0.69583 C -0.85468 0.68958 -0.85468 0.68403 -0.85898 0.68403 C -0.85898 0.68681 -0.86328 0.69028 -0.86328 0.69583 C -0.86328 0.69306 -0.86328 0.68958 -0.86328 0.68681 C -0.86757 0.68681 -0.86757 0.68958 -0.86757 0.69306 C -0.87187 0.69306 -0.87187 0.69028 -0.87187 0.68681 C -0.87591 0.68681 -0.87591 0.68958 -0.87591 0.69306 " pathEditMode="relative" rAng="0" ptsTypes="AAAAAAAAAAAAAAAAAAA">
                                      <p:cBhvr>
                                        <p:cTn id="9" dur="5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802" y="324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04FFB5-DE23-4D74-BEF9-CC7D947D3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6600"/>
              <a:t>Today’s Focus</a:t>
            </a:r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093" y="2563839"/>
            <a:ext cx="3931920" cy="27432"/>
          </a:xfrm>
          <a:custGeom>
            <a:avLst/>
            <a:gdLst>
              <a:gd name="connsiteX0" fmla="*/ 0 w 3931920"/>
              <a:gd name="connsiteY0" fmla="*/ 0 h 27432"/>
              <a:gd name="connsiteX1" fmla="*/ 733958 w 3931920"/>
              <a:gd name="connsiteY1" fmla="*/ 0 h 27432"/>
              <a:gd name="connsiteX2" fmla="*/ 1428598 w 3931920"/>
              <a:gd name="connsiteY2" fmla="*/ 0 h 27432"/>
              <a:gd name="connsiteX3" fmla="*/ 2123237 w 3931920"/>
              <a:gd name="connsiteY3" fmla="*/ 0 h 27432"/>
              <a:gd name="connsiteX4" fmla="*/ 2660599 w 3931920"/>
              <a:gd name="connsiteY4" fmla="*/ 0 h 27432"/>
              <a:gd name="connsiteX5" fmla="*/ 3237281 w 3931920"/>
              <a:gd name="connsiteY5" fmla="*/ 0 h 27432"/>
              <a:gd name="connsiteX6" fmla="*/ 3931920 w 3931920"/>
              <a:gd name="connsiteY6" fmla="*/ 0 h 27432"/>
              <a:gd name="connsiteX7" fmla="*/ 3931920 w 3931920"/>
              <a:gd name="connsiteY7" fmla="*/ 27432 h 27432"/>
              <a:gd name="connsiteX8" fmla="*/ 3276600 w 3931920"/>
              <a:gd name="connsiteY8" fmla="*/ 27432 h 27432"/>
              <a:gd name="connsiteX9" fmla="*/ 2739238 w 3931920"/>
              <a:gd name="connsiteY9" fmla="*/ 27432 h 27432"/>
              <a:gd name="connsiteX10" fmla="*/ 2201875 w 3931920"/>
              <a:gd name="connsiteY10" fmla="*/ 27432 h 27432"/>
              <a:gd name="connsiteX11" fmla="*/ 1507236 w 3931920"/>
              <a:gd name="connsiteY11" fmla="*/ 27432 h 27432"/>
              <a:gd name="connsiteX12" fmla="*/ 930554 w 3931920"/>
              <a:gd name="connsiteY12" fmla="*/ 27432 h 27432"/>
              <a:gd name="connsiteX13" fmla="*/ 0 w 3931920"/>
              <a:gd name="connsiteY13" fmla="*/ 27432 h 27432"/>
              <a:gd name="connsiteX14" fmla="*/ 0 w 3931920"/>
              <a:gd name="connsiteY14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931920" h="27432" fill="none" extrusionOk="0">
                <a:moveTo>
                  <a:pt x="0" y="0"/>
                </a:moveTo>
                <a:cubicBezTo>
                  <a:pt x="245351" y="16874"/>
                  <a:pt x="509174" y="13736"/>
                  <a:pt x="733958" y="0"/>
                </a:cubicBezTo>
                <a:cubicBezTo>
                  <a:pt x="958742" y="-13736"/>
                  <a:pt x="1245406" y="-17215"/>
                  <a:pt x="1428598" y="0"/>
                </a:cubicBezTo>
                <a:cubicBezTo>
                  <a:pt x="1611790" y="17215"/>
                  <a:pt x="1930525" y="20562"/>
                  <a:pt x="2123237" y="0"/>
                </a:cubicBezTo>
                <a:cubicBezTo>
                  <a:pt x="2315949" y="-20562"/>
                  <a:pt x="2485508" y="11332"/>
                  <a:pt x="2660599" y="0"/>
                </a:cubicBezTo>
                <a:cubicBezTo>
                  <a:pt x="2835690" y="-11332"/>
                  <a:pt x="3075198" y="-14809"/>
                  <a:pt x="3237281" y="0"/>
                </a:cubicBezTo>
                <a:cubicBezTo>
                  <a:pt x="3399364" y="14809"/>
                  <a:pt x="3745084" y="-4992"/>
                  <a:pt x="3931920" y="0"/>
                </a:cubicBezTo>
                <a:cubicBezTo>
                  <a:pt x="3930963" y="8431"/>
                  <a:pt x="3931571" y="14612"/>
                  <a:pt x="3931920" y="27432"/>
                </a:cubicBezTo>
                <a:cubicBezTo>
                  <a:pt x="3765435" y="40792"/>
                  <a:pt x="3452398" y="38703"/>
                  <a:pt x="3276600" y="27432"/>
                </a:cubicBezTo>
                <a:cubicBezTo>
                  <a:pt x="3100802" y="16161"/>
                  <a:pt x="2914889" y="26998"/>
                  <a:pt x="2739238" y="27432"/>
                </a:cubicBezTo>
                <a:cubicBezTo>
                  <a:pt x="2563587" y="27866"/>
                  <a:pt x="2395484" y="39154"/>
                  <a:pt x="2201875" y="27432"/>
                </a:cubicBezTo>
                <a:cubicBezTo>
                  <a:pt x="2008266" y="15710"/>
                  <a:pt x="1781367" y="4899"/>
                  <a:pt x="1507236" y="27432"/>
                </a:cubicBezTo>
                <a:cubicBezTo>
                  <a:pt x="1233105" y="49965"/>
                  <a:pt x="1075495" y="47542"/>
                  <a:pt x="930554" y="27432"/>
                </a:cubicBezTo>
                <a:cubicBezTo>
                  <a:pt x="785613" y="7322"/>
                  <a:pt x="268930" y="30433"/>
                  <a:pt x="0" y="27432"/>
                </a:cubicBezTo>
                <a:cubicBezTo>
                  <a:pt x="226" y="18208"/>
                  <a:pt x="-648" y="12891"/>
                  <a:pt x="0" y="0"/>
                </a:cubicBezTo>
                <a:close/>
              </a:path>
              <a:path w="3931920" h="27432" stroke="0" extrusionOk="0">
                <a:moveTo>
                  <a:pt x="0" y="0"/>
                </a:moveTo>
                <a:cubicBezTo>
                  <a:pt x="278269" y="4786"/>
                  <a:pt x="349028" y="-10422"/>
                  <a:pt x="616001" y="0"/>
                </a:cubicBezTo>
                <a:cubicBezTo>
                  <a:pt x="882974" y="10422"/>
                  <a:pt x="931617" y="-15515"/>
                  <a:pt x="1153363" y="0"/>
                </a:cubicBezTo>
                <a:cubicBezTo>
                  <a:pt x="1375109" y="15515"/>
                  <a:pt x="1704089" y="-3631"/>
                  <a:pt x="1887322" y="0"/>
                </a:cubicBezTo>
                <a:cubicBezTo>
                  <a:pt x="2070555" y="3631"/>
                  <a:pt x="2344155" y="2213"/>
                  <a:pt x="2503322" y="0"/>
                </a:cubicBezTo>
                <a:cubicBezTo>
                  <a:pt x="2662489" y="-2213"/>
                  <a:pt x="2976859" y="26691"/>
                  <a:pt x="3119323" y="0"/>
                </a:cubicBezTo>
                <a:cubicBezTo>
                  <a:pt x="3261787" y="-26691"/>
                  <a:pt x="3588171" y="-28651"/>
                  <a:pt x="3931920" y="0"/>
                </a:cubicBezTo>
                <a:cubicBezTo>
                  <a:pt x="3930565" y="9524"/>
                  <a:pt x="3930718" y="13975"/>
                  <a:pt x="3931920" y="27432"/>
                </a:cubicBezTo>
                <a:cubicBezTo>
                  <a:pt x="3664329" y="4021"/>
                  <a:pt x="3437686" y="14511"/>
                  <a:pt x="3276600" y="27432"/>
                </a:cubicBezTo>
                <a:cubicBezTo>
                  <a:pt x="3115514" y="40353"/>
                  <a:pt x="2913592" y="48967"/>
                  <a:pt x="2739238" y="27432"/>
                </a:cubicBezTo>
                <a:cubicBezTo>
                  <a:pt x="2564884" y="5897"/>
                  <a:pt x="2294049" y="39820"/>
                  <a:pt x="2083918" y="27432"/>
                </a:cubicBezTo>
                <a:cubicBezTo>
                  <a:pt x="1873787" y="15044"/>
                  <a:pt x="1718903" y="21388"/>
                  <a:pt x="1428598" y="27432"/>
                </a:cubicBezTo>
                <a:cubicBezTo>
                  <a:pt x="1138293" y="33476"/>
                  <a:pt x="952209" y="50441"/>
                  <a:pt x="812597" y="27432"/>
                </a:cubicBezTo>
                <a:cubicBezTo>
                  <a:pt x="672985" y="4423"/>
                  <a:pt x="305800" y="28240"/>
                  <a:pt x="0" y="27432"/>
                </a:cubicBezTo>
                <a:cubicBezTo>
                  <a:pt x="-800" y="16780"/>
                  <a:pt x="-583" y="12910"/>
                  <a:pt x="0" y="0"/>
                </a:cubicBezTo>
                <a:close/>
              </a:path>
            </a:pathLst>
          </a:custGeom>
          <a:solidFill>
            <a:srgbClr val="E5B399"/>
          </a:solidFill>
          <a:ln w="38100" cap="rnd">
            <a:solidFill>
              <a:srgbClr val="E5B399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3D7FC-176D-B898-C622-E503B972C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dirty="0"/>
              <a:t>Topic Test.</a:t>
            </a:r>
          </a:p>
        </p:txBody>
      </p:sp>
      <p:pic>
        <p:nvPicPr>
          <p:cNvPr id="5" name="Picture 4" descr="Writing an appointment on a paper agenda">
            <a:extLst>
              <a:ext uri="{FF2B5EF4-FFF2-40B4-BE49-F238E27FC236}">
                <a16:creationId xmlns:a16="http://schemas.microsoft.com/office/drawing/2014/main" id="{EDE161DE-AC56-B92C-DAD0-35C65DB943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047" b="-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94496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72DE4C0-EE12-4CAC-98CF-A89349319A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9CF03F-5E6E-4B23-89A5-81548BA4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512253-3A15-239D-C7A0-51A6366E6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6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7200"/>
              <a:t>Test CONDITIONS:</a:t>
            </a: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2395728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13BA1-1DAE-C858-8429-1571E7954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2706624"/>
            <a:ext cx="6894576" cy="3975530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chemeClr val="bg1"/>
                </a:solidFill>
              </a:rPr>
              <a:t>You have ONE period to complete the test</a:t>
            </a:r>
          </a:p>
          <a:p>
            <a:pPr>
              <a:lnSpc>
                <a:spcPct val="100000"/>
              </a:lnSpc>
            </a:pPr>
            <a:endParaRPr lang="en-US" sz="3600" dirty="0">
              <a:solidFill>
                <a:schemeClr val="bg1"/>
              </a:solidFill>
            </a:endParaRPr>
          </a:p>
          <a:p>
            <a:pPr lvl="0">
              <a:lnSpc>
                <a:spcPct val="100000"/>
              </a:lnSpc>
            </a:pPr>
            <a:r>
              <a:rPr lang="en-AU" sz="3600" dirty="0">
                <a:solidFill>
                  <a:schemeClr val="bg1"/>
                </a:solidFill>
              </a:rPr>
              <a:t>Separate all desks. </a:t>
            </a:r>
          </a:p>
          <a:p>
            <a:pPr lvl="0">
              <a:lnSpc>
                <a:spcPct val="100000"/>
              </a:lnSpc>
            </a:pPr>
            <a:endParaRPr lang="en-US" sz="3600" dirty="0">
              <a:solidFill>
                <a:schemeClr val="bg1"/>
              </a:solidFill>
            </a:endParaRPr>
          </a:p>
          <a:p>
            <a:pPr lvl="0">
              <a:lnSpc>
                <a:spcPct val="100000"/>
              </a:lnSpc>
            </a:pPr>
            <a:r>
              <a:rPr lang="en-AU" sz="3600" dirty="0">
                <a:solidFill>
                  <a:schemeClr val="bg1"/>
                </a:solidFill>
              </a:rPr>
              <a:t>You need a pen.</a:t>
            </a:r>
          </a:p>
          <a:p>
            <a:pPr lvl="0">
              <a:lnSpc>
                <a:spcPct val="100000"/>
              </a:lnSpc>
            </a:pPr>
            <a:endParaRPr lang="en-US" sz="3600" dirty="0">
              <a:solidFill>
                <a:schemeClr val="bg1"/>
              </a:solidFill>
            </a:endParaRPr>
          </a:p>
          <a:p>
            <a:pPr lvl="0">
              <a:lnSpc>
                <a:spcPct val="100000"/>
              </a:lnSpc>
            </a:pPr>
            <a:r>
              <a:rPr lang="en-AU" sz="3600" dirty="0">
                <a:solidFill>
                  <a:schemeClr val="bg1"/>
                </a:solidFill>
              </a:rPr>
              <a:t>No talking or cheating. </a:t>
            </a:r>
            <a:endParaRPr lang="en-US" sz="36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AU" sz="3600" dirty="0">
                <a:solidFill>
                  <a:schemeClr val="bg1"/>
                </a:solidFill>
              </a:rPr>
              <a:t>May result in a loss of marks/score of 0.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</a:p>
          <a:p>
            <a:pPr lvl="1">
              <a:lnSpc>
                <a:spcPct val="100000"/>
              </a:lnSpc>
            </a:pPr>
            <a:endParaRPr lang="en-US" sz="3600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</a:pPr>
            <a:r>
              <a:rPr lang="en-US" sz="4400" dirty="0">
                <a:solidFill>
                  <a:schemeClr val="bg1"/>
                </a:solidFill>
              </a:rPr>
              <a:t>Raise your hand if you finish early or have a question. </a:t>
            </a:r>
          </a:p>
          <a:p>
            <a:pPr>
              <a:lnSpc>
                <a:spcPct val="100000"/>
              </a:lnSpc>
            </a:pPr>
            <a:endParaRPr lang="en-US" sz="1300" dirty="0"/>
          </a:p>
          <a:p>
            <a:pPr>
              <a:lnSpc>
                <a:spcPct val="100000"/>
              </a:lnSpc>
            </a:pPr>
            <a:endParaRPr lang="en-US" sz="1300" dirty="0"/>
          </a:p>
        </p:txBody>
      </p:sp>
      <p:pic>
        <p:nvPicPr>
          <p:cNvPr id="5" name="Picture 4" descr="Black pen against a sheet with shaded numbers">
            <a:extLst>
              <a:ext uri="{FF2B5EF4-FFF2-40B4-BE49-F238E27FC236}">
                <a16:creationId xmlns:a16="http://schemas.microsoft.com/office/drawing/2014/main" id="{9A311B61-03D6-11E2-25F0-6C8717A99A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547" r="-1" b="-1"/>
          <a:stretch/>
        </p:blipFill>
        <p:spPr>
          <a:xfrm>
            <a:off x="20" y="10"/>
            <a:ext cx="4053550" cy="6857989"/>
          </a:xfrm>
          <a:custGeom>
            <a:avLst/>
            <a:gdLst/>
            <a:ahLst/>
            <a:cxnLst/>
            <a:rect l="l" t="t" r="r" b="b"/>
            <a:pathLst>
              <a:path w="4053570" h="6857999">
                <a:moveTo>
                  <a:pt x="0" y="0"/>
                </a:moveTo>
                <a:lnTo>
                  <a:pt x="4022851" y="0"/>
                </a:lnTo>
                <a:lnTo>
                  <a:pt x="4023684" y="7069"/>
                </a:lnTo>
                <a:cubicBezTo>
                  <a:pt x="4038634" y="90834"/>
                  <a:pt x="4036100" y="175741"/>
                  <a:pt x="4040154" y="260014"/>
                </a:cubicBezTo>
                <a:cubicBezTo>
                  <a:pt x="4044969" y="363071"/>
                  <a:pt x="4038888" y="466508"/>
                  <a:pt x="4036607" y="569818"/>
                </a:cubicBezTo>
                <a:cubicBezTo>
                  <a:pt x="4034833" y="657771"/>
                  <a:pt x="4026091" y="745598"/>
                  <a:pt x="4028752" y="833678"/>
                </a:cubicBezTo>
                <a:cubicBezTo>
                  <a:pt x="4028942" y="836724"/>
                  <a:pt x="4028942" y="839770"/>
                  <a:pt x="4028752" y="842816"/>
                </a:cubicBezTo>
                <a:cubicBezTo>
                  <a:pt x="4020643" y="939653"/>
                  <a:pt x="4020643" y="1036998"/>
                  <a:pt x="4028752" y="1133836"/>
                </a:cubicBezTo>
                <a:cubicBezTo>
                  <a:pt x="4031324" y="1174144"/>
                  <a:pt x="4030602" y="1214593"/>
                  <a:pt x="4026598" y="1254787"/>
                </a:cubicBezTo>
                <a:cubicBezTo>
                  <a:pt x="4022797" y="1305935"/>
                  <a:pt x="4010634" y="1357844"/>
                  <a:pt x="4019376" y="1408610"/>
                </a:cubicBezTo>
                <a:cubicBezTo>
                  <a:pt x="4025065" y="1450430"/>
                  <a:pt x="4028194" y="1492566"/>
                  <a:pt x="4028752" y="1534766"/>
                </a:cubicBezTo>
                <a:cubicBezTo>
                  <a:pt x="4033186" y="1629192"/>
                  <a:pt x="4029005" y="1724125"/>
                  <a:pt x="4027358" y="1818805"/>
                </a:cubicBezTo>
                <a:cubicBezTo>
                  <a:pt x="4025584" y="1929096"/>
                  <a:pt x="4028372" y="2039387"/>
                  <a:pt x="4019503" y="2149804"/>
                </a:cubicBezTo>
                <a:cubicBezTo>
                  <a:pt x="4014625" y="2239001"/>
                  <a:pt x="4014625" y="2328401"/>
                  <a:pt x="4019503" y="2417598"/>
                </a:cubicBezTo>
                <a:cubicBezTo>
                  <a:pt x="4021910" y="2499333"/>
                  <a:pt x="4034200" y="2580306"/>
                  <a:pt x="4032173" y="2662929"/>
                </a:cubicBezTo>
                <a:cubicBezTo>
                  <a:pt x="4029765" y="2759258"/>
                  <a:pt x="4018363" y="2855334"/>
                  <a:pt x="4021910" y="2951918"/>
                </a:cubicBezTo>
                <a:cubicBezTo>
                  <a:pt x="4023557" y="2997989"/>
                  <a:pt x="4023684" y="3044060"/>
                  <a:pt x="4024571" y="3090130"/>
                </a:cubicBezTo>
                <a:cubicBezTo>
                  <a:pt x="4025711" y="3145593"/>
                  <a:pt x="4035720" y="3200928"/>
                  <a:pt x="4030145" y="3256264"/>
                </a:cubicBezTo>
                <a:cubicBezTo>
                  <a:pt x="4020897" y="3348533"/>
                  <a:pt x="3996951" y="3439278"/>
                  <a:pt x="4011901" y="3533831"/>
                </a:cubicBezTo>
                <a:cubicBezTo>
                  <a:pt x="4020136" y="3585867"/>
                  <a:pt x="4029385" y="3638030"/>
                  <a:pt x="4034200" y="3690573"/>
                </a:cubicBezTo>
                <a:cubicBezTo>
                  <a:pt x="4038381" y="3737532"/>
                  <a:pt x="4048896" y="3785253"/>
                  <a:pt x="4040914" y="3831958"/>
                </a:cubicBezTo>
                <a:cubicBezTo>
                  <a:pt x="4034073" y="3871937"/>
                  <a:pt x="4037620" y="3911916"/>
                  <a:pt x="4032299" y="3951895"/>
                </a:cubicBezTo>
                <a:cubicBezTo>
                  <a:pt x="4025331" y="4004311"/>
                  <a:pt x="4021657" y="4057616"/>
                  <a:pt x="4016336" y="4110414"/>
                </a:cubicBezTo>
                <a:cubicBezTo>
                  <a:pt x="4011648" y="4158261"/>
                  <a:pt x="4007974" y="4205982"/>
                  <a:pt x="4020643" y="4250911"/>
                </a:cubicBezTo>
                <a:cubicBezTo>
                  <a:pt x="4051684" y="4363994"/>
                  <a:pt x="4034707" y="4476442"/>
                  <a:pt x="4023051" y="4588763"/>
                </a:cubicBezTo>
                <a:cubicBezTo>
                  <a:pt x="4017349" y="4643337"/>
                  <a:pt x="4008987" y="4701084"/>
                  <a:pt x="4021657" y="4751090"/>
                </a:cubicBezTo>
                <a:cubicBezTo>
                  <a:pt x="4044969" y="4839804"/>
                  <a:pt x="4026725" y="4924077"/>
                  <a:pt x="4016589" y="5009238"/>
                </a:cubicBezTo>
                <a:cubicBezTo>
                  <a:pt x="4004363" y="5092546"/>
                  <a:pt x="4006124" y="5177301"/>
                  <a:pt x="4021784" y="5260026"/>
                </a:cubicBezTo>
                <a:cubicBezTo>
                  <a:pt x="4034200" y="5318407"/>
                  <a:pt x="4034200" y="5377804"/>
                  <a:pt x="4035720" y="5436566"/>
                </a:cubicBezTo>
                <a:cubicBezTo>
                  <a:pt x="4036607" y="5473373"/>
                  <a:pt x="4023051" y="5510813"/>
                  <a:pt x="4014055" y="5547492"/>
                </a:cubicBezTo>
                <a:cubicBezTo>
                  <a:pt x="3997965" y="5613743"/>
                  <a:pt x="3992137" y="5681008"/>
                  <a:pt x="4014055" y="5745609"/>
                </a:cubicBezTo>
                <a:cubicBezTo>
                  <a:pt x="4044589" y="5835085"/>
                  <a:pt x="4062073" y="5924561"/>
                  <a:pt x="4049403" y="6019242"/>
                </a:cubicBezTo>
                <a:cubicBezTo>
                  <a:pt x="4042055" y="6077623"/>
                  <a:pt x="4040408" y="6137274"/>
                  <a:pt x="4029385" y="6194894"/>
                </a:cubicBezTo>
                <a:cubicBezTo>
                  <a:pt x="4011268" y="6290463"/>
                  <a:pt x="4017729" y="6385396"/>
                  <a:pt x="4032173" y="6479568"/>
                </a:cubicBezTo>
                <a:cubicBezTo>
                  <a:pt x="4042321" y="6558257"/>
                  <a:pt x="4043423" y="6637846"/>
                  <a:pt x="4035467" y="6716775"/>
                </a:cubicBezTo>
                <a:lnTo>
                  <a:pt x="4025707" y="6857999"/>
                </a:lnTo>
                <a:lnTo>
                  <a:pt x="0" y="6857999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326547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SketchyVTI">
  <a:themeElements>
    <a:clrScheme name="SketchyVTI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4650E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Custom 2">
      <a:majorFont>
        <a:latin typeface="The Serif Hand Black"/>
        <a:ea typeface=""/>
        <a:cs typeface=""/>
      </a:majorFont>
      <a:minorFont>
        <a:latin typeface="The Hand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yVTI" id="{A6D2C935-A6E4-4DD9-BCC5-5AE2504DB8EA}" vid="{F0754072-50B6-4C01-B911-67246C9F58D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3014</TotalTime>
  <Words>72</Words>
  <Application>Microsoft Macintosh PowerPoint</Application>
  <PresentationFormat>Widescreen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Arial</vt:lpstr>
      <vt:lpstr>The Hand Bold</vt:lpstr>
      <vt:lpstr>The Serif Hand Black</vt:lpstr>
      <vt:lpstr>SketchyVTI</vt:lpstr>
      <vt:lpstr>CONTRACEPTION &amp; STI’s</vt:lpstr>
      <vt:lpstr>Today’s Focus</vt:lpstr>
      <vt:lpstr>Test CONDITIONS: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CONTRACEPTION &amp; STI’s</dc:title>
  <dc:creator>HILLMAN Alissa [Willetton Senior High School]</dc:creator>
  <cp:lastModifiedBy>HILLMAN Alissa [Willetton Senior High School]</cp:lastModifiedBy>
  <cp:revision>32</cp:revision>
  <dcterms:created xsi:type="dcterms:W3CDTF">2024-02-21T07:14:50Z</dcterms:created>
  <dcterms:modified xsi:type="dcterms:W3CDTF">2024-03-03T12:16:20Z</dcterms:modified>
</cp:coreProperties>
</file>