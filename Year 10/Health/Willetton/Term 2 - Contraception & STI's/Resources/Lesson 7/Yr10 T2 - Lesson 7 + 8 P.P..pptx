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4"/>
  </p:notesMasterIdLst>
  <p:sldIdLst>
    <p:sldId id="263" r:id="rId2"/>
    <p:sldId id="28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75"/>
    <p:restoredTop sz="82982"/>
  </p:normalViewPr>
  <p:slideViewPr>
    <p:cSldViewPr snapToGrid="0">
      <p:cViewPr varScale="1">
        <p:scale>
          <a:sx n="94" d="100"/>
          <a:sy n="94" d="100"/>
        </p:scale>
        <p:origin x="1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3/27/24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7 + Lesson 8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10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Complete Task 3: STI Oral Presentation.</a:t>
            </a:r>
          </a:p>
          <a:p>
            <a:endParaRPr lang="en-US" dirty="0"/>
          </a:p>
          <a:p>
            <a:r>
              <a:rPr lang="en-US" dirty="0"/>
              <a:t>**</a:t>
            </a:r>
            <a:r>
              <a:rPr lang="en-US"/>
              <a:t>Week 8 </a:t>
            </a:r>
            <a:r>
              <a:rPr lang="en-US" dirty="0"/>
              <a:t>= exam break**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92014808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3016</TotalTime>
  <Words>38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The Hand Bold</vt:lpstr>
      <vt:lpstr>The Serif Hand Black</vt:lpstr>
      <vt:lpstr>SketchyVTI</vt:lpstr>
      <vt:lpstr>CONTRACEPTION &amp; STI’s</vt:lpstr>
      <vt:lpstr>Today’s Focus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36</cp:revision>
  <dcterms:created xsi:type="dcterms:W3CDTF">2024-02-21T07:14:50Z</dcterms:created>
  <dcterms:modified xsi:type="dcterms:W3CDTF">2024-03-27T04:51:32Z</dcterms:modified>
</cp:coreProperties>
</file>