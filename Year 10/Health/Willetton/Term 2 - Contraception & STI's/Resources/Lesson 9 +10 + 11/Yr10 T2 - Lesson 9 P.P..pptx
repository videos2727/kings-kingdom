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6" r:id="rId1"/>
  </p:sldMasterIdLst>
  <p:notesMasterIdLst>
    <p:notesMasterId r:id="rId5"/>
  </p:notesMasterIdLst>
  <p:sldIdLst>
    <p:sldId id="265" r:id="rId2"/>
    <p:sldId id="288" r:id="rId3"/>
    <p:sldId id="64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E4650C"/>
    <a:srgbClr val="FF9300"/>
    <a:srgbClr val="FF2F92"/>
    <a:srgbClr val="0096FF"/>
    <a:srgbClr val="D883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5"/>
    <p:restoredTop sz="83008"/>
  </p:normalViewPr>
  <p:slideViewPr>
    <p:cSldViewPr snapToGrid="0">
      <p:cViewPr varScale="1">
        <p:scale>
          <a:sx n="94" d="100"/>
          <a:sy n="94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3T04:32:59.4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FA96B-52EF-9242-8C41-C7CBD737B41E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8A8C-F201-E64D-999A-A6161AAF2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students are presenting their assignments, the audience will need to complete a table about each different STI that is presented. By the end of the presentations, students will have collated information on all the different STI’s into their workbooks.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7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3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4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21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9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6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9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3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5" r:id="rId6"/>
    <p:sldLayoutId id="2147484100" r:id="rId7"/>
    <p:sldLayoutId id="2147484101" r:id="rId8"/>
    <p:sldLayoutId id="2147484102" r:id="rId9"/>
    <p:sldLayoutId id="2147484104" r:id="rId10"/>
    <p:sldLayoutId id="21474841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inbow colored splatter&#10;&#10;Description automatically generated">
            <a:extLst>
              <a:ext uri="{FF2B5EF4-FFF2-40B4-BE49-F238E27FC236}">
                <a16:creationId xmlns:a16="http://schemas.microsoft.com/office/drawing/2014/main" id="{EEA83DFB-1DE6-B5DE-A972-635BA22480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7"/>
          <a:stretch/>
        </p:blipFill>
        <p:spPr>
          <a:xfrm>
            <a:off x="1298963" y="266542"/>
            <a:ext cx="9589477" cy="5394065"/>
          </a:xfrm>
          <a:prstGeom prst="rect">
            <a:avLst/>
          </a:prstGeom>
        </p:spPr>
      </p:pic>
      <p:pic>
        <p:nvPicPr>
          <p:cNvPr id="1028" name="Picture 4" descr="Sexually Transmitted Infections and HIV">
            <a:extLst>
              <a:ext uri="{FF2B5EF4-FFF2-40B4-BE49-F238E27FC236}">
                <a16:creationId xmlns:a16="http://schemas.microsoft.com/office/drawing/2014/main" id="{BDCE080E-9344-5EDA-E414-5ED90ABD4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22731" r="26524" b="12904"/>
          <a:stretch/>
        </p:blipFill>
        <p:spPr bwMode="auto">
          <a:xfrm>
            <a:off x="9472614" y="266542"/>
            <a:ext cx="2614612" cy="192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7FBC4-0AFB-ADB7-F057-3A685854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pPr algn="ctr"/>
            <a:r>
              <a:rPr lang="en-US" sz="10000" dirty="0"/>
              <a:t>CONTRACEPTION &amp; STI’s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7FC79-1308-3C8D-6F49-05BF0614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060868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Year 10 Health 			Lesson 9			Term 2, 2024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7EB8FB"/>
          </a:solidFill>
          <a:ln w="38100" cap="rnd">
            <a:solidFill>
              <a:srgbClr val="7EB8F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49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C -0.01679 -0.02407 -0.07395 -0.04745 -0.09492 -0.04745 C -0.22226 -0.04745 -0.35377 0.32408 -0.35377 0.69583 C -0.35377 0.50857 -0.41966 0.32408 -0.48112 0.32408 C -0.547 0.32408 -0.60846 0.51134 -0.60846 0.69583 C -0.60846 0.60347 -0.64114 0.50857 -0.67421 0.50857 C -0.70703 0.50857 -0.74023 0.6007 -0.74023 0.69583 C -0.74023 0.64815 -0.75664 0.60347 -0.77278 0.60347 C -0.78945 0.60347 -0.80546 0.65093 -0.80546 0.69583 C -0.80546 0.67153 -0.81341 0.64815 -0.822 0.64815 C -0.8263 0.64815 -0.83867 0.67222 -0.83867 0.69583 C -0.83867 0.68403 -0.84296 0.67153 -0.84661 0.67153 C -0.84661 0.66898 -0.85468 0.68333 -0.85468 0.69583 C -0.85468 0.68958 -0.85468 0.68403 -0.85898 0.68403 C -0.85898 0.68681 -0.86328 0.69028 -0.86328 0.69583 C -0.86328 0.69306 -0.86328 0.68958 -0.86328 0.68681 C -0.86757 0.68681 -0.86757 0.68958 -0.86757 0.69306 C -0.87187 0.69306 -0.87187 0.69028 -0.87187 0.68681 C -0.87591 0.68681 -0.87591 0.68958 -0.87591 0.69306 " pathEditMode="relative" rAng="0" ptsTypes="AAAAAAAAAAAAAAAAAAA">
                                      <p:cBhvr>
                                        <p:cTn id="9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02" y="3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FFB5-DE23-4D74-BEF9-CC7D947D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/>
              <a:t>Today’s Focus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onnsiteX0" fmla="*/ 0 w 3931920"/>
              <a:gd name="connsiteY0" fmla="*/ 0 h 27432"/>
              <a:gd name="connsiteX1" fmla="*/ 733958 w 3931920"/>
              <a:gd name="connsiteY1" fmla="*/ 0 h 27432"/>
              <a:gd name="connsiteX2" fmla="*/ 1428598 w 3931920"/>
              <a:gd name="connsiteY2" fmla="*/ 0 h 27432"/>
              <a:gd name="connsiteX3" fmla="*/ 2123237 w 3931920"/>
              <a:gd name="connsiteY3" fmla="*/ 0 h 27432"/>
              <a:gd name="connsiteX4" fmla="*/ 2660599 w 3931920"/>
              <a:gd name="connsiteY4" fmla="*/ 0 h 27432"/>
              <a:gd name="connsiteX5" fmla="*/ 3237281 w 3931920"/>
              <a:gd name="connsiteY5" fmla="*/ 0 h 27432"/>
              <a:gd name="connsiteX6" fmla="*/ 3931920 w 3931920"/>
              <a:gd name="connsiteY6" fmla="*/ 0 h 27432"/>
              <a:gd name="connsiteX7" fmla="*/ 3931920 w 3931920"/>
              <a:gd name="connsiteY7" fmla="*/ 27432 h 27432"/>
              <a:gd name="connsiteX8" fmla="*/ 3276600 w 3931920"/>
              <a:gd name="connsiteY8" fmla="*/ 27432 h 27432"/>
              <a:gd name="connsiteX9" fmla="*/ 2739238 w 3931920"/>
              <a:gd name="connsiteY9" fmla="*/ 27432 h 27432"/>
              <a:gd name="connsiteX10" fmla="*/ 2201875 w 3931920"/>
              <a:gd name="connsiteY10" fmla="*/ 27432 h 27432"/>
              <a:gd name="connsiteX11" fmla="*/ 1507236 w 3931920"/>
              <a:gd name="connsiteY11" fmla="*/ 27432 h 27432"/>
              <a:gd name="connsiteX12" fmla="*/ 930554 w 3931920"/>
              <a:gd name="connsiteY12" fmla="*/ 27432 h 27432"/>
              <a:gd name="connsiteX13" fmla="*/ 0 w 3931920"/>
              <a:gd name="connsiteY13" fmla="*/ 27432 h 27432"/>
              <a:gd name="connsiteX14" fmla="*/ 0 w 3931920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5B399"/>
          </a:solidFill>
          <a:ln w="38100" cap="rnd">
            <a:solidFill>
              <a:srgbClr val="E5B39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D7FC-176D-B898-C622-E503B972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Task 3: Presentations - DUE TODAY</a:t>
            </a:r>
          </a:p>
          <a:p>
            <a:endParaRPr lang="en-US" dirty="0"/>
          </a:p>
          <a:p>
            <a:r>
              <a:rPr lang="en-US" dirty="0"/>
              <a:t>+ complete table as listening.</a:t>
            </a:r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EDE161DE-AC56-B92C-DAD0-35C65DB9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0852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E6A207B-97BE-4DE3-B7BA-6EB713664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3D224-3E5B-305E-E44A-33D1F295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016" y="640080"/>
            <a:ext cx="3432048" cy="1714065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STI Presentations:</a:t>
            </a:r>
            <a:br>
              <a:rPr lang="en-US" dirty="0"/>
            </a:br>
            <a:r>
              <a:rPr lang="en-US" sz="5400" dirty="0"/>
              <a:t>(pg. </a:t>
            </a:r>
            <a:r>
              <a:rPr lang="en-US" dirty="0"/>
              <a:t>26-27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6" y="2529151"/>
            <a:ext cx="3376602" cy="18288"/>
          </a:xfrm>
          <a:custGeom>
            <a:avLst/>
            <a:gdLst>
              <a:gd name="connsiteX0" fmla="*/ 0 w 3376602"/>
              <a:gd name="connsiteY0" fmla="*/ 0 h 18288"/>
              <a:gd name="connsiteX1" fmla="*/ 641554 w 3376602"/>
              <a:gd name="connsiteY1" fmla="*/ 0 h 18288"/>
              <a:gd name="connsiteX2" fmla="*/ 1316875 w 3376602"/>
              <a:gd name="connsiteY2" fmla="*/ 0 h 18288"/>
              <a:gd name="connsiteX3" fmla="*/ 2025961 w 3376602"/>
              <a:gd name="connsiteY3" fmla="*/ 0 h 18288"/>
              <a:gd name="connsiteX4" fmla="*/ 2735048 w 3376602"/>
              <a:gd name="connsiteY4" fmla="*/ 0 h 18288"/>
              <a:gd name="connsiteX5" fmla="*/ 3376602 w 3376602"/>
              <a:gd name="connsiteY5" fmla="*/ 0 h 18288"/>
              <a:gd name="connsiteX6" fmla="*/ 3376602 w 3376602"/>
              <a:gd name="connsiteY6" fmla="*/ 18288 h 18288"/>
              <a:gd name="connsiteX7" fmla="*/ 2633750 w 3376602"/>
              <a:gd name="connsiteY7" fmla="*/ 18288 h 18288"/>
              <a:gd name="connsiteX8" fmla="*/ 1890897 w 3376602"/>
              <a:gd name="connsiteY8" fmla="*/ 18288 h 18288"/>
              <a:gd name="connsiteX9" fmla="*/ 1215577 w 3376602"/>
              <a:gd name="connsiteY9" fmla="*/ 18288 h 18288"/>
              <a:gd name="connsiteX10" fmla="*/ 0 w 3376602"/>
              <a:gd name="connsiteY10" fmla="*/ 18288 h 18288"/>
              <a:gd name="connsiteX11" fmla="*/ 0 w 337660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76602" h="18288" fill="none" extrusionOk="0">
                <a:moveTo>
                  <a:pt x="0" y="0"/>
                </a:moveTo>
                <a:cubicBezTo>
                  <a:pt x="154337" y="-26787"/>
                  <a:pt x="393692" y="25344"/>
                  <a:pt x="641554" y="0"/>
                </a:cubicBezTo>
                <a:cubicBezTo>
                  <a:pt x="889416" y="-25344"/>
                  <a:pt x="1078313" y="12271"/>
                  <a:pt x="1316875" y="0"/>
                </a:cubicBezTo>
                <a:cubicBezTo>
                  <a:pt x="1555437" y="-12271"/>
                  <a:pt x="1698513" y="30110"/>
                  <a:pt x="2025961" y="0"/>
                </a:cubicBezTo>
                <a:cubicBezTo>
                  <a:pt x="2353409" y="-30110"/>
                  <a:pt x="2474986" y="1722"/>
                  <a:pt x="2735048" y="0"/>
                </a:cubicBezTo>
                <a:cubicBezTo>
                  <a:pt x="2995110" y="-1722"/>
                  <a:pt x="3097437" y="28961"/>
                  <a:pt x="3376602" y="0"/>
                </a:cubicBezTo>
                <a:cubicBezTo>
                  <a:pt x="3375893" y="8157"/>
                  <a:pt x="3376189" y="12125"/>
                  <a:pt x="3376602" y="18288"/>
                </a:cubicBezTo>
                <a:cubicBezTo>
                  <a:pt x="3037458" y="40377"/>
                  <a:pt x="2857195" y="34928"/>
                  <a:pt x="2633750" y="18288"/>
                </a:cubicBezTo>
                <a:cubicBezTo>
                  <a:pt x="2410305" y="1648"/>
                  <a:pt x="2066994" y="17360"/>
                  <a:pt x="1890897" y="18288"/>
                </a:cubicBezTo>
                <a:cubicBezTo>
                  <a:pt x="1714800" y="19216"/>
                  <a:pt x="1521080" y="47858"/>
                  <a:pt x="1215577" y="18288"/>
                </a:cubicBezTo>
                <a:cubicBezTo>
                  <a:pt x="910074" y="-11282"/>
                  <a:pt x="278912" y="6176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376602" h="18288" stroke="0" extrusionOk="0">
                <a:moveTo>
                  <a:pt x="0" y="0"/>
                </a:moveTo>
                <a:cubicBezTo>
                  <a:pt x="304565" y="-9016"/>
                  <a:pt x="402571" y="29762"/>
                  <a:pt x="641554" y="0"/>
                </a:cubicBezTo>
                <a:cubicBezTo>
                  <a:pt x="880537" y="-29762"/>
                  <a:pt x="963871" y="-12492"/>
                  <a:pt x="1215577" y="0"/>
                </a:cubicBezTo>
                <a:cubicBezTo>
                  <a:pt x="1467283" y="12492"/>
                  <a:pt x="1723274" y="15353"/>
                  <a:pt x="1958429" y="0"/>
                </a:cubicBezTo>
                <a:cubicBezTo>
                  <a:pt x="2193584" y="-15353"/>
                  <a:pt x="2347125" y="7922"/>
                  <a:pt x="2599984" y="0"/>
                </a:cubicBezTo>
                <a:cubicBezTo>
                  <a:pt x="2852843" y="-7922"/>
                  <a:pt x="3186422" y="-30763"/>
                  <a:pt x="3376602" y="0"/>
                </a:cubicBezTo>
                <a:cubicBezTo>
                  <a:pt x="3376338" y="4493"/>
                  <a:pt x="3376986" y="9472"/>
                  <a:pt x="3376602" y="18288"/>
                </a:cubicBezTo>
                <a:cubicBezTo>
                  <a:pt x="3080522" y="-5475"/>
                  <a:pt x="3038559" y="47323"/>
                  <a:pt x="2701282" y="18288"/>
                </a:cubicBezTo>
                <a:cubicBezTo>
                  <a:pt x="2364005" y="-10747"/>
                  <a:pt x="2245031" y="49099"/>
                  <a:pt x="1958429" y="18288"/>
                </a:cubicBezTo>
                <a:cubicBezTo>
                  <a:pt x="1671827" y="-12523"/>
                  <a:pt x="1619741" y="31109"/>
                  <a:pt x="1384407" y="18288"/>
                </a:cubicBezTo>
                <a:cubicBezTo>
                  <a:pt x="1149073" y="5467"/>
                  <a:pt x="947712" y="-11758"/>
                  <a:pt x="709086" y="18288"/>
                </a:cubicBezTo>
                <a:cubicBezTo>
                  <a:pt x="470460" y="48334"/>
                  <a:pt x="186882" y="50183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7A59"/>
          </a:solidFill>
          <a:ln w="38100" cap="rnd">
            <a:solidFill>
              <a:srgbClr val="FF7A5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8EE0B30-C013-CF27-6FE1-97EE09030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9016" y="2803470"/>
            <a:ext cx="3432048" cy="3414450"/>
          </a:xfrm>
        </p:spPr>
        <p:txBody>
          <a:bodyPr anchor="t">
            <a:normAutofit/>
          </a:bodyPr>
          <a:lstStyle/>
          <a:p>
            <a:r>
              <a:rPr lang="en-US" sz="2400" dirty="0"/>
              <a:t>Complete the table in your books while listening to other groups present their work. </a:t>
            </a:r>
          </a:p>
          <a:p>
            <a:endParaRPr lang="en-US" sz="2400" dirty="0"/>
          </a:p>
          <a:p>
            <a:r>
              <a:rPr lang="en-US" sz="2400" dirty="0"/>
              <a:t>By the end of the presentations, you will have collected information different types of STI’s.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4" descr="A white rectangular grid with writing on it&#10;&#10;Description automatically generated">
            <a:extLst>
              <a:ext uri="{FF2B5EF4-FFF2-40B4-BE49-F238E27FC236}">
                <a16:creationId xmlns:a16="http://schemas.microsoft.com/office/drawing/2014/main" id="{0D2F9F18-8523-EB70-1A14-C9E648EEA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09" y="1304932"/>
            <a:ext cx="7600951" cy="473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3676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3017</TotalTime>
  <Words>119</Words>
  <Application>Microsoft Macintosh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The Hand Bold</vt:lpstr>
      <vt:lpstr>The Serif Hand Black</vt:lpstr>
      <vt:lpstr>SketchyVTI</vt:lpstr>
      <vt:lpstr>CONTRACEPTION &amp; STI’s</vt:lpstr>
      <vt:lpstr>Today’s Focus</vt:lpstr>
      <vt:lpstr>STI Presentations: (pg. 26-27)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CONTRACEPTION &amp; STI’s</dc:title>
  <dc:creator>HILLMAN Alissa [Willetton Senior High School]</dc:creator>
  <cp:lastModifiedBy>HILLMAN Alissa [Willetton Senior High School]</cp:lastModifiedBy>
  <cp:revision>36</cp:revision>
  <dcterms:created xsi:type="dcterms:W3CDTF">2024-02-21T07:14:50Z</dcterms:created>
  <dcterms:modified xsi:type="dcterms:W3CDTF">2024-03-03T12:19:05Z</dcterms:modified>
</cp:coreProperties>
</file>