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562" r:id="rId2"/>
    <p:sldId id="563" r:id="rId3"/>
    <p:sldId id="354" r:id="rId4"/>
    <p:sldId id="599" r:id="rId5"/>
    <p:sldId id="600" r:id="rId6"/>
    <p:sldId id="602" r:id="rId7"/>
    <p:sldId id="601" r:id="rId8"/>
    <p:sldId id="361" r:id="rId9"/>
    <p:sldId id="362" r:id="rId10"/>
    <p:sldId id="603" r:id="rId11"/>
    <p:sldId id="604" r:id="rId12"/>
    <p:sldId id="60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159C"/>
    <a:srgbClr val="EE69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059800-54A3-A94B-89F8-74BCD7FBF4D8}" v="107" dt="2023-11-06T14:43:09.641"/>
  </p1510:revLst>
</p1510:revInfo>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35" autoAdjust="0"/>
    <p:restoredTop sz="80514" autoAdjust="0"/>
  </p:normalViewPr>
  <p:slideViewPr>
    <p:cSldViewPr snapToGrid="0" snapToObjects="1">
      <p:cViewPr varScale="1">
        <p:scale>
          <a:sx n="88" d="100"/>
          <a:sy n="88" d="100"/>
        </p:scale>
        <p:origin x="648" y="9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18FA4D-4057-764A-92C3-DFA1625E7C7A}" type="doc">
      <dgm:prSet loTypeId="urn:microsoft.com/office/officeart/2005/8/layout/hierarchy3" loCatId="" qsTypeId="urn:microsoft.com/office/officeart/2005/8/quickstyle/simple1" qsCatId="simple" csTypeId="urn:microsoft.com/office/officeart/2005/8/colors/colorful4" csCatId="colorful" phldr="1"/>
      <dgm:spPr/>
      <dgm:t>
        <a:bodyPr/>
        <a:lstStyle/>
        <a:p>
          <a:endParaRPr lang="en-GB"/>
        </a:p>
      </dgm:t>
    </dgm:pt>
    <dgm:pt modelId="{EB62B84C-ED97-5240-9FFE-95404D329462}">
      <dgm:prSet phldrT="[Text]"/>
      <dgm:spPr/>
      <dgm:t>
        <a:bodyPr/>
        <a:lstStyle/>
        <a:p>
          <a:r>
            <a:rPr lang="en-GB" dirty="0"/>
            <a:t>Taking Care of Me</a:t>
          </a:r>
        </a:p>
      </dgm:t>
    </dgm:pt>
    <dgm:pt modelId="{CED16317-6C2B-B043-93A5-16AD52346304}" type="parTrans" cxnId="{FD32FA98-9931-5847-AC48-0E998656E07B}">
      <dgm:prSet/>
      <dgm:spPr/>
      <dgm:t>
        <a:bodyPr/>
        <a:lstStyle/>
        <a:p>
          <a:endParaRPr lang="en-GB"/>
        </a:p>
      </dgm:t>
    </dgm:pt>
    <dgm:pt modelId="{F1460F0B-66D0-C541-A6D8-12B3F734241B}" type="sibTrans" cxnId="{FD32FA98-9931-5847-AC48-0E998656E07B}">
      <dgm:prSet/>
      <dgm:spPr/>
      <dgm:t>
        <a:bodyPr/>
        <a:lstStyle/>
        <a:p>
          <a:endParaRPr lang="en-GB"/>
        </a:p>
      </dgm:t>
    </dgm:pt>
    <dgm:pt modelId="{275D775C-E171-194A-9946-3490E077CC45}">
      <dgm:prSet phldrT="[Text]"/>
      <dgm:spPr/>
      <dgm:t>
        <a:bodyPr/>
        <a:lstStyle/>
        <a:p>
          <a:r>
            <a:rPr lang="en-GB" dirty="0"/>
            <a:t>Taking Care of You</a:t>
          </a:r>
        </a:p>
      </dgm:t>
    </dgm:pt>
    <dgm:pt modelId="{C7A38277-7E03-6C4C-889C-181B6EB90E45}" type="parTrans" cxnId="{6B17FB72-E50C-FC46-90D3-23723132E838}">
      <dgm:prSet/>
      <dgm:spPr/>
      <dgm:t>
        <a:bodyPr/>
        <a:lstStyle/>
        <a:p>
          <a:endParaRPr lang="en-GB"/>
        </a:p>
      </dgm:t>
    </dgm:pt>
    <dgm:pt modelId="{C2D251CA-BECD-EC41-9673-9F30CF034B77}" type="sibTrans" cxnId="{6B17FB72-E50C-FC46-90D3-23723132E838}">
      <dgm:prSet/>
      <dgm:spPr/>
      <dgm:t>
        <a:bodyPr/>
        <a:lstStyle/>
        <a:p>
          <a:endParaRPr lang="en-GB"/>
        </a:p>
      </dgm:t>
    </dgm:pt>
    <dgm:pt modelId="{90375044-F749-B94F-825B-41F3A7689415}">
      <dgm:prSet phldrT="[Text]"/>
      <dgm:spPr/>
      <dgm:t>
        <a:bodyPr/>
        <a:lstStyle/>
        <a:p>
          <a:r>
            <a:rPr lang="en-GB" dirty="0"/>
            <a:t>Having an Equal Say</a:t>
          </a:r>
        </a:p>
      </dgm:t>
    </dgm:pt>
    <dgm:pt modelId="{909D1E7C-1FE8-584A-BC60-3F035B2F1379}" type="parTrans" cxnId="{0813A0D7-7B35-B343-B8E2-0610614F354E}">
      <dgm:prSet/>
      <dgm:spPr/>
      <dgm:t>
        <a:bodyPr/>
        <a:lstStyle/>
        <a:p>
          <a:endParaRPr lang="en-GB"/>
        </a:p>
      </dgm:t>
    </dgm:pt>
    <dgm:pt modelId="{29CAD178-6CBE-8A40-A20D-4430DDFF1F22}" type="sibTrans" cxnId="{0813A0D7-7B35-B343-B8E2-0610614F354E}">
      <dgm:prSet/>
      <dgm:spPr/>
      <dgm:t>
        <a:bodyPr/>
        <a:lstStyle/>
        <a:p>
          <a:endParaRPr lang="en-GB"/>
        </a:p>
      </dgm:t>
    </dgm:pt>
    <dgm:pt modelId="{5FFBA163-9675-EA45-807A-62E22E40F40F}">
      <dgm:prSet phldrT="[Text]"/>
      <dgm:spPr/>
      <dgm:t>
        <a:bodyPr/>
        <a:lstStyle/>
        <a:p>
          <a:r>
            <a:rPr lang="en-GB" dirty="0"/>
            <a:t>Learning As We Go</a:t>
          </a:r>
        </a:p>
      </dgm:t>
    </dgm:pt>
    <dgm:pt modelId="{87AC2B77-4F88-7E40-9376-E21F48099F53}" type="parTrans" cxnId="{92E4303F-3C3E-8B4F-97AA-A6B869407B97}">
      <dgm:prSet/>
      <dgm:spPr/>
      <dgm:t>
        <a:bodyPr/>
        <a:lstStyle/>
        <a:p>
          <a:endParaRPr lang="en-GB"/>
        </a:p>
      </dgm:t>
    </dgm:pt>
    <dgm:pt modelId="{EFC2D9A3-826D-1842-A3D3-E81E37CD2570}" type="sibTrans" cxnId="{92E4303F-3C3E-8B4F-97AA-A6B869407B97}">
      <dgm:prSet/>
      <dgm:spPr/>
      <dgm:t>
        <a:bodyPr/>
        <a:lstStyle/>
        <a:p>
          <a:endParaRPr lang="en-GB"/>
        </a:p>
      </dgm:t>
    </dgm:pt>
    <dgm:pt modelId="{4358B29A-3C18-B246-BB8B-65202CCD170C}">
      <dgm:prSet phldrT="[Text]"/>
      <dgm:spPr/>
      <dgm:t>
        <a:bodyPr/>
        <a:lstStyle/>
        <a:p>
          <a:pPr>
            <a:buFont typeface="Arial" panose="020B0604020202020204" pitchFamily="34" charset="0"/>
            <a:buChar char="•"/>
          </a:pPr>
          <a:r>
            <a:rPr lang="en-GB" dirty="0"/>
            <a:t>Is this what I really want to do?</a:t>
          </a:r>
        </a:p>
      </dgm:t>
    </dgm:pt>
    <dgm:pt modelId="{8E7F3AC0-B7B7-4E41-A790-741ED44F2F3E}" type="parTrans" cxnId="{20AE9727-4B3D-EA45-A8C5-D41D9B8465AF}">
      <dgm:prSet/>
      <dgm:spPr/>
      <dgm:t>
        <a:bodyPr/>
        <a:lstStyle/>
        <a:p>
          <a:endParaRPr lang="en-GB"/>
        </a:p>
      </dgm:t>
    </dgm:pt>
    <dgm:pt modelId="{AE5C6385-6A75-844C-9AE6-34575DC3EC15}" type="sibTrans" cxnId="{20AE9727-4B3D-EA45-A8C5-D41D9B8465AF}">
      <dgm:prSet/>
      <dgm:spPr/>
      <dgm:t>
        <a:bodyPr/>
        <a:lstStyle/>
        <a:p>
          <a:endParaRPr lang="en-GB"/>
        </a:p>
      </dgm:t>
    </dgm:pt>
    <dgm:pt modelId="{01A52C23-A23B-8C4A-8B04-289D29788F29}">
      <dgm:prSet/>
      <dgm:spPr/>
      <dgm:t>
        <a:bodyPr/>
        <a:lstStyle/>
        <a:p>
          <a:r>
            <a:rPr lang="en-GB" dirty="0"/>
            <a:t>Am I physically and emotionally safe?</a:t>
          </a:r>
        </a:p>
      </dgm:t>
    </dgm:pt>
    <dgm:pt modelId="{6B46CDDE-7B9C-5C45-B4E3-DC3EE0891C5E}" type="parTrans" cxnId="{A82B85F4-2D77-0F4D-83EA-37B1B6F5CF66}">
      <dgm:prSet/>
      <dgm:spPr/>
      <dgm:t>
        <a:bodyPr/>
        <a:lstStyle/>
        <a:p>
          <a:endParaRPr lang="en-GB"/>
        </a:p>
      </dgm:t>
    </dgm:pt>
    <dgm:pt modelId="{A6DCA3ED-52AC-D846-8ED1-6799CAB0B8EE}" type="sibTrans" cxnId="{A82B85F4-2D77-0F4D-83EA-37B1B6F5CF66}">
      <dgm:prSet/>
      <dgm:spPr/>
      <dgm:t>
        <a:bodyPr/>
        <a:lstStyle/>
        <a:p>
          <a:endParaRPr lang="en-GB"/>
        </a:p>
      </dgm:t>
    </dgm:pt>
    <dgm:pt modelId="{1416F0A1-852B-934F-B0B6-ED0569B38038}">
      <dgm:prSet/>
      <dgm:spPr/>
      <dgm:t>
        <a:bodyPr/>
        <a:lstStyle/>
        <a:p>
          <a:r>
            <a:rPr lang="en-GB"/>
            <a:t>Is the other person treating me with respect and concern?</a:t>
          </a:r>
          <a:endParaRPr lang="en-GB" dirty="0"/>
        </a:p>
      </dgm:t>
    </dgm:pt>
    <dgm:pt modelId="{AC468AFD-8403-5A41-823A-F76F362461B0}" type="parTrans" cxnId="{5B7CB639-C348-564F-A113-07D3AA998EB5}">
      <dgm:prSet/>
      <dgm:spPr/>
      <dgm:t>
        <a:bodyPr/>
        <a:lstStyle/>
        <a:p>
          <a:endParaRPr lang="en-GB"/>
        </a:p>
      </dgm:t>
    </dgm:pt>
    <dgm:pt modelId="{9824DCFF-0D9B-3242-935F-802DDA1EAA85}" type="sibTrans" cxnId="{5B7CB639-C348-564F-A113-07D3AA998EB5}">
      <dgm:prSet/>
      <dgm:spPr/>
      <dgm:t>
        <a:bodyPr/>
        <a:lstStyle/>
        <a:p>
          <a:endParaRPr lang="en-GB"/>
        </a:p>
      </dgm:t>
    </dgm:pt>
    <dgm:pt modelId="{077B2559-AEA7-9942-A0E1-60F2A01420B0}">
      <dgm:prSet/>
      <dgm:spPr/>
      <dgm:t>
        <a:bodyPr/>
        <a:lstStyle/>
        <a:p>
          <a:r>
            <a:rPr lang="en-GB" dirty="0"/>
            <a:t>How does what I want affect the other person?</a:t>
          </a:r>
        </a:p>
      </dgm:t>
    </dgm:pt>
    <dgm:pt modelId="{39F930E2-4F7E-1D46-B019-47659EF63FF8}" type="parTrans" cxnId="{754C8EFF-8BAE-DF48-B865-9C4FA4ECC263}">
      <dgm:prSet/>
      <dgm:spPr/>
      <dgm:t>
        <a:bodyPr/>
        <a:lstStyle/>
        <a:p>
          <a:endParaRPr lang="en-GB"/>
        </a:p>
      </dgm:t>
    </dgm:pt>
    <dgm:pt modelId="{24E34341-80BE-C049-93FE-3C546C9D61BA}" type="sibTrans" cxnId="{754C8EFF-8BAE-DF48-B865-9C4FA4ECC263}">
      <dgm:prSet/>
      <dgm:spPr/>
      <dgm:t>
        <a:bodyPr/>
        <a:lstStyle/>
        <a:p>
          <a:endParaRPr lang="en-GB"/>
        </a:p>
      </dgm:t>
    </dgm:pt>
    <dgm:pt modelId="{D81DC453-98B1-6C43-82F1-C08E216AFF4B}">
      <dgm:prSet/>
      <dgm:spPr/>
      <dgm:t>
        <a:bodyPr/>
        <a:lstStyle/>
        <a:p>
          <a:r>
            <a:rPr lang="en-GB" dirty="0"/>
            <a:t>How do I know?</a:t>
          </a:r>
        </a:p>
      </dgm:t>
    </dgm:pt>
    <dgm:pt modelId="{E65370D5-2EFC-F748-B59A-58CBAD61A463}" type="parTrans" cxnId="{870328E2-B02F-8340-BE77-5C7F5E37BAD9}">
      <dgm:prSet/>
      <dgm:spPr/>
      <dgm:t>
        <a:bodyPr/>
        <a:lstStyle/>
        <a:p>
          <a:endParaRPr lang="en-GB"/>
        </a:p>
      </dgm:t>
    </dgm:pt>
    <dgm:pt modelId="{CD576964-D4AA-0041-90C8-719F5EAD5EA5}" type="sibTrans" cxnId="{870328E2-B02F-8340-BE77-5C7F5E37BAD9}">
      <dgm:prSet/>
      <dgm:spPr/>
      <dgm:t>
        <a:bodyPr/>
        <a:lstStyle/>
        <a:p>
          <a:endParaRPr lang="en-GB"/>
        </a:p>
      </dgm:t>
    </dgm:pt>
    <dgm:pt modelId="{FD8FB044-41B7-DB4B-995A-D31BA0BC6FB3}">
      <dgm:prSet/>
      <dgm:spPr/>
      <dgm:t>
        <a:bodyPr/>
        <a:lstStyle/>
        <a:p>
          <a:r>
            <a:rPr lang="en-GB" dirty="0"/>
            <a:t>Check that they’re OK with the decision.</a:t>
          </a:r>
        </a:p>
      </dgm:t>
    </dgm:pt>
    <dgm:pt modelId="{63DE0011-2116-5B4F-BD68-4F9F54A2717E}" type="parTrans" cxnId="{BC78E15D-28C4-7C45-89AD-2D515A734AEE}">
      <dgm:prSet/>
      <dgm:spPr/>
      <dgm:t>
        <a:bodyPr/>
        <a:lstStyle/>
        <a:p>
          <a:endParaRPr lang="en-GB"/>
        </a:p>
      </dgm:t>
    </dgm:pt>
    <dgm:pt modelId="{7F43E19E-9501-4242-BA3F-A425159FEA3A}" type="sibTrans" cxnId="{BC78E15D-28C4-7C45-89AD-2D515A734AEE}">
      <dgm:prSet/>
      <dgm:spPr/>
      <dgm:t>
        <a:bodyPr/>
        <a:lstStyle/>
        <a:p>
          <a:endParaRPr lang="en-GB"/>
        </a:p>
      </dgm:t>
    </dgm:pt>
    <dgm:pt modelId="{EC99BE38-15BA-9947-B867-D101389A33FD}">
      <dgm:prSet/>
      <dgm:spPr/>
      <dgm:t>
        <a:bodyPr/>
        <a:lstStyle/>
        <a:p>
          <a:r>
            <a:rPr lang="en-GB" dirty="0"/>
            <a:t>Do we have equal power or is one person getting their way all the time?</a:t>
          </a:r>
        </a:p>
      </dgm:t>
    </dgm:pt>
    <dgm:pt modelId="{400A776E-332C-3447-8D9C-7176F6A78DA9}" type="parTrans" cxnId="{89271657-256A-DF4F-A3C1-09C5E28DE379}">
      <dgm:prSet/>
      <dgm:spPr/>
      <dgm:t>
        <a:bodyPr/>
        <a:lstStyle/>
        <a:p>
          <a:endParaRPr lang="en-GB"/>
        </a:p>
      </dgm:t>
    </dgm:pt>
    <dgm:pt modelId="{C82B2179-494D-4A4E-AC19-D66959AE9104}" type="sibTrans" cxnId="{89271657-256A-DF4F-A3C1-09C5E28DE379}">
      <dgm:prSet/>
      <dgm:spPr/>
      <dgm:t>
        <a:bodyPr/>
        <a:lstStyle/>
        <a:p>
          <a:endParaRPr lang="en-GB"/>
        </a:p>
      </dgm:t>
    </dgm:pt>
    <dgm:pt modelId="{013A2D86-D129-F24D-A1AF-6BFA14CF74A7}">
      <dgm:prSet/>
      <dgm:spPr/>
      <dgm:t>
        <a:bodyPr/>
        <a:lstStyle/>
        <a:p>
          <a:r>
            <a:rPr lang="en-GB" dirty="0"/>
            <a:t>When it comes to sex, a person owns their body &amp; the right to control who has pleasure from it.</a:t>
          </a:r>
        </a:p>
      </dgm:t>
    </dgm:pt>
    <dgm:pt modelId="{E22EB71E-30A5-5046-AB99-DEA0525ED40F}" type="parTrans" cxnId="{ED25622D-F228-794B-81CE-6B4B251EAA87}">
      <dgm:prSet/>
      <dgm:spPr/>
      <dgm:t>
        <a:bodyPr/>
        <a:lstStyle/>
        <a:p>
          <a:endParaRPr lang="en-GB"/>
        </a:p>
      </dgm:t>
    </dgm:pt>
    <dgm:pt modelId="{7D496384-A44E-1543-902F-AFA1E23D5F58}" type="sibTrans" cxnId="{ED25622D-F228-794B-81CE-6B4B251EAA87}">
      <dgm:prSet/>
      <dgm:spPr/>
      <dgm:t>
        <a:bodyPr/>
        <a:lstStyle/>
        <a:p>
          <a:endParaRPr lang="en-GB"/>
        </a:p>
      </dgm:t>
    </dgm:pt>
    <dgm:pt modelId="{E673316B-D184-3742-974B-954251A1D21C}">
      <dgm:prSet/>
      <dgm:spPr/>
      <dgm:t>
        <a:bodyPr/>
        <a:lstStyle/>
        <a:p>
          <a:r>
            <a:rPr lang="en-GB" dirty="0"/>
            <a:t>What would have made the situation better?</a:t>
          </a:r>
        </a:p>
      </dgm:t>
    </dgm:pt>
    <dgm:pt modelId="{FE58FDE1-AD2C-2A4A-BE29-125D6B0ACEAD}" type="parTrans" cxnId="{33513801-82EC-7C4A-9B25-37898CCED0B0}">
      <dgm:prSet/>
      <dgm:spPr/>
      <dgm:t>
        <a:bodyPr/>
        <a:lstStyle/>
        <a:p>
          <a:endParaRPr lang="en-GB"/>
        </a:p>
      </dgm:t>
    </dgm:pt>
    <dgm:pt modelId="{3E3365C1-3A9F-AC41-8CFA-287E2B4D71F2}" type="sibTrans" cxnId="{33513801-82EC-7C4A-9B25-37898CCED0B0}">
      <dgm:prSet/>
      <dgm:spPr/>
      <dgm:t>
        <a:bodyPr/>
        <a:lstStyle/>
        <a:p>
          <a:endParaRPr lang="en-GB"/>
        </a:p>
      </dgm:t>
    </dgm:pt>
    <dgm:pt modelId="{F7429DC5-9832-A347-968B-0E2767B16D20}">
      <dgm:prSet/>
      <dgm:spPr/>
      <dgm:t>
        <a:bodyPr/>
        <a:lstStyle/>
        <a:p>
          <a:r>
            <a:rPr lang="en-GB" dirty="0"/>
            <a:t>What am I doing?</a:t>
          </a:r>
        </a:p>
      </dgm:t>
    </dgm:pt>
    <dgm:pt modelId="{7E53F3F8-03A5-FC4C-A077-800ED93A8AE8}" type="parTrans" cxnId="{97FDDAD9-DE6F-3B45-BD21-9DD8F6BDC759}">
      <dgm:prSet/>
      <dgm:spPr/>
      <dgm:t>
        <a:bodyPr/>
        <a:lstStyle/>
        <a:p>
          <a:endParaRPr lang="en-GB"/>
        </a:p>
      </dgm:t>
    </dgm:pt>
    <dgm:pt modelId="{6D1DA621-31CF-5E46-B067-EB95C6AC43E5}" type="sibTrans" cxnId="{97FDDAD9-DE6F-3B45-BD21-9DD8F6BDC759}">
      <dgm:prSet/>
      <dgm:spPr/>
      <dgm:t>
        <a:bodyPr/>
        <a:lstStyle/>
        <a:p>
          <a:endParaRPr lang="en-GB"/>
        </a:p>
      </dgm:t>
    </dgm:pt>
    <dgm:pt modelId="{10E3F36B-7D55-F449-BFFF-BABE626AEC73}">
      <dgm:prSet/>
      <dgm:spPr/>
      <dgm:t>
        <a:bodyPr/>
        <a:lstStyle/>
        <a:p>
          <a:r>
            <a:rPr lang="en-GB" dirty="0"/>
            <a:t>What am I not doing?</a:t>
          </a:r>
        </a:p>
      </dgm:t>
    </dgm:pt>
    <dgm:pt modelId="{A35A5E20-9E18-9B4B-A4BA-45413FDC8066}" type="parTrans" cxnId="{969F70BF-C1E0-A045-B57D-8A1516CB7A17}">
      <dgm:prSet/>
      <dgm:spPr/>
      <dgm:t>
        <a:bodyPr/>
        <a:lstStyle/>
        <a:p>
          <a:endParaRPr lang="en-GB"/>
        </a:p>
      </dgm:t>
    </dgm:pt>
    <dgm:pt modelId="{210DC83B-6414-9546-A8E8-7B5C0B74F15D}" type="sibTrans" cxnId="{969F70BF-C1E0-A045-B57D-8A1516CB7A17}">
      <dgm:prSet/>
      <dgm:spPr/>
      <dgm:t>
        <a:bodyPr/>
        <a:lstStyle/>
        <a:p>
          <a:endParaRPr lang="en-GB"/>
        </a:p>
      </dgm:t>
    </dgm:pt>
    <dgm:pt modelId="{BF1073A4-25A5-E142-A69A-A17DC8A27186}">
      <dgm:prSet/>
      <dgm:spPr/>
      <dgm:t>
        <a:bodyPr/>
        <a:lstStyle/>
        <a:p>
          <a:r>
            <a:rPr lang="en-GB" dirty="0"/>
            <a:t>What can I learn from this?</a:t>
          </a:r>
        </a:p>
      </dgm:t>
    </dgm:pt>
    <dgm:pt modelId="{3FB658EA-AEE4-EF4D-950B-54FA50FEE8B6}" type="parTrans" cxnId="{ABDD5E0F-B12A-5149-AC25-2EC741561C54}">
      <dgm:prSet/>
      <dgm:spPr/>
      <dgm:t>
        <a:bodyPr/>
        <a:lstStyle/>
        <a:p>
          <a:endParaRPr lang="en-GB"/>
        </a:p>
      </dgm:t>
    </dgm:pt>
    <dgm:pt modelId="{5E8A5EDA-E654-AE4A-BB64-E6C21C0F99E4}" type="sibTrans" cxnId="{ABDD5E0F-B12A-5149-AC25-2EC741561C54}">
      <dgm:prSet/>
      <dgm:spPr/>
      <dgm:t>
        <a:bodyPr/>
        <a:lstStyle/>
        <a:p>
          <a:endParaRPr lang="en-GB"/>
        </a:p>
      </dgm:t>
    </dgm:pt>
    <dgm:pt modelId="{A85CD853-BDC3-DF44-9CF2-39212DBFCF9D}" type="pres">
      <dgm:prSet presAssocID="{CC18FA4D-4057-764A-92C3-DFA1625E7C7A}" presName="diagram" presStyleCnt="0">
        <dgm:presLayoutVars>
          <dgm:chPref val="1"/>
          <dgm:dir/>
          <dgm:animOne val="branch"/>
          <dgm:animLvl val="lvl"/>
          <dgm:resizeHandles/>
        </dgm:presLayoutVars>
      </dgm:prSet>
      <dgm:spPr/>
    </dgm:pt>
    <dgm:pt modelId="{6D27622B-6DDA-AE46-A348-0ADB9BB39028}" type="pres">
      <dgm:prSet presAssocID="{EB62B84C-ED97-5240-9FFE-95404D329462}" presName="root" presStyleCnt="0"/>
      <dgm:spPr/>
    </dgm:pt>
    <dgm:pt modelId="{1AFFCBDF-03D0-3A49-8BEA-450008B82027}" type="pres">
      <dgm:prSet presAssocID="{EB62B84C-ED97-5240-9FFE-95404D329462}" presName="rootComposite" presStyleCnt="0"/>
      <dgm:spPr/>
    </dgm:pt>
    <dgm:pt modelId="{E1897E0D-6C29-A44B-B456-6DA77DB6DE17}" type="pres">
      <dgm:prSet presAssocID="{EB62B84C-ED97-5240-9FFE-95404D329462}" presName="rootText" presStyleLbl="node1" presStyleIdx="0" presStyleCnt="4"/>
      <dgm:spPr/>
    </dgm:pt>
    <dgm:pt modelId="{0574A07A-68D3-7046-AF2F-921397C16E2E}" type="pres">
      <dgm:prSet presAssocID="{EB62B84C-ED97-5240-9FFE-95404D329462}" presName="rootConnector" presStyleLbl="node1" presStyleIdx="0" presStyleCnt="4"/>
      <dgm:spPr/>
    </dgm:pt>
    <dgm:pt modelId="{F03C2D90-D80B-6147-8852-45BBDC100D40}" type="pres">
      <dgm:prSet presAssocID="{EB62B84C-ED97-5240-9FFE-95404D329462}" presName="childShape" presStyleCnt="0"/>
      <dgm:spPr/>
    </dgm:pt>
    <dgm:pt modelId="{A1B5E6B2-B8E2-1D41-BF31-3D0227819A1C}" type="pres">
      <dgm:prSet presAssocID="{8E7F3AC0-B7B7-4E41-A790-741ED44F2F3E}" presName="Name13" presStyleLbl="parChTrans1D2" presStyleIdx="0" presStyleCnt="12"/>
      <dgm:spPr/>
    </dgm:pt>
    <dgm:pt modelId="{BCE243B0-0F24-5A4C-94AB-A2579EF97784}" type="pres">
      <dgm:prSet presAssocID="{4358B29A-3C18-B246-BB8B-65202CCD170C}" presName="childText" presStyleLbl="bgAcc1" presStyleIdx="0" presStyleCnt="12">
        <dgm:presLayoutVars>
          <dgm:bulletEnabled val="1"/>
        </dgm:presLayoutVars>
      </dgm:prSet>
      <dgm:spPr/>
    </dgm:pt>
    <dgm:pt modelId="{5DF260CD-DD81-7941-A121-03343D8FDF70}" type="pres">
      <dgm:prSet presAssocID="{6B46CDDE-7B9C-5C45-B4E3-DC3EE0891C5E}" presName="Name13" presStyleLbl="parChTrans1D2" presStyleIdx="1" presStyleCnt="12"/>
      <dgm:spPr/>
    </dgm:pt>
    <dgm:pt modelId="{4EBA22CD-B8E6-3840-837A-80C601888A96}" type="pres">
      <dgm:prSet presAssocID="{01A52C23-A23B-8C4A-8B04-289D29788F29}" presName="childText" presStyleLbl="bgAcc1" presStyleIdx="1" presStyleCnt="12">
        <dgm:presLayoutVars>
          <dgm:bulletEnabled val="1"/>
        </dgm:presLayoutVars>
      </dgm:prSet>
      <dgm:spPr/>
    </dgm:pt>
    <dgm:pt modelId="{ABE0EBDD-4D1B-2344-8AAC-1DF4BFF02426}" type="pres">
      <dgm:prSet presAssocID="{AC468AFD-8403-5A41-823A-F76F362461B0}" presName="Name13" presStyleLbl="parChTrans1D2" presStyleIdx="2" presStyleCnt="12"/>
      <dgm:spPr/>
    </dgm:pt>
    <dgm:pt modelId="{5127F9B5-42E9-0F41-97F9-39A8B6E107A1}" type="pres">
      <dgm:prSet presAssocID="{1416F0A1-852B-934F-B0B6-ED0569B38038}" presName="childText" presStyleLbl="bgAcc1" presStyleIdx="2" presStyleCnt="12">
        <dgm:presLayoutVars>
          <dgm:bulletEnabled val="1"/>
        </dgm:presLayoutVars>
      </dgm:prSet>
      <dgm:spPr/>
    </dgm:pt>
    <dgm:pt modelId="{F6202826-5BC4-BB40-A4F1-871B5BF9FE08}" type="pres">
      <dgm:prSet presAssocID="{275D775C-E171-194A-9946-3490E077CC45}" presName="root" presStyleCnt="0"/>
      <dgm:spPr/>
    </dgm:pt>
    <dgm:pt modelId="{BD8B4CE3-4A89-2946-A3AA-F341595E9C9B}" type="pres">
      <dgm:prSet presAssocID="{275D775C-E171-194A-9946-3490E077CC45}" presName="rootComposite" presStyleCnt="0"/>
      <dgm:spPr/>
    </dgm:pt>
    <dgm:pt modelId="{476C3335-E7BB-8544-BFC9-C7974E226859}" type="pres">
      <dgm:prSet presAssocID="{275D775C-E171-194A-9946-3490E077CC45}" presName="rootText" presStyleLbl="node1" presStyleIdx="1" presStyleCnt="4"/>
      <dgm:spPr/>
    </dgm:pt>
    <dgm:pt modelId="{DEB6F85E-03F0-C548-A7EB-926061381019}" type="pres">
      <dgm:prSet presAssocID="{275D775C-E171-194A-9946-3490E077CC45}" presName="rootConnector" presStyleLbl="node1" presStyleIdx="1" presStyleCnt="4"/>
      <dgm:spPr/>
    </dgm:pt>
    <dgm:pt modelId="{7BEB423C-A7AB-0041-8F8E-EF6E1F9D2E44}" type="pres">
      <dgm:prSet presAssocID="{275D775C-E171-194A-9946-3490E077CC45}" presName="childShape" presStyleCnt="0"/>
      <dgm:spPr/>
    </dgm:pt>
    <dgm:pt modelId="{36E4653F-B6E4-3B44-90D5-9B57EE9329AB}" type="pres">
      <dgm:prSet presAssocID="{39F930E2-4F7E-1D46-B019-47659EF63FF8}" presName="Name13" presStyleLbl="parChTrans1D2" presStyleIdx="3" presStyleCnt="12"/>
      <dgm:spPr/>
    </dgm:pt>
    <dgm:pt modelId="{D39A3E5E-ECBB-234A-8F4B-45D568AAFAA6}" type="pres">
      <dgm:prSet presAssocID="{077B2559-AEA7-9942-A0E1-60F2A01420B0}" presName="childText" presStyleLbl="bgAcc1" presStyleIdx="3" presStyleCnt="12">
        <dgm:presLayoutVars>
          <dgm:bulletEnabled val="1"/>
        </dgm:presLayoutVars>
      </dgm:prSet>
      <dgm:spPr/>
    </dgm:pt>
    <dgm:pt modelId="{EB7D2648-8BC8-AD43-88FB-EBD29193F199}" type="pres">
      <dgm:prSet presAssocID="{E65370D5-2EFC-F748-B59A-58CBAD61A463}" presName="Name13" presStyleLbl="parChTrans1D2" presStyleIdx="4" presStyleCnt="12"/>
      <dgm:spPr/>
    </dgm:pt>
    <dgm:pt modelId="{2631279A-C507-3940-931D-7E119B555B8F}" type="pres">
      <dgm:prSet presAssocID="{D81DC453-98B1-6C43-82F1-C08E216AFF4B}" presName="childText" presStyleLbl="bgAcc1" presStyleIdx="4" presStyleCnt="12">
        <dgm:presLayoutVars>
          <dgm:bulletEnabled val="1"/>
        </dgm:presLayoutVars>
      </dgm:prSet>
      <dgm:spPr/>
    </dgm:pt>
    <dgm:pt modelId="{5FE40433-C417-3741-9F0D-9AFEF31F279F}" type="pres">
      <dgm:prSet presAssocID="{63DE0011-2116-5B4F-BD68-4F9F54A2717E}" presName="Name13" presStyleLbl="parChTrans1D2" presStyleIdx="5" presStyleCnt="12"/>
      <dgm:spPr/>
    </dgm:pt>
    <dgm:pt modelId="{1C2A064F-BF4B-6444-8D2E-2E4E3345C20B}" type="pres">
      <dgm:prSet presAssocID="{FD8FB044-41B7-DB4B-995A-D31BA0BC6FB3}" presName="childText" presStyleLbl="bgAcc1" presStyleIdx="5" presStyleCnt="12">
        <dgm:presLayoutVars>
          <dgm:bulletEnabled val="1"/>
        </dgm:presLayoutVars>
      </dgm:prSet>
      <dgm:spPr/>
    </dgm:pt>
    <dgm:pt modelId="{D9557E0B-023E-DB47-BDD6-C2D95E223FE7}" type="pres">
      <dgm:prSet presAssocID="{90375044-F749-B94F-825B-41F3A7689415}" presName="root" presStyleCnt="0"/>
      <dgm:spPr/>
    </dgm:pt>
    <dgm:pt modelId="{7E2C33FD-CD6C-E345-81A5-0E0F858F3DF5}" type="pres">
      <dgm:prSet presAssocID="{90375044-F749-B94F-825B-41F3A7689415}" presName="rootComposite" presStyleCnt="0"/>
      <dgm:spPr/>
    </dgm:pt>
    <dgm:pt modelId="{859FA790-19F5-D740-B8E4-C5E87D5B66DB}" type="pres">
      <dgm:prSet presAssocID="{90375044-F749-B94F-825B-41F3A7689415}" presName="rootText" presStyleLbl="node1" presStyleIdx="2" presStyleCnt="4"/>
      <dgm:spPr/>
    </dgm:pt>
    <dgm:pt modelId="{D64BC199-B675-C24C-BAB9-472D766C3203}" type="pres">
      <dgm:prSet presAssocID="{90375044-F749-B94F-825B-41F3A7689415}" presName="rootConnector" presStyleLbl="node1" presStyleIdx="2" presStyleCnt="4"/>
      <dgm:spPr/>
    </dgm:pt>
    <dgm:pt modelId="{CE6212D3-41F4-C94F-8DF9-1F6770B971EC}" type="pres">
      <dgm:prSet presAssocID="{90375044-F749-B94F-825B-41F3A7689415}" presName="childShape" presStyleCnt="0"/>
      <dgm:spPr/>
    </dgm:pt>
    <dgm:pt modelId="{AD76EEC8-2FCD-F246-8A71-64EEC0F16117}" type="pres">
      <dgm:prSet presAssocID="{400A776E-332C-3447-8D9C-7176F6A78DA9}" presName="Name13" presStyleLbl="parChTrans1D2" presStyleIdx="6" presStyleCnt="12"/>
      <dgm:spPr/>
    </dgm:pt>
    <dgm:pt modelId="{F80FEE39-4995-2A41-A710-2D90CB583FDD}" type="pres">
      <dgm:prSet presAssocID="{EC99BE38-15BA-9947-B867-D101389A33FD}" presName="childText" presStyleLbl="bgAcc1" presStyleIdx="6" presStyleCnt="12">
        <dgm:presLayoutVars>
          <dgm:bulletEnabled val="1"/>
        </dgm:presLayoutVars>
      </dgm:prSet>
      <dgm:spPr/>
    </dgm:pt>
    <dgm:pt modelId="{CE55623D-6550-E647-82D1-2A7ECB882776}" type="pres">
      <dgm:prSet presAssocID="{E22EB71E-30A5-5046-AB99-DEA0525ED40F}" presName="Name13" presStyleLbl="parChTrans1D2" presStyleIdx="7" presStyleCnt="12"/>
      <dgm:spPr/>
    </dgm:pt>
    <dgm:pt modelId="{6FFEB29E-8639-AF4A-8CF8-5FEB64ED05CD}" type="pres">
      <dgm:prSet presAssocID="{013A2D86-D129-F24D-A1AF-6BFA14CF74A7}" presName="childText" presStyleLbl="bgAcc1" presStyleIdx="7" presStyleCnt="12">
        <dgm:presLayoutVars>
          <dgm:bulletEnabled val="1"/>
        </dgm:presLayoutVars>
      </dgm:prSet>
      <dgm:spPr/>
    </dgm:pt>
    <dgm:pt modelId="{0327715A-ACAC-1F4F-96C5-DB561BFE8262}" type="pres">
      <dgm:prSet presAssocID="{5FFBA163-9675-EA45-807A-62E22E40F40F}" presName="root" presStyleCnt="0"/>
      <dgm:spPr/>
    </dgm:pt>
    <dgm:pt modelId="{A709678F-E71E-304B-882E-2FD6C22174A3}" type="pres">
      <dgm:prSet presAssocID="{5FFBA163-9675-EA45-807A-62E22E40F40F}" presName="rootComposite" presStyleCnt="0"/>
      <dgm:spPr/>
    </dgm:pt>
    <dgm:pt modelId="{66FBFEE6-5A3E-2546-AB64-871DFFE354DC}" type="pres">
      <dgm:prSet presAssocID="{5FFBA163-9675-EA45-807A-62E22E40F40F}" presName="rootText" presStyleLbl="node1" presStyleIdx="3" presStyleCnt="4"/>
      <dgm:spPr/>
    </dgm:pt>
    <dgm:pt modelId="{A8D588B9-6998-EB44-A1E6-B728C5EE45E0}" type="pres">
      <dgm:prSet presAssocID="{5FFBA163-9675-EA45-807A-62E22E40F40F}" presName="rootConnector" presStyleLbl="node1" presStyleIdx="3" presStyleCnt="4"/>
      <dgm:spPr/>
    </dgm:pt>
    <dgm:pt modelId="{D46E36B3-8A97-AD49-B805-B19391D58E5B}" type="pres">
      <dgm:prSet presAssocID="{5FFBA163-9675-EA45-807A-62E22E40F40F}" presName="childShape" presStyleCnt="0"/>
      <dgm:spPr/>
    </dgm:pt>
    <dgm:pt modelId="{D37B0EA2-DF0D-AA47-9CC8-0CA04A916220}" type="pres">
      <dgm:prSet presAssocID="{FE58FDE1-AD2C-2A4A-BE29-125D6B0ACEAD}" presName="Name13" presStyleLbl="parChTrans1D2" presStyleIdx="8" presStyleCnt="12"/>
      <dgm:spPr/>
    </dgm:pt>
    <dgm:pt modelId="{8506AFCD-1B9D-284E-86C2-EFD1E76B538D}" type="pres">
      <dgm:prSet presAssocID="{E673316B-D184-3742-974B-954251A1D21C}" presName="childText" presStyleLbl="bgAcc1" presStyleIdx="8" presStyleCnt="12">
        <dgm:presLayoutVars>
          <dgm:bulletEnabled val="1"/>
        </dgm:presLayoutVars>
      </dgm:prSet>
      <dgm:spPr/>
    </dgm:pt>
    <dgm:pt modelId="{68F12BBE-EEAC-2540-ADBC-68DF2E5FFE93}" type="pres">
      <dgm:prSet presAssocID="{7E53F3F8-03A5-FC4C-A077-800ED93A8AE8}" presName="Name13" presStyleLbl="parChTrans1D2" presStyleIdx="9" presStyleCnt="12"/>
      <dgm:spPr/>
    </dgm:pt>
    <dgm:pt modelId="{5365B47A-2285-4D47-974C-4AF2EE13C042}" type="pres">
      <dgm:prSet presAssocID="{F7429DC5-9832-A347-968B-0E2767B16D20}" presName="childText" presStyleLbl="bgAcc1" presStyleIdx="9" presStyleCnt="12">
        <dgm:presLayoutVars>
          <dgm:bulletEnabled val="1"/>
        </dgm:presLayoutVars>
      </dgm:prSet>
      <dgm:spPr/>
    </dgm:pt>
    <dgm:pt modelId="{D6C48F0D-4779-8A4A-9075-8956C001D3B6}" type="pres">
      <dgm:prSet presAssocID="{A35A5E20-9E18-9B4B-A4BA-45413FDC8066}" presName="Name13" presStyleLbl="parChTrans1D2" presStyleIdx="10" presStyleCnt="12"/>
      <dgm:spPr/>
    </dgm:pt>
    <dgm:pt modelId="{223D5E0B-44AB-604A-A899-282EC3CAB911}" type="pres">
      <dgm:prSet presAssocID="{10E3F36B-7D55-F449-BFFF-BABE626AEC73}" presName="childText" presStyleLbl="bgAcc1" presStyleIdx="10" presStyleCnt="12">
        <dgm:presLayoutVars>
          <dgm:bulletEnabled val="1"/>
        </dgm:presLayoutVars>
      </dgm:prSet>
      <dgm:spPr/>
    </dgm:pt>
    <dgm:pt modelId="{44B10437-898B-0E49-BB1E-FF30768A1AE4}" type="pres">
      <dgm:prSet presAssocID="{3FB658EA-AEE4-EF4D-950B-54FA50FEE8B6}" presName="Name13" presStyleLbl="parChTrans1D2" presStyleIdx="11" presStyleCnt="12"/>
      <dgm:spPr/>
    </dgm:pt>
    <dgm:pt modelId="{0DCF8C0F-51CE-8041-84A3-7B6702728D25}" type="pres">
      <dgm:prSet presAssocID="{BF1073A4-25A5-E142-A69A-A17DC8A27186}" presName="childText" presStyleLbl="bgAcc1" presStyleIdx="11" presStyleCnt="12">
        <dgm:presLayoutVars>
          <dgm:bulletEnabled val="1"/>
        </dgm:presLayoutVars>
      </dgm:prSet>
      <dgm:spPr/>
    </dgm:pt>
  </dgm:ptLst>
  <dgm:cxnLst>
    <dgm:cxn modelId="{33513801-82EC-7C4A-9B25-37898CCED0B0}" srcId="{5FFBA163-9675-EA45-807A-62E22E40F40F}" destId="{E673316B-D184-3742-974B-954251A1D21C}" srcOrd="0" destOrd="0" parTransId="{FE58FDE1-AD2C-2A4A-BE29-125D6B0ACEAD}" sibTransId="{3E3365C1-3A9F-AC41-8CFA-287E2B4D71F2}"/>
    <dgm:cxn modelId="{73B4B102-6459-2C40-9737-C288F9FF94A0}" type="presOf" srcId="{FD8FB044-41B7-DB4B-995A-D31BA0BC6FB3}" destId="{1C2A064F-BF4B-6444-8D2E-2E4E3345C20B}" srcOrd="0" destOrd="0" presId="urn:microsoft.com/office/officeart/2005/8/layout/hierarchy3"/>
    <dgm:cxn modelId="{E8052A06-6D38-374C-8AC6-6E5D01CDC8A1}" type="presOf" srcId="{8E7F3AC0-B7B7-4E41-A790-741ED44F2F3E}" destId="{A1B5E6B2-B8E2-1D41-BF31-3D0227819A1C}" srcOrd="0" destOrd="0" presId="urn:microsoft.com/office/officeart/2005/8/layout/hierarchy3"/>
    <dgm:cxn modelId="{D2285E0D-9A47-AF42-9B89-4D7638CEAB79}" type="presOf" srcId="{3FB658EA-AEE4-EF4D-950B-54FA50FEE8B6}" destId="{44B10437-898B-0E49-BB1E-FF30768A1AE4}" srcOrd="0" destOrd="0" presId="urn:microsoft.com/office/officeart/2005/8/layout/hierarchy3"/>
    <dgm:cxn modelId="{ABDD5E0F-B12A-5149-AC25-2EC741561C54}" srcId="{5FFBA163-9675-EA45-807A-62E22E40F40F}" destId="{BF1073A4-25A5-E142-A69A-A17DC8A27186}" srcOrd="3" destOrd="0" parTransId="{3FB658EA-AEE4-EF4D-950B-54FA50FEE8B6}" sibTransId="{5E8A5EDA-E654-AE4A-BB64-E6C21C0F99E4}"/>
    <dgm:cxn modelId="{6DD21B14-5155-7345-96B3-791A0A4844E5}" type="presOf" srcId="{CC18FA4D-4057-764A-92C3-DFA1625E7C7A}" destId="{A85CD853-BDC3-DF44-9CF2-39212DBFCF9D}" srcOrd="0" destOrd="0" presId="urn:microsoft.com/office/officeart/2005/8/layout/hierarchy3"/>
    <dgm:cxn modelId="{7D0FB414-C27B-D44C-ABEE-0792F9A01321}" type="presOf" srcId="{077B2559-AEA7-9942-A0E1-60F2A01420B0}" destId="{D39A3E5E-ECBB-234A-8F4B-45D568AAFAA6}" srcOrd="0" destOrd="0" presId="urn:microsoft.com/office/officeart/2005/8/layout/hierarchy3"/>
    <dgm:cxn modelId="{A537C814-A4CA-7A4F-8B31-A4DD554A3D4D}" type="presOf" srcId="{6B46CDDE-7B9C-5C45-B4E3-DC3EE0891C5E}" destId="{5DF260CD-DD81-7941-A121-03343D8FDF70}" srcOrd="0" destOrd="0" presId="urn:microsoft.com/office/officeart/2005/8/layout/hierarchy3"/>
    <dgm:cxn modelId="{5EAC6F22-3F5C-E347-A063-F4B172585148}" type="presOf" srcId="{AC468AFD-8403-5A41-823A-F76F362461B0}" destId="{ABE0EBDD-4D1B-2344-8AAC-1DF4BFF02426}" srcOrd="0" destOrd="0" presId="urn:microsoft.com/office/officeart/2005/8/layout/hierarchy3"/>
    <dgm:cxn modelId="{D92F0D24-4B0C-E440-AE62-9D11EBDEDA3F}" type="presOf" srcId="{5FFBA163-9675-EA45-807A-62E22E40F40F}" destId="{A8D588B9-6998-EB44-A1E6-B728C5EE45E0}" srcOrd="1" destOrd="0" presId="urn:microsoft.com/office/officeart/2005/8/layout/hierarchy3"/>
    <dgm:cxn modelId="{20AE9727-4B3D-EA45-A8C5-D41D9B8465AF}" srcId="{EB62B84C-ED97-5240-9FFE-95404D329462}" destId="{4358B29A-3C18-B246-BB8B-65202CCD170C}" srcOrd="0" destOrd="0" parTransId="{8E7F3AC0-B7B7-4E41-A790-741ED44F2F3E}" sibTransId="{AE5C6385-6A75-844C-9AE6-34575DC3EC15}"/>
    <dgm:cxn modelId="{5F675128-984A-8143-A0A8-01F9DBAA6695}" type="presOf" srcId="{E22EB71E-30A5-5046-AB99-DEA0525ED40F}" destId="{CE55623D-6550-E647-82D1-2A7ECB882776}" srcOrd="0" destOrd="0" presId="urn:microsoft.com/office/officeart/2005/8/layout/hierarchy3"/>
    <dgm:cxn modelId="{EF88002A-60FA-E642-9721-04F16B718F6E}" type="presOf" srcId="{01A52C23-A23B-8C4A-8B04-289D29788F29}" destId="{4EBA22CD-B8E6-3840-837A-80C601888A96}" srcOrd="0" destOrd="0" presId="urn:microsoft.com/office/officeart/2005/8/layout/hierarchy3"/>
    <dgm:cxn modelId="{ED25622D-F228-794B-81CE-6B4B251EAA87}" srcId="{90375044-F749-B94F-825B-41F3A7689415}" destId="{013A2D86-D129-F24D-A1AF-6BFA14CF74A7}" srcOrd="1" destOrd="0" parTransId="{E22EB71E-30A5-5046-AB99-DEA0525ED40F}" sibTransId="{7D496384-A44E-1543-902F-AFA1E23D5F58}"/>
    <dgm:cxn modelId="{10677A31-118B-9D45-A9CD-24C4077C7BC5}" type="presOf" srcId="{FE58FDE1-AD2C-2A4A-BE29-125D6B0ACEAD}" destId="{D37B0EA2-DF0D-AA47-9CC8-0CA04A916220}" srcOrd="0" destOrd="0" presId="urn:microsoft.com/office/officeart/2005/8/layout/hierarchy3"/>
    <dgm:cxn modelId="{B4907933-8207-0E4A-A33C-2B40F02E40C3}" type="presOf" srcId="{63DE0011-2116-5B4F-BD68-4F9F54A2717E}" destId="{5FE40433-C417-3741-9F0D-9AFEF31F279F}" srcOrd="0" destOrd="0" presId="urn:microsoft.com/office/officeart/2005/8/layout/hierarchy3"/>
    <dgm:cxn modelId="{5B7CB639-C348-564F-A113-07D3AA998EB5}" srcId="{EB62B84C-ED97-5240-9FFE-95404D329462}" destId="{1416F0A1-852B-934F-B0B6-ED0569B38038}" srcOrd="2" destOrd="0" parTransId="{AC468AFD-8403-5A41-823A-F76F362461B0}" sibTransId="{9824DCFF-0D9B-3242-935F-802DDA1EAA85}"/>
    <dgm:cxn modelId="{DB0FA43E-16AD-394E-90BC-BCA812D1A5E6}" type="presOf" srcId="{1416F0A1-852B-934F-B0B6-ED0569B38038}" destId="{5127F9B5-42E9-0F41-97F9-39A8B6E107A1}" srcOrd="0" destOrd="0" presId="urn:microsoft.com/office/officeart/2005/8/layout/hierarchy3"/>
    <dgm:cxn modelId="{92E4303F-3C3E-8B4F-97AA-A6B869407B97}" srcId="{CC18FA4D-4057-764A-92C3-DFA1625E7C7A}" destId="{5FFBA163-9675-EA45-807A-62E22E40F40F}" srcOrd="3" destOrd="0" parTransId="{87AC2B77-4F88-7E40-9376-E21F48099F53}" sibTransId="{EFC2D9A3-826D-1842-A3D3-E81E37CD2570}"/>
    <dgm:cxn modelId="{47FD2540-B404-8A4D-8965-6F6E401863AA}" type="presOf" srcId="{39F930E2-4F7E-1D46-B019-47659EF63FF8}" destId="{36E4653F-B6E4-3B44-90D5-9B57EE9329AB}" srcOrd="0" destOrd="0" presId="urn:microsoft.com/office/officeart/2005/8/layout/hierarchy3"/>
    <dgm:cxn modelId="{BC78E15D-28C4-7C45-89AD-2D515A734AEE}" srcId="{275D775C-E171-194A-9946-3490E077CC45}" destId="{FD8FB044-41B7-DB4B-995A-D31BA0BC6FB3}" srcOrd="2" destOrd="0" parTransId="{63DE0011-2116-5B4F-BD68-4F9F54A2717E}" sibTransId="{7F43E19E-9501-4242-BA3F-A425159FEA3A}"/>
    <dgm:cxn modelId="{09AD3545-52DC-DD43-B0F8-9A84F26F94E8}" type="presOf" srcId="{90375044-F749-B94F-825B-41F3A7689415}" destId="{D64BC199-B675-C24C-BAB9-472D766C3203}" srcOrd="1" destOrd="0" presId="urn:microsoft.com/office/officeart/2005/8/layout/hierarchy3"/>
    <dgm:cxn modelId="{41E37C4A-81C9-C047-B091-0683E66E2020}" type="presOf" srcId="{BF1073A4-25A5-E142-A69A-A17DC8A27186}" destId="{0DCF8C0F-51CE-8041-84A3-7B6702728D25}" srcOrd="0" destOrd="0" presId="urn:microsoft.com/office/officeart/2005/8/layout/hierarchy3"/>
    <dgm:cxn modelId="{6B17FB72-E50C-FC46-90D3-23723132E838}" srcId="{CC18FA4D-4057-764A-92C3-DFA1625E7C7A}" destId="{275D775C-E171-194A-9946-3490E077CC45}" srcOrd="1" destOrd="0" parTransId="{C7A38277-7E03-6C4C-889C-181B6EB90E45}" sibTransId="{C2D251CA-BECD-EC41-9673-9F30CF034B77}"/>
    <dgm:cxn modelId="{36149474-BC67-F842-9ECA-1CA21517D53A}" type="presOf" srcId="{EB62B84C-ED97-5240-9FFE-95404D329462}" destId="{E1897E0D-6C29-A44B-B456-6DA77DB6DE17}" srcOrd="0" destOrd="0" presId="urn:microsoft.com/office/officeart/2005/8/layout/hierarchy3"/>
    <dgm:cxn modelId="{89271657-256A-DF4F-A3C1-09C5E28DE379}" srcId="{90375044-F749-B94F-825B-41F3A7689415}" destId="{EC99BE38-15BA-9947-B867-D101389A33FD}" srcOrd="0" destOrd="0" parTransId="{400A776E-332C-3447-8D9C-7176F6A78DA9}" sibTransId="{C82B2179-494D-4A4E-AC19-D66959AE9104}"/>
    <dgm:cxn modelId="{93B2BD78-1088-7B4A-AC38-4090FF9BCE34}" type="presOf" srcId="{400A776E-332C-3447-8D9C-7176F6A78DA9}" destId="{AD76EEC8-2FCD-F246-8A71-64EEC0F16117}" srcOrd="0" destOrd="0" presId="urn:microsoft.com/office/officeart/2005/8/layout/hierarchy3"/>
    <dgm:cxn modelId="{CEF2097D-3526-0940-9FC4-39898CF46FCC}" type="presOf" srcId="{013A2D86-D129-F24D-A1AF-6BFA14CF74A7}" destId="{6FFEB29E-8639-AF4A-8CF8-5FEB64ED05CD}" srcOrd="0" destOrd="0" presId="urn:microsoft.com/office/officeart/2005/8/layout/hierarchy3"/>
    <dgm:cxn modelId="{E2E83E83-0C71-3A4B-81CC-3DA501BEFEDC}" type="presOf" srcId="{7E53F3F8-03A5-FC4C-A077-800ED93A8AE8}" destId="{68F12BBE-EEAC-2540-ADBC-68DF2E5FFE93}" srcOrd="0" destOrd="0" presId="urn:microsoft.com/office/officeart/2005/8/layout/hierarchy3"/>
    <dgm:cxn modelId="{320E308A-0C2A-FD49-8AE9-A3F6692E86CE}" type="presOf" srcId="{EB62B84C-ED97-5240-9FFE-95404D329462}" destId="{0574A07A-68D3-7046-AF2F-921397C16E2E}" srcOrd="1" destOrd="0" presId="urn:microsoft.com/office/officeart/2005/8/layout/hierarchy3"/>
    <dgm:cxn modelId="{5158828F-0023-274A-B109-5DD502BDACA1}" type="presOf" srcId="{E65370D5-2EFC-F748-B59A-58CBAD61A463}" destId="{EB7D2648-8BC8-AD43-88FB-EBD29193F199}" srcOrd="0" destOrd="0" presId="urn:microsoft.com/office/officeart/2005/8/layout/hierarchy3"/>
    <dgm:cxn modelId="{29A28095-BAD9-2D4D-B69D-001F4AC0361C}" type="presOf" srcId="{A35A5E20-9E18-9B4B-A4BA-45413FDC8066}" destId="{D6C48F0D-4779-8A4A-9075-8956C001D3B6}" srcOrd="0" destOrd="0" presId="urn:microsoft.com/office/officeart/2005/8/layout/hierarchy3"/>
    <dgm:cxn modelId="{9F4CF396-62BC-734B-B9A4-333EC627A3CA}" type="presOf" srcId="{90375044-F749-B94F-825B-41F3A7689415}" destId="{859FA790-19F5-D740-B8E4-C5E87D5B66DB}" srcOrd="0" destOrd="0" presId="urn:microsoft.com/office/officeart/2005/8/layout/hierarchy3"/>
    <dgm:cxn modelId="{FD32FA98-9931-5847-AC48-0E998656E07B}" srcId="{CC18FA4D-4057-764A-92C3-DFA1625E7C7A}" destId="{EB62B84C-ED97-5240-9FFE-95404D329462}" srcOrd="0" destOrd="0" parTransId="{CED16317-6C2B-B043-93A5-16AD52346304}" sibTransId="{F1460F0B-66D0-C541-A6D8-12B3F734241B}"/>
    <dgm:cxn modelId="{EABC50A7-6183-DD43-8327-CF354BF7FBD1}" type="presOf" srcId="{D81DC453-98B1-6C43-82F1-C08E216AFF4B}" destId="{2631279A-C507-3940-931D-7E119B555B8F}" srcOrd="0" destOrd="0" presId="urn:microsoft.com/office/officeart/2005/8/layout/hierarchy3"/>
    <dgm:cxn modelId="{912B20AB-7102-EB45-A3B5-4E31D1A5009A}" type="presOf" srcId="{4358B29A-3C18-B246-BB8B-65202CCD170C}" destId="{BCE243B0-0F24-5A4C-94AB-A2579EF97784}" srcOrd="0" destOrd="0" presId="urn:microsoft.com/office/officeart/2005/8/layout/hierarchy3"/>
    <dgm:cxn modelId="{8996BEAC-F0DA-4440-8E28-F7C4E136EEEA}" type="presOf" srcId="{275D775C-E171-194A-9946-3490E077CC45}" destId="{476C3335-E7BB-8544-BFC9-C7974E226859}" srcOrd="0" destOrd="0" presId="urn:microsoft.com/office/officeart/2005/8/layout/hierarchy3"/>
    <dgm:cxn modelId="{113D23AD-6CF4-7F4F-B5F3-6B6DBDA932C8}" type="presOf" srcId="{EC99BE38-15BA-9947-B867-D101389A33FD}" destId="{F80FEE39-4995-2A41-A710-2D90CB583FDD}" srcOrd="0" destOrd="0" presId="urn:microsoft.com/office/officeart/2005/8/layout/hierarchy3"/>
    <dgm:cxn modelId="{969F70BF-C1E0-A045-B57D-8A1516CB7A17}" srcId="{5FFBA163-9675-EA45-807A-62E22E40F40F}" destId="{10E3F36B-7D55-F449-BFFF-BABE626AEC73}" srcOrd="2" destOrd="0" parTransId="{A35A5E20-9E18-9B4B-A4BA-45413FDC8066}" sibTransId="{210DC83B-6414-9546-A8E8-7B5C0B74F15D}"/>
    <dgm:cxn modelId="{C9D50AC7-9A45-CD45-B8DE-9185A3D4763A}" type="presOf" srcId="{F7429DC5-9832-A347-968B-0E2767B16D20}" destId="{5365B47A-2285-4D47-974C-4AF2EE13C042}" srcOrd="0" destOrd="0" presId="urn:microsoft.com/office/officeart/2005/8/layout/hierarchy3"/>
    <dgm:cxn modelId="{F6EBB3CD-FC8E-6045-8036-FE788267151C}" type="presOf" srcId="{E673316B-D184-3742-974B-954251A1D21C}" destId="{8506AFCD-1B9D-284E-86C2-EFD1E76B538D}" srcOrd="0" destOrd="0" presId="urn:microsoft.com/office/officeart/2005/8/layout/hierarchy3"/>
    <dgm:cxn modelId="{0813A0D7-7B35-B343-B8E2-0610614F354E}" srcId="{CC18FA4D-4057-764A-92C3-DFA1625E7C7A}" destId="{90375044-F749-B94F-825B-41F3A7689415}" srcOrd="2" destOrd="0" parTransId="{909D1E7C-1FE8-584A-BC60-3F035B2F1379}" sibTransId="{29CAD178-6CBE-8A40-A20D-4430DDFF1F22}"/>
    <dgm:cxn modelId="{97FDDAD9-DE6F-3B45-BD21-9DD8F6BDC759}" srcId="{5FFBA163-9675-EA45-807A-62E22E40F40F}" destId="{F7429DC5-9832-A347-968B-0E2767B16D20}" srcOrd="1" destOrd="0" parTransId="{7E53F3F8-03A5-FC4C-A077-800ED93A8AE8}" sibTransId="{6D1DA621-31CF-5E46-B067-EB95C6AC43E5}"/>
    <dgm:cxn modelId="{870328E2-B02F-8340-BE77-5C7F5E37BAD9}" srcId="{275D775C-E171-194A-9946-3490E077CC45}" destId="{D81DC453-98B1-6C43-82F1-C08E216AFF4B}" srcOrd="1" destOrd="0" parTransId="{E65370D5-2EFC-F748-B59A-58CBAD61A463}" sibTransId="{CD576964-D4AA-0041-90C8-719F5EAD5EA5}"/>
    <dgm:cxn modelId="{1E1409EC-F0EE-814E-AA51-1488F8DCA468}" type="presOf" srcId="{5FFBA163-9675-EA45-807A-62E22E40F40F}" destId="{66FBFEE6-5A3E-2546-AB64-871DFFE354DC}" srcOrd="0" destOrd="0" presId="urn:microsoft.com/office/officeart/2005/8/layout/hierarchy3"/>
    <dgm:cxn modelId="{EE8606F3-4730-7F4E-9FA2-822E815B46E5}" type="presOf" srcId="{275D775C-E171-194A-9946-3490E077CC45}" destId="{DEB6F85E-03F0-C548-A7EB-926061381019}" srcOrd="1" destOrd="0" presId="urn:microsoft.com/office/officeart/2005/8/layout/hierarchy3"/>
    <dgm:cxn modelId="{27235EF3-CC24-A549-A98E-5906EEFABE61}" type="presOf" srcId="{10E3F36B-7D55-F449-BFFF-BABE626AEC73}" destId="{223D5E0B-44AB-604A-A899-282EC3CAB911}" srcOrd="0" destOrd="0" presId="urn:microsoft.com/office/officeart/2005/8/layout/hierarchy3"/>
    <dgm:cxn modelId="{A82B85F4-2D77-0F4D-83EA-37B1B6F5CF66}" srcId="{EB62B84C-ED97-5240-9FFE-95404D329462}" destId="{01A52C23-A23B-8C4A-8B04-289D29788F29}" srcOrd="1" destOrd="0" parTransId="{6B46CDDE-7B9C-5C45-B4E3-DC3EE0891C5E}" sibTransId="{A6DCA3ED-52AC-D846-8ED1-6799CAB0B8EE}"/>
    <dgm:cxn modelId="{754C8EFF-8BAE-DF48-B865-9C4FA4ECC263}" srcId="{275D775C-E171-194A-9946-3490E077CC45}" destId="{077B2559-AEA7-9942-A0E1-60F2A01420B0}" srcOrd="0" destOrd="0" parTransId="{39F930E2-4F7E-1D46-B019-47659EF63FF8}" sibTransId="{24E34341-80BE-C049-93FE-3C546C9D61BA}"/>
    <dgm:cxn modelId="{2384B414-3499-3A4A-A5BC-DC2707CDC7D8}" type="presParOf" srcId="{A85CD853-BDC3-DF44-9CF2-39212DBFCF9D}" destId="{6D27622B-6DDA-AE46-A348-0ADB9BB39028}" srcOrd="0" destOrd="0" presId="urn:microsoft.com/office/officeart/2005/8/layout/hierarchy3"/>
    <dgm:cxn modelId="{28E3B712-869A-174D-AFFB-0264E19A2A6B}" type="presParOf" srcId="{6D27622B-6DDA-AE46-A348-0ADB9BB39028}" destId="{1AFFCBDF-03D0-3A49-8BEA-450008B82027}" srcOrd="0" destOrd="0" presId="urn:microsoft.com/office/officeart/2005/8/layout/hierarchy3"/>
    <dgm:cxn modelId="{245E17D7-1585-484A-AD9F-EF1A1BBE9CB2}" type="presParOf" srcId="{1AFFCBDF-03D0-3A49-8BEA-450008B82027}" destId="{E1897E0D-6C29-A44B-B456-6DA77DB6DE17}" srcOrd="0" destOrd="0" presId="urn:microsoft.com/office/officeart/2005/8/layout/hierarchy3"/>
    <dgm:cxn modelId="{D0A4D6F3-3C34-E145-9E6D-A917B9183704}" type="presParOf" srcId="{1AFFCBDF-03D0-3A49-8BEA-450008B82027}" destId="{0574A07A-68D3-7046-AF2F-921397C16E2E}" srcOrd="1" destOrd="0" presId="urn:microsoft.com/office/officeart/2005/8/layout/hierarchy3"/>
    <dgm:cxn modelId="{69E82D55-2EA3-AF40-9304-DBCBD7564C6C}" type="presParOf" srcId="{6D27622B-6DDA-AE46-A348-0ADB9BB39028}" destId="{F03C2D90-D80B-6147-8852-45BBDC100D40}" srcOrd="1" destOrd="0" presId="urn:microsoft.com/office/officeart/2005/8/layout/hierarchy3"/>
    <dgm:cxn modelId="{A8896B70-A7E8-6C4B-AD64-ACDDC902C819}" type="presParOf" srcId="{F03C2D90-D80B-6147-8852-45BBDC100D40}" destId="{A1B5E6B2-B8E2-1D41-BF31-3D0227819A1C}" srcOrd="0" destOrd="0" presId="urn:microsoft.com/office/officeart/2005/8/layout/hierarchy3"/>
    <dgm:cxn modelId="{21B0F945-0B2F-0742-B032-EE6DFCF26BDB}" type="presParOf" srcId="{F03C2D90-D80B-6147-8852-45BBDC100D40}" destId="{BCE243B0-0F24-5A4C-94AB-A2579EF97784}" srcOrd="1" destOrd="0" presId="urn:microsoft.com/office/officeart/2005/8/layout/hierarchy3"/>
    <dgm:cxn modelId="{3FB96D2A-976B-884E-B67C-362B5A156C6A}" type="presParOf" srcId="{F03C2D90-D80B-6147-8852-45BBDC100D40}" destId="{5DF260CD-DD81-7941-A121-03343D8FDF70}" srcOrd="2" destOrd="0" presId="urn:microsoft.com/office/officeart/2005/8/layout/hierarchy3"/>
    <dgm:cxn modelId="{EF296B65-6901-A64D-8228-B03DC1A9FCCF}" type="presParOf" srcId="{F03C2D90-D80B-6147-8852-45BBDC100D40}" destId="{4EBA22CD-B8E6-3840-837A-80C601888A96}" srcOrd="3" destOrd="0" presId="urn:microsoft.com/office/officeart/2005/8/layout/hierarchy3"/>
    <dgm:cxn modelId="{9EE32F73-8DC8-6444-B15C-6EA36E5A4EAF}" type="presParOf" srcId="{F03C2D90-D80B-6147-8852-45BBDC100D40}" destId="{ABE0EBDD-4D1B-2344-8AAC-1DF4BFF02426}" srcOrd="4" destOrd="0" presId="urn:microsoft.com/office/officeart/2005/8/layout/hierarchy3"/>
    <dgm:cxn modelId="{9193E586-56F4-A348-989B-25898BCED271}" type="presParOf" srcId="{F03C2D90-D80B-6147-8852-45BBDC100D40}" destId="{5127F9B5-42E9-0F41-97F9-39A8B6E107A1}" srcOrd="5" destOrd="0" presId="urn:microsoft.com/office/officeart/2005/8/layout/hierarchy3"/>
    <dgm:cxn modelId="{5EDA4533-9535-744D-B5EB-22A5EB7832F4}" type="presParOf" srcId="{A85CD853-BDC3-DF44-9CF2-39212DBFCF9D}" destId="{F6202826-5BC4-BB40-A4F1-871B5BF9FE08}" srcOrd="1" destOrd="0" presId="urn:microsoft.com/office/officeart/2005/8/layout/hierarchy3"/>
    <dgm:cxn modelId="{4C1C21FC-16B5-D74B-A287-EF3675997A3B}" type="presParOf" srcId="{F6202826-5BC4-BB40-A4F1-871B5BF9FE08}" destId="{BD8B4CE3-4A89-2946-A3AA-F341595E9C9B}" srcOrd="0" destOrd="0" presId="urn:microsoft.com/office/officeart/2005/8/layout/hierarchy3"/>
    <dgm:cxn modelId="{470CB913-2F83-DC47-87C7-F6E1778255DB}" type="presParOf" srcId="{BD8B4CE3-4A89-2946-A3AA-F341595E9C9B}" destId="{476C3335-E7BB-8544-BFC9-C7974E226859}" srcOrd="0" destOrd="0" presId="urn:microsoft.com/office/officeart/2005/8/layout/hierarchy3"/>
    <dgm:cxn modelId="{23A7C97D-7A44-EF46-92BA-05E5DD9904B7}" type="presParOf" srcId="{BD8B4CE3-4A89-2946-A3AA-F341595E9C9B}" destId="{DEB6F85E-03F0-C548-A7EB-926061381019}" srcOrd="1" destOrd="0" presId="urn:microsoft.com/office/officeart/2005/8/layout/hierarchy3"/>
    <dgm:cxn modelId="{02435D78-8C5F-9043-8B8C-56516C3F53EA}" type="presParOf" srcId="{F6202826-5BC4-BB40-A4F1-871B5BF9FE08}" destId="{7BEB423C-A7AB-0041-8F8E-EF6E1F9D2E44}" srcOrd="1" destOrd="0" presId="urn:microsoft.com/office/officeart/2005/8/layout/hierarchy3"/>
    <dgm:cxn modelId="{016200FD-0AAA-B54A-83A1-E67E74DD26D7}" type="presParOf" srcId="{7BEB423C-A7AB-0041-8F8E-EF6E1F9D2E44}" destId="{36E4653F-B6E4-3B44-90D5-9B57EE9329AB}" srcOrd="0" destOrd="0" presId="urn:microsoft.com/office/officeart/2005/8/layout/hierarchy3"/>
    <dgm:cxn modelId="{070525A4-9F52-6E4E-975A-0630596FB0EB}" type="presParOf" srcId="{7BEB423C-A7AB-0041-8F8E-EF6E1F9D2E44}" destId="{D39A3E5E-ECBB-234A-8F4B-45D568AAFAA6}" srcOrd="1" destOrd="0" presId="urn:microsoft.com/office/officeart/2005/8/layout/hierarchy3"/>
    <dgm:cxn modelId="{52530D08-5B29-5F4B-B25A-52132658D5CA}" type="presParOf" srcId="{7BEB423C-A7AB-0041-8F8E-EF6E1F9D2E44}" destId="{EB7D2648-8BC8-AD43-88FB-EBD29193F199}" srcOrd="2" destOrd="0" presId="urn:microsoft.com/office/officeart/2005/8/layout/hierarchy3"/>
    <dgm:cxn modelId="{CA30F8AD-025C-C64F-9493-A9087EDACB98}" type="presParOf" srcId="{7BEB423C-A7AB-0041-8F8E-EF6E1F9D2E44}" destId="{2631279A-C507-3940-931D-7E119B555B8F}" srcOrd="3" destOrd="0" presId="urn:microsoft.com/office/officeart/2005/8/layout/hierarchy3"/>
    <dgm:cxn modelId="{DC47E74A-3686-7741-A7C9-B6D5AF6661F5}" type="presParOf" srcId="{7BEB423C-A7AB-0041-8F8E-EF6E1F9D2E44}" destId="{5FE40433-C417-3741-9F0D-9AFEF31F279F}" srcOrd="4" destOrd="0" presId="urn:microsoft.com/office/officeart/2005/8/layout/hierarchy3"/>
    <dgm:cxn modelId="{6C0284FD-489E-E94E-9F9C-61957FFA7F44}" type="presParOf" srcId="{7BEB423C-A7AB-0041-8F8E-EF6E1F9D2E44}" destId="{1C2A064F-BF4B-6444-8D2E-2E4E3345C20B}" srcOrd="5" destOrd="0" presId="urn:microsoft.com/office/officeart/2005/8/layout/hierarchy3"/>
    <dgm:cxn modelId="{76339FC8-DC7E-7E4F-8EFB-E5C373CB90BA}" type="presParOf" srcId="{A85CD853-BDC3-DF44-9CF2-39212DBFCF9D}" destId="{D9557E0B-023E-DB47-BDD6-C2D95E223FE7}" srcOrd="2" destOrd="0" presId="urn:microsoft.com/office/officeart/2005/8/layout/hierarchy3"/>
    <dgm:cxn modelId="{12F8FB9E-9DBE-574D-B024-140947962172}" type="presParOf" srcId="{D9557E0B-023E-DB47-BDD6-C2D95E223FE7}" destId="{7E2C33FD-CD6C-E345-81A5-0E0F858F3DF5}" srcOrd="0" destOrd="0" presId="urn:microsoft.com/office/officeart/2005/8/layout/hierarchy3"/>
    <dgm:cxn modelId="{EE9838BC-45C7-6D40-BF1B-BFC2E815C05F}" type="presParOf" srcId="{7E2C33FD-CD6C-E345-81A5-0E0F858F3DF5}" destId="{859FA790-19F5-D740-B8E4-C5E87D5B66DB}" srcOrd="0" destOrd="0" presId="urn:microsoft.com/office/officeart/2005/8/layout/hierarchy3"/>
    <dgm:cxn modelId="{44E6BEE5-43F7-6B40-AD8C-F60EFCB7EB05}" type="presParOf" srcId="{7E2C33FD-CD6C-E345-81A5-0E0F858F3DF5}" destId="{D64BC199-B675-C24C-BAB9-472D766C3203}" srcOrd="1" destOrd="0" presId="urn:microsoft.com/office/officeart/2005/8/layout/hierarchy3"/>
    <dgm:cxn modelId="{62A9607A-EBC2-F445-A7D7-0E952AB5D436}" type="presParOf" srcId="{D9557E0B-023E-DB47-BDD6-C2D95E223FE7}" destId="{CE6212D3-41F4-C94F-8DF9-1F6770B971EC}" srcOrd="1" destOrd="0" presId="urn:microsoft.com/office/officeart/2005/8/layout/hierarchy3"/>
    <dgm:cxn modelId="{0BC2922D-EBE2-4245-B1A6-BE9F86E49836}" type="presParOf" srcId="{CE6212D3-41F4-C94F-8DF9-1F6770B971EC}" destId="{AD76EEC8-2FCD-F246-8A71-64EEC0F16117}" srcOrd="0" destOrd="0" presId="urn:microsoft.com/office/officeart/2005/8/layout/hierarchy3"/>
    <dgm:cxn modelId="{43D8D456-6B85-1440-B71F-68F6E4579887}" type="presParOf" srcId="{CE6212D3-41F4-C94F-8DF9-1F6770B971EC}" destId="{F80FEE39-4995-2A41-A710-2D90CB583FDD}" srcOrd="1" destOrd="0" presId="urn:microsoft.com/office/officeart/2005/8/layout/hierarchy3"/>
    <dgm:cxn modelId="{51468E82-A30C-1F44-804B-1A90DFDDAB56}" type="presParOf" srcId="{CE6212D3-41F4-C94F-8DF9-1F6770B971EC}" destId="{CE55623D-6550-E647-82D1-2A7ECB882776}" srcOrd="2" destOrd="0" presId="urn:microsoft.com/office/officeart/2005/8/layout/hierarchy3"/>
    <dgm:cxn modelId="{40964CE0-B959-8C4E-ACF8-8E4BB0313D2C}" type="presParOf" srcId="{CE6212D3-41F4-C94F-8DF9-1F6770B971EC}" destId="{6FFEB29E-8639-AF4A-8CF8-5FEB64ED05CD}" srcOrd="3" destOrd="0" presId="urn:microsoft.com/office/officeart/2005/8/layout/hierarchy3"/>
    <dgm:cxn modelId="{1B8612A6-6A61-8340-B16F-3028971F79A0}" type="presParOf" srcId="{A85CD853-BDC3-DF44-9CF2-39212DBFCF9D}" destId="{0327715A-ACAC-1F4F-96C5-DB561BFE8262}" srcOrd="3" destOrd="0" presId="urn:microsoft.com/office/officeart/2005/8/layout/hierarchy3"/>
    <dgm:cxn modelId="{F1109405-469B-4045-9265-368F01F826A7}" type="presParOf" srcId="{0327715A-ACAC-1F4F-96C5-DB561BFE8262}" destId="{A709678F-E71E-304B-882E-2FD6C22174A3}" srcOrd="0" destOrd="0" presId="urn:microsoft.com/office/officeart/2005/8/layout/hierarchy3"/>
    <dgm:cxn modelId="{16542B6C-67A6-834F-AE84-0780CE38BA52}" type="presParOf" srcId="{A709678F-E71E-304B-882E-2FD6C22174A3}" destId="{66FBFEE6-5A3E-2546-AB64-871DFFE354DC}" srcOrd="0" destOrd="0" presId="urn:microsoft.com/office/officeart/2005/8/layout/hierarchy3"/>
    <dgm:cxn modelId="{7EEA2544-563F-884C-A9FD-F0E6359AFA79}" type="presParOf" srcId="{A709678F-E71E-304B-882E-2FD6C22174A3}" destId="{A8D588B9-6998-EB44-A1E6-B728C5EE45E0}" srcOrd="1" destOrd="0" presId="urn:microsoft.com/office/officeart/2005/8/layout/hierarchy3"/>
    <dgm:cxn modelId="{7A7E4843-A873-2844-9174-A1975AEC4DCD}" type="presParOf" srcId="{0327715A-ACAC-1F4F-96C5-DB561BFE8262}" destId="{D46E36B3-8A97-AD49-B805-B19391D58E5B}" srcOrd="1" destOrd="0" presId="urn:microsoft.com/office/officeart/2005/8/layout/hierarchy3"/>
    <dgm:cxn modelId="{880D2768-EBE8-814C-B599-9491EB89C309}" type="presParOf" srcId="{D46E36B3-8A97-AD49-B805-B19391D58E5B}" destId="{D37B0EA2-DF0D-AA47-9CC8-0CA04A916220}" srcOrd="0" destOrd="0" presId="urn:microsoft.com/office/officeart/2005/8/layout/hierarchy3"/>
    <dgm:cxn modelId="{D960251B-8777-4148-83DC-9D8D41839807}" type="presParOf" srcId="{D46E36B3-8A97-AD49-B805-B19391D58E5B}" destId="{8506AFCD-1B9D-284E-86C2-EFD1E76B538D}" srcOrd="1" destOrd="0" presId="urn:microsoft.com/office/officeart/2005/8/layout/hierarchy3"/>
    <dgm:cxn modelId="{6DD6D82F-09A0-1842-825D-75EF1536AD2F}" type="presParOf" srcId="{D46E36B3-8A97-AD49-B805-B19391D58E5B}" destId="{68F12BBE-EEAC-2540-ADBC-68DF2E5FFE93}" srcOrd="2" destOrd="0" presId="urn:microsoft.com/office/officeart/2005/8/layout/hierarchy3"/>
    <dgm:cxn modelId="{C07160AC-6AA8-754A-A190-BBD365410138}" type="presParOf" srcId="{D46E36B3-8A97-AD49-B805-B19391D58E5B}" destId="{5365B47A-2285-4D47-974C-4AF2EE13C042}" srcOrd="3" destOrd="0" presId="urn:microsoft.com/office/officeart/2005/8/layout/hierarchy3"/>
    <dgm:cxn modelId="{CE76B734-41BC-1743-8165-E03A631FAD4D}" type="presParOf" srcId="{D46E36B3-8A97-AD49-B805-B19391D58E5B}" destId="{D6C48F0D-4779-8A4A-9075-8956C001D3B6}" srcOrd="4" destOrd="0" presId="urn:microsoft.com/office/officeart/2005/8/layout/hierarchy3"/>
    <dgm:cxn modelId="{E9B3A2BC-FDD1-7C43-8D46-6AC5745CAD0D}" type="presParOf" srcId="{D46E36B3-8A97-AD49-B805-B19391D58E5B}" destId="{223D5E0B-44AB-604A-A899-282EC3CAB911}" srcOrd="5" destOrd="0" presId="urn:microsoft.com/office/officeart/2005/8/layout/hierarchy3"/>
    <dgm:cxn modelId="{486D8F82-3C04-5445-B54A-942D2DB03A51}" type="presParOf" srcId="{D46E36B3-8A97-AD49-B805-B19391D58E5B}" destId="{44B10437-898B-0E49-BB1E-FF30768A1AE4}" srcOrd="6" destOrd="0" presId="urn:microsoft.com/office/officeart/2005/8/layout/hierarchy3"/>
    <dgm:cxn modelId="{55A220EE-6679-4243-8BD1-0B1499FE5946}" type="presParOf" srcId="{D46E36B3-8A97-AD49-B805-B19391D58E5B}" destId="{0DCF8C0F-51CE-8041-84A3-7B6702728D25}" srcOrd="7"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5A1712C-47F2-481F-AF59-390F37D4D9F9}" type="doc">
      <dgm:prSet loTypeId="urn:microsoft.com/office/officeart/2005/8/layout/default" loCatId="list" qsTypeId="urn:microsoft.com/office/officeart/2005/8/quickstyle/simple4" qsCatId="simple" csTypeId="urn:microsoft.com/office/officeart/2005/8/colors/colorful1" csCatId="colorful" phldr="1"/>
      <dgm:spPr/>
      <dgm:t>
        <a:bodyPr/>
        <a:lstStyle/>
        <a:p>
          <a:endParaRPr lang="en-US"/>
        </a:p>
      </dgm:t>
    </dgm:pt>
    <dgm:pt modelId="{8A6CA4DC-93FE-478E-97FE-0B6D185EEACD}">
      <dgm:prSet/>
      <dgm:spPr/>
      <dgm:t>
        <a:bodyPr/>
        <a:lstStyle/>
        <a:p>
          <a:r>
            <a:rPr lang="en-AU"/>
            <a:t>What strategies/skills were used to convey a message?</a:t>
          </a:r>
          <a:endParaRPr lang="en-US"/>
        </a:p>
      </dgm:t>
    </dgm:pt>
    <dgm:pt modelId="{2AE014A8-FA6B-4ED9-A6B0-4824B7D6A151}" type="parTrans" cxnId="{BF172ACF-A1FB-4522-B740-C2935D593723}">
      <dgm:prSet/>
      <dgm:spPr/>
      <dgm:t>
        <a:bodyPr/>
        <a:lstStyle/>
        <a:p>
          <a:endParaRPr lang="en-US"/>
        </a:p>
      </dgm:t>
    </dgm:pt>
    <dgm:pt modelId="{F8D45D83-0BD6-4E75-B4F5-CB121E9B5341}" type="sibTrans" cxnId="{BF172ACF-A1FB-4522-B740-C2935D593723}">
      <dgm:prSet/>
      <dgm:spPr/>
      <dgm:t>
        <a:bodyPr/>
        <a:lstStyle/>
        <a:p>
          <a:endParaRPr lang="en-US"/>
        </a:p>
      </dgm:t>
    </dgm:pt>
    <dgm:pt modelId="{2DC05A7F-A8B7-3942-8C86-7A1AA0AC869E}">
      <dgm:prSet/>
      <dgm:spPr/>
      <dgm:t>
        <a:bodyPr/>
        <a:lstStyle/>
        <a:p>
          <a:endParaRPr lang="en-GB"/>
        </a:p>
      </dgm:t>
    </dgm:pt>
    <dgm:pt modelId="{B125C1F5-A03E-6E40-92D4-2B38C55FB921}" type="parTrans" cxnId="{FCFE6BEA-9B32-944B-A0AB-A84E6C3CAA29}">
      <dgm:prSet/>
      <dgm:spPr/>
      <dgm:t>
        <a:bodyPr/>
        <a:lstStyle/>
        <a:p>
          <a:endParaRPr lang="en-GB"/>
        </a:p>
      </dgm:t>
    </dgm:pt>
    <dgm:pt modelId="{2F9CD2E7-E40B-6F4D-8B05-A040F060E396}" type="sibTrans" cxnId="{FCFE6BEA-9B32-944B-A0AB-A84E6C3CAA29}">
      <dgm:prSet/>
      <dgm:spPr/>
      <dgm:t>
        <a:bodyPr/>
        <a:lstStyle/>
        <a:p>
          <a:endParaRPr lang="en-GB"/>
        </a:p>
      </dgm:t>
    </dgm:pt>
    <dgm:pt modelId="{B7DE785E-A3EB-6C46-B0B9-E5A220875ACC}">
      <dgm:prSet/>
      <dgm:spPr/>
      <dgm:t>
        <a:bodyPr/>
        <a:lstStyle/>
        <a:p>
          <a:endParaRPr lang="en-GB"/>
        </a:p>
      </dgm:t>
    </dgm:pt>
    <dgm:pt modelId="{681E7E10-E722-DC42-AFF1-7D98369EE778}" type="parTrans" cxnId="{2642755C-FB41-424D-A56F-ADB04358E591}">
      <dgm:prSet/>
      <dgm:spPr/>
      <dgm:t>
        <a:bodyPr/>
        <a:lstStyle/>
        <a:p>
          <a:endParaRPr lang="en-GB"/>
        </a:p>
      </dgm:t>
    </dgm:pt>
    <dgm:pt modelId="{E9BE65EB-E4E1-C144-91FB-0F1377517BF0}" type="sibTrans" cxnId="{2642755C-FB41-424D-A56F-ADB04358E591}">
      <dgm:prSet/>
      <dgm:spPr/>
      <dgm:t>
        <a:bodyPr/>
        <a:lstStyle/>
        <a:p>
          <a:endParaRPr lang="en-GB"/>
        </a:p>
      </dgm:t>
    </dgm:pt>
    <dgm:pt modelId="{553F4BC9-20B5-C84B-B04D-104B0B2EE703}">
      <dgm:prSet/>
      <dgm:spPr/>
      <dgm:t>
        <a:bodyPr/>
        <a:lstStyle/>
        <a:p>
          <a:endParaRPr lang="en-GB"/>
        </a:p>
      </dgm:t>
    </dgm:pt>
    <dgm:pt modelId="{22CC2061-25F8-7448-BE75-953028E12AE3}" type="parTrans" cxnId="{1EB9D003-CF10-1843-9D04-C57BC051C12B}">
      <dgm:prSet/>
      <dgm:spPr/>
      <dgm:t>
        <a:bodyPr/>
        <a:lstStyle/>
        <a:p>
          <a:endParaRPr lang="en-GB"/>
        </a:p>
      </dgm:t>
    </dgm:pt>
    <dgm:pt modelId="{6A878A01-155D-324C-BE7F-BB2C13D792E8}" type="sibTrans" cxnId="{1EB9D003-CF10-1843-9D04-C57BC051C12B}">
      <dgm:prSet/>
      <dgm:spPr/>
      <dgm:t>
        <a:bodyPr/>
        <a:lstStyle/>
        <a:p>
          <a:endParaRPr lang="en-GB"/>
        </a:p>
      </dgm:t>
    </dgm:pt>
    <dgm:pt modelId="{2FCA5E0C-B9BB-42CE-B5AB-F8F3BE8A4DCC}" type="pres">
      <dgm:prSet presAssocID="{55A1712C-47F2-481F-AF59-390F37D4D9F9}" presName="diagram" presStyleCnt="0">
        <dgm:presLayoutVars>
          <dgm:dir/>
          <dgm:resizeHandles val="exact"/>
        </dgm:presLayoutVars>
      </dgm:prSet>
      <dgm:spPr/>
    </dgm:pt>
    <dgm:pt modelId="{0D0F3B1B-CE85-4565-8A68-3A63E1005223}" type="pres">
      <dgm:prSet presAssocID="{8A6CA4DC-93FE-478E-97FE-0B6D185EEACD}" presName="node" presStyleLbl="node1" presStyleIdx="0" presStyleCnt="4">
        <dgm:presLayoutVars>
          <dgm:bulletEnabled val="1"/>
        </dgm:presLayoutVars>
      </dgm:prSet>
      <dgm:spPr/>
    </dgm:pt>
    <dgm:pt modelId="{A29DDD44-9043-4290-A7D2-F5D07D49787A}" type="pres">
      <dgm:prSet presAssocID="{F8D45D83-0BD6-4E75-B4F5-CB121E9B5341}" presName="sibTrans" presStyleCnt="0"/>
      <dgm:spPr/>
    </dgm:pt>
    <dgm:pt modelId="{026DE290-3579-485B-A0EA-DD4872AAD966}" type="pres">
      <dgm:prSet presAssocID="{2DC05A7F-A8B7-3942-8C86-7A1AA0AC869E}" presName="node" presStyleLbl="node1" presStyleIdx="1" presStyleCnt="4">
        <dgm:presLayoutVars>
          <dgm:bulletEnabled val="1"/>
        </dgm:presLayoutVars>
      </dgm:prSet>
      <dgm:spPr/>
    </dgm:pt>
    <dgm:pt modelId="{2876E70F-09D2-42BB-BDE2-2E4A5538353B}" type="pres">
      <dgm:prSet presAssocID="{2F9CD2E7-E40B-6F4D-8B05-A040F060E396}" presName="sibTrans" presStyleCnt="0"/>
      <dgm:spPr/>
    </dgm:pt>
    <dgm:pt modelId="{79AD6950-3B80-4F07-9758-8464E668E4AA}" type="pres">
      <dgm:prSet presAssocID="{B7DE785E-A3EB-6C46-B0B9-E5A220875ACC}" presName="node" presStyleLbl="node1" presStyleIdx="2" presStyleCnt="4">
        <dgm:presLayoutVars>
          <dgm:bulletEnabled val="1"/>
        </dgm:presLayoutVars>
      </dgm:prSet>
      <dgm:spPr/>
    </dgm:pt>
    <dgm:pt modelId="{D35CAE46-F89D-458F-B28F-8A15BFCF0641}" type="pres">
      <dgm:prSet presAssocID="{E9BE65EB-E4E1-C144-91FB-0F1377517BF0}" presName="sibTrans" presStyleCnt="0"/>
      <dgm:spPr/>
    </dgm:pt>
    <dgm:pt modelId="{2125DA0F-E21C-4340-BB17-DFDD6EBA47CF}" type="pres">
      <dgm:prSet presAssocID="{553F4BC9-20B5-C84B-B04D-104B0B2EE703}" presName="node" presStyleLbl="node1" presStyleIdx="3" presStyleCnt="4">
        <dgm:presLayoutVars>
          <dgm:bulletEnabled val="1"/>
        </dgm:presLayoutVars>
      </dgm:prSet>
      <dgm:spPr/>
    </dgm:pt>
  </dgm:ptLst>
  <dgm:cxnLst>
    <dgm:cxn modelId="{1EB9D003-CF10-1843-9D04-C57BC051C12B}" srcId="{55A1712C-47F2-481F-AF59-390F37D4D9F9}" destId="{553F4BC9-20B5-C84B-B04D-104B0B2EE703}" srcOrd="3" destOrd="0" parTransId="{22CC2061-25F8-7448-BE75-953028E12AE3}" sibTransId="{6A878A01-155D-324C-BE7F-BB2C13D792E8}"/>
    <dgm:cxn modelId="{4DFAFE21-6DC1-438F-8993-C55403EA2A16}" type="presOf" srcId="{553F4BC9-20B5-C84B-B04D-104B0B2EE703}" destId="{2125DA0F-E21C-4340-BB17-DFDD6EBA47CF}" srcOrd="0" destOrd="0" presId="urn:microsoft.com/office/officeart/2005/8/layout/default"/>
    <dgm:cxn modelId="{2642755C-FB41-424D-A56F-ADB04358E591}" srcId="{55A1712C-47F2-481F-AF59-390F37D4D9F9}" destId="{B7DE785E-A3EB-6C46-B0B9-E5A220875ACC}" srcOrd="2" destOrd="0" parTransId="{681E7E10-E722-DC42-AFF1-7D98369EE778}" sibTransId="{E9BE65EB-E4E1-C144-91FB-0F1377517BF0}"/>
    <dgm:cxn modelId="{E3303FA4-2936-4C56-A6DE-9722AB3F336D}" type="presOf" srcId="{2DC05A7F-A8B7-3942-8C86-7A1AA0AC869E}" destId="{026DE290-3579-485B-A0EA-DD4872AAD966}" srcOrd="0" destOrd="0" presId="urn:microsoft.com/office/officeart/2005/8/layout/default"/>
    <dgm:cxn modelId="{454401AE-D1FC-469D-B485-23E6053FB96D}" type="presOf" srcId="{B7DE785E-A3EB-6C46-B0B9-E5A220875ACC}" destId="{79AD6950-3B80-4F07-9758-8464E668E4AA}" srcOrd="0" destOrd="0" presId="urn:microsoft.com/office/officeart/2005/8/layout/default"/>
    <dgm:cxn modelId="{D5910EC4-C007-4034-BE78-A7E3F99883B6}" type="presOf" srcId="{55A1712C-47F2-481F-AF59-390F37D4D9F9}" destId="{2FCA5E0C-B9BB-42CE-B5AB-F8F3BE8A4DCC}" srcOrd="0" destOrd="0" presId="urn:microsoft.com/office/officeart/2005/8/layout/default"/>
    <dgm:cxn modelId="{BF172ACF-A1FB-4522-B740-C2935D593723}" srcId="{55A1712C-47F2-481F-AF59-390F37D4D9F9}" destId="{8A6CA4DC-93FE-478E-97FE-0B6D185EEACD}" srcOrd="0" destOrd="0" parTransId="{2AE014A8-FA6B-4ED9-A6B0-4824B7D6A151}" sibTransId="{F8D45D83-0BD6-4E75-B4F5-CB121E9B5341}"/>
    <dgm:cxn modelId="{B4F1B6E0-0315-4CC4-8015-15E1A9F1467F}" type="presOf" srcId="{8A6CA4DC-93FE-478E-97FE-0B6D185EEACD}" destId="{0D0F3B1B-CE85-4565-8A68-3A63E1005223}" srcOrd="0" destOrd="0" presId="urn:microsoft.com/office/officeart/2005/8/layout/default"/>
    <dgm:cxn modelId="{FCFE6BEA-9B32-944B-A0AB-A84E6C3CAA29}" srcId="{55A1712C-47F2-481F-AF59-390F37D4D9F9}" destId="{2DC05A7F-A8B7-3942-8C86-7A1AA0AC869E}" srcOrd="1" destOrd="0" parTransId="{B125C1F5-A03E-6E40-92D4-2B38C55FB921}" sibTransId="{2F9CD2E7-E40B-6F4D-8B05-A040F060E396}"/>
    <dgm:cxn modelId="{4E7DC1CE-FB3D-479A-B87D-6AE224852486}" type="presParOf" srcId="{2FCA5E0C-B9BB-42CE-B5AB-F8F3BE8A4DCC}" destId="{0D0F3B1B-CE85-4565-8A68-3A63E1005223}" srcOrd="0" destOrd="0" presId="urn:microsoft.com/office/officeart/2005/8/layout/default"/>
    <dgm:cxn modelId="{080885B0-613D-4076-A7A1-62F79934252F}" type="presParOf" srcId="{2FCA5E0C-B9BB-42CE-B5AB-F8F3BE8A4DCC}" destId="{A29DDD44-9043-4290-A7D2-F5D07D49787A}" srcOrd="1" destOrd="0" presId="urn:microsoft.com/office/officeart/2005/8/layout/default"/>
    <dgm:cxn modelId="{6EF490AA-CF67-4D5B-92B5-65FE0D6D5AB8}" type="presParOf" srcId="{2FCA5E0C-B9BB-42CE-B5AB-F8F3BE8A4DCC}" destId="{026DE290-3579-485B-A0EA-DD4872AAD966}" srcOrd="2" destOrd="0" presId="urn:microsoft.com/office/officeart/2005/8/layout/default"/>
    <dgm:cxn modelId="{B538191D-F705-4EEA-B57D-4F133154623E}" type="presParOf" srcId="{2FCA5E0C-B9BB-42CE-B5AB-F8F3BE8A4DCC}" destId="{2876E70F-09D2-42BB-BDE2-2E4A5538353B}" srcOrd="3" destOrd="0" presId="urn:microsoft.com/office/officeart/2005/8/layout/default"/>
    <dgm:cxn modelId="{6F5AB80F-7EB0-4256-A426-DA6F8F8244CD}" type="presParOf" srcId="{2FCA5E0C-B9BB-42CE-B5AB-F8F3BE8A4DCC}" destId="{79AD6950-3B80-4F07-9758-8464E668E4AA}" srcOrd="4" destOrd="0" presId="urn:microsoft.com/office/officeart/2005/8/layout/default"/>
    <dgm:cxn modelId="{8BB71E76-3A3B-40FE-9F1D-1F82DEBA80B3}" type="presParOf" srcId="{2FCA5E0C-B9BB-42CE-B5AB-F8F3BE8A4DCC}" destId="{D35CAE46-F89D-458F-B28F-8A15BFCF0641}" srcOrd="5" destOrd="0" presId="urn:microsoft.com/office/officeart/2005/8/layout/default"/>
    <dgm:cxn modelId="{8113697E-BF1B-40DC-9FDE-365801A0E5E0}" type="presParOf" srcId="{2FCA5E0C-B9BB-42CE-B5AB-F8F3BE8A4DCC}" destId="{2125DA0F-E21C-4340-BB17-DFDD6EBA47CF}"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5A1712C-47F2-481F-AF59-390F37D4D9F9}" type="doc">
      <dgm:prSet loTypeId="urn:microsoft.com/office/officeart/2005/8/layout/default" loCatId="list" qsTypeId="urn:microsoft.com/office/officeart/2005/8/quickstyle/simple4" qsCatId="simple" csTypeId="urn:microsoft.com/office/officeart/2005/8/colors/colorful1" csCatId="colorful" phldr="1"/>
      <dgm:spPr/>
      <dgm:t>
        <a:bodyPr/>
        <a:lstStyle/>
        <a:p>
          <a:endParaRPr lang="en-US"/>
        </a:p>
      </dgm:t>
    </dgm:pt>
    <dgm:pt modelId="{8A6CA4DC-93FE-478E-97FE-0B6D185EEACD}">
      <dgm:prSet/>
      <dgm:spPr/>
      <dgm:t>
        <a:bodyPr/>
        <a:lstStyle/>
        <a:p>
          <a:r>
            <a:rPr lang="en-AU"/>
            <a:t>What strategies/skills were used to convey a message?</a:t>
          </a:r>
          <a:endParaRPr lang="en-US"/>
        </a:p>
      </dgm:t>
    </dgm:pt>
    <dgm:pt modelId="{2AE014A8-FA6B-4ED9-A6B0-4824B7D6A151}" type="parTrans" cxnId="{BF172ACF-A1FB-4522-B740-C2935D593723}">
      <dgm:prSet/>
      <dgm:spPr/>
      <dgm:t>
        <a:bodyPr/>
        <a:lstStyle/>
        <a:p>
          <a:endParaRPr lang="en-US"/>
        </a:p>
      </dgm:t>
    </dgm:pt>
    <dgm:pt modelId="{F8D45D83-0BD6-4E75-B4F5-CB121E9B5341}" type="sibTrans" cxnId="{BF172ACF-A1FB-4522-B740-C2935D593723}">
      <dgm:prSet/>
      <dgm:spPr/>
      <dgm:t>
        <a:bodyPr/>
        <a:lstStyle/>
        <a:p>
          <a:endParaRPr lang="en-US"/>
        </a:p>
      </dgm:t>
    </dgm:pt>
    <dgm:pt modelId="{B7DE785E-A3EB-6C46-B0B9-E5A220875ACC}">
      <dgm:prSet/>
      <dgm:spPr/>
      <dgm:t>
        <a:bodyPr/>
        <a:lstStyle/>
        <a:p>
          <a:endParaRPr lang="en-GB"/>
        </a:p>
      </dgm:t>
    </dgm:pt>
    <dgm:pt modelId="{681E7E10-E722-DC42-AFF1-7D98369EE778}" type="parTrans" cxnId="{2642755C-FB41-424D-A56F-ADB04358E591}">
      <dgm:prSet/>
      <dgm:spPr/>
      <dgm:t>
        <a:bodyPr/>
        <a:lstStyle/>
        <a:p>
          <a:endParaRPr lang="en-GB"/>
        </a:p>
      </dgm:t>
    </dgm:pt>
    <dgm:pt modelId="{E9BE65EB-E4E1-C144-91FB-0F1377517BF0}" type="sibTrans" cxnId="{2642755C-FB41-424D-A56F-ADB04358E591}">
      <dgm:prSet/>
      <dgm:spPr/>
      <dgm:t>
        <a:bodyPr/>
        <a:lstStyle/>
        <a:p>
          <a:endParaRPr lang="en-GB"/>
        </a:p>
      </dgm:t>
    </dgm:pt>
    <dgm:pt modelId="{553F4BC9-20B5-C84B-B04D-104B0B2EE703}">
      <dgm:prSet/>
      <dgm:spPr/>
      <dgm:t>
        <a:bodyPr/>
        <a:lstStyle/>
        <a:p>
          <a:endParaRPr lang="en-GB"/>
        </a:p>
      </dgm:t>
    </dgm:pt>
    <dgm:pt modelId="{22CC2061-25F8-7448-BE75-953028E12AE3}" type="parTrans" cxnId="{1EB9D003-CF10-1843-9D04-C57BC051C12B}">
      <dgm:prSet/>
      <dgm:spPr/>
      <dgm:t>
        <a:bodyPr/>
        <a:lstStyle/>
        <a:p>
          <a:endParaRPr lang="en-GB"/>
        </a:p>
      </dgm:t>
    </dgm:pt>
    <dgm:pt modelId="{6A878A01-155D-324C-BE7F-BB2C13D792E8}" type="sibTrans" cxnId="{1EB9D003-CF10-1843-9D04-C57BC051C12B}">
      <dgm:prSet/>
      <dgm:spPr/>
      <dgm:t>
        <a:bodyPr/>
        <a:lstStyle/>
        <a:p>
          <a:endParaRPr lang="en-GB"/>
        </a:p>
      </dgm:t>
    </dgm:pt>
    <dgm:pt modelId="{0D7B5CDE-323C-4669-A755-5EA9DF52B788}">
      <dgm:prSet/>
      <dgm:spPr/>
      <dgm:t>
        <a:bodyPr/>
        <a:lstStyle/>
        <a:p>
          <a:r>
            <a:rPr lang="en-AU" dirty="0"/>
            <a:t>Why were there/or why could there be mixed messages when communicating like this?</a:t>
          </a:r>
          <a:endParaRPr lang="en-US" dirty="0"/>
        </a:p>
      </dgm:t>
    </dgm:pt>
    <dgm:pt modelId="{81EF5D93-7884-4F30-A4F3-E038F2416B47}" type="parTrans" cxnId="{96FC567A-12DF-4910-8299-5D0EE0AD5CCF}">
      <dgm:prSet/>
      <dgm:spPr/>
      <dgm:t>
        <a:bodyPr/>
        <a:lstStyle/>
        <a:p>
          <a:endParaRPr lang="en-AU"/>
        </a:p>
      </dgm:t>
    </dgm:pt>
    <dgm:pt modelId="{CE908702-16E7-4809-AD8C-694FC074317F}" type="sibTrans" cxnId="{96FC567A-12DF-4910-8299-5D0EE0AD5CCF}">
      <dgm:prSet/>
      <dgm:spPr/>
      <dgm:t>
        <a:bodyPr/>
        <a:lstStyle/>
        <a:p>
          <a:endParaRPr lang="en-AU"/>
        </a:p>
      </dgm:t>
    </dgm:pt>
    <dgm:pt modelId="{2FCA5E0C-B9BB-42CE-B5AB-F8F3BE8A4DCC}" type="pres">
      <dgm:prSet presAssocID="{55A1712C-47F2-481F-AF59-390F37D4D9F9}" presName="diagram" presStyleCnt="0">
        <dgm:presLayoutVars>
          <dgm:dir/>
          <dgm:resizeHandles val="exact"/>
        </dgm:presLayoutVars>
      </dgm:prSet>
      <dgm:spPr/>
    </dgm:pt>
    <dgm:pt modelId="{0D0F3B1B-CE85-4565-8A68-3A63E1005223}" type="pres">
      <dgm:prSet presAssocID="{8A6CA4DC-93FE-478E-97FE-0B6D185EEACD}" presName="node" presStyleLbl="node1" presStyleIdx="0" presStyleCnt="4">
        <dgm:presLayoutVars>
          <dgm:bulletEnabled val="1"/>
        </dgm:presLayoutVars>
      </dgm:prSet>
      <dgm:spPr/>
    </dgm:pt>
    <dgm:pt modelId="{A29DDD44-9043-4290-A7D2-F5D07D49787A}" type="pres">
      <dgm:prSet presAssocID="{F8D45D83-0BD6-4E75-B4F5-CB121E9B5341}" presName="sibTrans" presStyleCnt="0"/>
      <dgm:spPr/>
    </dgm:pt>
    <dgm:pt modelId="{D681FC6D-435F-4D40-86B7-774D6E29BA93}" type="pres">
      <dgm:prSet presAssocID="{0D7B5CDE-323C-4669-A755-5EA9DF52B788}" presName="node" presStyleLbl="node1" presStyleIdx="1" presStyleCnt="4">
        <dgm:presLayoutVars>
          <dgm:bulletEnabled val="1"/>
        </dgm:presLayoutVars>
      </dgm:prSet>
      <dgm:spPr/>
    </dgm:pt>
    <dgm:pt modelId="{4EFBFFE4-E73F-411E-80A3-1DCA61CE9EBD}" type="pres">
      <dgm:prSet presAssocID="{CE908702-16E7-4809-AD8C-694FC074317F}" presName="sibTrans" presStyleCnt="0"/>
      <dgm:spPr/>
    </dgm:pt>
    <dgm:pt modelId="{79AD6950-3B80-4F07-9758-8464E668E4AA}" type="pres">
      <dgm:prSet presAssocID="{B7DE785E-A3EB-6C46-B0B9-E5A220875ACC}" presName="node" presStyleLbl="node1" presStyleIdx="2" presStyleCnt="4">
        <dgm:presLayoutVars>
          <dgm:bulletEnabled val="1"/>
        </dgm:presLayoutVars>
      </dgm:prSet>
      <dgm:spPr/>
    </dgm:pt>
    <dgm:pt modelId="{D35CAE46-F89D-458F-B28F-8A15BFCF0641}" type="pres">
      <dgm:prSet presAssocID="{E9BE65EB-E4E1-C144-91FB-0F1377517BF0}" presName="sibTrans" presStyleCnt="0"/>
      <dgm:spPr/>
    </dgm:pt>
    <dgm:pt modelId="{2125DA0F-E21C-4340-BB17-DFDD6EBA47CF}" type="pres">
      <dgm:prSet presAssocID="{553F4BC9-20B5-C84B-B04D-104B0B2EE703}" presName="node" presStyleLbl="node1" presStyleIdx="3" presStyleCnt="4">
        <dgm:presLayoutVars>
          <dgm:bulletEnabled val="1"/>
        </dgm:presLayoutVars>
      </dgm:prSet>
      <dgm:spPr/>
    </dgm:pt>
  </dgm:ptLst>
  <dgm:cxnLst>
    <dgm:cxn modelId="{1EB9D003-CF10-1843-9D04-C57BC051C12B}" srcId="{55A1712C-47F2-481F-AF59-390F37D4D9F9}" destId="{553F4BC9-20B5-C84B-B04D-104B0B2EE703}" srcOrd="3" destOrd="0" parTransId="{22CC2061-25F8-7448-BE75-953028E12AE3}" sibTransId="{6A878A01-155D-324C-BE7F-BB2C13D792E8}"/>
    <dgm:cxn modelId="{4DFAFE21-6DC1-438F-8993-C55403EA2A16}" type="presOf" srcId="{553F4BC9-20B5-C84B-B04D-104B0B2EE703}" destId="{2125DA0F-E21C-4340-BB17-DFDD6EBA47CF}" srcOrd="0" destOrd="0" presId="urn:microsoft.com/office/officeart/2005/8/layout/default"/>
    <dgm:cxn modelId="{2642755C-FB41-424D-A56F-ADB04358E591}" srcId="{55A1712C-47F2-481F-AF59-390F37D4D9F9}" destId="{B7DE785E-A3EB-6C46-B0B9-E5A220875ACC}" srcOrd="2" destOrd="0" parTransId="{681E7E10-E722-DC42-AFF1-7D98369EE778}" sibTransId="{E9BE65EB-E4E1-C144-91FB-0F1377517BF0}"/>
    <dgm:cxn modelId="{96FC567A-12DF-4910-8299-5D0EE0AD5CCF}" srcId="{55A1712C-47F2-481F-AF59-390F37D4D9F9}" destId="{0D7B5CDE-323C-4669-A755-5EA9DF52B788}" srcOrd="1" destOrd="0" parTransId="{81EF5D93-7884-4F30-A4F3-E038F2416B47}" sibTransId="{CE908702-16E7-4809-AD8C-694FC074317F}"/>
    <dgm:cxn modelId="{8AD3E8A6-A3AC-455D-B18D-2FCF41D6281E}" type="presOf" srcId="{0D7B5CDE-323C-4669-A755-5EA9DF52B788}" destId="{D681FC6D-435F-4D40-86B7-774D6E29BA93}" srcOrd="0" destOrd="0" presId="urn:microsoft.com/office/officeart/2005/8/layout/default"/>
    <dgm:cxn modelId="{454401AE-D1FC-469D-B485-23E6053FB96D}" type="presOf" srcId="{B7DE785E-A3EB-6C46-B0B9-E5A220875ACC}" destId="{79AD6950-3B80-4F07-9758-8464E668E4AA}" srcOrd="0" destOrd="0" presId="urn:microsoft.com/office/officeart/2005/8/layout/default"/>
    <dgm:cxn modelId="{D5910EC4-C007-4034-BE78-A7E3F99883B6}" type="presOf" srcId="{55A1712C-47F2-481F-AF59-390F37D4D9F9}" destId="{2FCA5E0C-B9BB-42CE-B5AB-F8F3BE8A4DCC}" srcOrd="0" destOrd="0" presId="urn:microsoft.com/office/officeart/2005/8/layout/default"/>
    <dgm:cxn modelId="{BF172ACF-A1FB-4522-B740-C2935D593723}" srcId="{55A1712C-47F2-481F-AF59-390F37D4D9F9}" destId="{8A6CA4DC-93FE-478E-97FE-0B6D185EEACD}" srcOrd="0" destOrd="0" parTransId="{2AE014A8-FA6B-4ED9-A6B0-4824B7D6A151}" sibTransId="{F8D45D83-0BD6-4E75-B4F5-CB121E9B5341}"/>
    <dgm:cxn modelId="{B4F1B6E0-0315-4CC4-8015-15E1A9F1467F}" type="presOf" srcId="{8A6CA4DC-93FE-478E-97FE-0B6D185EEACD}" destId="{0D0F3B1B-CE85-4565-8A68-3A63E1005223}" srcOrd="0" destOrd="0" presId="urn:microsoft.com/office/officeart/2005/8/layout/default"/>
    <dgm:cxn modelId="{4E7DC1CE-FB3D-479A-B87D-6AE224852486}" type="presParOf" srcId="{2FCA5E0C-B9BB-42CE-B5AB-F8F3BE8A4DCC}" destId="{0D0F3B1B-CE85-4565-8A68-3A63E1005223}" srcOrd="0" destOrd="0" presId="urn:microsoft.com/office/officeart/2005/8/layout/default"/>
    <dgm:cxn modelId="{080885B0-613D-4076-A7A1-62F79934252F}" type="presParOf" srcId="{2FCA5E0C-B9BB-42CE-B5AB-F8F3BE8A4DCC}" destId="{A29DDD44-9043-4290-A7D2-F5D07D49787A}" srcOrd="1" destOrd="0" presId="urn:microsoft.com/office/officeart/2005/8/layout/default"/>
    <dgm:cxn modelId="{ADB7820A-D1DE-42B3-BE0C-13530EB287BA}" type="presParOf" srcId="{2FCA5E0C-B9BB-42CE-B5AB-F8F3BE8A4DCC}" destId="{D681FC6D-435F-4D40-86B7-774D6E29BA93}" srcOrd="2" destOrd="0" presId="urn:microsoft.com/office/officeart/2005/8/layout/default"/>
    <dgm:cxn modelId="{F1F22D24-A86E-4967-80EC-6843AE3186E2}" type="presParOf" srcId="{2FCA5E0C-B9BB-42CE-B5AB-F8F3BE8A4DCC}" destId="{4EFBFFE4-E73F-411E-80A3-1DCA61CE9EBD}" srcOrd="3" destOrd="0" presId="urn:microsoft.com/office/officeart/2005/8/layout/default"/>
    <dgm:cxn modelId="{6F5AB80F-7EB0-4256-A426-DA6F8F8244CD}" type="presParOf" srcId="{2FCA5E0C-B9BB-42CE-B5AB-F8F3BE8A4DCC}" destId="{79AD6950-3B80-4F07-9758-8464E668E4AA}" srcOrd="4" destOrd="0" presId="urn:microsoft.com/office/officeart/2005/8/layout/default"/>
    <dgm:cxn modelId="{8BB71E76-3A3B-40FE-9F1D-1F82DEBA80B3}" type="presParOf" srcId="{2FCA5E0C-B9BB-42CE-B5AB-F8F3BE8A4DCC}" destId="{D35CAE46-F89D-458F-B28F-8A15BFCF0641}" srcOrd="5" destOrd="0" presId="urn:microsoft.com/office/officeart/2005/8/layout/default"/>
    <dgm:cxn modelId="{8113697E-BF1B-40DC-9FDE-365801A0E5E0}" type="presParOf" srcId="{2FCA5E0C-B9BB-42CE-B5AB-F8F3BE8A4DCC}" destId="{2125DA0F-E21C-4340-BB17-DFDD6EBA47CF}"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5A1712C-47F2-481F-AF59-390F37D4D9F9}" type="doc">
      <dgm:prSet loTypeId="urn:microsoft.com/office/officeart/2005/8/layout/default" loCatId="list" qsTypeId="urn:microsoft.com/office/officeart/2005/8/quickstyle/simple4" qsCatId="simple" csTypeId="urn:microsoft.com/office/officeart/2005/8/colors/colorful1" csCatId="colorful" phldr="1"/>
      <dgm:spPr/>
      <dgm:t>
        <a:bodyPr/>
        <a:lstStyle/>
        <a:p>
          <a:endParaRPr lang="en-US"/>
        </a:p>
      </dgm:t>
    </dgm:pt>
    <dgm:pt modelId="{8A6CA4DC-93FE-478E-97FE-0B6D185EEACD}">
      <dgm:prSet/>
      <dgm:spPr/>
      <dgm:t>
        <a:bodyPr/>
        <a:lstStyle/>
        <a:p>
          <a:r>
            <a:rPr lang="en-AU"/>
            <a:t>What strategies/skills were used to convey a message?</a:t>
          </a:r>
          <a:endParaRPr lang="en-US"/>
        </a:p>
      </dgm:t>
    </dgm:pt>
    <dgm:pt modelId="{2AE014A8-FA6B-4ED9-A6B0-4824B7D6A151}" type="parTrans" cxnId="{BF172ACF-A1FB-4522-B740-C2935D593723}">
      <dgm:prSet/>
      <dgm:spPr/>
      <dgm:t>
        <a:bodyPr/>
        <a:lstStyle/>
        <a:p>
          <a:endParaRPr lang="en-US"/>
        </a:p>
      </dgm:t>
    </dgm:pt>
    <dgm:pt modelId="{F8D45D83-0BD6-4E75-B4F5-CB121E9B5341}" type="sibTrans" cxnId="{BF172ACF-A1FB-4522-B740-C2935D593723}">
      <dgm:prSet/>
      <dgm:spPr/>
      <dgm:t>
        <a:bodyPr/>
        <a:lstStyle/>
        <a:p>
          <a:endParaRPr lang="en-US"/>
        </a:p>
      </dgm:t>
    </dgm:pt>
    <dgm:pt modelId="{B7DE785E-A3EB-6C46-B0B9-E5A220875ACC}">
      <dgm:prSet/>
      <dgm:spPr/>
      <dgm:t>
        <a:bodyPr/>
        <a:lstStyle/>
        <a:p>
          <a:r>
            <a:rPr lang="en-AU" dirty="0"/>
            <a:t>In a sexual negotiation where sexual behaviours may occur, what cues might be used if a person did not want to oblige?</a:t>
          </a:r>
          <a:endParaRPr lang="en-GB" dirty="0"/>
        </a:p>
      </dgm:t>
    </dgm:pt>
    <dgm:pt modelId="{681E7E10-E722-DC42-AFF1-7D98369EE778}" type="parTrans" cxnId="{2642755C-FB41-424D-A56F-ADB04358E591}">
      <dgm:prSet/>
      <dgm:spPr/>
      <dgm:t>
        <a:bodyPr/>
        <a:lstStyle/>
        <a:p>
          <a:endParaRPr lang="en-GB"/>
        </a:p>
      </dgm:t>
    </dgm:pt>
    <dgm:pt modelId="{E9BE65EB-E4E1-C144-91FB-0F1377517BF0}" type="sibTrans" cxnId="{2642755C-FB41-424D-A56F-ADB04358E591}">
      <dgm:prSet/>
      <dgm:spPr/>
      <dgm:t>
        <a:bodyPr/>
        <a:lstStyle/>
        <a:p>
          <a:endParaRPr lang="en-GB"/>
        </a:p>
      </dgm:t>
    </dgm:pt>
    <dgm:pt modelId="{553F4BC9-20B5-C84B-B04D-104B0B2EE703}">
      <dgm:prSet/>
      <dgm:spPr/>
      <dgm:t>
        <a:bodyPr/>
        <a:lstStyle/>
        <a:p>
          <a:endParaRPr lang="en-GB"/>
        </a:p>
      </dgm:t>
    </dgm:pt>
    <dgm:pt modelId="{22CC2061-25F8-7448-BE75-953028E12AE3}" type="parTrans" cxnId="{1EB9D003-CF10-1843-9D04-C57BC051C12B}">
      <dgm:prSet/>
      <dgm:spPr/>
      <dgm:t>
        <a:bodyPr/>
        <a:lstStyle/>
        <a:p>
          <a:endParaRPr lang="en-GB"/>
        </a:p>
      </dgm:t>
    </dgm:pt>
    <dgm:pt modelId="{6A878A01-155D-324C-BE7F-BB2C13D792E8}" type="sibTrans" cxnId="{1EB9D003-CF10-1843-9D04-C57BC051C12B}">
      <dgm:prSet/>
      <dgm:spPr/>
      <dgm:t>
        <a:bodyPr/>
        <a:lstStyle/>
        <a:p>
          <a:endParaRPr lang="en-GB"/>
        </a:p>
      </dgm:t>
    </dgm:pt>
    <dgm:pt modelId="{0D7B5CDE-323C-4669-A755-5EA9DF52B788}">
      <dgm:prSet/>
      <dgm:spPr/>
      <dgm:t>
        <a:bodyPr/>
        <a:lstStyle/>
        <a:p>
          <a:r>
            <a:rPr lang="en-AU"/>
            <a:t>Why were there/or why could there be mixed messages when communicating like this?</a:t>
          </a:r>
          <a:endParaRPr lang="en-US" dirty="0"/>
        </a:p>
      </dgm:t>
    </dgm:pt>
    <dgm:pt modelId="{81EF5D93-7884-4F30-A4F3-E038F2416B47}" type="parTrans" cxnId="{96FC567A-12DF-4910-8299-5D0EE0AD5CCF}">
      <dgm:prSet/>
      <dgm:spPr/>
      <dgm:t>
        <a:bodyPr/>
        <a:lstStyle/>
        <a:p>
          <a:endParaRPr lang="en-AU"/>
        </a:p>
      </dgm:t>
    </dgm:pt>
    <dgm:pt modelId="{CE908702-16E7-4809-AD8C-694FC074317F}" type="sibTrans" cxnId="{96FC567A-12DF-4910-8299-5D0EE0AD5CCF}">
      <dgm:prSet/>
      <dgm:spPr/>
      <dgm:t>
        <a:bodyPr/>
        <a:lstStyle/>
        <a:p>
          <a:endParaRPr lang="en-AU"/>
        </a:p>
      </dgm:t>
    </dgm:pt>
    <dgm:pt modelId="{2FCA5E0C-B9BB-42CE-B5AB-F8F3BE8A4DCC}" type="pres">
      <dgm:prSet presAssocID="{55A1712C-47F2-481F-AF59-390F37D4D9F9}" presName="diagram" presStyleCnt="0">
        <dgm:presLayoutVars>
          <dgm:dir/>
          <dgm:resizeHandles val="exact"/>
        </dgm:presLayoutVars>
      </dgm:prSet>
      <dgm:spPr/>
    </dgm:pt>
    <dgm:pt modelId="{0D0F3B1B-CE85-4565-8A68-3A63E1005223}" type="pres">
      <dgm:prSet presAssocID="{8A6CA4DC-93FE-478E-97FE-0B6D185EEACD}" presName="node" presStyleLbl="node1" presStyleIdx="0" presStyleCnt="4">
        <dgm:presLayoutVars>
          <dgm:bulletEnabled val="1"/>
        </dgm:presLayoutVars>
      </dgm:prSet>
      <dgm:spPr/>
    </dgm:pt>
    <dgm:pt modelId="{A29DDD44-9043-4290-A7D2-F5D07D49787A}" type="pres">
      <dgm:prSet presAssocID="{F8D45D83-0BD6-4E75-B4F5-CB121E9B5341}" presName="sibTrans" presStyleCnt="0"/>
      <dgm:spPr/>
    </dgm:pt>
    <dgm:pt modelId="{D681FC6D-435F-4D40-86B7-774D6E29BA93}" type="pres">
      <dgm:prSet presAssocID="{0D7B5CDE-323C-4669-A755-5EA9DF52B788}" presName="node" presStyleLbl="node1" presStyleIdx="1" presStyleCnt="4">
        <dgm:presLayoutVars>
          <dgm:bulletEnabled val="1"/>
        </dgm:presLayoutVars>
      </dgm:prSet>
      <dgm:spPr/>
    </dgm:pt>
    <dgm:pt modelId="{4EFBFFE4-E73F-411E-80A3-1DCA61CE9EBD}" type="pres">
      <dgm:prSet presAssocID="{CE908702-16E7-4809-AD8C-694FC074317F}" presName="sibTrans" presStyleCnt="0"/>
      <dgm:spPr/>
    </dgm:pt>
    <dgm:pt modelId="{79AD6950-3B80-4F07-9758-8464E668E4AA}" type="pres">
      <dgm:prSet presAssocID="{B7DE785E-A3EB-6C46-B0B9-E5A220875ACC}" presName="node" presStyleLbl="node1" presStyleIdx="2" presStyleCnt="4">
        <dgm:presLayoutVars>
          <dgm:bulletEnabled val="1"/>
        </dgm:presLayoutVars>
      </dgm:prSet>
      <dgm:spPr/>
    </dgm:pt>
    <dgm:pt modelId="{D35CAE46-F89D-458F-B28F-8A15BFCF0641}" type="pres">
      <dgm:prSet presAssocID="{E9BE65EB-E4E1-C144-91FB-0F1377517BF0}" presName="sibTrans" presStyleCnt="0"/>
      <dgm:spPr/>
    </dgm:pt>
    <dgm:pt modelId="{2125DA0F-E21C-4340-BB17-DFDD6EBA47CF}" type="pres">
      <dgm:prSet presAssocID="{553F4BC9-20B5-C84B-B04D-104B0B2EE703}" presName="node" presStyleLbl="node1" presStyleIdx="3" presStyleCnt="4">
        <dgm:presLayoutVars>
          <dgm:bulletEnabled val="1"/>
        </dgm:presLayoutVars>
      </dgm:prSet>
      <dgm:spPr/>
    </dgm:pt>
  </dgm:ptLst>
  <dgm:cxnLst>
    <dgm:cxn modelId="{1EB9D003-CF10-1843-9D04-C57BC051C12B}" srcId="{55A1712C-47F2-481F-AF59-390F37D4D9F9}" destId="{553F4BC9-20B5-C84B-B04D-104B0B2EE703}" srcOrd="3" destOrd="0" parTransId="{22CC2061-25F8-7448-BE75-953028E12AE3}" sibTransId="{6A878A01-155D-324C-BE7F-BB2C13D792E8}"/>
    <dgm:cxn modelId="{4DFAFE21-6DC1-438F-8993-C55403EA2A16}" type="presOf" srcId="{553F4BC9-20B5-C84B-B04D-104B0B2EE703}" destId="{2125DA0F-E21C-4340-BB17-DFDD6EBA47CF}" srcOrd="0" destOrd="0" presId="urn:microsoft.com/office/officeart/2005/8/layout/default"/>
    <dgm:cxn modelId="{2642755C-FB41-424D-A56F-ADB04358E591}" srcId="{55A1712C-47F2-481F-AF59-390F37D4D9F9}" destId="{B7DE785E-A3EB-6C46-B0B9-E5A220875ACC}" srcOrd="2" destOrd="0" parTransId="{681E7E10-E722-DC42-AFF1-7D98369EE778}" sibTransId="{E9BE65EB-E4E1-C144-91FB-0F1377517BF0}"/>
    <dgm:cxn modelId="{96FC567A-12DF-4910-8299-5D0EE0AD5CCF}" srcId="{55A1712C-47F2-481F-AF59-390F37D4D9F9}" destId="{0D7B5CDE-323C-4669-A755-5EA9DF52B788}" srcOrd="1" destOrd="0" parTransId="{81EF5D93-7884-4F30-A4F3-E038F2416B47}" sibTransId="{CE908702-16E7-4809-AD8C-694FC074317F}"/>
    <dgm:cxn modelId="{8AD3E8A6-A3AC-455D-B18D-2FCF41D6281E}" type="presOf" srcId="{0D7B5CDE-323C-4669-A755-5EA9DF52B788}" destId="{D681FC6D-435F-4D40-86B7-774D6E29BA93}" srcOrd="0" destOrd="0" presId="urn:microsoft.com/office/officeart/2005/8/layout/default"/>
    <dgm:cxn modelId="{454401AE-D1FC-469D-B485-23E6053FB96D}" type="presOf" srcId="{B7DE785E-A3EB-6C46-B0B9-E5A220875ACC}" destId="{79AD6950-3B80-4F07-9758-8464E668E4AA}" srcOrd="0" destOrd="0" presId="urn:microsoft.com/office/officeart/2005/8/layout/default"/>
    <dgm:cxn modelId="{D5910EC4-C007-4034-BE78-A7E3F99883B6}" type="presOf" srcId="{55A1712C-47F2-481F-AF59-390F37D4D9F9}" destId="{2FCA5E0C-B9BB-42CE-B5AB-F8F3BE8A4DCC}" srcOrd="0" destOrd="0" presId="urn:microsoft.com/office/officeart/2005/8/layout/default"/>
    <dgm:cxn modelId="{BF172ACF-A1FB-4522-B740-C2935D593723}" srcId="{55A1712C-47F2-481F-AF59-390F37D4D9F9}" destId="{8A6CA4DC-93FE-478E-97FE-0B6D185EEACD}" srcOrd="0" destOrd="0" parTransId="{2AE014A8-FA6B-4ED9-A6B0-4824B7D6A151}" sibTransId="{F8D45D83-0BD6-4E75-B4F5-CB121E9B5341}"/>
    <dgm:cxn modelId="{B4F1B6E0-0315-4CC4-8015-15E1A9F1467F}" type="presOf" srcId="{8A6CA4DC-93FE-478E-97FE-0B6D185EEACD}" destId="{0D0F3B1B-CE85-4565-8A68-3A63E1005223}" srcOrd="0" destOrd="0" presId="urn:microsoft.com/office/officeart/2005/8/layout/default"/>
    <dgm:cxn modelId="{4E7DC1CE-FB3D-479A-B87D-6AE224852486}" type="presParOf" srcId="{2FCA5E0C-B9BB-42CE-B5AB-F8F3BE8A4DCC}" destId="{0D0F3B1B-CE85-4565-8A68-3A63E1005223}" srcOrd="0" destOrd="0" presId="urn:microsoft.com/office/officeart/2005/8/layout/default"/>
    <dgm:cxn modelId="{080885B0-613D-4076-A7A1-62F79934252F}" type="presParOf" srcId="{2FCA5E0C-B9BB-42CE-B5AB-F8F3BE8A4DCC}" destId="{A29DDD44-9043-4290-A7D2-F5D07D49787A}" srcOrd="1" destOrd="0" presId="urn:microsoft.com/office/officeart/2005/8/layout/default"/>
    <dgm:cxn modelId="{ADB7820A-D1DE-42B3-BE0C-13530EB287BA}" type="presParOf" srcId="{2FCA5E0C-B9BB-42CE-B5AB-F8F3BE8A4DCC}" destId="{D681FC6D-435F-4D40-86B7-774D6E29BA93}" srcOrd="2" destOrd="0" presId="urn:microsoft.com/office/officeart/2005/8/layout/default"/>
    <dgm:cxn modelId="{F1F22D24-A86E-4967-80EC-6843AE3186E2}" type="presParOf" srcId="{2FCA5E0C-B9BB-42CE-B5AB-F8F3BE8A4DCC}" destId="{4EFBFFE4-E73F-411E-80A3-1DCA61CE9EBD}" srcOrd="3" destOrd="0" presId="urn:microsoft.com/office/officeart/2005/8/layout/default"/>
    <dgm:cxn modelId="{6F5AB80F-7EB0-4256-A426-DA6F8F8244CD}" type="presParOf" srcId="{2FCA5E0C-B9BB-42CE-B5AB-F8F3BE8A4DCC}" destId="{79AD6950-3B80-4F07-9758-8464E668E4AA}" srcOrd="4" destOrd="0" presId="urn:microsoft.com/office/officeart/2005/8/layout/default"/>
    <dgm:cxn modelId="{8BB71E76-3A3B-40FE-9F1D-1F82DEBA80B3}" type="presParOf" srcId="{2FCA5E0C-B9BB-42CE-B5AB-F8F3BE8A4DCC}" destId="{D35CAE46-F89D-458F-B28F-8A15BFCF0641}" srcOrd="5" destOrd="0" presId="urn:microsoft.com/office/officeart/2005/8/layout/default"/>
    <dgm:cxn modelId="{8113697E-BF1B-40DC-9FDE-365801A0E5E0}" type="presParOf" srcId="{2FCA5E0C-B9BB-42CE-B5AB-F8F3BE8A4DCC}" destId="{2125DA0F-E21C-4340-BB17-DFDD6EBA47CF}"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5A1712C-47F2-481F-AF59-390F37D4D9F9}" type="doc">
      <dgm:prSet loTypeId="urn:microsoft.com/office/officeart/2005/8/layout/default" loCatId="list" qsTypeId="urn:microsoft.com/office/officeart/2005/8/quickstyle/simple4" qsCatId="simple" csTypeId="urn:microsoft.com/office/officeart/2005/8/colors/colorful1" csCatId="colorful" phldr="1"/>
      <dgm:spPr/>
      <dgm:t>
        <a:bodyPr/>
        <a:lstStyle/>
        <a:p>
          <a:endParaRPr lang="en-US"/>
        </a:p>
      </dgm:t>
    </dgm:pt>
    <dgm:pt modelId="{8A6CA4DC-93FE-478E-97FE-0B6D185EEACD}">
      <dgm:prSet/>
      <dgm:spPr/>
      <dgm:t>
        <a:bodyPr/>
        <a:lstStyle/>
        <a:p>
          <a:r>
            <a:rPr lang="en-AU"/>
            <a:t>What strategies/skills were used to convey a message?</a:t>
          </a:r>
          <a:endParaRPr lang="en-US"/>
        </a:p>
      </dgm:t>
    </dgm:pt>
    <dgm:pt modelId="{2AE014A8-FA6B-4ED9-A6B0-4824B7D6A151}" type="parTrans" cxnId="{BF172ACF-A1FB-4522-B740-C2935D593723}">
      <dgm:prSet/>
      <dgm:spPr/>
      <dgm:t>
        <a:bodyPr/>
        <a:lstStyle/>
        <a:p>
          <a:endParaRPr lang="en-US"/>
        </a:p>
      </dgm:t>
    </dgm:pt>
    <dgm:pt modelId="{F8D45D83-0BD6-4E75-B4F5-CB121E9B5341}" type="sibTrans" cxnId="{BF172ACF-A1FB-4522-B740-C2935D593723}">
      <dgm:prSet/>
      <dgm:spPr/>
      <dgm:t>
        <a:bodyPr/>
        <a:lstStyle/>
        <a:p>
          <a:endParaRPr lang="en-US"/>
        </a:p>
      </dgm:t>
    </dgm:pt>
    <dgm:pt modelId="{B7DE785E-A3EB-6C46-B0B9-E5A220875ACC}">
      <dgm:prSet/>
      <dgm:spPr/>
      <dgm:t>
        <a:bodyPr/>
        <a:lstStyle/>
        <a:p>
          <a:r>
            <a:rPr lang="en-AU" dirty="0"/>
            <a:t>In a sexual negotiation where sexual behaviours may occur, what cues might be used if a person did not want to oblige?</a:t>
          </a:r>
          <a:endParaRPr lang="en-GB" dirty="0"/>
        </a:p>
      </dgm:t>
    </dgm:pt>
    <dgm:pt modelId="{681E7E10-E722-DC42-AFF1-7D98369EE778}" type="parTrans" cxnId="{2642755C-FB41-424D-A56F-ADB04358E591}">
      <dgm:prSet/>
      <dgm:spPr/>
      <dgm:t>
        <a:bodyPr/>
        <a:lstStyle/>
        <a:p>
          <a:endParaRPr lang="en-GB"/>
        </a:p>
      </dgm:t>
    </dgm:pt>
    <dgm:pt modelId="{E9BE65EB-E4E1-C144-91FB-0F1377517BF0}" type="sibTrans" cxnId="{2642755C-FB41-424D-A56F-ADB04358E591}">
      <dgm:prSet/>
      <dgm:spPr/>
      <dgm:t>
        <a:bodyPr/>
        <a:lstStyle/>
        <a:p>
          <a:endParaRPr lang="en-GB"/>
        </a:p>
      </dgm:t>
    </dgm:pt>
    <dgm:pt modelId="{0D7B5CDE-323C-4669-A755-5EA9DF52B788}">
      <dgm:prSet/>
      <dgm:spPr/>
      <dgm:t>
        <a:bodyPr/>
        <a:lstStyle/>
        <a:p>
          <a:r>
            <a:rPr lang="en-AU"/>
            <a:t>Why were there/or why could there be mixed messages when communicating like this?</a:t>
          </a:r>
          <a:endParaRPr lang="en-US" dirty="0"/>
        </a:p>
      </dgm:t>
    </dgm:pt>
    <dgm:pt modelId="{81EF5D93-7884-4F30-A4F3-E038F2416B47}" type="parTrans" cxnId="{96FC567A-12DF-4910-8299-5D0EE0AD5CCF}">
      <dgm:prSet/>
      <dgm:spPr/>
      <dgm:t>
        <a:bodyPr/>
        <a:lstStyle/>
        <a:p>
          <a:endParaRPr lang="en-AU"/>
        </a:p>
      </dgm:t>
    </dgm:pt>
    <dgm:pt modelId="{CE908702-16E7-4809-AD8C-694FC074317F}" type="sibTrans" cxnId="{96FC567A-12DF-4910-8299-5D0EE0AD5CCF}">
      <dgm:prSet/>
      <dgm:spPr/>
      <dgm:t>
        <a:bodyPr/>
        <a:lstStyle/>
        <a:p>
          <a:endParaRPr lang="en-AU"/>
        </a:p>
      </dgm:t>
    </dgm:pt>
    <dgm:pt modelId="{E0A582C6-11FC-4D4E-9023-75ED5C636CDC}">
      <dgm:prSet/>
      <dgm:spPr/>
      <dgm:t>
        <a:bodyPr/>
        <a:lstStyle/>
        <a:p>
          <a:r>
            <a:rPr lang="en-AU"/>
            <a:t>Why do you think there are times when people ignore the non-verbal cues, or persist even when they suspect someone is uncertain? </a:t>
          </a:r>
          <a:endParaRPr lang="en-US" dirty="0"/>
        </a:p>
      </dgm:t>
    </dgm:pt>
    <dgm:pt modelId="{DFD7D33E-B5FA-408D-B4BD-BF0E98888407}" type="parTrans" cxnId="{4D256AAB-E82A-4E37-BEB8-F9E66053C924}">
      <dgm:prSet/>
      <dgm:spPr/>
      <dgm:t>
        <a:bodyPr/>
        <a:lstStyle/>
        <a:p>
          <a:endParaRPr lang="en-AU"/>
        </a:p>
      </dgm:t>
    </dgm:pt>
    <dgm:pt modelId="{A5197315-BB25-46FF-B378-0A789B45B42C}" type="sibTrans" cxnId="{4D256AAB-E82A-4E37-BEB8-F9E66053C924}">
      <dgm:prSet/>
      <dgm:spPr/>
      <dgm:t>
        <a:bodyPr/>
        <a:lstStyle/>
        <a:p>
          <a:endParaRPr lang="en-AU"/>
        </a:p>
      </dgm:t>
    </dgm:pt>
    <dgm:pt modelId="{2FCA5E0C-B9BB-42CE-B5AB-F8F3BE8A4DCC}" type="pres">
      <dgm:prSet presAssocID="{55A1712C-47F2-481F-AF59-390F37D4D9F9}" presName="diagram" presStyleCnt="0">
        <dgm:presLayoutVars>
          <dgm:dir/>
          <dgm:resizeHandles val="exact"/>
        </dgm:presLayoutVars>
      </dgm:prSet>
      <dgm:spPr/>
    </dgm:pt>
    <dgm:pt modelId="{0D0F3B1B-CE85-4565-8A68-3A63E1005223}" type="pres">
      <dgm:prSet presAssocID="{8A6CA4DC-93FE-478E-97FE-0B6D185EEACD}" presName="node" presStyleLbl="node1" presStyleIdx="0" presStyleCnt="4">
        <dgm:presLayoutVars>
          <dgm:bulletEnabled val="1"/>
        </dgm:presLayoutVars>
      </dgm:prSet>
      <dgm:spPr/>
    </dgm:pt>
    <dgm:pt modelId="{A29DDD44-9043-4290-A7D2-F5D07D49787A}" type="pres">
      <dgm:prSet presAssocID="{F8D45D83-0BD6-4E75-B4F5-CB121E9B5341}" presName="sibTrans" presStyleCnt="0"/>
      <dgm:spPr/>
    </dgm:pt>
    <dgm:pt modelId="{D681FC6D-435F-4D40-86B7-774D6E29BA93}" type="pres">
      <dgm:prSet presAssocID="{0D7B5CDE-323C-4669-A755-5EA9DF52B788}" presName="node" presStyleLbl="node1" presStyleIdx="1" presStyleCnt="4">
        <dgm:presLayoutVars>
          <dgm:bulletEnabled val="1"/>
        </dgm:presLayoutVars>
      </dgm:prSet>
      <dgm:spPr/>
    </dgm:pt>
    <dgm:pt modelId="{4EFBFFE4-E73F-411E-80A3-1DCA61CE9EBD}" type="pres">
      <dgm:prSet presAssocID="{CE908702-16E7-4809-AD8C-694FC074317F}" presName="sibTrans" presStyleCnt="0"/>
      <dgm:spPr/>
    </dgm:pt>
    <dgm:pt modelId="{79AD6950-3B80-4F07-9758-8464E668E4AA}" type="pres">
      <dgm:prSet presAssocID="{B7DE785E-A3EB-6C46-B0B9-E5A220875ACC}" presName="node" presStyleLbl="node1" presStyleIdx="2" presStyleCnt="4">
        <dgm:presLayoutVars>
          <dgm:bulletEnabled val="1"/>
        </dgm:presLayoutVars>
      </dgm:prSet>
      <dgm:spPr/>
    </dgm:pt>
    <dgm:pt modelId="{D35CAE46-F89D-458F-B28F-8A15BFCF0641}" type="pres">
      <dgm:prSet presAssocID="{E9BE65EB-E4E1-C144-91FB-0F1377517BF0}" presName="sibTrans" presStyleCnt="0"/>
      <dgm:spPr/>
    </dgm:pt>
    <dgm:pt modelId="{73211E2B-D73C-4194-A817-21B567F12A66}" type="pres">
      <dgm:prSet presAssocID="{E0A582C6-11FC-4D4E-9023-75ED5C636CDC}" presName="node" presStyleLbl="node1" presStyleIdx="3" presStyleCnt="4">
        <dgm:presLayoutVars>
          <dgm:bulletEnabled val="1"/>
        </dgm:presLayoutVars>
      </dgm:prSet>
      <dgm:spPr/>
    </dgm:pt>
  </dgm:ptLst>
  <dgm:cxnLst>
    <dgm:cxn modelId="{2642755C-FB41-424D-A56F-ADB04358E591}" srcId="{55A1712C-47F2-481F-AF59-390F37D4D9F9}" destId="{B7DE785E-A3EB-6C46-B0B9-E5A220875ACC}" srcOrd="2" destOrd="0" parTransId="{681E7E10-E722-DC42-AFF1-7D98369EE778}" sibTransId="{E9BE65EB-E4E1-C144-91FB-0F1377517BF0}"/>
    <dgm:cxn modelId="{96FC567A-12DF-4910-8299-5D0EE0AD5CCF}" srcId="{55A1712C-47F2-481F-AF59-390F37D4D9F9}" destId="{0D7B5CDE-323C-4669-A755-5EA9DF52B788}" srcOrd="1" destOrd="0" parTransId="{81EF5D93-7884-4F30-A4F3-E038F2416B47}" sibTransId="{CE908702-16E7-4809-AD8C-694FC074317F}"/>
    <dgm:cxn modelId="{479FEE93-C0EF-4B20-965D-5185E8FBD06C}" type="presOf" srcId="{E0A582C6-11FC-4D4E-9023-75ED5C636CDC}" destId="{73211E2B-D73C-4194-A817-21B567F12A66}" srcOrd="0" destOrd="0" presId="urn:microsoft.com/office/officeart/2005/8/layout/default"/>
    <dgm:cxn modelId="{8AD3E8A6-A3AC-455D-B18D-2FCF41D6281E}" type="presOf" srcId="{0D7B5CDE-323C-4669-A755-5EA9DF52B788}" destId="{D681FC6D-435F-4D40-86B7-774D6E29BA93}" srcOrd="0" destOrd="0" presId="urn:microsoft.com/office/officeart/2005/8/layout/default"/>
    <dgm:cxn modelId="{4D256AAB-E82A-4E37-BEB8-F9E66053C924}" srcId="{55A1712C-47F2-481F-AF59-390F37D4D9F9}" destId="{E0A582C6-11FC-4D4E-9023-75ED5C636CDC}" srcOrd="3" destOrd="0" parTransId="{DFD7D33E-B5FA-408D-B4BD-BF0E98888407}" sibTransId="{A5197315-BB25-46FF-B378-0A789B45B42C}"/>
    <dgm:cxn modelId="{454401AE-D1FC-469D-B485-23E6053FB96D}" type="presOf" srcId="{B7DE785E-A3EB-6C46-B0B9-E5A220875ACC}" destId="{79AD6950-3B80-4F07-9758-8464E668E4AA}" srcOrd="0" destOrd="0" presId="urn:microsoft.com/office/officeart/2005/8/layout/default"/>
    <dgm:cxn modelId="{D5910EC4-C007-4034-BE78-A7E3F99883B6}" type="presOf" srcId="{55A1712C-47F2-481F-AF59-390F37D4D9F9}" destId="{2FCA5E0C-B9BB-42CE-B5AB-F8F3BE8A4DCC}" srcOrd="0" destOrd="0" presId="urn:microsoft.com/office/officeart/2005/8/layout/default"/>
    <dgm:cxn modelId="{BF172ACF-A1FB-4522-B740-C2935D593723}" srcId="{55A1712C-47F2-481F-AF59-390F37D4D9F9}" destId="{8A6CA4DC-93FE-478E-97FE-0B6D185EEACD}" srcOrd="0" destOrd="0" parTransId="{2AE014A8-FA6B-4ED9-A6B0-4824B7D6A151}" sibTransId="{F8D45D83-0BD6-4E75-B4F5-CB121E9B5341}"/>
    <dgm:cxn modelId="{B4F1B6E0-0315-4CC4-8015-15E1A9F1467F}" type="presOf" srcId="{8A6CA4DC-93FE-478E-97FE-0B6D185EEACD}" destId="{0D0F3B1B-CE85-4565-8A68-3A63E1005223}" srcOrd="0" destOrd="0" presId="urn:microsoft.com/office/officeart/2005/8/layout/default"/>
    <dgm:cxn modelId="{4E7DC1CE-FB3D-479A-B87D-6AE224852486}" type="presParOf" srcId="{2FCA5E0C-B9BB-42CE-B5AB-F8F3BE8A4DCC}" destId="{0D0F3B1B-CE85-4565-8A68-3A63E1005223}" srcOrd="0" destOrd="0" presId="urn:microsoft.com/office/officeart/2005/8/layout/default"/>
    <dgm:cxn modelId="{080885B0-613D-4076-A7A1-62F79934252F}" type="presParOf" srcId="{2FCA5E0C-B9BB-42CE-B5AB-F8F3BE8A4DCC}" destId="{A29DDD44-9043-4290-A7D2-F5D07D49787A}" srcOrd="1" destOrd="0" presId="urn:microsoft.com/office/officeart/2005/8/layout/default"/>
    <dgm:cxn modelId="{ADB7820A-D1DE-42B3-BE0C-13530EB287BA}" type="presParOf" srcId="{2FCA5E0C-B9BB-42CE-B5AB-F8F3BE8A4DCC}" destId="{D681FC6D-435F-4D40-86B7-774D6E29BA93}" srcOrd="2" destOrd="0" presId="urn:microsoft.com/office/officeart/2005/8/layout/default"/>
    <dgm:cxn modelId="{F1F22D24-A86E-4967-80EC-6843AE3186E2}" type="presParOf" srcId="{2FCA5E0C-B9BB-42CE-B5AB-F8F3BE8A4DCC}" destId="{4EFBFFE4-E73F-411E-80A3-1DCA61CE9EBD}" srcOrd="3" destOrd="0" presId="urn:microsoft.com/office/officeart/2005/8/layout/default"/>
    <dgm:cxn modelId="{6F5AB80F-7EB0-4256-A426-DA6F8F8244CD}" type="presParOf" srcId="{2FCA5E0C-B9BB-42CE-B5AB-F8F3BE8A4DCC}" destId="{79AD6950-3B80-4F07-9758-8464E668E4AA}" srcOrd="4" destOrd="0" presId="urn:microsoft.com/office/officeart/2005/8/layout/default"/>
    <dgm:cxn modelId="{8BB71E76-3A3B-40FE-9F1D-1F82DEBA80B3}" type="presParOf" srcId="{2FCA5E0C-B9BB-42CE-B5AB-F8F3BE8A4DCC}" destId="{D35CAE46-F89D-458F-B28F-8A15BFCF0641}" srcOrd="5" destOrd="0" presId="urn:microsoft.com/office/officeart/2005/8/layout/default"/>
    <dgm:cxn modelId="{4CC042FC-0870-4AED-8149-ED22DB170DD0}" type="presParOf" srcId="{2FCA5E0C-B9BB-42CE-B5AB-F8F3BE8A4DCC}" destId="{73211E2B-D73C-4194-A817-21B567F12A66}"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897E0D-6C29-A44B-B456-6DA77DB6DE17}">
      <dsp:nvSpPr>
        <dsp:cNvPr id="0" name=""/>
        <dsp:cNvSpPr/>
      </dsp:nvSpPr>
      <dsp:spPr>
        <a:xfrm>
          <a:off x="392414" y="190"/>
          <a:ext cx="2196972" cy="1098486"/>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865" tIns="41910" rIns="62865" bIns="41910" numCol="1" spcCol="1270" anchor="ctr" anchorCtr="0">
          <a:noAutofit/>
        </a:bodyPr>
        <a:lstStyle/>
        <a:p>
          <a:pPr marL="0" lvl="0" indent="0" algn="ctr" defTabSz="1466850">
            <a:lnSpc>
              <a:spcPct val="90000"/>
            </a:lnSpc>
            <a:spcBef>
              <a:spcPct val="0"/>
            </a:spcBef>
            <a:spcAft>
              <a:spcPct val="35000"/>
            </a:spcAft>
            <a:buNone/>
          </a:pPr>
          <a:r>
            <a:rPr lang="en-GB" sz="3300" kern="1200" dirty="0"/>
            <a:t>Taking Care of Me</a:t>
          </a:r>
        </a:p>
      </dsp:txBody>
      <dsp:txXfrm>
        <a:off x="424588" y="32364"/>
        <a:ext cx="2132624" cy="1034138"/>
      </dsp:txXfrm>
    </dsp:sp>
    <dsp:sp modelId="{A1B5E6B2-B8E2-1D41-BF31-3D0227819A1C}">
      <dsp:nvSpPr>
        <dsp:cNvPr id="0" name=""/>
        <dsp:cNvSpPr/>
      </dsp:nvSpPr>
      <dsp:spPr>
        <a:xfrm>
          <a:off x="612111" y="1098677"/>
          <a:ext cx="219697" cy="823864"/>
        </a:xfrm>
        <a:custGeom>
          <a:avLst/>
          <a:gdLst/>
          <a:ahLst/>
          <a:cxnLst/>
          <a:rect l="0" t="0" r="0" b="0"/>
          <a:pathLst>
            <a:path>
              <a:moveTo>
                <a:pt x="0" y="0"/>
              </a:moveTo>
              <a:lnTo>
                <a:pt x="0" y="823864"/>
              </a:lnTo>
              <a:lnTo>
                <a:pt x="219697" y="82386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E243B0-0F24-5A4C-94AB-A2579EF97784}">
      <dsp:nvSpPr>
        <dsp:cNvPr id="0" name=""/>
        <dsp:cNvSpPr/>
      </dsp:nvSpPr>
      <dsp:spPr>
        <a:xfrm>
          <a:off x="831808" y="1373298"/>
          <a:ext cx="1757578" cy="1098486"/>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GB" sz="1400" kern="1200" dirty="0"/>
            <a:t>Is this what I really want to do?</a:t>
          </a:r>
        </a:p>
      </dsp:txBody>
      <dsp:txXfrm>
        <a:off x="863982" y="1405472"/>
        <a:ext cx="1693230" cy="1034138"/>
      </dsp:txXfrm>
    </dsp:sp>
    <dsp:sp modelId="{5DF260CD-DD81-7941-A121-03343D8FDF70}">
      <dsp:nvSpPr>
        <dsp:cNvPr id="0" name=""/>
        <dsp:cNvSpPr/>
      </dsp:nvSpPr>
      <dsp:spPr>
        <a:xfrm>
          <a:off x="612111" y="1098677"/>
          <a:ext cx="219697" cy="2196972"/>
        </a:xfrm>
        <a:custGeom>
          <a:avLst/>
          <a:gdLst/>
          <a:ahLst/>
          <a:cxnLst/>
          <a:rect l="0" t="0" r="0" b="0"/>
          <a:pathLst>
            <a:path>
              <a:moveTo>
                <a:pt x="0" y="0"/>
              </a:moveTo>
              <a:lnTo>
                <a:pt x="0" y="2196972"/>
              </a:lnTo>
              <a:lnTo>
                <a:pt x="219697" y="219697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EBA22CD-B8E6-3840-837A-80C601888A96}">
      <dsp:nvSpPr>
        <dsp:cNvPr id="0" name=""/>
        <dsp:cNvSpPr/>
      </dsp:nvSpPr>
      <dsp:spPr>
        <a:xfrm>
          <a:off x="831808" y="2746406"/>
          <a:ext cx="1757578" cy="1098486"/>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890990"/>
              <a:satOff val="-3707"/>
              <a:lumOff val="87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GB" sz="1400" kern="1200" dirty="0"/>
            <a:t>Am I physically and emotionally safe?</a:t>
          </a:r>
        </a:p>
      </dsp:txBody>
      <dsp:txXfrm>
        <a:off x="863982" y="2778580"/>
        <a:ext cx="1693230" cy="1034138"/>
      </dsp:txXfrm>
    </dsp:sp>
    <dsp:sp modelId="{ABE0EBDD-4D1B-2344-8AAC-1DF4BFF02426}">
      <dsp:nvSpPr>
        <dsp:cNvPr id="0" name=""/>
        <dsp:cNvSpPr/>
      </dsp:nvSpPr>
      <dsp:spPr>
        <a:xfrm>
          <a:off x="612111" y="1098677"/>
          <a:ext cx="219697" cy="3570080"/>
        </a:xfrm>
        <a:custGeom>
          <a:avLst/>
          <a:gdLst/>
          <a:ahLst/>
          <a:cxnLst/>
          <a:rect l="0" t="0" r="0" b="0"/>
          <a:pathLst>
            <a:path>
              <a:moveTo>
                <a:pt x="0" y="0"/>
              </a:moveTo>
              <a:lnTo>
                <a:pt x="0" y="3570080"/>
              </a:lnTo>
              <a:lnTo>
                <a:pt x="219697" y="357008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27F9B5-42E9-0F41-97F9-39A8B6E107A1}">
      <dsp:nvSpPr>
        <dsp:cNvPr id="0" name=""/>
        <dsp:cNvSpPr/>
      </dsp:nvSpPr>
      <dsp:spPr>
        <a:xfrm>
          <a:off x="831808" y="4119514"/>
          <a:ext cx="1757578" cy="1098486"/>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1781980"/>
              <a:satOff val="-7414"/>
              <a:lumOff val="174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GB" sz="1400" kern="1200"/>
            <a:t>Is the other person treating me with respect and concern?</a:t>
          </a:r>
          <a:endParaRPr lang="en-GB" sz="1400" kern="1200" dirty="0"/>
        </a:p>
      </dsp:txBody>
      <dsp:txXfrm>
        <a:off x="863982" y="4151688"/>
        <a:ext cx="1693230" cy="1034138"/>
      </dsp:txXfrm>
    </dsp:sp>
    <dsp:sp modelId="{476C3335-E7BB-8544-BFC9-C7974E226859}">
      <dsp:nvSpPr>
        <dsp:cNvPr id="0" name=""/>
        <dsp:cNvSpPr/>
      </dsp:nvSpPr>
      <dsp:spPr>
        <a:xfrm>
          <a:off x="3138630" y="190"/>
          <a:ext cx="2196972" cy="1098486"/>
        </a:xfrm>
        <a:prstGeom prst="roundRect">
          <a:avLst>
            <a:gd name="adj" fmla="val 10000"/>
          </a:avLst>
        </a:prstGeom>
        <a:solidFill>
          <a:schemeClr val="accent4">
            <a:hueOff val="3266964"/>
            <a:satOff val="-13592"/>
            <a:lumOff val="320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865" tIns="41910" rIns="62865" bIns="41910" numCol="1" spcCol="1270" anchor="ctr" anchorCtr="0">
          <a:noAutofit/>
        </a:bodyPr>
        <a:lstStyle/>
        <a:p>
          <a:pPr marL="0" lvl="0" indent="0" algn="ctr" defTabSz="1466850">
            <a:lnSpc>
              <a:spcPct val="90000"/>
            </a:lnSpc>
            <a:spcBef>
              <a:spcPct val="0"/>
            </a:spcBef>
            <a:spcAft>
              <a:spcPct val="35000"/>
            </a:spcAft>
            <a:buNone/>
          </a:pPr>
          <a:r>
            <a:rPr lang="en-GB" sz="3300" kern="1200" dirty="0"/>
            <a:t>Taking Care of You</a:t>
          </a:r>
        </a:p>
      </dsp:txBody>
      <dsp:txXfrm>
        <a:off x="3170804" y="32364"/>
        <a:ext cx="2132624" cy="1034138"/>
      </dsp:txXfrm>
    </dsp:sp>
    <dsp:sp modelId="{36E4653F-B6E4-3B44-90D5-9B57EE9329AB}">
      <dsp:nvSpPr>
        <dsp:cNvPr id="0" name=""/>
        <dsp:cNvSpPr/>
      </dsp:nvSpPr>
      <dsp:spPr>
        <a:xfrm>
          <a:off x="3358327" y="1098677"/>
          <a:ext cx="219697" cy="823864"/>
        </a:xfrm>
        <a:custGeom>
          <a:avLst/>
          <a:gdLst/>
          <a:ahLst/>
          <a:cxnLst/>
          <a:rect l="0" t="0" r="0" b="0"/>
          <a:pathLst>
            <a:path>
              <a:moveTo>
                <a:pt x="0" y="0"/>
              </a:moveTo>
              <a:lnTo>
                <a:pt x="0" y="823864"/>
              </a:lnTo>
              <a:lnTo>
                <a:pt x="219697" y="82386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9A3E5E-ECBB-234A-8F4B-45D568AAFAA6}">
      <dsp:nvSpPr>
        <dsp:cNvPr id="0" name=""/>
        <dsp:cNvSpPr/>
      </dsp:nvSpPr>
      <dsp:spPr>
        <a:xfrm>
          <a:off x="3578025" y="1373298"/>
          <a:ext cx="1757578" cy="1098486"/>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2672970"/>
              <a:satOff val="-11121"/>
              <a:lumOff val="262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GB" sz="1400" kern="1200" dirty="0"/>
            <a:t>How does what I want affect the other person?</a:t>
          </a:r>
        </a:p>
      </dsp:txBody>
      <dsp:txXfrm>
        <a:off x="3610199" y="1405472"/>
        <a:ext cx="1693230" cy="1034138"/>
      </dsp:txXfrm>
    </dsp:sp>
    <dsp:sp modelId="{EB7D2648-8BC8-AD43-88FB-EBD29193F199}">
      <dsp:nvSpPr>
        <dsp:cNvPr id="0" name=""/>
        <dsp:cNvSpPr/>
      </dsp:nvSpPr>
      <dsp:spPr>
        <a:xfrm>
          <a:off x="3358327" y="1098677"/>
          <a:ext cx="219697" cy="2196972"/>
        </a:xfrm>
        <a:custGeom>
          <a:avLst/>
          <a:gdLst/>
          <a:ahLst/>
          <a:cxnLst/>
          <a:rect l="0" t="0" r="0" b="0"/>
          <a:pathLst>
            <a:path>
              <a:moveTo>
                <a:pt x="0" y="0"/>
              </a:moveTo>
              <a:lnTo>
                <a:pt x="0" y="2196972"/>
              </a:lnTo>
              <a:lnTo>
                <a:pt x="219697" y="219697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31279A-C507-3940-931D-7E119B555B8F}">
      <dsp:nvSpPr>
        <dsp:cNvPr id="0" name=""/>
        <dsp:cNvSpPr/>
      </dsp:nvSpPr>
      <dsp:spPr>
        <a:xfrm>
          <a:off x="3578025" y="2746406"/>
          <a:ext cx="1757578" cy="1098486"/>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3563960"/>
              <a:satOff val="-14828"/>
              <a:lumOff val="349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GB" sz="1400" kern="1200" dirty="0"/>
            <a:t>How do I know?</a:t>
          </a:r>
        </a:p>
      </dsp:txBody>
      <dsp:txXfrm>
        <a:off x="3610199" y="2778580"/>
        <a:ext cx="1693230" cy="1034138"/>
      </dsp:txXfrm>
    </dsp:sp>
    <dsp:sp modelId="{5FE40433-C417-3741-9F0D-9AFEF31F279F}">
      <dsp:nvSpPr>
        <dsp:cNvPr id="0" name=""/>
        <dsp:cNvSpPr/>
      </dsp:nvSpPr>
      <dsp:spPr>
        <a:xfrm>
          <a:off x="3358327" y="1098677"/>
          <a:ext cx="219697" cy="3570080"/>
        </a:xfrm>
        <a:custGeom>
          <a:avLst/>
          <a:gdLst/>
          <a:ahLst/>
          <a:cxnLst/>
          <a:rect l="0" t="0" r="0" b="0"/>
          <a:pathLst>
            <a:path>
              <a:moveTo>
                <a:pt x="0" y="0"/>
              </a:moveTo>
              <a:lnTo>
                <a:pt x="0" y="3570080"/>
              </a:lnTo>
              <a:lnTo>
                <a:pt x="219697" y="357008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C2A064F-BF4B-6444-8D2E-2E4E3345C20B}">
      <dsp:nvSpPr>
        <dsp:cNvPr id="0" name=""/>
        <dsp:cNvSpPr/>
      </dsp:nvSpPr>
      <dsp:spPr>
        <a:xfrm>
          <a:off x="3578025" y="4119514"/>
          <a:ext cx="1757578" cy="1098486"/>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4454951"/>
              <a:satOff val="-18535"/>
              <a:lumOff val="436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GB" sz="1400" kern="1200" dirty="0"/>
            <a:t>Check that they’re OK with the decision.</a:t>
          </a:r>
        </a:p>
      </dsp:txBody>
      <dsp:txXfrm>
        <a:off x="3610199" y="4151688"/>
        <a:ext cx="1693230" cy="1034138"/>
      </dsp:txXfrm>
    </dsp:sp>
    <dsp:sp modelId="{859FA790-19F5-D740-B8E4-C5E87D5B66DB}">
      <dsp:nvSpPr>
        <dsp:cNvPr id="0" name=""/>
        <dsp:cNvSpPr/>
      </dsp:nvSpPr>
      <dsp:spPr>
        <a:xfrm>
          <a:off x="5884846" y="190"/>
          <a:ext cx="2196972" cy="1098486"/>
        </a:xfrm>
        <a:prstGeom prst="roundRect">
          <a:avLst>
            <a:gd name="adj" fmla="val 10000"/>
          </a:avLst>
        </a:prstGeom>
        <a:solidFill>
          <a:schemeClr val="accent4">
            <a:hueOff val="6533927"/>
            <a:satOff val="-27185"/>
            <a:lumOff val="640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865" tIns="41910" rIns="62865" bIns="41910" numCol="1" spcCol="1270" anchor="ctr" anchorCtr="0">
          <a:noAutofit/>
        </a:bodyPr>
        <a:lstStyle/>
        <a:p>
          <a:pPr marL="0" lvl="0" indent="0" algn="ctr" defTabSz="1466850">
            <a:lnSpc>
              <a:spcPct val="90000"/>
            </a:lnSpc>
            <a:spcBef>
              <a:spcPct val="0"/>
            </a:spcBef>
            <a:spcAft>
              <a:spcPct val="35000"/>
            </a:spcAft>
            <a:buNone/>
          </a:pPr>
          <a:r>
            <a:rPr lang="en-GB" sz="3300" kern="1200" dirty="0"/>
            <a:t>Having an Equal Say</a:t>
          </a:r>
        </a:p>
      </dsp:txBody>
      <dsp:txXfrm>
        <a:off x="5917020" y="32364"/>
        <a:ext cx="2132624" cy="1034138"/>
      </dsp:txXfrm>
    </dsp:sp>
    <dsp:sp modelId="{AD76EEC8-2FCD-F246-8A71-64EEC0F16117}">
      <dsp:nvSpPr>
        <dsp:cNvPr id="0" name=""/>
        <dsp:cNvSpPr/>
      </dsp:nvSpPr>
      <dsp:spPr>
        <a:xfrm>
          <a:off x="6104543" y="1098677"/>
          <a:ext cx="219697" cy="823864"/>
        </a:xfrm>
        <a:custGeom>
          <a:avLst/>
          <a:gdLst/>
          <a:ahLst/>
          <a:cxnLst/>
          <a:rect l="0" t="0" r="0" b="0"/>
          <a:pathLst>
            <a:path>
              <a:moveTo>
                <a:pt x="0" y="0"/>
              </a:moveTo>
              <a:lnTo>
                <a:pt x="0" y="823864"/>
              </a:lnTo>
              <a:lnTo>
                <a:pt x="219697" y="82386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80FEE39-4995-2A41-A710-2D90CB583FDD}">
      <dsp:nvSpPr>
        <dsp:cNvPr id="0" name=""/>
        <dsp:cNvSpPr/>
      </dsp:nvSpPr>
      <dsp:spPr>
        <a:xfrm>
          <a:off x="6324241" y="1373298"/>
          <a:ext cx="1757578" cy="1098486"/>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5345940"/>
              <a:satOff val="-22242"/>
              <a:lumOff val="524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GB" sz="1400" kern="1200" dirty="0"/>
            <a:t>Do we have equal power or is one person getting their way all the time?</a:t>
          </a:r>
        </a:p>
      </dsp:txBody>
      <dsp:txXfrm>
        <a:off x="6356415" y="1405472"/>
        <a:ext cx="1693230" cy="1034138"/>
      </dsp:txXfrm>
    </dsp:sp>
    <dsp:sp modelId="{CE55623D-6550-E647-82D1-2A7ECB882776}">
      <dsp:nvSpPr>
        <dsp:cNvPr id="0" name=""/>
        <dsp:cNvSpPr/>
      </dsp:nvSpPr>
      <dsp:spPr>
        <a:xfrm>
          <a:off x="6104543" y="1098677"/>
          <a:ext cx="219697" cy="2196972"/>
        </a:xfrm>
        <a:custGeom>
          <a:avLst/>
          <a:gdLst/>
          <a:ahLst/>
          <a:cxnLst/>
          <a:rect l="0" t="0" r="0" b="0"/>
          <a:pathLst>
            <a:path>
              <a:moveTo>
                <a:pt x="0" y="0"/>
              </a:moveTo>
              <a:lnTo>
                <a:pt x="0" y="2196972"/>
              </a:lnTo>
              <a:lnTo>
                <a:pt x="219697" y="219697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FEB29E-8639-AF4A-8CF8-5FEB64ED05CD}">
      <dsp:nvSpPr>
        <dsp:cNvPr id="0" name=""/>
        <dsp:cNvSpPr/>
      </dsp:nvSpPr>
      <dsp:spPr>
        <a:xfrm>
          <a:off x="6324241" y="2746406"/>
          <a:ext cx="1757578" cy="1098486"/>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6236930"/>
              <a:satOff val="-25949"/>
              <a:lumOff val="611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GB" sz="1400" kern="1200" dirty="0"/>
            <a:t>When it comes to sex, a person owns their body &amp; the right to control who has pleasure from it.</a:t>
          </a:r>
        </a:p>
      </dsp:txBody>
      <dsp:txXfrm>
        <a:off x="6356415" y="2778580"/>
        <a:ext cx="1693230" cy="1034138"/>
      </dsp:txXfrm>
    </dsp:sp>
    <dsp:sp modelId="{66FBFEE6-5A3E-2546-AB64-871DFFE354DC}">
      <dsp:nvSpPr>
        <dsp:cNvPr id="0" name=""/>
        <dsp:cNvSpPr/>
      </dsp:nvSpPr>
      <dsp:spPr>
        <a:xfrm>
          <a:off x="8631062" y="190"/>
          <a:ext cx="2196972" cy="1098486"/>
        </a:xfrm>
        <a:prstGeom prst="roundRect">
          <a:avLst>
            <a:gd name="adj" fmla="val 10000"/>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865" tIns="41910" rIns="62865" bIns="41910" numCol="1" spcCol="1270" anchor="ctr" anchorCtr="0">
          <a:noAutofit/>
        </a:bodyPr>
        <a:lstStyle/>
        <a:p>
          <a:pPr marL="0" lvl="0" indent="0" algn="ctr" defTabSz="1466850">
            <a:lnSpc>
              <a:spcPct val="90000"/>
            </a:lnSpc>
            <a:spcBef>
              <a:spcPct val="0"/>
            </a:spcBef>
            <a:spcAft>
              <a:spcPct val="35000"/>
            </a:spcAft>
            <a:buNone/>
          </a:pPr>
          <a:r>
            <a:rPr lang="en-GB" sz="3300" kern="1200" dirty="0"/>
            <a:t>Learning As We Go</a:t>
          </a:r>
        </a:p>
      </dsp:txBody>
      <dsp:txXfrm>
        <a:off x="8663236" y="32364"/>
        <a:ext cx="2132624" cy="1034138"/>
      </dsp:txXfrm>
    </dsp:sp>
    <dsp:sp modelId="{D37B0EA2-DF0D-AA47-9CC8-0CA04A916220}">
      <dsp:nvSpPr>
        <dsp:cNvPr id="0" name=""/>
        <dsp:cNvSpPr/>
      </dsp:nvSpPr>
      <dsp:spPr>
        <a:xfrm>
          <a:off x="8850759" y="1098677"/>
          <a:ext cx="219697" cy="823864"/>
        </a:xfrm>
        <a:custGeom>
          <a:avLst/>
          <a:gdLst/>
          <a:ahLst/>
          <a:cxnLst/>
          <a:rect l="0" t="0" r="0" b="0"/>
          <a:pathLst>
            <a:path>
              <a:moveTo>
                <a:pt x="0" y="0"/>
              </a:moveTo>
              <a:lnTo>
                <a:pt x="0" y="823864"/>
              </a:lnTo>
              <a:lnTo>
                <a:pt x="219697" y="82386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06AFCD-1B9D-284E-86C2-EFD1E76B538D}">
      <dsp:nvSpPr>
        <dsp:cNvPr id="0" name=""/>
        <dsp:cNvSpPr/>
      </dsp:nvSpPr>
      <dsp:spPr>
        <a:xfrm>
          <a:off x="9070457" y="1373298"/>
          <a:ext cx="1757578" cy="1098486"/>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7127921"/>
              <a:satOff val="-29656"/>
              <a:lumOff val="698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GB" sz="1400" kern="1200" dirty="0"/>
            <a:t>What would have made the situation better?</a:t>
          </a:r>
        </a:p>
      </dsp:txBody>
      <dsp:txXfrm>
        <a:off x="9102631" y="1405472"/>
        <a:ext cx="1693230" cy="1034138"/>
      </dsp:txXfrm>
    </dsp:sp>
    <dsp:sp modelId="{68F12BBE-EEAC-2540-ADBC-68DF2E5FFE93}">
      <dsp:nvSpPr>
        <dsp:cNvPr id="0" name=""/>
        <dsp:cNvSpPr/>
      </dsp:nvSpPr>
      <dsp:spPr>
        <a:xfrm>
          <a:off x="8850759" y="1098677"/>
          <a:ext cx="219697" cy="2196972"/>
        </a:xfrm>
        <a:custGeom>
          <a:avLst/>
          <a:gdLst/>
          <a:ahLst/>
          <a:cxnLst/>
          <a:rect l="0" t="0" r="0" b="0"/>
          <a:pathLst>
            <a:path>
              <a:moveTo>
                <a:pt x="0" y="0"/>
              </a:moveTo>
              <a:lnTo>
                <a:pt x="0" y="2196972"/>
              </a:lnTo>
              <a:lnTo>
                <a:pt x="219697" y="219697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65B47A-2285-4D47-974C-4AF2EE13C042}">
      <dsp:nvSpPr>
        <dsp:cNvPr id="0" name=""/>
        <dsp:cNvSpPr/>
      </dsp:nvSpPr>
      <dsp:spPr>
        <a:xfrm>
          <a:off x="9070457" y="2746406"/>
          <a:ext cx="1757578" cy="1098486"/>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8018910"/>
              <a:satOff val="-33363"/>
              <a:lumOff val="78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GB" sz="1400" kern="1200" dirty="0"/>
            <a:t>What am I doing?</a:t>
          </a:r>
        </a:p>
      </dsp:txBody>
      <dsp:txXfrm>
        <a:off x="9102631" y="2778580"/>
        <a:ext cx="1693230" cy="1034138"/>
      </dsp:txXfrm>
    </dsp:sp>
    <dsp:sp modelId="{D6C48F0D-4779-8A4A-9075-8956C001D3B6}">
      <dsp:nvSpPr>
        <dsp:cNvPr id="0" name=""/>
        <dsp:cNvSpPr/>
      </dsp:nvSpPr>
      <dsp:spPr>
        <a:xfrm>
          <a:off x="8850759" y="1098677"/>
          <a:ext cx="219697" cy="3570080"/>
        </a:xfrm>
        <a:custGeom>
          <a:avLst/>
          <a:gdLst/>
          <a:ahLst/>
          <a:cxnLst/>
          <a:rect l="0" t="0" r="0" b="0"/>
          <a:pathLst>
            <a:path>
              <a:moveTo>
                <a:pt x="0" y="0"/>
              </a:moveTo>
              <a:lnTo>
                <a:pt x="0" y="3570080"/>
              </a:lnTo>
              <a:lnTo>
                <a:pt x="219697" y="357008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3D5E0B-44AB-604A-A899-282EC3CAB911}">
      <dsp:nvSpPr>
        <dsp:cNvPr id="0" name=""/>
        <dsp:cNvSpPr/>
      </dsp:nvSpPr>
      <dsp:spPr>
        <a:xfrm>
          <a:off x="9070457" y="4119514"/>
          <a:ext cx="1757578" cy="1098486"/>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8909901"/>
              <a:satOff val="-37070"/>
              <a:lumOff val="873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GB" sz="1400" kern="1200" dirty="0"/>
            <a:t>What am I not doing?</a:t>
          </a:r>
        </a:p>
      </dsp:txBody>
      <dsp:txXfrm>
        <a:off x="9102631" y="4151688"/>
        <a:ext cx="1693230" cy="1034138"/>
      </dsp:txXfrm>
    </dsp:sp>
    <dsp:sp modelId="{44B10437-898B-0E49-BB1E-FF30768A1AE4}">
      <dsp:nvSpPr>
        <dsp:cNvPr id="0" name=""/>
        <dsp:cNvSpPr/>
      </dsp:nvSpPr>
      <dsp:spPr>
        <a:xfrm>
          <a:off x="8850759" y="1098677"/>
          <a:ext cx="219697" cy="4943188"/>
        </a:xfrm>
        <a:custGeom>
          <a:avLst/>
          <a:gdLst/>
          <a:ahLst/>
          <a:cxnLst/>
          <a:rect l="0" t="0" r="0" b="0"/>
          <a:pathLst>
            <a:path>
              <a:moveTo>
                <a:pt x="0" y="0"/>
              </a:moveTo>
              <a:lnTo>
                <a:pt x="0" y="4943188"/>
              </a:lnTo>
              <a:lnTo>
                <a:pt x="219697" y="494318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CF8C0F-51CE-8041-84A3-7B6702728D25}">
      <dsp:nvSpPr>
        <dsp:cNvPr id="0" name=""/>
        <dsp:cNvSpPr/>
      </dsp:nvSpPr>
      <dsp:spPr>
        <a:xfrm>
          <a:off x="9070457" y="5492622"/>
          <a:ext cx="1757578" cy="1098486"/>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9800891"/>
              <a:satOff val="-40777"/>
              <a:lumOff val="96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GB" sz="1400" kern="1200" dirty="0"/>
            <a:t>What can I learn from this?</a:t>
          </a:r>
        </a:p>
      </dsp:txBody>
      <dsp:txXfrm>
        <a:off x="9102631" y="5524796"/>
        <a:ext cx="1693230" cy="10341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0F3B1B-CE85-4565-8A68-3A63E1005223}">
      <dsp:nvSpPr>
        <dsp:cNvPr id="0" name=""/>
        <dsp:cNvSpPr/>
      </dsp:nvSpPr>
      <dsp:spPr>
        <a:xfrm>
          <a:off x="681" y="1097593"/>
          <a:ext cx="2657790" cy="159467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AU" sz="2500" kern="1200"/>
            <a:t>What strategies/skills were used to convey a message?</a:t>
          </a:r>
          <a:endParaRPr lang="en-US" sz="2500" kern="1200"/>
        </a:p>
      </dsp:txBody>
      <dsp:txXfrm>
        <a:off x="681" y="1097593"/>
        <a:ext cx="2657790" cy="1594674"/>
      </dsp:txXfrm>
    </dsp:sp>
    <dsp:sp modelId="{026DE290-3579-485B-A0EA-DD4872AAD966}">
      <dsp:nvSpPr>
        <dsp:cNvPr id="0" name=""/>
        <dsp:cNvSpPr/>
      </dsp:nvSpPr>
      <dsp:spPr>
        <a:xfrm>
          <a:off x="2924251" y="1097593"/>
          <a:ext cx="2657790" cy="159467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endParaRPr lang="en-GB" sz="2500" kern="1200"/>
        </a:p>
      </dsp:txBody>
      <dsp:txXfrm>
        <a:off x="2924251" y="1097593"/>
        <a:ext cx="2657790" cy="1594674"/>
      </dsp:txXfrm>
    </dsp:sp>
    <dsp:sp modelId="{79AD6950-3B80-4F07-9758-8464E668E4AA}">
      <dsp:nvSpPr>
        <dsp:cNvPr id="0" name=""/>
        <dsp:cNvSpPr/>
      </dsp:nvSpPr>
      <dsp:spPr>
        <a:xfrm>
          <a:off x="681" y="2958047"/>
          <a:ext cx="2657790" cy="1594674"/>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endParaRPr lang="en-GB" sz="2500" kern="1200"/>
        </a:p>
      </dsp:txBody>
      <dsp:txXfrm>
        <a:off x="681" y="2958047"/>
        <a:ext cx="2657790" cy="1594674"/>
      </dsp:txXfrm>
    </dsp:sp>
    <dsp:sp modelId="{2125DA0F-E21C-4340-BB17-DFDD6EBA47CF}">
      <dsp:nvSpPr>
        <dsp:cNvPr id="0" name=""/>
        <dsp:cNvSpPr/>
      </dsp:nvSpPr>
      <dsp:spPr>
        <a:xfrm>
          <a:off x="2924251" y="2958047"/>
          <a:ext cx="2657790" cy="1594674"/>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endParaRPr lang="en-GB" sz="2500" kern="1200"/>
        </a:p>
      </dsp:txBody>
      <dsp:txXfrm>
        <a:off x="2924251" y="2958047"/>
        <a:ext cx="2657790" cy="15946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0F3B1B-CE85-4565-8A68-3A63E1005223}">
      <dsp:nvSpPr>
        <dsp:cNvPr id="0" name=""/>
        <dsp:cNvSpPr/>
      </dsp:nvSpPr>
      <dsp:spPr>
        <a:xfrm>
          <a:off x="681" y="1097593"/>
          <a:ext cx="2657790" cy="159467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AU" sz="2000" kern="1200"/>
            <a:t>What strategies/skills were used to convey a message?</a:t>
          </a:r>
          <a:endParaRPr lang="en-US" sz="2000" kern="1200"/>
        </a:p>
      </dsp:txBody>
      <dsp:txXfrm>
        <a:off x="681" y="1097593"/>
        <a:ext cx="2657790" cy="1594674"/>
      </dsp:txXfrm>
    </dsp:sp>
    <dsp:sp modelId="{D681FC6D-435F-4D40-86B7-774D6E29BA93}">
      <dsp:nvSpPr>
        <dsp:cNvPr id="0" name=""/>
        <dsp:cNvSpPr/>
      </dsp:nvSpPr>
      <dsp:spPr>
        <a:xfrm>
          <a:off x="2924251" y="1097593"/>
          <a:ext cx="2657790" cy="159467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AU" sz="2000" kern="1200" dirty="0"/>
            <a:t>Why were there/or why could there be mixed messages when communicating like this?</a:t>
          </a:r>
          <a:endParaRPr lang="en-US" sz="2000" kern="1200" dirty="0"/>
        </a:p>
      </dsp:txBody>
      <dsp:txXfrm>
        <a:off x="2924251" y="1097593"/>
        <a:ext cx="2657790" cy="1594674"/>
      </dsp:txXfrm>
    </dsp:sp>
    <dsp:sp modelId="{79AD6950-3B80-4F07-9758-8464E668E4AA}">
      <dsp:nvSpPr>
        <dsp:cNvPr id="0" name=""/>
        <dsp:cNvSpPr/>
      </dsp:nvSpPr>
      <dsp:spPr>
        <a:xfrm>
          <a:off x="681" y="2958047"/>
          <a:ext cx="2657790" cy="1594674"/>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681" y="2958047"/>
        <a:ext cx="2657790" cy="1594674"/>
      </dsp:txXfrm>
    </dsp:sp>
    <dsp:sp modelId="{2125DA0F-E21C-4340-BB17-DFDD6EBA47CF}">
      <dsp:nvSpPr>
        <dsp:cNvPr id="0" name=""/>
        <dsp:cNvSpPr/>
      </dsp:nvSpPr>
      <dsp:spPr>
        <a:xfrm>
          <a:off x="2924251" y="2958047"/>
          <a:ext cx="2657790" cy="1594674"/>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924251" y="2958047"/>
        <a:ext cx="2657790" cy="159467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0F3B1B-CE85-4565-8A68-3A63E1005223}">
      <dsp:nvSpPr>
        <dsp:cNvPr id="0" name=""/>
        <dsp:cNvSpPr/>
      </dsp:nvSpPr>
      <dsp:spPr>
        <a:xfrm>
          <a:off x="681" y="1097593"/>
          <a:ext cx="2657790" cy="159467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AU" sz="1900" kern="1200"/>
            <a:t>What strategies/skills were used to convey a message?</a:t>
          </a:r>
          <a:endParaRPr lang="en-US" sz="1900" kern="1200"/>
        </a:p>
      </dsp:txBody>
      <dsp:txXfrm>
        <a:off x="681" y="1097593"/>
        <a:ext cx="2657790" cy="1594674"/>
      </dsp:txXfrm>
    </dsp:sp>
    <dsp:sp modelId="{D681FC6D-435F-4D40-86B7-774D6E29BA93}">
      <dsp:nvSpPr>
        <dsp:cNvPr id="0" name=""/>
        <dsp:cNvSpPr/>
      </dsp:nvSpPr>
      <dsp:spPr>
        <a:xfrm>
          <a:off x="2924251" y="1097593"/>
          <a:ext cx="2657790" cy="159467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AU" sz="1900" kern="1200"/>
            <a:t>Why were there/or why could there be mixed messages when communicating like this?</a:t>
          </a:r>
          <a:endParaRPr lang="en-US" sz="1900" kern="1200" dirty="0"/>
        </a:p>
      </dsp:txBody>
      <dsp:txXfrm>
        <a:off x="2924251" y="1097593"/>
        <a:ext cx="2657790" cy="1594674"/>
      </dsp:txXfrm>
    </dsp:sp>
    <dsp:sp modelId="{79AD6950-3B80-4F07-9758-8464E668E4AA}">
      <dsp:nvSpPr>
        <dsp:cNvPr id="0" name=""/>
        <dsp:cNvSpPr/>
      </dsp:nvSpPr>
      <dsp:spPr>
        <a:xfrm>
          <a:off x="681" y="2958047"/>
          <a:ext cx="2657790" cy="1594674"/>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AU" sz="1900" kern="1200" dirty="0"/>
            <a:t>In a sexual negotiation where sexual behaviours may occur, what cues might be used if a person did not want to oblige?</a:t>
          </a:r>
          <a:endParaRPr lang="en-GB" sz="1900" kern="1200" dirty="0"/>
        </a:p>
      </dsp:txBody>
      <dsp:txXfrm>
        <a:off x="681" y="2958047"/>
        <a:ext cx="2657790" cy="1594674"/>
      </dsp:txXfrm>
    </dsp:sp>
    <dsp:sp modelId="{2125DA0F-E21C-4340-BB17-DFDD6EBA47CF}">
      <dsp:nvSpPr>
        <dsp:cNvPr id="0" name=""/>
        <dsp:cNvSpPr/>
      </dsp:nvSpPr>
      <dsp:spPr>
        <a:xfrm>
          <a:off x="2924251" y="2958047"/>
          <a:ext cx="2657790" cy="1594674"/>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endParaRPr lang="en-GB" sz="1900" kern="1200"/>
        </a:p>
      </dsp:txBody>
      <dsp:txXfrm>
        <a:off x="2924251" y="2958047"/>
        <a:ext cx="2657790" cy="159467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0F3B1B-CE85-4565-8A68-3A63E1005223}">
      <dsp:nvSpPr>
        <dsp:cNvPr id="0" name=""/>
        <dsp:cNvSpPr/>
      </dsp:nvSpPr>
      <dsp:spPr>
        <a:xfrm>
          <a:off x="681" y="1097593"/>
          <a:ext cx="2657790" cy="159467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AU" sz="1700" kern="1200"/>
            <a:t>What strategies/skills were used to convey a message?</a:t>
          </a:r>
          <a:endParaRPr lang="en-US" sz="1700" kern="1200"/>
        </a:p>
      </dsp:txBody>
      <dsp:txXfrm>
        <a:off x="681" y="1097593"/>
        <a:ext cx="2657790" cy="1594674"/>
      </dsp:txXfrm>
    </dsp:sp>
    <dsp:sp modelId="{D681FC6D-435F-4D40-86B7-774D6E29BA93}">
      <dsp:nvSpPr>
        <dsp:cNvPr id="0" name=""/>
        <dsp:cNvSpPr/>
      </dsp:nvSpPr>
      <dsp:spPr>
        <a:xfrm>
          <a:off x="2924251" y="1097593"/>
          <a:ext cx="2657790" cy="159467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AU" sz="1700" kern="1200"/>
            <a:t>Why were there/or why could there be mixed messages when communicating like this?</a:t>
          </a:r>
          <a:endParaRPr lang="en-US" sz="1700" kern="1200" dirty="0"/>
        </a:p>
      </dsp:txBody>
      <dsp:txXfrm>
        <a:off x="2924251" y="1097593"/>
        <a:ext cx="2657790" cy="1594674"/>
      </dsp:txXfrm>
    </dsp:sp>
    <dsp:sp modelId="{79AD6950-3B80-4F07-9758-8464E668E4AA}">
      <dsp:nvSpPr>
        <dsp:cNvPr id="0" name=""/>
        <dsp:cNvSpPr/>
      </dsp:nvSpPr>
      <dsp:spPr>
        <a:xfrm>
          <a:off x="681" y="2958047"/>
          <a:ext cx="2657790" cy="1594674"/>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AU" sz="1700" kern="1200" dirty="0"/>
            <a:t>In a sexual negotiation where sexual behaviours may occur, what cues might be used if a person did not want to oblige?</a:t>
          </a:r>
          <a:endParaRPr lang="en-GB" sz="1700" kern="1200" dirty="0"/>
        </a:p>
      </dsp:txBody>
      <dsp:txXfrm>
        <a:off x="681" y="2958047"/>
        <a:ext cx="2657790" cy="1594674"/>
      </dsp:txXfrm>
    </dsp:sp>
    <dsp:sp modelId="{73211E2B-D73C-4194-A817-21B567F12A66}">
      <dsp:nvSpPr>
        <dsp:cNvPr id="0" name=""/>
        <dsp:cNvSpPr/>
      </dsp:nvSpPr>
      <dsp:spPr>
        <a:xfrm>
          <a:off x="2924251" y="2958047"/>
          <a:ext cx="2657790" cy="1594674"/>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AU" sz="1700" kern="1200"/>
            <a:t>Why do you think there are times when people ignore the non-verbal cues, or persist even when they suspect someone is uncertain? </a:t>
          </a:r>
          <a:endParaRPr lang="en-US" sz="1700" kern="1200" dirty="0"/>
        </a:p>
      </dsp:txBody>
      <dsp:txXfrm>
        <a:off x="2924251" y="2958047"/>
        <a:ext cx="2657790" cy="159467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1D8AB0-823E-BC43-B6E2-654A40F2AE32}" type="datetimeFigureOut">
              <a:rPr lang="en-US" smtClean="0"/>
              <a:t>11/10/2023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FA5B9A-3C2C-634F-8582-DEDD16CFA49C}" type="slidenum">
              <a:rPr lang="en-US" smtClean="0"/>
              <a:t>‹#›</a:t>
            </a:fld>
            <a:endParaRPr lang="en-US"/>
          </a:p>
        </p:txBody>
      </p:sp>
    </p:spTree>
    <p:extLst>
      <p:ext uri="{BB962C8B-B14F-4D97-AF65-F5344CB8AC3E}">
        <p14:creationId xmlns:p14="http://schemas.microsoft.com/office/powerpoint/2010/main" val="2294884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https://create.kahoot.it/share/duplicate-of-healthy-relationships/6c150074-ebb1-4d99-ad73-d7e14f9539e0</a:t>
            </a:r>
          </a:p>
        </p:txBody>
      </p:sp>
      <p:sp>
        <p:nvSpPr>
          <p:cNvPr id="4" name="Slide Number Placeholder 3"/>
          <p:cNvSpPr>
            <a:spLocks noGrp="1"/>
          </p:cNvSpPr>
          <p:nvPr>
            <p:ph type="sldNum" sz="quarter" idx="5"/>
          </p:nvPr>
        </p:nvSpPr>
        <p:spPr/>
        <p:txBody>
          <a:bodyPr/>
          <a:lstStyle/>
          <a:p>
            <a:fld id="{9BCBF389-55DC-F148-B335-C7E72E404CF4}" type="slidenum">
              <a:rPr lang="en-US" smtClean="0"/>
              <a:t>3</a:t>
            </a:fld>
            <a:endParaRPr lang="en-US"/>
          </a:p>
        </p:txBody>
      </p:sp>
    </p:spTree>
    <p:extLst>
      <p:ext uri="{BB962C8B-B14F-4D97-AF65-F5344CB8AC3E}">
        <p14:creationId xmlns:p14="http://schemas.microsoft.com/office/powerpoint/2010/main" val="3135547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CFA5B9A-3C2C-634F-8582-DEDD16CFA49C}" type="slidenum">
              <a:rPr lang="en-US" smtClean="0"/>
              <a:t>5</a:t>
            </a:fld>
            <a:endParaRPr lang="en-US"/>
          </a:p>
        </p:txBody>
      </p:sp>
    </p:spTree>
    <p:extLst>
      <p:ext uri="{BB962C8B-B14F-4D97-AF65-F5344CB8AC3E}">
        <p14:creationId xmlns:p14="http://schemas.microsoft.com/office/powerpoint/2010/main" val="17297575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Optional to review the framework</a:t>
            </a:r>
          </a:p>
        </p:txBody>
      </p:sp>
      <p:sp>
        <p:nvSpPr>
          <p:cNvPr id="4" name="Slide Number Placeholder 3"/>
          <p:cNvSpPr>
            <a:spLocks noGrp="1"/>
          </p:cNvSpPr>
          <p:nvPr>
            <p:ph type="sldNum" sz="quarter" idx="5"/>
          </p:nvPr>
        </p:nvSpPr>
        <p:spPr/>
        <p:txBody>
          <a:bodyPr/>
          <a:lstStyle/>
          <a:p>
            <a:fld id="{6CFA5B9A-3C2C-634F-8582-DEDD16CFA49C}" type="slidenum">
              <a:rPr lang="en-US" smtClean="0"/>
              <a:t>6</a:t>
            </a:fld>
            <a:endParaRPr lang="en-US"/>
          </a:p>
        </p:txBody>
      </p:sp>
    </p:spTree>
    <p:extLst>
      <p:ext uri="{BB962C8B-B14F-4D97-AF65-F5344CB8AC3E}">
        <p14:creationId xmlns:p14="http://schemas.microsoft.com/office/powerpoint/2010/main" val="3073358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Story is also in their workbooks to follow along</a:t>
            </a:r>
          </a:p>
        </p:txBody>
      </p:sp>
      <p:sp>
        <p:nvSpPr>
          <p:cNvPr id="4" name="Slide Number Placeholder 3"/>
          <p:cNvSpPr>
            <a:spLocks noGrp="1"/>
          </p:cNvSpPr>
          <p:nvPr>
            <p:ph type="sldNum" sz="quarter" idx="5"/>
          </p:nvPr>
        </p:nvSpPr>
        <p:spPr/>
        <p:txBody>
          <a:bodyPr/>
          <a:lstStyle/>
          <a:p>
            <a:fld id="{6CFA5B9A-3C2C-634F-8582-DEDD16CFA49C}" type="slidenum">
              <a:rPr lang="en-US" smtClean="0"/>
              <a:t>7</a:t>
            </a:fld>
            <a:endParaRPr lang="en-US"/>
          </a:p>
        </p:txBody>
      </p:sp>
    </p:spTree>
    <p:extLst>
      <p:ext uri="{BB962C8B-B14F-4D97-AF65-F5344CB8AC3E}">
        <p14:creationId xmlns:p14="http://schemas.microsoft.com/office/powerpoint/2010/main" val="5589740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i.e., body language, facial expressions, noises etc.</a:t>
            </a:r>
          </a:p>
          <a:p>
            <a:pPr marL="228600" indent="-228600">
              <a:buAutoNum type="arabicPeriod"/>
            </a:pPr>
            <a:r>
              <a:rPr lang="en-US" dirty="0"/>
              <a:t>i.e., misunderstanding, miscommunication, misinterpretation etc. </a:t>
            </a:r>
          </a:p>
          <a:p>
            <a:pPr marL="228600" indent="-228600">
              <a:buAutoNum type="arabicPeriod"/>
            </a:pPr>
            <a:r>
              <a:rPr lang="en-US" dirty="0"/>
              <a:t>i.e., shrugging or pushing away, closed body language, grunts, negative facial expressions etc.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i.e., people may get caught up in the moment, they are only thinking about themselves and their wants/needs, false assumptions (the people may have engaged in sexual behaviours before and think that it’s okay this time, they may know the other person has engaged in those behaviours before and assume they would want too etc.)</a:t>
            </a:r>
          </a:p>
        </p:txBody>
      </p:sp>
      <p:sp>
        <p:nvSpPr>
          <p:cNvPr id="4" name="Slide Number Placeholder 3"/>
          <p:cNvSpPr>
            <a:spLocks noGrp="1"/>
          </p:cNvSpPr>
          <p:nvPr>
            <p:ph type="sldNum" sz="quarter" idx="5"/>
          </p:nvPr>
        </p:nvSpPr>
        <p:spPr/>
        <p:txBody>
          <a:bodyPr/>
          <a:lstStyle/>
          <a:p>
            <a:fld id="{9BCBF389-55DC-F148-B335-C7E72E404CF4}" type="slidenum">
              <a:rPr lang="en-US" smtClean="0"/>
              <a:t>9</a:t>
            </a:fld>
            <a:endParaRPr lang="en-US"/>
          </a:p>
        </p:txBody>
      </p:sp>
    </p:spTree>
    <p:extLst>
      <p:ext uri="{BB962C8B-B14F-4D97-AF65-F5344CB8AC3E}">
        <p14:creationId xmlns:p14="http://schemas.microsoft.com/office/powerpoint/2010/main" val="2144983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i.e., body language, facial expressions, noises etc.</a:t>
            </a:r>
          </a:p>
          <a:p>
            <a:pPr marL="228600" indent="-228600">
              <a:buAutoNum type="arabicPeriod"/>
            </a:pPr>
            <a:r>
              <a:rPr lang="en-US" dirty="0"/>
              <a:t>i.e., misunderstanding, miscommunication, misinterpretation etc. </a:t>
            </a:r>
          </a:p>
          <a:p>
            <a:pPr marL="228600" indent="-228600">
              <a:buAutoNum type="arabicPeriod"/>
            </a:pPr>
            <a:r>
              <a:rPr lang="en-US" dirty="0"/>
              <a:t>i.e., shrugging or pushing away, closed body language, grunts, negative facial expressions etc.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i.e., people may get caught up in the moment, they are only thinking about themselves and their wants/needs, false assumptions (the people may have engaged in sexual behaviours before and think that it’s okay this time, they may know the other person has engaged in those behaviours before and assume they would want too etc.)</a:t>
            </a:r>
          </a:p>
        </p:txBody>
      </p:sp>
      <p:sp>
        <p:nvSpPr>
          <p:cNvPr id="4" name="Slide Number Placeholder 3"/>
          <p:cNvSpPr>
            <a:spLocks noGrp="1"/>
          </p:cNvSpPr>
          <p:nvPr>
            <p:ph type="sldNum" sz="quarter" idx="5"/>
          </p:nvPr>
        </p:nvSpPr>
        <p:spPr/>
        <p:txBody>
          <a:bodyPr/>
          <a:lstStyle/>
          <a:p>
            <a:fld id="{9BCBF389-55DC-F148-B335-C7E72E404CF4}" type="slidenum">
              <a:rPr lang="en-US" smtClean="0"/>
              <a:t>10</a:t>
            </a:fld>
            <a:endParaRPr lang="en-US"/>
          </a:p>
        </p:txBody>
      </p:sp>
    </p:spTree>
    <p:extLst>
      <p:ext uri="{BB962C8B-B14F-4D97-AF65-F5344CB8AC3E}">
        <p14:creationId xmlns:p14="http://schemas.microsoft.com/office/powerpoint/2010/main" val="1891648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i.e., body language, facial expressions, noises etc.</a:t>
            </a:r>
          </a:p>
          <a:p>
            <a:pPr marL="228600" indent="-228600">
              <a:buAutoNum type="arabicPeriod"/>
            </a:pPr>
            <a:r>
              <a:rPr lang="en-US" dirty="0"/>
              <a:t>i.e., misunderstanding, miscommunication, misinterpretation etc. </a:t>
            </a:r>
          </a:p>
          <a:p>
            <a:pPr marL="228600" indent="-228600">
              <a:buAutoNum type="arabicPeriod"/>
            </a:pPr>
            <a:r>
              <a:rPr lang="en-US" dirty="0"/>
              <a:t>i.e., shrugging or pushing away, closed body language, grunts, negative facial expressions etc.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i.e., people may get caught up in the moment, they are only thinking about themselves and their wants/needs, false assumptions (the people may have engaged in sexual behaviours before and think that it’s okay this time, they may know the other person has engaged in those behaviours before and assume they would want too etc.)</a:t>
            </a:r>
          </a:p>
        </p:txBody>
      </p:sp>
      <p:sp>
        <p:nvSpPr>
          <p:cNvPr id="4" name="Slide Number Placeholder 3"/>
          <p:cNvSpPr>
            <a:spLocks noGrp="1"/>
          </p:cNvSpPr>
          <p:nvPr>
            <p:ph type="sldNum" sz="quarter" idx="5"/>
          </p:nvPr>
        </p:nvSpPr>
        <p:spPr/>
        <p:txBody>
          <a:bodyPr/>
          <a:lstStyle/>
          <a:p>
            <a:fld id="{9BCBF389-55DC-F148-B335-C7E72E404CF4}" type="slidenum">
              <a:rPr lang="en-US" smtClean="0"/>
              <a:t>11</a:t>
            </a:fld>
            <a:endParaRPr lang="en-US"/>
          </a:p>
        </p:txBody>
      </p:sp>
    </p:spTree>
    <p:extLst>
      <p:ext uri="{BB962C8B-B14F-4D97-AF65-F5344CB8AC3E}">
        <p14:creationId xmlns:p14="http://schemas.microsoft.com/office/powerpoint/2010/main" val="2389684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i.e., body language, facial expressions, noises etc.</a:t>
            </a:r>
          </a:p>
          <a:p>
            <a:pPr marL="228600" indent="-228600">
              <a:buAutoNum type="arabicPeriod"/>
            </a:pPr>
            <a:r>
              <a:rPr lang="en-US" dirty="0"/>
              <a:t>i.e., misunderstanding, miscommunication, misinterpretation etc. </a:t>
            </a:r>
          </a:p>
          <a:p>
            <a:pPr marL="228600" indent="-228600">
              <a:buAutoNum type="arabicPeriod"/>
            </a:pPr>
            <a:r>
              <a:rPr lang="en-US" dirty="0"/>
              <a:t>i.e., shrugging or pushing away, closed body language, grunts, negative facial expressions etc.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i.e., people may get caught up in the moment, they are only thinking about themselves and their wants/needs, false assumptions (the people may have engaged in sexual behaviours before and think that it’s okay this time, they may know the other person has engaged in those behaviours before and assume they would want too etc.)</a:t>
            </a:r>
          </a:p>
        </p:txBody>
      </p:sp>
      <p:sp>
        <p:nvSpPr>
          <p:cNvPr id="4" name="Slide Number Placeholder 3"/>
          <p:cNvSpPr>
            <a:spLocks noGrp="1"/>
          </p:cNvSpPr>
          <p:nvPr>
            <p:ph type="sldNum" sz="quarter" idx="5"/>
          </p:nvPr>
        </p:nvSpPr>
        <p:spPr/>
        <p:txBody>
          <a:bodyPr/>
          <a:lstStyle/>
          <a:p>
            <a:fld id="{9BCBF389-55DC-F148-B335-C7E72E404CF4}" type="slidenum">
              <a:rPr lang="en-US" smtClean="0"/>
              <a:t>12</a:t>
            </a:fld>
            <a:endParaRPr lang="en-US"/>
          </a:p>
        </p:txBody>
      </p:sp>
    </p:spTree>
    <p:extLst>
      <p:ext uri="{BB962C8B-B14F-4D97-AF65-F5344CB8AC3E}">
        <p14:creationId xmlns:p14="http://schemas.microsoft.com/office/powerpoint/2010/main" val="792667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9AA1A-D8B1-B642-B5FA-034749F000B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A948208-7E1A-2842-9604-D48C8115BD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D9D32A0-8103-2F47-908B-7AC7ADBC45C7}"/>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9002523C-BF98-5C47-949E-8CDF6A7D90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FFB279-DBA7-D543-9D04-0ECEA4E43448}"/>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072331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80EA1-A710-F147-9824-FB42D2C9D2F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BE99643-CDF0-E34C-B40B-9434A83A54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52F9938-6456-8F4B-9B08-7488A5CFF102}"/>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E424C054-08B0-5B44-9711-9BB0C76B38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8AAB5F-5A0F-AA4F-8FD6-F2EE019317FC}"/>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760073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90EFE-F65D-6F4C-8C4C-DC15EF29CC2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89FE3DD-78E9-D249-943F-5E4AEEE507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2EB39EF-E1B2-B64F-AAD4-20D3914D3903}"/>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E8299ED9-2095-0A41-AB8D-90D47260E3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A8ADEF-2CEE-B841-96FC-F8D9104E8E9F}"/>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693848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E1E26-37BA-E549-BD51-98C7135C04A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57D16B1-A7DE-884E-95DC-E8EC2F2F270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DDE544C-6FF8-9E4D-BAE4-1A2FC7E5274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1311BE4-852C-3746-9893-BA9B2652FB7C}"/>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6" name="Footer Placeholder 5">
            <a:extLst>
              <a:ext uri="{FF2B5EF4-FFF2-40B4-BE49-F238E27FC236}">
                <a16:creationId xmlns:a16="http://schemas.microsoft.com/office/drawing/2014/main" id="{2B08825C-06C9-A148-A71C-379F8483F2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6F2281-33C0-3849-B726-A8E450A4C877}"/>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776373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06A-1FC2-9344-B2F0-D934AA48AF1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F3FE8CD-C22E-5647-B94D-33B7F3186C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F0C789A-EFDA-564A-98F3-5BD3F16EDC8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29AC524-F52B-A344-87EF-A1FEF99F9D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241ABD3-34ED-A644-A137-CEDDB1CD313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2D7F7FB-B51D-8C49-B148-318DED999560}"/>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8" name="Footer Placeholder 7">
            <a:extLst>
              <a:ext uri="{FF2B5EF4-FFF2-40B4-BE49-F238E27FC236}">
                <a16:creationId xmlns:a16="http://schemas.microsoft.com/office/drawing/2014/main" id="{085E6BCA-80FE-854D-A627-CB445E9F13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BB53A1-E6B2-1D46-9449-75F09ADD04F3}"/>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1975269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54BC2-E1E3-4A47-8E88-D0FAAF02E49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0DFE690-8409-C742-8F18-F5AE6D23DFEF}"/>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4" name="Footer Placeholder 3">
            <a:extLst>
              <a:ext uri="{FF2B5EF4-FFF2-40B4-BE49-F238E27FC236}">
                <a16:creationId xmlns:a16="http://schemas.microsoft.com/office/drawing/2014/main" id="{BADEF96A-3236-3845-9EA2-6CD6A1E722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407D1B-E98B-4F40-9B4D-517191D633A0}"/>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938802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6270B5-9A5A-694A-B974-09018805AF82}"/>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3" name="Footer Placeholder 2">
            <a:extLst>
              <a:ext uri="{FF2B5EF4-FFF2-40B4-BE49-F238E27FC236}">
                <a16:creationId xmlns:a16="http://schemas.microsoft.com/office/drawing/2014/main" id="{168DD51E-F58F-B046-A91A-D16B3D9160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A2B5AE-A52D-A649-BD4D-793CC9E99972}"/>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1918798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227A4-AAA9-B64A-83F5-4DD4CBE5CDD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3D1413B-299C-724C-BAD9-DEA48B1EC8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E6F122A-EECE-BE40-AE9F-E05D37648D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3062703-E69F-E747-97CA-DD322AAD1E2E}"/>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6" name="Footer Placeholder 5">
            <a:extLst>
              <a:ext uri="{FF2B5EF4-FFF2-40B4-BE49-F238E27FC236}">
                <a16:creationId xmlns:a16="http://schemas.microsoft.com/office/drawing/2014/main" id="{4F78D0EC-2AAA-D248-B725-13A0BA305B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BE50A9-9718-AF49-A12A-099EEB5402E0}"/>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62400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30E7E-3AAD-8640-8E0A-9FCACF793AA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EC49A7A-C6D8-4D49-821A-67652640A0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60C745-8D8F-F841-AA14-AFA13EFB6A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0906B88-47F5-5848-A203-CCB8D6050454}"/>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6" name="Footer Placeholder 5">
            <a:extLst>
              <a:ext uri="{FF2B5EF4-FFF2-40B4-BE49-F238E27FC236}">
                <a16:creationId xmlns:a16="http://schemas.microsoft.com/office/drawing/2014/main" id="{6A127A69-2FC3-C347-BEA2-747DA72D77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F0AA35-18F3-A74C-9C84-999E18D5323B}"/>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739592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4BE7B-E8E3-C544-9C83-408A67C97EA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DC9654D-3051-1343-8CAA-1F241AD08B2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D53C3A0-CADC-6344-8A5D-0765713FCEAF}"/>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64D3C358-F5F0-BE49-8F7F-9101BC1764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8A4B55-F420-0C4A-B017-46666B4E89A9}"/>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974256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3FB6C5-D359-6143-9E99-2EB8B86CBF0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99CD439-AC10-3F49-A649-8741A63D434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3084498-23F1-FB47-AEA2-BB246838FE08}"/>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C8059AE7-6904-2D45-9FAB-ED6CA66A51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36B0AF-B5D8-D041-8BB1-0FEEC92A1CA1}"/>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427981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86B43D-F0C7-FF42-BDE7-EA5B8850BF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D6F1A2C-2AC7-4847-8D14-9896AD45D4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C6E72F5-7135-7942-B0F0-FD85E11195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43521C71-EAA6-0E40-ABD1-5AA76963D0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4FDDCD-3762-3A43-A576-339DC3E370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BEDAD0-5C73-0347-AD99-7654E3306D9E}" type="slidenum">
              <a:rPr lang="en-US" smtClean="0"/>
              <a:t>‹#›</a:t>
            </a:fld>
            <a:endParaRPr lang="en-US"/>
          </a:p>
        </p:txBody>
      </p:sp>
    </p:spTree>
    <p:extLst>
      <p:ext uri="{BB962C8B-B14F-4D97-AF65-F5344CB8AC3E}">
        <p14:creationId xmlns:p14="http://schemas.microsoft.com/office/powerpoint/2010/main" val="2362255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create.kahoot.it/share/duplicate-of-healthy-relationships/6c150074-ebb1-4d99-ad73-d7e14f9539e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6.emf"/><Relationship Id="rId7" Type="http://schemas.openxmlformats.org/officeDocument/2006/relationships/image" Target="../media/image10.emf"/><Relationship Id="rId2" Type="http://schemas.openxmlformats.org/officeDocument/2006/relationships/image" Target="../media/image5.emf"/><Relationship Id="rId1" Type="http://schemas.openxmlformats.org/officeDocument/2006/relationships/slideLayout" Target="../slideLayouts/slideLayout2.xml"/><Relationship Id="rId6" Type="http://schemas.openxmlformats.org/officeDocument/2006/relationships/image" Target="../media/image9.emf"/><Relationship Id="rId11" Type="http://schemas.openxmlformats.org/officeDocument/2006/relationships/image" Target="../media/image14.emf"/><Relationship Id="rId5" Type="http://schemas.openxmlformats.org/officeDocument/2006/relationships/image" Target="../media/image8.emf"/><Relationship Id="rId10" Type="http://schemas.openxmlformats.org/officeDocument/2006/relationships/image" Target="../media/image13.emf"/><Relationship Id="rId4" Type="http://schemas.openxmlformats.org/officeDocument/2006/relationships/image" Target="../media/image7.emf"/><Relationship Id="rId9" Type="http://schemas.openxmlformats.org/officeDocument/2006/relationships/image" Target="../media/image12.emf"/></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How to build closer relationships |">
            <a:extLst>
              <a:ext uri="{FF2B5EF4-FFF2-40B4-BE49-F238E27FC236}">
                <a16:creationId xmlns:a16="http://schemas.microsoft.com/office/drawing/2014/main" id="{993A6699-BC9B-511F-3E60-ABF0D8FB83AC}"/>
              </a:ext>
            </a:extLst>
          </p:cNvPr>
          <p:cNvPicPr>
            <a:picLocks noChangeAspect="1" noChangeArrowheads="1"/>
          </p:cNvPicPr>
          <p:nvPr/>
        </p:nvPicPr>
        <p:blipFill rotWithShape="1">
          <a:blip r:embed="rId2">
            <a:alphaModFix amt="40000"/>
            <a:extLst>
              <a:ext uri="{28A0092B-C50C-407E-A947-70E740481C1C}">
                <a14:useLocalDpi xmlns:a14="http://schemas.microsoft.com/office/drawing/2010/main" val="0"/>
              </a:ext>
            </a:extLst>
          </a:blip>
          <a:srcRect t="1516" b="4734"/>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CBD0C3AA-FE2A-B1FA-AAE1-86525DFA0D16}"/>
              </a:ext>
            </a:extLst>
          </p:cNvPr>
          <p:cNvSpPr>
            <a:spLocks noGrp="1"/>
          </p:cNvSpPr>
          <p:nvPr>
            <p:ph type="ctrTitle"/>
          </p:nvPr>
        </p:nvSpPr>
        <p:spPr>
          <a:xfrm>
            <a:off x="965200" y="965200"/>
            <a:ext cx="10261600" cy="3564869"/>
          </a:xfrm>
        </p:spPr>
        <p:txBody>
          <a:bodyPr>
            <a:normAutofit/>
          </a:bodyPr>
          <a:lstStyle/>
          <a:p>
            <a:pPr algn="l"/>
            <a:r>
              <a:rPr lang="en-AU" sz="11500" i="1" dirty="0">
                <a:ln w="22225">
                  <a:solidFill>
                    <a:schemeClr val="tx1"/>
                  </a:solidFill>
                  <a:miter lim="800000"/>
                </a:ln>
                <a:noFill/>
              </a:rPr>
              <a:t>Relationships</a:t>
            </a:r>
          </a:p>
        </p:txBody>
      </p:sp>
      <p:sp>
        <p:nvSpPr>
          <p:cNvPr id="5" name="Subtitle 4">
            <a:extLst>
              <a:ext uri="{FF2B5EF4-FFF2-40B4-BE49-F238E27FC236}">
                <a16:creationId xmlns:a16="http://schemas.microsoft.com/office/drawing/2014/main" id="{21600534-E8EC-062C-BAE6-7252BE062A69}"/>
              </a:ext>
            </a:extLst>
          </p:cNvPr>
          <p:cNvSpPr>
            <a:spLocks noGrp="1"/>
          </p:cNvSpPr>
          <p:nvPr>
            <p:ph type="subTitle" idx="1"/>
          </p:nvPr>
        </p:nvSpPr>
        <p:spPr>
          <a:xfrm>
            <a:off x="965200" y="4572002"/>
            <a:ext cx="10261600" cy="1202995"/>
          </a:xfrm>
        </p:spPr>
        <p:txBody>
          <a:bodyPr>
            <a:normAutofit/>
          </a:bodyPr>
          <a:lstStyle/>
          <a:p>
            <a:pPr algn="l"/>
            <a:r>
              <a:rPr lang="en-AU" sz="2000" dirty="0"/>
              <a:t>Year 10 Health 2024</a:t>
            </a:r>
          </a:p>
          <a:p>
            <a:pPr algn="l"/>
            <a:endParaRPr lang="en-AU" sz="2000" dirty="0"/>
          </a:p>
          <a:p>
            <a:pPr algn="l"/>
            <a:r>
              <a:rPr lang="en-AU" sz="2000" dirty="0"/>
              <a:t>Lesson 6</a:t>
            </a:r>
          </a:p>
        </p:txBody>
      </p:sp>
    </p:spTree>
    <p:extLst>
      <p:ext uri="{BB962C8B-B14F-4D97-AF65-F5344CB8AC3E}">
        <p14:creationId xmlns:p14="http://schemas.microsoft.com/office/powerpoint/2010/main" val="266226226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64840D-1C6F-CE4F-9326-77D4E899D40A}"/>
              </a:ext>
            </a:extLst>
          </p:cNvPr>
          <p:cNvSpPr>
            <a:spLocks noGrp="1"/>
          </p:cNvSpPr>
          <p:nvPr>
            <p:ph type="title"/>
          </p:nvPr>
        </p:nvSpPr>
        <p:spPr>
          <a:xfrm>
            <a:off x="6657715" y="467271"/>
            <a:ext cx="4195674" cy="2052522"/>
          </a:xfrm>
        </p:spPr>
        <p:txBody>
          <a:bodyPr anchor="b">
            <a:normAutofit/>
          </a:bodyPr>
          <a:lstStyle/>
          <a:p>
            <a:r>
              <a:rPr lang="en-US" sz="4300" b="1" dirty="0"/>
              <a:t>Todays Focus:</a:t>
            </a:r>
          </a:p>
        </p:txBody>
      </p:sp>
      <p:sp>
        <p:nvSpPr>
          <p:cNvPr id="73" name="Oval 72">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bout a Relationship | Humans">
            <a:extLst>
              <a:ext uri="{FF2B5EF4-FFF2-40B4-BE49-F238E27FC236}">
                <a16:creationId xmlns:a16="http://schemas.microsoft.com/office/drawing/2014/main" id="{96FABFFB-E460-7943-9DB7-118103F51A5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875" r="13374" b="-2"/>
          <a:stretch/>
        </p:blipFill>
        <p:spPr bwMode="auto">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a:noFill/>
          <a:extLst>
            <a:ext uri="{909E8E84-426E-40DD-AFC4-6F175D3DCCD1}">
              <a14:hiddenFill xmlns:a14="http://schemas.microsoft.com/office/drawing/2010/main">
                <a:solidFill>
                  <a:srgbClr val="FFFFFF"/>
                </a:solidFill>
              </a14:hiddenFill>
            </a:ext>
          </a:extLst>
        </p:spPr>
      </p:pic>
      <p:sp>
        <p:nvSpPr>
          <p:cNvPr id="75"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77"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3271F4BF-2934-5D4F-827E-B5276B218B44}"/>
              </a:ext>
            </a:extLst>
          </p:cNvPr>
          <p:cNvSpPr>
            <a:spLocks noGrp="1"/>
          </p:cNvSpPr>
          <p:nvPr>
            <p:ph idx="1"/>
          </p:nvPr>
        </p:nvSpPr>
        <p:spPr>
          <a:xfrm>
            <a:off x="6657715" y="2990818"/>
            <a:ext cx="4928445" cy="2913872"/>
          </a:xfrm>
        </p:spPr>
        <p:txBody>
          <a:bodyPr anchor="t">
            <a:normAutofit/>
          </a:bodyPr>
          <a:lstStyle/>
          <a:p>
            <a:endParaRPr lang="en-US" sz="2000" dirty="0">
              <a:solidFill>
                <a:schemeClr val="tx1">
                  <a:alpha val="80000"/>
                </a:schemeClr>
              </a:solidFill>
            </a:endParaRPr>
          </a:p>
          <a:p>
            <a:r>
              <a:rPr lang="en-US" sz="2000" dirty="0">
                <a:solidFill>
                  <a:schemeClr val="tx1">
                    <a:alpha val="80000"/>
                  </a:schemeClr>
                </a:solidFill>
              </a:rPr>
              <a:t>Explore reasons young people engage in sexual behaviours.</a:t>
            </a:r>
          </a:p>
          <a:p>
            <a:r>
              <a:rPr lang="en-US" sz="2000" dirty="0">
                <a:solidFill>
                  <a:schemeClr val="tx1">
                    <a:alpha val="80000"/>
                  </a:schemeClr>
                </a:solidFill>
              </a:rPr>
              <a:t>Discuss the importance and impact of non-verbal communication. </a:t>
            </a:r>
          </a:p>
          <a:p>
            <a:endParaRPr lang="en-US" sz="2000" dirty="0">
              <a:solidFill>
                <a:schemeClr val="tx1">
                  <a:alpha val="80000"/>
                </a:schemeClr>
              </a:solidFill>
            </a:endParaRPr>
          </a:p>
        </p:txBody>
      </p:sp>
      <p:sp>
        <p:nvSpPr>
          <p:cNvPr id="79"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cxnSp>
        <p:nvCxnSpPr>
          <p:cNvPr id="81"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9363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6" descr="8 Educational Sites Like Kahoot">
            <a:extLst>
              <a:ext uri="{FF2B5EF4-FFF2-40B4-BE49-F238E27FC236}">
                <a16:creationId xmlns:a16="http://schemas.microsoft.com/office/drawing/2014/main" id="{B4F58166-B46E-4F76-8517-0C9700EE903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146" r="16355"/>
          <a:stretch/>
        </p:blipFill>
        <p:spPr bwMode="auto">
          <a:xfrm>
            <a:off x="1"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7EDF292-8D8D-4EFE-81FD-B50FFF9CA849}"/>
              </a:ext>
            </a:extLst>
          </p:cNvPr>
          <p:cNvSpPr txBox="1"/>
          <p:nvPr/>
        </p:nvSpPr>
        <p:spPr>
          <a:xfrm>
            <a:off x="7531610" y="365125"/>
            <a:ext cx="3822189" cy="189991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a:latin typeface="+mj-lt"/>
                <a:ea typeface="+mj-ea"/>
                <a:cs typeface="+mj-cs"/>
              </a:rPr>
              <a:t>Relationships and Consent</a:t>
            </a:r>
          </a:p>
        </p:txBody>
      </p:sp>
      <p:sp>
        <p:nvSpPr>
          <p:cNvPr id="3" name="Content Placeholder 2">
            <a:extLst>
              <a:ext uri="{FF2B5EF4-FFF2-40B4-BE49-F238E27FC236}">
                <a16:creationId xmlns:a16="http://schemas.microsoft.com/office/drawing/2014/main" id="{15D55BF1-CF90-4CE8-BBEE-4EA5C5160748}"/>
              </a:ext>
            </a:extLst>
          </p:cNvPr>
          <p:cNvSpPr>
            <a:spLocks noGrp="1"/>
          </p:cNvSpPr>
          <p:nvPr>
            <p:ph idx="1"/>
          </p:nvPr>
        </p:nvSpPr>
        <p:spPr>
          <a:xfrm>
            <a:off x="7531610" y="2434201"/>
            <a:ext cx="3822189" cy="3742762"/>
          </a:xfrm>
        </p:spPr>
        <p:txBody>
          <a:bodyPr vert="horz" lIns="91440" tIns="45720" rIns="91440" bIns="45720" rtlCol="0">
            <a:normAutofit/>
          </a:bodyPr>
          <a:lstStyle/>
          <a:p>
            <a:r>
              <a:rPr lang="en-US" sz="2000">
                <a:hlinkClick r:id="rId4"/>
              </a:rPr>
              <a:t>https://create.kahoot.it/share/duplicate-of-healthy-relationships/6c150074-ebb1-4d99-ad73-d7e14f9539e0</a:t>
            </a:r>
            <a:endParaRPr lang="en-US" sz="2000"/>
          </a:p>
          <a:p>
            <a:endParaRPr lang="en-US" sz="2000"/>
          </a:p>
        </p:txBody>
      </p:sp>
    </p:spTree>
    <p:extLst>
      <p:ext uri="{BB962C8B-B14F-4D97-AF65-F5344CB8AC3E}">
        <p14:creationId xmlns:p14="http://schemas.microsoft.com/office/powerpoint/2010/main" val="3237107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A1B324-0C59-A260-0F96-09668B543855}"/>
              </a:ext>
            </a:extLst>
          </p:cNvPr>
          <p:cNvSpPr>
            <a:spLocks noGrp="1"/>
          </p:cNvSpPr>
          <p:nvPr>
            <p:ph type="title"/>
          </p:nvPr>
        </p:nvSpPr>
        <p:spPr>
          <a:xfrm>
            <a:off x="589560" y="856180"/>
            <a:ext cx="4560584" cy="1128068"/>
          </a:xfrm>
        </p:spPr>
        <p:txBody>
          <a:bodyPr anchor="ctr">
            <a:normAutofit fontScale="90000"/>
          </a:bodyPr>
          <a:lstStyle/>
          <a:p>
            <a:r>
              <a:rPr lang="en-AU" sz="3700" dirty="0"/>
              <a:t>Activity 1a: Pressures to be Sexually Active </a:t>
            </a:r>
            <a:r>
              <a:rPr lang="en-AU" sz="4000" dirty="0"/>
              <a:t>(pg.28)</a:t>
            </a:r>
            <a:r>
              <a:rPr lang="en-US" sz="4000" dirty="0"/>
              <a:t> </a:t>
            </a:r>
            <a:endParaRPr lang="en-AU" sz="3700" dirty="0"/>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152A5F1-05B2-AFEE-2E64-07BC32E987EC}"/>
              </a:ext>
            </a:extLst>
          </p:cNvPr>
          <p:cNvSpPr>
            <a:spLocks noGrp="1"/>
          </p:cNvSpPr>
          <p:nvPr>
            <p:ph idx="1"/>
          </p:nvPr>
        </p:nvSpPr>
        <p:spPr>
          <a:xfrm>
            <a:off x="590719" y="2330505"/>
            <a:ext cx="4559425" cy="3979585"/>
          </a:xfrm>
        </p:spPr>
        <p:txBody>
          <a:bodyPr anchor="ctr">
            <a:normAutofit/>
          </a:bodyPr>
          <a:lstStyle/>
          <a:p>
            <a:r>
              <a:rPr lang="en-AU" sz="2400" dirty="0"/>
              <a:t>Individually answer the questions into your workbooks.</a:t>
            </a:r>
          </a:p>
          <a:p>
            <a:endParaRPr lang="en-AU" sz="2400" dirty="0"/>
          </a:p>
          <a:p>
            <a:r>
              <a:rPr lang="en-AU" sz="2400" dirty="0"/>
              <a:t>Be prepared to share your responses. </a:t>
            </a:r>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CED17E6-8986-B9DB-1074-E1A2A717739A}"/>
              </a:ext>
            </a:extLst>
          </p:cNvPr>
          <p:cNvSpPr txBox="1"/>
          <p:nvPr/>
        </p:nvSpPr>
        <p:spPr>
          <a:xfrm>
            <a:off x="5685810" y="751026"/>
            <a:ext cx="6096000" cy="5355312"/>
          </a:xfrm>
          <a:prstGeom prst="rect">
            <a:avLst/>
          </a:prstGeom>
          <a:noFill/>
        </p:spPr>
        <p:txBody>
          <a:bodyPr wrap="square">
            <a:spAutoFit/>
          </a:bodyPr>
          <a:lstStyle/>
          <a:p>
            <a:r>
              <a:rPr lang="en-AU" b="1" i="1" dirty="0">
                <a:effectLst/>
                <a:ea typeface="Calibri" panose="020F0502020204030204" pitchFamily="34" charset="0"/>
                <a:cs typeface="Times New Roman" panose="02020603050405020304" pitchFamily="18" charset="0"/>
              </a:rPr>
              <a:t>List 5 reasons young people decide to have sexual intercourse and engage in sexual behaviours:</a:t>
            </a:r>
          </a:p>
          <a:p>
            <a:pPr marL="457200" indent="-457200">
              <a:buFont typeface="+mj-lt"/>
              <a:buAutoNum type="arabicPeriod"/>
            </a:pPr>
            <a:endParaRPr lang="en-AU" dirty="0">
              <a:ea typeface="Calibri" panose="020F0502020204030204" pitchFamily="34" charset="0"/>
              <a:cs typeface="Times New Roman" panose="02020603050405020304" pitchFamily="18" charset="0"/>
            </a:endParaRPr>
          </a:p>
          <a:p>
            <a:pPr marL="457200" indent="-457200">
              <a:buFont typeface="Arial" panose="020B0604020202020204" pitchFamily="34" charset="0"/>
              <a:buChar char="•"/>
            </a:pPr>
            <a:r>
              <a:rPr lang="en-AU" dirty="0">
                <a:ea typeface="Calibri" panose="020F0502020204030204" pitchFamily="34" charset="0"/>
                <a:cs typeface="Times New Roman" panose="02020603050405020304" pitchFamily="18" charset="0"/>
              </a:rPr>
              <a:t>In love, everyone is doing it, curious, under the influence, to please someone, peer pressure, to fit in, enjoyment etc.</a:t>
            </a:r>
          </a:p>
          <a:p>
            <a:pPr marL="457200" indent="-457200">
              <a:buFont typeface="+mj-lt"/>
              <a:buAutoNum type="arabicPeriod"/>
            </a:pPr>
            <a:endParaRPr lang="en-AU" dirty="0">
              <a:effectLst/>
              <a:ea typeface="Calibri" panose="020F0502020204030204" pitchFamily="34" charset="0"/>
              <a:cs typeface="Times New Roman" panose="02020603050405020304" pitchFamily="18" charset="0"/>
            </a:endParaRPr>
          </a:p>
          <a:p>
            <a:r>
              <a:rPr lang="en-AU" sz="1800" b="1" i="1" dirty="0">
                <a:effectLst/>
                <a:latin typeface="Calibri" panose="020F0502020204030204" pitchFamily="34" charset="0"/>
                <a:ea typeface="Calibri" panose="020F0502020204030204" pitchFamily="34" charset="0"/>
                <a:cs typeface="Times New Roman" panose="02020603050405020304" pitchFamily="18" charset="0"/>
              </a:rPr>
              <a:t>List 5 reasons why young people may choose to postpone sexual intercourse/sexual behaviours:</a:t>
            </a:r>
          </a:p>
          <a:p>
            <a:endParaRPr lang="en-AU" dirty="0">
              <a:effectLst/>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AU" dirty="0">
                <a:ea typeface="Calibri" panose="020F0502020204030204" pitchFamily="34" charset="0"/>
                <a:cs typeface="Times New Roman" panose="02020603050405020304" pitchFamily="18" charset="0"/>
              </a:rPr>
              <a:t>Religious/cultural reasons, don’t want to, scared, not in a relationship, past trauma, don’t know how to be safe etc. </a:t>
            </a:r>
          </a:p>
          <a:p>
            <a:pPr marL="457200" indent="-457200">
              <a:buFont typeface="+mj-lt"/>
              <a:buAutoNum type="arabicPeriod"/>
            </a:pPr>
            <a:endParaRPr lang="en-AU" dirty="0">
              <a:effectLst/>
              <a:ea typeface="Calibri" panose="020F0502020204030204" pitchFamily="34" charset="0"/>
              <a:cs typeface="Times New Roman" panose="02020603050405020304" pitchFamily="18" charset="0"/>
            </a:endParaRPr>
          </a:p>
          <a:p>
            <a:r>
              <a:rPr lang="en-AU" b="1" i="1" dirty="0">
                <a:effectLst/>
                <a:ea typeface="Calibri" panose="020F0502020204030204" pitchFamily="34" charset="0"/>
                <a:cs typeface="Times New Roman" panose="02020603050405020304" pitchFamily="18" charset="0"/>
              </a:rPr>
              <a:t>What are some considerations that couples need to discuss prior to sex?</a:t>
            </a:r>
          </a:p>
          <a:p>
            <a:pPr marL="285750" indent="-285750">
              <a:buFont typeface="Arial" panose="020B0604020202020204" pitchFamily="34" charset="0"/>
              <a:buChar char="•"/>
            </a:pPr>
            <a:endParaRPr lang="en-AU" dirty="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AU" dirty="0">
                <a:effectLst/>
                <a:ea typeface="Calibri" panose="020F0502020204030204" pitchFamily="34" charset="0"/>
                <a:cs typeface="Times New Roman" panose="02020603050405020304" pitchFamily="18" charset="0"/>
              </a:rPr>
              <a:t>The risks involved, possible consequences, consent, what the desired outcome may be, how to be safe etc. </a:t>
            </a:r>
          </a:p>
          <a:p>
            <a:pPr marL="914400" lvl="1" indent="-457200">
              <a:buFont typeface="+mj-lt"/>
              <a:buAutoNum type="arabicPeriod"/>
            </a:pPr>
            <a:endParaRPr lang="en-AU" dirty="0">
              <a:cs typeface="Times New Roman" panose="02020603050405020304" pitchFamily="18" charset="0"/>
            </a:endParaRPr>
          </a:p>
          <a:p>
            <a:pPr marL="914400" lvl="1" indent="-457200">
              <a:buFont typeface="+mj-lt"/>
              <a:buAutoNum type="arabicPeriod"/>
            </a:pPr>
            <a:endParaRPr lang="en-AU" dirty="0"/>
          </a:p>
        </p:txBody>
      </p:sp>
    </p:spTree>
    <p:extLst>
      <p:ext uri="{BB962C8B-B14F-4D97-AF65-F5344CB8AC3E}">
        <p14:creationId xmlns:p14="http://schemas.microsoft.com/office/powerpoint/2010/main" val="1419126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6" end="6"/>
                                            </p:txEl>
                                          </p:spTgt>
                                        </p:tgtEl>
                                        <p:attrNameLst>
                                          <p:attrName>style.visibility</p:attrName>
                                        </p:attrNameLst>
                                      </p:cBhvr>
                                      <p:to>
                                        <p:strVal val="visible"/>
                                      </p:to>
                                    </p:set>
                                    <p:animEffect transition="in" filter="fade">
                                      <p:cBhvr>
                                        <p:cTn id="12" dur="500"/>
                                        <p:tgtEl>
                                          <p:spTgt spid="6">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10" end="10"/>
                                            </p:txEl>
                                          </p:spTgt>
                                        </p:tgtEl>
                                        <p:attrNameLst>
                                          <p:attrName>style.visibility</p:attrName>
                                        </p:attrNameLst>
                                      </p:cBhvr>
                                      <p:to>
                                        <p:strVal val="visible"/>
                                      </p:to>
                                    </p:set>
                                    <p:animEffect transition="in" filter="fade">
                                      <p:cBhvr>
                                        <p:cTn id="17" dur="50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38EC38-224B-EF43-1290-64A51E3A000E}"/>
              </a:ext>
            </a:extLst>
          </p:cNvPr>
          <p:cNvSpPr>
            <a:spLocks noGrp="1"/>
          </p:cNvSpPr>
          <p:nvPr>
            <p:ph type="title"/>
          </p:nvPr>
        </p:nvSpPr>
        <p:spPr>
          <a:xfrm>
            <a:off x="793662" y="386930"/>
            <a:ext cx="10066122" cy="1298448"/>
          </a:xfrm>
        </p:spPr>
        <p:txBody>
          <a:bodyPr anchor="b">
            <a:normAutofit/>
          </a:bodyPr>
          <a:lstStyle/>
          <a:p>
            <a:r>
              <a:rPr lang="en-AU" sz="4800" dirty="0"/>
              <a:t>Activity 1b: Chris &amp; Sam’s Story (pg.29)</a:t>
            </a:r>
            <a:r>
              <a:rPr lang="en-US" sz="4800" dirty="0"/>
              <a:t> </a:t>
            </a:r>
            <a:endParaRPr lang="en-AU" sz="4800" dirty="0"/>
          </a:p>
        </p:txBody>
      </p:sp>
      <p:sp>
        <p:nvSpPr>
          <p:cNvPr id="13" name="Rectangle 1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902D68C7-144B-7795-8527-BB7B0A8A268B}"/>
              </a:ext>
            </a:extLst>
          </p:cNvPr>
          <p:cNvSpPr>
            <a:spLocks noGrp="1"/>
          </p:cNvSpPr>
          <p:nvPr>
            <p:ph idx="1"/>
          </p:nvPr>
        </p:nvSpPr>
        <p:spPr>
          <a:xfrm>
            <a:off x="496920" y="2599509"/>
            <a:ext cx="6033990" cy="3639450"/>
          </a:xfrm>
        </p:spPr>
        <p:txBody>
          <a:bodyPr anchor="ctr">
            <a:normAutofit/>
          </a:bodyPr>
          <a:lstStyle/>
          <a:p>
            <a:r>
              <a:rPr lang="en-US" sz="2000" dirty="0"/>
              <a:t>Read the story about Chris and Sam.</a:t>
            </a:r>
          </a:p>
          <a:p>
            <a:endParaRPr lang="en-US" sz="2000" dirty="0"/>
          </a:p>
          <a:p>
            <a:r>
              <a:rPr lang="en-US" sz="2000" dirty="0" err="1"/>
              <a:t>Analyse</a:t>
            </a:r>
            <a:r>
              <a:rPr lang="en-US" sz="2000" dirty="0"/>
              <a:t> the story and use the Love, Sex, and Relationships Ethical Framework to suggest what they should do and how each element of the framework applies. </a:t>
            </a:r>
          </a:p>
          <a:p>
            <a:pPr lvl="1"/>
            <a:r>
              <a:rPr lang="en-US" sz="1600" dirty="0"/>
              <a:t>Taking Care of Me</a:t>
            </a:r>
          </a:p>
          <a:p>
            <a:pPr lvl="1"/>
            <a:r>
              <a:rPr lang="en-US" sz="1600" dirty="0"/>
              <a:t>Taking Care of You</a:t>
            </a:r>
          </a:p>
          <a:p>
            <a:pPr lvl="1"/>
            <a:r>
              <a:rPr lang="en-US" sz="1600" dirty="0"/>
              <a:t>Having an Equal Say</a:t>
            </a:r>
          </a:p>
          <a:p>
            <a:pPr lvl="1"/>
            <a:r>
              <a:rPr lang="en-US" sz="1600" dirty="0"/>
              <a:t>Learning as we go</a:t>
            </a:r>
          </a:p>
        </p:txBody>
      </p:sp>
      <p:pic>
        <p:nvPicPr>
          <p:cNvPr id="4" name="Content Placeholder 3" descr="A drawing of hands holding a heart&#10;&#10;Description automatically generated">
            <a:extLst>
              <a:ext uri="{FF2B5EF4-FFF2-40B4-BE49-F238E27FC236}">
                <a16:creationId xmlns:a16="http://schemas.microsoft.com/office/drawing/2014/main" id="{EAB4F55A-1673-8379-0367-F2416AECFA3F}"/>
              </a:ext>
            </a:extLst>
          </p:cNvPr>
          <p:cNvPicPr>
            <a:picLocks noChangeAspect="1"/>
          </p:cNvPicPr>
          <p:nvPr/>
        </p:nvPicPr>
        <p:blipFill rotWithShape="1">
          <a:blip r:embed="rId3"/>
          <a:srcRect r="2" b="1211"/>
          <a:stretch/>
        </p:blipFill>
        <p:spPr>
          <a:xfrm>
            <a:off x="6530910" y="2484255"/>
            <a:ext cx="4852451" cy="3714244"/>
          </a:xfrm>
          <a:prstGeom prst="rect">
            <a:avLst/>
          </a:prstGeom>
        </p:spPr>
      </p:pic>
      <p:sp>
        <p:nvSpPr>
          <p:cNvPr id="17" name="Rectangle 1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3102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917DB80B-55AE-9FCF-3A1E-75B409F487AC}"/>
              </a:ext>
            </a:extLst>
          </p:cNvPr>
          <p:cNvGraphicFramePr>
            <a:graphicFrameLocks/>
          </p:cNvGraphicFramePr>
          <p:nvPr>
            <p:extLst>
              <p:ext uri="{D42A27DB-BD31-4B8C-83A1-F6EECF244321}">
                <p14:modId xmlns:p14="http://schemas.microsoft.com/office/powerpoint/2010/main" val="1442100591"/>
              </p:ext>
            </p:extLst>
          </p:nvPr>
        </p:nvGraphicFramePr>
        <p:xfrm>
          <a:off x="438150" y="133350"/>
          <a:ext cx="11220450" cy="65913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07C8A782-5619-6A34-DAD6-FA119FB8FAFD}"/>
              </a:ext>
            </a:extLst>
          </p:cNvPr>
          <p:cNvSpPr txBox="1"/>
          <p:nvPr/>
        </p:nvSpPr>
        <p:spPr>
          <a:xfrm>
            <a:off x="2031926" y="5770543"/>
            <a:ext cx="5832648" cy="954107"/>
          </a:xfrm>
          <a:prstGeom prst="rect">
            <a:avLst/>
          </a:prstGeom>
          <a:noFill/>
        </p:spPr>
        <p:txBody>
          <a:bodyPr wrap="square" rtlCol="0">
            <a:spAutoFit/>
          </a:bodyPr>
          <a:lstStyle/>
          <a:p>
            <a:pPr algn="ctr"/>
            <a:r>
              <a:rPr lang="en-US" sz="2800" dirty="0">
                <a:solidFill>
                  <a:schemeClr val="bg1"/>
                </a:solidFill>
              </a:rPr>
              <a:t>Review: Love, Sex and Relationships Ethical Framework</a:t>
            </a:r>
          </a:p>
        </p:txBody>
      </p:sp>
    </p:spTree>
    <p:extLst>
      <p:ext uri="{BB962C8B-B14F-4D97-AF65-F5344CB8AC3E}">
        <p14:creationId xmlns:p14="http://schemas.microsoft.com/office/powerpoint/2010/main" val="1649364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3E91C6-9135-B12A-5485-DE288DEFC656}"/>
              </a:ext>
            </a:extLst>
          </p:cNvPr>
          <p:cNvSpPr>
            <a:spLocks noGrp="1"/>
          </p:cNvSpPr>
          <p:nvPr>
            <p:ph type="title"/>
          </p:nvPr>
        </p:nvSpPr>
        <p:spPr>
          <a:xfrm>
            <a:off x="838200" y="365125"/>
            <a:ext cx="10515600" cy="1325563"/>
          </a:xfrm>
        </p:spPr>
        <p:txBody>
          <a:bodyPr>
            <a:normAutofit/>
          </a:bodyPr>
          <a:lstStyle/>
          <a:p>
            <a:r>
              <a:rPr lang="en-AU" sz="5400" dirty="0"/>
              <a:t>Chris &amp; Sam’s Story (pg.29)</a:t>
            </a:r>
            <a:r>
              <a:rPr lang="en-US" sz="5400" dirty="0"/>
              <a:t> </a:t>
            </a:r>
            <a:endParaRPr lang="en-AU" sz="5400" dirty="0"/>
          </a:p>
        </p:txBody>
      </p:sp>
      <p:sp>
        <p:nvSpPr>
          <p:cNvPr id="2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E7A03BF-5868-EF8B-C10C-116803B1DC8D}"/>
              </a:ext>
            </a:extLst>
          </p:cNvPr>
          <p:cNvSpPr>
            <a:spLocks noGrp="1"/>
          </p:cNvSpPr>
          <p:nvPr>
            <p:ph idx="1"/>
          </p:nvPr>
        </p:nvSpPr>
        <p:spPr>
          <a:xfrm>
            <a:off x="838200" y="1929383"/>
            <a:ext cx="10515600" cy="4563491"/>
          </a:xfrm>
        </p:spPr>
        <p:txBody>
          <a:bodyPr>
            <a:normAutofit/>
          </a:bodyPr>
          <a:lstStyle/>
          <a:p>
            <a:pPr marL="0" indent="0">
              <a:buNone/>
            </a:pPr>
            <a:r>
              <a:rPr lang="en-AU" sz="1800" dirty="0"/>
              <a:t>Sam has never had a boyfriend, although she has kissed a few boys. Everything changed when she met Chris at a party. He is a few years older than her and while they aren’t officially boyfriend/girlfriend (although she would like it to be), they have been with each other a few times now. She is a bit obsessed with him and can’t get him out of her mind. </a:t>
            </a:r>
          </a:p>
          <a:p>
            <a:pPr marL="0" indent="0">
              <a:buNone/>
            </a:pPr>
            <a:r>
              <a:rPr lang="en-AU" sz="1800" dirty="0"/>
              <a:t>There’s a party on tonight and he’s texted her a few times to see if she’ll be there. She feels both excited and nervous. She’d definitely like to be with him again, but she doesn’t want to go too far. The first time she was with him, he tried a few times to slip his hand in her jeans, but she didn’t let him. It’s got so heavy so fast, and he seems to expect a lot. She knows he’s had plenty of girlfriends and she’s flattered that he wants to be with her. </a:t>
            </a:r>
          </a:p>
          <a:p>
            <a:pPr marL="0" indent="0">
              <a:buNone/>
            </a:pPr>
            <a:r>
              <a:rPr lang="en-AU" sz="1800" dirty="0"/>
              <a:t>Chris is looking forward to seeing Sam tonight. She’s got this way of talking that he loves, and she is hot. He’s had quite a few girlfriends. He’s had a lot of sex. He knows she hasn’t been with many (any?) guys, but he’ll keep trying. </a:t>
            </a:r>
          </a:p>
          <a:p>
            <a:pPr marL="0" indent="0">
              <a:buNone/>
            </a:pPr>
            <a:r>
              <a:rPr lang="en-AU" sz="1800" dirty="0"/>
              <a:t>Chris and Sam get together at the party. They are finally alone. They are out in his car. Her shirt is off. Her jeans are down. She’s gone further than she’d planned but it was hard to stop because it felt so good. But now she wants to stop. He keeps trying for sex and she wants to stop. </a:t>
            </a:r>
          </a:p>
          <a:p>
            <a:endParaRPr lang="en-AU" sz="1700" dirty="0"/>
          </a:p>
        </p:txBody>
      </p:sp>
    </p:spTree>
    <p:extLst>
      <p:ext uri="{BB962C8B-B14F-4D97-AF65-F5344CB8AC3E}">
        <p14:creationId xmlns:p14="http://schemas.microsoft.com/office/powerpoint/2010/main" val="3914255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1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A1CD2D-2C06-87FC-8032-484619D36148}"/>
              </a:ext>
            </a:extLst>
          </p:cNvPr>
          <p:cNvSpPr>
            <a:spLocks noGrp="1"/>
          </p:cNvSpPr>
          <p:nvPr>
            <p:ph type="title"/>
          </p:nvPr>
        </p:nvSpPr>
        <p:spPr>
          <a:xfrm>
            <a:off x="793662" y="386930"/>
            <a:ext cx="10066122" cy="1298448"/>
          </a:xfrm>
        </p:spPr>
        <p:txBody>
          <a:bodyPr vert="horz" lIns="91440" tIns="45720" rIns="91440" bIns="45720" rtlCol="0" anchor="b">
            <a:normAutofit fontScale="90000"/>
          </a:bodyPr>
          <a:lstStyle/>
          <a:p>
            <a:r>
              <a:rPr lang="en-US" sz="4800" kern="1200" dirty="0">
                <a:solidFill>
                  <a:schemeClr val="tx1"/>
                </a:solidFill>
                <a:latin typeface="+mj-lt"/>
                <a:ea typeface="+mj-ea"/>
                <a:cs typeface="+mj-cs"/>
              </a:rPr>
              <a:t>Activity 2: Waiter-Selector Food Activity </a:t>
            </a:r>
            <a:r>
              <a:rPr lang="en-AU" sz="4800" dirty="0"/>
              <a:t>(pg.30)</a:t>
            </a:r>
            <a:r>
              <a:rPr lang="en-US" sz="4800" dirty="0"/>
              <a:t> </a:t>
            </a:r>
            <a:endParaRPr lang="en-US" sz="4800" kern="1200" dirty="0">
              <a:solidFill>
                <a:schemeClr val="tx1"/>
              </a:solidFill>
              <a:latin typeface="+mj-lt"/>
              <a:ea typeface="+mj-ea"/>
              <a:cs typeface="+mj-cs"/>
            </a:endParaRPr>
          </a:p>
        </p:txBody>
      </p:sp>
      <p:sp>
        <p:nvSpPr>
          <p:cNvPr id="27" name="Rectangle 2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107EFA7-A867-42E2-9CB3-4AE7CABFE2F5}"/>
              </a:ext>
            </a:extLst>
          </p:cNvPr>
          <p:cNvSpPr txBox="1"/>
          <p:nvPr/>
        </p:nvSpPr>
        <p:spPr>
          <a:xfrm>
            <a:off x="793661" y="2599509"/>
            <a:ext cx="4530898" cy="363945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endParaRPr lang="en-US" sz="2000" dirty="0"/>
          </a:p>
        </p:txBody>
      </p:sp>
      <p:sp>
        <p:nvSpPr>
          <p:cNvPr id="26" name="Rectangle 2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DF0D535-8836-B461-FD4A-05200ACEEFA6}"/>
              </a:ext>
            </a:extLst>
          </p:cNvPr>
          <p:cNvSpPr>
            <a:spLocks/>
          </p:cNvSpPr>
          <p:nvPr/>
        </p:nvSpPr>
        <p:spPr>
          <a:xfrm>
            <a:off x="407980" y="2353206"/>
            <a:ext cx="7770924" cy="3839456"/>
          </a:xfrm>
          <a:prstGeom prst="rect">
            <a:avLst/>
          </a:prstGeom>
        </p:spPr>
        <p:txBody>
          <a:bodyPr>
            <a:normAutofit fontScale="92500" lnSpcReduction="10000"/>
          </a:bodyPr>
          <a:lstStyle/>
          <a:p>
            <a:pPr defTabSz="512064">
              <a:lnSpc>
                <a:spcPct val="90000"/>
              </a:lnSpc>
              <a:spcAft>
                <a:spcPts val="600"/>
              </a:spcAft>
            </a:pPr>
            <a:r>
              <a:rPr lang="en-US" sz="1600" kern="1200" dirty="0">
                <a:solidFill>
                  <a:schemeClr val="tx1"/>
                </a:solidFill>
                <a:latin typeface="+mn-lt"/>
                <a:ea typeface="+mn-ea"/>
                <a:cs typeface="+mn-cs"/>
              </a:rPr>
              <a:t>Working in pairs – one person is the waiter; the other is the selector.</a:t>
            </a:r>
          </a:p>
          <a:p>
            <a:pPr defTabSz="512064">
              <a:lnSpc>
                <a:spcPct val="90000"/>
              </a:lnSpc>
              <a:spcAft>
                <a:spcPts val="600"/>
              </a:spcAft>
            </a:pPr>
            <a:endParaRPr lang="en-US" sz="1600" kern="1200" dirty="0">
              <a:solidFill>
                <a:schemeClr val="tx1"/>
              </a:solidFill>
              <a:latin typeface="+mn-lt"/>
              <a:ea typeface="+mn-ea"/>
              <a:cs typeface="+mn-cs"/>
            </a:endParaRPr>
          </a:p>
          <a:p>
            <a:pPr defTabSz="512064">
              <a:lnSpc>
                <a:spcPct val="90000"/>
              </a:lnSpc>
              <a:spcAft>
                <a:spcPts val="600"/>
              </a:spcAft>
            </a:pPr>
            <a:r>
              <a:rPr lang="en-US" sz="1600" b="1" kern="1200" dirty="0">
                <a:solidFill>
                  <a:schemeClr val="tx1"/>
                </a:solidFill>
                <a:latin typeface="+mn-lt"/>
                <a:ea typeface="+mn-ea"/>
                <a:cs typeface="+mn-cs"/>
              </a:rPr>
              <a:t>Selector:</a:t>
            </a:r>
          </a:p>
          <a:p>
            <a:pPr marL="541782" lvl="1" indent="-285750" defTabSz="512064">
              <a:lnSpc>
                <a:spcPct val="90000"/>
              </a:lnSpc>
              <a:spcAft>
                <a:spcPts val="600"/>
              </a:spcAft>
              <a:buFont typeface="Arial" panose="020B0604020202020204" pitchFamily="34" charset="0"/>
              <a:buChar char="•"/>
            </a:pPr>
            <a:r>
              <a:rPr lang="en-US" sz="1600" kern="1200" dirty="0">
                <a:solidFill>
                  <a:schemeClr val="tx1"/>
                </a:solidFill>
                <a:latin typeface="+mn-lt"/>
                <a:ea typeface="+mn-ea"/>
                <a:cs typeface="+mn-cs"/>
              </a:rPr>
              <a:t>In your workbook, rank the foods from 1 (most </a:t>
            </a:r>
            <a:r>
              <a:rPr lang="en-US" sz="1600" kern="1200" dirty="0" err="1">
                <a:solidFill>
                  <a:schemeClr val="tx1"/>
                </a:solidFill>
                <a:latin typeface="+mn-lt"/>
                <a:ea typeface="+mn-ea"/>
                <a:cs typeface="+mn-cs"/>
              </a:rPr>
              <a:t>favourite</a:t>
            </a:r>
            <a:r>
              <a:rPr lang="en-US" sz="1600" kern="1200" dirty="0">
                <a:solidFill>
                  <a:schemeClr val="tx1"/>
                </a:solidFill>
                <a:latin typeface="+mn-lt"/>
                <a:ea typeface="+mn-ea"/>
                <a:cs typeface="+mn-cs"/>
              </a:rPr>
              <a:t>) to 10 (least </a:t>
            </a:r>
            <a:r>
              <a:rPr lang="en-US" sz="1600" kern="1200" dirty="0" err="1">
                <a:solidFill>
                  <a:schemeClr val="tx1"/>
                </a:solidFill>
                <a:latin typeface="+mn-lt"/>
                <a:ea typeface="+mn-ea"/>
                <a:cs typeface="+mn-cs"/>
              </a:rPr>
              <a:t>favourite</a:t>
            </a:r>
            <a:r>
              <a:rPr lang="en-US" sz="1600" kern="1200" dirty="0">
                <a:solidFill>
                  <a:schemeClr val="tx1"/>
                </a:solidFill>
                <a:latin typeface="+mn-lt"/>
                <a:ea typeface="+mn-ea"/>
                <a:cs typeface="+mn-cs"/>
              </a:rPr>
              <a:t>).</a:t>
            </a:r>
          </a:p>
          <a:p>
            <a:pPr marL="541782" lvl="1" indent="-285750" defTabSz="512064">
              <a:lnSpc>
                <a:spcPct val="90000"/>
              </a:lnSpc>
              <a:spcAft>
                <a:spcPts val="600"/>
              </a:spcAft>
              <a:buFont typeface="Arial" panose="020B0604020202020204" pitchFamily="34" charset="0"/>
              <a:buChar char="•"/>
            </a:pPr>
            <a:r>
              <a:rPr lang="en-US" sz="1600" kern="1200" dirty="0">
                <a:solidFill>
                  <a:schemeClr val="tx1"/>
                </a:solidFill>
                <a:latin typeface="+mn-lt"/>
                <a:ea typeface="+mn-ea"/>
                <a:cs typeface="+mn-cs"/>
              </a:rPr>
              <a:t>You cannot speak, point or indicate anything.</a:t>
            </a:r>
          </a:p>
          <a:p>
            <a:pPr marL="541782" lvl="1" indent="-285750" defTabSz="512064">
              <a:lnSpc>
                <a:spcPct val="90000"/>
              </a:lnSpc>
              <a:spcAft>
                <a:spcPts val="600"/>
              </a:spcAft>
              <a:buFont typeface="Arial" panose="020B0604020202020204" pitchFamily="34" charset="0"/>
              <a:buChar char="•"/>
            </a:pPr>
            <a:r>
              <a:rPr lang="en-US" sz="1600" kern="1200" dirty="0">
                <a:solidFill>
                  <a:schemeClr val="tx1"/>
                </a:solidFill>
                <a:latin typeface="+mn-lt"/>
                <a:ea typeface="+mn-ea"/>
                <a:cs typeface="+mn-cs"/>
              </a:rPr>
              <a:t>You can gesture and use other non-verbal communication when answering the waiter's questions. </a:t>
            </a:r>
          </a:p>
          <a:p>
            <a:pPr marL="256032" lvl="1" defTabSz="512064">
              <a:lnSpc>
                <a:spcPct val="90000"/>
              </a:lnSpc>
              <a:spcAft>
                <a:spcPts val="600"/>
              </a:spcAft>
            </a:pPr>
            <a:endParaRPr lang="en-US" sz="1600" kern="1200" dirty="0">
              <a:solidFill>
                <a:schemeClr val="tx1"/>
              </a:solidFill>
              <a:latin typeface="+mn-lt"/>
              <a:ea typeface="+mn-ea"/>
              <a:cs typeface="+mn-cs"/>
            </a:endParaRPr>
          </a:p>
          <a:p>
            <a:pPr defTabSz="512064">
              <a:lnSpc>
                <a:spcPct val="90000"/>
              </a:lnSpc>
              <a:spcAft>
                <a:spcPts val="600"/>
              </a:spcAft>
            </a:pPr>
            <a:r>
              <a:rPr lang="en-US" sz="1600" b="1" kern="1200" dirty="0">
                <a:solidFill>
                  <a:schemeClr val="tx1"/>
                </a:solidFill>
                <a:latin typeface="+mn-lt"/>
                <a:ea typeface="+mn-ea"/>
                <a:cs typeface="+mn-cs"/>
              </a:rPr>
              <a:t>Waiter:</a:t>
            </a:r>
          </a:p>
          <a:p>
            <a:pPr marL="541782" lvl="1" indent="-285750" defTabSz="512064">
              <a:lnSpc>
                <a:spcPct val="90000"/>
              </a:lnSpc>
              <a:spcAft>
                <a:spcPts val="600"/>
              </a:spcAft>
              <a:buFont typeface="Arial" panose="020B0604020202020204" pitchFamily="34" charset="0"/>
              <a:buChar char="•"/>
            </a:pPr>
            <a:r>
              <a:rPr lang="en-US" sz="1600" kern="1200" dirty="0">
                <a:solidFill>
                  <a:schemeClr val="tx1"/>
                </a:solidFill>
                <a:latin typeface="+mn-lt"/>
                <a:ea typeface="+mn-ea"/>
                <a:cs typeface="+mn-cs"/>
              </a:rPr>
              <a:t>Ask the selector questions about their food choices and try and uncover their order of food order preferences. </a:t>
            </a:r>
          </a:p>
          <a:p>
            <a:pPr marL="541782" lvl="1" indent="-285750" defTabSz="512064">
              <a:lnSpc>
                <a:spcPct val="90000"/>
              </a:lnSpc>
              <a:spcAft>
                <a:spcPts val="600"/>
              </a:spcAft>
              <a:buFont typeface="Arial" panose="020B0604020202020204" pitchFamily="34" charset="0"/>
              <a:buChar char="•"/>
            </a:pPr>
            <a:r>
              <a:rPr lang="en-US" sz="1600" kern="1200" dirty="0">
                <a:solidFill>
                  <a:schemeClr val="tx1"/>
                </a:solidFill>
                <a:latin typeface="+mn-lt"/>
                <a:ea typeface="+mn-ea"/>
                <a:cs typeface="+mn-cs"/>
              </a:rPr>
              <a:t>You cannot ask questions such as “is chocolate your number 1?”</a:t>
            </a:r>
          </a:p>
          <a:p>
            <a:pPr marL="256032" lvl="1" defTabSz="512064">
              <a:lnSpc>
                <a:spcPct val="90000"/>
              </a:lnSpc>
              <a:spcAft>
                <a:spcPts val="600"/>
              </a:spcAft>
            </a:pPr>
            <a:endParaRPr lang="en-US" sz="1600" dirty="0"/>
          </a:p>
          <a:p>
            <a:pPr indent="-201168" defTabSz="512064">
              <a:lnSpc>
                <a:spcPct val="90000"/>
              </a:lnSpc>
              <a:spcAft>
                <a:spcPts val="600"/>
              </a:spcAft>
            </a:pPr>
            <a:r>
              <a:rPr lang="en-US" sz="1600" dirty="0"/>
              <a:t>Repeat and swap roles.</a:t>
            </a:r>
          </a:p>
          <a:p>
            <a:pPr defTabSz="512064">
              <a:lnSpc>
                <a:spcPct val="90000"/>
              </a:lnSpc>
              <a:spcAft>
                <a:spcPts val="600"/>
              </a:spcAft>
            </a:pPr>
            <a:endParaRPr lang="en-US" sz="1300" dirty="0"/>
          </a:p>
        </p:txBody>
      </p:sp>
      <p:pic>
        <p:nvPicPr>
          <p:cNvPr id="5" name="Picture 4">
            <a:extLst>
              <a:ext uri="{FF2B5EF4-FFF2-40B4-BE49-F238E27FC236}">
                <a16:creationId xmlns:a16="http://schemas.microsoft.com/office/drawing/2014/main" id="{EB0B4796-9A41-ABC2-1A83-4AD4B7D8A142}"/>
              </a:ext>
            </a:extLst>
          </p:cNvPr>
          <p:cNvPicPr>
            <a:picLocks noChangeAspect="1"/>
          </p:cNvPicPr>
          <p:nvPr/>
        </p:nvPicPr>
        <p:blipFill>
          <a:blip r:embed="rId2"/>
          <a:stretch>
            <a:fillRect/>
          </a:stretch>
        </p:blipFill>
        <p:spPr>
          <a:xfrm>
            <a:off x="10503923" y="4514045"/>
            <a:ext cx="807879" cy="807879"/>
          </a:xfrm>
          <a:prstGeom prst="rect">
            <a:avLst/>
          </a:prstGeom>
          <a:ln>
            <a:noFill/>
          </a:ln>
        </p:spPr>
      </p:pic>
      <p:pic>
        <p:nvPicPr>
          <p:cNvPr id="6" name="Picture 5">
            <a:extLst>
              <a:ext uri="{FF2B5EF4-FFF2-40B4-BE49-F238E27FC236}">
                <a16:creationId xmlns:a16="http://schemas.microsoft.com/office/drawing/2014/main" id="{17D57EA2-3F93-E472-ECC5-3CB537C7C2DF}"/>
              </a:ext>
            </a:extLst>
          </p:cNvPr>
          <p:cNvPicPr>
            <a:picLocks noChangeAspect="1"/>
          </p:cNvPicPr>
          <p:nvPr/>
        </p:nvPicPr>
        <p:blipFill>
          <a:blip r:embed="rId3"/>
          <a:stretch>
            <a:fillRect/>
          </a:stretch>
        </p:blipFill>
        <p:spPr>
          <a:xfrm>
            <a:off x="10739892" y="5694079"/>
            <a:ext cx="1044128" cy="904289"/>
          </a:xfrm>
          <a:prstGeom prst="rect">
            <a:avLst/>
          </a:prstGeom>
          <a:ln>
            <a:noFill/>
          </a:ln>
        </p:spPr>
      </p:pic>
      <p:pic>
        <p:nvPicPr>
          <p:cNvPr id="7" name="Picture 6">
            <a:extLst>
              <a:ext uri="{FF2B5EF4-FFF2-40B4-BE49-F238E27FC236}">
                <a16:creationId xmlns:a16="http://schemas.microsoft.com/office/drawing/2014/main" id="{7AD9F76A-9428-B0AB-45E2-682BEEC0CD3F}"/>
              </a:ext>
            </a:extLst>
          </p:cNvPr>
          <p:cNvPicPr>
            <a:picLocks noChangeAspect="1"/>
          </p:cNvPicPr>
          <p:nvPr/>
        </p:nvPicPr>
        <p:blipFill>
          <a:blip r:embed="rId4"/>
          <a:stretch>
            <a:fillRect/>
          </a:stretch>
        </p:blipFill>
        <p:spPr>
          <a:xfrm>
            <a:off x="9836427" y="2271055"/>
            <a:ext cx="1047171" cy="1025355"/>
          </a:xfrm>
          <a:prstGeom prst="rect">
            <a:avLst/>
          </a:prstGeom>
          <a:ln>
            <a:noFill/>
          </a:ln>
        </p:spPr>
      </p:pic>
      <p:pic>
        <p:nvPicPr>
          <p:cNvPr id="8" name="Picture 7">
            <a:extLst>
              <a:ext uri="{FF2B5EF4-FFF2-40B4-BE49-F238E27FC236}">
                <a16:creationId xmlns:a16="http://schemas.microsoft.com/office/drawing/2014/main" id="{3C09FB4B-2679-69A6-E6D6-2CC22D9867CF}"/>
              </a:ext>
            </a:extLst>
          </p:cNvPr>
          <p:cNvPicPr>
            <a:picLocks noChangeAspect="1"/>
          </p:cNvPicPr>
          <p:nvPr/>
        </p:nvPicPr>
        <p:blipFill>
          <a:blip r:embed="rId5"/>
          <a:stretch>
            <a:fillRect/>
          </a:stretch>
        </p:blipFill>
        <p:spPr>
          <a:xfrm>
            <a:off x="7165116" y="5630967"/>
            <a:ext cx="923125" cy="764858"/>
          </a:xfrm>
          <a:prstGeom prst="rect">
            <a:avLst/>
          </a:prstGeom>
          <a:ln>
            <a:noFill/>
          </a:ln>
        </p:spPr>
      </p:pic>
      <p:pic>
        <p:nvPicPr>
          <p:cNvPr id="9" name="Picture 8">
            <a:extLst>
              <a:ext uri="{FF2B5EF4-FFF2-40B4-BE49-F238E27FC236}">
                <a16:creationId xmlns:a16="http://schemas.microsoft.com/office/drawing/2014/main" id="{E4E322CD-4ACF-BC4A-5E47-F3B743D7AE1B}"/>
              </a:ext>
            </a:extLst>
          </p:cNvPr>
          <p:cNvPicPr>
            <a:picLocks noChangeAspect="1"/>
          </p:cNvPicPr>
          <p:nvPr/>
        </p:nvPicPr>
        <p:blipFill>
          <a:blip r:embed="rId6"/>
          <a:stretch>
            <a:fillRect/>
          </a:stretch>
        </p:blipFill>
        <p:spPr>
          <a:xfrm>
            <a:off x="9176436" y="5208757"/>
            <a:ext cx="1227598" cy="1008384"/>
          </a:xfrm>
          <a:prstGeom prst="rect">
            <a:avLst/>
          </a:prstGeom>
          <a:ln>
            <a:noFill/>
          </a:ln>
        </p:spPr>
      </p:pic>
      <p:pic>
        <p:nvPicPr>
          <p:cNvPr id="10" name="Picture 9">
            <a:extLst>
              <a:ext uri="{FF2B5EF4-FFF2-40B4-BE49-F238E27FC236}">
                <a16:creationId xmlns:a16="http://schemas.microsoft.com/office/drawing/2014/main" id="{B51C4C98-FA88-5C21-0A15-BDC7084E3FA6}"/>
              </a:ext>
            </a:extLst>
          </p:cNvPr>
          <p:cNvPicPr>
            <a:picLocks noChangeAspect="1"/>
          </p:cNvPicPr>
          <p:nvPr/>
        </p:nvPicPr>
        <p:blipFill rotWithShape="1">
          <a:blip r:embed="rId7"/>
          <a:srcRect b="5450"/>
          <a:stretch/>
        </p:blipFill>
        <p:spPr>
          <a:xfrm>
            <a:off x="8579562" y="2510529"/>
            <a:ext cx="1047171" cy="1030243"/>
          </a:xfrm>
          <a:prstGeom prst="rect">
            <a:avLst/>
          </a:prstGeom>
          <a:ln>
            <a:noFill/>
          </a:ln>
        </p:spPr>
      </p:pic>
      <p:pic>
        <p:nvPicPr>
          <p:cNvPr id="11" name="Picture 10">
            <a:extLst>
              <a:ext uri="{FF2B5EF4-FFF2-40B4-BE49-F238E27FC236}">
                <a16:creationId xmlns:a16="http://schemas.microsoft.com/office/drawing/2014/main" id="{45954D15-130D-5BEA-ADD6-AF7E13A1FC28}"/>
              </a:ext>
            </a:extLst>
          </p:cNvPr>
          <p:cNvPicPr>
            <a:picLocks noChangeAspect="1"/>
          </p:cNvPicPr>
          <p:nvPr/>
        </p:nvPicPr>
        <p:blipFill>
          <a:blip r:embed="rId8"/>
          <a:stretch>
            <a:fillRect/>
          </a:stretch>
        </p:blipFill>
        <p:spPr>
          <a:xfrm>
            <a:off x="10519609" y="3189309"/>
            <a:ext cx="963642" cy="952582"/>
          </a:xfrm>
          <a:prstGeom prst="rect">
            <a:avLst/>
          </a:prstGeom>
          <a:ln>
            <a:noFill/>
          </a:ln>
        </p:spPr>
      </p:pic>
      <p:pic>
        <p:nvPicPr>
          <p:cNvPr id="12" name="Picture 11">
            <a:extLst>
              <a:ext uri="{FF2B5EF4-FFF2-40B4-BE49-F238E27FC236}">
                <a16:creationId xmlns:a16="http://schemas.microsoft.com/office/drawing/2014/main" id="{2B0F50BB-C600-757F-652B-C97A2E0457C6}"/>
              </a:ext>
            </a:extLst>
          </p:cNvPr>
          <p:cNvPicPr>
            <a:picLocks noChangeAspect="1"/>
          </p:cNvPicPr>
          <p:nvPr/>
        </p:nvPicPr>
        <p:blipFill rotWithShape="1">
          <a:blip r:embed="rId9"/>
          <a:srcRect b="8977"/>
          <a:stretch/>
        </p:blipFill>
        <p:spPr>
          <a:xfrm>
            <a:off x="8906774" y="3838636"/>
            <a:ext cx="1322766" cy="940754"/>
          </a:xfrm>
          <a:prstGeom prst="rect">
            <a:avLst/>
          </a:prstGeom>
          <a:ln>
            <a:noFill/>
          </a:ln>
        </p:spPr>
      </p:pic>
      <p:pic>
        <p:nvPicPr>
          <p:cNvPr id="13" name="Picture 12">
            <a:extLst>
              <a:ext uri="{FF2B5EF4-FFF2-40B4-BE49-F238E27FC236}">
                <a16:creationId xmlns:a16="http://schemas.microsoft.com/office/drawing/2014/main" id="{E545C3AD-6434-7599-F7E5-A89D8FD76940}"/>
              </a:ext>
            </a:extLst>
          </p:cNvPr>
          <p:cNvPicPr>
            <a:picLocks noChangeAspect="1"/>
          </p:cNvPicPr>
          <p:nvPr/>
        </p:nvPicPr>
        <p:blipFill rotWithShape="1">
          <a:blip r:embed="rId10"/>
          <a:srcRect l="6692" t="16216" r="5406" b="17682"/>
          <a:stretch/>
        </p:blipFill>
        <p:spPr>
          <a:xfrm>
            <a:off x="8178904" y="5007565"/>
            <a:ext cx="938009" cy="705384"/>
          </a:xfrm>
          <a:prstGeom prst="rect">
            <a:avLst/>
          </a:prstGeom>
          <a:ln>
            <a:noFill/>
          </a:ln>
        </p:spPr>
      </p:pic>
      <p:pic>
        <p:nvPicPr>
          <p:cNvPr id="14" name="Picture 13">
            <a:extLst>
              <a:ext uri="{FF2B5EF4-FFF2-40B4-BE49-F238E27FC236}">
                <a16:creationId xmlns:a16="http://schemas.microsoft.com/office/drawing/2014/main" id="{B429B389-FAEA-99AB-22F4-48B57C07534E}"/>
              </a:ext>
            </a:extLst>
          </p:cNvPr>
          <p:cNvPicPr>
            <a:picLocks noChangeAspect="1"/>
          </p:cNvPicPr>
          <p:nvPr/>
        </p:nvPicPr>
        <p:blipFill>
          <a:blip r:embed="rId11"/>
          <a:stretch>
            <a:fillRect/>
          </a:stretch>
        </p:blipFill>
        <p:spPr>
          <a:xfrm>
            <a:off x="7709063" y="2331388"/>
            <a:ext cx="496856" cy="939369"/>
          </a:xfrm>
          <a:prstGeom prst="rect">
            <a:avLst/>
          </a:prstGeom>
          <a:ln>
            <a:noFill/>
          </a:ln>
        </p:spPr>
      </p:pic>
      <p:pic>
        <p:nvPicPr>
          <p:cNvPr id="17" name="Picture 16">
            <a:extLst>
              <a:ext uri="{FF2B5EF4-FFF2-40B4-BE49-F238E27FC236}">
                <a16:creationId xmlns:a16="http://schemas.microsoft.com/office/drawing/2014/main" id="{CF93F3BE-8A69-383A-250F-103EB941DB17}"/>
              </a:ext>
            </a:extLst>
          </p:cNvPr>
          <p:cNvPicPr>
            <a:picLocks noChangeAspect="1"/>
          </p:cNvPicPr>
          <p:nvPr/>
        </p:nvPicPr>
        <p:blipFill>
          <a:blip r:embed="rId2"/>
          <a:stretch>
            <a:fillRect/>
          </a:stretch>
        </p:blipFill>
        <p:spPr>
          <a:xfrm>
            <a:off x="10425638" y="4535863"/>
            <a:ext cx="807879" cy="807879"/>
          </a:xfrm>
          <a:prstGeom prst="rect">
            <a:avLst/>
          </a:prstGeom>
          <a:ln>
            <a:noFill/>
          </a:ln>
        </p:spPr>
      </p:pic>
      <p:pic>
        <p:nvPicPr>
          <p:cNvPr id="18" name="Picture 17">
            <a:extLst>
              <a:ext uri="{FF2B5EF4-FFF2-40B4-BE49-F238E27FC236}">
                <a16:creationId xmlns:a16="http://schemas.microsoft.com/office/drawing/2014/main" id="{28CCE24E-E260-BCC9-BA45-8193B7043C5A}"/>
              </a:ext>
            </a:extLst>
          </p:cNvPr>
          <p:cNvPicPr>
            <a:picLocks noChangeAspect="1"/>
          </p:cNvPicPr>
          <p:nvPr/>
        </p:nvPicPr>
        <p:blipFill>
          <a:blip r:embed="rId4"/>
          <a:stretch>
            <a:fillRect/>
          </a:stretch>
        </p:blipFill>
        <p:spPr>
          <a:xfrm>
            <a:off x="9758142" y="2292873"/>
            <a:ext cx="1047171" cy="1025355"/>
          </a:xfrm>
          <a:prstGeom prst="rect">
            <a:avLst/>
          </a:prstGeom>
          <a:ln>
            <a:noFill/>
          </a:ln>
        </p:spPr>
      </p:pic>
      <p:pic>
        <p:nvPicPr>
          <p:cNvPr id="19" name="Picture 18">
            <a:extLst>
              <a:ext uri="{FF2B5EF4-FFF2-40B4-BE49-F238E27FC236}">
                <a16:creationId xmlns:a16="http://schemas.microsoft.com/office/drawing/2014/main" id="{ED88E8D6-E4AD-76FF-5FAD-7232C808781E}"/>
              </a:ext>
            </a:extLst>
          </p:cNvPr>
          <p:cNvPicPr>
            <a:picLocks noChangeAspect="1"/>
          </p:cNvPicPr>
          <p:nvPr/>
        </p:nvPicPr>
        <p:blipFill>
          <a:blip r:embed="rId6"/>
          <a:stretch>
            <a:fillRect/>
          </a:stretch>
        </p:blipFill>
        <p:spPr>
          <a:xfrm>
            <a:off x="9098151" y="5230575"/>
            <a:ext cx="1227598" cy="1008384"/>
          </a:xfrm>
          <a:prstGeom prst="rect">
            <a:avLst/>
          </a:prstGeom>
          <a:ln>
            <a:noFill/>
          </a:ln>
        </p:spPr>
      </p:pic>
      <p:pic>
        <p:nvPicPr>
          <p:cNvPr id="21" name="Picture 20">
            <a:extLst>
              <a:ext uri="{FF2B5EF4-FFF2-40B4-BE49-F238E27FC236}">
                <a16:creationId xmlns:a16="http://schemas.microsoft.com/office/drawing/2014/main" id="{32801A3F-967E-6317-C8C4-9E173A233D25}"/>
              </a:ext>
            </a:extLst>
          </p:cNvPr>
          <p:cNvPicPr>
            <a:picLocks noChangeAspect="1"/>
          </p:cNvPicPr>
          <p:nvPr/>
        </p:nvPicPr>
        <p:blipFill rotWithShape="1">
          <a:blip r:embed="rId7"/>
          <a:srcRect b="5450"/>
          <a:stretch/>
        </p:blipFill>
        <p:spPr>
          <a:xfrm>
            <a:off x="8501277" y="2532347"/>
            <a:ext cx="1047171" cy="1030243"/>
          </a:xfrm>
          <a:prstGeom prst="rect">
            <a:avLst/>
          </a:prstGeom>
          <a:ln>
            <a:noFill/>
          </a:ln>
        </p:spPr>
      </p:pic>
      <p:pic>
        <p:nvPicPr>
          <p:cNvPr id="23" name="Picture 22">
            <a:extLst>
              <a:ext uri="{FF2B5EF4-FFF2-40B4-BE49-F238E27FC236}">
                <a16:creationId xmlns:a16="http://schemas.microsoft.com/office/drawing/2014/main" id="{FE78B8A0-D486-3044-D8AE-111344600FD6}"/>
              </a:ext>
            </a:extLst>
          </p:cNvPr>
          <p:cNvPicPr>
            <a:picLocks noChangeAspect="1"/>
          </p:cNvPicPr>
          <p:nvPr/>
        </p:nvPicPr>
        <p:blipFill>
          <a:blip r:embed="rId8"/>
          <a:stretch>
            <a:fillRect/>
          </a:stretch>
        </p:blipFill>
        <p:spPr>
          <a:xfrm>
            <a:off x="10441324" y="3211127"/>
            <a:ext cx="963642" cy="952582"/>
          </a:xfrm>
          <a:prstGeom prst="rect">
            <a:avLst/>
          </a:prstGeom>
          <a:ln>
            <a:noFill/>
          </a:ln>
        </p:spPr>
      </p:pic>
      <p:pic>
        <p:nvPicPr>
          <p:cNvPr id="28" name="Picture 27">
            <a:extLst>
              <a:ext uri="{FF2B5EF4-FFF2-40B4-BE49-F238E27FC236}">
                <a16:creationId xmlns:a16="http://schemas.microsoft.com/office/drawing/2014/main" id="{4E76F377-56E5-3806-672D-9735E5E6D2EA}"/>
              </a:ext>
            </a:extLst>
          </p:cNvPr>
          <p:cNvPicPr>
            <a:picLocks noChangeAspect="1"/>
          </p:cNvPicPr>
          <p:nvPr/>
        </p:nvPicPr>
        <p:blipFill rotWithShape="1">
          <a:blip r:embed="rId9"/>
          <a:srcRect b="8977"/>
          <a:stretch/>
        </p:blipFill>
        <p:spPr>
          <a:xfrm>
            <a:off x="8828489" y="3860454"/>
            <a:ext cx="1322766" cy="940754"/>
          </a:xfrm>
          <a:prstGeom prst="rect">
            <a:avLst/>
          </a:prstGeom>
          <a:ln>
            <a:noFill/>
          </a:ln>
        </p:spPr>
      </p:pic>
      <p:pic>
        <p:nvPicPr>
          <p:cNvPr id="29" name="Picture 28">
            <a:extLst>
              <a:ext uri="{FF2B5EF4-FFF2-40B4-BE49-F238E27FC236}">
                <a16:creationId xmlns:a16="http://schemas.microsoft.com/office/drawing/2014/main" id="{5D18E4F3-8D44-275D-6193-3EA271894500}"/>
              </a:ext>
            </a:extLst>
          </p:cNvPr>
          <p:cNvPicPr>
            <a:picLocks noChangeAspect="1"/>
          </p:cNvPicPr>
          <p:nvPr/>
        </p:nvPicPr>
        <p:blipFill>
          <a:blip r:embed="rId11"/>
          <a:stretch>
            <a:fillRect/>
          </a:stretch>
        </p:blipFill>
        <p:spPr>
          <a:xfrm>
            <a:off x="7630778" y="2353206"/>
            <a:ext cx="496856" cy="939369"/>
          </a:xfrm>
          <a:prstGeom prst="rect">
            <a:avLst/>
          </a:prstGeom>
          <a:ln>
            <a:noFill/>
          </a:ln>
        </p:spPr>
      </p:pic>
    </p:spTree>
    <p:extLst>
      <p:ext uri="{BB962C8B-B14F-4D97-AF65-F5344CB8AC3E}">
        <p14:creationId xmlns:p14="http://schemas.microsoft.com/office/powerpoint/2010/main" val="2110571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EFC920F-B85A-4068-BD93-41064EDE9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1C559108-BBAE-426C-8564-051D2BA6DD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4" name="Rectangle 13">
              <a:extLst>
                <a:ext uri="{FF2B5EF4-FFF2-40B4-BE49-F238E27FC236}">
                  <a16:creationId xmlns:a16="http://schemas.microsoft.com/office/drawing/2014/main" id="{42BC35EE-6650-42D2-AEFB-4B7CD1AFC9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952C743-9049-4DFB-878B-2AB07B6E4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99425" y="1238081"/>
            <a:ext cx="4709345" cy="962953"/>
          </a:xfrm>
        </p:spPr>
        <p:txBody>
          <a:bodyPr vert="horz" lIns="91440" tIns="45720" rIns="91440" bIns="45720" rtlCol="0" anchor="b">
            <a:normAutofit fontScale="90000"/>
          </a:bodyPr>
          <a:lstStyle/>
          <a:p>
            <a:r>
              <a:rPr lang="en-US" sz="2800" dirty="0"/>
              <a:t>Activity 2 Debrief:</a:t>
            </a:r>
            <a:br>
              <a:rPr lang="en-US" sz="2800" dirty="0"/>
            </a:br>
            <a:r>
              <a:rPr lang="en-US" sz="2800" dirty="0"/>
              <a:t>Non-Verbal Communication </a:t>
            </a:r>
            <a:r>
              <a:rPr lang="en-AU" sz="2800" dirty="0"/>
              <a:t> (pg.31)</a:t>
            </a:r>
            <a:r>
              <a:rPr lang="en-US" sz="2800" dirty="0"/>
              <a:t> </a:t>
            </a:r>
          </a:p>
        </p:txBody>
      </p:sp>
      <p:sp>
        <p:nvSpPr>
          <p:cNvPr id="19" name="Rectangle 18">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39885" y="2372170"/>
            <a:ext cx="438912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04D60EB-6EC7-1C82-00C6-743FA06AE682}"/>
              </a:ext>
            </a:extLst>
          </p:cNvPr>
          <p:cNvGraphicFramePr>
            <a:graphicFrameLocks noGrp="1"/>
          </p:cNvGraphicFramePr>
          <p:nvPr>
            <p:ph idx="1"/>
            <p:extLst>
              <p:ext uri="{D42A27DB-BD31-4B8C-83A1-F6EECF244321}">
                <p14:modId xmlns:p14="http://schemas.microsoft.com/office/powerpoint/2010/main" val="1847208749"/>
              </p:ext>
            </p:extLst>
          </p:nvPr>
        </p:nvGraphicFramePr>
        <p:xfrm>
          <a:off x="5958651" y="603524"/>
          <a:ext cx="5582724" cy="56503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24618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EFC920F-B85A-4068-BD93-41064EDE9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1C559108-BBAE-426C-8564-051D2BA6DD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4" name="Rectangle 13">
              <a:extLst>
                <a:ext uri="{FF2B5EF4-FFF2-40B4-BE49-F238E27FC236}">
                  <a16:creationId xmlns:a16="http://schemas.microsoft.com/office/drawing/2014/main" id="{42BC35EE-6650-42D2-AEFB-4B7CD1AFC9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952C743-9049-4DFB-878B-2AB07B6E4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99425" y="1238081"/>
            <a:ext cx="4709345" cy="962953"/>
          </a:xfrm>
        </p:spPr>
        <p:txBody>
          <a:bodyPr vert="horz" lIns="91440" tIns="45720" rIns="91440" bIns="45720" rtlCol="0" anchor="b">
            <a:normAutofit fontScale="90000"/>
          </a:bodyPr>
          <a:lstStyle/>
          <a:p>
            <a:r>
              <a:rPr lang="en-US" sz="2800" dirty="0"/>
              <a:t>Activity 2 Debrief:</a:t>
            </a:r>
            <a:br>
              <a:rPr lang="en-US" sz="2800" dirty="0"/>
            </a:br>
            <a:r>
              <a:rPr lang="en-US" sz="2800" dirty="0"/>
              <a:t>Non-Verbal Communication </a:t>
            </a:r>
            <a:r>
              <a:rPr lang="en-AU" sz="2800" dirty="0"/>
              <a:t>(pg.31)</a:t>
            </a:r>
            <a:r>
              <a:rPr lang="en-US" sz="2800" dirty="0"/>
              <a:t> </a:t>
            </a:r>
          </a:p>
        </p:txBody>
      </p:sp>
      <p:sp>
        <p:nvSpPr>
          <p:cNvPr id="19" name="Rectangle 18">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39885" y="2372170"/>
            <a:ext cx="438912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04D60EB-6EC7-1C82-00C6-743FA06AE682}"/>
              </a:ext>
            </a:extLst>
          </p:cNvPr>
          <p:cNvGraphicFramePr>
            <a:graphicFrameLocks noGrp="1"/>
          </p:cNvGraphicFramePr>
          <p:nvPr>
            <p:ph idx="1"/>
            <p:extLst>
              <p:ext uri="{D42A27DB-BD31-4B8C-83A1-F6EECF244321}">
                <p14:modId xmlns:p14="http://schemas.microsoft.com/office/powerpoint/2010/main" val="3091968672"/>
              </p:ext>
            </p:extLst>
          </p:nvPr>
        </p:nvGraphicFramePr>
        <p:xfrm>
          <a:off x="5958651" y="603524"/>
          <a:ext cx="5582724" cy="56503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20439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EFC920F-B85A-4068-BD93-41064EDE9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1C559108-BBAE-426C-8564-051D2BA6DD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4" name="Rectangle 13">
              <a:extLst>
                <a:ext uri="{FF2B5EF4-FFF2-40B4-BE49-F238E27FC236}">
                  <a16:creationId xmlns:a16="http://schemas.microsoft.com/office/drawing/2014/main" id="{42BC35EE-6650-42D2-AEFB-4B7CD1AFC9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952C743-9049-4DFB-878B-2AB07B6E4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99425" y="1238081"/>
            <a:ext cx="4709345" cy="962953"/>
          </a:xfrm>
        </p:spPr>
        <p:txBody>
          <a:bodyPr vert="horz" lIns="91440" tIns="45720" rIns="91440" bIns="45720" rtlCol="0" anchor="b">
            <a:normAutofit fontScale="90000"/>
          </a:bodyPr>
          <a:lstStyle/>
          <a:p>
            <a:r>
              <a:rPr lang="en-US" sz="2800" dirty="0"/>
              <a:t>Activity 2 Debrief:</a:t>
            </a:r>
            <a:br>
              <a:rPr lang="en-US" sz="2800" dirty="0"/>
            </a:br>
            <a:r>
              <a:rPr lang="en-US" sz="2800" dirty="0"/>
              <a:t>Non-Verbal Communication </a:t>
            </a:r>
            <a:r>
              <a:rPr lang="en-AU" sz="2800" dirty="0"/>
              <a:t>(pg.31)</a:t>
            </a:r>
            <a:r>
              <a:rPr lang="en-US" sz="2800" dirty="0"/>
              <a:t> </a:t>
            </a:r>
          </a:p>
        </p:txBody>
      </p:sp>
      <p:sp>
        <p:nvSpPr>
          <p:cNvPr id="19" name="Rectangle 18">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39885" y="2372170"/>
            <a:ext cx="438912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04D60EB-6EC7-1C82-00C6-743FA06AE682}"/>
              </a:ext>
            </a:extLst>
          </p:cNvPr>
          <p:cNvGraphicFramePr>
            <a:graphicFrameLocks noGrp="1"/>
          </p:cNvGraphicFramePr>
          <p:nvPr>
            <p:ph idx="1"/>
            <p:extLst>
              <p:ext uri="{D42A27DB-BD31-4B8C-83A1-F6EECF244321}">
                <p14:modId xmlns:p14="http://schemas.microsoft.com/office/powerpoint/2010/main" val="504893875"/>
              </p:ext>
            </p:extLst>
          </p:nvPr>
        </p:nvGraphicFramePr>
        <p:xfrm>
          <a:off x="5958651" y="603524"/>
          <a:ext cx="5582724" cy="56503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63091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EFC920F-B85A-4068-BD93-41064EDE9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1C559108-BBAE-426C-8564-051D2BA6DD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4" name="Rectangle 13">
              <a:extLst>
                <a:ext uri="{FF2B5EF4-FFF2-40B4-BE49-F238E27FC236}">
                  <a16:creationId xmlns:a16="http://schemas.microsoft.com/office/drawing/2014/main" id="{42BC35EE-6650-42D2-AEFB-4B7CD1AFC9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952C743-9049-4DFB-878B-2AB07B6E4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99425" y="1238081"/>
            <a:ext cx="4709345" cy="962953"/>
          </a:xfrm>
        </p:spPr>
        <p:txBody>
          <a:bodyPr vert="horz" lIns="91440" tIns="45720" rIns="91440" bIns="45720" rtlCol="0" anchor="b">
            <a:normAutofit fontScale="90000"/>
          </a:bodyPr>
          <a:lstStyle/>
          <a:p>
            <a:r>
              <a:rPr lang="en-US" sz="2800" dirty="0"/>
              <a:t>Activity 2 Debrief:</a:t>
            </a:r>
            <a:br>
              <a:rPr lang="en-US" sz="2800" dirty="0"/>
            </a:br>
            <a:r>
              <a:rPr lang="en-US" sz="2800" dirty="0"/>
              <a:t>Non-Verbal Communication </a:t>
            </a:r>
            <a:r>
              <a:rPr lang="en-AU" sz="2800" dirty="0"/>
              <a:t>(pg.31)</a:t>
            </a:r>
            <a:r>
              <a:rPr lang="en-US" sz="2800" dirty="0"/>
              <a:t> </a:t>
            </a:r>
          </a:p>
        </p:txBody>
      </p:sp>
      <p:sp>
        <p:nvSpPr>
          <p:cNvPr id="19" name="Rectangle 18">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39885" y="2372170"/>
            <a:ext cx="438912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04D60EB-6EC7-1C82-00C6-743FA06AE682}"/>
              </a:ext>
            </a:extLst>
          </p:cNvPr>
          <p:cNvGraphicFramePr>
            <a:graphicFrameLocks noGrp="1"/>
          </p:cNvGraphicFramePr>
          <p:nvPr>
            <p:ph idx="1"/>
            <p:extLst>
              <p:ext uri="{D42A27DB-BD31-4B8C-83A1-F6EECF244321}">
                <p14:modId xmlns:p14="http://schemas.microsoft.com/office/powerpoint/2010/main" val="1800701392"/>
              </p:ext>
            </p:extLst>
          </p:nvPr>
        </p:nvGraphicFramePr>
        <p:xfrm>
          <a:off x="5958651" y="603524"/>
          <a:ext cx="5582724" cy="56503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52B2229D-A47C-4453-C0D4-33241CDCC35C}"/>
              </a:ext>
            </a:extLst>
          </p:cNvPr>
          <p:cNvSpPr txBox="1"/>
          <p:nvPr/>
        </p:nvSpPr>
        <p:spPr>
          <a:xfrm>
            <a:off x="1282766" y="3301580"/>
            <a:ext cx="3875379" cy="1569660"/>
          </a:xfrm>
          <a:prstGeom prst="rect">
            <a:avLst/>
          </a:prstGeom>
          <a:noFill/>
        </p:spPr>
        <p:txBody>
          <a:bodyPr wrap="square">
            <a:spAutoFit/>
          </a:bodyPr>
          <a:lstStyle/>
          <a:p>
            <a:pPr lvl="0" algn="ctr"/>
            <a:r>
              <a:rPr lang="en-AU" sz="2400" b="1" i="1" dirty="0"/>
              <a:t>It is unethical and may be illegal to go ahead/continue with sex if one party is not giving consent</a:t>
            </a:r>
            <a:endParaRPr lang="en-US" sz="2400" i="1" dirty="0"/>
          </a:p>
        </p:txBody>
      </p:sp>
    </p:spTree>
    <p:extLst>
      <p:ext uri="{BB962C8B-B14F-4D97-AF65-F5344CB8AC3E}">
        <p14:creationId xmlns:p14="http://schemas.microsoft.com/office/powerpoint/2010/main" val="2552060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15650</TotalTime>
  <Words>1524</Words>
  <Application>Microsoft Office PowerPoint</Application>
  <PresentationFormat>Widescreen</PresentationFormat>
  <Paragraphs>110</Paragraphs>
  <Slides>12</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Relationships</vt:lpstr>
      <vt:lpstr>Todays Focus:</vt:lpstr>
      <vt:lpstr>PowerPoint Presentation</vt:lpstr>
      <vt:lpstr>Activity 1a: Pressures to be Sexually Active (pg.28) </vt:lpstr>
      <vt:lpstr>Activity 1b: Chris &amp; Sam’s Story (pg.29) </vt:lpstr>
      <vt:lpstr>PowerPoint Presentation</vt:lpstr>
      <vt:lpstr>Chris &amp; Sam’s Story (pg.29) </vt:lpstr>
      <vt:lpstr>Activity 2: Waiter-Selector Food Activity (pg.30) </vt:lpstr>
      <vt:lpstr>Activity 2 Debrief: Non-Verbal Communication  (pg.31) </vt:lpstr>
      <vt:lpstr>Activity 2 Debrief: Non-Verbal Communication (pg.31) </vt:lpstr>
      <vt:lpstr>Activity 2 Debrief: Non-Verbal Communication (pg.31) </vt:lpstr>
      <vt:lpstr>Activity 2 Debrief: Non-Verbal Communication (pg.31)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Relationships</dc:title>
  <dc:creator>HASSAN Gillian [Comet Bay College]</dc:creator>
  <cp:lastModifiedBy>HILLMAN Alissa [Willetton Senior High School]</cp:lastModifiedBy>
  <cp:revision>42</cp:revision>
  <cp:lastPrinted>2022-05-20T05:38:59Z</cp:lastPrinted>
  <dcterms:created xsi:type="dcterms:W3CDTF">2022-04-26T04:42:15Z</dcterms:created>
  <dcterms:modified xsi:type="dcterms:W3CDTF">2023-11-10T06:59:07Z</dcterms:modified>
</cp:coreProperties>
</file>