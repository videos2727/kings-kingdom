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564" r:id="rId2"/>
    <p:sldId id="615" r:id="rId3"/>
    <p:sldId id="565" r:id="rId4"/>
    <p:sldId id="606" r:id="rId5"/>
    <p:sldId id="607" r:id="rId6"/>
    <p:sldId id="609" r:id="rId7"/>
    <p:sldId id="610" r:id="rId8"/>
    <p:sldId id="617" r:id="rId9"/>
    <p:sldId id="612" r:id="rId10"/>
    <p:sldId id="618" r:id="rId11"/>
    <p:sldId id="611" r:id="rId12"/>
    <p:sldId id="614" r:id="rId13"/>
    <p:sldId id="613" r:id="rId14"/>
    <p:sldId id="616" r:id="rId15"/>
    <p:sldId id="61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59C"/>
    <a:srgbClr val="EE6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59800-54A3-A94B-89F8-74BCD7FBF4D8}" v="107" dt="2023-11-06T14:43:09.641"/>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5" autoAdjust="0"/>
    <p:restoredTop sz="80514" autoAdjust="0"/>
  </p:normalViewPr>
  <p:slideViewPr>
    <p:cSldViewPr snapToGrid="0" snapToObjects="1">
      <p:cViewPr varScale="1">
        <p:scale>
          <a:sx n="88" d="100"/>
          <a:sy n="88" d="100"/>
        </p:scale>
        <p:origin x="648"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BB6A74-865F-4171-A2EE-36D240630CD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E69EA93-8DCE-4D9C-9778-0097247596C3}">
      <dgm:prSet/>
      <dgm:spPr/>
      <dgm:t>
        <a:bodyPr/>
        <a:lstStyle/>
        <a:p>
          <a:r>
            <a:rPr lang="en-AU"/>
            <a:t>Consent is a simple thing we do every day. </a:t>
          </a:r>
          <a:endParaRPr lang="en-US"/>
        </a:p>
      </dgm:t>
    </dgm:pt>
    <dgm:pt modelId="{8366CEB8-00E0-4D30-9CD1-40766F38059F}" type="parTrans" cxnId="{0EFA3345-F65F-4F16-84FE-B6E8E2FCE5F8}">
      <dgm:prSet/>
      <dgm:spPr/>
      <dgm:t>
        <a:bodyPr/>
        <a:lstStyle/>
        <a:p>
          <a:endParaRPr lang="en-US"/>
        </a:p>
      </dgm:t>
    </dgm:pt>
    <dgm:pt modelId="{A4256EFD-F543-43ED-A932-F8D0489AD588}" type="sibTrans" cxnId="{0EFA3345-F65F-4F16-84FE-B6E8E2FCE5F8}">
      <dgm:prSet/>
      <dgm:spPr/>
      <dgm:t>
        <a:bodyPr/>
        <a:lstStyle/>
        <a:p>
          <a:endParaRPr lang="en-US"/>
        </a:p>
      </dgm:t>
    </dgm:pt>
    <dgm:pt modelId="{91174E7B-3D6D-4006-B6DB-877ABC7BBFD9}">
      <dgm:prSet/>
      <dgm:spPr/>
      <dgm:t>
        <a:bodyPr/>
        <a:lstStyle/>
        <a:p>
          <a:r>
            <a:rPr lang="en-AU"/>
            <a:t>If there’s not an enthusiastic yes, then it’s a no.</a:t>
          </a:r>
          <a:endParaRPr lang="en-US"/>
        </a:p>
      </dgm:t>
    </dgm:pt>
    <dgm:pt modelId="{153DFF80-EACC-4663-916E-07955AE135A4}" type="parTrans" cxnId="{F12B9FA7-30D9-4981-8026-E42DFA1ECF8C}">
      <dgm:prSet/>
      <dgm:spPr/>
      <dgm:t>
        <a:bodyPr/>
        <a:lstStyle/>
        <a:p>
          <a:endParaRPr lang="en-US"/>
        </a:p>
      </dgm:t>
    </dgm:pt>
    <dgm:pt modelId="{6C5DB513-2C9E-4CE0-8D5C-A53AFDEE5514}" type="sibTrans" cxnId="{F12B9FA7-30D9-4981-8026-E42DFA1ECF8C}">
      <dgm:prSet/>
      <dgm:spPr/>
      <dgm:t>
        <a:bodyPr/>
        <a:lstStyle/>
        <a:p>
          <a:endParaRPr lang="en-US"/>
        </a:p>
      </dgm:t>
    </dgm:pt>
    <dgm:pt modelId="{34E6B32D-840E-4F90-AD98-8D10AC3D4B39}">
      <dgm:prSet/>
      <dgm:spPr/>
      <dgm:t>
        <a:bodyPr/>
        <a:lstStyle/>
        <a:p>
          <a:r>
            <a:rPr lang="en-AU"/>
            <a:t>Consent is an ongoing conversation.</a:t>
          </a:r>
          <a:endParaRPr lang="en-US"/>
        </a:p>
      </dgm:t>
    </dgm:pt>
    <dgm:pt modelId="{9BF3937B-FFC0-4F27-826D-EE28D6C73A1C}" type="parTrans" cxnId="{99951B93-E779-4D72-AE3A-05960E90B378}">
      <dgm:prSet/>
      <dgm:spPr/>
      <dgm:t>
        <a:bodyPr/>
        <a:lstStyle/>
        <a:p>
          <a:endParaRPr lang="en-US"/>
        </a:p>
      </dgm:t>
    </dgm:pt>
    <dgm:pt modelId="{A2EB30D4-B703-4F14-B892-839C72AA6DB1}" type="sibTrans" cxnId="{99951B93-E779-4D72-AE3A-05960E90B378}">
      <dgm:prSet/>
      <dgm:spPr/>
      <dgm:t>
        <a:bodyPr/>
        <a:lstStyle/>
        <a:p>
          <a:endParaRPr lang="en-US"/>
        </a:p>
      </dgm:t>
    </dgm:pt>
    <dgm:pt modelId="{6083C0CF-DCB2-40DD-9534-B16F3B339E0F}">
      <dgm:prSet/>
      <dgm:spPr/>
      <dgm:t>
        <a:bodyPr/>
        <a:lstStyle/>
        <a:p>
          <a:r>
            <a:rPr lang="en-AU"/>
            <a:t>Consent can be withdrawn at any time </a:t>
          </a:r>
          <a:endParaRPr lang="en-US"/>
        </a:p>
      </dgm:t>
    </dgm:pt>
    <dgm:pt modelId="{A511DF23-7993-413C-8761-0179677E8417}" type="parTrans" cxnId="{EE8BEC47-E455-4966-BD76-C672A24D57CF}">
      <dgm:prSet/>
      <dgm:spPr/>
      <dgm:t>
        <a:bodyPr/>
        <a:lstStyle/>
        <a:p>
          <a:endParaRPr lang="en-US"/>
        </a:p>
      </dgm:t>
    </dgm:pt>
    <dgm:pt modelId="{350862EB-2633-4409-82CF-3D857043CFF3}" type="sibTrans" cxnId="{EE8BEC47-E455-4966-BD76-C672A24D57CF}">
      <dgm:prSet/>
      <dgm:spPr/>
      <dgm:t>
        <a:bodyPr/>
        <a:lstStyle/>
        <a:p>
          <a:endParaRPr lang="en-US"/>
        </a:p>
      </dgm:t>
    </dgm:pt>
    <dgm:pt modelId="{5BF8D1AC-BCCA-44B6-84CD-563B725847C3}">
      <dgm:prSet/>
      <dgm:spPr/>
      <dgm:t>
        <a:bodyPr/>
        <a:lstStyle/>
        <a:p>
          <a:r>
            <a:rPr lang="en-AU"/>
            <a:t>No matter how far into the action.</a:t>
          </a:r>
          <a:endParaRPr lang="en-US"/>
        </a:p>
      </dgm:t>
    </dgm:pt>
    <dgm:pt modelId="{61D43170-43B4-4CE6-B794-36811CB0DE10}" type="parTrans" cxnId="{D4053AA9-36CF-4387-BF0E-B70508F55B9A}">
      <dgm:prSet/>
      <dgm:spPr/>
      <dgm:t>
        <a:bodyPr/>
        <a:lstStyle/>
        <a:p>
          <a:endParaRPr lang="en-US"/>
        </a:p>
      </dgm:t>
    </dgm:pt>
    <dgm:pt modelId="{ACE7269D-72D5-43F1-8E60-67A713441B1E}" type="sibTrans" cxnId="{D4053AA9-36CF-4387-BF0E-B70508F55B9A}">
      <dgm:prSet/>
      <dgm:spPr/>
      <dgm:t>
        <a:bodyPr/>
        <a:lstStyle/>
        <a:p>
          <a:endParaRPr lang="en-US"/>
        </a:p>
      </dgm:t>
    </dgm:pt>
    <dgm:pt modelId="{B6F79893-E0EC-4816-92A1-E033A5273D1D}">
      <dgm:prSet/>
      <dgm:spPr/>
      <dgm:t>
        <a:bodyPr/>
        <a:lstStyle/>
        <a:p>
          <a:r>
            <a:rPr lang="en-AU"/>
            <a:t>No matter how many times you’ve done it.</a:t>
          </a:r>
          <a:endParaRPr lang="en-US"/>
        </a:p>
      </dgm:t>
    </dgm:pt>
    <dgm:pt modelId="{6BD34158-87EA-40AD-ABA5-1061BE749363}" type="parTrans" cxnId="{26293FEC-8C87-4993-89AF-A20C6E8EB45C}">
      <dgm:prSet/>
      <dgm:spPr/>
      <dgm:t>
        <a:bodyPr/>
        <a:lstStyle/>
        <a:p>
          <a:endParaRPr lang="en-US"/>
        </a:p>
      </dgm:t>
    </dgm:pt>
    <dgm:pt modelId="{C126BF0D-76B3-4486-AFCF-0B91BDF90141}" type="sibTrans" cxnId="{26293FEC-8C87-4993-89AF-A20C6E8EB45C}">
      <dgm:prSet/>
      <dgm:spPr/>
      <dgm:t>
        <a:bodyPr/>
        <a:lstStyle/>
        <a:p>
          <a:endParaRPr lang="en-US"/>
        </a:p>
      </dgm:t>
    </dgm:pt>
    <dgm:pt modelId="{21EE21E1-EA24-4C1F-A507-1168E32B4CE6}">
      <dgm:prSet/>
      <dgm:spPr/>
      <dgm:t>
        <a:bodyPr/>
        <a:lstStyle/>
        <a:p>
          <a:r>
            <a:rPr lang="en-AU"/>
            <a:t>Regardless of if you were enjoying it before.</a:t>
          </a:r>
          <a:endParaRPr lang="en-US"/>
        </a:p>
      </dgm:t>
    </dgm:pt>
    <dgm:pt modelId="{970EBEB1-FE91-4ACA-B999-265418575B64}" type="parTrans" cxnId="{9A48E3D5-2CF6-400F-9E14-1ABDBAF2B5F5}">
      <dgm:prSet/>
      <dgm:spPr/>
      <dgm:t>
        <a:bodyPr/>
        <a:lstStyle/>
        <a:p>
          <a:endParaRPr lang="en-US"/>
        </a:p>
      </dgm:t>
    </dgm:pt>
    <dgm:pt modelId="{E6078043-0446-4609-AD5B-4A83C9ED983E}" type="sibTrans" cxnId="{9A48E3D5-2CF6-400F-9E14-1ABDBAF2B5F5}">
      <dgm:prSet/>
      <dgm:spPr/>
      <dgm:t>
        <a:bodyPr/>
        <a:lstStyle/>
        <a:p>
          <a:endParaRPr lang="en-US"/>
        </a:p>
      </dgm:t>
    </dgm:pt>
    <dgm:pt modelId="{6344F88F-2DD0-4409-8131-88F0B284875E}">
      <dgm:prSet/>
      <dgm:spPr/>
      <dgm:t>
        <a:bodyPr/>
        <a:lstStyle/>
        <a:p>
          <a:r>
            <a:rPr lang="en-AU"/>
            <a:t>Respect: Ask a person what they want/expect and listen to their response.</a:t>
          </a:r>
          <a:endParaRPr lang="en-US"/>
        </a:p>
      </dgm:t>
    </dgm:pt>
    <dgm:pt modelId="{1ECCC3CA-CDAA-4284-AC9D-227511BDAADF}" type="parTrans" cxnId="{E13C96D3-CC69-4007-941F-9DDFB6915DB6}">
      <dgm:prSet/>
      <dgm:spPr/>
      <dgm:t>
        <a:bodyPr/>
        <a:lstStyle/>
        <a:p>
          <a:endParaRPr lang="en-US"/>
        </a:p>
      </dgm:t>
    </dgm:pt>
    <dgm:pt modelId="{378A789D-BB1E-416F-A372-8E6BB9A05E8F}" type="sibTrans" cxnId="{E13C96D3-CC69-4007-941F-9DDFB6915DB6}">
      <dgm:prSet/>
      <dgm:spPr/>
      <dgm:t>
        <a:bodyPr/>
        <a:lstStyle/>
        <a:p>
          <a:endParaRPr lang="en-US"/>
        </a:p>
      </dgm:t>
    </dgm:pt>
    <dgm:pt modelId="{501FF553-FBC8-4E72-8932-653D164ABFB8}" type="pres">
      <dgm:prSet presAssocID="{37BB6A74-865F-4171-A2EE-36D240630CD1}" presName="root" presStyleCnt="0">
        <dgm:presLayoutVars>
          <dgm:dir/>
          <dgm:resizeHandles val="exact"/>
        </dgm:presLayoutVars>
      </dgm:prSet>
      <dgm:spPr/>
    </dgm:pt>
    <dgm:pt modelId="{EDB42E68-C99D-4447-B99B-98826F560CD0}" type="pres">
      <dgm:prSet presAssocID="{7E69EA93-8DCE-4D9C-9778-0097247596C3}" presName="compNode" presStyleCnt="0"/>
      <dgm:spPr/>
    </dgm:pt>
    <dgm:pt modelId="{6D864184-14BF-43DE-AAA0-778E01F4B62A}" type="pres">
      <dgm:prSet presAssocID="{7E69EA93-8DCE-4D9C-9778-0097247596C3}" presName="bgRect" presStyleLbl="bgShp" presStyleIdx="0" presStyleCnt="5"/>
      <dgm:spPr/>
    </dgm:pt>
    <dgm:pt modelId="{CD010986-35F9-4313-B500-BC9A20E7CA73}" type="pres">
      <dgm:prSet presAssocID="{7E69EA93-8DCE-4D9C-9778-0097247596C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tract"/>
        </a:ext>
      </dgm:extLst>
    </dgm:pt>
    <dgm:pt modelId="{8C238424-E79B-487A-85DB-CD86156F6B89}" type="pres">
      <dgm:prSet presAssocID="{7E69EA93-8DCE-4D9C-9778-0097247596C3}" presName="spaceRect" presStyleCnt="0"/>
      <dgm:spPr/>
    </dgm:pt>
    <dgm:pt modelId="{0F3A1B70-CA55-4035-AAC4-E9AF4DE22ED9}" type="pres">
      <dgm:prSet presAssocID="{7E69EA93-8DCE-4D9C-9778-0097247596C3}" presName="parTx" presStyleLbl="revTx" presStyleIdx="0" presStyleCnt="6">
        <dgm:presLayoutVars>
          <dgm:chMax val="0"/>
          <dgm:chPref val="0"/>
        </dgm:presLayoutVars>
      </dgm:prSet>
      <dgm:spPr/>
    </dgm:pt>
    <dgm:pt modelId="{A69F5B15-47E0-4CF2-BF46-0013BCA9DABA}" type="pres">
      <dgm:prSet presAssocID="{A4256EFD-F543-43ED-A932-F8D0489AD588}" presName="sibTrans" presStyleCnt="0"/>
      <dgm:spPr/>
    </dgm:pt>
    <dgm:pt modelId="{452FF76B-5AF8-49F9-B724-37D84E3AC067}" type="pres">
      <dgm:prSet presAssocID="{91174E7B-3D6D-4006-B6DB-877ABC7BBFD9}" presName="compNode" presStyleCnt="0"/>
      <dgm:spPr/>
    </dgm:pt>
    <dgm:pt modelId="{45A9E047-64B2-4CCA-BEB8-B0832F7ACC03}" type="pres">
      <dgm:prSet presAssocID="{91174E7B-3D6D-4006-B6DB-877ABC7BBFD9}" presName="bgRect" presStyleLbl="bgShp" presStyleIdx="1" presStyleCnt="5"/>
      <dgm:spPr/>
    </dgm:pt>
    <dgm:pt modelId="{AAA83385-3BAA-455D-B650-F94C5A1A2C04}" type="pres">
      <dgm:prSet presAssocID="{91174E7B-3D6D-4006-B6DB-877ABC7BBFD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used Person"/>
        </a:ext>
      </dgm:extLst>
    </dgm:pt>
    <dgm:pt modelId="{B6845925-8BE2-43ED-A811-0459F4DFD768}" type="pres">
      <dgm:prSet presAssocID="{91174E7B-3D6D-4006-B6DB-877ABC7BBFD9}" presName="spaceRect" presStyleCnt="0"/>
      <dgm:spPr/>
    </dgm:pt>
    <dgm:pt modelId="{D4D40DBE-6AC9-463A-84C1-F868B9DB8F34}" type="pres">
      <dgm:prSet presAssocID="{91174E7B-3D6D-4006-B6DB-877ABC7BBFD9}" presName="parTx" presStyleLbl="revTx" presStyleIdx="1" presStyleCnt="6">
        <dgm:presLayoutVars>
          <dgm:chMax val="0"/>
          <dgm:chPref val="0"/>
        </dgm:presLayoutVars>
      </dgm:prSet>
      <dgm:spPr/>
    </dgm:pt>
    <dgm:pt modelId="{4D7E41DD-5A8F-4A3C-921C-6190685FC4F2}" type="pres">
      <dgm:prSet presAssocID="{6C5DB513-2C9E-4CE0-8D5C-A53AFDEE5514}" presName="sibTrans" presStyleCnt="0"/>
      <dgm:spPr/>
    </dgm:pt>
    <dgm:pt modelId="{306CBC01-7B1B-47E5-9BE4-4A91B7459DB4}" type="pres">
      <dgm:prSet presAssocID="{34E6B32D-840E-4F90-AD98-8D10AC3D4B39}" presName="compNode" presStyleCnt="0"/>
      <dgm:spPr/>
    </dgm:pt>
    <dgm:pt modelId="{14B6A4A2-2E0B-4850-B72B-128A5B96A1EB}" type="pres">
      <dgm:prSet presAssocID="{34E6B32D-840E-4F90-AD98-8D10AC3D4B39}" presName="bgRect" presStyleLbl="bgShp" presStyleIdx="2" presStyleCnt="5"/>
      <dgm:spPr/>
    </dgm:pt>
    <dgm:pt modelId="{0498F435-686F-43EF-8202-EB122966EC15}" type="pres">
      <dgm:prSet presAssocID="{34E6B32D-840E-4F90-AD98-8D10AC3D4B3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65429FD6-54E1-4D5C-9DDC-FEF9DC89ACDD}" type="pres">
      <dgm:prSet presAssocID="{34E6B32D-840E-4F90-AD98-8D10AC3D4B39}" presName="spaceRect" presStyleCnt="0"/>
      <dgm:spPr/>
    </dgm:pt>
    <dgm:pt modelId="{6CA0CF7D-DA01-4B17-8B81-B7833DE5CAB4}" type="pres">
      <dgm:prSet presAssocID="{34E6B32D-840E-4F90-AD98-8D10AC3D4B39}" presName="parTx" presStyleLbl="revTx" presStyleIdx="2" presStyleCnt="6">
        <dgm:presLayoutVars>
          <dgm:chMax val="0"/>
          <dgm:chPref val="0"/>
        </dgm:presLayoutVars>
      </dgm:prSet>
      <dgm:spPr/>
    </dgm:pt>
    <dgm:pt modelId="{E691740E-A3C3-449F-8567-264E1281E236}" type="pres">
      <dgm:prSet presAssocID="{A2EB30D4-B703-4F14-B892-839C72AA6DB1}" presName="sibTrans" presStyleCnt="0"/>
      <dgm:spPr/>
    </dgm:pt>
    <dgm:pt modelId="{8890AB7F-4DA3-4BA1-8910-1FEAEFB4421A}" type="pres">
      <dgm:prSet presAssocID="{6083C0CF-DCB2-40DD-9534-B16F3B339E0F}" presName="compNode" presStyleCnt="0"/>
      <dgm:spPr/>
    </dgm:pt>
    <dgm:pt modelId="{6F5B28ED-F55F-4A5B-808E-0B8E93D511F3}" type="pres">
      <dgm:prSet presAssocID="{6083C0CF-DCB2-40DD-9534-B16F3B339E0F}" presName="bgRect" presStyleLbl="bgShp" presStyleIdx="3" presStyleCnt="5"/>
      <dgm:spPr/>
    </dgm:pt>
    <dgm:pt modelId="{F6FDB860-14E0-42E7-B539-5763B96A6D96}" type="pres">
      <dgm:prSet presAssocID="{6083C0CF-DCB2-40DD-9534-B16F3B339E0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E2AC32B3-1754-432A-9695-65FB9522D533}" type="pres">
      <dgm:prSet presAssocID="{6083C0CF-DCB2-40DD-9534-B16F3B339E0F}" presName="spaceRect" presStyleCnt="0"/>
      <dgm:spPr/>
    </dgm:pt>
    <dgm:pt modelId="{202BF386-EE09-44A8-9817-CDB739979D39}" type="pres">
      <dgm:prSet presAssocID="{6083C0CF-DCB2-40DD-9534-B16F3B339E0F}" presName="parTx" presStyleLbl="revTx" presStyleIdx="3" presStyleCnt="6">
        <dgm:presLayoutVars>
          <dgm:chMax val="0"/>
          <dgm:chPref val="0"/>
        </dgm:presLayoutVars>
      </dgm:prSet>
      <dgm:spPr/>
    </dgm:pt>
    <dgm:pt modelId="{73FF4182-3635-49F2-A4C9-747BBE8EEFB2}" type="pres">
      <dgm:prSet presAssocID="{6083C0CF-DCB2-40DD-9534-B16F3B339E0F}" presName="desTx" presStyleLbl="revTx" presStyleIdx="4" presStyleCnt="6">
        <dgm:presLayoutVars/>
      </dgm:prSet>
      <dgm:spPr/>
    </dgm:pt>
    <dgm:pt modelId="{8E0DE903-A14E-46BA-BCF0-C50D71F2AB41}" type="pres">
      <dgm:prSet presAssocID="{350862EB-2633-4409-82CF-3D857043CFF3}" presName="sibTrans" presStyleCnt="0"/>
      <dgm:spPr/>
    </dgm:pt>
    <dgm:pt modelId="{6BBECF19-F91A-4AA7-AFDA-8724A129EDBD}" type="pres">
      <dgm:prSet presAssocID="{6344F88F-2DD0-4409-8131-88F0B284875E}" presName="compNode" presStyleCnt="0"/>
      <dgm:spPr/>
    </dgm:pt>
    <dgm:pt modelId="{40767946-C26C-4DBA-B347-528DF09F4062}" type="pres">
      <dgm:prSet presAssocID="{6344F88F-2DD0-4409-8131-88F0B284875E}" presName="bgRect" presStyleLbl="bgShp" presStyleIdx="4" presStyleCnt="5"/>
      <dgm:spPr/>
    </dgm:pt>
    <dgm:pt modelId="{10840AE8-D0F3-47D6-8AE2-EEDCC96526D9}" type="pres">
      <dgm:prSet presAssocID="{6344F88F-2DD0-4409-8131-88F0B284875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ar"/>
        </a:ext>
      </dgm:extLst>
    </dgm:pt>
    <dgm:pt modelId="{C0536650-59C3-4C31-8452-30148F9FAEF8}" type="pres">
      <dgm:prSet presAssocID="{6344F88F-2DD0-4409-8131-88F0B284875E}" presName="spaceRect" presStyleCnt="0"/>
      <dgm:spPr/>
    </dgm:pt>
    <dgm:pt modelId="{AE9DEA07-2EE3-420E-99BB-993C63B51B3D}" type="pres">
      <dgm:prSet presAssocID="{6344F88F-2DD0-4409-8131-88F0B284875E}" presName="parTx" presStyleLbl="revTx" presStyleIdx="5" presStyleCnt="6">
        <dgm:presLayoutVars>
          <dgm:chMax val="0"/>
          <dgm:chPref val="0"/>
        </dgm:presLayoutVars>
      </dgm:prSet>
      <dgm:spPr/>
    </dgm:pt>
  </dgm:ptLst>
  <dgm:cxnLst>
    <dgm:cxn modelId="{8A9B1A11-EB61-41BB-9890-E8F3B300254B}" type="presOf" srcId="{91174E7B-3D6D-4006-B6DB-877ABC7BBFD9}" destId="{D4D40DBE-6AC9-463A-84C1-F868B9DB8F34}" srcOrd="0" destOrd="0" presId="urn:microsoft.com/office/officeart/2018/2/layout/IconVerticalSolidList"/>
    <dgm:cxn modelId="{D05A1936-2659-4EB5-8506-59F9139B1839}" type="presOf" srcId="{6344F88F-2DD0-4409-8131-88F0B284875E}" destId="{AE9DEA07-2EE3-420E-99BB-993C63B51B3D}" srcOrd="0" destOrd="0" presId="urn:microsoft.com/office/officeart/2018/2/layout/IconVerticalSolidList"/>
    <dgm:cxn modelId="{6C49003F-3DF6-4CD4-B820-EC3337600D22}" type="presOf" srcId="{21EE21E1-EA24-4C1F-A507-1168E32B4CE6}" destId="{73FF4182-3635-49F2-A4C9-747BBE8EEFB2}" srcOrd="0" destOrd="2" presId="urn:microsoft.com/office/officeart/2018/2/layout/IconVerticalSolidList"/>
    <dgm:cxn modelId="{0EFA3345-F65F-4F16-84FE-B6E8E2FCE5F8}" srcId="{37BB6A74-865F-4171-A2EE-36D240630CD1}" destId="{7E69EA93-8DCE-4D9C-9778-0097247596C3}" srcOrd="0" destOrd="0" parTransId="{8366CEB8-00E0-4D30-9CD1-40766F38059F}" sibTransId="{A4256EFD-F543-43ED-A932-F8D0489AD588}"/>
    <dgm:cxn modelId="{EE8BEC47-E455-4966-BD76-C672A24D57CF}" srcId="{37BB6A74-865F-4171-A2EE-36D240630CD1}" destId="{6083C0CF-DCB2-40DD-9534-B16F3B339E0F}" srcOrd="3" destOrd="0" parTransId="{A511DF23-7993-413C-8761-0179677E8417}" sibTransId="{350862EB-2633-4409-82CF-3D857043CFF3}"/>
    <dgm:cxn modelId="{E5C05F49-FCC2-46CC-9FD0-F9B78D966116}" type="presOf" srcId="{B6F79893-E0EC-4816-92A1-E033A5273D1D}" destId="{73FF4182-3635-49F2-A4C9-747BBE8EEFB2}" srcOrd="0" destOrd="1" presId="urn:microsoft.com/office/officeart/2018/2/layout/IconVerticalSolidList"/>
    <dgm:cxn modelId="{99951B93-E779-4D72-AE3A-05960E90B378}" srcId="{37BB6A74-865F-4171-A2EE-36D240630CD1}" destId="{34E6B32D-840E-4F90-AD98-8D10AC3D4B39}" srcOrd="2" destOrd="0" parTransId="{9BF3937B-FFC0-4F27-826D-EE28D6C73A1C}" sibTransId="{A2EB30D4-B703-4F14-B892-839C72AA6DB1}"/>
    <dgm:cxn modelId="{279F8698-186B-41F6-8802-9CABFB731BD1}" type="presOf" srcId="{7E69EA93-8DCE-4D9C-9778-0097247596C3}" destId="{0F3A1B70-CA55-4035-AAC4-E9AF4DE22ED9}" srcOrd="0" destOrd="0" presId="urn:microsoft.com/office/officeart/2018/2/layout/IconVerticalSolidList"/>
    <dgm:cxn modelId="{66628F9A-65F3-4BBE-BBBD-D06C9482A97A}" type="presOf" srcId="{34E6B32D-840E-4F90-AD98-8D10AC3D4B39}" destId="{6CA0CF7D-DA01-4B17-8B81-B7833DE5CAB4}" srcOrd="0" destOrd="0" presId="urn:microsoft.com/office/officeart/2018/2/layout/IconVerticalSolidList"/>
    <dgm:cxn modelId="{F12B9FA7-30D9-4981-8026-E42DFA1ECF8C}" srcId="{37BB6A74-865F-4171-A2EE-36D240630CD1}" destId="{91174E7B-3D6D-4006-B6DB-877ABC7BBFD9}" srcOrd="1" destOrd="0" parTransId="{153DFF80-EACC-4663-916E-07955AE135A4}" sibTransId="{6C5DB513-2C9E-4CE0-8D5C-A53AFDEE5514}"/>
    <dgm:cxn modelId="{D4053AA9-36CF-4387-BF0E-B70508F55B9A}" srcId="{6083C0CF-DCB2-40DD-9534-B16F3B339E0F}" destId="{5BF8D1AC-BCCA-44B6-84CD-563B725847C3}" srcOrd="0" destOrd="0" parTransId="{61D43170-43B4-4CE6-B794-36811CB0DE10}" sibTransId="{ACE7269D-72D5-43F1-8E60-67A713441B1E}"/>
    <dgm:cxn modelId="{0CF608AC-937D-42F6-8409-F070D0CFC96F}" type="presOf" srcId="{6083C0CF-DCB2-40DD-9534-B16F3B339E0F}" destId="{202BF386-EE09-44A8-9817-CDB739979D39}" srcOrd="0" destOrd="0" presId="urn:microsoft.com/office/officeart/2018/2/layout/IconVerticalSolidList"/>
    <dgm:cxn modelId="{E13C96D3-CC69-4007-941F-9DDFB6915DB6}" srcId="{37BB6A74-865F-4171-A2EE-36D240630CD1}" destId="{6344F88F-2DD0-4409-8131-88F0B284875E}" srcOrd="4" destOrd="0" parTransId="{1ECCC3CA-CDAA-4284-AC9D-227511BDAADF}" sibTransId="{378A789D-BB1E-416F-A372-8E6BB9A05E8F}"/>
    <dgm:cxn modelId="{9A48E3D5-2CF6-400F-9E14-1ABDBAF2B5F5}" srcId="{6083C0CF-DCB2-40DD-9534-B16F3B339E0F}" destId="{21EE21E1-EA24-4C1F-A507-1168E32B4CE6}" srcOrd="2" destOrd="0" parTransId="{970EBEB1-FE91-4ACA-B999-265418575B64}" sibTransId="{E6078043-0446-4609-AD5B-4A83C9ED983E}"/>
    <dgm:cxn modelId="{26293FEC-8C87-4993-89AF-A20C6E8EB45C}" srcId="{6083C0CF-DCB2-40DD-9534-B16F3B339E0F}" destId="{B6F79893-E0EC-4816-92A1-E033A5273D1D}" srcOrd="1" destOrd="0" parTransId="{6BD34158-87EA-40AD-ABA5-1061BE749363}" sibTransId="{C126BF0D-76B3-4486-AFCF-0B91BDF90141}"/>
    <dgm:cxn modelId="{2C8E1BFB-F24E-4FA5-9A72-79D48C3209EE}" type="presOf" srcId="{5BF8D1AC-BCCA-44B6-84CD-563B725847C3}" destId="{73FF4182-3635-49F2-A4C9-747BBE8EEFB2}" srcOrd="0" destOrd="0" presId="urn:microsoft.com/office/officeart/2018/2/layout/IconVerticalSolidList"/>
    <dgm:cxn modelId="{6CA789FB-9659-4BFD-B8D5-1CBC038CEB8F}" type="presOf" srcId="{37BB6A74-865F-4171-A2EE-36D240630CD1}" destId="{501FF553-FBC8-4E72-8932-653D164ABFB8}" srcOrd="0" destOrd="0" presId="urn:microsoft.com/office/officeart/2018/2/layout/IconVerticalSolidList"/>
    <dgm:cxn modelId="{E686A7A8-CE95-48EC-BE73-3101FB90A3A6}" type="presParOf" srcId="{501FF553-FBC8-4E72-8932-653D164ABFB8}" destId="{EDB42E68-C99D-4447-B99B-98826F560CD0}" srcOrd="0" destOrd="0" presId="urn:microsoft.com/office/officeart/2018/2/layout/IconVerticalSolidList"/>
    <dgm:cxn modelId="{DE847E73-53FB-4C2D-9B9E-9CACE48C3174}" type="presParOf" srcId="{EDB42E68-C99D-4447-B99B-98826F560CD0}" destId="{6D864184-14BF-43DE-AAA0-778E01F4B62A}" srcOrd="0" destOrd="0" presId="urn:microsoft.com/office/officeart/2018/2/layout/IconVerticalSolidList"/>
    <dgm:cxn modelId="{F0AE2B55-E064-47B3-8558-12D6F2EED312}" type="presParOf" srcId="{EDB42E68-C99D-4447-B99B-98826F560CD0}" destId="{CD010986-35F9-4313-B500-BC9A20E7CA73}" srcOrd="1" destOrd="0" presId="urn:microsoft.com/office/officeart/2018/2/layout/IconVerticalSolidList"/>
    <dgm:cxn modelId="{AE90E205-0EBC-4DCE-A531-0197A48CAF49}" type="presParOf" srcId="{EDB42E68-C99D-4447-B99B-98826F560CD0}" destId="{8C238424-E79B-487A-85DB-CD86156F6B89}" srcOrd="2" destOrd="0" presId="urn:microsoft.com/office/officeart/2018/2/layout/IconVerticalSolidList"/>
    <dgm:cxn modelId="{E30858A0-811A-47C5-99CD-E6B5AA841656}" type="presParOf" srcId="{EDB42E68-C99D-4447-B99B-98826F560CD0}" destId="{0F3A1B70-CA55-4035-AAC4-E9AF4DE22ED9}" srcOrd="3" destOrd="0" presId="urn:microsoft.com/office/officeart/2018/2/layout/IconVerticalSolidList"/>
    <dgm:cxn modelId="{55E19AB0-E6CC-47C8-A749-43BF7DCA20F9}" type="presParOf" srcId="{501FF553-FBC8-4E72-8932-653D164ABFB8}" destId="{A69F5B15-47E0-4CF2-BF46-0013BCA9DABA}" srcOrd="1" destOrd="0" presId="urn:microsoft.com/office/officeart/2018/2/layout/IconVerticalSolidList"/>
    <dgm:cxn modelId="{258757E2-F27A-48E7-8B2B-9BDC06C2F28A}" type="presParOf" srcId="{501FF553-FBC8-4E72-8932-653D164ABFB8}" destId="{452FF76B-5AF8-49F9-B724-37D84E3AC067}" srcOrd="2" destOrd="0" presId="urn:microsoft.com/office/officeart/2018/2/layout/IconVerticalSolidList"/>
    <dgm:cxn modelId="{151738B2-8CF6-4FE5-9321-A16708EE3570}" type="presParOf" srcId="{452FF76B-5AF8-49F9-B724-37D84E3AC067}" destId="{45A9E047-64B2-4CCA-BEB8-B0832F7ACC03}" srcOrd="0" destOrd="0" presId="urn:microsoft.com/office/officeart/2018/2/layout/IconVerticalSolidList"/>
    <dgm:cxn modelId="{166BEA3B-0F31-4D6B-8809-0D0730D486D6}" type="presParOf" srcId="{452FF76B-5AF8-49F9-B724-37D84E3AC067}" destId="{AAA83385-3BAA-455D-B650-F94C5A1A2C04}" srcOrd="1" destOrd="0" presId="urn:microsoft.com/office/officeart/2018/2/layout/IconVerticalSolidList"/>
    <dgm:cxn modelId="{107F5680-2FE2-45F2-9101-9A29F3FC0FBD}" type="presParOf" srcId="{452FF76B-5AF8-49F9-B724-37D84E3AC067}" destId="{B6845925-8BE2-43ED-A811-0459F4DFD768}" srcOrd="2" destOrd="0" presId="urn:microsoft.com/office/officeart/2018/2/layout/IconVerticalSolidList"/>
    <dgm:cxn modelId="{C46652C0-8A51-4D25-8301-C0B7F04B00F6}" type="presParOf" srcId="{452FF76B-5AF8-49F9-B724-37D84E3AC067}" destId="{D4D40DBE-6AC9-463A-84C1-F868B9DB8F34}" srcOrd="3" destOrd="0" presId="urn:microsoft.com/office/officeart/2018/2/layout/IconVerticalSolidList"/>
    <dgm:cxn modelId="{D3A5C8FC-3C35-4C5C-9985-8A9659C4A306}" type="presParOf" srcId="{501FF553-FBC8-4E72-8932-653D164ABFB8}" destId="{4D7E41DD-5A8F-4A3C-921C-6190685FC4F2}" srcOrd="3" destOrd="0" presId="urn:microsoft.com/office/officeart/2018/2/layout/IconVerticalSolidList"/>
    <dgm:cxn modelId="{36D77916-39B0-4F4B-8A53-71848D67B2EF}" type="presParOf" srcId="{501FF553-FBC8-4E72-8932-653D164ABFB8}" destId="{306CBC01-7B1B-47E5-9BE4-4A91B7459DB4}" srcOrd="4" destOrd="0" presId="urn:microsoft.com/office/officeart/2018/2/layout/IconVerticalSolidList"/>
    <dgm:cxn modelId="{27B6D566-036A-4989-90B3-BC637F36C005}" type="presParOf" srcId="{306CBC01-7B1B-47E5-9BE4-4A91B7459DB4}" destId="{14B6A4A2-2E0B-4850-B72B-128A5B96A1EB}" srcOrd="0" destOrd="0" presId="urn:microsoft.com/office/officeart/2018/2/layout/IconVerticalSolidList"/>
    <dgm:cxn modelId="{5D9848C1-81D8-4131-A180-D3A29CF2A7DD}" type="presParOf" srcId="{306CBC01-7B1B-47E5-9BE4-4A91B7459DB4}" destId="{0498F435-686F-43EF-8202-EB122966EC15}" srcOrd="1" destOrd="0" presId="urn:microsoft.com/office/officeart/2018/2/layout/IconVerticalSolidList"/>
    <dgm:cxn modelId="{C40547DD-19A2-45F0-9A84-07111BA3E328}" type="presParOf" srcId="{306CBC01-7B1B-47E5-9BE4-4A91B7459DB4}" destId="{65429FD6-54E1-4D5C-9DDC-FEF9DC89ACDD}" srcOrd="2" destOrd="0" presId="urn:microsoft.com/office/officeart/2018/2/layout/IconVerticalSolidList"/>
    <dgm:cxn modelId="{08DC5D72-8898-49D5-B743-AEACC6C84EE4}" type="presParOf" srcId="{306CBC01-7B1B-47E5-9BE4-4A91B7459DB4}" destId="{6CA0CF7D-DA01-4B17-8B81-B7833DE5CAB4}" srcOrd="3" destOrd="0" presId="urn:microsoft.com/office/officeart/2018/2/layout/IconVerticalSolidList"/>
    <dgm:cxn modelId="{333603B3-57BD-45AC-80B4-3C201AE4DD72}" type="presParOf" srcId="{501FF553-FBC8-4E72-8932-653D164ABFB8}" destId="{E691740E-A3C3-449F-8567-264E1281E236}" srcOrd="5" destOrd="0" presId="urn:microsoft.com/office/officeart/2018/2/layout/IconVerticalSolidList"/>
    <dgm:cxn modelId="{0C684FD7-A2FB-442F-BA75-E5C336B34FBA}" type="presParOf" srcId="{501FF553-FBC8-4E72-8932-653D164ABFB8}" destId="{8890AB7F-4DA3-4BA1-8910-1FEAEFB4421A}" srcOrd="6" destOrd="0" presId="urn:microsoft.com/office/officeart/2018/2/layout/IconVerticalSolidList"/>
    <dgm:cxn modelId="{79526D07-9EC5-4A1E-B64F-3C5458452E33}" type="presParOf" srcId="{8890AB7F-4DA3-4BA1-8910-1FEAEFB4421A}" destId="{6F5B28ED-F55F-4A5B-808E-0B8E93D511F3}" srcOrd="0" destOrd="0" presId="urn:microsoft.com/office/officeart/2018/2/layout/IconVerticalSolidList"/>
    <dgm:cxn modelId="{E7A8F919-8181-464D-ADE0-E0A8563D0391}" type="presParOf" srcId="{8890AB7F-4DA3-4BA1-8910-1FEAEFB4421A}" destId="{F6FDB860-14E0-42E7-B539-5763B96A6D96}" srcOrd="1" destOrd="0" presId="urn:microsoft.com/office/officeart/2018/2/layout/IconVerticalSolidList"/>
    <dgm:cxn modelId="{F449B52F-FFFC-47EE-939C-B55F9182C363}" type="presParOf" srcId="{8890AB7F-4DA3-4BA1-8910-1FEAEFB4421A}" destId="{E2AC32B3-1754-432A-9695-65FB9522D533}" srcOrd="2" destOrd="0" presId="urn:microsoft.com/office/officeart/2018/2/layout/IconVerticalSolidList"/>
    <dgm:cxn modelId="{BC762D7A-33F5-418F-B472-3BEF7324D544}" type="presParOf" srcId="{8890AB7F-4DA3-4BA1-8910-1FEAEFB4421A}" destId="{202BF386-EE09-44A8-9817-CDB739979D39}" srcOrd="3" destOrd="0" presId="urn:microsoft.com/office/officeart/2018/2/layout/IconVerticalSolidList"/>
    <dgm:cxn modelId="{6243CD77-3CA2-4868-9C63-E5DA1A0EE33C}" type="presParOf" srcId="{8890AB7F-4DA3-4BA1-8910-1FEAEFB4421A}" destId="{73FF4182-3635-49F2-A4C9-747BBE8EEFB2}" srcOrd="4" destOrd="0" presId="urn:microsoft.com/office/officeart/2018/2/layout/IconVerticalSolidList"/>
    <dgm:cxn modelId="{D251AB1F-BBE5-4194-A0D8-5ADF21F4D20E}" type="presParOf" srcId="{501FF553-FBC8-4E72-8932-653D164ABFB8}" destId="{8E0DE903-A14E-46BA-BCF0-C50D71F2AB41}" srcOrd="7" destOrd="0" presId="urn:microsoft.com/office/officeart/2018/2/layout/IconVerticalSolidList"/>
    <dgm:cxn modelId="{F50E1390-FC19-4A2A-9254-6498174C1014}" type="presParOf" srcId="{501FF553-FBC8-4E72-8932-653D164ABFB8}" destId="{6BBECF19-F91A-4AA7-AFDA-8724A129EDBD}" srcOrd="8" destOrd="0" presId="urn:microsoft.com/office/officeart/2018/2/layout/IconVerticalSolidList"/>
    <dgm:cxn modelId="{D2CB20C9-2C29-4A43-BA34-68B751147B15}" type="presParOf" srcId="{6BBECF19-F91A-4AA7-AFDA-8724A129EDBD}" destId="{40767946-C26C-4DBA-B347-528DF09F4062}" srcOrd="0" destOrd="0" presId="urn:microsoft.com/office/officeart/2018/2/layout/IconVerticalSolidList"/>
    <dgm:cxn modelId="{A5FE4F7F-F3D2-44DB-81C5-72C3ADCA90A2}" type="presParOf" srcId="{6BBECF19-F91A-4AA7-AFDA-8724A129EDBD}" destId="{10840AE8-D0F3-47D6-8AE2-EEDCC96526D9}" srcOrd="1" destOrd="0" presId="urn:microsoft.com/office/officeart/2018/2/layout/IconVerticalSolidList"/>
    <dgm:cxn modelId="{DED53E12-B963-4333-9B97-24C2E47E1328}" type="presParOf" srcId="{6BBECF19-F91A-4AA7-AFDA-8724A129EDBD}" destId="{C0536650-59C3-4C31-8452-30148F9FAEF8}" srcOrd="2" destOrd="0" presId="urn:microsoft.com/office/officeart/2018/2/layout/IconVerticalSolidList"/>
    <dgm:cxn modelId="{678DA568-50C7-4759-92EB-80C4869F65E6}" type="presParOf" srcId="{6BBECF19-F91A-4AA7-AFDA-8724A129EDBD}" destId="{AE9DEA07-2EE3-420E-99BB-993C63B51B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120E69-30A4-491F-803E-F40B5605D4F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F4A993C-0C06-4997-954B-7D7F89160AAF}">
      <dgm:prSet/>
      <dgm:spPr/>
      <dgm:t>
        <a:bodyPr/>
        <a:lstStyle/>
        <a:p>
          <a:r>
            <a:rPr lang="en-AU" b="0" i="0" dirty="0"/>
            <a:t>1. In that moment in the story, what could Zoe have said to Sam to express what she’s thinking and feeling to make him stop?</a:t>
          </a:r>
          <a:endParaRPr lang="en-US" dirty="0"/>
        </a:p>
      </dgm:t>
    </dgm:pt>
    <dgm:pt modelId="{1263322F-B2A2-46ED-8C47-D5AF95248007}" type="parTrans" cxnId="{84D678AA-4DB7-4109-B35D-980AEC09D7C9}">
      <dgm:prSet/>
      <dgm:spPr/>
      <dgm:t>
        <a:bodyPr/>
        <a:lstStyle/>
        <a:p>
          <a:endParaRPr lang="en-US"/>
        </a:p>
      </dgm:t>
    </dgm:pt>
    <dgm:pt modelId="{0A0F3F35-D9E0-4B9E-AF87-D21B6E07BA87}" type="sibTrans" cxnId="{84D678AA-4DB7-4109-B35D-980AEC09D7C9}">
      <dgm:prSet/>
      <dgm:spPr/>
      <dgm:t>
        <a:bodyPr/>
        <a:lstStyle/>
        <a:p>
          <a:endParaRPr lang="en-US"/>
        </a:p>
      </dgm:t>
    </dgm:pt>
    <dgm:pt modelId="{749D1202-00BD-4E17-82CE-92F42916E149}">
      <dgm:prSet/>
      <dgm:spPr/>
      <dgm:t>
        <a:bodyPr/>
        <a:lstStyle/>
        <a:p>
          <a:r>
            <a:rPr lang="en-AU" b="0" i="0" dirty="0"/>
            <a:t>2. What would have stopped Zoe from speaking up? What got in the way of her expressing her feelings?</a:t>
          </a:r>
          <a:endParaRPr lang="en-US" dirty="0"/>
        </a:p>
      </dgm:t>
    </dgm:pt>
    <dgm:pt modelId="{FD6D50DE-17A4-4B5A-8600-47CF5E365528}" type="parTrans" cxnId="{C6897343-62BD-41EC-80B9-86998EF18F8F}">
      <dgm:prSet/>
      <dgm:spPr/>
      <dgm:t>
        <a:bodyPr/>
        <a:lstStyle/>
        <a:p>
          <a:endParaRPr lang="en-US"/>
        </a:p>
      </dgm:t>
    </dgm:pt>
    <dgm:pt modelId="{5D793E27-969A-4586-A620-8870301FA04A}" type="sibTrans" cxnId="{C6897343-62BD-41EC-80B9-86998EF18F8F}">
      <dgm:prSet/>
      <dgm:spPr/>
      <dgm:t>
        <a:bodyPr/>
        <a:lstStyle/>
        <a:p>
          <a:endParaRPr lang="en-US"/>
        </a:p>
      </dgm:t>
    </dgm:pt>
    <dgm:pt modelId="{44E13E7C-2F98-49B7-B94D-E6115716B219}">
      <dgm:prSet/>
      <dgm:spPr/>
      <dgm:t>
        <a:bodyPr/>
        <a:lstStyle/>
        <a:p>
          <a:r>
            <a:rPr lang="en-AU" b="0" i="0" dirty="0"/>
            <a:t>3. What non-verbal signs was Zoe giving to say she was uncomfortable?</a:t>
          </a:r>
          <a:endParaRPr lang="en-US" dirty="0"/>
        </a:p>
      </dgm:t>
    </dgm:pt>
    <dgm:pt modelId="{1218458C-D0F9-4DCB-8A2E-793BFB6D7C45}" type="parTrans" cxnId="{0E5889E1-3764-424E-AC1D-AC1A6503531B}">
      <dgm:prSet/>
      <dgm:spPr/>
      <dgm:t>
        <a:bodyPr/>
        <a:lstStyle/>
        <a:p>
          <a:endParaRPr lang="en-US"/>
        </a:p>
      </dgm:t>
    </dgm:pt>
    <dgm:pt modelId="{27D1A1D2-3E0F-4554-B3B8-13C886A8F89F}" type="sibTrans" cxnId="{0E5889E1-3764-424E-AC1D-AC1A6503531B}">
      <dgm:prSet/>
      <dgm:spPr/>
      <dgm:t>
        <a:bodyPr/>
        <a:lstStyle/>
        <a:p>
          <a:endParaRPr lang="en-US"/>
        </a:p>
      </dgm:t>
    </dgm:pt>
    <dgm:pt modelId="{573B84B1-1EF2-48F7-9DAD-987D1D73D9BE}">
      <dgm:prSet/>
      <dgm:spPr/>
      <dgm:t>
        <a:bodyPr/>
        <a:lstStyle/>
        <a:p>
          <a:r>
            <a:rPr lang="en-AU" b="0" i="0" dirty="0"/>
            <a:t>4. What could Sam have said to Zoe to check what was going on with her?</a:t>
          </a:r>
          <a:endParaRPr lang="en-US" dirty="0"/>
        </a:p>
      </dgm:t>
    </dgm:pt>
    <dgm:pt modelId="{8A223203-497E-4276-8098-18963E49BCD8}" type="parTrans" cxnId="{0646C26C-3E3E-44B7-B23D-6AEFC0D73A21}">
      <dgm:prSet/>
      <dgm:spPr/>
      <dgm:t>
        <a:bodyPr/>
        <a:lstStyle/>
        <a:p>
          <a:endParaRPr lang="en-US"/>
        </a:p>
      </dgm:t>
    </dgm:pt>
    <dgm:pt modelId="{2B562203-926C-4455-BB38-EC8133240A02}" type="sibTrans" cxnId="{0646C26C-3E3E-44B7-B23D-6AEFC0D73A21}">
      <dgm:prSet/>
      <dgm:spPr/>
      <dgm:t>
        <a:bodyPr/>
        <a:lstStyle/>
        <a:p>
          <a:endParaRPr lang="en-US"/>
        </a:p>
      </dgm:t>
    </dgm:pt>
    <dgm:pt modelId="{B80EB051-B665-4145-B60D-C423D9BD16DC}">
      <dgm:prSet/>
      <dgm:spPr/>
      <dgm:t>
        <a:bodyPr/>
        <a:lstStyle/>
        <a:p>
          <a:r>
            <a:rPr lang="en-AU" b="0" i="0" dirty="0"/>
            <a:t>5. What makes it difficult for Sam to say these things?</a:t>
          </a:r>
          <a:endParaRPr lang="en-US" dirty="0"/>
        </a:p>
      </dgm:t>
    </dgm:pt>
    <dgm:pt modelId="{F41A6FEB-9194-4219-BED0-DF663AFDF028}" type="parTrans" cxnId="{9FDD7E81-2FCA-49B2-8DDB-4B1ABC59E506}">
      <dgm:prSet/>
      <dgm:spPr/>
      <dgm:t>
        <a:bodyPr/>
        <a:lstStyle/>
        <a:p>
          <a:endParaRPr lang="en-US"/>
        </a:p>
      </dgm:t>
    </dgm:pt>
    <dgm:pt modelId="{48217B03-9F06-4EE4-8F79-093E9177F96A}" type="sibTrans" cxnId="{9FDD7E81-2FCA-49B2-8DDB-4B1ABC59E506}">
      <dgm:prSet/>
      <dgm:spPr/>
      <dgm:t>
        <a:bodyPr/>
        <a:lstStyle/>
        <a:p>
          <a:endParaRPr lang="en-US"/>
        </a:p>
      </dgm:t>
    </dgm:pt>
    <dgm:pt modelId="{345B4537-5A4C-904D-B820-E73EBC9F051C}" type="pres">
      <dgm:prSet presAssocID="{0B120E69-30A4-491F-803E-F40B5605D4F1}" presName="vert0" presStyleCnt="0">
        <dgm:presLayoutVars>
          <dgm:dir/>
          <dgm:animOne val="branch"/>
          <dgm:animLvl val="lvl"/>
        </dgm:presLayoutVars>
      </dgm:prSet>
      <dgm:spPr/>
    </dgm:pt>
    <dgm:pt modelId="{5A5D40A8-7927-4740-AE95-6597EC1FF610}" type="pres">
      <dgm:prSet presAssocID="{BF4A993C-0C06-4997-954B-7D7F89160AAF}" presName="thickLine" presStyleLbl="alignNode1" presStyleIdx="0" presStyleCnt="5"/>
      <dgm:spPr/>
    </dgm:pt>
    <dgm:pt modelId="{5B2F3B59-1740-AA40-8891-C4103FD8BCD5}" type="pres">
      <dgm:prSet presAssocID="{BF4A993C-0C06-4997-954B-7D7F89160AAF}" presName="horz1" presStyleCnt="0"/>
      <dgm:spPr/>
    </dgm:pt>
    <dgm:pt modelId="{9918784C-2BEA-EF46-99C8-822FA297C9D4}" type="pres">
      <dgm:prSet presAssocID="{BF4A993C-0C06-4997-954B-7D7F89160AAF}" presName="tx1" presStyleLbl="revTx" presStyleIdx="0" presStyleCnt="5"/>
      <dgm:spPr/>
    </dgm:pt>
    <dgm:pt modelId="{12ECCF6C-7CF9-7242-8F04-8F5D7441A436}" type="pres">
      <dgm:prSet presAssocID="{BF4A993C-0C06-4997-954B-7D7F89160AAF}" presName="vert1" presStyleCnt="0"/>
      <dgm:spPr/>
    </dgm:pt>
    <dgm:pt modelId="{42CE0F85-2207-F248-A87B-A15F5EE9D279}" type="pres">
      <dgm:prSet presAssocID="{749D1202-00BD-4E17-82CE-92F42916E149}" presName="thickLine" presStyleLbl="alignNode1" presStyleIdx="1" presStyleCnt="5"/>
      <dgm:spPr/>
    </dgm:pt>
    <dgm:pt modelId="{A11967D6-96DC-0644-94AF-104532D4D2C7}" type="pres">
      <dgm:prSet presAssocID="{749D1202-00BD-4E17-82CE-92F42916E149}" presName="horz1" presStyleCnt="0"/>
      <dgm:spPr/>
    </dgm:pt>
    <dgm:pt modelId="{724805D6-70DC-D546-80BC-08A454CCACE7}" type="pres">
      <dgm:prSet presAssocID="{749D1202-00BD-4E17-82CE-92F42916E149}" presName="tx1" presStyleLbl="revTx" presStyleIdx="1" presStyleCnt="5"/>
      <dgm:spPr/>
    </dgm:pt>
    <dgm:pt modelId="{1FD6B324-E4A0-7949-9DBF-D4A05C6FDA11}" type="pres">
      <dgm:prSet presAssocID="{749D1202-00BD-4E17-82CE-92F42916E149}" presName="vert1" presStyleCnt="0"/>
      <dgm:spPr/>
    </dgm:pt>
    <dgm:pt modelId="{3948D252-39BB-794A-B70B-99C7C169FC25}" type="pres">
      <dgm:prSet presAssocID="{44E13E7C-2F98-49B7-B94D-E6115716B219}" presName="thickLine" presStyleLbl="alignNode1" presStyleIdx="2" presStyleCnt="5"/>
      <dgm:spPr/>
    </dgm:pt>
    <dgm:pt modelId="{37A20DD1-D487-1643-8D18-029F2C0AD8D9}" type="pres">
      <dgm:prSet presAssocID="{44E13E7C-2F98-49B7-B94D-E6115716B219}" presName="horz1" presStyleCnt="0"/>
      <dgm:spPr/>
    </dgm:pt>
    <dgm:pt modelId="{F31C01D3-BC95-2C40-8F1B-E0BAD5D90498}" type="pres">
      <dgm:prSet presAssocID="{44E13E7C-2F98-49B7-B94D-E6115716B219}" presName="tx1" presStyleLbl="revTx" presStyleIdx="2" presStyleCnt="5"/>
      <dgm:spPr/>
    </dgm:pt>
    <dgm:pt modelId="{8EC5193F-A5B4-2D47-9CAC-1222D2E5946A}" type="pres">
      <dgm:prSet presAssocID="{44E13E7C-2F98-49B7-B94D-E6115716B219}" presName="vert1" presStyleCnt="0"/>
      <dgm:spPr/>
    </dgm:pt>
    <dgm:pt modelId="{092E6FAC-5602-BB46-BFB8-0F11DB9D94D1}" type="pres">
      <dgm:prSet presAssocID="{573B84B1-1EF2-48F7-9DAD-987D1D73D9BE}" presName="thickLine" presStyleLbl="alignNode1" presStyleIdx="3" presStyleCnt="5"/>
      <dgm:spPr/>
    </dgm:pt>
    <dgm:pt modelId="{193930D8-5F1F-C040-B46B-2E5591A50D23}" type="pres">
      <dgm:prSet presAssocID="{573B84B1-1EF2-48F7-9DAD-987D1D73D9BE}" presName="horz1" presStyleCnt="0"/>
      <dgm:spPr/>
    </dgm:pt>
    <dgm:pt modelId="{2A88A2F5-8708-D24C-8DDE-21F08EAA1414}" type="pres">
      <dgm:prSet presAssocID="{573B84B1-1EF2-48F7-9DAD-987D1D73D9BE}" presName="tx1" presStyleLbl="revTx" presStyleIdx="3" presStyleCnt="5"/>
      <dgm:spPr/>
    </dgm:pt>
    <dgm:pt modelId="{FA911322-3A48-8C40-9037-745F3F29214A}" type="pres">
      <dgm:prSet presAssocID="{573B84B1-1EF2-48F7-9DAD-987D1D73D9BE}" presName="vert1" presStyleCnt="0"/>
      <dgm:spPr/>
    </dgm:pt>
    <dgm:pt modelId="{7F6E8867-A6B5-514F-8086-0E444F3CCC17}" type="pres">
      <dgm:prSet presAssocID="{B80EB051-B665-4145-B60D-C423D9BD16DC}" presName="thickLine" presStyleLbl="alignNode1" presStyleIdx="4" presStyleCnt="5"/>
      <dgm:spPr/>
    </dgm:pt>
    <dgm:pt modelId="{C64AEBBE-C46C-224F-A5E1-FB4BF0580F81}" type="pres">
      <dgm:prSet presAssocID="{B80EB051-B665-4145-B60D-C423D9BD16DC}" presName="horz1" presStyleCnt="0"/>
      <dgm:spPr/>
    </dgm:pt>
    <dgm:pt modelId="{4E01A32A-CA25-8342-9C64-18D5F13C26DF}" type="pres">
      <dgm:prSet presAssocID="{B80EB051-B665-4145-B60D-C423D9BD16DC}" presName="tx1" presStyleLbl="revTx" presStyleIdx="4" presStyleCnt="5"/>
      <dgm:spPr/>
    </dgm:pt>
    <dgm:pt modelId="{F67E832F-8A6E-3341-87DB-74C30BD9EE08}" type="pres">
      <dgm:prSet presAssocID="{B80EB051-B665-4145-B60D-C423D9BD16DC}" presName="vert1" presStyleCnt="0"/>
      <dgm:spPr/>
    </dgm:pt>
  </dgm:ptLst>
  <dgm:cxnLst>
    <dgm:cxn modelId="{7C11A81C-8741-1D48-9FDD-0B5C43986D07}" type="presOf" srcId="{749D1202-00BD-4E17-82CE-92F42916E149}" destId="{724805D6-70DC-D546-80BC-08A454CCACE7}" srcOrd="0" destOrd="0" presId="urn:microsoft.com/office/officeart/2008/layout/LinedList"/>
    <dgm:cxn modelId="{0B902460-D6A8-7C4A-BE4F-640B8D3CE813}" type="presOf" srcId="{44E13E7C-2F98-49B7-B94D-E6115716B219}" destId="{F31C01D3-BC95-2C40-8F1B-E0BAD5D90498}" srcOrd="0" destOrd="0" presId="urn:microsoft.com/office/officeart/2008/layout/LinedList"/>
    <dgm:cxn modelId="{C6897343-62BD-41EC-80B9-86998EF18F8F}" srcId="{0B120E69-30A4-491F-803E-F40B5605D4F1}" destId="{749D1202-00BD-4E17-82CE-92F42916E149}" srcOrd="1" destOrd="0" parTransId="{FD6D50DE-17A4-4B5A-8600-47CF5E365528}" sibTransId="{5D793E27-969A-4586-A620-8870301FA04A}"/>
    <dgm:cxn modelId="{0646C26C-3E3E-44B7-B23D-6AEFC0D73A21}" srcId="{0B120E69-30A4-491F-803E-F40B5605D4F1}" destId="{573B84B1-1EF2-48F7-9DAD-987D1D73D9BE}" srcOrd="3" destOrd="0" parTransId="{8A223203-497E-4276-8098-18963E49BCD8}" sibTransId="{2B562203-926C-4455-BB38-EC8133240A02}"/>
    <dgm:cxn modelId="{9FDD7E81-2FCA-49B2-8DDB-4B1ABC59E506}" srcId="{0B120E69-30A4-491F-803E-F40B5605D4F1}" destId="{B80EB051-B665-4145-B60D-C423D9BD16DC}" srcOrd="4" destOrd="0" parTransId="{F41A6FEB-9194-4219-BED0-DF663AFDF028}" sibTransId="{48217B03-9F06-4EE4-8F79-093E9177F96A}"/>
    <dgm:cxn modelId="{2679F384-5E29-E74D-9B1A-C65A46D1AF1D}" type="presOf" srcId="{573B84B1-1EF2-48F7-9DAD-987D1D73D9BE}" destId="{2A88A2F5-8708-D24C-8DDE-21F08EAA1414}" srcOrd="0" destOrd="0" presId="urn:microsoft.com/office/officeart/2008/layout/LinedList"/>
    <dgm:cxn modelId="{84D678AA-4DB7-4109-B35D-980AEC09D7C9}" srcId="{0B120E69-30A4-491F-803E-F40B5605D4F1}" destId="{BF4A993C-0C06-4997-954B-7D7F89160AAF}" srcOrd="0" destOrd="0" parTransId="{1263322F-B2A2-46ED-8C47-D5AF95248007}" sibTransId="{0A0F3F35-D9E0-4B9E-AF87-D21B6E07BA87}"/>
    <dgm:cxn modelId="{021776B2-B92A-CB48-85CA-AC63CD71FDC0}" type="presOf" srcId="{B80EB051-B665-4145-B60D-C423D9BD16DC}" destId="{4E01A32A-CA25-8342-9C64-18D5F13C26DF}" srcOrd="0" destOrd="0" presId="urn:microsoft.com/office/officeart/2008/layout/LinedList"/>
    <dgm:cxn modelId="{7E74C2C8-1C8E-7546-AB3F-AA2E51114B81}" type="presOf" srcId="{BF4A993C-0C06-4997-954B-7D7F89160AAF}" destId="{9918784C-2BEA-EF46-99C8-822FA297C9D4}" srcOrd="0" destOrd="0" presId="urn:microsoft.com/office/officeart/2008/layout/LinedList"/>
    <dgm:cxn modelId="{0E5889E1-3764-424E-AC1D-AC1A6503531B}" srcId="{0B120E69-30A4-491F-803E-F40B5605D4F1}" destId="{44E13E7C-2F98-49B7-B94D-E6115716B219}" srcOrd="2" destOrd="0" parTransId="{1218458C-D0F9-4DCB-8A2E-793BFB6D7C45}" sibTransId="{27D1A1D2-3E0F-4554-B3B8-13C886A8F89F}"/>
    <dgm:cxn modelId="{C70B45EB-12B7-5C4A-B4EE-00A14042C060}" type="presOf" srcId="{0B120E69-30A4-491F-803E-F40B5605D4F1}" destId="{345B4537-5A4C-904D-B820-E73EBC9F051C}" srcOrd="0" destOrd="0" presId="urn:microsoft.com/office/officeart/2008/layout/LinedList"/>
    <dgm:cxn modelId="{BF8BE61D-888B-3B4F-8C26-5D385036FEB2}" type="presParOf" srcId="{345B4537-5A4C-904D-B820-E73EBC9F051C}" destId="{5A5D40A8-7927-4740-AE95-6597EC1FF610}" srcOrd="0" destOrd="0" presId="urn:microsoft.com/office/officeart/2008/layout/LinedList"/>
    <dgm:cxn modelId="{0F40B85F-0791-6D4B-A245-064630AF1365}" type="presParOf" srcId="{345B4537-5A4C-904D-B820-E73EBC9F051C}" destId="{5B2F3B59-1740-AA40-8891-C4103FD8BCD5}" srcOrd="1" destOrd="0" presId="urn:microsoft.com/office/officeart/2008/layout/LinedList"/>
    <dgm:cxn modelId="{1F5253F4-6FDD-DA4D-A73A-18538979178C}" type="presParOf" srcId="{5B2F3B59-1740-AA40-8891-C4103FD8BCD5}" destId="{9918784C-2BEA-EF46-99C8-822FA297C9D4}" srcOrd="0" destOrd="0" presId="urn:microsoft.com/office/officeart/2008/layout/LinedList"/>
    <dgm:cxn modelId="{A42E861D-3BA7-764F-8BB3-E1C1123A0BA7}" type="presParOf" srcId="{5B2F3B59-1740-AA40-8891-C4103FD8BCD5}" destId="{12ECCF6C-7CF9-7242-8F04-8F5D7441A436}" srcOrd="1" destOrd="0" presId="urn:microsoft.com/office/officeart/2008/layout/LinedList"/>
    <dgm:cxn modelId="{AA0F788B-AB17-274F-90C8-F8307AE0E7A6}" type="presParOf" srcId="{345B4537-5A4C-904D-B820-E73EBC9F051C}" destId="{42CE0F85-2207-F248-A87B-A15F5EE9D279}" srcOrd="2" destOrd="0" presId="urn:microsoft.com/office/officeart/2008/layout/LinedList"/>
    <dgm:cxn modelId="{FE195877-0732-E34A-8BFE-3E170F385EAE}" type="presParOf" srcId="{345B4537-5A4C-904D-B820-E73EBC9F051C}" destId="{A11967D6-96DC-0644-94AF-104532D4D2C7}" srcOrd="3" destOrd="0" presId="urn:microsoft.com/office/officeart/2008/layout/LinedList"/>
    <dgm:cxn modelId="{3D9A6FB9-16C3-DC45-BEB9-E258BC023A0C}" type="presParOf" srcId="{A11967D6-96DC-0644-94AF-104532D4D2C7}" destId="{724805D6-70DC-D546-80BC-08A454CCACE7}" srcOrd="0" destOrd="0" presId="urn:microsoft.com/office/officeart/2008/layout/LinedList"/>
    <dgm:cxn modelId="{951919D1-B6E3-4B4C-AF72-EFBC36FC55D3}" type="presParOf" srcId="{A11967D6-96DC-0644-94AF-104532D4D2C7}" destId="{1FD6B324-E4A0-7949-9DBF-D4A05C6FDA11}" srcOrd="1" destOrd="0" presId="urn:microsoft.com/office/officeart/2008/layout/LinedList"/>
    <dgm:cxn modelId="{DCB34B5E-F0F1-824B-A193-1D2243B70994}" type="presParOf" srcId="{345B4537-5A4C-904D-B820-E73EBC9F051C}" destId="{3948D252-39BB-794A-B70B-99C7C169FC25}" srcOrd="4" destOrd="0" presId="urn:microsoft.com/office/officeart/2008/layout/LinedList"/>
    <dgm:cxn modelId="{B5FB1776-7911-CC4D-A2A0-2629130AB6DF}" type="presParOf" srcId="{345B4537-5A4C-904D-B820-E73EBC9F051C}" destId="{37A20DD1-D487-1643-8D18-029F2C0AD8D9}" srcOrd="5" destOrd="0" presId="urn:microsoft.com/office/officeart/2008/layout/LinedList"/>
    <dgm:cxn modelId="{05C84440-06B3-3447-9A0F-6812C8330A96}" type="presParOf" srcId="{37A20DD1-D487-1643-8D18-029F2C0AD8D9}" destId="{F31C01D3-BC95-2C40-8F1B-E0BAD5D90498}" srcOrd="0" destOrd="0" presId="urn:microsoft.com/office/officeart/2008/layout/LinedList"/>
    <dgm:cxn modelId="{280F53AC-7913-CF43-86A0-E56502EE0153}" type="presParOf" srcId="{37A20DD1-D487-1643-8D18-029F2C0AD8D9}" destId="{8EC5193F-A5B4-2D47-9CAC-1222D2E5946A}" srcOrd="1" destOrd="0" presId="urn:microsoft.com/office/officeart/2008/layout/LinedList"/>
    <dgm:cxn modelId="{481CB746-7016-1248-8A93-0D8B789F1FCB}" type="presParOf" srcId="{345B4537-5A4C-904D-B820-E73EBC9F051C}" destId="{092E6FAC-5602-BB46-BFB8-0F11DB9D94D1}" srcOrd="6" destOrd="0" presId="urn:microsoft.com/office/officeart/2008/layout/LinedList"/>
    <dgm:cxn modelId="{710C8443-9E1E-9E48-A25F-0C2AD6365252}" type="presParOf" srcId="{345B4537-5A4C-904D-B820-E73EBC9F051C}" destId="{193930D8-5F1F-C040-B46B-2E5591A50D23}" srcOrd="7" destOrd="0" presId="urn:microsoft.com/office/officeart/2008/layout/LinedList"/>
    <dgm:cxn modelId="{1D71B73F-CE04-6A4E-86C5-DA01B24764C0}" type="presParOf" srcId="{193930D8-5F1F-C040-B46B-2E5591A50D23}" destId="{2A88A2F5-8708-D24C-8DDE-21F08EAA1414}" srcOrd="0" destOrd="0" presId="urn:microsoft.com/office/officeart/2008/layout/LinedList"/>
    <dgm:cxn modelId="{3E9DF85A-8815-804D-9BC2-AB4A6BE8E4A4}" type="presParOf" srcId="{193930D8-5F1F-C040-B46B-2E5591A50D23}" destId="{FA911322-3A48-8C40-9037-745F3F29214A}" srcOrd="1" destOrd="0" presId="urn:microsoft.com/office/officeart/2008/layout/LinedList"/>
    <dgm:cxn modelId="{CA920DCF-6C46-B84C-A88B-FA8DE0F5049A}" type="presParOf" srcId="{345B4537-5A4C-904D-B820-E73EBC9F051C}" destId="{7F6E8867-A6B5-514F-8086-0E444F3CCC17}" srcOrd="8" destOrd="0" presId="urn:microsoft.com/office/officeart/2008/layout/LinedList"/>
    <dgm:cxn modelId="{8FBDE958-17B0-DB49-86FE-60F9BB98904A}" type="presParOf" srcId="{345B4537-5A4C-904D-B820-E73EBC9F051C}" destId="{C64AEBBE-C46C-224F-A5E1-FB4BF0580F81}" srcOrd="9" destOrd="0" presId="urn:microsoft.com/office/officeart/2008/layout/LinedList"/>
    <dgm:cxn modelId="{C5FB6875-C122-D14B-B417-BC3F474E59B0}" type="presParOf" srcId="{C64AEBBE-C46C-224F-A5E1-FB4BF0580F81}" destId="{4E01A32A-CA25-8342-9C64-18D5F13C26DF}" srcOrd="0" destOrd="0" presId="urn:microsoft.com/office/officeart/2008/layout/LinedList"/>
    <dgm:cxn modelId="{3EFD31C0-6629-6A4F-890B-F90D2A779133}" type="presParOf" srcId="{C64AEBBE-C46C-224F-A5E1-FB4BF0580F81}" destId="{F67E832F-8A6E-3341-87DB-74C30BD9EE0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64184-14BF-43DE-AAA0-778E01F4B62A}">
      <dsp:nvSpPr>
        <dsp:cNvPr id="0" name=""/>
        <dsp:cNvSpPr/>
      </dsp:nvSpPr>
      <dsp:spPr>
        <a:xfrm>
          <a:off x="0" y="4616"/>
          <a:ext cx="7734300" cy="98324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010986-35F9-4313-B500-BC9A20E7CA73}">
      <dsp:nvSpPr>
        <dsp:cNvPr id="0" name=""/>
        <dsp:cNvSpPr/>
      </dsp:nvSpPr>
      <dsp:spPr>
        <a:xfrm>
          <a:off x="297430" y="225845"/>
          <a:ext cx="540782" cy="5407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3A1B70-CA55-4035-AAC4-E9AF4DE22ED9}">
      <dsp:nvSpPr>
        <dsp:cNvPr id="0" name=""/>
        <dsp:cNvSpPr/>
      </dsp:nvSpPr>
      <dsp:spPr>
        <a:xfrm>
          <a:off x="1135642" y="4616"/>
          <a:ext cx="6598657"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844550">
            <a:lnSpc>
              <a:spcPct val="90000"/>
            </a:lnSpc>
            <a:spcBef>
              <a:spcPct val="0"/>
            </a:spcBef>
            <a:spcAft>
              <a:spcPct val="35000"/>
            </a:spcAft>
            <a:buNone/>
          </a:pPr>
          <a:r>
            <a:rPr lang="en-AU" sz="1900" kern="1200"/>
            <a:t>Consent is a simple thing we do every day. </a:t>
          </a:r>
          <a:endParaRPr lang="en-US" sz="1900" kern="1200"/>
        </a:p>
      </dsp:txBody>
      <dsp:txXfrm>
        <a:off x="1135642" y="4616"/>
        <a:ext cx="6598657" cy="983240"/>
      </dsp:txXfrm>
    </dsp:sp>
    <dsp:sp modelId="{45A9E047-64B2-4CCA-BEB8-B0832F7ACC03}">
      <dsp:nvSpPr>
        <dsp:cNvPr id="0" name=""/>
        <dsp:cNvSpPr/>
      </dsp:nvSpPr>
      <dsp:spPr>
        <a:xfrm>
          <a:off x="0" y="1233666"/>
          <a:ext cx="7734300" cy="9832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A83385-3BAA-455D-B650-F94C5A1A2C04}">
      <dsp:nvSpPr>
        <dsp:cNvPr id="0" name=""/>
        <dsp:cNvSpPr/>
      </dsp:nvSpPr>
      <dsp:spPr>
        <a:xfrm>
          <a:off x="297430" y="1454895"/>
          <a:ext cx="540782" cy="5407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D40DBE-6AC9-463A-84C1-F868B9DB8F34}">
      <dsp:nvSpPr>
        <dsp:cNvPr id="0" name=""/>
        <dsp:cNvSpPr/>
      </dsp:nvSpPr>
      <dsp:spPr>
        <a:xfrm>
          <a:off x="1135642" y="1233666"/>
          <a:ext cx="6598657"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844550">
            <a:lnSpc>
              <a:spcPct val="90000"/>
            </a:lnSpc>
            <a:spcBef>
              <a:spcPct val="0"/>
            </a:spcBef>
            <a:spcAft>
              <a:spcPct val="35000"/>
            </a:spcAft>
            <a:buNone/>
          </a:pPr>
          <a:r>
            <a:rPr lang="en-AU" sz="1900" kern="1200"/>
            <a:t>If there’s not an enthusiastic yes, then it’s a no.</a:t>
          </a:r>
          <a:endParaRPr lang="en-US" sz="1900" kern="1200"/>
        </a:p>
      </dsp:txBody>
      <dsp:txXfrm>
        <a:off x="1135642" y="1233666"/>
        <a:ext cx="6598657" cy="983240"/>
      </dsp:txXfrm>
    </dsp:sp>
    <dsp:sp modelId="{14B6A4A2-2E0B-4850-B72B-128A5B96A1EB}">
      <dsp:nvSpPr>
        <dsp:cNvPr id="0" name=""/>
        <dsp:cNvSpPr/>
      </dsp:nvSpPr>
      <dsp:spPr>
        <a:xfrm>
          <a:off x="0" y="2462717"/>
          <a:ext cx="7734300" cy="98324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98F435-686F-43EF-8202-EB122966EC15}">
      <dsp:nvSpPr>
        <dsp:cNvPr id="0" name=""/>
        <dsp:cNvSpPr/>
      </dsp:nvSpPr>
      <dsp:spPr>
        <a:xfrm>
          <a:off x="297430" y="2683946"/>
          <a:ext cx="540782" cy="5407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A0CF7D-DA01-4B17-8B81-B7833DE5CAB4}">
      <dsp:nvSpPr>
        <dsp:cNvPr id="0" name=""/>
        <dsp:cNvSpPr/>
      </dsp:nvSpPr>
      <dsp:spPr>
        <a:xfrm>
          <a:off x="1135642" y="2462717"/>
          <a:ext cx="6598657"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844550">
            <a:lnSpc>
              <a:spcPct val="90000"/>
            </a:lnSpc>
            <a:spcBef>
              <a:spcPct val="0"/>
            </a:spcBef>
            <a:spcAft>
              <a:spcPct val="35000"/>
            </a:spcAft>
            <a:buNone/>
          </a:pPr>
          <a:r>
            <a:rPr lang="en-AU" sz="1900" kern="1200"/>
            <a:t>Consent is an ongoing conversation.</a:t>
          </a:r>
          <a:endParaRPr lang="en-US" sz="1900" kern="1200"/>
        </a:p>
      </dsp:txBody>
      <dsp:txXfrm>
        <a:off x="1135642" y="2462717"/>
        <a:ext cx="6598657" cy="983240"/>
      </dsp:txXfrm>
    </dsp:sp>
    <dsp:sp modelId="{6F5B28ED-F55F-4A5B-808E-0B8E93D511F3}">
      <dsp:nvSpPr>
        <dsp:cNvPr id="0" name=""/>
        <dsp:cNvSpPr/>
      </dsp:nvSpPr>
      <dsp:spPr>
        <a:xfrm>
          <a:off x="0" y="3691767"/>
          <a:ext cx="7734300" cy="98324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DB860-14E0-42E7-B539-5763B96A6D96}">
      <dsp:nvSpPr>
        <dsp:cNvPr id="0" name=""/>
        <dsp:cNvSpPr/>
      </dsp:nvSpPr>
      <dsp:spPr>
        <a:xfrm>
          <a:off x="297430" y="3912996"/>
          <a:ext cx="540782" cy="5407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2BF386-EE09-44A8-9817-CDB739979D39}">
      <dsp:nvSpPr>
        <dsp:cNvPr id="0" name=""/>
        <dsp:cNvSpPr/>
      </dsp:nvSpPr>
      <dsp:spPr>
        <a:xfrm>
          <a:off x="1135642" y="3691767"/>
          <a:ext cx="3480435"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844550">
            <a:lnSpc>
              <a:spcPct val="90000"/>
            </a:lnSpc>
            <a:spcBef>
              <a:spcPct val="0"/>
            </a:spcBef>
            <a:spcAft>
              <a:spcPct val="35000"/>
            </a:spcAft>
            <a:buNone/>
          </a:pPr>
          <a:r>
            <a:rPr lang="en-AU" sz="1900" kern="1200"/>
            <a:t>Consent can be withdrawn at any time </a:t>
          </a:r>
          <a:endParaRPr lang="en-US" sz="1900" kern="1200"/>
        </a:p>
      </dsp:txBody>
      <dsp:txXfrm>
        <a:off x="1135642" y="3691767"/>
        <a:ext cx="3480435" cy="983240"/>
      </dsp:txXfrm>
    </dsp:sp>
    <dsp:sp modelId="{73FF4182-3635-49F2-A4C9-747BBE8EEFB2}">
      <dsp:nvSpPr>
        <dsp:cNvPr id="0" name=""/>
        <dsp:cNvSpPr/>
      </dsp:nvSpPr>
      <dsp:spPr>
        <a:xfrm>
          <a:off x="4616077" y="3691767"/>
          <a:ext cx="3118222"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533400">
            <a:lnSpc>
              <a:spcPct val="90000"/>
            </a:lnSpc>
            <a:spcBef>
              <a:spcPct val="0"/>
            </a:spcBef>
            <a:spcAft>
              <a:spcPct val="35000"/>
            </a:spcAft>
            <a:buNone/>
          </a:pPr>
          <a:r>
            <a:rPr lang="en-AU" sz="1200" kern="1200"/>
            <a:t>No matter how far into the action.</a:t>
          </a:r>
          <a:endParaRPr lang="en-US" sz="1200" kern="1200"/>
        </a:p>
        <a:p>
          <a:pPr marL="0" lvl="0" indent="0" algn="l" defTabSz="533400">
            <a:lnSpc>
              <a:spcPct val="90000"/>
            </a:lnSpc>
            <a:spcBef>
              <a:spcPct val="0"/>
            </a:spcBef>
            <a:spcAft>
              <a:spcPct val="35000"/>
            </a:spcAft>
            <a:buNone/>
          </a:pPr>
          <a:r>
            <a:rPr lang="en-AU" sz="1200" kern="1200"/>
            <a:t>No matter how many times you’ve done it.</a:t>
          </a:r>
          <a:endParaRPr lang="en-US" sz="1200" kern="1200"/>
        </a:p>
        <a:p>
          <a:pPr marL="0" lvl="0" indent="0" algn="l" defTabSz="533400">
            <a:lnSpc>
              <a:spcPct val="90000"/>
            </a:lnSpc>
            <a:spcBef>
              <a:spcPct val="0"/>
            </a:spcBef>
            <a:spcAft>
              <a:spcPct val="35000"/>
            </a:spcAft>
            <a:buNone/>
          </a:pPr>
          <a:r>
            <a:rPr lang="en-AU" sz="1200" kern="1200"/>
            <a:t>Regardless of if you were enjoying it before.</a:t>
          </a:r>
          <a:endParaRPr lang="en-US" sz="1200" kern="1200"/>
        </a:p>
      </dsp:txBody>
      <dsp:txXfrm>
        <a:off x="4616077" y="3691767"/>
        <a:ext cx="3118222" cy="983240"/>
      </dsp:txXfrm>
    </dsp:sp>
    <dsp:sp modelId="{40767946-C26C-4DBA-B347-528DF09F4062}">
      <dsp:nvSpPr>
        <dsp:cNvPr id="0" name=""/>
        <dsp:cNvSpPr/>
      </dsp:nvSpPr>
      <dsp:spPr>
        <a:xfrm>
          <a:off x="0" y="4920818"/>
          <a:ext cx="7734300" cy="983240"/>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840AE8-D0F3-47D6-8AE2-EEDCC96526D9}">
      <dsp:nvSpPr>
        <dsp:cNvPr id="0" name=""/>
        <dsp:cNvSpPr/>
      </dsp:nvSpPr>
      <dsp:spPr>
        <a:xfrm>
          <a:off x="297430" y="5142047"/>
          <a:ext cx="540782" cy="54078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9DEA07-2EE3-420E-99BB-993C63B51B3D}">
      <dsp:nvSpPr>
        <dsp:cNvPr id="0" name=""/>
        <dsp:cNvSpPr/>
      </dsp:nvSpPr>
      <dsp:spPr>
        <a:xfrm>
          <a:off x="1135642" y="4920818"/>
          <a:ext cx="6598657" cy="98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060" tIns="104060" rIns="104060" bIns="104060" numCol="1" spcCol="1270" anchor="ctr" anchorCtr="0">
          <a:noAutofit/>
        </a:bodyPr>
        <a:lstStyle/>
        <a:p>
          <a:pPr marL="0" lvl="0" indent="0" algn="l" defTabSz="844550">
            <a:lnSpc>
              <a:spcPct val="90000"/>
            </a:lnSpc>
            <a:spcBef>
              <a:spcPct val="0"/>
            </a:spcBef>
            <a:spcAft>
              <a:spcPct val="35000"/>
            </a:spcAft>
            <a:buNone/>
          </a:pPr>
          <a:r>
            <a:rPr lang="en-AU" sz="1900" kern="1200"/>
            <a:t>Respect: Ask a person what they want/expect and listen to their response.</a:t>
          </a:r>
          <a:endParaRPr lang="en-US" sz="1900" kern="1200"/>
        </a:p>
      </dsp:txBody>
      <dsp:txXfrm>
        <a:off x="1135642" y="4920818"/>
        <a:ext cx="6598657" cy="983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D40A8-7927-4740-AE95-6597EC1FF610}">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8784C-2BEA-EF46-99C8-822FA297C9D4}">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AU" sz="2200" b="0" i="0" kern="1200" dirty="0"/>
            <a:t>1. In that moment in the story, what could Zoe have said to Sam to express what she’s thinking and feeling to make him stop?</a:t>
          </a:r>
          <a:endParaRPr lang="en-US" sz="2200" kern="1200" dirty="0"/>
        </a:p>
      </dsp:txBody>
      <dsp:txXfrm>
        <a:off x="0" y="675"/>
        <a:ext cx="6900512" cy="1106957"/>
      </dsp:txXfrm>
    </dsp:sp>
    <dsp:sp modelId="{42CE0F85-2207-F248-A87B-A15F5EE9D279}">
      <dsp:nvSpPr>
        <dsp:cNvPr id="0" name=""/>
        <dsp:cNvSpPr/>
      </dsp:nvSpPr>
      <dsp:spPr>
        <a:xfrm>
          <a:off x="0" y="1107633"/>
          <a:ext cx="6900512" cy="0"/>
        </a:xfrm>
        <a:prstGeom prst="line">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4805D6-70DC-D546-80BC-08A454CCACE7}">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AU" sz="2200" b="0" i="0" kern="1200" dirty="0"/>
            <a:t>2. What would have stopped Zoe from speaking up? What got in the way of her expressing her feelings?</a:t>
          </a:r>
          <a:endParaRPr lang="en-US" sz="2200" kern="1200" dirty="0"/>
        </a:p>
      </dsp:txBody>
      <dsp:txXfrm>
        <a:off x="0" y="1107633"/>
        <a:ext cx="6900512" cy="1106957"/>
      </dsp:txXfrm>
    </dsp:sp>
    <dsp:sp modelId="{3948D252-39BB-794A-B70B-99C7C169FC25}">
      <dsp:nvSpPr>
        <dsp:cNvPr id="0" name=""/>
        <dsp:cNvSpPr/>
      </dsp:nvSpPr>
      <dsp:spPr>
        <a:xfrm>
          <a:off x="0" y="2214591"/>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1C01D3-BC95-2C40-8F1B-E0BAD5D90498}">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AU" sz="2200" b="0" i="0" kern="1200" dirty="0"/>
            <a:t>3. What non-verbal signs was Zoe giving to say she was uncomfortable?</a:t>
          </a:r>
          <a:endParaRPr lang="en-US" sz="2200" kern="1200" dirty="0"/>
        </a:p>
      </dsp:txBody>
      <dsp:txXfrm>
        <a:off x="0" y="2214591"/>
        <a:ext cx="6900512" cy="1106957"/>
      </dsp:txXfrm>
    </dsp:sp>
    <dsp:sp modelId="{092E6FAC-5602-BB46-BFB8-0F11DB9D94D1}">
      <dsp:nvSpPr>
        <dsp:cNvPr id="0" name=""/>
        <dsp:cNvSpPr/>
      </dsp:nvSpPr>
      <dsp:spPr>
        <a:xfrm>
          <a:off x="0" y="3321549"/>
          <a:ext cx="6900512" cy="0"/>
        </a:xfrm>
        <a:prstGeom prst="line">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88A2F5-8708-D24C-8DDE-21F08EAA1414}">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AU" sz="2200" b="0" i="0" kern="1200" dirty="0"/>
            <a:t>4. What could Sam have said to Zoe to check what was going on with her?</a:t>
          </a:r>
          <a:endParaRPr lang="en-US" sz="2200" kern="1200" dirty="0"/>
        </a:p>
      </dsp:txBody>
      <dsp:txXfrm>
        <a:off x="0" y="3321549"/>
        <a:ext cx="6900512" cy="1106957"/>
      </dsp:txXfrm>
    </dsp:sp>
    <dsp:sp modelId="{7F6E8867-A6B5-514F-8086-0E444F3CCC17}">
      <dsp:nvSpPr>
        <dsp:cNvPr id="0" name=""/>
        <dsp:cNvSpPr/>
      </dsp:nvSpPr>
      <dsp:spPr>
        <a:xfrm>
          <a:off x="0" y="4428507"/>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01A32A-CA25-8342-9C64-18D5F13C26DF}">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AU" sz="2200" b="0" i="0" kern="1200" dirty="0"/>
            <a:t>5. What makes it difficult for Sam to say these things?</a:t>
          </a:r>
          <a:endParaRPr lang="en-US" sz="2200" kern="1200" dirty="0"/>
        </a:p>
      </dsp:txBody>
      <dsp:txXfrm>
        <a:off x="0" y="4428507"/>
        <a:ext cx="6900512" cy="11069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D8AB0-823E-BC43-B6E2-654A40F2AE32}" type="datetimeFigureOut">
              <a:rPr lang="en-US" smtClean="0"/>
              <a:t>11/10/2023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5B9A-3C2C-634F-8582-DEDD16CFA49C}" type="slidenum">
              <a:rPr lang="en-US" smtClean="0"/>
              <a:t>‹#›</a:t>
            </a:fld>
            <a:endParaRPr lang="en-US"/>
          </a:p>
        </p:txBody>
      </p:sp>
    </p:spTree>
    <p:extLst>
      <p:ext uri="{BB962C8B-B14F-4D97-AF65-F5344CB8AC3E}">
        <p14:creationId xmlns:p14="http://schemas.microsoft.com/office/powerpoint/2010/main" val="229488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and sexual assault references – Zoe and Sam story</a:t>
            </a:r>
          </a:p>
        </p:txBody>
      </p:sp>
      <p:sp>
        <p:nvSpPr>
          <p:cNvPr id="4" name="Slide Number Placeholder 3"/>
          <p:cNvSpPr>
            <a:spLocks noGrp="1"/>
          </p:cNvSpPr>
          <p:nvPr>
            <p:ph type="sldNum" sz="quarter" idx="5"/>
          </p:nvPr>
        </p:nvSpPr>
        <p:spPr/>
        <p:txBody>
          <a:bodyPr/>
          <a:lstStyle/>
          <a:p>
            <a:fld id="{6CFA5B9A-3C2C-634F-8582-DEDD16CFA49C}" type="slidenum">
              <a:rPr lang="en-US" smtClean="0"/>
              <a:t>2</a:t>
            </a:fld>
            <a:endParaRPr lang="en-US"/>
          </a:p>
        </p:txBody>
      </p:sp>
    </p:spTree>
    <p:extLst>
      <p:ext uri="{BB962C8B-B14F-4D97-AF65-F5344CB8AC3E}">
        <p14:creationId xmlns:p14="http://schemas.microsoft.com/office/powerpoint/2010/main" val="2458500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the points before going to the next slide.</a:t>
            </a:r>
          </a:p>
        </p:txBody>
      </p:sp>
      <p:sp>
        <p:nvSpPr>
          <p:cNvPr id="4" name="Slide Number Placeholder 3"/>
          <p:cNvSpPr>
            <a:spLocks noGrp="1"/>
          </p:cNvSpPr>
          <p:nvPr>
            <p:ph type="sldNum" sz="quarter" idx="5"/>
          </p:nvPr>
        </p:nvSpPr>
        <p:spPr/>
        <p:txBody>
          <a:bodyPr/>
          <a:lstStyle/>
          <a:p>
            <a:fld id="{6CFA5B9A-3C2C-634F-8582-DEDD16CFA49C}" type="slidenum">
              <a:rPr lang="en-US" smtClean="0"/>
              <a:t>5</a:t>
            </a:fld>
            <a:endParaRPr lang="en-US"/>
          </a:p>
        </p:txBody>
      </p:sp>
    </p:spTree>
    <p:extLst>
      <p:ext uri="{BB962C8B-B14F-4D97-AF65-F5344CB8AC3E}">
        <p14:creationId xmlns:p14="http://schemas.microsoft.com/office/powerpoint/2010/main" val="251095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7</a:t>
            </a:fld>
            <a:endParaRPr lang="en-US"/>
          </a:p>
        </p:txBody>
      </p:sp>
    </p:spTree>
    <p:extLst>
      <p:ext uri="{BB962C8B-B14F-4D97-AF65-F5344CB8AC3E}">
        <p14:creationId xmlns:p14="http://schemas.microsoft.com/office/powerpoint/2010/main" val="622496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8</a:t>
            </a:fld>
            <a:endParaRPr lang="en-AU"/>
          </a:p>
        </p:txBody>
      </p:sp>
    </p:spTree>
    <p:extLst>
      <p:ext uri="{BB962C8B-B14F-4D97-AF65-F5344CB8AC3E}">
        <p14:creationId xmlns:p14="http://schemas.microsoft.com/office/powerpoint/2010/main" val="3652525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FA5B9A-3C2C-634F-8582-DEDD16CFA49C}" type="slidenum">
              <a:rPr lang="en-US" smtClean="0"/>
              <a:t>9</a:t>
            </a:fld>
            <a:endParaRPr lang="en-US"/>
          </a:p>
        </p:txBody>
      </p:sp>
    </p:spTree>
    <p:extLst>
      <p:ext uri="{BB962C8B-B14F-4D97-AF65-F5344CB8AC3E}">
        <p14:creationId xmlns:p14="http://schemas.microsoft.com/office/powerpoint/2010/main" val="1711910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Speak about the FRIES acronym.</a:t>
            </a:r>
          </a:p>
          <a:p>
            <a:r>
              <a:rPr lang="en-AU" dirty="0"/>
              <a:t>Freely given – without force, coercion, manipulation and not under the influence.</a:t>
            </a:r>
          </a:p>
          <a:p>
            <a:r>
              <a:rPr lang="en-AU" dirty="0"/>
              <a:t>Reversible – can be withdrawn at any time.</a:t>
            </a:r>
          </a:p>
          <a:p>
            <a:r>
              <a:rPr lang="en-AU" dirty="0"/>
              <a:t>Informed – aware of what is going on and have not been lied to etc. </a:t>
            </a:r>
          </a:p>
          <a:p>
            <a:r>
              <a:rPr lang="en-AU" dirty="0"/>
              <a:t>Enthusiastic – if it’s not an enthusiastic yes, it’s a no.</a:t>
            </a:r>
          </a:p>
          <a:p>
            <a:r>
              <a:rPr lang="en-AU" dirty="0"/>
              <a:t>Specific – it is specific to that specific act or behaviour and at that specific time.</a:t>
            </a:r>
          </a:p>
        </p:txBody>
      </p:sp>
      <p:sp>
        <p:nvSpPr>
          <p:cNvPr id="4" name="Slide Number Placeholder 3"/>
          <p:cNvSpPr>
            <a:spLocks noGrp="1"/>
          </p:cNvSpPr>
          <p:nvPr>
            <p:ph type="sldNum" sz="quarter" idx="5"/>
          </p:nvPr>
        </p:nvSpPr>
        <p:spPr/>
        <p:txBody>
          <a:bodyPr/>
          <a:lstStyle/>
          <a:p>
            <a:fld id="{6CFA5B9A-3C2C-634F-8582-DEDD16CFA49C}" type="slidenum">
              <a:rPr lang="en-US" smtClean="0"/>
              <a:t>10</a:t>
            </a:fld>
            <a:endParaRPr lang="en-US"/>
          </a:p>
        </p:txBody>
      </p:sp>
    </p:spTree>
    <p:extLst>
      <p:ext uri="{BB962C8B-B14F-4D97-AF65-F5344CB8AC3E}">
        <p14:creationId xmlns:p14="http://schemas.microsoft.com/office/powerpoint/2010/main" val="1584661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what the Dept. of Health says regarding consent. </a:t>
            </a:r>
          </a:p>
          <a:p>
            <a:r>
              <a:rPr lang="en-US" dirty="0"/>
              <a:t>Image is in workbooks</a:t>
            </a:r>
          </a:p>
        </p:txBody>
      </p:sp>
      <p:sp>
        <p:nvSpPr>
          <p:cNvPr id="4" name="Slide Number Placeholder 3"/>
          <p:cNvSpPr>
            <a:spLocks noGrp="1"/>
          </p:cNvSpPr>
          <p:nvPr>
            <p:ph type="sldNum" sz="quarter" idx="5"/>
          </p:nvPr>
        </p:nvSpPr>
        <p:spPr/>
        <p:txBody>
          <a:bodyPr/>
          <a:lstStyle/>
          <a:p>
            <a:fld id="{6CFA5B9A-3C2C-634F-8582-DEDD16CFA49C}" type="slidenum">
              <a:rPr lang="en-US" smtClean="0"/>
              <a:t>11</a:t>
            </a:fld>
            <a:endParaRPr lang="en-US"/>
          </a:p>
        </p:txBody>
      </p:sp>
    </p:spTree>
    <p:extLst>
      <p:ext uri="{BB962C8B-B14F-4D97-AF65-F5344CB8AC3E}">
        <p14:creationId xmlns:p14="http://schemas.microsoft.com/office/powerpoint/2010/main" val="1266348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on the next slide.</a:t>
            </a:r>
          </a:p>
          <a:p>
            <a:r>
              <a:rPr lang="en-US" dirty="0"/>
              <a:t>Story also in their books.</a:t>
            </a:r>
          </a:p>
        </p:txBody>
      </p:sp>
      <p:sp>
        <p:nvSpPr>
          <p:cNvPr id="4" name="Slide Number Placeholder 3"/>
          <p:cNvSpPr>
            <a:spLocks noGrp="1"/>
          </p:cNvSpPr>
          <p:nvPr>
            <p:ph type="sldNum" sz="quarter" idx="5"/>
          </p:nvPr>
        </p:nvSpPr>
        <p:spPr/>
        <p:txBody>
          <a:bodyPr/>
          <a:lstStyle/>
          <a:p>
            <a:fld id="{6CFA5B9A-3C2C-634F-8582-DEDD16CFA49C}" type="slidenum">
              <a:rPr lang="en-US" smtClean="0"/>
              <a:t>12</a:t>
            </a:fld>
            <a:endParaRPr lang="en-US"/>
          </a:p>
        </p:txBody>
      </p:sp>
    </p:spTree>
    <p:extLst>
      <p:ext uri="{BB962C8B-B14F-4D97-AF65-F5344CB8AC3E}">
        <p14:creationId xmlns:p14="http://schemas.microsoft.com/office/powerpoint/2010/main" val="1880698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time remaining can be spent completing this activity. </a:t>
            </a:r>
          </a:p>
          <a:p>
            <a:endParaRPr lang="en-US" dirty="0"/>
          </a:p>
          <a:p>
            <a:r>
              <a:rPr lang="en-US" dirty="0"/>
              <a:t>https://</a:t>
            </a:r>
            <a:r>
              <a:rPr lang="en-US" dirty="0" err="1"/>
              <a:t>kidshelpline.com.au</a:t>
            </a:r>
            <a:r>
              <a:rPr lang="en-US" dirty="0"/>
              <a:t>/teens/issues/what-consent</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CFA5B9A-3C2C-634F-8582-DEDD16CFA49C}" type="slidenum">
              <a:rPr lang="en-US" smtClean="0"/>
              <a:t>14</a:t>
            </a:fld>
            <a:endParaRPr lang="en-US"/>
          </a:p>
        </p:txBody>
      </p:sp>
    </p:spTree>
    <p:extLst>
      <p:ext uri="{BB962C8B-B14F-4D97-AF65-F5344CB8AC3E}">
        <p14:creationId xmlns:p14="http://schemas.microsoft.com/office/powerpoint/2010/main" val="162561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 sticky notes</a:t>
            </a:r>
          </a:p>
          <a:p>
            <a:r>
              <a:rPr lang="en-US" dirty="0"/>
              <a:t>Have a look at student’s questions and try to answer them in the coming weeks. </a:t>
            </a:r>
          </a:p>
        </p:txBody>
      </p:sp>
      <p:sp>
        <p:nvSpPr>
          <p:cNvPr id="4" name="Slide Number Placeholder 3"/>
          <p:cNvSpPr>
            <a:spLocks noGrp="1"/>
          </p:cNvSpPr>
          <p:nvPr>
            <p:ph type="sldNum" sz="quarter" idx="5"/>
          </p:nvPr>
        </p:nvSpPr>
        <p:spPr/>
        <p:txBody>
          <a:bodyPr/>
          <a:lstStyle/>
          <a:p>
            <a:fld id="{6CFA5B9A-3C2C-634F-8582-DEDD16CFA49C}" type="slidenum">
              <a:rPr lang="en-US" smtClean="0"/>
              <a:t>15</a:t>
            </a:fld>
            <a:endParaRPr lang="en-US"/>
          </a:p>
        </p:txBody>
      </p:sp>
    </p:spTree>
    <p:extLst>
      <p:ext uri="{BB962C8B-B14F-4D97-AF65-F5344CB8AC3E}">
        <p14:creationId xmlns:p14="http://schemas.microsoft.com/office/powerpoint/2010/main" val="3653006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AA1A-D8B1-B642-B5FA-034749F000B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48208-7E1A-2842-9604-D48C8115B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9D32A0-8103-2F47-908B-7AC7ADBC45C7}"/>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9002523C-BF98-5C47-949E-8CDF6A7D9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279-DBA7-D543-9D04-0ECEA4E43448}"/>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07233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0EA1-A710-F147-9824-FB42D2C9D2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E99643-CDF0-E34C-B40B-9434A83A54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2F9938-6456-8F4B-9B08-7488A5CFF10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424C054-08B0-5B44-9711-9BB0C76B3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AAB5F-5A0F-AA4F-8FD6-F2EE019317FC}"/>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6007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0EFE-F65D-6F4C-8C4C-DC15EF29CC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9FE3DD-78E9-D249-943F-5E4AEEE50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B39EF-E1B2-B64F-AAD4-20D3914D3903}"/>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8299ED9-2095-0A41-AB8D-90D47260E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8ADEF-2CEE-B841-96FC-F8D9104E8E9F}"/>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938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1E26-37BA-E549-BD51-98C7135C04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7D16B1-A7DE-884E-95DC-E8EC2F2F27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DE544C-6FF8-9E4D-BAE4-1A2FC7E527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311BE4-852C-3746-9893-BA9B2652FB7C}"/>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2B08825C-06C9-A148-A71C-379F8483F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F2281-33C0-3849-B726-A8E450A4C877}"/>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7637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06A-1FC2-9344-B2F0-D934AA48AF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3FE8CD-C22E-5647-B94D-33B7F3186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F0C789A-EFDA-564A-98F3-5BD3F16EDC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29AC524-F52B-A344-87EF-A1FEF99F9D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41ABD3-34ED-A644-A137-CEDDB1CD3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D7F7FB-B51D-8C49-B148-318DED999560}"/>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8" name="Footer Placeholder 7">
            <a:extLst>
              <a:ext uri="{FF2B5EF4-FFF2-40B4-BE49-F238E27FC236}">
                <a16:creationId xmlns:a16="http://schemas.microsoft.com/office/drawing/2014/main" id="{085E6BCA-80FE-854D-A627-CB445E9F13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BB53A1-E6B2-1D46-9449-75F09ADD04F3}"/>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7526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4BC2-E1E3-4A47-8E88-D0FAAF02E4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FE690-8409-C742-8F18-F5AE6D23DFE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4" name="Footer Placeholder 3">
            <a:extLst>
              <a:ext uri="{FF2B5EF4-FFF2-40B4-BE49-F238E27FC236}">
                <a16:creationId xmlns:a16="http://schemas.microsoft.com/office/drawing/2014/main" id="{BADEF96A-3236-3845-9EA2-6CD6A1E722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407D1B-E98B-4F40-9B4D-517191D633A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9388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187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27A4-AAA9-B64A-83F5-4DD4CBE5CD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1413B-299C-724C-BAD9-DEA48B1E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E6F122A-EECE-BE40-AE9F-E05D37648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062703-E69F-E747-97CA-DD322AAD1E2E}"/>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4F78D0EC-2AAA-D248-B725-13A0BA305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E50A9-9718-AF49-A12A-099EEB5402E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2400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0E7E-3AAD-8640-8E0A-9FCACF793A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C49A7A-C6D8-4D49-821A-67652640A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0C745-8D8F-F841-AA14-AFA13EFB6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906B88-47F5-5848-A203-CCB8D6050454}"/>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6A127A69-2FC3-C347-BEA2-747DA72D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0AA35-18F3-A74C-9C84-999E18D5323B}"/>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395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BE7B-E8E3-C544-9C83-408A67C97E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C9654D-3051-1343-8CAA-1F241AD08B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3C3A0-CADC-6344-8A5D-0765713FCEA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64D3C358-F5F0-BE49-8F7F-9101BC17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4B55-F420-0C4A-B017-46666B4E89A9}"/>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97425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FB6C5-D359-6143-9E99-2EB8B86CBF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9CD439-AC10-3F49-A649-8741A63D43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84498-23F1-FB47-AEA2-BB246838FE08}"/>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C8059AE7-6904-2D45-9FAB-ED6CA66A5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6B0AF-B5D8-D041-8BB1-0FEEC92A1CA1}"/>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2798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6B43D-F0C7-FF42-BDE7-EA5B8850B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6F1A2C-2AC7-4847-8D14-9896AD45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6E72F5-7135-7942-B0F0-FD85E111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43521C71-EAA6-0E40-ABD1-5AA76963D0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FDDCD-3762-3A43-A576-339DC3E3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EDAD0-5C73-0347-AD99-7654E3306D9E}" type="slidenum">
              <a:rPr lang="en-US" smtClean="0"/>
              <a:t>‹#›</a:t>
            </a:fld>
            <a:endParaRPr lang="en-US"/>
          </a:p>
        </p:txBody>
      </p:sp>
    </p:spTree>
    <p:extLst>
      <p:ext uri="{BB962C8B-B14F-4D97-AF65-F5344CB8AC3E}">
        <p14:creationId xmlns:p14="http://schemas.microsoft.com/office/powerpoint/2010/main" val="2362255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03xlTp9WvrE?feature=oembed" TargetMode="Externa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kidshelpline.com.au/teens/issues/what-consen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build closer relationships |">
            <a:extLst>
              <a:ext uri="{FF2B5EF4-FFF2-40B4-BE49-F238E27FC236}">
                <a16:creationId xmlns:a16="http://schemas.microsoft.com/office/drawing/2014/main" id="{993A6699-BC9B-511F-3E60-ABF0D8FB83AC}"/>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516" b="47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BD0C3AA-FE2A-B1FA-AAE1-86525DFA0D16}"/>
              </a:ext>
            </a:extLst>
          </p:cNvPr>
          <p:cNvSpPr>
            <a:spLocks noGrp="1"/>
          </p:cNvSpPr>
          <p:nvPr>
            <p:ph type="ctrTitle"/>
          </p:nvPr>
        </p:nvSpPr>
        <p:spPr>
          <a:xfrm>
            <a:off x="965200" y="965200"/>
            <a:ext cx="10261600" cy="3564869"/>
          </a:xfrm>
        </p:spPr>
        <p:txBody>
          <a:bodyPr>
            <a:normAutofit/>
          </a:bodyPr>
          <a:lstStyle/>
          <a:p>
            <a:pPr algn="l"/>
            <a:r>
              <a:rPr lang="en-AU" sz="11500" i="1" dirty="0">
                <a:ln w="22225">
                  <a:solidFill>
                    <a:schemeClr val="tx1"/>
                  </a:solidFill>
                  <a:miter lim="800000"/>
                </a:ln>
                <a:noFill/>
              </a:rPr>
              <a:t>Relationships</a:t>
            </a:r>
          </a:p>
        </p:txBody>
      </p:sp>
      <p:sp>
        <p:nvSpPr>
          <p:cNvPr id="5" name="Subtitle 4">
            <a:extLst>
              <a:ext uri="{FF2B5EF4-FFF2-40B4-BE49-F238E27FC236}">
                <a16:creationId xmlns:a16="http://schemas.microsoft.com/office/drawing/2014/main" id="{21600534-E8EC-062C-BAE6-7252BE062A69}"/>
              </a:ext>
            </a:extLst>
          </p:cNvPr>
          <p:cNvSpPr>
            <a:spLocks noGrp="1"/>
          </p:cNvSpPr>
          <p:nvPr>
            <p:ph type="subTitle" idx="1"/>
          </p:nvPr>
        </p:nvSpPr>
        <p:spPr>
          <a:xfrm>
            <a:off x="965200" y="4572002"/>
            <a:ext cx="10261600" cy="1202995"/>
          </a:xfrm>
        </p:spPr>
        <p:txBody>
          <a:bodyPr>
            <a:normAutofit/>
          </a:bodyPr>
          <a:lstStyle/>
          <a:p>
            <a:pPr algn="l"/>
            <a:r>
              <a:rPr lang="en-AU" sz="2000" dirty="0"/>
              <a:t>Year 10 Health 2024</a:t>
            </a:r>
          </a:p>
          <a:p>
            <a:pPr algn="l"/>
            <a:endParaRPr lang="en-AU" sz="2000" dirty="0"/>
          </a:p>
          <a:p>
            <a:pPr algn="l"/>
            <a:r>
              <a:rPr lang="en-AU" sz="2000" dirty="0"/>
              <a:t>Lesson 7</a:t>
            </a:r>
          </a:p>
        </p:txBody>
      </p:sp>
    </p:spTree>
    <p:extLst>
      <p:ext uri="{BB962C8B-B14F-4D97-AF65-F5344CB8AC3E}">
        <p14:creationId xmlns:p14="http://schemas.microsoft.com/office/powerpoint/2010/main" val="2358905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rotWithShape="1">
          <a:blip r:embed="rId3">
            <a:alphaModFix amt="35000"/>
          </a:blip>
          <a:srcRect l="444"/>
          <a:stretch/>
        </p:blipFill>
        <p:spPr>
          <a:xfrm>
            <a:off x="20" y="10"/>
            <a:ext cx="12191980" cy="6857990"/>
          </a:xfrm>
          <a:prstGeom prst="rect">
            <a:avLst/>
          </a:prstGeom>
        </p:spPr>
      </p:pic>
      <p:sp>
        <p:nvSpPr>
          <p:cNvPr id="5" name="TextBox 4"/>
          <p:cNvSpPr txBox="1"/>
          <p:nvPr/>
        </p:nvSpPr>
        <p:spPr>
          <a:xfrm>
            <a:off x="838200" y="1825625"/>
            <a:ext cx="8095735" cy="4351338"/>
          </a:xfrm>
          <a:prstGeom prst="rect">
            <a:avLst/>
          </a:prstGeom>
        </p:spPr>
        <p:txBody>
          <a:bodyPr vert="horz" lIns="91440" tIns="45720" rIns="91440" bIns="45720" rtlCol="0">
            <a:normAutofit/>
          </a:bodyPr>
          <a:lstStyle/>
          <a:p>
            <a:pPr>
              <a:lnSpc>
                <a:spcPct val="90000"/>
              </a:lnSpc>
              <a:spcAft>
                <a:spcPts val="600"/>
              </a:spcAft>
            </a:pPr>
            <a:r>
              <a:rPr lang="en-US" dirty="0">
                <a:solidFill>
                  <a:srgbClr val="FFFFFF"/>
                </a:solidFill>
              </a:rPr>
              <a:t>In the following slides we will be watching and discussing topics that may be sensitive. If something upsets you, please let the teacher know.</a:t>
            </a:r>
          </a:p>
        </p:txBody>
      </p:sp>
    </p:spTree>
    <p:extLst>
      <p:ext uri="{BB962C8B-B14F-4D97-AF65-F5344CB8AC3E}">
        <p14:creationId xmlns:p14="http://schemas.microsoft.com/office/powerpoint/2010/main" val="292769619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4840D-1C6F-CE4F-9326-77D4E899D40A}"/>
              </a:ext>
            </a:extLst>
          </p:cNvPr>
          <p:cNvSpPr>
            <a:spLocks noGrp="1"/>
          </p:cNvSpPr>
          <p:nvPr>
            <p:ph type="title"/>
          </p:nvPr>
        </p:nvSpPr>
        <p:spPr>
          <a:xfrm>
            <a:off x="6657715" y="467271"/>
            <a:ext cx="4195674" cy="2052522"/>
          </a:xfrm>
        </p:spPr>
        <p:txBody>
          <a:bodyPr anchor="b">
            <a:normAutofit/>
          </a:bodyPr>
          <a:lstStyle/>
          <a:p>
            <a:r>
              <a:rPr lang="en-US" sz="4300" b="1" dirty="0"/>
              <a:t>Todays Focus:</a:t>
            </a:r>
          </a:p>
        </p:txBody>
      </p:sp>
      <p:sp>
        <p:nvSpPr>
          <p:cNvPr id="73" name="Oval 7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bout a Relationship | Humans">
            <a:extLst>
              <a:ext uri="{FF2B5EF4-FFF2-40B4-BE49-F238E27FC236}">
                <a16:creationId xmlns:a16="http://schemas.microsoft.com/office/drawing/2014/main" id="{96FABFFB-E460-7943-9DB7-118103F51A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3374" b="-2"/>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7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7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271F4BF-2934-5D4F-827E-B5276B218B44}"/>
              </a:ext>
            </a:extLst>
          </p:cNvPr>
          <p:cNvSpPr>
            <a:spLocks noGrp="1"/>
          </p:cNvSpPr>
          <p:nvPr>
            <p:ph idx="1"/>
          </p:nvPr>
        </p:nvSpPr>
        <p:spPr>
          <a:xfrm>
            <a:off x="6657715" y="2990818"/>
            <a:ext cx="4928445" cy="2913872"/>
          </a:xfrm>
        </p:spPr>
        <p:txBody>
          <a:bodyPr anchor="t">
            <a:normAutofit/>
          </a:bodyPr>
          <a:lstStyle/>
          <a:p>
            <a:endParaRPr lang="en-US" sz="2000" dirty="0">
              <a:solidFill>
                <a:schemeClr val="tx1">
                  <a:alpha val="80000"/>
                </a:schemeClr>
              </a:solidFill>
            </a:endParaRPr>
          </a:p>
          <a:p>
            <a:r>
              <a:rPr lang="en-US" sz="2000" dirty="0">
                <a:solidFill>
                  <a:schemeClr val="tx1">
                    <a:alpha val="80000"/>
                  </a:schemeClr>
                </a:solidFill>
              </a:rPr>
              <a:t>Define consent.</a:t>
            </a:r>
          </a:p>
          <a:p>
            <a:endParaRPr lang="en-US" sz="2000" dirty="0">
              <a:solidFill>
                <a:schemeClr val="tx1">
                  <a:alpha val="80000"/>
                </a:schemeClr>
              </a:solidFill>
            </a:endParaRPr>
          </a:p>
          <a:p>
            <a:r>
              <a:rPr lang="en-US" sz="2000" dirty="0">
                <a:solidFill>
                  <a:schemeClr val="tx1">
                    <a:alpha val="80000"/>
                  </a:schemeClr>
                </a:solidFill>
              </a:rPr>
              <a:t>Explore consent and the law. </a:t>
            </a:r>
          </a:p>
          <a:p>
            <a:endParaRPr lang="en-US" sz="2000" dirty="0">
              <a:solidFill>
                <a:schemeClr val="tx1">
                  <a:alpha val="80000"/>
                </a:schemeClr>
              </a:solidFill>
            </a:endParaRPr>
          </a:p>
        </p:txBody>
      </p:sp>
      <p:sp>
        <p:nvSpPr>
          <p:cNvPr id="7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8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9696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phic 3" descr="Right And Left Brain with solid fill">
            <a:extLst>
              <a:ext uri="{FF2B5EF4-FFF2-40B4-BE49-F238E27FC236}">
                <a16:creationId xmlns:a16="http://schemas.microsoft.com/office/drawing/2014/main" id="{22F12492-D5A0-DB68-6A6D-A874C7BEBC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89949" y="953955"/>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4396C8-949E-3DEF-BABF-419BD9A42F45}"/>
              </a:ext>
            </a:extLst>
          </p:cNvPr>
          <p:cNvSpPr>
            <a:spLocks noGrp="1"/>
          </p:cNvSpPr>
          <p:nvPr>
            <p:ph type="title"/>
          </p:nvPr>
        </p:nvSpPr>
        <p:spPr>
          <a:xfrm>
            <a:off x="838201" y="479493"/>
            <a:ext cx="5257800" cy="1325563"/>
          </a:xfrm>
        </p:spPr>
        <p:txBody>
          <a:bodyPr>
            <a:normAutofit/>
          </a:bodyPr>
          <a:lstStyle/>
          <a:p>
            <a:r>
              <a:rPr lang="en-AU" dirty="0"/>
              <a:t>Hook: Brain Dump – Consent </a:t>
            </a:r>
          </a:p>
        </p:txBody>
      </p:sp>
      <p:sp>
        <p:nvSpPr>
          <p:cNvPr id="3" name="Content Placeholder 2">
            <a:extLst>
              <a:ext uri="{FF2B5EF4-FFF2-40B4-BE49-F238E27FC236}">
                <a16:creationId xmlns:a16="http://schemas.microsoft.com/office/drawing/2014/main" id="{BF86EA34-D13A-1A3C-B14B-2E4D3E6341DF}"/>
              </a:ext>
            </a:extLst>
          </p:cNvPr>
          <p:cNvSpPr>
            <a:spLocks noGrp="1"/>
          </p:cNvSpPr>
          <p:nvPr>
            <p:ph idx="1"/>
          </p:nvPr>
        </p:nvSpPr>
        <p:spPr>
          <a:xfrm>
            <a:off x="838200" y="1984443"/>
            <a:ext cx="7054515" cy="4192520"/>
          </a:xfrm>
        </p:spPr>
        <p:txBody>
          <a:bodyPr>
            <a:normAutofit/>
          </a:bodyPr>
          <a:lstStyle/>
          <a:p>
            <a:r>
              <a:rPr lang="en-AU" sz="2200" dirty="0"/>
              <a:t>Students work in groups of 3 – 4.</a:t>
            </a:r>
          </a:p>
          <a:p>
            <a:endParaRPr lang="en-AU" sz="2200" dirty="0"/>
          </a:p>
          <a:p>
            <a:r>
              <a:rPr lang="en-AU" sz="2200" dirty="0"/>
              <a:t>Each group will receive an A3 piece of paper.</a:t>
            </a:r>
          </a:p>
          <a:p>
            <a:endParaRPr lang="en-AU" sz="2200" dirty="0"/>
          </a:p>
          <a:p>
            <a:r>
              <a:rPr lang="en-AU" sz="2200" dirty="0"/>
              <a:t>As a group, </a:t>
            </a:r>
            <a:r>
              <a:rPr lang="en-AU" sz="2200" b="1" dirty="0"/>
              <a:t>DUMP EVERYTHING </a:t>
            </a:r>
            <a:r>
              <a:rPr lang="en-AU" sz="2200" dirty="0"/>
              <a:t>you think you know about </a:t>
            </a:r>
            <a:r>
              <a:rPr lang="en-AU" sz="2200" b="1" dirty="0">
                <a:solidFill>
                  <a:srgbClr val="FF159C"/>
                </a:solidFill>
              </a:rPr>
              <a:t>Consent</a:t>
            </a:r>
            <a:r>
              <a:rPr lang="en-AU" sz="2200" dirty="0"/>
              <a:t>.</a:t>
            </a:r>
          </a:p>
          <a:p>
            <a:endParaRPr lang="en-AU" sz="2200" dirty="0"/>
          </a:p>
          <a:p>
            <a:r>
              <a:rPr lang="en-AU" sz="2200" dirty="0"/>
              <a:t>You have 3 minutes. </a:t>
            </a:r>
          </a:p>
        </p:txBody>
      </p:sp>
    </p:spTree>
    <p:extLst>
      <p:ext uri="{BB962C8B-B14F-4D97-AF65-F5344CB8AC3E}">
        <p14:creationId xmlns:p14="http://schemas.microsoft.com/office/powerpoint/2010/main" val="1774113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CA88-156C-C84B-98F5-71AC4AE6FAC7}"/>
              </a:ext>
            </a:extLst>
          </p:cNvPr>
          <p:cNvSpPr>
            <a:spLocks noGrp="1"/>
          </p:cNvSpPr>
          <p:nvPr>
            <p:ph type="title"/>
          </p:nvPr>
        </p:nvSpPr>
        <p:spPr>
          <a:xfrm>
            <a:off x="180975" y="365125"/>
            <a:ext cx="2476500" cy="1812975"/>
          </a:xfrm>
        </p:spPr>
        <p:txBody>
          <a:bodyPr/>
          <a:lstStyle/>
          <a:p>
            <a:r>
              <a:rPr lang="en-AU" dirty="0"/>
              <a:t>Activity 1: </a:t>
            </a:r>
            <a:r>
              <a:rPr lang="en-AU" sz="4400" dirty="0"/>
              <a:t>(pg.32)</a:t>
            </a:r>
            <a:r>
              <a:rPr lang="en-US" sz="4400" dirty="0"/>
              <a:t> </a:t>
            </a:r>
            <a:endParaRPr lang="en-AU" dirty="0"/>
          </a:p>
        </p:txBody>
      </p:sp>
      <p:pic>
        <p:nvPicPr>
          <p:cNvPr id="4" name="Online Media 3" title="Consent Is A Conversation">
            <a:hlinkClick r:id="" action="ppaction://media"/>
            <a:extLst>
              <a:ext uri="{FF2B5EF4-FFF2-40B4-BE49-F238E27FC236}">
                <a16:creationId xmlns:a16="http://schemas.microsoft.com/office/drawing/2014/main" id="{F27BABAA-13D3-2C7B-836D-C97D924A40C8}"/>
              </a:ext>
            </a:extLst>
          </p:cNvPr>
          <p:cNvPicPr>
            <a:picLocks noGrp="1" noRot="1" noChangeAspect="1"/>
          </p:cNvPicPr>
          <p:nvPr>
            <p:ph idx="1"/>
            <a:videoFile r:link="rId1"/>
          </p:nvPr>
        </p:nvPicPr>
        <p:blipFill>
          <a:blip r:embed="rId4"/>
          <a:stretch>
            <a:fillRect/>
          </a:stretch>
        </p:blipFill>
        <p:spPr>
          <a:xfrm>
            <a:off x="2914650" y="173188"/>
            <a:ext cx="9116929" cy="6622781"/>
          </a:xfrm>
          <a:prstGeom prst="rect">
            <a:avLst/>
          </a:prstGeom>
        </p:spPr>
      </p:pic>
      <p:sp>
        <p:nvSpPr>
          <p:cNvPr id="5" name="TextBox 4">
            <a:extLst>
              <a:ext uri="{FF2B5EF4-FFF2-40B4-BE49-F238E27FC236}">
                <a16:creationId xmlns:a16="http://schemas.microsoft.com/office/drawing/2014/main" id="{6EC9E526-4EA7-DDD9-AA9F-830C7C603717}"/>
              </a:ext>
            </a:extLst>
          </p:cNvPr>
          <p:cNvSpPr txBox="1"/>
          <p:nvPr/>
        </p:nvSpPr>
        <p:spPr>
          <a:xfrm>
            <a:off x="438150" y="2559100"/>
            <a:ext cx="1962150" cy="3108543"/>
          </a:xfrm>
          <a:prstGeom prst="rect">
            <a:avLst/>
          </a:prstGeom>
          <a:noFill/>
        </p:spPr>
        <p:txBody>
          <a:bodyPr wrap="square" rtlCol="0">
            <a:spAutoFit/>
          </a:bodyPr>
          <a:lstStyle/>
          <a:p>
            <a:pPr algn="ctr"/>
            <a:r>
              <a:rPr lang="en-AU" sz="2800" dirty="0"/>
              <a:t>While watching the video, identify two points about consent.</a:t>
            </a:r>
          </a:p>
        </p:txBody>
      </p:sp>
    </p:spTree>
    <p:extLst>
      <p:ext uri="{BB962C8B-B14F-4D97-AF65-F5344CB8AC3E}">
        <p14:creationId xmlns:p14="http://schemas.microsoft.com/office/powerpoint/2010/main" val="112839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9F23E05-E5C5-497C-A842-7BD21B207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79C425-668F-A479-F6E3-1E8532F81B9D}"/>
              </a:ext>
            </a:extLst>
          </p:cNvPr>
          <p:cNvSpPr>
            <a:spLocks noGrp="1"/>
          </p:cNvSpPr>
          <p:nvPr>
            <p:ph type="title"/>
          </p:nvPr>
        </p:nvSpPr>
        <p:spPr>
          <a:xfrm>
            <a:off x="8349614" y="1187106"/>
            <a:ext cx="3962400" cy="2027995"/>
          </a:xfrm>
        </p:spPr>
        <p:txBody>
          <a:bodyPr>
            <a:normAutofit fontScale="90000"/>
          </a:bodyPr>
          <a:lstStyle/>
          <a:p>
            <a:r>
              <a:rPr lang="en-AU" sz="4000" dirty="0"/>
              <a:t>Activity 1: </a:t>
            </a:r>
            <a:br>
              <a:rPr lang="en-AU" sz="4000" dirty="0"/>
            </a:br>
            <a:br>
              <a:rPr lang="en-AU" sz="4000" dirty="0"/>
            </a:br>
            <a:r>
              <a:rPr lang="en-AU" sz="4000" dirty="0"/>
              <a:t>Consent is a Conversation .</a:t>
            </a:r>
            <a:br>
              <a:rPr lang="en-AU" sz="4000" dirty="0"/>
            </a:br>
            <a:br>
              <a:rPr lang="en-AU" sz="4000" dirty="0"/>
            </a:br>
            <a:r>
              <a:rPr lang="en-AU" sz="4000" dirty="0"/>
              <a:t>(pg.32)</a:t>
            </a:r>
            <a:r>
              <a:rPr lang="en-US" sz="4000" dirty="0"/>
              <a:t> </a:t>
            </a:r>
            <a:endParaRPr lang="en-AU" sz="4000" dirty="0"/>
          </a:p>
        </p:txBody>
      </p:sp>
      <p:graphicFrame>
        <p:nvGraphicFramePr>
          <p:cNvPr id="5" name="Content Placeholder 2">
            <a:extLst>
              <a:ext uri="{FF2B5EF4-FFF2-40B4-BE49-F238E27FC236}">
                <a16:creationId xmlns:a16="http://schemas.microsoft.com/office/drawing/2014/main" id="{3A5995FE-A989-54AF-1068-36445C32D216}"/>
              </a:ext>
            </a:extLst>
          </p:cNvPr>
          <p:cNvGraphicFramePr>
            <a:graphicFrameLocks noGrp="1"/>
          </p:cNvGraphicFramePr>
          <p:nvPr>
            <p:ph idx="1"/>
            <p:extLst>
              <p:ext uri="{D42A27DB-BD31-4B8C-83A1-F6EECF244321}">
                <p14:modId xmlns:p14="http://schemas.microsoft.com/office/powerpoint/2010/main" val="2128842886"/>
              </p:ext>
            </p:extLst>
          </p:nvPr>
        </p:nvGraphicFramePr>
        <p:xfrm>
          <a:off x="246125" y="511175"/>
          <a:ext cx="7734300" cy="5908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7772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EBE94-5AF1-196A-8DC5-120BB56C647A}"/>
              </a:ext>
            </a:extLst>
          </p:cNvPr>
          <p:cNvSpPr>
            <a:spLocks noGrp="1"/>
          </p:cNvSpPr>
          <p:nvPr>
            <p:ph type="title"/>
          </p:nvPr>
        </p:nvSpPr>
        <p:spPr>
          <a:xfrm>
            <a:off x="589560" y="856180"/>
            <a:ext cx="4560584" cy="1128068"/>
          </a:xfrm>
        </p:spPr>
        <p:txBody>
          <a:bodyPr anchor="ctr">
            <a:normAutofit/>
          </a:bodyPr>
          <a:lstStyle/>
          <a:p>
            <a:r>
              <a:rPr lang="en-AU" sz="4000"/>
              <a:t>Consent</a:t>
            </a:r>
          </a:p>
        </p:txBody>
      </p:sp>
      <p:grpSp>
        <p:nvGrpSpPr>
          <p:cNvPr id="1033" name="Group 103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34" name="Rectangle 10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1394748D-3A80-84FD-09D5-089CA02A7721}"/>
              </a:ext>
            </a:extLst>
          </p:cNvPr>
          <p:cNvSpPr txBox="1">
            <a:spLocks noGrp="1"/>
          </p:cNvSpPr>
          <p:nvPr>
            <p:ph idx="1"/>
          </p:nvPr>
        </p:nvSpPr>
        <p:spPr>
          <a:xfrm>
            <a:off x="590719" y="2330505"/>
            <a:ext cx="4559425" cy="4526860"/>
          </a:xfrm>
          <a:prstGeom prst="rect">
            <a:avLst/>
          </a:prstGeom>
        </p:spPr>
        <p:txBody>
          <a:bodyPr anchor="ctr">
            <a:normAutofit/>
          </a:bodyPr>
          <a:lstStyle/>
          <a:p>
            <a:r>
              <a:rPr lang="en-AU" sz="2000" dirty="0"/>
              <a:t>An agreement made or permission given without coercion, such as without force, threats, manipulation, or intimidation.</a:t>
            </a:r>
          </a:p>
          <a:p>
            <a:endParaRPr lang="en-AU" sz="3200" dirty="0"/>
          </a:p>
          <a:p>
            <a:r>
              <a:rPr lang="en-AU" sz="2000" dirty="0"/>
              <a:t>It involves and is impacted by:</a:t>
            </a:r>
          </a:p>
          <a:p>
            <a:pPr lvl="1">
              <a:buFontTx/>
              <a:buChar char="-"/>
            </a:pPr>
            <a:r>
              <a:rPr lang="en-AU" sz="2000" dirty="0"/>
              <a:t>Giving and receiving, negotiation.</a:t>
            </a:r>
          </a:p>
          <a:p>
            <a:pPr lvl="1">
              <a:buFontTx/>
              <a:buChar char="-"/>
            </a:pPr>
            <a:r>
              <a:rPr lang="en-AU" sz="2000" dirty="0"/>
              <a:t>Verbal and non-verbal cues.</a:t>
            </a:r>
          </a:p>
          <a:p>
            <a:pPr lvl="1">
              <a:buFontTx/>
              <a:buChar char="-"/>
            </a:pPr>
            <a:r>
              <a:rPr lang="en-AU" sz="2000" dirty="0"/>
              <a:t>Power, control, coercion.</a:t>
            </a:r>
          </a:p>
          <a:p>
            <a:pPr lvl="1">
              <a:buFontTx/>
              <a:buChar char="-"/>
            </a:pPr>
            <a:r>
              <a:rPr lang="en-AU" sz="2000" dirty="0"/>
              <a:t>Legal requirements, impact of intoxication.</a:t>
            </a:r>
          </a:p>
        </p:txBody>
      </p:sp>
      <p:sp>
        <p:nvSpPr>
          <p:cNvPr id="1039" name="Rectangle 10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onsent — TAP808">
            <a:extLst>
              <a:ext uri="{FF2B5EF4-FFF2-40B4-BE49-F238E27FC236}">
                <a16:creationId xmlns:a16="http://schemas.microsoft.com/office/drawing/2014/main" id="{465AA243-540D-7C8F-6504-099997BB00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 b="1087"/>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993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stacked books">
            <a:extLst>
              <a:ext uri="{FF2B5EF4-FFF2-40B4-BE49-F238E27FC236}">
                <a16:creationId xmlns:a16="http://schemas.microsoft.com/office/drawing/2014/main" id="{626B949D-C7D2-0DD2-B2C7-8CF0F10B5CE5}"/>
              </a:ext>
            </a:extLst>
          </p:cNvPr>
          <p:cNvPicPr>
            <a:picLocks noChangeAspect="1"/>
          </p:cNvPicPr>
          <p:nvPr/>
        </p:nvPicPr>
        <p:blipFill rotWithShape="1">
          <a:blip r:embed="rId3">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433DA74-51AB-10AF-C7EE-A5136B1C6EEB}"/>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GLOSSARY: 						</a:t>
            </a:r>
            <a:r>
              <a:rPr lang="en-AU" dirty="0">
                <a:solidFill>
                  <a:srgbClr val="FFFFFF"/>
                </a:solidFill>
              </a:rPr>
              <a:t>(Pg. 7)</a:t>
            </a:r>
            <a:endParaRPr lang="en-US" dirty="0">
              <a:solidFill>
                <a:srgbClr val="FFFFFF"/>
              </a:solidFill>
            </a:endParaRPr>
          </a:p>
        </p:txBody>
      </p:sp>
      <p:sp>
        <p:nvSpPr>
          <p:cNvPr id="3" name="Content Placeholder 2">
            <a:extLst>
              <a:ext uri="{FF2B5EF4-FFF2-40B4-BE49-F238E27FC236}">
                <a16:creationId xmlns:a16="http://schemas.microsoft.com/office/drawing/2014/main" id="{515B7809-64A7-0A0A-96F5-BB881313458C}"/>
              </a:ext>
            </a:extLst>
          </p:cNvPr>
          <p:cNvSpPr>
            <a:spLocks noGrp="1"/>
          </p:cNvSpPr>
          <p:nvPr>
            <p:ph idx="1"/>
          </p:nvPr>
        </p:nvSpPr>
        <p:spPr>
          <a:xfrm>
            <a:off x="838200" y="1825625"/>
            <a:ext cx="10515600" cy="4351338"/>
          </a:xfrm>
        </p:spPr>
        <p:txBody>
          <a:bodyPr>
            <a:normAutofit/>
          </a:bodyPr>
          <a:lstStyle/>
          <a:p>
            <a:r>
              <a:rPr lang="en-US" dirty="0">
                <a:solidFill>
                  <a:srgbClr val="FFFFFF"/>
                </a:solidFill>
              </a:rPr>
              <a:t>At the front of your books is your glossary. Turn to your glossary and add the following words and their definitions:</a:t>
            </a:r>
          </a:p>
          <a:p>
            <a:endParaRPr lang="en-US" dirty="0">
              <a:solidFill>
                <a:srgbClr val="FFFFFF"/>
              </a:solidFill>
            </a:endParaRPr>
          </a:p>
          <a:p>
            <a:r>
              <a:rPr lang="en-US" b="1" i="1" dirty="0">
                <a:solidFill>
                  <a:srgbClr val="FFFFFF"/>
                </a:solidFill>
              </a:rPr>
              <a:t>Consent:</a:t>
            </a:r>
          </a:p>
          <a:p>
            <a:pPr lvl="1"/>
            <a:r>
              <a:rPr lang="en-AU" dirty="0"/>
              <a:t>An agreement made or permission given without coercion, such as without force, threats, manipulation, or intimidation.</a:t>
            </a:r>
            <a:endParaRPr lang="en-US" dirty="0">
              <a:solidFill>
                <a:srgbClr val="FFFFFF"/>
              </a:solidFill>
            </a:endParaRPr>
          </a:p>
        </p:txBody>
      </p:sp>
    </p:spTree>
    <p:extLst>
      <p:ext uri="{BB962C8B-B14F-4D97-AF65-F5344CB8AC3E}">
        <p14:creationId xmlns:p14="http://schemas.microsoft.com/office/powerpoint/2010/main" val="229637442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01F398-FC65-97D8-4FCA-DDDC88A0300E}"/>
              </a:ext>
            </a:extLst>
          </p:cNvPr>
          <p:cNvSpPr>
            <a:spLocks noGrp="1"/>
          </p:cNvSpPr>
          <p:nvPr>
            <p:ph type="title"/>
          </p:nvPr>
        </p:nvSpPr>
        <p:spPr>
          <a:xfrm>
            <a:off x="1043631" y="809898"/>
            <a:ext cx="9942716" cy="1554480"/>
          </a:xfrm>
        </p:spPr>
        <p:txBody>
          <a:bodyPr anchor="ctr">
            <a:normAutofit/>
          </a:bodyPr>
          <a:lstStyle/>
          <a:p>
            <a:r>
              <a:rPr lang="en-US" sz="4800" dirty="0"/>
              <a:t>When can consent not be given? </a:t>
            </a:r>
            <a:r>
              <a:rPr lang="en-AU" sz="4800" dirty="0"/>
              <a:t>(pg.32)</a:t>
            </a:r>
            <a:r>
              <a:rPr lang="en-US" sz="4800" dirty="0"/>
              <a:t> </a:t>
            </a:r>
          </a:p>
        </p:txBody>
      </p:sp>
      <p:sp>
        <p:nvSpPr>
          <p:cNvPr id="3" name="Content Placeholder 2">
            <a:extLst>
              <a:ext uri="{FF2B5EF4-FFF2-40B4-BE49-F238E27FC236}">
                <a16:creationId xmlns:a16="http://schemas.microsoft.com/office/drawing/2014/main" id="{EF0A7EB2-D33D-BC56-E50B-237E1166083B}"/>
              </a:ext>
            </a:extLst>
          </p:cNvPr>
          <p:cNvSpPr>
            <a:spLocks noGrp="1"/>
          </p:cNvSpPr>
          <p:nvPr>
            <p:ph idx="1"/>
          </p:nvPr>
        </p:nvSpPr>
        <p:spPr>
          <a:xfrm>
            <a:off x="1045028" y="2890161"/>
            <a:ext cx="9941319" cy="3252019"/>
          </a:xfrm>
        </p:spPr>
        <p:txBody>
          <a:bodyPr anchor="ctr">
            <a:normAutofit/>
          </a:bodyPr>
          <a:lstStyle/>
          <a:p>
            <a:r>
              <a:rPr lang="en-US" sz="2000" dirty="0"/>
              <a:t>To consent to having sex, a person needs to be old enough (over the legal age of consent) and must freely agree to the sexual activity. </a:t>
            </a:r>
          </a:p>
          <a:p>
            <a:r>
              <a:rPr lang="en-US" sz="2000" dirty="0"/>
              <a:t>Everyone who is old enough has the right to freely decide if they want to have sex or not. </a:t>
            </a:r>
          </a:p>
          <a:p>
            <a:endParaRPr lang="en-US" sz="2000" dirty="0"/>
          </a:p>
          <a:p>
            <a:r>
              <a:rPr lang="en-US" sz="2000" dirty="0"/>
              <a:t>A person cannot give consent if they…</a:t>
            </a:r>
          </a:p>
          <a:p>
            <a:pPr lvl="1"/>
            <a:r>
              <a:rPr lang="en-US" sz="2000" dirty="0"/>
              <a:t>Are under the legal age of consent (16 years old).</a:t>
            </a:r>
          </a:p>
          <a:p>
            <a:pPr lvl="1"/>
            <a:r>
              <a:rPr lang="en-US" sz="2000" dirty="0"/>
              <a:t>Under the influence of drugs or alcohol.</a:t>
            </a:r>
          </a:p>
          <a:p>
            <a:pPr lvl="1"/>
            <a:r>
              <a:rPr lang="en-US" sz="2000" dirty="0"/>
              <a:t>Asleep. </a:t>
            </a:r>
          </a:p>
          <a:p>
            <a:pPr lvl="1"/>
            <a:r>
              <a:rPr lang="en-US" sz="2000" dirty="0"/>
              <a:t>Have been forced, tricked or threatened into the act. </a:t>
            </a:r>
          </a:p>
          <a:p>
            <a:pPr lvl="1"/>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978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D6A1-556C-8A1E-1A04-3C14683B7109}"/>
              </a:ext>
            </a:extLst>
          </p:cNvPr>
          <p:cNvSpPr>
            <a:spLocks noGrp="1"/>
          </p:cNvSpPr>
          <p:nvPr>
            <p:ph type="title"/>
          </p:nvPr>
        </p:nvSpPr>
        <p:spPr>
          <a:xfrm>
            <a:off x="589560" y="856180"/>
            <a:ext cx="4560584" cy="1128068"/>
          </a:xfrm>
        </p:spPr>
        <p:txBody>
          <a:bodyPr anchor="ctr">
            <a:normAutofit fontScale="90000"/>
          </a:bodyPr>
          <a:lstStyle/>
          <a:p>
            <a:r>
              <a:rPr lang="en-AU" sz="4000" dirty="0"/>
              <a:t>Would you like FRIES with that? (pg.33)</a:t>
            </a:r>
            <a:r>
              <a:rPr lang="en-US" sz="4000" dirty="0"/>
              <a:t> </a:t>
            </a:r>
            <a:endParaRPr lang="en-AU" sz="4000" dirty="0"/>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DEF076-8B1C-C0FF-7B5A-D983AEABA4F5}"/>
              </a:ext>
            </a:extLst>
          </p:cNvPr>
          <p:cNvSpPr>
            <a:spLocks noGrp="1"/>
          </p:cNvSpPr>
          <p:nvPr>
            <p:ph idx="1"/>
          </p:nvPr>
        </p:nvSpPr>
        <p:spPr>
          <a:xfrm>
            <a:off x="159341" y="2577393"/>
            <a:ext cx="5234491" cy="4279972"/>
          </a:xfrm>
        </p:spPr>
        <p:txBody>
          <a:bodyPr anchor="ctr">
            <a:normAutofit lnSpcReduction="10000"/>
          </a:bodyPr>
          <a:lstStyle/>
          <a:p>
            <a:r>
              <a:rPr lang="en-AU" sz="2000" b="1" dirty="0">
                <a:solidFill>
                  <a:srgbClr val="FF0000"/>
                </a:solidFill>
              </a:rPr>
              <a:t>FREELY GIVEN </a:t>
            </a:r>
            <a:r>
              <a:rPr lang="en-AU" sz="2000" dirty="0"/>
              <a:t>– without force, coercion, manipulation and not under the influence.</a:t>
            </a:r>
          </a:p>
          <a:p>
            <a:endParaRPr lang="en-AU" sz="1800" dirty="0"/>
          </a:p>
          <a:p>
            <a:r>
              <a:rPr lang="en-AU" sz="2000" b="1" dirty="0">
                <a:solidFill>
                  <a:srgbClr val="FF0000"/>
                </a:solidFill>
              </a:rPr>
              <a:t>REVERSIBLE</a:t>
            </a:r>
            <a:r>
              <a:rPr lang="en-AU" sz="2000" dirty="0"/>
              <a:t> – can be withdrawn at any time.</a:t>
            </a:r>
          </a:p>
          <a:p>
            <a:endParaRPr lang="en-AU" sz="2000" dirty="0"/>
          </a:p>
          <a:p>
            <a:r>
              <a:rPr lang="en-AU" sz="2000" b="1" dirty="0">
                <a:solidFill>
                  <a:srgbClr val="FF0000"/>
                </a:solidFill>
              </a:rPr>
              <a:t>INFORMED</a:t>
            </a:r>
            <a:r>
              <a:rPr lang="en-AU" sz="2000" dirty="0"/>
              <a:t> – aware of what is going on and have not been lied to etc. </a:t>
            </a:r>
          </a:p>
          <a:p>
            <a:endParaRPr lang="en-AU" sz="2000" dirty="0"/>
          </a:p>
          <a:p>
            <a:r>
              <a:rPr lang="en-AU" sz="2000" b="1" dirty="0">
                <a:solidFill>
                  <a:srgbClr val="FF0000"/>
                </a:solidFill>
              </a:rPr>
              <a:t>ENTHUSIASTIC</a:t>
            </a:r>
            <a:r>
              <a:rPr lang="en-AU" sz="2000" dirty="0"/>
              <a:t> – if it’s not an enthusiastic yes, it’s a no.</a:t>
            </a:r>
          </a:p>
          <a:p>
            <a:endParaRPr lang="en-AU" sz="2000" dirty="0"/>
          </a:p>
          <a:p>
            <a:r>
              <a:rPr lang="en-AU" sz="2000" b="1" dirty="0">
                <a:solidFill>
                  <a:srgbClr val="FF0000"/>
                </a:solidFill>
              </a:rPr>
              <a:t>SPECIFIC</a:t>
            </a:r>
            <a:r>
              <a:rPr lang="en-AU" sz="2000" dirty="0"/>
              <a:t> – it is specific to that specific act or behaviour and at that specific time.</a:t>
            </a:r>
          </a:p>
          <a:p>
            <a:endParaRPr lang="en-AU" sz="2000" dirty="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Consent — TAP808">
            <a:extLst>
              <a:ext uri="{FF2B5EF4-FFF2-40B4-BE49-F238E27FC236}">
                <a16:creationId xmlns:a16="http://schemas.microsoft.com/office/drawing/2014/main" id="{0366CAF0-29EE-E970-9796-ADE5ECF04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 b="1087"/>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529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75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2B463B85-F003-D845-9394-E34B2C6FCBD2}"/>
              </a:ext>
            </a:extLst>
          </p:cNvPr>
          <p:cNvPicPr>
            <a:picLocks noGrp="1" noChangeAspect="1"/>
          </p:cNvPicPr>
          <p:nvPr>
            <p:ph idx="1"/>
          </p:nvPr>
        </p:nvPicPr>
        <p:blipFill>
          <a:blip r:embed="rId3"/>
          <a:stretch>
            <a:fillRect/>
          </a:stretch>
        </p:blipFill>
        <p:spPr>
          <a:xfrm>
            <a:off x="1659466" y="480060"/>
            <a:ext cx="8873067" cy="5897880"/>
          </a:xfrm>
          <a:prstGeom prst="rect">
            <a:avLst/>
          </a:prstGeom>
        </p:spPr>
      </p:pic>
    </p:spTree>
    <p:extLst>
      <p:ext uri="{BB962C8B-B14F-4D97-AF65-F5344CB8AC3E}">
        <p14:creationId xmlns:p14="http://schemas.microsoft.com/office/powerpoint/2010/main" val="308120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C43CA-278E-9026-74F8-AB5A302D77C4}"/>
              </a:ext>
            </a:extLst>
          </p:cNvPr>
          <p:cNvSpPr>
            <a:spLocks noGrp="1"/>
          </p:cNvSpPr>
          <p:nvPr>
            <p:ph type="title"/>
          </p:nvPr>
        </p:nvSpPr>
        <p:spPr>
          <a:xfrm>
            <a:off x="2817378" y="72966"/>
            <a:ext cx="6557242" cy="1097519"/>
          </a:xfrm>
        </p:spPr>
        <p:txBody>
          <a:bodyPr vert="horz" lIns="91440" tIns="45720" rIns="91440" bIns="45720" rtlCol="0" anchor="ctr">
            <a:normAutofit/>
          </a:bodyPr>
          <a:lstStyle/>
          <a:p>
            <a:r>
              <a:rPr lang="en-US" sz="4000" kern="1200" dirty="0">
                <a:solidFill>
                  <a:schemeClr val="tx1"/>
                </a:solidFill>
                <a:latin typeface="+mj-lt"/>
                <a:ea typeface="+mj-ea"/>
                <a:cs typeface="+mj-cs"/>
              </a:rPr>
              <a:t>Activity 2: Zoe and Sam (pg.34) </a:t>
            </a:r>
          </a:p>
        </p:txBody>
      </p:sp>
      <p:sp>
        <p:nvSpPr>
          <p:cNvPr id="14" name="Rectangle 13">
            <a:extLst>
              <a:ext uri="{FF2B5EF4-FFF2-40B4-BE49-F238E27FC236}">
                <a16:creationId xmlns:a16="http://schemas.microsoft.com/office/drawing/2014/main" id="{B444D337-4D9F-40A8-BA84-C0BFA7A8A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12191998" cy="461774"/>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478D1D-B50E-41C8-8A55-36A53D449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4076698" cy="4643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735DF43-9F97-61A1-CB6F-A2EB7329C4B6}"/>
              </a:ext>
            </a:extLst>
          </p:cNvPr>
          <p:cNvSpPr>
            <a:spLocks/>
          </p:cNvSpPr>
          <p:nvPr/>
        </p:nvSpPr>
        <p:spPr>
          <a:xfrm>
            <a:off x="377460" y="1234465"/>
            <a:ext cx="3819322" cy="610104"/>
          </a:xfrm>
          <a:prstGeom prst="rect">
            <a:avLst/>
          </a:prstGeom>
        </p:spPr>
        <p:txBody>
          <a:bodyPr/>
          <a:lstStyle/>
          <a:p>
            <a:pPr defTabSz="676656">
              <a:spcAft>
                <a:spcPts val="600"/>
              </a:spcAft>
            </a:pPr>
            <a:r>
              <a:rPr lang="en-US" sz="2400" kern="1200" dirty="0">
                <a:solidFill>
                  <a:schemeClr val="tx1"/>
                </a:solidFill>
                <a:latin typeface="+mn-lt"/>
                <a:ea typeface="+mn-ea"/>
                <a:cs typeface="+mn-cs"/>
              </a:rPr>
              <a:t>Zoe, aged 16</a:t>
            </a:r>
            <a:endParaRPr lang="en-US" sz="3600" dirty="0"/>
          </a:p>
        </p:txBody>
      </p:sp>
      <p:sp>
        <p:nvSpPr>
          <p:cNvPr id="5" name="Content Placeholder 4">
            <a:extLst>
              <a:ext uri="{FF2B5EF4-FFF2-40B4-BE49-F238E27FC236}">
                <a16:creationId xmlns:a16="http://schemas.microsoft.com/office/drawing/2014/main" id="{B0D67494-D6F3-C02F-E7D6-D8FEB3E270D4}"/>
              </a:ext>
            </a:extLst>
          </p:cNvPr>
          <p:cNvSpPr>
            <a:spLocks/>
          </p:cNvSpPr>
          <p:nvPr/>
        </p:nvSpPr>
        <p:spPr>
          <a:xfrm>
            <a:off x="228600" y="1992688"/>
            <a:ext cx="5878623" cy="4261155"/>
          </a:xfrm>
          <a:prstGeom prst="rect">
            <a:avLst/>
          </a:prstGeom>
        </p:spPr>
        <p:txBody>
          <a:bodyPr>
            <a:normAutofit lnSpcReduction="10000"/>
          </a:bodyPr>
          <a:lstStyle/>
          <a:p>
            <a:pPr defTabSz="676656">
              <a:lnSpc>
                <a:spcPct val="90000"/>
              </a:lnSpc>
              <a:spcAft>
                <a:spcPts val="600"/>
              </a:spcAft>
            </a:pPr>
            <a:r>
              <a:rPr lang="en-AU" kern="1200" dirty="0">
                <a:solidFill>
                  <a:schemeClr val="tx1"/>
                </a:solidFill>
                <a:latin typeface="+mn-lt"/>
                <a:ea typeface="+mn-ea"/>
                <a:cs typeface="+mn-cs"/>
              </a:rPr>
              <a:t>I’ll never forget that night as long as I live. Sam and I had been going out for a while and he had always acted like a really sweet guy – well, we had done some kissing and fooling around but he never gave me any reason not to trust him. </a:t>
            </a:r>
          </a:p>
          <a:p>
            <a:pPr defTabSz="676656">
              <a:lnSpc>
                <a:spcPct val="90000"/>
              </a:lnSpc>
              <a:spcAft>
                <a:spcPts val="600"/>
              </a:spcAft>
            </a:pPr>
            <a:r>
              <a:rPr lang="en-AU" kern="1200" dirty="0">
                <a:solidFill>
                  <a:schemeClr val="tx1"/>
                </a:solidFill>
                <a:latin typeface="+mn-lt"/>
                <a:ea typeface="+mn-ea"/>
                <a:cs typeface="+mn-cs"/>
              </a:rPr>
              <a:t>The night of the party I wore this gorgeous dress that I borrowed from my sister. It was a bit showier than the clothes I normally wear but I thought it was very flattering. </a:t>
            </a:r>
          </a:p>
          <a:p>
            <a:pPr defTabSz="676656">
              <a:lnSpc>
                <a:spcPct val="90000"/>
              </a:lnSpc>
              <a:spcAft>
                <a:spcPts val="600"/>
              </a:spcAft>
            </a:pPr>
            <a:r>
              <a:rPr lang="en-AU" kern="1200" dirty="0">
                <a:solidFill>
                  <a:schemeClr val="tx1"/>
                </a:solidFill>
                <a:latin typeface="+mn-lt"/>
                <a:ea typeface="+mn-ea"/>
                <a:cs typeface="+mn-cs"/>
              </a:rPr>
              <a:t>At the party I had some beer and it made me really tired, so I wanted to lie down. Maybe I shouldn’t have suggested we both lie down together but it felt weird to just go upstairs by myself and leave Sam all alone. The next thing I know he’s all over me, forcing me to have sex with him. It was horrible. I didn’t want to scream and make a fool of myself with all those other people in the next room. I tried to fight him off, but he was too strong. Needless to say, I never want to see Sam again. He seemed like such a nice guy. What happened? </a:t>
            </a:r>
          </a:p>
          <a:p>
            <a:pPr>
              <a:lnSpc>
                <a:spcPct val="90000"/>
              </a:lnSpc>
              <a:spcAft>
                <a:spcPts val="600"/>
              </a:spcAft>
            </a:pPr>
            <a:endParaRPr lang="en-US" sz="1000" dirty="0"/>
          </a:p>
        </p:txBody>
      </p:sp>
      <p:sp>
        <p:nvSpPr>
          <p:cNvPr id="6" name="Text Placeholder 5">
            <a:extLst>
              <a:ext uri="{FF2B5EF4-FFF2-40B4-BE49-F238E27FC236}">
                <a16:creationId xmlns:a16="http://schemas.microsoft.com/office/drawing/2014/main" id="{5A7375D8-4E3B-3570-4AF8-FB48F1BB1270}"/>
              </a:ext>
            </a:extLst>
          </p:cNvPr>
          <p:cNvSpPr>
            <a:spLocks/>
          </p:cNvSpPr>
          <p:nvPr/>
        </p:nvSpPr>
        <p:spPr>
          <a:xfrm>
            <a:off x="6252992" y="1234465"/>
            <a:ext cx="3838131" cy="610104"/>
          </a:xfrm>
          <a:prstGeom prst="rect">
            <a:avLst/>
          </a:prstGeom>
        </p:spPr>
        <p:txBody>
          <a:bodyPr/>
          <a:lstStyle/>
          <a:p>
            <a:pPr defTabSz="676656">
              <a:spcAft>
                <a:spcPts val="600"/>
              </a:spcAft>
            </a:pPr>
            <a:r>
              <a:rPr lang="en-US" sz="2400" kern="1200" dirty="0">
                <a:solidFill>
                  <a:schemeClr val="tx1"/>
                </a:solidFill>
                <a:latin typeface="+mn-lt"/>
                <a:ea typeface="+mn-ea"/>
                <a:cs typeface="+mn-cs"/>
              </a:rPr>
              <a:t>Sam, aged 17</a:t>
            </a:r>
            <a:endParaRPr lang="en-US" sz="3600" dirty="0"/>
          </a:p>
        </p:txBody>
      </p:sp>
      <p:sp>
        <p:nvSpPr>
          <p:cNvPr id="7" name="Content Placeholder 6">
            <a:extLst>
              <a:ext uri="{FF2B5EF4-FFF2-40B4-BE49-F238E27FC236}">
                <a16:creationId xmlns:a16="http://schemas.microsoft.com/office/drawing/2014/main" id="{EA026ABF-B9BE-0916-7D8C-C879B0CF6050}"/>
              </a:ext>
            </a:extLst>
          </p:cNvPr>
          <p:cNvSpPr>
            <a:spLocks/>
          </p:cNvSpPr>
          <p:nvPr/>
        </p:nvSpPr>
        <p:spPr>
          <a:xfrm>
            <a:off x="6252992" y="1909151"/>
            <a:ext cx="5710408" cy="4403538"/>
          </a:xfrm>
          <a:prstGeom prst="rect">
            <a:avLst/>
          </a:prstGeom>
        </p:spPr>
        <p:txBody>
          <a:bodyPr>
            <a:normAutofit/>
          </a:bodyPr>
          <a:lstStyle/>
          <a:p>
            <a:pPr defTabSz="676656">
              <a:lnSpc>
                <a:spcPct val="90000"/>
              </a:lnSpc>
              <a:spcAft>
                <a:spcPts val="600"/>
              </a:spcAft>
            </a:pPr>
            <a:r>
              <a:rPr lang="en-AU" sz="1600" kern="1200" dirty="0">
                <a:solidFill>
                  <a:schemeClr val="tx1"/>
                </a:solidFill>
                <a:latin typeface="+mn-lt"/>
                <a:ea typeface="+mn-ea"/>
                <a:cs typeface="+mn-cs"/>
              </a:rPr>
              <a:t>I still don’t understand what happened. Zoe and I had been seeing each other for about two months and although we hadn’t slept together yet, I had made it pretty clear that I was very attracted to her and eventually expected to have sex with her. </a:t>
            </a:r>
          </a:p>
          <a:p>
            <a:pPr defTabSz="676656">
              <a:lnSpc>
                <a:spcPct val="90000"/>
              </a:lnSpc>
              <a:spcAft>
                <a:spcPts val="600"/>
              </a:spcAft>
            </a:pPr>
            <a:r>
              <a:rPr lang="en-AU" sz="1600" kern="1200" dirty="0">
                <a:solidFill>
                  <a:schemeClr val="tx1"/>
                </a:solidFill>
                <a:latin typeface="+mn-lt"/>
                <a:ea typeface="+mn-ea"/>
                <a:cs typeface="+mn-cs"/>
              </a:rPr>
              <a:t>We were supposed to go to a party and when she showed up in this sexy low-cut dress, I thought maybe it was her way of saying she was ready. </a:t>
            </a:r>
          </a:p>
          <a:p>
            <a:pPr defTabSz="676656">
              <a:lnSpc>
                <a:spcPct val="90000"/>
              </a:lnSpc>
              <a:spcAft>
                <a:spcPts val="600"/>
              </a:spcAft>
            </a:pPr>
            <a:r>
              <a:rPr lang="en-AU" sz="1600" kern="1200" dirty="0">
                <a:solidFill>
                  <a:schemeClr val="tx1"/>
                </a:solidFill>
                <a:latin typeface="+mn-lt"/>
                <a:ea typeface="+mn-ea"/>
                <a:cs typeface="+mn-cs"/>
              </a:rPr>
              <a:t>At the party we drank some beer, which made her sort of sleepy and sensual. When she said she wanted to go lie down and wanted me to come and snuggle with her, what was I supposed to think? Of course, I thought she wanted to have sex. She did grumble a bit when I started to undress her, but I just thought she wanted to be persuaded. Lots of women feel a bit funny about being forward and they want men to take responsibility for sex. I don’t know. </a:t>
            </a:r>
          </a:p>
          <a:p>
            <a:pPr defTabSz="676656">
              <a:lnSpc>
                <a:spcPct val="90000"/>
              </a:lnSpc>
              <a:spcAft>
                <a:spcPts val="600"/>
              </a:spcAft>
            </a:pPr>
            <a:r>
              <a:rPr lang="en-AU" sz="1600" kern="1200" dirty="0">
                <a:solidFill>
                  <a:schemeClr val="tx1"/>
                </a:solidFill>
                <a:latin typeface="+mn-lt"/>
                <a:ea typeface="+mn-ea"/>
                <a:cs typeface="+mn-cs"/>
              </a:rPr>
              <a:t>We had sex and it was fine. I took her home from the party and I thought everything was ok. But ever since then she refuses to talk to me or go out with me. I thought she really liked me. What happened? </a:t>
            </a:r>
          </a:p>
          <a:p>
            <a:pPr>
              <a:lnSpc>
                <a:spcPct val="90000"/>
              </a:lnSpc>
              <a:spcAft>
                <a:spcPts val="600"/>
              </a:spcAft>
            </a:pPr>
            <a:endParaRPr lang="en-US" sz="1500" dirty="0"/>
          </a:p>
        </p:txBody>
      </p:sp>
    </p:spTree>
    <p:extLst>
      <p:ext uri="{BB962C8B-B14F-4D97-AF65-F5344CB8AC3E}">
        <p14:creationId xmlns:p14="http://schemas.microsoft.com/office/powerpoint/2010/main" val="96197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AU" sz="3800" dirty="0"/>
              <a:t>Activity 2: Zoe and Sam</a:t>
            </a:r>
            <a:br>
              <a:rPr lang="en-AU" sz="3800" dirty="0"/>
            </a:br>
            <a:br>
              <a:rPr lang="en-AU" sz="3800" dirty="0"/>
            </a:br>
            <a:r>
              <a:rPr lang="en-AU" sz="3800" dirty="0"/>
              <a:t>How does consent really work?</a:t>
            </a:r>
            <a:br>
              <a:rPr lang="en-AU" sz="3800" dirty="0"/>
            </a:br>
            <a:br>
              <a:rPr lang="en-AU" sz="3800" dirty="0"/>
            </a:br>
            <a:r>
              <a:rPr lang="en-US" sz="3800" kern="1200" dirty="0">
                <a:latin typeface="+mj-lt"/>
                <a:ea typeface="+mj-ea"/>
                <a:cs typeface="+mj-cs"/>
              </a:rPr>
              <a:t>(pg.35)</a:t>
            </a:r>
            <a:br>
              <a:rPr lang="en-AU" sz="3800" dirty="0"/>
            </a:br>
            <a:br>
              <a:rPr lang="en-AU" sz="3800" dirty="0"/>
            </a:br>
            <a:endParaRPr lang="en-AU" sz="3800" dirty="0"/>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39DA2E7-D4D9-E741-E6AA-3E1895999081}"/>
              </a:ext>
            </a:extLst>
          </p:cNvPr>
          <p:cNvGraphicFramePr>
            <a:graphicFrameLocks noGrp="1"/>
          </p:cNvGraphicFramePr>
          <p:nvPr>
            <p:ph idx="1"/>
            <p:extLst>
              <p:ext uri="{D42A27DB-BD31-4B8C-83A1-F6EECF244321}">
                <p14:modId xmlns:p14="http://schemas.microsoft.com/office/powerpoint/2010/main" val="426411996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3321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Arc 10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1AEF1C-629C-B939-D436-F4A124D91AE1}"/>
              </a:ext>
            </a:extLst>
          </p:cNvPr>
          <p:cNvSpPr>
            <a:spLocks noGrp="1"/>
          </p:cNvSpPr>
          <p:nvPr>
            <p:ph type="title"/>
          </p:nvPr>
        </p:nvSpPr>
        <p:spPr>
          <a:xfrm>
            <a:off x="5894962" y="479493"/>
            <a:ext cx="5458838" cy="1325563"/>
          </a:xfrm>
        </p:spPr>
        <p:txBody>
          <a:bodyPr>
            <a:normAutofit/>
          </a:bodyPr>
          <a:lstStyle/>
          <a:p>
            <a:r>
              <a:rPr lang="en-US" dirty="0"/>
              <a:t>Activity 3: Exploring resources </a:t>
            </a:r>
            <a:r>
              <a:rPr lang="en-US" sz="4400" kern="1200" dirty="0">
                <a:latin typeface="+mj-lt"/>
                <a:ea typeface="+mj-ea"/>
                <a:cs typeface="+mj-cs"/>
              </a:rPr>
              <a:t>(pg.36)</a:t>
            </a:r>
            <a:endParaRPr lang="en-US" dirty="0"/>
          </a:p>
        </p:txBody>
      </p:sp>
      <p:sp>
        <p:nvSpPr>
          <p:cNvPr id="1035" name="Freeform: Shape 10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Kids Help Line">
            <a:extLst>
              <a:ext uri="{FF2B5EF4-FFF2-40B4-BE49-F238E27FC236}">
                <a16:creationId xmlns:a16="http://schemas.microsoft.com/office/drawing/2014/main" id="{03F40CCB-1945-2400-84E1-EC39C23C676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9511" y="479493"/>
            <a:ext cx="4777381" cy="463070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3893B93-EE05-2EF9-31BE-6E52118D9970}"/>
              </a:ext>
            </a:extLst>
          </p:cNvPr>
          <p:cNvSpPr>
            <a:spLocks noGrp="1"/>
          </p:cNvSpPr>
          <p:nvPr>
            <p:ph idx="1"/>
          </p:nvPr>
        </p:nvSpPr>
        <p:spPr>
          <a:xfrm>
            <a:off x="5894961" y="1984443"/>
            <a:ext cx="6201181" cy="4192520"/>
          </a:xfrm>
        </p:spPr>
        <p:txBody>
          <a:bodyPr>
            <a:normAutofit lnSpcReduction="10000"/>
          </a:bodyPr>
          <a:lstStyle/>
          <a:p>
            <a:r>
              <a:rPr lang="en-US" dirty="0"/>
              <a:t>Visit Kids Help Line and answer the questions in your workbook.</a:t>
            </a:r>
          </a:p>
          <a:p>
            <a:pPr marL="0" indent="0">
              <a:buNone/>
            </a:pPr>
            <a:endParaRPr lang="en-US" dirty="0"/>
          </a:p>
          <a:p>
            <a:pPr marL="0" indent="0">
              <a:buNone/>
            </a:pPr>
            <a:r>
              <a:rPr lang="en-US" sz="2400" dirty="0">
                <a:hlinkClick r:id="rId4"/>
              </a:rPr>
              <a:t>https://kidshelpline.com.au/teens/issues/what-consent</a:t>
            </a:r>
            <a:endParaRPr lang="en-US" sz="2400" dirty="0"/>
          </a:p>
          <a:p>
            <a:endParaRPr lang="en-US" dirty="0"/>
          </a:p>
          <a:p>
            <a:endParaRPr lang="en-US" dirty="0"/>
          </a:p>
          <a:p>
            <a:r>
              <a:rPr lang="en-US" dirty="0"/>
              <a:t>If you have time remaining, explore more aspects of the Kids Help Line website.</a:t>
            </a:r>
          </a:p>
        </p:txBody>
      </p:sp>
    </p:spTree>
    <p:extLst>
      <p:ext uri="{BB962C8B-B14F-4D97-AF65-F5344CB8AC3E}">
        <p14:creationId xmlns:p14="http://schemas.microsoft.com/office/powerpoint/2010/main" val="2152859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102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Five Key Components Of Exit Tickets | by dem plates | Medium">
            <a:extLst>
              <a:ext uri="{FF2B5EF4-FFF2-40B4-BE49-F238E27FC236}">
                <a16:creationId xmlns:a16="http://schemas.microsoft.com/office/drawing/2014/main" id="{246744CA-4C43-8967-8D40-DCD5046059E3}"/>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l="4113" r="5664"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F3569C-3E7C-2F74-86B9-C8C32A677972}"/>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REFLECTION &amp; EXIT TICKET: 3, 2, 1 RIQ</a:t>
            </a:r>
          </a:p>
        </p:txBody>
      </p:sp>
      <p:sp>
        <p:nvSpPr>
          <p:cNvPr id="3" name="Content Placeholder 2">
            <a:extLst>
              <a:ext uri="{FF2B5EF4-FFF2-40B4-BE49-F238E27FC236}">
                <a16:creationId xmlns:a16="http://schemas.microsoft.com/office/drawing/2014/main" id="{244E2338-DF4C-09CE-CBF0-C7C4B79F0EA8}"/>
              </a:ext>
            </a:extLst>
          </p:cNvPr>
          <p:cNvSpPr>
            <a:spLocks noGrp="1"/>
          </p:cNvSpPr>
          <p:nvPr>
            <p:ph idx="1"/>
          </p:nvPr>
        </p:nvSpPr>
        <p:spPr>
          <a:xfrm>
            <a:off x="838200" y="1825625"/>
            <a:ext cx="10515600" cy="4351338"/>
          </a:xfrm>
        </p:spPr>
        <p:txBody>
          <a:bodyPr>
            <a:normAutofit/>
          </a:bodyPr>
          <a:lstStyle/>
          <a:p>
            <a:endParaRPr lang="en-US" dirty="0">
              <a:solidFill>
                <a:srgbClr val="FFFFFF"/>
              </a:solidFill>
            </a:endParaRPr>
          </a:p>
          <a:p>
            <a:r>
              <a:rPr lang="en-US" dirty="0">
                <a:solidFill>
                  <a:srgbClr val="FFFFFF"/>
                </a:solidFill>
              </a:rPr>
              <a:t>Everyone will receive a sticky note. On that sticky note answer the following:</a:t>
            </a:r>
          </a:p>
          <a:p>
            <a:pPr lvl="2"/>
            <a:r>
              <a:rPr lang="en-US" sz="2800" dirty="0">
                <a:solidFill>
                  <a:srgbClr val="FFFFFF"/>
                </a:solidFill>
              </a:rPr>
              <a:t>3 x things you can RECALL (what have you learnt?)</a:t>
            </a:r>
          </a:p>
          <a:p>
            <a:pPr lvl="2"/>
            <a:r>
              <a:rPr lang="en-US" sz="2800" dirty="0">
                <a:solidFill>
                  <a:srgbClr val="FFFFFF"/>
                </a:solidFill>
              </a:rPr>
              <a:t>2 x things you have found INTERESTING</a:t>
            </a:r>
          </a:p>
          <a:p>
            <a:pPr lvl="2"/>
            <a:r>
              <a:rPr lang="en-US" sz="2800" dirty="0">
                <a:solidFill>
                  <a:srgbClr val="FFFFFF"/>
                </a:solidFill>
              </a:rPr>
              <a:t>1 x QUESTION you still have</a:t>
            </a:r>
          </a:p>
          <a:p>
            <a:pPr lvl="2"/>
            <a:endParaRPr lang="en-US" dirty="0">
              <a:solidFill>
                <a:srgbClr val="FFFFFF"/>
              </a:solidFill>
            </a:endParaRPr>
          </a:p>
          <a:p>
            <a:r>
              <a:rPr lang="en-US" dirty="0">
                <a:solidFill>
                  <a:srgbClr val="FFFFFF"/>
                </a:solidFill>
              </a:rPr>
              <a:t>Give your sticky note to your teacher on your way out.</a:t>
            </a:r>
          </a:p>
          <a:p>
            <a:endParaRPr lang="en-US" i="1" dirty="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269603924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15650</TotalTime>
  <Words>1375</Words>
  <Application>Microsoft Office PowerPoint</Application>
  <PresentationFormat>Widescreen</PresentationFormat>
  <Paragraphs>122</Paragraphs>
  <Slides>15</Slides>
  <Notes>10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Relationships</vt:lpstr>
      <vt:lpstr>PowerPoint Presentation</vt:lpstr>
      <vt:lpstr>Todays Focus:</vt:lpstr>
      <vt:lpstr>Hook: Brain Dump – Consent </vt:lpstr>
      <vt:lpstr>Activity 1: (pg.32) </vt:lpstr>
      <vt:lpstr>Activity 1:   Consent is a Conversation .  (pg.32) </vt:lpstr>
      <vt:lpstr>Consent</vt:lpstr>
      <vt:lpstr>GLOSSARY:       (Pg. 7)</vt:lpstr>
      <vt:lpstr>When can consent not be given? (pg.32) </vt:lpstr>
      <vt:lpstr>Would you like FRIES with that? (pg.33) </vt:lpstr>
      <vt:lpstr>PowerPoint Presentation</vt:lpstr>
      <vt:lpstr>Activity 2: Zoe and Sam (pg.34) </vt:lpstr>
      <vt:lpstr>Activity 2: Zoe and Sam  How does consent really work?  (pg.35)  </vt:lpstr>
      <vt:lpstr>Activity 3: Exploring resources (pg.36)</vt:lpstr>
      <vt:lpstr>REFLECTION &amp; EXIT TICKET: 3, 2, 1 RIQ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dc:title>
  <dc:creator>HASSAN Gillian [Comet Bay College]</dc:creator>
  <cp:lastModifiedBy>HILLMAN Alissa [Willetton Senior High School]</cp:lastModifiedBy>
  <cp:revision>42</cp:revision>
  <cp:lastPrinted>2022-05-20T05:38:59Z</cp:lastPrinted>
  <dcterms:created xsi:type="dcterms:W3CDTF">2022-04-26T04:42:15Z</dcterms:created>
  <dcterms:modified xsi:type="dcterms:W3CDTF">2023-11-10T07:00:03Z</dcterms:modified>
</cp:coreProperties>
</file>