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494" r:id="rId2"/>
    <p:sldId id="258" r:id="rId3"/>
    <p:sldId id="524" r:id="rId4"/>
    <p:sldId id="636" r:id="rId5"/>
    <p:sldId id="525" r:id="rId6"/>
    <p:sldId id="281" r:id="rId7"/>
    <p:sldId id="309" r:id="rId8"/>
    <p:sldId id="259" r:id="rId9"/>
    <p:sldId id="526" r:id="rId10"/>
    <p:sldId id="527" r:id="rId11"/>
    <p:sldId id="326" r:id="rId12"/>
    <p:sldId id="459" r:id="rId13"/>
    <p:sldId id="359" r:id="rId14"/>
    <p:sldId id="529" r:id="rId15"/>
    <p:sldId id="528" r:id="rId16"/>
    <p:sldId id="531" r:id="rId17"/>
    <p:sldId id="539" r:id="rId18"/>
    <p:sldId id="53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159C"/>
    <a:srgbClr val="EE694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059800-54A3-A94B-89F8-74BCD7FBF4D8}" v="107" dt="2023-11-06T14:43:09.641"/>
  </p1510:revLst>
</p1510:revInfo>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35" autoAdjust="0"/>
    <p:restoredTop sz="80514" autoAdjust="0"/>
  </p:normalViewPr>
  <p:slideViewPr>
    <p:cSldViewPr snapToGrid="0" snapToObjects="1">
      <p:cViewPr varScale="1">
        <p:scale>
          <a:sx n="88" d="100"/>
          <a:sy n="88" d="100"/>
        </p:scale>
        <p:origin x="648" y="12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CBE61C-3A28-4029-8C18-8F1F7697A0B2}"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B0C426DC-04FD-4CAE-A10D-07FC33905C04}">
      <dgm:prSet custT="1"/>
      <dgm:spPr/>
      <dgm:t>
        <a:bodyPr/>
        <a:lstStyle/>
        <a:p>
          <a:pPr algn="ctr"/>
          <a:r>
            <a:rPr lang="en-US" sz="1800" i="1" u="sng" dirty="0"/>
            <a:t>Q: What is a relationship?</a:t>
          </a:r>
          <a:endParaRPr lang="en-US" sz="1800" dirty="0"/>
        </a:p>
      </dgm:t>
    </dgm:pt>
    <dgm:pt modelId="{AED7FDA7-7B5C-4C7A-8A84-9FF217411490}" type="parTrans" cxnId="{023C3949-1321-44BC-94D5-DE6FB7003766}">
      <dgm:prSet/>
      <dgm:spPr/>
      <dgm:t>
        <a:bodyPr/>
        <a:lstStyle/>
        <a:p>
          <a:endParaRPr lang="en-US"/>
        </a:p>
      </dgm:t>
    </dgm:pt>
    <dgm:pt modelId="{42B906FE-A0A1-4220-9960-4464EEB5B846}" type="sibTrans" cxnId="{023C3949-1321-44BC-94D5-DE6FB7003766}">
      <dgm:prSet/>
      <dgm:spPr/>
      <dgm:t>
        <a:bodyPr/>
        <a:lstStyle/>
        <a:p>
          <a:endParaRPr lang="en-US"/>
        </a:p>
      </dgm:t>
    </dgm:pt>
    <dgm:pt modelId="{CFADB562-6012-455F-A0E7-47F2A4572F83}">
      <dgm:prSet custT="1"/>
      <dgm:spPr/>
      <dgm:t>
        <a:bodyPr/>
        <a:lstStyle/>
        <a:p>
          <a:r>
            <a:rPr lang="en-US" sz="1600" dirty="0"/>
            <a:t>In one sentence, write your answer to the question on your piece of paper. </a:t>
          </a:r>
        </a:p>
      </dgm:t>
    </dgm:pt>
    <dgm:pt modelId="{2D0B9D57-DB4A-4811-BC08-5DB20A98A987}" type="parTrans" cxnId="{F4BB6AAE-D2B8-49C0-8D8E-DFEC0220A6DF}">
      <dgm:prSet/>
      <dgm:spPr/>
      <dgm:t>
        <a:bodyPr/>
        <a:lstStyle/>
        <a:p>
          <a:endParaRPr lang="en-US"/>
        </a:p>
      </dgm:t>
    </dgm:pt>
    <dgm:pt modelId="{15A9F46B-C3C1-4081-A698-E44E58F9FD64}" type="sibTrans" cxnId="{F4BB6AAE-D2B8-49C0-8D8E-DFEC0220A6DF}">
      <dgm:prSet/>
      <dgm:spPr/>
      <dgm:t>
        <a:bodyPr/>
        <a:lstStyle/>
        <a:p>
          <a:endParaRPr lang="en-US"/>
        </a:p>
      </dgm:t>
    </dgm:pt>
    <dgm:pt modelId="{E0419A22-CBDA-4C78-A8B9-20596AAB2F3B}">
      <dgm:prSet custT="1"/>
      <dgm:spPr/>
      <dgm:t>
        <a:bodyPr/>
        <a:lstStyle/>
        <a:p>
          <a:r>
            <a:rPr lang="en-US" sz="1600" dirty="0"/>
            <a:t>Scrunch it up and get ready to throw.</a:t>
          </a:r>
        </a:p>
      </dgm:t>
    </dgm:pt>
    <dgm:pt modelId="{AA9116F2-01CF-47D0-95A8-0220B4120BCE}" type="parTrans" cxnId="{DD273704-2976-4FB6-8C50-3C3C16025751}">
      <dgm:prSet/>
      <dgm:spPr/>
      <dgm:t>
        <a:bodyPr/>
        <a:lstStyle/>
        <a:p>
          <a:endParaRPr lang="en-US"/>
        </a:p>
      </dgm:t>
    </dgm:pt>
    <dgm:pt modelId="{31F185D8-A12C-4383-8098-6E3441AE5CA4}" type="sibTrans" cxnId="{DD273704-2976-4FB6-8C50-3C3C16025751}">
      <dgm:prSet/>
      <dgm:spPr/>
      <dgm:t>
        <a:bodyPr/>
        <a:lstStyle/>
        <a:p>
          <a:endParaRPr lang="en-US"/>
        </a:p>
      </dgm:t>
    </dgm:pt>
    <dgm:pt modelId="{7364397E-B172-4D03-A912-30C3080FEEC8}">
      <dgm:prSet custT="1"/>
      <dgm:spPr/>
      <dgm:t>
        <a:bodyPr/>
        <a:lstStyle/>
        <a:p>
          <a:r>
            <a:rPr lang="en-US" sz="1600" dirty="0"/>
            <a:t>Optional to write your name.</a:t>
          </a:r>
        </a:p>
      </dgm:t>
    </dgm:pt>
    <dgm:pt modelId="{66BB1EFD-D223-49E2-A8BE-FCAAF8E021C8}" type="parTrans" cxnId="{BB550879-170C-490E-B802-357730879B27}">
      <dgm:prSet/>
      <dgm:spPr/>
      <dgm:t>
        <a:bodyPr/>
        <a:lstStyle/>
        <a:p>
          <a:endParaRPr lang="en-US"/>
        </a:p>
      </dgm:t>
    </dgm:pt>
    <dgm:pt modelId="{963A4CA4-C173-4333-B268-F21AFF424B23}" type="sibTrans" cxnId="{BB550879-170C-490E-B802-357730879B27}">
      <dgm:prSet/>
      <dgm:spPr/>
      <dgm:t>
        <a:bodyPr/>
        <a:lstStyle/>
        <a:p>
          <a:endParaRPr lang="en-US"/>
        </a:p>
      </dgm:t>
    </dgm:pt>
    <dgm:pt modelId="{2C883BEF-7B34-4A78-94B5-56C00D2A5FFF}">
      <dgm:prSet custT="1"/>
      <dgm:spPr/>
      <dgm:t>
        <a:bodyPr/>
        <a:lstStyle/>
        <a:p>
          <a:r>
            <a:rPr lang="en-US" sz="1600" dirty="0"/>
            <a:t>We will read out people’s answers.</a:t>
          </a:r>
        </a:p>
      </dgm:t>
    </dgm:pt>
    <dgm:pt modelId="{A4959FEA-D2F9-4C8A-A548-55F7E4C80C08}" type="parTrans" cxnId="{37C8124B-EAD6-471E-804F-1E14C040B6CF}">
      <dgm:prSet/>
      <dgm:spPr/>
      <dgm:t>
        <a:bodyPr/>
        <a:lstStyle/>
        <a:p>
          <a:endParaRPr lang="en-US"/>
        </a:p>
      </dgm:t>
    </dgm:pt>
    <dgm:pt modelId="{F5EA2F8A-8245-4435-BBB3-80857A06582A}" type="sibTrans" cxnId="{37C8124B-EAD6-471E-804F-1E14C040B6CF}">
      <dgm:prSet/>
      <dgm:spPr/>
      <dgm:t>
        <a:bodyPr/>
        <a:lstStyle/>
        <a:p>
          <a:endParaRPr lang="en-US"/>
        </a:p>
      </dgm:t>
    </dgm:pt>
    <dgm:pt modelId="{20F0342D-35EA-B345-A7F5-CE7828A82A72}" type="pres">
      <dgm:prSet presAssocID="{76CBE61C-3A28-4029-8C18-8F1F7697A0B2}" presName="vert0" presStyleCnt="0">
        <dgm:presLayoutVars>
          <dgm:dir/>
          <dgm:animOne val="branch"/>
          <dgm:animLvl val="lvl"/>
        </dgm:presLayoutVars>
      </dgm:prSet>
      <dgm:spPr/>
    </dgm:pt>
    <dgm:pt modelId="{3313CC4A-2C65-3E4F-AF58-D8BC66D0675D}" type="pres">
      <dgm:prSet presAssocID="{B0C426DC-04FD-4CAE-A10D-07FC33905C04}" presName="thickLine" presStyleLbl="alignNode1" presStyleIdx="0" presStyleCnt="5"/>
      <dgm:spPr/>
    </dgm:pt>
    <dgm:pt modelId="{8B5FA023-59D5-A54D-BA84-2B82CC5DEE79}" type="pres">
      <dgm:prSet presAssocID="{B0C426DC-04FD-4CAE-A10D-07FC33905C04}" presName="horz1" presStyleCnt="0"/>
      <dgm:spPr/>
    </dgm:pt>
    <dgm:pt modelId="{63A03711-4668-E045-9729-BB87AA6255F5}" type="pres">
      <dgm:prSet presAssocID="{B0C426DC-04FD-4CAE-A10D-07FC33905C04}" presName="tx1" presStyleLbl="revTx" presStyleIdx="0" presStyleCnt="5"/>
      <dgm:spPr/>
    </dgm:pt>
    <dgm:pt modelId="{2540867D-B7FB-5A4D-8D21-790D7CDEA833}" type="pres">
      <dgm:prSet presAssocID="{B0C426DC-04FD-4CAE-A10D-07FC33905C04}" presName="vert1" presStyleCnt="0"/>
      <dgm:spPr/>
    </dgm:pt>
    <dgm:pt modelId="{F0B18BE3-955B-964B-AEFB-C39A5518BCE6}" type="pres">
      <dgm:prSet presAssocID="{CFADB562-6012-455F-A0E7-47F2A4572F83}" presName="thickLine" presStyleLbl="alignNode1" presStyleIdx="1" presStyleCnt="5"/>
      <dgm:spPr/>
    </dgm:pt>
    <dgm:pt modelId="{A065A2C5-EC10-0348-AFD0-786CF22DFC22}" type="pres">
      <dgm:prSet presAssocID="{CFADB562-6012-455F-A0E7-47F2A4572F83}" presName="horz1" presStyleCnt="0"/>
      <dgm:spPr/>
    </dgm:pt>
    <dgm:pt modelId="{D3F09E44-5561-8E43-A9BD-7A0E18F96D3F}" type="pres">
      <dgm:prSet presAssocID="{CFADB562-6012-455F-A0E7-47F2A4572F83}" presName="tx1" presStyleLbl="revTx" presStyleIdx="1" presStyleCnt="5"/>
      <dgm:spPr/>
    </dgm:pt>
    <dgm:pt modelId="{D17F9A0C-FB98-5840-BB73-857E6BC5D2B0}" type="pres">
      <dgm:prSet presAssocID="{CFADB562-6012-455F-A0E7-47F2A4572F83}" presName="vert1" presStyleCnt="0"/>
      <dgm:spPr/>
    </dgm:pt>
    <dgm:pt modelId="{907904BD-6351-104D-B88D-293B5A74C2B1}" type="pres">
      <dgm:prSet presAssocID="{E0419A22-CBDA-4C78-A8B9-20596AAB2F3B}" presName="thickLine" presStyleLbl="alignNode1" presStyleIdx="2" presStyleCnt="5"/>
      <dgm:spPr/>
    </dgm:pt>
    <dgm:pt modelId="{6FFEBD66-0AF2-6842-A1F0-B83EC81FED25}" type="pres">
      <dgm:prSet presAssocID="{E0419A22-CBDA-4C78-A8B9-20596AAB2F3B}" presName="horz1" presStyleCnt="0"/>
      <dgm:spPr/>
    </dgm:pt>
    <dgm:pt modelId="{25EBB35F-5AA8-F646-A1D0-12A188539CA0}" type="pres">
      <dgm:prSet presAssocID="{E0419A22-CBDA-4C78-A8B9-20596AAB2F3B}" presName="tx1" presStyleLbl="revTx" presStyleIdx="2" presStyleCnt="5"/>
      <dgm:spPr/>
    </dgm:pt>
    <dgm:pt modelId="{54E25ADF-8E55-5A48-AEA4-FD79EA4FB8FA}" type="pres">
      <dgm:prSet presAssocID="{E0419A22-CBDA-4C78-A8B9-20596AAB2F3B}" presName="vert1" presStyleCnt="0"/>
      <dgm:spPr/>
    </dgm:pt>
    <dgm:pt modelId="{55EDF2CA-4028-5147-A960-1D9A1222B581}" type="pres">
      <dgm:prSet presAssocID="{7364397E-B172-4D03-A912-30C3080FEEC8}" presName="thickLine" presStyleLbl="alignNode1" presStyleIdx="3" presStyleCnt="5"/>
      <dgm:spPr/>
    </dgm:pt>
    <dgm:pt modelId="{E7DDA8BA-D9D6-1848-A434-E02972EAE4E6}" type="pres">
      <dgm:prSet presAssocID="{7364397E-B172-4D03-A912-30C3080FEEC8}" presName="horz1" presStyleCnt="0"/>
      <dgm:spPr/>
    </dgm:pt>
    <dgm:pt modelId="{76BA9734-CCD1-4A42-A56D-CC52403B5470}" type="pres">
      <dgm:prSet presAssocID="{7364397E-B172-4D03-A912-30C3080FEEC8}" presName="tx1" presStyleLbl="revTx" presStyleIdx="3" presStyleCnt="5"/>
      <dgm:spPr/>
    </dgm:pt>
    <dgm:pt modelId="{B8C09F6B-CA5F-8147-837B-CE4285A1B3D3}" type="pres">
      <dgm:prSet presAssocID="{7364397E-B172-4D03-A912-30C3080FEEC8}" presName="vert1" presStyleCnt="0"/>
      <dgm:spPr/>
    </dgm:pt>
    <dgm:pt modelId="{44880AD6-B652-A24A-8D00-0522BFE18E52}" type="pres">
      <dgm:prSet presAssocID="{2C883BEF-7B34-4A78-94B5-56C00D2A5FFF}" presName="thickLine" presStyleLbl="alignNode1" presStyleIdx="4" presStyleCnt="5"/>
      <dgm:spPr/>
    </dgm:pt>
    <dgm:pt modelId="{4030E9B1-3E38-7348-AE5E-EB63DA963A81}" type="pres">
      <dgm:prSet presAssocID="{2C883BEF-7B34-4A78-94B5-56C00D2A5FFF}" presName="horz1" presStyleCnt="0"/>
      <dgm:spPr/>
    </dgm:pt>
    <dgm:pt modelId="{D36A4BB4-DE62-BC48-A225-A56336F32EBA}" type="pres">
      <dgm:prSet presAssocID="{2C883BEF-7B34-4A78-94B5-56C00D2A5FFF}" presName="tx1" presStyleLbl="revTx" presStyleIdx="4" presStyleCnt="5"/>
      <dgm:spPr/>
    </dgm:pt>
    <dgm:pt modelId="{A0F1A3B8-A81A-FD43-9D84-0A2EABEB02A4}" type="pres">
      <dgm:prSet presAssocID="{2C883BEF-7B34-4A78-94B5-56C00D2A5FFF}" presName="vert1" presStyleCnt="0"/>
      <dgm:spPr/>
    </dgm:pt>
  </dgm:ptLst>
  <dgm:cxnLst>
    <dgm:cxn modelId="{DD273704-2976-4FB6-8C50-3C3C16025751}" srcId="{76CBE61C-3A28-4029-8C18-8F1F7697A0B2}" destId="{E0419A22-CBDA-4C78-A8B9-20596AAB2F3B}" srcOrd="2" destOrd="0" parTransId="{AA9116F2-01CF-47D0-95A8-0220B4120BCE}" sibTransId="{31F185D8-A12C-4383-8098-6E3441AE5CA4}"/>
    <dgm:cxn modelId="{284D322D-11E1-D04F-B932-0DE8FA238E19}" type="presOf" srcId="{76CBE61C-3A28-4029-8C18-8F1F7697A0B2}" destId="{20F0342D-35EA-B345-A7F5-CE7828A82A72}" srcOrd="0" destOrd="0" presId="urn:microsoft.com/office/officeart/2008/layout/LinedList"/>
    <dgm:cxn modelId="{023C3949-1321-44BC-94D5-DE6FB7003766}" srcId="{76CBE61C-3A28-4029-8C18-8F1F7697A0B2}" destId="{B0C426DC-04FD-4CAE-A10D-07FC33905C04}" srcOrd="0" destOrd="0" parTransId="{AED7FDA7-7B5C-4C7A-8A84-9FF217411490}" sibTransId="{42B906FE-A0A1-4220-9960-4464EEB5B846}"/>
    <dgm:cxn modelId="{37C8124B-EAD6-471E-804F-1E14C040B6CF}" srcId="{76CBE61C-3A28-4029-8C18-8F1F7697A0B2}" destId="{2C883BEF-7B34-4A78-94B5-56C00D2A5FFF}" srcOrd="4" destOrd="0" parTransId="{A4959FEA-D2F9-4C8A-A548-55F7E4C80C08}" sibTransId="{F5EA2F8A-8245-4435-BBB3-80857A06582A}"/>
    <dgm:cxn modelId="{BB550879-170C-490E-B802-357730879B27}" srcId="{76CBE61C-3A28-4029-8C18-8F1F7697A0B2}" destId="{7364397E-B172-4D03-A912-30C3080FEEC8}" srcOrd="3" destOrd="0" parTransId="{66BB1EFD-D223-49E2-A8BE-FCAAF8E021C8}" sibTransId="{963A4CA4-C173-4333-B268-F21AFF424B23}"/>
    <dgm:cxn modelId="{0D84A77A-5732-F241-8D60-1E2A0EC11CF5}" type="presOf" srcId="{7364397E-B172-4D03-A912-30C3080FEEC8}" destId="{76BA9734-CCD1-4A42-A56D-CC52403B5470}" srcOrd="0" destOrd="0" presId="urn:microsoft.com/office/officeart/2008/layout/LinedList"/>
    <dgm:cxn modelId="{9AD59D92-804D-1141-8A26-6EA79C3B4D08}" type="presOf" srcId="{B0C426DC-04FD-4CAE-A10D-07FC33905C04}" destId="{63A03711-4668-E045-9729-BB87AA6255F5}" srcOrd="0" destOrd="0" presId="urn:microsoft.com/office/officeart/2008/layout/LinedList"/>
    <dgm:cxn modelId="{EA738798-7A87-C647-8200-F0A95CEF1A57}" type="presOf" srcId="{2C883BEF-7B34-4A78-94B5-56C00D2A5FFF}" destId="{D36A4BB4-DE62-BC48-A225-A56336F32EBA}" srcOrd="0" destOrd="0" presId="urn:microsoft.com/office/officeart/2008/layout/LinedList"/>
    <dgm:cxn modelId="{F4BB6AAE-D2B8-49C0-8D8E-DFEC0220A6DF}" srcId="{76CBE61C-3A28-4029-8C18-8F1F7697A0B2}" destId="{CFADB562-6012-455F-A0E7-47F2A4572F83}" srcOrd="1" destOrd="0" parTransId="{2D0B9D57-DB4A-4811-BC08-5DB20A98A987}" sibTransId="{15A9F46B-C3C1-4081-A698-E44E58F9FD64}"/>
    <dgm:cxn modelId="{A44A17B1-35E7-2D4A-8082-E3431A365DC5}" type="presOf" srcId="{CFADB562-6012-455F-A0E7-47F2A4572F83}" destId="{D3F09E44-5561-8E43-A9BD-7A0E18F96D3F}" srcOrd="0" destOrd="0" presId="urn:microsoft.com/office/officeart/2008/layout/LinedList"/>
    <dgm:cxn modelId="{EFA726EA-8A54-6444-AA4F-580F2DAB49C5}" type="presOf" srcId="{E0419A22-CBDA-4C78-A8B9-20596AAB2F3B}" destId="{25EBB35F-5AA8-F646-A1D0-12A188539CA0}" srcOrd="0" destOrd="0" presId="urn:microsoft.com/office/officeart/2008/layout/LinedList"/>
    <dgm:cxn modelId="{24421859-D68C-7949-823C-8910AFBC950D}" type="presParOf" srcId="{20F0342D-35EA-B345-A7F5-CE7828A82A72}" destId="{3313CC4A-2C65-3E4F-AF58-D8BC66D0675D}" srcOrd="0" destOrd="0" presId="urn:microsoft.com/office/officeart/2008/layout/LinedList"/>
    <dgm:cxn modelId="{79F77581-C411-6547-9A3E-E32C44F99B3C}" type="presParOf" srcId="{20F0342D-35EA-B345-A7F5-CE7828A82A72}" destId="{8B5FA023-59D5-A54D-BA84-2B82CC5DEE79}" srcOrd="1" destOrd="0" presId="urn:microsoft.com/office/officeart/2008/layout/LinedList"/>
    <dgm:cxn modelId="{8C8790F0-BEA9-1748-945C-1633A34F7486}" type="presParOf" srcId="{8B5FA023-59D5-A54D-BA84-2B82CC5DEE79}" destId="{63A03711-4668-E045-9729-BB87AA6255F5}" srcOrd="0" destOrd="0" presId="urn:microsoft.com/office/officeart/2008/layout/LinedList"/>
    <dgm:cxn modelId="{54CFBB48-7F2F-2846-AB55-6FF44BD6E5A2}" type="presParOf" srcId="{8B5FA023-59D5-A54D-BA84-2B82CC5DEE79}" destId="{2540867D-B7FB-5A4D-8D21-790D7CDEA833}" srcOrd="1" destOrd="0" presId="urn:microsoft.com/office/officeart/2008/layout/LinedList"/>
    <dgm:cxn modelId="{160710D0-6C6F-F442-811B-9CAEBB357EC1}" type="presParOf" srcId="{20F0342D-35EA-B345-A7F5-CE7828A82A72}" destId="{F0B18BE3-955B-964B-AEFB-C39A5518BCE6}" srcOrd="2" destOrd="0" presId="urn:microsoft.com/office/officeart/2008/layout/LinedList"/>
    <dgm:cxn modelId="{E917E623-B9D6-AC4A-93AE-6F929BA5A98F}" type="presParOf" srcId="{20F0342D-35EA-B345-A7F5-CE7828A82A72}" destId="{A065A2C5-EC10-0348-AFD0-786CF22DFC22}" srcOrd="3" destOrd="0" presId="urn:microsoft.com/office/officeart/2008/layout/LinedList"/>
    <dgm:cxn modelId="{14C42551-3EED-D943-A377-E79C4D73A3E7}" type="presParOf" srcId="{A065A2C5-EC10-0348-AFD0-786CF22DFC22}" destId="{D3F09E44-5561-8E43-A9BD-7A0E18F96D3F}" srcOrd="0" destOrd="0" presId="urn:microsoft.com/office/officeart/2008/layout/LinedList"/>
    <dgm:cxn modelId="{0E74B05E-DD8E-5545-B7D7-4C371A5F8C81}" type="presParOf" srcId="{A065A2C5-EC10-0348-AFD0-786CF22DFC22}" destId="{D17F9A0C-FB98-5840-BB73-857E6BC5D2B0}" srcOrd="1" destOrd="0" presId="urn:microsoft.com/office/officeart/2008/layout/LinedList"/>
    <dgm:cxn modelId="{D825F471-9F08-F74E-8DF8-E549C1B6ECA7}" type="presParOf" srcId="{20F0342D-35EA-B345-A7F5-CE7828A82A72}" destId="{907904BD-6351-104D-B88D-293B5A74C2B1}" srcOrd="4" destOrd="0" presId="urn:microsoft.com/office/officeart/2008/layout/LinedList"/>
    <dgm:cxn modelId="{826504CF-EB2C-6543-B1D2-048FA8B2F2F4}" type="presParOf" srcId="{20F0342D-35EA-B345-A7F5-CE7828A82A72}" destId="{6FFEBD66-0AF2-6842-A1F0-B83EC81FED25}" srcOrd="5" destOrd="0" presId="urn:microsoft.com/office/officeart/2008/layout/LinedList"/>
    <dgm:cxn modelId="{E21EB11B-CDC3-504A-A400-2B24EA3B2EB0}" type="presParOf" srcId="{6FFEBD66-0AF2-6842-A1F0-B83EC81FED25}" destId="{25EBB35F-5AA8-F646-A1D0-12A188539CA0}" srcOrd="0" destOrd="0" presId="urn:microsoft.com/office/officeart/2008/layout/LinedList"/>
    <dgm:cxn modelId="{BBF31AC2-5693-DA49-A205-51DDE149CAAA}" type="presParOf" srcId="{6FFEBD66-0AF2-6842-A1F0-B83EC81FED25}" destId="{54E25ADF-8E55-5A48-AEA4-FD79EA4FB8FA}" srcOrd="1" destOrd="0" presId="urn:microsoft.com/office/officeart/2008/layout/LinedList"/>
    <dgm:cxn modelId="{041C4123-9068-6D42-A27E-7FE32850B65B}" type="presParOf" srcId="{20F0342D-35EA-B345-A7F5-CE7828A82A72}" destId="{55EDF2CA-4028-5147-A960-1D9A1222B581}" srcOrd="6" destOrd="0" presId="urn:microsoft.com/office/officeart/2008/layout/LinedList"/>
    <dgm:cxn modelId="{F66B3F60-A182-2B40-BDEC-488700DB0CAE}" type="presParOf" srcId="{20F0342D-35EA-B345-A7F5-CE7828A82A72}" destId="{E7DDA8BA-D9D6-1848-A434-E02972EAE4E6}" srcOrd="7" destOrd="0" presId="urn:microsoft.com/office/officeart/2008/layout/LinedList"/>
    <dgm:cxn modelId="{6C9ED162-E353-744D-B41B-7B41B26771EF}" type="presParOf" srcId="{E7DDA8BA-D9D6-1848-A434-E02972EAE4E6}" destId="{76BA9734-CCD1-4A42-A56D-CC52403B5470}" srcOrd="0" destOrd="0" presId="urn:microsoft.com/office/officeart/2008/layout/LinedList"/>
    <dgm:cxn modelId="{18653761-0BEA-6F4B-B397-84388D57D889}" type="presParOf" srcId="{E7DDA8BA-D9D6-1848-A434-E02972EAE4E6}" destId="{B8C09F6B-CA5F-8147-837B-CE4285A1B3D3}" srcOrd="1" destOrd="0" presId="urn:microsoft.com/office/officeart/2008/layout/LinedList"/>
    <dgm:cxn modelId="{5A52B421-9A9E-554A-80A4-7F3A1C4031F6}" type="presParOf" srcId="{20F0342D-35EA-B345-A7F5-CE7828A82A72}" destId="{44880AD6-B652-A24A-8D00-0522BFE18E52}" srcOrd="8" destOrd="0" presId="urn:microsoft.com/office/officeart/2008/layout/LinedList"/>
    <dgm:cxn modelId="{A1CAA2C3-63B0-1349-BE18-6297A3093541}" type="presParOf" srcId="{20F0342D-35EA-B345-A7F5-CE7828A82A72}" destId="{4030E9B1-3E38-7348-AE5E-EB63DA963A81}" srcOrd="9" destOrd="0" presId="urn:microsoft.com/office/officeart/2008/layout/LinedList"/>
    <dgm:cxn modelId="{06C50B02-E668-BD42-9150-39CF62085D2F}" type="presParOf" srcId="{4030E9B1-3E38-7348-AE5E-EB63DA963A81}" destId="{D36A4BB4-DE62-BC48-A225-A56336F32EBA}" srcOrd="0" destOrd="0" presId="urn:microsoft.com/office/officeart/2008/layout/LinedList"/>
    <dgm:cxn modelId="{7829E1B6-C590-9F48-AF14-6E9D3967730C}" type="presParOf" srcId="{4030E9B1-3E38-7348-AE5E-EB63DA963A81}" destId="{A0F1A3B8-A81A-FD43-9D84-0A2EABEB02A4}"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13CC4A-2C65-3E4F-AF58-D8BC66D0675D}">
      <dsp:nvSpPr>
        <dsp:cNvPr id="0" name=""/>
        <dsp:cNvSpPr/>
      </dsp:nvSpPr>
      <dsp:spPr>
        <a:xfrm>
          <a:off x="0" y="439"/>
          <a:ext cx="64009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A03711-4668-E045-9729-BB87AA6255F5}">
      <dsp:nvSpPr>
        <dsp:cNvPr id="0" name=""/>
        <dsp:cNvSpPr/>
      </dsp:nvSpPr>
      <dsp:spPr>
        <a:xfrm>
          <a:off x="0" y="439"/>
          <a:ext cx="6400999" cy="720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None/>
          </a:pPr>
          <a:r>
            <a:rPr lang="en-US" sz="1800" i="1" u="sng" kern="1200" dirty="0"/>
            <a:t>Q: What is a relationship?</a:t>
          </a:r>
          <a:endParaRPr lang="en-US" sz="1800" kern="1200" dirty="0"/>
        </a:p>
      </dsp:txBody>
      <dsp:txXfrm>
        <a:off x="0" y="439"/>
        <a:ext cx="6400999" cy="720066"/>
      </dsp:txXfrm>
    </dsp:sp>
    <dsp:sp modelId="{F0B18BE3-955B-964B-AEFB-C39A5518BCE6}">
      <dsp:nvSpPr>
        <dsp:cNvPr id="0" name=""/>
        <dsp:cNvSpPr/>
      </dsp:nvSpPr>
      <dsp:spPr>
        <a:xfrm>
          <a:off x="0" y="720506"/>
          <a:ext cx="64009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F09E44-5561-8E43-A9BD-7A0E18F96D3F}">
      <dsp:nvSpPr>
        <dsp:cNvPr id="0" name=""/>
        <dsp:cNvSpPr/>
      </dsp:nvSpPr>
      <dsp:spPr>
        <a:xfrm>
          <a:off x="0" y="720506"/>
          <a:ext cx="6400999" cy="720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In one sentence, write your answer to the question on your piece of paper. </a:t>
          </a:r>
        </a:p>
      </dsp:txBody>
      <dsp:txXfrm>
        <a:off x="0" y="720506"/>
        <a:ext cx="6400999" cy="720066"/>
      </dsp:txXfrm>
    </dsp:sp>
    <dsp:sp modelId="{907904BD-6351-104D-B88D-293B5A74C2B1}">
      <dsp:nvSpPr>
        <dsp:cNvPr id="0" name=""/>
        <dsp:cNvSpPr/>
      </dsp:nvSpPr>
      <dsp:spPr>
        <a:xfrm>
          <a:off x="0" y="1440572"/>
          <a:ext cx="64009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EBB35F-5AA8-F646-A1D0-12A188539CA0}">
      <dsp:nvSpPr>
        <dsp:cNvPr id="0" name=""/>
        <dsp:cNvSpPr/>
      </dsp:nvSpPr>
      <dsp:spPr>
        <a:xfrm>
          <a:off x="0" y="1440572"/>
          <a:ext cx="6400999" cy="720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Scrunch it up and get ready to throw.</a:t>
          </a:r>
        </a:p>
      </dsp:txBody>
      <dsp:txXfrm>
        <a:off x="0" y="1440572"/>
        <a:ext cx="6400999" cy="720066"/>
      </dsp:txXfrm>
    </dsp:sp>
    <dsp:sp modelId="{55EDF2CA-4028-5147-A960-1D9A1222B581}">
      <dsp:nvSpPr>
        <dsp:cNvPr id="0" name=""/>
        <dsp:cNvSpPr/>
      </dsp:nvSpPr>
      <dsp:spPr>
        <a:xfrm>
          <a:off x="0" y="2160639"/>
          <a:ext cx="64009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BA9734-CCD1-4A42-A56D-CC52403B5470}">
      <dsp:nvSpPr>
        <dsp:cNvPr id="0" name=""/>
        <dsp:cNvSpPr/>
      </dsp:nvSpPr>
      <dsp:spPr>
        <a:xfrm>
          <a:off x="0" y="2160639"/>
          <a:ext cx="6400999" cy="720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Optional to write your name.</a:t>
          </a:r>
        </a:p>
      </dsp:txBody>
      <dsp:txXfrm>
        <a:off x="0" y="2160639"/>
        <a:ext cx="6400999" cy="720066"/>
      </dsp:txXfrm>
    </dsp:sp>
    <dsp:sp modelId="{44880AD6-B652-A24A-8D00-0522BFE18E52}">
      <dsp:nvSpPr>
        <dsp:cNvPr id="0" name=""/>
        <dsp:cNvSpPr/>
      </dsp:nvSpPr>
      <dsp:spPr>
        <a:xfrm>
          <a:off x="0" y="2880705"/>
          <a:ext cx="64009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6A4BB4-DE62-BC48-A225-A56336F32EBA}">
      <dsp:nvSpPr>
        <dsp:cNvPr id="0" name=""/>
        <dsp:cNvSpPr/>
      </dsp:nvSpPr>
      <dsp:spPr>
        <a:xfrm>
          <a:off x="0" y="2880705"/>
          <a:ext cx="6400999" cy="720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We will read out people’s answers.</a:t>
          </a:r>
        </a:p>
      </dsp:txBody>
      <dsp:txXfrm>
        <a:off x="0" y="2880705"/>
        <a:ext cx="6400999" cy="72006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1D8AB0-823E-BC43-B6E2-654A40F2AE32}" type="datetimeFigureOut">
              <a:rPr lang="en-US" smtClean="0"/>
              <a:t>11/10/2023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FA5B9A-3C2C-634F-8582-DEDD16CFA49C}" type="slidenum">
              <a:rPr lang="en-US" smtClean="0"/>
              <a:t>‹#›</a:t>
            </a:fld>
            <a:endParaRPr lang="en-US"/>
          </a:p>
        </p:txBody>
      </p:sp>
    </p:spTree>
    <p:extLst>
      <p:ext uri="{BB962C8B-B14F-4D97-AF65-F5344CB8AC3E}">
        <p14:creationId xmlns:p14="http://schemas.microsoft.com/office/powerpoint/2010/main" val="2294884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Confidentiality, Listening, Don’t use personal stories, Don’t disrespect others </a:t>
            </a:r>
          </a:p>
          <a:p>
            <a:r>
              <a:rPr lang="en-US" dirty="0"/>
              <a:t>THINK – is it True, is it Helpful, is it Inspiring, is it Necessary, is it Kind</a:t>
            </a:r>
          </a:p>
          <a:p>
            <a:endParaRPr lang="en-US" dirty="0"/>
          </a:p>
          <a:p>
            <a:r>
              <a:rPr lang="en-US" dirty="0"/>
              <a:t>Alternatively, you can complete this in your own way (i.e., brainstorm, post it slam, discussion etc.)</a:t>
            </a:r>
          </a:p>
        </p:txBody>
      </p:sp>
      <p:sp>
        <p:nvSpPr>
          <p:cNvPr id="4" name="Slide Number Placeholder 3"/>
          <p:cNvSpPr>
            <a:spLocks noGrp="1"/>
          </p:cNvSpPr>
          <p:nvPr>
            <p:ph type="sldNum" sz="quarter" idx="5"/>
          </p:nvPr>
        </p:nvSpPr>
        <p:spPr/>
        <p:txBody>
          <a:bodyPr/>
          <a:lstStyle/>
          <a:p>
            <a:fld id="{6CFA5B9A-3C2C-634F-8582-DEDD16CFA49C}" type="slidenum">
              <a:rPr lang="en-US" smtClean="0"/>
              <a:t>5</a:t>
            </a:fld>
            <a:endParaRPr lang="en-US"/>
          </a:p>
        </p:txBody>
      </p:sp>
    </p:spTree>
    <p:extLst>
      <p:ext uri="{BB962C8B-B14F-4D97-AF65-F5344CB8AC3E}">
        <p14:creationId xmlns:p14="http://schemas.microsoft.com/office/powerpoint/2010/main" val="10233845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Optional</a:t>
            </a:r>
          </a:p>
          <a:p>
            <a:r>
              <a:rPr lang="en-AU" dirty="0"/>
              <a:t>Q: What could the linking of arms and hands represent?</a:t>
            </a:r>
          </a:p>
          <a:p>
            <a:r>
              <a:rPr lang="en-AU" dirty="0"/>
              <a:t>A: The relationship between each other. </a:t>
            </a:r>
          </a:p>
        </p:txBody>
      </p:sp>
      <p:sp>
        <p:nvSpPr>
          <p:cNvPr id="4" name="Slide Number Placeholder 3"/>
          <p:cNvSpPr>
            <a:spLocks noGrp="1"/>
          </p:cNvSpPr>
          <p:nvPr>
            <p:ph type="sldNum" sz="quarter" idx="5"/>
          </p:nvPr>
        </p:nvSpPr>
        <p:spPr/>
        <p:txBody>
          <a:bodyPr/>
          <a:lstStyle/>
          <a:p>
            <a:fld id="{6CFA5B9A-3C2C-634F-8582-DEDD16CFA49C}" type="slidenum">
              <a:rPr lang="en-US" smtClean="0"/>
              <a:t>7</a:t>
            </a:fld>
            <a:endParaRPr lang="en-US"/>
          </a:p>
        </p:txBody>
      </p:sp>
    </p:spTree>
    <p:extLst>
      <p:ext uri="{BB962C8B-B14F-4D97-AF65-F5344CB8AC3E}">
        <p14:creationId xmlns:p14="http://schemas.microsoft.com/office/powerpoint/2010/main" val="4696373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100" dirty="0"/>
              <a:t>Resources: scrap paper/blank paper</a:t>
            </a:r>
          </a:p>
          <a:p>
            <a:endParaRPr lang="en-AU" sz="1100" dirty="0"/>
          </a:p>
          <a:p>
            <a:r>
              <a:rPr lang="en-AU" sz="1100" dirty="0"/>
              <a:t>Students have 1min to write their answer to the above question, followed by 15 seconds to throw their paper around the room. At the end of the 15 seconds, ask students to share what is written on their paper that they have picked up. </a:t>
            </a:r>
          </a:p>
        </p:txBody>
      </p:sp>
      <p:sp>
        <p:nvSpPr>
          <p:cNvPr id="4" name="Slide Number Placeholder 3"/>
          <p:cNvSpPr>
            <a:spLocks noGrp="1"/>
          </p:cNvSpPr>
          <p:nvPr>
            <p:ph type="sldNum" sz="quarter" idx="5"/>
          </p:nvPr>
        </p:nvSpPr>
        <p:spPr/>
        <p:txBody>
          <a:bodyPr/>
          <a:lstStyle/>
          <a:p>
            <a:fld id="{6CFA5B9A-3C2C-634F-8582-DEDD16CFA49C}" type="slidenum">
              <a:rPr lang="en-US" smtClean="0"/>
              <a:t>8</a:t>
            </a:fld>
            <a:endParaRPr lang="en-US"/>
          </a:p>
        </p:txBody>
      </p:sp>
    </p:spTree>
    <p:extLst>
      <p:ext uri="{BB962C8B-B14F-4D97-AF65-F5344CB8AC3E}">
        <p14:creationId xmlns:p14="http://schemas.microsoft.com/office/powerpoint/2010/main" val="28462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example of how relationships can still be classified in different ways, and the wide array of relationships and connections we have in our lives. </a:t>
            </a:r>
          </a:p>
        </p:txBody>
      </p:sp>
      <p:sp>
        <p:nvSpPr>
          <p:cNvPr id="4" name="Slide Number Placeholder 3"/>
          <p:cNvSpPr>
            <a:spLocks noGrp="1"/>
          </p:cNvSpPr>
          <p:nvPr>
            <p:ph type="sldNum" sz="quarter" idx="5"/>
          </p:nvPr>
        </p:nvSpPr>
        <p:spPr/>
        <p:txBody>
          <a:bodyPr/>
          <a:lstStyle/>
          <a:p>
            <a:fld id="{6CFA5B9A-3C2C-634F-8582-DEDD16CFA49C}" type="slidenum">
              <a:rPr lang="en-US" smtClean="0"/>
              <a:t>10</a:t>
            </a:fld>
            <a:endParaRPr lang="en-US"/>
          </a:p>
        </p:txBody>
      </p:sp>
    </p:spTree>
    <p:extLst>
      <p:ext uri="{BB962C8B-B14F-4D97-AF65-F5344CB8AC3E}">
        <p14:creationId xmlns:p14="http://schemas.microsoft.com/office/powerpoint/2010/main" val="751072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Definition of relationships relevant to test</a:t>
            </a:r>
          </a:p>
        </p:txBody>
      </p:sp>
      <p:sp>
        <p:nvSpPr>
          <p:cNvPr id="4" name="Slide Number Placeholder 3"/>
          <p:cNvSpPr>
            <a:spLocks noGrp="1"/>
          </p:cNvSpPr>
          <p:nvPr>
            <p:ph type="sldNum" sz="quarter" idx="5"/>
          </p:nvPr>
        </p:nvSpPr>
        <p:spPr/>
        <p:txBody>
          <a:bodyPr/>
          <a:lstStyle/>
          <a:p>
            <a:fld id="{32C573D7-E80C-4709-9B31-9CF3A42190EB}" type="slidenum">
              <a:rPr lang="en-AU" smtClean="0"/>
              <a:t>11</a:t>
            </a:fld>
            <a:endParaRPr lang="en-AU"/>
          </a:p>
        </p:txBody>
      </p:sp>
    </p:spTree>
    <p:extLst>
      <p:ext uri="{BB962C8B-B14F-4D97-AF65-F5344CB8AC3E}">
        <p14:creationId xmlns:p14="http://schemas.microsoft.com/office/powerpoint/2010/main" val="2818331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Resources: blank paper </a:t>
            </a:r>
            <a:r>
              <a:rPr lang="en-US" dirty="0">
                <a:sym typeface="Wingdings" panose="05000000000000000000" pitchFamily="2" charset="2"/>
              </a:rPr>
              <a:t> if some students have the ability to draw it on their device they can, otherwise use blank paper. </a:t>
            </a:r>
            <a:endParaRPr lang="en-US" dirty="0"/>
          </a:p>
          <a:p>
            <a:r>
              <a:rPr lang="en-US" b="1" dirty="0"/>
              <a:t>Optional activity.</a:t>
            </a:r>
          </a:p>
          <a:p>
            <a:r>
              <a:rPr lang="en-US" dirty="0"/>
              <a:t>Example on next slide.</a:t>
            </a:r>
          </a:p>
          <a:p>
            <a:r>
              <a:rPr lang="en-US" dirty="0"/>
              <a:t>Limit 2-3 people per type of relationship.</a:t>
            </a:r>
          </a:p>
        </p:txBody>
      </p:sp>
      <p:sp>
        <p:nvSpPr>
          <p:cNvPr id="4" name="Slide Number Placeholder 3"/>
          <p:cNvSpPr>
            <a:spLocks noGrp="1"/>
          </p:cNvSpPr>
          <p:nvPr>
            <p:ph type="sldNum" sz="quarter" idx="5"/>
          </p:nvPr>
        </p:nvSpPr>
        <p:spPr/>
        <p:txBody>
          <a:bodyPr/>
          <a:lstStyle/>
          <a:p>
            <a:fld id="{6CFA5B9A-3C2C-634F-8582-DEDD16CFA49C}" type="slidenum">
              <a:rPr lang="en-US" smtClean="0"/>
              <a:t>12</a:t>
            </a:fld>
            <a:endParaRPr lang="en-US"/>
          </a:p>
        </p:txBody>
      </p:sp>
    </p:spTree>
    <p:extLst>
      <p:ext uri="{BB962C8B-B14F-4D97-AF65-F5344CB8AC3E}">
        <p14:creationId xmlns:p14="http://schemas.microsoft.com/office/powerpoint/2010/main" val="2424791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activity can also help students to become aware of who their support network may be. </a:t>
            </a:r>
          </a:p>
          <a:p>
            <a:r>
              <a:rPr lang="en-US" dirty="0"/>
              <a:t>E.g.,</a:t>
            </a:r>
          </a:p>
          <a:p>
            <a:r>
              <a:rPr lang="en-US" dirty="0"/>
              <a:t>A person has a good relationship with their mum, brother and grandparent. They can acknowledge how that relationship benefits them and how they rate it in importance in their life (i.e., mum = 10/10). </a:t>
            </a:r>
          </a:p>
          <a:p>
            <a:r>
              <a:rPr lang="en-US" dirty="0"/>
              <a:t>For their friends, one friend might be good for advice while another friend is good for adventure and excitement. Both friends are valuable but bring different things to their friendships. </a:t>
            </a:r>
          </a:p>
          <a:p>
            <a:endParaRPr lang="en-US" dirty="0"/>
          </a:p>
          <a:p>
            <a:r>
              <a:rPr lang="en-US" dirty="0"/>
              <a:t>Ask students to be specific with names of people in their life. </a:t>
            </a:r>
          </a:p>
        </p:txBody>
      </p:sp>
      <p:sp>
        <p:nvSpPr>
          <p:cNvPr id="4" name="Slide Number Placeholder 3"/>
          <p:cNvSpPr>
            <a:spLocks noGrp="1"/>
          </p:cNvSpPr>
          <p:nvPr>
            <p:ph type="sldNum" sz="quarter" idx="5"/>
          </p:nvPr>
        </p:nvSpPr>
        <p:spPr/>
        <p:txBody>
          <a:bodyPr/>
          <a:lstStyle/>
          <a:p>
            <a:fld id="{32C573D7-E80C-4709-9B31-9CF3A42190EB}" type="slidenum">
              <a:rPr lang="en-AU" smtClean="0"/>
              <a:t>13</a:t>
            </a:fld>
            <a:endParaRPr lang="en-AU"/>
          </a:p>
        </p:txBody>
      </p:sp>
    </p:spTree>
    <p:extLst>
      <p:ext uri="{BB962C8B-B14F-4D97-AF65-F5344CB8AC3E}">
        <p14:creationId xmlns:p14="http://schemas.microsoft.com/office/powerpoint/2010/main" val="27450375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to watch the video – can be done without watching.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Relevant to test</a:t>
            </a:r>
            <a:endParaRPr lang="en-AU" b="1" dirty="0"/>
          </a:p>
        </p:txBody>
      </p:sp>
      <p:sp>
        <p:nvSpPr>
          <p:cNvPr id="4" name="Slide Number Placeholder 3"/>
          <p:cNvSpPr>
            <a:spLocks noGrp="1"/>
          </p:cNvSpPr>
          <p:nvPr>
            <p:ph type="sldNum" sz="quarter" idx="5"/>
          </p:nvPr>
        </p:nvSpPr>
        <p:spPr/>
        <p:txBody>
          <a:bodyPr/>
          <a:lstStyle/>
          <a:p>
            <a:fld id="{6CFA5B9A-3C2C-634F-8582-DEDD16CFA49C}" type="slidenum">
              <a:rPr lang="en-US" smtClean="0"/>
              <a:t>14</a:t>
            </a:fld>
            <a:endParaRPr lang="en-US"/>
          </a:p>
        </p:txBody>
      </p:sp>
    </p:spTree>
    <p:extLst>
      <p:ext uri="{BB962C8B-B14F-4D97-AF65-F5344CB8AC3E}">
        <p14:creationId xmlns:p14="http://schemas.microsoft.com/office/powerpoint/2010/main" val="40703372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Optional – can do the activity without watching the video. </a:t>
            </a:r>
          </a:p>
          <a:p>
            <a:r>
              <a:rPr lang="en-AU" dirty="0"/>
              <a:t>While watching, students add examples of healthy and unhealthy relationship </a:t>
            </a:r>
            <a:r>
              <a:rPr lang="en-AU" dirty="0" err="1"/>
              <a:t>qulaities</a:t>
            </a:r>
            <a:r>
              <a:rPr lang="en-AU" dirty="0"/>
              <a:t> to the table in their books. </a:t>
            </a:r>
          </a:p>
          <a:p>
            <a:r>
              <a:rPr lang="en-AU" dirty="0"/>
              <a:t>https://vimeo.com/171884861</a:t>
            </a:r>
          </a:p>
          <a:p>
            <a:endParaRPr lang="en-AU" dirty="0"/>
          </a:p>
          <a:p>
            <a:endParaRPr lang="en-AU" dirty="0"/>
          </a:p>
        </p:txBody>
      </p:sp>
      <p:sp>
        <p:nvSpPr>
          <p:cNvPr id="4" name="Slide Number Placeholder 3"/>
          <p:cNvSpPr>
            <a:spLocks noGrp="1"/>
          </p:cNvSpPr>
          <p:nvPr>
            <p:ph type="sldNum" sz="quarter" idx="5"/>
          </p:nvPr>
        </p:nvSpPr>
        <p:spPr/>
        <p:txBody>
          <a:bodyPr/>
          <a:lstStyle/>
          <a:p>
            <a:fld id="{6CFA5B9A-3C2C-634F-8582-DEDD16CFA49C}" type="slidenum">
              <a:rPr lang="en-US" smtClean="0"/>
              <a:t>15</a:t>
            </a:fld>
            <a:endParaRPr lang="en-US"/>
          </a:p>
        </p:txBody>
      </p:sp>
    </p:spTree>
    <p:extLst>
      <p:ext uri="{BB962C8B-B14F-4D97-AF65-F5344CB8AC3E}">
        <p14:creationId xmlns:p14="http://schemas.microsoft.com/office/powerpoint/2010/main" val="8670810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Relevant to test</a:t>
            </a:r>
            <a:endParaRPr lang="en-AU" b="1" dirty="0"/>
          </a:p>
        </p:txBody>
      </p:sp>
      <p:sp>
        <p:nvSpPr>
          <p:cNvPr id="4" name="Slide Number Placeholder 3"/>
          <p:cNvSpPr>
            <a:spLocks noGrp="1"/>
          </p:cNvSpPr>
          <p:nvPr>
            <p:ph type="sldNum" sz="quarter" idx="5"/>
          </p:nvPr>
        </p:nvSpPr>
        <p:spPr/>
        <p:txBody>
          <a:bodyPr/>
          <a:lstStyle/>
          <a:p>
            <a:fld id="{6CFA5B9A-3C2C-634F-8582-DEDD16CFA49C}" type="slidenum">
              <a:rPr lang="en-US" smtClean="0"/>
              <a:t>16</a:t>
            </a:fld>
            <a:endParaRPr lang="en-US"/>
          </a:p>
        </p:txBody>
      </p:sp>
    </p:spTree>
    <p:extLst>
      <p:ext uri="{BB962C8B-B14F-4D97-AF65-F5344CB8AC3E}">
        <p14:creationId xmlns:p14="http://schemas.microsoft.com/office/powerpoint/2010/main" val="31589480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can use this table to help identify what they value in their relationships.</a:t>
            </a:r>
          </a:p>
          <a:p>
            <a:r>
              <a:rPr lang="en-US" dirty="0"/>
              <a:t>Table is also in their books. </a:t>
            </a:r>
            <a:endParaRPr lang="en-AU" dirty="0"/>
          </a:p>
        </p:txBody>
      </p:sp>
      <p:sp>
        <p:nvSpPr>
          <p:cNvPr id="4" name="Slide Number Placeholder 3"/>
          <p:cNvSpPr>
            <a:spLocks noGrp="1"/>
          </p:cNvSpPr>
          <p:nvPr>
            <p:ph type="sldNum" sz="quarter" idx="5"/>
          </p:nvPr>
        </p:nvSpPr>
        <p:spPr/>
        <p:txBody>
          <a:bodyPr/>
          <a:lstStyle/>
          <a:p>
            <a:fld id="{6CFA5B9A-3C2C-634F-8582-DEDD16CFA49C}" type="slidenum">
              <a:rPr lang="en-US" smtClean="0"/>
              <a:t>17</a:t>
            </a:fld>
            <a:endParaRPr lang="en-US"/>
          </a:p>
        </p:txBody>
      </p:sp>
    </p:spTree>
    <p:extLst>
      <p:ext uri="{BB962C8B-B14F-4D97-AF65-F5344CB8AC3E}">
        <p14:creationId xmlns:p14="http://schemas.microsoft.com/office/powerpoint/2010/main" val="38941092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Relevant to test</a:t>
            </a:r>
            <a:endParaRPr lang="en-AU" b="1" dirty="0"/>
          </a:p>
        </p:txBody>
      </p:sp>
      <p:sp>
        <p:nvSpPr>
          <p:cNvPr id="4" name="Slide Number Placeholder 3"/>
          <p:cNvSpPr>
            <a:spLocks noGrp="1"/>
          </p:cNvSpPr>
          <p:nvPr>
            <p:ph type="sldNum" sz="quarter" idx="5"/>
          </p:nvPr>
        </p:nvSpPr>
        <p:spPr/>
        <p:txBody>
          <a:bodyPr/>
          <a:lstStyle/>
          <a:p>
            <a:fld id="{6CFA5B9A-3C2C-634F-8582-DEDD16CFA49C}" type="slidenum">
              <a:rPr lang="en-US" smtClean="0"/>
              <a:t>18</a:t>
            </a:fld>
            <a:endParaRPr lang="en-US"/>
          </a:p>
        </p:txBody>
      </p:sp>
    </p:spTree>
    <p:extLst>
      <p:ext uri="{BB962C8B-B14F-4D97-AF65-F5344CB8AC3E}">
        <p14:creationId xmlns:p14="http://schemas.microsoft.com/office/powerpoint/2010/main" val="2522694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9AA1A-D8B1-B642-B5FA-034749F000B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A948208-7E1A-2842-9604-D48C8115BD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D9D32A0-8103-2F47-908B-7AC7ADBC45C7}"/>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9002523C-BF98-5C47-949E-8CDF6A7D90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FFB279-DBA7-D543-9D04-0ECEA4E43448}"/>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3072331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80EA1-A710-F147-9824-FB42D2C9D2F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BE99643-CDF0-E34C-B40B-9434A83A54D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52F9938-6456-8F4B-9B08-7488A5CFF102}"/>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E424C054-08B0-5B44-9711-9BB0C76B38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8AAB5F-5A0F-AA4F-8FD6-F2EE019317FC}"/>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3760073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90EFE-F65D-6F4C-8C4C-DC15EF29CC2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989FE3DD-78E9-D249-943F-5E4AEEE507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2EB39EF-E1B2-B64F-AAD4-20D3914D3903}"/>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E8299ED9-2095-0A41-AB8D-90D47260E3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A8ADEF-2CEE-B841-96FC-F8D9104E8E9F}"/>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2693848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E1E26-37BA-E549-BD51-98C7135C04A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57D16B1-A7DE-884E-95DC-E8EC2F2F270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DDE544C-6FF8-9E4D-BAE4-1A2FC7E5274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1311BE4-852C-3746-9893-BA9B2652FB7C}"/>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6" name="Footer Placeholder 5">
            <a:extLst>
              <a:ext uri="{FF2B5EF4-FFF2-40B4-BE49-F238E27FC236}">
                <a16:creationId xmlns:a16="http://schemas.microsoft.com/office/drawing/2014/main" id="{2B08825C-06C9-A148-A71C-379F8483F2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6F2281-33C0-3849-B726-A8E450A4C877}"/>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3776373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06A-1FC2-9344-B2F0-D934AA48AF1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F3FE8CD-C22E-5647-B94D-33B7F3186C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F0C789A-EFDA-564A-98F3-5BD3F16EDC8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29AC524-F52B-A344-87EF-A1FEF99F9D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241ABD3-34ED-A644-A137-CEDDB1CD313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2D7F7FB-B51D-8C49-B148-318DED999560}"/>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8" name="Footer Placeholder 7">
            <a:extLst>
              <a:ext uri="{FF2B5EF4-FFF2-40B4-BE49-F238E27FC236}">
                <a16:creationId xmlns:a16="http://schemas.microsoft.com/office/drawing/2014/main" id="{085E6BCA-80FE-854D-A627-CB445E9F13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6BB53A1-E6B2-1D46-9449-75F09ADD04F3}"/>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1975269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54BC2-E1E3-4A47-8E88-D0FAAF02E49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0DFE690-8409-C742-8F18-F5AE6D23DFEF}"/>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4" name="Footer Placeholder 3">
            <a:extLst>
              <a:ext uri="{FF2B5EF4-FFF2-40B4-BE49-F238E27FC236}">
                <a16:creationId xmlns:a16="http://schemas.microsoft.com/office/drawing/2014/main" id="{BADEF96A-3236-3845-9EA2-6CD6A1E722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D407D1B-E98B-4F40-9B4D-517191D633A0}"/>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2938802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6270B5-9A5A-694A-B974-09018805AF82}"/>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3" name="Footer Placeholder 2">
            <a:extLst>
              <a:ext uri="{FF2B5EF4-FFF2-40B4-BE49-F238E27FC236}">
                <a16:creationId xmlns:a16="http://schemas.microsoft.com/office/drawing/2014/main" id="{168DD51E-F58F-B046-A91A-D16B3D9160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A2B5AE-A52D-A649-BD4D-793CC9E99972}"/>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1918798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227A4-AAA9-B64A-83F5-4DD4CBE5CDD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3D1413B-299C-724C-BAD9-DEA48B1EC8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E6F122A-EECE-BE40-AE9F-E05D37648D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3062703-E69F-E747-97CA-DD322AAD1E2E}"/>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6" name="Footer Placeholder 5">
            <a:extLst>
              <a:ext uri="{FF2B5EF4-FFF2-40B4-BE49-F238E27FC236}">
                <a16:creationId xmlns:a16="http://schemas.microsoft.com/office/drawing/2014/main" id="{4F78D0EC-2AAA-D248-B725-13A0BA305B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BE50A9-9718-AF49-A12A-099EEB5402E0}"/>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262400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30E7E-3AAD-8640-8E0A-9FCACF793AA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1EC49A7A-C6D8-4D49-821A-67652640A0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60C745-8D8F-F841-AA14-AFA13EFB6A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0906B88-47F5-5848-A203-CCB8D6050454}"/>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6" name="Footer Placeholder 5">
            <a:extLst>
              <a:ext uri="{FF2B5EF4-FFF2-40B4-BE49-F238E27FC236}">
                <a16:creationId xmlns:a16="http://schemas.microsoft.com/office/drawing/2014/main" id="{6A127A69-2FC3-C347-BEA2-747DA72D77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F0AA35-18F3-A74C-9C84-999E18D5323B}"/>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3739592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4BE7B-E8E3-C544-9C83-408A67C97EA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DC9654D-3051-1343-8CAA-1F241AD08B2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D53C3A0-CADC-6344-8A5D-0765713FCEAF}"/>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64D3C358-F5F0-BE49-8F7F-9101BC1764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8A4B55-F420-0C4A-B017-46666B4E89A9}"/>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3974256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3FB6C5-D359-6143-9E99-2EB8B86CBF0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99CD439-AC10-3F49-A649-8741A63D434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3084498-23F1-FB47-AEA2-BB246838FE08}"/>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C8059AE7-6904-2D45-9FAB-ED6CA66A51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36B0AF-B5D8-D041-8BB1-0FEEC92A1CA1}"/>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24279810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54"/>
        <p:cNvGrpSpPr/>
        <p:nvPr/>
      </p:nvGrpSpPr>
      <p:grpSpPr>
        <a:xfrm>
          <a:off x="0" y="0"/>
          <a:ext cx="0" cy="0"/>
          <a:chOff x="0" y="0"/>
          <a:chExt cx="0" cy="0"/>
        </a:xfrm>
      </p:grpSpPr>
      <p:sp>
        <p:nvSpPr>
          <p:cNvPr id="55" name="Google Shape;55;p5"/>
          <p:cNvSpPr/>
          <p:nvPr/>
        </p:nvSpPr>
        <p:spPr>
          <a:xfrm rot="-884877">
            <a:off x="10663059" y="4753112"/>
            <a:ext cx="1217088" cy="1237712"/>
          </a:xfrm>
          <a:custGeom>
            <a:avLst/>
            <a:gdLst/>
            <a:ahLst/>
            <a:cxnLst/>
            <a:rect l="l" t="t" r="r" b="b"/>
            <a:pathLst>
              <a:path w="549996" h="559316" extrusionOk="0">
                <a:moveTo>
                  <a:pt x="536665" y="198722"/>
                </a:moveTo>
                <a:cubicBezTo>
                  <a:pt x="507988" y="55467"/>
                  <a:pt x="324589" y="-49573"/>
                  <a:pt x="179295" y="24291"/>
                </a:cubicBezTo>
                <a:cubicBezTo>
                  <a:pt x="17974" y="106420"/>
                  <a:pt x="-81169" y="375917"/>
                  <a:pt x="88111" y="512244"/>
                </a:cubicBezTo>
                <a:cubicBezTo>
                  <a:pt x="141168" y="554536"/>
                  <a:pt x="210888" y="558504"/>
                  <a:pt x="276092" y="557584"/>
                </a:cubicBezTo>
                <a:cubicBezTo>
                  <a:pt x="484178" y="579947"/>
                  <a:pt x="588999" y="381814"/>
                  <a:pt x="536665" y="198722"/>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56" name="Google Shape;56;p5"/>
          <p:cNvSpPr/>
          <p:nvPr/>
        </p:nvSpPr>
        <p:spPr>
          <a:xfrm>
            <a:off x="856701" y="442364"/>
            <a:ext cx="9257791" cy="1237008"/>
          </a:xfrm>
          <a:custGeom>
            <a:avLst/>
            <a:gdLst/>
            <a:ahLst/>
            <a:cxnLst/>
            <a:rect l="l" t="t" r="r" b="b"/>
            <a:pathLst>
              <a:path w="3290684" h="399035" extrusionOk="0">
                <a:moveTo>
                  <a:pt x="3288221" y="146895"/>
                </a:moveTo>
                <a:cubicBezTo>
                  <a:pt x="3288879" y="83708"/>
                  <a:pt x="3268160" y="25739"/>
                  <a:pt x="3196488" y="21201"/>
                </a:cubicBezTo>
                <a:cubicBezTo>
                  <a:pt x="2907830" y="16005"/>
                  <a:pt x="2618711" y="18197"/>
                  <a:pt x="2329921" y="14777"/>
                </a:cubicBezTo>
                <a:cubicBezTo>
                  <a:pt x="1580495" y="9866"/>
                  <a:pt x="931222" y="0"/>
                  <a:pt x="181841" y="0"/>
                </a:cubicBezTo>
                <a:cubicBezTo>
                  <a:pt x="-44245" y="0"/>
                  <a:pt x="4866" y="162044"/>
                  <a:pt x="3813" y="206244"/>
                </a:cubicBezTo>
                <a:cubicBezTo>
                  <a:pt x="-6272" y="347395"/>
                  <a:pt x="64456" y="394927"/>
                  <a:pt x="198174" y="383395"/>
                </a:cubicBezTo>
                <a:lnTo>
                  <a:pt x="1064019" y="387780"/>
                </a:lnTo>
                <a:lnTo>
                  <a:pt x="2795708" y="396549"/>
                </a:lnTo>
                <a:cubicBezTo>
                  <a:pt x="2909277" y="397119"/>
                  <a:pt x="3023284" y="400671"/>
                  <a:pt x="3136832" y="398128"/>
                </a:cubicBezTo>
                <a:cubicBezTo>
                  <a:pt x="3275790" y="400627"/>
                  <a:pt x="3299512" y="257767"/>
                  <a:pt x="3288221" y="146895"/>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57" name="Google Shape;57;p5"/>
          <p:cNvSpPr/>
          <p:nvPr/>
        </p:nvSpPr>
        <p:spPr>
          <a:xfrm>
            <a:off x="490926" y="562837"/>
            <a:ext cx="11173145" cy="5736772"/>
          </a:xfrm>
          <a:custGeom>
            <a:avLst/>
            <a:gdLst/>
            <a:ahLst/>
            <a:cxnLst/>
            <a:rect l="l" t="t" r="r" b="b"/>
            <a:pathLst>
              <a:path w="3971497" h="2039137" extrusionOk="0">
                <a:moveTo>
                  <a:pt x="3947725" y="299512"/>
                </a:moveTo>
                <a:cubicBezTo>
                  <a:pt x="3924134" y="113307"/>
                  <a:pt x="3885284" y="33501"/>
                  <a:pt x="3686450" y="8902"/>
                </a:cubicBezTo>
                <a:cubicBezTo>
                  <a:pt x="3601997" y="-3398"/>
                  <a:pt x="3538196" y="330"/>
                  <a:pt x="3453085" y="1250"/>
                </a:cubicBezTo>
                <a:cubicBezTo>
                  <a:pt x="2545650" y="21443"/>
                  <a:pt x="1638390" y="51765"/>
                  <a:pt x="731371" y="878"/>
                </a:cubicBezTo>
                <a:cubicBezTo>
                  <a:pt x="642467" y="-87"/>
                  <a:pt x="553519" y="1250"/>
                  <a:pt x="464769" y="6534"/>
                </a:cubicBezTo>
                <a:cubicBezTo>
                  <a:pt x="385183" y="11292"/>
                  <a:pt x="302374" y="15304"/>
                  <a:pt x="224563" y="33743"/>
                </a:cubicBezTo>
                <a:cubicBezTo>
                  <a:pt x="159908" y="49090"/>
                  <a:pt x="106653" y="83204"/>
                  <a:pt x="86570" y="149329"/>
                </a:cubicBezTo>
                <a:cubicBezTo>
                  <a:pt x="9067" y="671747"/>
                  <a:pt x="-7925" y="1209227"/>
                  <a:pt x="2994" y="1737127"/>
                </a:cubicBezTo>
                <a:cubicBezTo>
                  <a:pt x="7729" y="2035301"/>
                  <a:pt x="225024" y="2012784"/>
                  <a:pt x="454881" y="2012828"/>
                </a:cubicBezTo>
                <a:cubicBezTo>
                  <a:pt x="1452075" y="2021379"/>
                  <a:pt x="2463170" y="2030543"/>
                  <a:pt x="3459136" y="2039138"/>
                </a:cubicBezTo>
                <a:cubicBezTo>
                  <a:pt x="3468432" y="2039138"/>
                  <a:pt x="3468235" y="2024426"/>
                  <a:pt x="3458544" y="2024339"/>
                </a:cubicBezTo>
                <a:cubicBezTo>
                  <a:pt x="2395752" y="2013552"/>
                  <a:pt x="1331030" y="2008487"/>
                  <a:pt x="268237" y="1995157"/>
                </a:cubicBezTo>
                <a:cubicBezTo>
                  <a:pt x="201871" y="1991167"/>
                  <a:pt x="129981" y="1978933"/>
                  <a:pt x="80870" y="1929997"/>
                </a:cubicBezTo>
                <a:cubicBezTo>
                  <a:pt x="27856" y="1877181"/>
                  <a:pt x="19898" y="1797332"/>
                  <a:pt x="17289" y="1726406"/>
                </a:cubicBezTo>
                <a:cubicBezTo>
                  <a:pt x="11150" y="1553355"/>
                  <a:pt x="12904" y="1379647"/>
                  <a:pt x="17289" y="1206596"/>
                </a:cubicBezTo>
                <a:cubicBezTo>
                  <a:pt x="24962" y="897125"/>
                  <a:pt x="46317" y="588368"/>
                  <a:pt x="81352" y="280328"/>
                </a:cubicBezTo>
                <a:cubicBezTo>
                  <a:pt x="89990" y="206026"/>
                  <a:pt x="89333" y="112868"/>
                  <a:pt x="163591" y="71825"/>
                </a:cubicBezTo>
                <a:cubicBezTo>
                  <a:pt x="194285" y="54286"/>
                  <a:pt x="229825" y="46349"/>
                  <a:pt x="264444" y="40978"/>
                </a:cubicBezTo>
                <a:cubicBezTo>
                  <a:pt x="347341" y="28174"/>
                  <a:pt x="431728" y="22408"/>
                  <a:pt x="515502" y="18746"/>
                </a:cubicBezTo>
                <a:cubicBezTo>
                  <a:pt x="692894" y="11029"/>
                  <a:pt x="870483" y="17869"/>
                  <a:pt x="1047743" y="26113"/>
                </a:cubicBezTo>
                <a:cubicBezTo>
                  <a:pt x="1755029" y="63845"/>
                  <a:pt x="2462863" y="37711"/>
                  <a:pt x="3170346" y="20654"/>
                </a:cubicBezTo>
                <a:cubicBezTo>
                  <a:pt x="3346028" y="20478"/>
                  <a:pt x="3500947" y="3289"/>
                  <a:pt x="3675948" y="22605"/>
                </a:cubicBezTo>
                <a:cubicBezTo>
                  <a:pt x="3819576" y="42556"/>
                  <a:pt x="3893001" y="73821"/>
                  <a:pt x="3920034" y="229880"/>
                </a:cubicBezTo>
                <a:cubicBezTo>
                  <a:pt x="4003348" y="663591"/>
                  <a:pt x="3918609" y="1093707"/>
                  <a:pt x="3926392" y="1543489"/>
                </a:cubicBezTo>
                <a:cubicBezTo>
                  <a:pt x="3926568" y="1553092"/>
                  <a:pt x="3940665" y="1547436"/>
                  <a:pt x="3940490" y="1538337"/>
                </a:cubicBezTo>
                <a:cubicBezTo>
                  <a:pt x="3933321" y="1127383"/>
                  <a:pt x="4008215" y="711694"/>
                  <a:pt x="3947725" y="299512"/>
                </a:cubicBezTo>
                <a:close/>
              </a:path>
            </a:pathLst>
          </a:custGeom>
          <a:solidFill>
            <a:schemeClr val="dk1"/>
          </a:solidFill>
          <a:ln>
            <a:noFill/>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58" name="Google Shape;58;p5"/>
          <p:cNvSpPr txBox="1">
            <a:spLocks noGrp="1"/>
          </p:cNvSpPr>
          <p:nvPr>
            <p:ph type="title"/>
          </p:nvPr>
        </p:nvSpPr>
        <p:spPr>
          <a:xfrm>
            <a:off x="1177833" y="911467"/>
            <a:ext cx="8568400" cy="528400"/>
          </a:xfrm>
          <a:prstGeom prst="rect">
            <a:avLst/>
          </a:prstGeom>
        </p:spPr>
        <p:txBody>
          <a:bodyPr spcFirstLastPara="1" wrap="square" lIns="0" tIns="0" rIns="0" bIns="0" anchor="ctr"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59" name="Google Shape;59;p5"/>
          <p:cNvSpPr txBox="1">
            <a:spLocks noGrp="1"/>
          </p:cNvSpPr>
          <p:nvPr>
            <p:ph type="body" idx="1"/>
          </p:nvPr>
        </p:nvSpPr>
        <p:spPr>
          <a:xfrm>
            <a:off x="1584233" y="2008467"/>
            <a:ext cx="8568400" cy="3787200"/>
          </a:xfrm>
          <a:prstGeom prst="rect">
            <a:avLst/>
          </a:prstGeom>
        </p:spPr>
        <p:txBody>
          <a:bodyPr spcFirstLastPara="1" wrap="square" lIns="0" tIns="0" rIns="0" bIns="0" anchor="t" anchorCtr="0">
            <a:noAutofit/>
          </a:bodyPr>
          <a:lstStyle>
            <a:lvl1pPr marL="609585" lvl="0" indent="-491054" rtl="0">
              <a:spcBef>
                <a:spcPts val="0"/>
              </a:spcBef>
              <a:spcAft>
                <a:spcPts val="0"/>
              </a:spcAft>
              <a:buSzPts val="2200"/>
              <a:buChar char="✗"/>
              <a:defRPr/>
            </a:lvl1pPr>
            <a:lvl2pPr marL="1219170" lvl="1" indent="-491054" rtl="0">
              <a:spcBef>
                <a:spcPts val="1333"/>
              </a:spcBef>
              <a:spcAft>
                <a:spcPts val="0"/>
              </a:spcAft>
              <a:buSzPts val="2200"/>
              <a:buChar char="✗"/>
              <a:defRPr/>
            </a:lvl2pPr>
            <a:lvl3pPr marL="1828754" lvl="2" indent="-491054" rtl="0">
              <a:spcBef>
                <a:spcPts val="1333"/>
              </a:spcBef>
              <a:spcAft>
                <a:spcPts val="0"/>
              </a:spcAft>
              <a:buSzPts val="2200"/>
              <a:buChar char="■"/>
              <a:defRPr/>
            </a:lvl3pPr>
            <a:lvl4pPr marL="2438339" lvl="3" indent="-491054" rtl="0">
              <a:spcBef>
                <a:spcPts val="1333"/>
              </a:spcBef>
              <a:spcAft>
                <a:spcPts val="0"/>
              </a:spcAft>
              <a:buSzPts val="2200"/>
              <a:buChar char="●"/>
              <a:defRPr/>
            </a:lvl4pPr>
            <a:lvl5pPr marL="3047924" lvl="4" indent="-491054" rtl="0">
              <a:spcBef>
                <a:spcPts val="1333"/>
              </a:spcBef>
              <a:spcAft>
                <a:spcPts val="0"/>
              </a:spcAft>
              <a:buSzPts val="2200"/>
              <a:buChar char="○"/>
              <a:defRPr/>
            </a:lvl5pPr>
            <a:lvl6pPr marL="3657509" lvl="5" indent="-491054" rtl="0">
              <a:spcBef>
                <a:spcPts val="1333"/>
              </a:spcBef>
              <a:spcAft>
                <a:spcPts val="0"/>
              </a:spcAft>
              <a:buSzPts val="2200"/>
              <a:buChar char="■"/>
              <a:defRPr/>
            </a:lvl6pPr>
            <a:lvl7pPr marL="4267093" lvl="6" indent="-491054" rtl="0">
              <a:spcBef>
                <a:spcPts val="1333"/>
              </a:spcBef>
              <a:spcAft>
                <a:spcPts val="0"/>
              </a:spcAft>
              <a:buSzPts val="2200"/>
              <a:buChar char="●"/>
              <a:defRPr/>
            </a:lvl7pPr>
            <a:lvl8pPr marL="4876678" lvl="7" indent="-491054" rtl="0">
              <a:spcBef>
                <a:spcPts val="1333"/>
              </a:spcBef>
              <a:spcAft>
                <a:spcPts val="0"/>
              </a:spcAft>
              <a:buSzPts val="2200"/>
              <a:buChar char="○"/>
              <a:defRPr/>
            </a:lvl8pPr>
            <a:lvl9pPr marL="5486263" lvl="8" indent="-491054" rtl="0">
              <a:spcBef>
                <a:spcPts val="1333"/>
              </a:spcBef>
              <a:spcAft>
                <a:spcPts val="1333"/>
              </a:spcAft>
              <a:buSzPts val="2200"/>
              <a:buChar char="■"/>
              <a:defRPr/>
            </a:lvl9pPr>
          </a:lstStyle>
          <a:p>
            <a:endParaRPr/>
          </a:p>
        </p:txBody>
      </p:sp>
      <p:sp>
        <p:nvSpPr>
          <p:cNvPr id="60" name="Google Shape;60;p5"/>
          <p:cNvSpPr txBox="1">
            <a:spLocks noGrp="1"/>
          </p:cNvSpPr>
          <p:nvPr>
            <p:ph type="sldNum" idx="12"/>
          </p:nvPr>
        </p:nvSpPr>
        <p:spPr>
          <a:xfrm>
            <a:off x="11205833" y="6257835"/>
            <a:ext cx="731600" cy="4004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61" name="Google Shape;61;p5"/>
          <p:cNvSpPr/>
          <p:nvPr/>
        </p:nvSpPr>
        <p:spPr>
          <a:xfrm>
            <a:off x="4287149" y="494922"/>
            <a:ext cx="1836055" cy="89211"/>
          </a:xfrm>
          <a:custGeom>
            <a:avLst/>
            <a:gdLst/>
            <a:ahLst/>
            <a:cxnLst/>
            <a:rect l="l" t="t" r="r" b="b"/>
            <a:pathLst>
              <a:path w="652626" h="31710" extrusionOk="0">
                <a:moveTo>
                  <a:pt x="645179" y="13550"/>
                </a:moveTo>
                <a:cubicBezTo>
                  <a:pt x="432971" y="20774"/>
                  <a:pt x="220527" y="16258"/>
                  <a:pt x="8819" y="23"/>
                </a:cubicBezTo>
                <a:cubicBezTo>
                  <a:pt x="-280" y="-657"/>
                  <a:pt x="-3941" y="13989"/>
                  <a:pt x="5662" y="14712"/>
                </a:cubicBezTo>
                <a:cubicBezTo>
                  <a:pt x="218646" y="31045"/>
                  <a:pt x="432371" y="35612"/>
                  <a:pt x="645859" y="28393"/>
                </a:cubicBezTo>
                <a:cubicBezTo>
                  <a:pt x="655067" y="28043"/>
                  <a:pt x="654914" y="13178"/>
                  <a:pt x="645179" y="13550"/>
                </a:cubicBezTo>
                <a:close/>
              </a:path>
            </a:pathLst>
          </a:custGeom>
          <a:solidFill>
            <a:schemeClr val="dk1"/>
          </a:solidFill>
          <a:ln>
            <a:noFill/>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62" name="Google Shape;62;p5"/>
          <p:cNvSpPr/>
          <p:nvPr/>
        </p:nvSpPr>
        <p:spPr>
          <a:xfrm>
            <a:off x="6260340" y="539412"/>
            <a:ext cx="351945" cy="41635"/>
          </a:xfrm>
          <a:custGeom>
            <a:avLst/>
            <a:gdLst/>
            <a:ahLst/>
            <a:cxnLst/>
            <a:rect l="l" t="t" r="r" b="b"/>
            <a:pathLst>
              <a:path w="125099" h="14799" extrusionOk="0">
                <a:moveTo>
                  <a:pt x="117661" y="0"/>
                </a:moveTo>
                <a:lnTo>
                  <a:pt x="6833" y="0"/>
                </a:lnTo>
                <a:cubicBezTo>
                  <a:pt x="-2463" y="0"/>
                  <a:pt x="-2288" y="14799"/>
                  <a:pt x="7446" y="14799"/>
                </a:cubicBezTo>
                <a:lnTo>
                  <a:pt x="118275" y="14799"/>
                </a:lnTo>
                <a:cubicBezTo>
                  <a:pt x="127571" y="14887"/>
                  <a:pt x="127374" y="0"/>
                  <a:pt x="117661" y="0"/>
                </a:cubicBezTo>
                <a:close/>
              </a:path>
            </a:pathLst>
          </a:custGeom>
          <a:solidFill>
            <a:schemeClr val="dk1"/>
          </a:solidFill>
          <a:ln>
            <a:noFill/>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63" name="Google Shape;63;p5"/>
          <p:cNvSpPr/>
          <p:nvPr/>
        </p:nvSpPr>
        <p:spPr>
          <a:xfrm>
            <a:off x="11162116" y="529829"/>
            <a:ext cx="387165" cy="308299"/>
          </a:xfrm>
          <a:custGeom>
            <a:avLst/>
            <a:gdLst/>
            <a:ahLst/>
            <a:cxnLst/>
            <a:rect l="l" t="t" r="r" b="b"/>
            <a:pathLst>
              <a:path w="137618" h="109585" extrusionOk="0">
                <a:moveTo>
                  <a:pt x="136999" y="99882"/>
                </a:moveTo>
                <a:cubicBezTo>
                  <a:pt x="113869" y="47085"/>
                  <a:pt x="65635" y="9548"/>
                  <a:pt x="8785" y="104"/>
                </a:cubicBezTo>
                <a:cubicBezTo>
                  <a:pt x="-292" y="-1365"/>
                  <a:pt x="-3910" y="13258"/>
                  <a:pt x="5627" y="14771"/>
                </a:cubicBezTo>
                <a:cubicBezTo>
                  <a:pt x="57435" y="23274"/>
                  <a:pt x="101482" y="57237"/>
                  <a:pt x="122902" y="105166"/>
                </a:cubicBezTo>
                <a:cubicBezTo>
                  <a:pt x="126738" y="113936"/>
                  <a:pt x="140705" y="108323"/>
                  <a:pt x="136999" y="99882"/>
                </a:cubicBezTo>
                <a:close/>
              </a:path>
            </a:pathLst>
          </a:custGeom>
          <a:solidFill>
            <a:schemeClr val="dk1"/>
          </a:solidFill>
          <a:ln>
            <a:noFill/>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64" name="Google Shape;64;p5"/>
          <p:cNvSpPr/>
          <p:nvPr/>
        </p:nvSpPr>
        <p:spPr>
          <a:xfrm>
            <a:off x="326324" y="5459148"/>
            <a:ext cx="995005" cy="1034280"/>
          </a:xfrm>
          <a:custGeom>
            <a:avLst/>
            <a:gdLst/>
            <a:ahLst/>
            <a:cxnLst/>
            <a:rect l="l" t="t" r="r" b="b"/>
            <a:pathLst>
              <a:path w="353675" h="367635" extrusionOk="0">
                <a:moveTo>
                  <a:pt x="349850" y="316408"/>
                </a:moveTo>
                <a:cubicBezTo>
                  <a:pt x="344216" y="307967"/>
                  <a:pt x="337265" y="300140"/>
                  <a:pt x="331061" y="292094"/>
                </a:cubicBezTo>
                <a:cubicBezTo>
                  <a:pt x="325295" y="284639"/>
                  <a:pt x="312907" y="293387"/>
                  <a:pt x="318542" y="300688"/>
                </a:cubicBezTo>
                <a:cubicBezTo>
                  <a:pt x="320142" y="302661"/>
                  <a:pt x="330951" y="317022"/>
                  <a:pt x="332574" y="318447"/>
                </a:cubicBezTo>
                <a:cubicBezTo>
                  <a:pt x="270198" y="313689"/>
                  <a:pt x="197781" y="305292"/>
                  <a:pt x="142554" y="274598"/>
                </a:cubicBezTo>
                <a:cubicBezTo>
                  <a:pt x="87348" y="239760"/>
                  <a:pt x="52202" y="175937"/>
                  <a:pt x="31747" y="115404"/>
                </a:cubicBezTo>
                <a:cubicBezTo>
                  <a:pt x="20542" y="80171"/>
                  <a:pt x="14804" y="43432"/>
                  <a:pt x="14733" y="6461"/>
                </a:cubicBezTo>
                <a:cubicBezTo>
                  <a:pt x="14733" y="-3318"/>
                  <a:pt x="-44" y="-1323"/>
                  <a:pt x="0" y="7930"/>
                </a:cubicBezTo>
                <a:cubicBezTo>
                  <a:pt x="1184" y="107971"/>
                  <a:pt x="41065" y="213209"/>
                  <a:pt x="119862" y="277470"/>
                </a:cubicBezTo>
                <a:cubicBezTo>
                  <a:pt x="177501" y="318403"/>
                  <a:pt x="263467" y="328116"/>
                  <a:pt x="332705" y="333158"/>
                </a:cubicBezTo>
                <a:cubicBezTo>
                  <a:pt x="322510" y="340196"/>
                  <a:pt x="316437" y="346182"/>
                  <a:pt x="307470" y="353702"/>
                </a:cubicBezTo>
                <a:cubicBezTo>
                  <a:pt x="300301" y="359863"/>
                  <a:pt x="307821" y="372250"/>
                  <a:pt x="315275" y="365848"/>
                </a:cubicBezTo>
                <a:lnTo>
                  <a:pt x="340028" y="344647"/>
                </a:lnTo>
                <a:cubicBezTo>
                  <a:pt x="350048" y="337171"/>
                  <a:pt x="359037" y="328927"/>
                  <a:pt x="349850" y="316408"/>
                </a:cubicBezTo>
                <a:close/>
              </a:path>
            </a:pathLst>
          </a:custGeom>
          <a:solidFill>
            <a:schemeClr val="dk1"/>
          </a:solidFill>
          <a:ln>
            <a:noFill/>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65" name="Google Shape;65;p5"/>
          <p:cNvSpPr/>
          <p:nvPr/>
        </p:nvSpPr>
        <p:spPr>
          <a:xfrm>
            <a:off x="11437699" y="3943239"/>
            <a:ext cx="267869" cy="230389"/>
          </a:xfrm>
          <a:custGeom>
            <a:avLst/>
            <a:gdLst/>
            <a:ahLst/>
            <a:cxnLst/>
            <a:rect l="l" t="t" r="r" b="b"/>
            <a:pathLst>
              <a:path w="95214" h="81892" extrusionOk="0">
                <a:moveTo>
                  <a:pt x="92489" y="65480"/>
                </a:moveTo>
                <a:lnTo>
                  <a:pt x="61028" y="43753"/>
                </a:lnTo>
                <a:cubicBezTo>
                  <a:pt x="70521" y="33157"/>
                  <a:pt x="80036" y="22580"/>
                  <a:pt x="89530" y="12028"/>
                </a:cubicBezTo>
                <a:cubicBezTo>
                  <a:pt x="96107" y="4771"/>
                  <a:pt x="85145" y="-4635"/>
                  <a:pt x="78567" y="2600"/>
                </a:cubicBezTo>
                <a:lnTo>
                  <a:pt x="48991" y="35487"/>
                </a:lnTo>
                <a:lnTo>
                  <a:pt x="12684" y="10383"/>
                </a:lnTo>
                <a:cubicBezTo>
                  <a:pt x="5098" y="5144"/>
                  <a:pt x="-4856" y="16610"/>
                  <a:pt x="2687" y="21872"/>
                </a:cubicBezTo>
                <a:lnTo>
                  <a:pt x="38796" y="46844"/>
                </a:lnTo>
                <a:lnTo>
                  <a:pt x="18275" y="69865"/>
                </a:lnTo>
                <a:cubicBezTo>
                  <a:pt x="11697" y="77122"/>
                  <a:pt x="22660" y="86527"/>
                  <a:pt x="29237" y="79292"/>
                </a:cubicBezTo>
                <a:lnTo>
                  <a:pt x="50942" y="55175"/>
                </a:lnTo>
                <a:lnTo>
                  <a:pt x="82601" y="77100"/>
                </a:lnTo>
                <a:cubicBezTo>
                  <a:pt x="90078" y="82296"/>
                  <a:pt x="100119" y="70829"/>
                  <a:pt x="92489" y="65480"/>
                </a:cubicBezTo>
                <a:close/>
              </a:path>
            </a:pathLst>
          </a:custGeom>
          <a:solidFill>
            <a:schemeClr val="dk1"/>
          </a:solidFill>
          <a:ln>
            <a:noFill/>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66" name="Google Shape;66;p5"/>
          <p:cNvSpPr/>
          <p:nvPr/>
        </p:nvSpPr>
        <p:spPr>
          <a:xfrm>
            <a:off x="6471862" y="6143069"/>
            <a:ext cx="1135532" cy="206881"/>
          </a:xfrm>
          <a:custGeom>
            <a:avLst/>
            <a:gdLst/>
            <a:ahLst/>
            <a:cxnLst/>
            <a:rect l="l" t="t" r="r" b="b"/>
            <a:pathLst>
              <a:path w="403625" h="73536" extrusionOk="0">
                <a:moveTo>
                  <a:pt x="402034" y="57995"/>
                </a:moveTo>
                <a:cubicBezTo>
                  <a:pt x="349920" y="-4643"/>
                  <a:pt x="347223" y="-12273"/>
                  <a:pt x="293815" y="54948"/>
                </a:cubicBezTo>
                <a:cubicBezTo>
                  <a:pt x="244682" y="-17404"/>
                  <a:pt x="251829" y="2986"/>
                  <a:pt x="191361" y="49225"/>
                </a:cubicBezTo>
                <a:cubicBezTo>
                  <a:pt x="145320" y="-15189"/>
                  <a:pt x="150911" y="-15343"/>
                  <a:pt x="96669" y="42648"/>
                </a:cubicBezTo>
                <a:cubicBezTo>
                  <a:pt x="86321" y="25893"/>
                  <a:pt x="71785" y="12113"/>
                  <a:pt x="54508" y="2657"/>
                </a:cubicBezTo>
                <a:cubicBezTo>
                  <a:pt x="43897" y="-1442"/>
                  <a:pt x="13290" y="41442"/>
                  <a:pt x="2152" y="49554"/>
                </a:cubicBezTo>
                <a:cubicBezTo>
                  <a:pt x="-4644" y="56548"/>
                  <a:pt x="6230" y="65932"/>
                  <a:pt x="12983" y="58982"/>
                </a:cubicBezTo>
                <a:lnTo>
                  <a:pt x="52009" y="18838"/>
                </a:lnTo>
                <a:cubicBezTo>
                  <a:pt x="82462" y="34426"/>
                  <a:pt x="86825" y="72531"/>
                  <a:pt x="100243" y="59552"/>
                </a:cubicBezTo>
                <a:lnTo>
                  <a:pt x="120852" y="38307"/>
                </a:lnTo>
                <a:cubicBezTo>
                  <a:pt x="130455" y="27871"/>
                  <a:pt x="145298" y="3447"/>
                  <a:pt x="155800" y="26621"/>
                </a:cubicBezTo>
                <a:cubicBezTo>
                  <a:pt x="197105" y="84085"/>
                  <a:pt x="181473" y="72663"/>
                  <a:pt x="233785" y="33330"/>
                </a:cubicBezTo>
                <a:cubicBezTo>
                  <a:pt x="249659" y="14036"/>
                  <a:pt x="257223" y="29405"/>
                  <a:pt x="267264" y="44731"/>
                </a:cubicBezTo>
                <a:lnTo>
                  <a:pt x="286843" y="71040"/>
                </a:lnTo>
                <a:cubicBezTo>
                  <a:pt x="300195" y="86058"/>
                  <a:pt x="326855" y="28594"/>
                  <a:pt x="341106" y="23990"/>
                </a:cubicBezTo>
                <a:cubicBezTo>
                  <a:pt x="357462" y="17522"/>
                  <a:pt x="377238" y="56614"/>
                  <a:pt x="389493" y="66611"/>
                </a:cubicBezTo>
                <a:cubicBezTo>
                  <a:pt x="395632" y="73671"/>
                  <a:pt x="408020" y="64945"/>
                  <a:pt x="402034" y="57995"/>
                </a:cubicBezTo>
                <a:close/>
              </a:path>
            </a:pathLst>
          </a:custGeom>
          <a:solidFill>
            <a:schemeClr val="dk1"/>
          </a:solidFill>
          <a:ln>
            <a:noFill/>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67" name="Google Shape;67;p5"/>
          <p:cNvSpPr/>
          <p:nvPr/>
        </p:nvSpPr>
        <p:spPr>
          <a:xfrm>
            <a:off x="11368405" y="463034"/>
            <a:ext cx="176571" cy="121657"/>
          </a:xfrm>
          <a:custGeom>
            <a:avLst/>
            <a:gdLst/>
            <a:ahLst/>
            <a:cxnLst/>
            <a:rect l="l" t="t" r="r" b="b"/>
            <a:pathLst>
              <a:path w="62762" h="43243" extrusionOk="0">
                <a:moveTo>
                  <a:pt x="60351" y="30032"/>
                </a:moveTo>
                <a:cubicBezTo>
                  <a:pt x="45705" y="17367"/>
                  <a:pt x="28955" y="7372"/>
                  <a:pt x="10845" y="500"/>
                </a:cubicBezTo>
                <a:cubicBezTo>
                  <a:pt x="2273" y="-2745"/>
                  <a:pt x="-4765" y="10739"/>
                  <a:pt x="4092" y="14093"/>
                </a:cubicBezTo>
                <a:cubicBezTo>
                  <a:pt x="20996" y="20446"/>
                  <a:pt x="36672" y="29731"/>
                  <a:pt x="50353" y="41521"/>
                </a:cubicBezTo>
                <a:cubicBezTo>
                  <a:pt x="57413" y="47594"/>
                  <a:pt x="67410" y="36127"/>
                  <a:pt x="60351" y="30032"/>
                </a:cubicBezTo>
                <a:close/>
              </a:path>
            </a:pathLst>
          </a:custGeom>
          <a:solidFill>
            <a:schemeClr val="dk1"/>
          </a:solidFill>
          <a:ln>
            <a:noFill/>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0711351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86B43D-F0C7-FF42-BDE7-EA5B8850BF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D6F1A2C-2AC7-4847-8D14-9896AD45D4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C6E72F5-7135-7942-B0F0-FD85E11195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43521C71-EAA6-0E40-ABD1-5AA76963D0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4FDDCD-3762-3A43-A576-339DC3E370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BEDAD0-5C73-0347-AD99-7654E3306D9E}" type="slidenum">
              <a:rPr lang="en-US" smtClean="0"/>
              <a:t>‹#›</a:t>
            </a:fld>
            <a:endParaRPr lang="en-US"/>
          </a:p>
        </p:txBody>
      </p:sp>
    </p:spTree>
    <p:extLst>
      <p:ext uri="{BB962C8B-B14F-4D97-AF65-F5344CB8AC3E}">
        <p14:creationId xmlns:p14="http://schemas.microsoft.com/office/powerpoint/2010/main" val="23622555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microsoft.com/office/2007/relationships/hdphoto" Target="../media/hdphoto2.wdp"/></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video" Target="https://player.vimeo.com/video/171884861?app_id=122963" TargetMode="External"/><Relationship Id="rId4" Type="http://schemas.openxmlformats.org/officeDocument/2006/relationships/image" Target="../media/image15.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How to build closer relationships |">
            <a:extLst>
              <a:ext uri="{FF2B5EF4-FFF2-40B4-BE49-F238E27FC236}">
                <a16:creationId xmlns:a16="http://schemas.microsoft.com/office/drawing/2014/main" id="{993A6699-BC9B-511F-3E60-ABF0D8FB83AC}"/>
              </a:ext>
            </a:extLst>
          </p:cNvPr>
          <p:cNvPicPr>
            <a:picLocks noChangeAspect="1" noChangeArrowheads="1"/>
          </p:cNvPicPr>
          <p:nvPr/>
        </p:nvPicPr>
        <p:blipFill rotWithShape="1">
          <a:blip r:embed="rId2">
            <a:alphaModFix amt="40000"/>
            <a:extLst>
              <a:ext uri="{28A0092B-C50C-407E-A947-70E740481C1C}">
                <a14:useLocalDpi xmlns:a14="http://schemas.microsoft.com/office/drawing/2010/main" val="0"/>
              </a:ext>
            </a:extLst>
          </a:blip>
          <a:srcRect t="1516" b="4734"/>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CBD0C3AA-FE2A-B1FA-AAE1-86525DFA0D16}"/>
              </a:ext>
            </a:extLst>
          </p:cNvPr>
          <p:cNvSpPr>
            <a:spLocks noGrp="1"/>
          </p:cNvSpPr>
          <p:nvPr>
            <p:ph type="ctrTitle"/>
          </p:nvPr>
        </p:nvSpPr>
        <p:spPr>
          <a:xfrm>
            <a:off x="965200" y="965200"/>
            <a:ext cx="10261600" cy="3564869"/>
          </a:xfrm>
        </p:spPr>
        <p:txBody>
          <a:bodyPr>
            <a:normAutofit/>
          </a:bodyPr>
          <a:lstStyle/>
          <a:p>
            <a:pPr algn="l"/>
            <a:r>
              <a:rPr lang="en-AU" sz="11500" i="1" dirty="0">
                <a:ln w="22225">
                  <a:solidFill>
                    <a:schemeClr val="tx1"/>
                  </a:solidFill>
                  <a:miter lim="800000"/>
                </a:ln>
                <a:noFill/>
              </a:rPr>
              <a:t>Relationships</a:t>
            </a:r>
          </a:p>
        </p:txBody>
      </p:sp>
      <p:sp>
        <p:nvSpPr>
          <p:cNvPr id="5" name="Subtitle 4">
            <a:extLst>
              <a:ext uri="{FF2B5EF4-FFF2-40B4-BE49-F238E27FC236}">
                <a16:creationId xmlns:a16="http://schemas.microsoft.com/office/drawing/2014/main" id="{21600534-E8EC-062C-BAE6-7252BE062A69}"/>
              </a:ext>
            </a:extLst>
          </p:cNvPr>
          <p:cNvSpPr>
            <a:spLocks noGrp="1"/>
          </p:cNvSpPr>
          <p:nvPr>
            <p:ph type="subTitle" idx="1"/>
          </p:nvPr>
        </p:nvSpPr>
        <p:spPr>
          <a:xfrm>
            <a:off x="965200" y="4572002"/>
            <a:ext cx="10261600" cy="1202995"/>
          </a:xfrm>
        </p:spPr>
        <p:txBody>
          <a:bodyPr>
            <a:normAutofit/>
          </a:bodyPr>
          <a:lstStyle/>
          <a:p>
            <a:pPr algn="l"/>
            <a:r>
              <a:rPr lang="en-AU" sz="2000" dirty="0"/>
              <a:t>Year 10 Health 2024</a:t>
            </a:r>
          </a:p>
          <a:p>
            <a:pPr algn="l"/>
            <a:endParaRPr lang="en-AU" sz="2000" dirty="0"/>
          </a:p>
          <a:p>
            <a:pPr algn="l"/>
            <a:r>
              <a:rPr lang="en-AU" sz="2000" dirty="0"/>
              <a:t>Lesson 1</a:t>
            </a:r>
          </a:p>
        </p:txBody>
      </p:sp>
    </p:spTree>
    <p:extLst>
      <p:ext uri="{BB962C8B-B14F-4D97-AF65-F5344CB8AC3E}">
        <p14:creationId xmlns:p14="http://schemas.microsoft.com/office/powerpoint/2010/main" val="200036048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C64840D-1C6F-CE4F-9326-77D4E899D40A}"/>
              </a:ext>
            </a:extLst>
          </p:cNvPr>
          <p:cNvSpPr>
            <a:spLocks noGrp="1"/>
          </p:cNvSpPr>
          <p:nvPr>
            <p:ph type="title"/>
          </p:nvPr>
        </p:nvSpPr>
        <p:spPr>
          <a:xfrm>
            <a:off x="6657715" y="467271"/>
            <a:ext cx="4195674" cy="2052522"/>
          </a:xfrm>
        </p:spPr>
        <p:txBody>
          <a:bodyPr anchor="b">
            <a:normAutofit/>
          </a:bodyPr>
          <a:lstStyle/>
          <a:p>
            <a:r>
              <a:rPr lang="en-US" sz="4300" b="1" dirty="0"/>
              <a:t>Todays Focus:</a:t>
            </a:r>
          </a:p>
        </p:txBody>
      </p:sp>
      <p:sp>
        <p:nvSpPr>
          <p:cNvPr id="73" name="Oval 72">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bout a Relationship | Humans">
            <a:extLst>
              <a:ext uri="{FF2B5EF4-FFF2-40B4-BE49-F238E27FC236}">
                <a16:creationId xmlns:a16="http://schemas.microsoft.com/office/drawing/2014/main" id="{96FABFFB-E460-7943-9DB7-118103F51A5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875" r="13374" b="-2"/>
          <a:stretch/>
        </p:blipFill>
        <p:spPr bwMode="auto">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a:noFill/>
          <a:extLst>
            <a:ext uri="{909E8E84-426E-40DD-AFC4-6F175D3DCCD1}">
              <a14:hiddenFill xmlns:a14="http://schemas.microsoft.com/office/drawing/2010/main">
                <a:solidFill>
                  <a:srgbClr val="FFFFFF"/>
                </a:solidFill>
              </a14:hiddenFill>
            </a:ext>
          </a:extLst>
        </p:spPr>
      </p:pic>
      <p:sp>
        <p:nvSpPr>
          <p:cNvPr id="75"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endParaRPr lang="en-US"/>
          </a:p>
        </p:txBody>
      </p:sp>
      <p:sp>
        <p:nvSpPr>
          <p:cNvPr id="77"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3271F4BF-2934-5D4F-827E-B5276B218B44}"/>
              </a:ext>
            </a:extLst>
          </p:cNvPr>
          <p:cNvSpPr>
            <a:spLocks noGrp="1"/>
          </p:cNvSpPr>
          <p:nvPr>
            <p:ph idx="1"/>
          </p:nvPr>
        </p:nvSpPr>
        <p:spPr>
          <a:xfrm>
            <a:off x="6657715" y="2990818"/>
            <a:ext cx="4928445" cy="2913872"/>
          </a:xfrm>
        </p:spPr>
        <p:txBody>
          <a:bodyPr anchor="t">
            <a:normAutofit/>
          </a:bodyPr>
          <a:lstStyle/>
          <a:p>
            <a:endParaRPr lang="en-US" sz="2000" dirty="0">
              <a:solidFill>
                <a:schemeClr val="tx1">
                  <a:alpha val="80000"/>
                </a:schemeClr>
              </a:solidFill>
            </a:endParaRPr>
          </a:p>
          <a:p>
            <a:r>
              <a:rPr lang="en-US" sz="2000" dirty="0">
                <a:solidFill>
                  <a:schemeClr val="tx1">
                    <a:alpha val="80000"/>
                  </a:schemeClr>
                </a:solidFill>
              </a:rPr>
              <a:t>Understand the requirements of the course &amp; class expectations. </a:t>
            </a:r>
          </a:p>
          <a:p>
            <a:r>
              <a:rPr lang="en-US" sz="2000" dirty="0">
                <a:solidFill>
                  <a:schemeClr val="tx1">
                    <a:alpha val="80000"/>
                  </a:schemeClr>
                </a:solidFill>
              </a:rPr>
              <a:t>Define the different types of relationships.</a:t>
            </a:r>
          </a:p>
          <a:p>
            <a:r>
              <a:rPr lang="en-US" sz="2000" dirty="0">
                <a:solidFill>
                  <a:schemeClr val="tx1">
                    <a:alpha val="80000"/>
                  </a:schemeClr>
                </a:solidFill>
              </a:rPr>
              <a:t>Provide examples of the different types of relationships in your own life.</a:t>
            </a:r>
          </a:p>
          <a:p>
            <a:r>
              <a:rPr lang="en-US" sz="2000" dirty="0">
                <a:solidFill>
                  <a:schemeClr val="tx1">
                    <a:alpha val="80000"/>
                  </a:schemeClr>
                </a:solidFill>
              </a:rPr>
              <a:t>Characterise healthy and unhealthy relationship qualities.</a:t>
            </a:r>
          </a:p>
        </p:txBody>
      </p:sp>
      <p:sp>
        <p:nvSpPr>
          <p:cNvPr id="79"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endParaRPr lang="en-US"/>
          </a:p>
        </p:txBody>
      </p:sp>
      <p:cxnSp>
        <p:nvCxnSpPr>
          <p:cNvPr id="81"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7022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1DA42-A2D6-3A78-FFF9-BFE16BD0812E}"/>
              </a:ext>
            </a:extLst>
          </p:cNvPr>
          <p:cNvSpPr>
            <a:spLocks noGrp="1"/>
          </p:cNvSpPr>
          <p:nvPr>
            <p:ph type="title"/>
          </p:nvPr>
        </p:nvSpPr>
        <p:spPr/>
        <p:txBody>
          <a:bodyPr/>
          <a:lstStyle/>
          <a:p>
            <a:r>
              <a:rPr lang="en-US" dirty="0"/>
              <a:t>Download Student E-Workbooks</a:t>
            </a:r>
          </a:p>
        </p:txBody>
      </p:sp>
      <p:sp>
        <p:nvSpPr>
          <p:cNvPr id="3" name="Text Placeholder 2">
            <a:extLst>
              <a:ext uri="{FF2B5EF4-FFF2-40B4-BE49-F238E27FC236}">
                <a16:creationId xmlns:a16="http://schemas.microsoft.com/office/drawing/2014/main" id="{C899C0ED-4BFB-3CBF-C8E8-8B0E358DEDB2}"/>
              </a:ext>
            </a:extLst>
          </p:cNvPr>
          <p:cNvSpPr>
            <a:spLocks noGrp="1"/>
          </p:cNvSpPr>
          <p:nvPr>
            <p:ph type="body" idx="1"/>
          </p:nvPr>
        </p:nvSpPr>
        <p:spPr>
          <a:xfrm>
            <a:off x="922017" y="1839432"/>
            <a:ext cx="5876629" cy="4107102"/>
          </a:xfrm>
        </p:spPr>
        <p:txBody>
          <a:bodyPr/>
          <a:lstStyle/>
          <a:p>
            <a:r>
              <a:rPr lang="en-US" sz="1800" dirty="0"/>
              <a:t>Download Adobe from the internet.</a:t>
            </a:r>
          </a:p>
          <a:p>
            <a:endParaRPr lang="en-US" sz="1800" dirty="0"/>
          </a:p>
          <a:p>
            <a:r>
              <a:rPr lang="en-US" sz="1800" dirty="0"/>
              <a:t>Log onto Connect and go to our class.</a:t>
            </a:r>
          </a:p>
          <a:p>
            <a:endParaRPr lang="en-US" sz="1800" dirty="0"/>
          </a:p>
          <a:p>
            <a:r>
              <a:rPr lang="en-US" sz="1800" dirty="0"/>
              <a:t>Download E-book from term 4 folder.</a:t>
            </a:r>
          </a:p>
          <a:p>
            <a:endParaRPr lang="en-US" sz="1800" dirty="0"/>
          </a:p>
          <a:p>
            <a:r>
              <a:rPr lang="en-US" sz="1800" dirty="0"/>
              <a:t>Open Adobe. </a:t>
            </a:r>
          </a:p>
          <a:p>
            <a:endParaRPr lang="en-US" sz="1800" dirty="0"/>
          </a:p>
          <a:p>
            <a:r>
              <a:rPr lang="en-US" sz="1800" dirty="0"/>
              <a:t>File open E-book from downloads.</a:t>
            </a:r>
          </a:p>
          <a:p>
            <a:endParaRPr lang="en-US" sz="1800" dirty="0"/>
          </a:p>
          <a:p>
            <a:r>
              <a:rPr lang="en-US" sz="1800" dirty="0"/>
              <a:t>Write your name.</a:t>
            </a:r>
          </a:p>
          <a:p>
            <a:endParaRPr lang="en-US" sz="1800" dirty="0"/>
          </a:p>
          <a:p>
            <a:r>
              <a:rPr lang="en-US" sz="1800" dirty="0"/>
              <a:t>File ‘save as’ – save book in folder created for health.</a:t>
            </a:r>
          </a:p>
          <a:p>
            <a:endParaRPr lang="en-US" sz="1800" dirty="0"/>
          </a:p>
          <a:p>
            <a:r>
              <a:rPr lang="en-US" sz="1800" dirty="0"/>
              <a:t>Exit and reopen to be sure your work saved.</a:t>
            </a:r>
          </a:p>
          <a:p>
            <a:pPr lvl="1"/>
            <a:r>
              <a:rPr lang="en-US" sz="1600" dirty="0"/>
              <a:t>Re-open through Adobe, not the internet.</a:t>
            </a:r>
          </a:p>
        </p:txBody>
      </p:sp>
      <p:sp>
        <p:nvSpPr>
          <p:cNvPr id="4" name="Slide Number Placeholder 3">
            <a:extLst>
              <a:ext uri="{FF2B5EF4-FFF2-40B4-BE49-F238E27FC236}">
                <a16:creationId xmlns:a16="http://schemas.microsoft.com/office/drawing/2014/main" id="{0AAF7678-199E-D287-6953-67A87865AC5C}"/>
              </a:ext>
            </a:extLst>
          </p:cNvPr>
          <p:cNvSpPr>
            <a:spLocks noGrp="1"/>
          </p:cNvSpPr>
          <p:nvPr>
            <p:ph type="sldNum" idx="12"/>
          </p:nvPr>
        </p:nvSpPr>
        <p:spPr/>
        <p:txBody>
          <a:bodyPr/>
          <a:lstStyle/>
          <a:p>
            <a:fld id="{00000000-1234-1234-1234-123412341234}" type="slidenum">
              <a:rPr lang="en" smtClean="0"/>
              <a:pPr/>
              <a:t>3</a:t>
            </a:fld>
            <a:endParaRPr lang="en"/>
          </a:p>
        </p:txBody>
      </p:sp>
      <p:pic>
        <p:nvPicPr>
          <p:cNvPr id="5" name="Content Placeholder 3">
            <a:extLst>
              <a:ext uri="{FF2B5EF4-FFF2-40B4-BE49-F238E27FC236}">
                <a16:creationId xmlns:a16="http://schemas.microsoft.com/office/drawing/2014/main" id="{6F61BD30-A6CB-9277-F088-B730903F45A5}"/>
              </a:ext>
            </a:extLst>
          </p:cNvPr>
          <p:cNvPicPr>
            <a:picLocks noChangeAspect="1"/>
          </p:cNvPicPr>
          <p:nvPr/>
        </p:nvPicPr>
        <p:blipFill>
          <a:blip r:embed="rId2"/>
          <a:stretch>
            <a:fillRect/>
          </a:stretch>
        </p:blipFill>
        <p:spPr>
          <a:xfrm>
            <a:off x="6798646" y="1760001"/>
            <a:ext cx="4284132" cy="4284132"/>
          </a:xfrm>
          <a:prstGeom prst="rect">
            <a:avLst/>
          </a:prstGeom>
          <a:noFill/>
          <a:ln>
            <a:noFill/>
          </a:ln>
        </p:spPr>
      </p:pic>
    </p:spTree>
    <p:extLst>
      <p:ext uri="{BB962C8B-B14F-4D97-AF65-F5344CB8AC3E}">
        <p14:creationId xmlns:p14="http://schemas.microsoft.com/office/powerpoint/2010/main" val="4146741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blue and white document with text&#10;&#10;Description automatically generated with medium confidence">
            <a:extLst>
              <a:ext uri="{FF2B5EF4-FFF2-40B4-BE49-F238E27FC236}">
                <a16:creationId xmlns:a16="http://schemas.microsoft.com/office/drawing/2014/main" id="{83338DCF-D423-B593-9947-C5F4FA269D5E}"/>
              </a:ext>
            </a:extLst>
          </p:cNvPr>
          <p:cNvPicPr>
            <a:picLocks noChangeAspect="1"/>
          </p:cNvPicPr>
          <p:nvPr/>
        </p:nvPicPr>
        <p:blipFill rotWithShape="1">
          <a:blip r:embed="rId2"/>
          <a:srcRect l="3093" r="1" b="1"/>
          <a:stretch/>
        </p:blipFill>
        <p:spPr>
          <a:xfrm>
            <a:off x="20" y="1282"/>
            <a:ext cx="12191980" cy="6856718"/>
          </a:xfrm>
          <a:prstGeom prst="rect">
            <a:avLst/>
          </a:prstGeom>
        </p:spPr>
      </p:pic>
    </p:spTree>
    <p:extLst>
      <p:ext uri="{BB962C8B-B14F-4D97-AF65-F5344CB8AC3E}">
        <p14:creationId xmlns:p14="http://schemas.microsoft.com/office/powerpoint/2010/main" val="3927275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8953E74-D241-4DDF-8508-F0365EA13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5C3C901A-B2F4-4A3C-BCDD-7C8D587EC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371134"/>
          </a:xfrm>
          <a:custGeom>
            <a:avLst/>
            <a:gdLst>
              <a:gd name="connsiteX0" fmla="*/ 0 w 12192000"/>
              <a:gd name="connsiteY0" fmla="*/ 0 h 2515690"/>
              <a:gd name="connsiteX1" fmla="*/ 170442 w 12192000"/>
              <a:gd name="connsiteY1" fmla="*/ 96074 h 2515690"/>
              <a:gd name="connsiteX2" fmla="*/ 424739 w 12192000"/>
              <a:gd name="connsiteY2" fmla="*/ 224865 h 2515690"/>
              <a:gd name="connsiteX3" fmla="*/ 748273 w 12192000"/>
              <a:gd name="connsiteY3" fmla="*/ 373939 h 2515690"/>
              <a:gd name="connsiteX4" fmla="*/ 1037058 w 12192000"/>
              <a:gd name="connsiteY4" fmla="*/ 499994 h 2515690"/>
              <a:gd name="connsiteX5" fmla="*/ 1101312 w 12192000"/>
              <a:gd name="connsiteY5" fmla="*/ 428540 h 2515690"/>
              <a:gd name="connsiteX6" fmla="*/ 1367071 w 12192000"/>
              <a:gd name="connsiteY6" fmla="*/ 516118 h 2515690"/>
              <a:gd name="connsiteX7" fmla="*/ 2189943 w 12192000"/>
              <a:gd name="connsiteY7" fmla="*/ 794533 h 2515690"/>
              <a:gd name="connsiteX8" fmla="*/ 2390329 w 12192000"/>
              <a:gd name="connsiteY8" fmla="*/ 920897 h 2515690"/>
              <a:gd name="connsiteX9" fmla="*/ 2459570 w 12192000"/>
              <a:gd name="connsiteY9" fmla="*/ 983740 h 2515690"/>
              <a:gd name="connsiteX10" fmla="*/ 2503252 w 12192000"/>
              <a:gd name="connsiteY10" fmla="*/ 1000151 h 2515690"/>
              <a:gd name="connsiteX11" fmla="*/ 2503252 w 12192000"/>
              <a:gd name="connsiteY11" fmla="*/ 1008273 h 2515690"/>
              <a:gd name="connsiteX12" fmla="*/ 2511191 w 12192000"/>
              <a:gd name="connsiteY12" fmla="*/ 1009499 h 2515690"/>
              <a:gd name="connsiteX13" fmla="*/ 2565029 w 12192000"/>
              <a:gd name="connsiteY13" fmla="*/ 1015977 h 2515690"/>
              <a:gd name="connsiteX14" fmla="*/ 2593745 w 12192000"/>
              <a:gd name="connsiteY14" fmla="*/ 1019963 h 2515690"/>
              <a:gd name="connsiteX15" fmla="*/ 2591015 w 12192000"/>
              <a:gd name="connsiteY15" fmla="*/ 1019651 h 2515690"/>
              <a:gd name="connsiteX16" fmla="*/ 2590137 w 12192000"/>
              <a:gd name="connsiteY16" fmla="*/ 1019549 h 2515690"/>
              <a:gd name="connsiteX17" fmla="*/ 2589021 w 12192000"/>
              <a:gd name="connsiteY17" fmla="*/ 1019424 h 2515690"/>
              <a:gd name="connsiteX18" fmla="*/ 2591015 w 12192000"/>
              <a:gd name="connsiteY18" fmla="*/ 1019651 h 2515690"/>
              <a:gd name="connsiteX19" fmla="*/ 2602385 w 12192000"/>
              <a:gd name="connsiteY19" fmla="*/ 1020975 h 2515690"/>
              <a:gd name="connsiteX20" fmla="*/ 2614445 w 12192000"/>
              <a:gd name="connsiteY20" fmla="*/ 1022389 h 2515690"/>
              <a:gd name="connsiteX21" fmla="*/ 2614445 w 12192000"/>
              <a:gd name="connsiteY21" fmla="*/ 1020966 h 2515690"/>
              <a:gd name="connsiteX22" fmla="*/ 2676661 w 12192000"/>
              <a:gd name="connsiteY22" fmla="*/ 1029355 h 2515690"/>
              <a:gd name="connsiteX23" fmla="*/ 2788597 w 12192000"/>
              <a:gd name="connsiteY23" fmla="*/ 1048926 h 2515690"/>
              <a:gd name="connsiteX24" fmla="*/ 2812742 w 12192000"/>
              <a:gd name="connsiteY24" fmla="*/ 1057667 h 2515690"/>
              <a:gd name="connsiteX25" fmla="*/ 2970201 w 12192000"/>
              <a:gd name="connsiteY25" fmla="*/ 949091 h 2515690"/>
              <a:gd name="connsiteX26" fmla="*/ 3030610 w 12192000"/>
              <a:gd name="connsiteY26" fmla="*/ 1049340 h 2515690"/>
              <a:gd name="connsiteX27" fmla="*/ 3058913 w 12192000"/>
              <a:gd name="connsiteY27" fmla="*/ 1048085 h 2515690"/>
              <a:gd name="connsiteX28" fmla="*/ 3072697 w 12192000"/>
              <a:gd name="connsiteY28" fmla="*/ 1045316 h 2515690"/>
              <a:gd name="connsiteX29" fmla="*/ 3083305 w 12192000"/>
              <a:gd name="connsiteY29" fmla="*/ 1040550 h 2515690"/>
              <a:gd name="connsiteX30" fmla="*/ 3125603 w 12192000"/>
              <a:gd name="connsiteY30" fmla="*/ 1004583 h 2515690"/>
              <a:gd name="connsiteX31" fmla="*/ 3385106 w 12192000"/>
              <a:gd name="connsiteY31" fmla="*/ 1042233 h 2515690"/>
              <a:gd name="connsiteX32" fmla="*/ 3424945 w 12192000"/>
              <a:gd name="connsiteY32" fmla="*/ 1065268 h 2515690"/>
              <a:gd name="connsiteX33" fmla="*/ 3436948 w 12192000"/>
              <a:gd name="connsiteY33" fmla="*/ 1068018 h 2515690"/>
              <a:gd name="connsiteX34" fmla="*/ 3466714 w 12192000"/>
              <a:gd name="connsiteY34" fmla="*/ 1063419 h 2515690"/>
              <a:gd name="connsiteX35" fmla="*/ 3550909 w 12192000"/>
              <a:gd name="connsiteY35" fmla="*/ 1044511 h 2515690"/>
              <a:gd name="connsiteX36" fmla="*/ 3555900 w 12192000"/>
              <a:gd name="connsiteY36" fmla="*/ 1041996 h 2515690"/>
              <a:gd name="connsiteX37" fmla="*/ 3625978 w 12192000"/>
              <a:gd name="connsiteY37" fmla="*/ 1023459 h 2515690"/>
              <a:gd name="connsiteX38" fmla="*/ 3632465 w 12192000"/>
              <a:gd name="connsiteY38" fmla="*/ 1023522 h 2515690"/>
              <a:gd name="connsiteX39" fmla="*/ 3649063 w 12192000"/>
              <a:gd name="connsiteY39" fmla="*/ 1018726 h 2515690"/>
              <a:gd name="connsiteX40" fmla="*/ 3805954 w 12192000"/>
              <a:gd name="connsiteY40" fmla="*/ 917517 h 2515690"/>
              <a:gd name="connsiteX41" fmla="*/ 4020506 w 12192000"/>
              <a:gd name="connsiteY41" fmla="*/ 816231 h 2515690"/>
              <a:gd name="connsiteX42" fmla="*/ 4233682 w 12192000"/>
              <a:gd name="connsiteY42" fmla="*/ 799511 h 2515690"/>
              <a:gd name="connsiteX43" fmla="*/ 4306552 w 12192000"/>
              <a:gd name="connsiteY43" fmla="*/ 610207 h 2515690"/>
              <a:gd name="connsiteX44" fmla="*/ 4816604 w 12192000"/>
              <a:gd name="connsiteY44" fmla="*/ 773163 h 2515690"/>
              <a:gd name="connsiteX45" fmla="*/ 4916502 w 12192000"/>
              <a:gd name="connsiteY45" fmla="*/ 788104 h 2515690"/>
              <a:gd name="connsiteX46" fmla="*/ 5224415 w 12192000"/>
              <a:gd name="connsiteY46" fmla="*/ 674418 h 2515690"/>
              <a:gd name="connsiteX47" fmla="*/ 5274077 w 12192000"/>
              <a:gd name="connsiteY47" fmla="*/ 655978 h 2515690"/>
              <a:gd name="connsiteX48" fmla="*/ 5371217 w 12192000"/>
              <a:gd name="connsiteY48" fmla="*/ 614372 h 2515690"/>
              <a:gd name="connsiteX49" fmla="*/ 5364523 w 12192000"/>
              <a:gd name="connsiteY49" fmla="*/ 502501 h 2515690"/>
              <a:gd name="connsiteX50" fmla="*/ 5457871 w 12192000"/>
              <a:gd name="connsiteY50" fmla="*/ 558285 h 2515690"/>
              <a:gd name="connsiteX51" fmla="*/ 5750580 w 12192000"/>
              <a:gd name="connsiteY51" fmla="*/ 663503 h 2515690"/>
              <a:gd name="connsiteX52" fmla="*/ 5976618 w 12192000"/>
              <a:gd name="connsiteY52" fmla="*/ 582652 h 2515690"/>
              <a:gd name="connsiteX53" fmla="*/ 6009346 w 12192000"/>
              <a:gd name="connsiteY53" fmla="*/ 559470 h 2515690"/>
              <a:gd name="connsiteX54" fmla="*/ 6069735 w 12192000"/>
              <a:gd name="connsiteY54" fmla="*/ 587803 h 2515690"/>
              <a:gd name="connsiteX55" fmla="*/ 6270319 w 12192000"/>
              <a:gd name="connsiteY55" fmla="*/ 643982 h 2515690"/>
              <a:gd name="connsiteX56" fmla="*/ 6406781 w 12192000"/>
              <a:gd name="connsiteY56" fmla="*/ 672327 h 2515690"/>
              <a:gd name="connsiteX57" fmla="*/ 6469508 w 12192000"/>
              <a:gd name="connsiteY57" fmla="*/ 708574 h 2515690"/>
              <a:gd name="connsiteX58" fmla="*/ 6515869 w 12192000"/>
              <a:gd name="connsiteY58" fmla="*/ 715738 h 2515690"/>
              <a:gd name="connsiteX59" fmla="*/ 6725938 w 12192000"/>
              <a:gd name="connsiteY59" fmla="*/ 691128 h 2515690"/>
              <a:gd name="connsiteX60" fmla="*/ 6778240 w 12192000"/>
              <a:gd name="connsiteY60" fmla="*/ 678998 h 2515690"/>
              <a:gd name="connsiteX61" fmla="*/ 6806944 w 12192000"/>
              <a:gd name="connsiteY61" fmla="*/ 646178 h 2515690"/>
              <a:gd name="connsiteX62" fmla="*/ 6830632 w 12192000"/>
              <a:gd name="connsiteY62" fmla="*/ 633915 h 2515690"/>
              <a:gd name="connsiteX63" fmla="*/ 6858072 w 12192000"/>
              <a:gd name="connsiteY63" fmla="*/ 646178 h 2515690"/>
              <a:gd name="connsiteX64" fmla="*/ 6891322 w 12192000"/>
              <a:gd name="connsiteY64" fmla="*/ 678998 h 2515690"/>
              <a:gd name="connsiteX65" fmla="*/ 6951905 w 12192000"/>
              <a:gd name="connsiteY65" fmla="*/ 691128 h 2515690"/>
              <a:gd name="connsiteX66" fmla="*/ 7195246 w 12192000"/>
              <a:gd name="connsiteY66" fmla="*/ 715738 h 2515690"/>
              <a:gd name="connsiteX67" fmla="*/ 7248949 w 12192000"/>
              <a:gd name="connsiteY67" fmla="*/ 708574 h 2515690"/>
              <a:gd name="connsiteX68" fmla="*/ 7321609 w 12192000"/>
              <a:gd name="connsiteY68" fmla="*/ 672327 h 2515690"/>
              <a:gd name="connsiteX69" fmla="*/ 7479684 w 12192000"/>
              <a:gd name="connsiteY69" fmla="*/ 643982 h 2515690"/>
              <a:gd name="connsiteX70" fmla="*/ 7712035 w 12192000"/>
              <a:gd name="connsiteY70" fmla="*/ 587803 h 2515690"/>
              <a:gd name="connsiteX71" fmla="*/ 7781987 w 12192000"/>
              <a:gd name="connsiteY71" fmla="*/ 559470 h 2515690"/>
              <a:gd name="connsiteX72" fmla="*/ 7819900 w 12192000"/>
              <a:gd name="connsiteY72" fmla="*/ 582652 h 2515690"/>
              <a:gd name="connsiteX73" fmla="*/ 8081736 w 12192000"/>
              <a:gd name="connsiteY73" fmla="*/ 663503 h 2515690"/>
              <a:gd name="connsiteX74" fmla="*/ 8420801 w 12192000"/>
              <a:gd name="connsiteY74" fmla="*/ 558285 h 2515690"/>
              <a:gd name="connsiteX75" fmla="*/ 8528933 w 12192000"/>
              <a:gd name="connsiteY75" fmla="*/ 502501 h 2515690"/>
              <a:gd name="connsiteX76" fmla="*/ 8521178 w 12192000"/>
              <a:gd name="connsiteY76" fmla="*/ 614372 h 2515690"/>
              <a:gd name="connsiteX77" fmla="*/ 8633702 w 12192000"/>
              <a:gd name="connsiteY77" fmla="*/ 655978 h 2515690"/>
              <a:gd name="connsiteX78" fmla="*/ 8691231 w 12192000"/>
              <a:gd name="connsiteY78" fmla="*/ 674418 h 2515690"/>
              <a:gd name="connsiteX79" fmla="*/ 9047908 w 12192000"/>
              <a:gd name="connsiteY79" fmla="*/ 788104 h 2515690"/>
              <a:gd name="connsiteX80" fmla="*/ 9163628 w 12192000"/>
              <a:gd name="connsiteY80" fmla="*/ 773163 h 2515690"/>
              <a:gd name="connsiteX81" fmla="*/ 9754459 w 12192000"/>
              <a:gd name="connsiteY81" fmla="*/ 610207 h 2515690"/>
              <a:gd name="connsiteX82" fmla="*/ 9838868 w 12192000"/>
              <a:gd name="connsiteY82" fmla="*/ 799511 h 2515690"/>
              <a:gd name="connsiteX83" fmla="*/ 10085808 w 12192000"/>
              <a:gd name="connsiteY83" fmla="*/ 816231 h 2515690"/>
              <a:gd name="connsiteX84" fmla="*/ 10334338 w 12192000"/>
              <a:gd name="connsiteY84" fmla="*/ 917517 h 2515690"/>
              <a:gd name="connsiteX85" fmla="*/ 10516076 w 12192000"/>
              <a:gd name="connsiteY85" fmla="*/ 1018726 h 2515690"/>
              <a:gd name="connsiteX86" fmla="*/ 10535302 w 12192000"/>
              <a:gd name="connsiteY86" fmla="*/ 1023522 h 2515690"/>
              <a:gd name="connsiteX87" fmla="*/ 10542819 w 12192000"/>
              <a:gd name="connsiteY87" fmla="*/ 1023458 h 2515690"/>
              <a:gd name="connsiteX88" fmla="*/ 10623994 w 12192000"/>
              <a:gd name="connsiteY88" fmla="*/ 1041996 h 2515690"/>
              <a:gd name="connsiteX89" fmla="*/ 10629774 w 12192000"/>
              <a:gd name="connsiteY89" fmla="*/ 1044511 h 2515690"/>
              <a:gd name="connsiteX90" fmla="*/ 10727305 w 12192000"/>
              <a:gd name="connsiteY90" fmla="*/ 1063419 h 2515690"/>
              <a:gd name="connsiteX91" fmla="*/ 10761785 w 12192000"/>
              <a:gd name="connsiteY91" fmla="*/ 1068017 h 2515690"/>
              <a:gd name="connsiteX92" fmla="*/ 10775688 w 12192000"/>
              <a:gd name="connsiteY92" fmla="*/ 1065268 h 2515690"/>
              <a:gd name="connsiteX93" fmla="*/ 10821837 w 12192000"/>
              <a:gd name="connsiteY93" fmla="*/ 1042232 h 2515690"/>
              <a:gd name="connsiteX94" fmla="*/ 11122438 w 12192000"/>
              <a:gd name="connsiteY94" fmla="*/ 1004583 h 2515690"/>
              <a:gd name="connsiteX95" fmla="*/ 11171433 w 12192000"/>
              <a:gd name="connsiteY95" fmla="*/ 1040550 h 2515690"/>
              <a:gd name="connsiteX96" fmla="*/ 11183724 w 12192000"/>
              <a:gd name="connsiteY96" fmla="*/ 1045316 h 2515690"/>
              <a:gd name="connsiteX97" fmla="*/ 11199690 w 12192000"/>
              <a:gd name="connsiteY97" fmla="*/ 1048085 h 2515690"/>
              <a:gd name="connsiteX98" fmla="*/ 11232475 w 12192000"/>
              <a:gd name="connsiteY98" fmla="*/ 1049340 h 2515690"/>
              <a:gd name="connsiteX99" fmla="*/ 11302451 w 12192000"/>
              <a:gd name="connsiteY99" fmla="*/ 949091 h 2515690"/>
              <a:gd name="connsiteX100" fmla="*/ 11484849 w 12192000"/>
              <a:gd name="connsiteY100" fmla="*/ 1057667 h 2515690"/>
              <a:gd name="connsiteX101" fmla="*/ 11512818 w 12192000"/>
              <a:gd name="connsiteY101" fmla="*/ 1048926 h 2515690"/>
              <a:gd name="connsiteX102" fmla="*/ 11642481 w 12192000"/>
              <a:gd name="connsiteY102" fmla="*/ 1029355 h 2515690"/>
              <a:gd name="connsiteX103" fmla="*/ 11714551 w 12192000"/>
              <a:gd name="connsiteY103" fmla="*/ 1020966 h 2515690"/>
              <a:gd name="connsiteX104" fmla="*/ 11714551 w 12192000"/>
              <a:gd name="connsiteY104" fmla="*/ 1022389 h 2515690"/>
              <a:gd name="connsiteX105" fmla="*/ 11728519 w 12192000"/>
              <a:gd name="connsiteY105" fmla="*/ 1020975 h 2515690"/>
              <a:gd name="connsiteX106" fmla="*/ 11741691 w 12192000"/>
              <a:gd name="connsiteY106" fmla="*/ 1019651 h 2515690"/>
              <a:gd name="connsiteX107" fmla="*/ 11743999 w 12192000"/>
              <a:gd name="connsiteY107" fmla="*/ 1019424 h 2515690"/>
              <a:gd name="connsiteX108" fmla="*/ 11742709 w 12192000"/>
              <a:gd name="connsiteY108" fmla="*/ 1019549 h 2515690"/>
              <a:gd name="connsiteX109" fmla="*/ 11741691 w 12192000"/>
              <a:gd name="connsiteY109" fmla="*/ 1019651 h 2515690"/>
              <a:gd name="connsiteX110" fmla="*/ 11738529 w 12192000"/>
              <a:gd name="connsiteY110" fmla="*/ 1019963 h 2515690"/>
              <a:gd name="connsiteX111" fmla="*/ 11771791 w 12192000"/>
              <a:gd name="connsiteY111" fmla="*/ 1015977 h 2515690"/>
              <a:gd name="connsiteX112" fmla="*/ 11834157 w 12192000"/>
              <a:gd name="connsiteY112" fmla="*/ 1009499 h 2515690"/>
              <a:gd name="connsiteX113" fmla="*/ 11843354 w 12192000"/>
              <a:gd name="connsiteY113" fmla="*/ 1008273 h 2515690"/>
              <a:gd name="connsiteX114" fmla="*/ 11843354 w 12192000"/>
              <a:gd name="connsiteY114" fmla="*/ 1000151 h 2515690"/>
              <a:gd name="connsiteX115" fmla="*/ 11893955 w 12192000"/>
              <a:gd name="connsiteY115" fmla="*/ 983740 h 2515690"/>
              <a:gd name="connsiteX116" fmla="*/ 11974160 w 12192000"/>
              <a:gd name="connsiteY116" fmla="*/ 920897 h 2515690"/>
              <a:gd name="connsiteX117" fmla="*/ 12143531 w 12192000"/>
              <a:gd name="connsiteY117" fmla="*/ 823664 h 2515690"/>
              <a:gd name="connsiteX118" fmla="*/ 12192000 w 12192000"/>
              <a:gd name="connsiteY118" fmla="*/ 801163 h 2515690"/>
              <a:gd name="connsiteX119" fmla="*/ 12192000 w 12192000"/>
              <a:gd name="connsiteY119" fmla="*/ 2515690 h 2515690"/>
              <a:gd name="connsiteX120" fmla="*/ 0 w 12192000"/>
              <a:gd name="connsiteY120" fmla="*/ 2515690 h 251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2192000" h="251569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192E66BE-8A19-9BE0-FD31-F1DC40F0B029}"/>
              </a:ext>
            </a:extLst>
          </p:cNvPr>
          <p:cNvSpPr>
            <a:spLocks noGrp="1"/>
          </p:cNvSpPr>
          <p:nvPr>
            <p:ph type="title"/>
          </p:nvPr>
        </p:nvSpPr>
        <p:spPr>
          <a:xfrm>
            <a:off x="838200" y="365125"/>
            <a:ext cx="10515600" cy="930275"/>
          </a:xfrm>
        </p:spPr>
        <p:txBody>
          <a:bodyPr>
            <a:normAutofit fontScale="90000"/>
          </a:bodyPr>
          <a:lstStyle/>
          <a:p>
            <a:r>
              <a:rPr lang="en-AU" dirty="0"/>
              <a:t>Class Expectations: Think, Pair, Share		(pg.6)</a:t>
            </a:r>
          </a:p>
        </p:txBody>
      </p:sp>
      <p:sp>
        <p:nvSpPr>
          <p:cNvPr id="3" name="Content Placeholder 2">
            <a:extLst>
              <a:ext uri="{FF2B5EF4-FFF2-40B4-BE49-F238E27FC236}">
                <a16:creationId xmlns:a16="http://schemas.microsoft.com/office/drawing/2014/main" id="{54AA6E56-B238-588C-96F3-7FB3DFFC2978}"/>
              </a:ext>
            </a:extLst>
          </p:cNvPr>
          <p:cNvSpPr>
            <a:spLocks/>
          </p:cNvSpPr>
          <p:nvPr/>
        </p:nvSpPr>
        <p:spPr>
          <a:xfrm>
            <a:off x="1288214" y="2011363"/>
            <a:ext cx="9514933" cy="3937264"/>
          </a:xfrm>
          <a:prstGeom prst="rect">
            <a:avLst/>
          </a:prstGeom>
        </p:spPr>
        <p:txBody>
          <a:bodyPr>
            <a:normAutofit/>
          </a:bodyPr>
          <a:lstStyle/>
          <a:p>
            <a:pPr defTabSz="822960">
              <a:spcAft>
                <a:spcPts val="600"/>
              </a:spcAft>
            </a:pPr>
            <a:r>
              <a:rPr lang="en-US" sz="2160" kern="1200" dirty="0">
                <a:solidFill>
                  <a:schemeClr val="tx1"/>
                </a:solidFill>
                <a:latin typeface="+mn-lt"/>
                <a:ea typeface="+mn-ea"/>
                <a:cs typeface="+mn-cs"/>
              </a:rPr>
              <a:t>You will have </a:t>
            </a:r>
            <a:r>
              <a:rPr lang="en-US" sz="2160" u="sng" kern="1200" dirty="0">
                <a:solidFill>
                  <a:schemeClr val="tx1"/>
                </a:solidFill>
                <a:latin typeface="+mn-lt"/>
                <a:ea typeface="+mn-ea"/>
                <a:cs typeface="+mn-cs"/>
              </a:rPr>
              <a:t>1 minute</a:t>
            </a:r>
            <a:r>
              <a:rPr lang="en-US" sz="2160" kern="1200" dirty="0">
                <a:solidFill>
                  <a:schemeClr val="tx1"/>
                </a:solidFill>
                <a:latin typeface="+mn-lt"/>
                <a:ea typeface="+mn-ea"/>
                <a:cs typeface="+mn-cs"/>
              </a:rPr>
              <a:t> to </a:t>
            </a:r>
            <a:r>
              <a:rPr lang="en-US" sz="2160" b="1" kern="1200" dirty="0">
                <a:solidFill>
                  <a:schemeClr val="accent4"/>
                </a:solidFill>
                <a:latin typeface="+mn-lt"/>
                <a:ea typeface="+mn-ea"/>
                <a:cs typeface="+mn-cs"/>
              </a:rPr>
              <a:t>THINK</a:t>
            </a:r>
            <a:r>
              <a:rPr lang="en-US" sz="2160" kern="1200" dirty="0">
                <a:solidFill>
                  <a:schemeClr val="tx1"/>
                </a:solidFill>
                <a:latin typeface="+mn-lt"/>
                <a:ea typeface="+mn-ea"/>
                <a:cs typeface="+mn-cs"/>
              </a:rPr>
              <a:t> about your response to a question.</a:t>
            </a:r>
          </a:p>
          <a:p>
            <a:pPr defTabSz="822960">
              <a:spcAft>
                <a:spcPts val="600"/>
              </a:spcAft>
            </a:pPr>
            <a:r>
              <a:rPr lang="en-US" sz="2160" kern="1200" dirty="0">
                <a:solidFill>
                  <a:schemeClr val="tx1"/>
                </a:solidFill>
                <a:latin typeface="+mn-lt"/>
                <a:ea typeface="+mn-ea"/>
                <a:cs typeface="+mn-cs"/>
              </a:rPr>
              <a:t>You will then have </a:t>
            </a:r>
            <a:r>
              <a:rPr lang="en-US" sz="2160" u="sng" kern="1200" dirty="0">
                <a:solidFill>
                  <a:schemeClr val="tx1"/>
                </a:solidFill>
                <a:latin typeface="+mn-lt"/>
                <a:ea typeface="+mn-ea"/>
                <a:cs typeface="+mn-cs"/>
              </a:rPr>
              <a:t>2 minutes</a:t>
            </a:r>
            <a:r>
              <a:rPr lang="en-US" sz="2160" kern="1200" dirty="0">
                <a:solidFill>
                  <a:schemeClr val="tx1"/>
                </a:solidFill>
                <a:latin typeface="+mn-lt"/>
                <a:ea typeface="+mn-ea"/>
                <a:cs typeface="+mn-cs"/>
              </a:rPr>
              <a:t> to </a:t>
            </a:r>
            <a:r>
              <a:rPr lang="en-US" sz="2160" b="1" kern="1200" dirty="0">
                <a:solidFill>
                  <a:schemeClr val="accent1"/>
                </a:solidFill>
                <a:latin typeface="+mn-lt"/>
                <a:ea typeface="+mn-ea"/>
                <a:cs typeface="+mn-cs"/>
              </a:rPr>
              <a:t>PAIR</a:t>
            </a:r>
            <a:r>
              <a:rPr lang="en-US" sz="2160" kern="1200" dirty="0">
                <a:solidFill>
                  <a:schemeClr val="tx1"/>
                </a:solidFill>
                <a:latin typeface="+mn-lt"/>
                <a:ea typeface="+mn-ea"/>
                <a:cs typeface="+mn-cs"/>
              </a:rPr>
              <a:t> with the person next to you and discuss your thoughts. </a:t>
            </a:r>
          </a:p>
          <a:p>
            <a:pPr defTabSz="822960">
              <a:spcAft>
                <a:spcPts val="600"/>
              </a:spcAft>
            </a:pPr>
            <a:r>
              <a:rPr lang="en-US" sz="2160" kern="1200" dirty="0">
                <a:solidFill>
                  <a:schemeClr val="tx1"/>
                </a:solidFill>
                <a:latin typeface="+mn-lt"/>
                <a:ea typeface="+mn-ea"/>
                <a:cs typeface="+mn-cs"/>
              </a:rPr>
              <a:t>Finally, be prepared to </a:t>
            </a:r>
            <a:r>
              <a:rPr lang="en-US" sz="2160" b="1" kern="1200" dirty="0">
                <a:solidFill>
                  <a:srgbClr val="00B050"/>
                </a:solidFill>
                <a:latin typeface="+mn-lt"/>
                <a:ea typeface="+mn-ea"/>
                <a:cs typeface="+mn-cs"/>
              </a:rPr>
              <a:t>SHARE</a:t>
            </a:r>
            <a:r>
              <a:rPr lang="en-US" sz="2160" kern="1200" dirty="0">
                <a:solidFill>
                  <a:schemeClr val="tx1"/>
                </a:solidFill>
                <a:latin typeface="+mn-lt"/>
                <a:ea typeface="+mn-ea"/>
                <a:cs typeface="+mn-cs"/>
              </a:rPr>
              <a:t> your thoughts with the class. </a:t>
            </a:r>
          </a:p>
          <a:p>
            <a:pPr defTabSz="822960">
              <a:spcAft>
                <a:spcPts val="600"/>
              </a:spcAft>
            </a:pPr>
            <a:endParaRPr lang="en-US" sz="2160" kern="1200" dirty="0">
              <a:solidFill>
                <a:schemeClr val="tx1"/>
              </a:solidFill>
              <a:latin typeface="+mn-lt"/>
              <a:ea typeface="+mn-ea"/>
              <a:cs typeface="+mn-cs"/>
            </a:endParaRPr>
          </a:p>
          <a:p>
            <a:pPr defTabSz="822960">
              <a:spcAft>
                <a:spcPts val="600"/>
              </a:spcAft>
            </a:pPr>
            <a:r>
              <a:rPr lang="en-US" sz="2160" kern="1200" dirty="0">
                <a:solidFill>
                  <a:schemeClr val="tx1"/>
                </a:solidFill>
                <a:latin typeface="+mn-lt"/>
                <a:ea typeface="+mn-ea"/>
                <a:cs typeface="+mn-cs"/>
              </a:rPr>
              <a:t>This term we will be talking about </a:t>
            </a:r>
            <a:r>
              <a:rPr lang="en-US" sz="2160" b="1" kern="1200" dirty="0">
                <a:solidFill>
                  <a:srgbClr val="FF0000"/>
                </a:solidFill>
                <a:latin typeface="+mn-lt"/>
                <a:ea typeface="+mn-ea"/>
                <a:cs typeface="+mn-cs"/>
              </a:rPr>
              <a:t>love, sex, and relationships </a:t>
            </a:r>
            <a:r>
              <a:rPr lang="en-US" sz="2160" kern="1200" dirty="0">
                <a:solidFill>
                  <a:schemeClr val="tx1"/>
                </a:solidFill>
                <a:latin typeface="+mn-lt"/>
                <a:ea typeface="+mn-ea"/>
                <a:cs typeface="+mn-cs"/>
              </a:rPr>
              <a:t>– keep this in mind when answering the two questions below:</a:t>
            </a:r>
          </a:p>
          <a:p>
            <a:pPr marL="0" indent="0">
              <a:spcAft>
                <a:spcPts val="600"/>
              </a:spcAft>
              <a:buNone/>
            </a:pPr>
            <a:endParaRPr lang="en-US" sz="2400" dirty="0"/>
          </a:p>
        </p:txBody>
      </p:sp>
      <p:sp>
        <p:nvSpPr>
          <p:cNvPr id="4" name="TextBox 3">
            <a:extLst>
              <a:ext uri="{FF2B5EF4-FFF2-40B4-BE49-F238E27FC236}">
                <a16:creationId xmlns:a16="http://schemas.microsoft.com/office/drawing/2014/main" id="{19E1D5C6-95CD-A9B4-0282-349218842CC2}"/>
              </a:ext>
            </a:extLst>
          </p:cNvPr>
          <p:cNvSpPr txBox="1"/>
          <p:nvPr/>
        </p:nvSpPr>
        <p:spPr>
          <a:xfrm>
            <a:off x="1187579" y="4974700"/>
            <a:ext cx="4585514" cy="1277273"/>
          </a:xfrm>
          <a:custGeom>
            <a:avLst/>
            <a:gdLst>
              <a:gd name="connsiteX0" fmla="*/ 0 w 4585514"/>
              <a:gd name="connsiteY0" fmla="*/ 0 h 1277273"/>
              <a:gd name="connsiteX1" fmla="*/ 527334 w 4585514"/>
              <a:gd name="connsiteY1" fmla="*/ 0 h 1277273"/>
              <a:gd name="connsiteX2" fmla="*/ 962958 w 4585514"/>
              <a:gd name="connsiteY2" fmla="*/ 0 h 1277273"/>
              <a:gd name="connsiteX3" fmla="*/ 1627857 w 4585514"/>
              <a:gd name="connsiteY3" fmla="*/ 0 h 1277273"/>
              <a:gd name="connsiteX4" fmla="*/ 2155192 w 4585514"/>
              <a:gd name="connsiteY4" fmla="*/ 0 h 1277273"/>
              <a:gd name="connsiteX5" fmla="*/ 2682526 w 4585514"/>
              <a:gd name="connsiteY5" fmla="*/ 0 h 1277273"/>
              <a:gd name="connsiteX6" fmla="*/ 3347425 w 4585514"/>
              <a:gd name="connsiteY6" fmla="*/ 0 h 1277273"/>
              <a:gd name="connsiteX7" fmla="*/ 3828904 w 4585514"/>
              <a:gd name="connsiteY7" fmla="*/ 0 h 1277273"/>
              <a:gd name="connsiteX8" fmla="*/ 4585514 w 4585514"/>
              <a:gd name="connsiteY8" fmla="*/ 0 h 1277273"/>
              <a:gd name="connsiteX9" fmla="*/ 4585514 w 4585514"/>
              <a:gd name="connsiteY9" fmla="*/ 664181 h 1277273"/>
              <a:gd name="connsiteX10" fmla="*/ 4585514 w 4585514"/>
              <a:gd name="connsiteY10" fmla="*/ 1277273 h 1277273"/>
              <a:gd name="connsiteX11" fmla="*/ 4012325 w 4585514"/>
              <a:gd name="connsiteY11" fmla="*/ 1277273 h 1277273"/>
              <a:gd name="connsiteX12" fmla="*/ 3484991 w 4585514"/>
              <a:gd name="connsiteY12" fmla="*/ 1277273 h 1277273"/>
              <a:gd name="connsiteX13" fmla="*/ 2820091 w 4585514"/>
              <a:gd name="connsiteY13" fmla="*/ 1277273 h 1277273"/>
              <a:gd name="connsiteX14" fmla="*/ 2155192 w 4585514"/>
              <a:gd name="connsiteY14" fmla="*/ 1277273 h 1277273"/>
              <a:gd name="connsiteX15" fmla="*/ 1673713 w 4585514"/>
              <a:gd name="connsiteY15" fmla="*/ 1277273 h 1277273"/>
              <a:gd name="connsiteX16" fmla="*/ 1100523 w 4585514"/>
              <a:gd name="connsiteY16" fmla="*/ 1277273 h 1277273"/>
              <a:gd name="connsiteX17" fmla="*/ 0 w 4585514"/>
              <a:gd name="connsiteY17" fmla="*/ 1277273 h 1277273"/>
              <a:gd name="connsiteX18" fmla="*/ 0 w 4585514"/>
              <a:gd name="connsiteY18" fmla="*/ 638636 h 1277273"/>
              <a:gd name="connsiteX19" fmla="*/ 0 w 4585514"/>
              <a:gd name="connsiteY19" fmla="*/ 0 h 127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585514" h="1277273" extrusionOk="0">
                <a:moveTo>
                  <a:pt x="0" y="0"/>
                </a:moveTo>
                <a:cubicBezTo>
                  <a:pt x="97128" y="-67742"/>
                  <a:pt x="337855" y="77081"/>
                  <a:pt x="527334" y="0"/>
                </a:cubicBezTo>
                <a:cubicBezTo>
                  <a:pt x="710967" y="-59713"/>
                  <a:pt x="762438" y="56653"/>
                  <a:pt x="962958" y="0"/>
                </a:cubicBezTo>
                <a:cubicBezTo>
                  <a:pt x="1113222" y="-36729"/>
                  <a:pt x="1468927" y="87989"/>
                  <a:pt x="1627857" y="0"/>
                </a:cubicBezTo>
                <a:cubicBezTo>
                  <a:pt x="1739918" y="-94200"/>
                  <a:pt x="1932763" y="80258"/>
                  <a:pt x="2155192" y="0"/>
                </a:cubicBezTo>
                <a:cubicBezTo>
                  <a:pt x="2437451" y="-59926"/>
                  <a:pt x="2454649" y="39653"/>
                  <a:pt x="2682526" y="0"/>
                </a:cubicBezTo>
                <a:cubicBezTo>
                  <a:pt x="2871660" y="-57123"/>
                  <a:pt x="3009185" y="91330"/>
                  <a:pt x="3347425" y="0"/>
                </a:cubicBezTo>
                <a:cubicBezTo>
                  <a:pt x="3653426" y="-71863"/>
                  <a:pt x="3645284" y="6538"/>
                  <a:pt x="3828904" y="0"/>
                </a:cubicBezTo>
                <a:cubicBezTo>
                  <a:pt x="4047120" y="21898"/>
                  <a:pt x="4260748" y="63085"/>
                  <a:pt x="4585514" y="0"/>
                </a:cubicBezTo>
                <a:cubicBezTo>
                  <a:pt x="4625149" y="152627"/>
                  <a:pt x="4552036" y="517319"/>
                  <a:pt x="4585514" y="664181"/>
                </a:cubicBezTo>
                <a:cubicBezTo>
                  <a:pt x="4655534" y="853204"/>
                  <a:pt x="4542305" y="1067248"/>
                  <a:pt x="4585514" y="1277273"/>
                </a:cubicBezTo>
                <a:cubicBezTo>
                  <a:pt x="4408150" y="1351965"/>
                  <a:pt x="4309036" y="1287551"/>
                  <a:pt x="4012325" y="1277273"/>
                </a:cubicBezTo>
                <a:cubicBezTo>
                  <a:pt x="3740983" y="1273621"/>
                  <a:pt x="3639528" y="1202537"/>
                  <a:pt x="3484991" y="1277273"/>
                </a:cubicBezTo>
                <a:cubicBezTo>
                  <a:pt x="3321853" y="1330097"/>
                  <a:pt x="2991209" y="1257368"/>
                  <a:pt x="2820091" y="1277273"/>
                </a:cubicBezTo>
                <a:cubicBezTo>
                  <a:pt x="2617653" y="1282088"/>
                  <a:pt x="2310422" y="1212859"/>
                  <a:pt x="2155192" y="1277273"/>
                </a:cubicBezTo>
                <a:cubicBezTo>
                  <a:pt x="1994362" y="1295238"/>
                  <a:pt x="1794163" y="1280973"/>
                  <a:pt x="1673713" y="1277273"/>
                </a:cubicBezTo>
                <a:cubicBezTo>
                  <a:pt x="1538711" y="1284461"/>
                  <a:pt x="1235060" y="1263029"/>
                  <a:pt x="1100523" y="1277273"/>
                </a:cubicBezTo>
                <a:cubicBezTo>
                  <a:pt x="976299" y="1364856"/>
                  <a:pt x="526132" y="1155129"/>
                  <a:pt x="0" y="1277273"/>
                </a:cubicBezTo>
                <a:cubicBezTo>
                  <a:pt x="-62797" y="1007706"/>
                  <a:pt x="23152" y="878239"/>
                  <a:pt x="0" y="638636"/>
                </a:cubicBezTo>
                <a:cubicBezTo>
                  <a:pt x="-54798" y="404600"/>
                  <a:pt x="39518" y="155901"/>
                  <a:pt x="0" y="0"/>
                </a:cubicBezTo>
                <a:close/>
              </a:path>
            </a:pathLst>
          </a:custGeom>
          <a:noFill/>
          <a:ln w="38100">
            <a:solidFill>
              <a:schemeClr val="accent1"/>
            </a:solidFill>
            <a:extLst>
              <a:ext uri="{C807C97D-BFC1-408E-A445-0C87EB9F89A2}">
                <ask:lineSketchStyleProps xmlns:ask="http://schemas.microsoft.com/office/drawing/2018/sketchyshapes" sd="1219033472">
                  <a:custGeom>
                    <a:avLst/>
                    <a:gdLst>
                      <a:gd name="connsiteX0" fmla="*/ 0 w 4585514"/>
                      <a:gd name="connsiteY0" fmla="*/ 0 h 1197500"/>
                      <a:gd name="connsiteX1" fmla="*/ 527334 w 4585514"/>
                      <a:gd name="connsiteY1" fmla="*/ 0 h 1197500"/>
                      <a:gd name="connsiteX2" fmla="*/ 962958 w 4585514"/>
                      <a:gd name="connsiteY2" fmla="*/ 0 h 1197500"/>
                      <a:gd name="connsiteX3" fmla="*/ 1627857 w 4585514"/>
                      <a:gd name="connsiteY3" fmla="*/ 0 h 1197500"/>
                      <a:gd name="connsiteX4" fmla="*/ 2155192 w 4585514"/>
                      <a:gd name="connsiteY4" fmla="*/ 0 h 1197500"/>
                      <a:gd name="connsiteX5" fmla="*/ 2682526 w 4585514"/>
                      <a:gd name="connsiteY5" fmla="*/ 0 h 1197500"/>
                      <a:gd name="connsiteX6" fmla="*/ 3347425 w 4585514"/>
                      <a:gd name="connsiteY6" fmla="*/ 0 h 1197500"/>
                      <a:gd name="connsiteX7" fmla="*/ 3828904 w 4585514"/>
                      <a:gd name="connsiteY7" fmla="*/ 0 h 1197500"/>
                      <a:gd name="connsiteX8" fmla="*/ 4585514 w 4585514"/>
                      <a:gd name="connsiteY8" fmla="*/ 0 h 1197500"/>
                      <a:gd name="connsiteX9" fmla="*/ 4585514 w 4585514"/>
                      <a:gd name="connsiteY9" fmla="*/ 622700 h 1197500"/>
                      <a:gd name="connsiteX10" fmla="*/ 4585514 w 4585514"/>
                      <a:gd name="connsiteY10" fmla="*/ 1197500 h 1197500"/>
                      <a:gd name="connsiteX11" fmla="*/ 4012325 w 4585514"/>
                      <a:gd name="connsiteY11" fmla="*/ 1197500 h 1197500"/>
                      <a:gd name="connsiteX12" fmla="*/ 3484991 w 4585514"/>
                      <a:gd name="connsiteY12" fmla="*/ 1197500 h 1197500"/>
                      <a:gd name="connsiteX13" fmla="*/ 2820091 w 4585514"/>
                      <a:gd name="connsiteY13" fmla="*/ 1197500 h 1197500"/>
                      <a:gd name="connsiteX14" fmla="*/ 2155192 w 4585514"/>
                      <a:gd name="connsiteY14" fmla="*/ 1197500 h 1197500"/>
                      <a:gd name="connsiteX15" fmla="*/ 1673713 w 4585514"/>
                      <a:gd name="connsiteY15" fmla="*/ 1197500 h 1197500"/>
                      <a:gd name="connsiteX16" fmla="*/ 1100523 w 4585514"/>
                      <a:gd name="connsiteY16" fmla="*/ 1197500 h 1197500"/>
                      <a:gd name="connsiteX17" fmla="*/ 0 w 4585514"/>
                      <a:gd name="connsiteY17" fmla="*/ 1197500 h 1197500"/>
                      <a:gd name="connsiteX18" fmla="*/ 0 w 4585514"/>
                      <a:gd name="connsiteY18" fmla="*/ 598750 h 1197500"/>
                      <a:gd name="connsiteX19" fmla="*/ 0 w 4585514"/>
                      <a:gd name="connsiteY19" fmla="*/ 0 h 1197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585514" h="1197500" extrusionOk="0">
                        <a:moveTo>
                          <a:pt x="0" y="0"/>
                        </a:moveTo>
                        <a:cubicBezTo>
                          <a:pt x="121247" y="-49563"/>
                          <a:pt x="369604" y="61096"/>
                          <a:pt x="527334" y="0"/>
                        </a:cubicBezTo>
                        <a:cubicBezTo>
                          <a:pt x="685064" y="-61096"/>
                          <a:pt x="793295" y="52195"/>
                          <a:pt x="962958" y="0"/>
                        </a:cubicBezTo>
                        <a:cubicBezTo>
                          <a:pt x="1132621" y="-52195"/>
                          <a:pt x="1472126" y="65915"/>
                          <a:pt x="1627857" y="0"/>
                        </a:cubicBezTo>
                        <a:cubicBezTo>
                          <a:pt x="1783588" y="-65915"/>
                          <a:pt x="1895913" y="58739"/>
                          <a:pt x="2155192" y="0"/>
                        </a:cubicBezTo>
                        <a:cubicBezTo>
                          <a:pt x="2414471" y="-58739"/>
                          <a:pt x="2449432" y="47243"/>
                          <a:pt x="2682526" y="0"/>
                        </a:cubicBezTo>
                        <a:cubicBezTo>
                          <a:pt x="2915620" y="-47243"/>
                          <a:pt x="3040385" y="58086"/>
                          <a:pt x="3347425" y="0"/>
                        </a:cubicBezTo>
                        <a:cubicBezTo>
                          <a:pt x="3654465" y="-58086"/>
                          <a:pt x="3649936" y="69"/>
                          <a:pt x="3828904" y="0"/>
                        </a:cubicBezTo>
                        <a:cubicBezTo>
                          <a:pt x="4007872" y="-69"/>
                          <a:pt x="4233570" y="53019"/>
                          <a:pt x="4585514" y="0"/>
                        </a:cubicBezTo>
                        <a:cubicBezTo>
                          <a:pt x="4651057" y="147023"/>
                          <a:pt x="4533794" y="471023"/>
                          <a:pt x="4585514" y="622700"/>
                        </a:cubicBezTo>
                        <a:cubicBezTo>
                          <a:pt x="4637234" y="774377"/>
                          <a:pt x="4539071" y="969194"/>
                          <a:pt x="4585514" y="1197500"/>
                        </a:cubicBezTo>
                        <a:cubicBezTo>
                          <a:pt x="4401140" y="1257405"/>
                          <a:pt x="4295306" y="1191369"/>
                          <a:pt x="4012325" y="1197500"/>
                        </a:cubicBezTo>
                        <a:cubicBezTo>
                          <a:pt x="3729344" y="1203631"/>
                          <a:pt x="3634390" y="1150090"/>
                          <a:pt x="3484991" y="1197500"/>
                        </a:cubicBezTo>
                        <a:cubicBezTo>
                          <a:pt x="3335592" y="1244910"/>
                          <a:pt x="3011993" y="1192284"/>
                          <a:pt x="2820091" y="1197500"/>
                        </a:cubicBezTo>
                        <a:cubicBezTo>
                          <a:pt x="2628189" y="1202716"/>
                          <a:pt x="2318273" y="1152115"/>
                          <a:pt x="2155192" y="1197500"/>
                        </a:cubicBezTo>
                        <a:cubicBezTo>
                          <a:pt x="1992111" y="1242885"/>
                          <a:pt x="1806728" y="1194091"/>
                          <a:pt x="1673713" y="1197500"/>
                        </a:cubicBezTo>
                        <a:cubicBezTo>
                          <a:pt x="1540698" y="1200909"/>
                          <a:pt x="1222068" y="1175095"/>
                          <a:pt x="1100523" y="1197500"/>
                        </a:cubicBezTo>
                        <a:cubicBezTo>
                          <a:pt x="978978" y="1219905"/>
                          <a:pt x="456511" y="1121703"/>
                          <a:pt x="0" y="1197500"/>
                        </a:cubicBezTo>
                        <a:cubicBezTo>
                          <a:pt x="-45180" y="918548"/>
                          <a:pt x="56706" y="821711"/>
                          <a:pt x="0" y="598750"/>
                        </a:cubicBezTo>
                        <a:cubicBezTo>
                          <a:pt x="-56706" y="375789"/>
                          <a:pt x="67039" y="132558"/>
                          <a:pt x="0" y="0"/>
                        </a:cubicBezTo>
                        <a:close/>
                      </a:path>
                    </a:pathLst>
                  </a:custGeom>
                  <ask:type>
                    <ask:lineSketchScribble/>
                  </ask:type>
                </ask:lineSketchStyleProps>
              </a:ext>
            </a:extLst>
          </a:ln>
        </p:spPr>
        <p:txBody>
          <a:bodyPr wrap="square">
            <a:spAutoFit/>
          </a:bodyPr>
          <a:lstStyle/>
          <a:p>
            <a:pPr algn="ctr" defTabSz="822960">
              <a:spcAft>
                <a:spcPts val="600"/>
              </a:spcAft>
            </a:pPr>
            <a:r>
              <a:rPr lang="en-US" sz="2160" i="1" kern="1200" dirty="0">
                <a:solidFill>
                  <a:schemeClr val="tx1"/>
                </a:solidFill>
                <a:latin typeface="+mn-lt"/>
                <a:ea typeface="+mn-ea"/>
                <a:cs typeface="+mn-cs"/>
              </a:rPr>
              <a:t>What would you NOT like to see happen?</a:t>
            </a:r>
          </a:p>
          <a:p>
            <a:pPr algn="ctr" defTabSz="822960">
              <a:spcAft>
                <a:spcPts val="600"/>
              </a:spcAft>
            </a:pPr>
            <a:r>
              <a:rPr lang="en-US" sz="1440" i="1" kern="1200" dirty="0">
                <a:solidFill>
                  <a:schemeClr val="tx1"/>
                </a:solidFill>
                <a:latin typeface="+mn-lt"/>
                <a:ea typeface="+mn-ea"/>
                <a:cs typeface="+mn-cs"/>
              </a:rPr>
              <a:t>(i.e., what could go wrong when we talk about these topics?)</a:t>
            </a:r>
            <a:endParaRPr lang="en-US" sz="1600" i="1" dirty="0"/>
          </a:p>
        </p:txBody>
      </p:sp>
      <p:sp>
        <p:nvSpPr>
          <p:cNvPr id="5" name="TextBox 4">
            <a:extLst>
              <a:ext uri="{FF2B5EF4-FFF2-40B4-BE49-F238E27FC236}">
                <a16:creationId xmlns:a16="http://schemas.microsoft.com/office/drawing/2014/main" id="{C6BF9E3A-82FC-475E-0DD6-2628368AC92D}"/>
              </a:ext>
            </a:extLst>
          </p:cNvPr>
          <p:cNvSpPr txBox="1"/>
          <p:nvPr/>
        </p:nvSpPr>
        <p:spPr>
          <a:xfrm>
            <a:off x="6414480" y="5040840"/>
            <a:ext cx="4589941" cy="1065218"/>
          </a:xfrm>
          <a:custGeom>
            <a:avLst/>
            <a:gdLst>
              <a:gd name="connsiteX0" fmla="*/ 0 w 4589941"/>
              <a:gd name="connsiteY0" fmla="*/ 0 h 1065218"/>
              <a:gd name="connsiteX1" fmla="*/ 527843 w 4589941"/>
              <a:gd name="connsiteY1" fmla="*/ 0 h 1065218"/>
              <a:gd name="connsiteX2" fmla="*/ 963888 w 4589941"/>
              <a:gd name="connsiteY2" fmla="*/ 0 h 1065218"/>
              <a:gd name="connsiteX3" fmla="*/ 1629429 w 4589941"/>
              <a:gd name="connsiteY3" fmla="*/ 0 h 1065218"/>
              <a:gd name="connsiteX4" fmla="*/ 2157272 w 4589941"/>
              <a:gd name="connsiteY4" fmla="*/ 0 h 1065218"/>
              <a:gd name="connsiteX5" fmla="*/ 2685115 w 4589941"/>
              <a:gd name="connsiteY5" fmla="*/ 0 h 1065218"/>
              <a:gd name="connsiteX6" fmla="*/ 3350657 w 4589941"/>
              <a:gd name="connsiteY6" fmla="*/ 0 h 1065218"/>
              <a:gd name="connsiteX7" fmla="*/ 3832601 w 4589941"/>
              <a:gd name="connsiteY7" fmla="*/ 0 h 1065218"/>
              <a:gd name="connsiteX8" fmla="*/ 4589941 w 4589941"/>
              <a:gd name="connsiteY8" fmla="*/ 0 h 1065218"/>
              <a:gd name="connsiteX9" fmla="*/ 4589941 w 4589941"/>
              <a:gd name="connsiteY9" fmla="*/ 553913 h 1065218"/>
              <a:gd name="connsiteX10" fmla="*/ 4589941 w 4589941"/>
              <a:gd name="connsiteY10" fmla="*/ 1065218 h 1065218"/>
              <a:gd name="connsiteX11" fmla="*/ 4016198 w 4589941"/>
              <a:gd name="connsiteY11" fmla="*/ 1065218 h 1065218"/>
              <a:gd name="connsiteX12" fmla="*/ 3488355 w 4589941"/>
              <a:gd name="connsiteY12" fmla="*/ 1065218 h 1065218"/>
              <a:gd name="connsiteX13" fmla="*/ 2822814 w 4589941"/>
              <a:gd name="connsiteY13" fmla="*/ 1065218 h 1065218"/>
              <a:gd name="connsiteX14" fmla="*/ 2157272 w 4589941"/>
              <a:gd name="connsiteY14" fmla="*/ 1065218 h 1065218"/>
              <a:gd name="connsiteX15" fmla="*/ 1675328 w 4589941"/>
              <a:gd name="connsiteY15" fmla="*/ 1065218 h 1065218"/>
              <a:gd name="connsiteX16" fmla="*/ 1101586 w 4589941"/>
              <a:gd name="connsiteY16" fmla="*/ 1065218 h 1065218"/>
              <a:gd name="connsiteX17" fmla="*/ 0 w 4589941"/>
              <a:gd name="connsiteY17" fmla="*/ 1065218 h 1065218"/>
              <a:gd name="connsiteX18" fmla="*/ 0 w 4589941"/>
              <a:gd name="connsiteY18" fmla="*/ 532609 h 1065218"/>
              <a:gd name="connsiteX19" fmla="*/ 0 w 4589941"/>
              <a:gd name="connsiteY19" fmla="*/ 0 h 1065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589941" h="1065218" extrusionOk="0">
                <a:moveTo>
                  <a:pt x="0" y="0"/>
                </a:moveTo>
                <a:cubicBezTo>
                  <a:pt x="166870" y="-30682"/>
                  <a:pt x="380712" y="24670"/>
                  <a:pt x="527843" y="0"/>
                </a:cubicBezTo>
                <a:cubicBezTo>
                  <a:pt x="671697" y="-19082"/>
                  <a:pt x="815332" y="17775"/>
                  <a:pt x="963888" y="0"/>
                </a:cubicBezTo>
                <a:cubicBezTo>
                  <a:pt x="1052335" y="17409"/>
                  <a:pt x="1381424" y="127496"/>
                  <a:pt x="1629429" y="0"/>
                </a:cubicBezTo>
                <a:cubicBezTo>
                  <a:pt x="1837047" y="-78055"/>
                  <a:pt x="1975905" y="65704"/>
                  <a:pt x="2157272" y="0"/>
                </a:cubicBezTo>
                <a:cubicBezTo>
                  <a:pt x="2400760" y="-45401"/>
                  <a:pt x="2578436" y="14577"/>
                  <a:pt x="2685115" y="0"/>
                </a:cubicBezTo>
                <a:cubicBezTo>
                  <a:pt x="2757257" y="-28764"/>
                  <a:pt x="3015327" y="41898"/>
                  <a:pt x="3350657" y="0"/>
                </a:cubicBezTo>
                <a:cubicBezTo>
                  <a:pt x="3663724" y="-35927"/>
                  <a:pt x="3705878" y="12330"/>
                  <a:pt x="3832601" y="0"/>
                </a:cubicBezTo>
                <a:cubicBezTo>
                  <a:pt x="4022540" y="29242"/>
                  <a:pt x="4257165" y="23775"/>
                  <a:pt x="4589941" y="0"/>
                </a:cubicBezTo>
                <a:cubicBezTo>
                  <a:pt x="4589733" y="209279"/>
                  <a:pt x="4588521" y="426945"/>
                  <a:pt x="4589941" y="553913"/>
                </a:cubicBezTo>
                <a:cubicBezTo>
                  <a:pt x="4648285" y="743278"/>
                  <a:pt x="4550249" y="885979"/>
                  <a:pt x="4589941" y="1065218"/>
                </a:cubicBezTo>
                <a:cubicBezTo>
                  <a:pt x="4342934" y="1080626"/>
                  <a:pt x="4160559" y="1044773"/>
                  <a:pt x="4016198" y="1065218"/>
                </a:cubicBezTo>
                <a:cubicBezTo>
                  <a:pt x="3902721" y="1068694"/>
                  <a:pt x="3675183" y="1013169"/>
                  <a:pt x="3488355" y="1065218"/>
                </a:cubicBezTo>
                <a:cubicBezTo>
                  <a:pt x="3258810" y="1085663"/>
                  <a:pt x="3118287" y="1023135"/>
                  <a:pt x="2822814" y="1065218"/>
                </a:cubicBezTo>
                <a:cubicBezTo>
                  <a:pt x="2490364" y="1092530"/>
                  <a:pt x="2466048" y="1017810"/>
                  <a:pt x="2157272" y="1065218"/>
                </a:cubicBezTo>
                <a:cubicBezTo>
                  <a:pt x="1846882" y="1106874"/>
                  <a:pt x="1847316" y="1050031"/>
                  <a:pt x="1675328" y="1065218"/>
                </a:cubicBezTo>
                <a:cubicBezTo>
                  <a:pt x="1469860" y="1126001"/>
                  <a:pt x="1364621" y="1018921"/>
                  <a:pt x="1101586" y="1065218"/>
                </a:cubicBezTo>
                <a:cubicBezTo>
                  <a:pt x="851836" y="1183870"/>
                  <a:pt x="329085" y="951354"/>
                  <a:pt x="0" y="1065218"/>
                </a:cubicBezTo>
                <a:cubicBezTo>
                  <a:pt x="-56914" y="831608"/>
                  <a:pt x="11853" y="644257"/>
                  <a:pt x="0" y="532609"/>
                </a:cubicBezTo>
                <a:cubicBezTo>
                  <a:pt x="263" y="455510"/>
                  <a:pt x="38795" y="131976"/>
                  <a:pt x="0" y="0"/>
                </a:cubicBezTo>
                <a:close/>
              </a:path>
            </a:pathLst>
          </a:custGeom>
          <a:noFill/>
          <a:ln w="38100">
            <a:solidFill>
              <a:schemeClr val="accent1"/>
            </a:solidFill>
            <a:extLst>
              <a:ext uri="{C807C97D-BFC1-408E-A445-0C87EB9F89A2}">
                <ask:lineSketchStyleProps xmlns:ask="http://schemas.microsoft.com/office/drawing/2018/sketchyshapes" sd="1219033472">
                  <a:custGeom>
                    <a:avLst/>
                    <a:gdLst>
                      <a:gd name="connsiteX0" fmla="*/ 0 w 4589941"/>
                      <a:gd name="connsiteY0" fmla="*/ 0 h 1065218"/>
                      <a:gd name="connsiteX1" fmla="*/ 527843 w 4589941"/>
                      <a:gd name="connsiteY1" fmla="*/ 0 h 1065218"/>
                      <a:gd name="connsiteX2" fmla="*/ 963888 w 4589941"/>
                      <a:gd name="connsiteY2" fmla="*/ 0 h 1065218"/>
                      <a:gd name="connsiteX3" fmla="*/ 1629429 w 4589941"/>
                      <a:gd name="connsiteY3" fmla="*/ 0 h 1065218"/>
                      <a:gd name="connsiteX4" fmla="*/ 2157272 w 4589941"/>
                      <a:gd name="connsiteY4" fmla="*/ 0 h 1065218"/>
                      <a:gd name="connsiteX5" fmla="*/ 2685115 w 4589941"/>
                      <a:gd name="connsiteY5" fmla="*/ 0 h 1065218"/>
                      <a:gd name="connsiteX6" fmla="*/ 3350657 w 4589941"/>
                      <a:gd name="connsiteY6" fmla="*/ 0 h 1065218"/>
                      <a:gd name="connsiteX7" fmla="*/ 3832601 w 4589941"/>
                      <a:gd name="connsiteY7" fmla="*/ 0 h 1065218"/>
                      <a:gd name="connsiteX8" fmla="*/ 4589941 w 4589941"/>
                      <a:gd name="connsiteY8" fmla="*/ 0 h 1065218"/>
                      <a:gd name="connsiteX9" fmla="*/ 4589941 w 4589941"/>
                      <a:gd name="connsiteY9" fmla="*/ 553913 h 1065218"/>
                      <a:gd name="connsiteX10" fmla="*/ 4589941 w 4589941"/>
                      <a:gd name="connsiteY10" fmla="*/ 1065218 h 1065218"/>
                      <a:gd name="connsiteX11" fmla="*/ 4016198 w 4589941"/>
                      <a:gd name="connsiteY11" fmla="*/ 1065218 h 1065218"/>
                      <a:gd name="connsiteX12" fmla="*/ 3488355 w 4589941"/>
                      <a:gd name="connsiteY12" fmla="*/ 1065218 h 1065218"/>
                      <a:gd name="connsiteX13" fmla="*/ 2822814 w 4589941"/>
                      <a:gd name="connsiteY13" fmla="*/ 1065218 h 1065218"/>
                      <a:gd name="connsiteX14" fmla="*/ 2157272 w 4589941"/>
                      <a:gd name="connsiteY14" fmla="*/ 1065218 h 1065218"/>
                      <a:gd name="connsiteX15" fmla="*/ 1675328 w 4589941"/>
                      <a:gd name="connsiteY15" fmla="*/ 1065218 h 1065218"/>
                      <a:gd name="connsiteX16" fmla="*/ 1101586 w 4589941"/>
                      <a:gd name="connsiteY16" fmla="*/ 1065218 h 1065218"/>
                      <a:gd name="connsiteX17" fmla="*/ 0 w 4589941"/>
                      <a:gd name="connsiteY17" fmla="*/ 1065218 h 1065218"/>
                      <a:gd name="connsiteX18" fmla="*/ 0 w 4589941"/>
                      <a:gd name="connsiteY18" fmla="*/ 532609 h 1065218"/>
                      <a:gd name="connsiteX19" fmla="*/ 0 w 4589941"/>
                      <a:gd name="connsiteY19" fmla="*/ 0 h 1065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589941" h="1065218" extrusionOk="0">
                        <a:moveTo>
                          <a:pt x="0" y="0"/>
                        </a:moveTo>
                        <a:cubicBezTo>
                          <a:pt x="183836" y="-20217"/>
                          <a:pt x="391429" y="20648"/>
                          <a:pt x="527843" y="0"/>
                        </a:cubicBezTo>
                        <a:cubicBezTo>
                          <a:pt x="664257" y="-20648"/>
                          <a:pt x="840223" y="16984"/>
                          <a:pt x="963888" y="0"/>
                        </a:cubicBezTo>
                        <a:cubicBezTo>
                          <a:pt x="1087554" y="-16984"/>
                          <a:pt x="1393201" y="62402"/>
                          <a:pt x="1629429" y="0"/>
                        </a:cubicBezTo>
                        <a:cubicBezTo>
                          <a:pt x="1865657" y="-62402"/>
                          <a:pt x="1939894" y="48498"/>
                          <a:pt x="2157272" y="0"/>
                        </a:cubicBezTo>
                        <a:cubicBezTo>
                          <a:pt x="2374650" y="-48498"/>
                          <a:pt x="2574412" y="22859"/>
                          <a:pt x="2685115" y="0"/>
                        </a:cubicBezTo>
                        <a:cubicBezTo>
                          <a:pt x="2795818" y="-22859"/>
                          <a:pt x="3036159" y="22285"/>
                          <a:pt x="3350657" y="0"/>
                        </a:cubicBezTo>
                        <a:cubicBezTo>
                          <a:pt x="3665155" y="-22285"/>
                          <a:pt x="3709048" y="7924"/>
                          <a:pt x="3832601" y="0"/>
                        </a:cubicBezTo>
                        <a:cubicBezTo>
                          <a:pt x="3956154" y="-7924"/>
                          <a:pt x="4229415" y="17103"/>
                          <a:pt x="4589941" y="0"/>
                        </a:cubicBezTo>
                        <a:cubicBezTo>
                          <a:pt x="4630168" y="215819"/>
                          <a:pt x="4555218" y="399710"/>
                          <a:pt x="4589941" y="553913"/>
                        </a:cubicBezTo>
                        <a:cubicBezTo>
                          <a:pt x="4624664" y="708116"/>
                          <a:pt x="4548057" y="863273"/>
                          <a:pt x="4589941" y="1065218"/>
                        </a:cubicBezTo>
                        <a:cubicBezTo>
                          <a:pt x="4339319" y="1075057"/>
                          <a:pt x="4155764" y="1038900"/>
                          <a:pt x="4016198" y="1065218"/>
                        </a:cubicBezTo>
                        <a:cubicBezTo>
                          <a:pt x="3876632" y="1091536"/>
                          <a:pt x="3666676" y="1053185"/>
                          <a:pt x="3488355" y="1065218"/>
                        </a:cubicBezTo>
                        <a:cubicBezTo>
                          <a:pt x="3310034" y="1077251"/>
                          <a:pt x="3137909" y="1036674"/>
                          <a:pt x="2822814" y="1065218"/>
                        </a:cubicBezTo>
                        <a:cubicBezTo>
                          <a:pt x="2507719" y="1093762"/>
                          <a:pt x="2467820" y="1021422"/>
                          <a:pt x="2157272" y="1065218"/>
                        </a:cubicBezTo>
                        <a:cubicBezTo>
                          <a:pt x="1846724" y="1109014"/>
                          <a:pt x="1859165" y="1043112"/>
                          <a:pt x="1675328" y="1065218"/>
                        </a:cubicBezTo>
                        <a:cubicBezTo>
                          <a:pt x="1491491" y="1087324"/>
                          <a:pt x="1348787" y="1007155"/>
                          <a:pt x="1101586" y="1065218"/>
                        </a:cubicBezTo>
                        <a:cubicBezTo>
                          <a:pt x="854385" y="1123281"/>
                          <a:pt x="272651" y="984829"/>
                          <a:pt x="0" y="1065218"/>
                        </a:cubicBezTo>
                        <a:cubicBezTo>
                          <a:pt x="-47663" y="816922"/>
                          <a:pt x="17046" y="643980"/>
                          <a:pt x="0" y="532609"/>
                        </a:cubicBezTo>
                        <a:cubicBezTo>
                          <a:pt x="-17046" y="421238"/>
                          <a:pt x="62463" y="119495"/>
                          <a:pt x="0" y="0"/>
                        </a:cubicBezTo>
                        <a:close/>
                      </a:path>
                    </a:pathLst>
                  </a:custGeom>
                  <ask:type>
                    <ask:lineSketchScribble/>
                  </ask:type>
                </ask:lineSketchStyleProps>
              </a:ext>
            </a:extLst>
          </a:ln>
        </p:spPr>
        <p:txBody>
          <a:bodyPr wrap="square">
            <a:spAutoFit/>
          </a:bodyPr>
          <a:lstStyle/>
          <a:p>
            <a:pPr algn="ctr" defTabSz="822960">
              <a:spcAft>
                <a:spcPts val="600"/>
              </a:spcAft>
            </a:pPr>
            <a:r>
              <a:rPr lang="en-US" sz="2115" i="1" kern="1200">
                <a:solidFill>
                  <a:schemeClr val="tx1"/>
                </a:solidFill>
                <a:latin typeface="+mn-lt"/>
                <a:ea typeface="+mn-ea"/>
                <a:cs typeface="+mn-cs"/>
              </a:rPr>
              <a:t>What could be implemented in the class so that everyone feels safe, feels that have equal opportunities?</a:t>
            </a:r>
            <a:endParaRPr lang="en-US" sz="2350" i="1"/>
          </a:p>
        </p:txBody>
      </p:sp>
    </p:spTree>
    <p:extLst>
      <p:ext uri="{BB962C8B-B14F-4D97-AF65-F5344CB8AC3E}">
        <p14:creationId xmlns:p14="http://schemas.microsoft.com/office/powerpoint/2010/main" val="1159422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ppt_w</p:attrName>
                                        </p:attrNameLst>
                                      </p:cBhvr>
                                      <p:tavLst>
                                        <p:tav tm="0" fmla="#ppt_w*sin(2.5*pi*$)">
                                          <p:val>
                                            <p:fltVal val="0"/>
                                          </p:val>
                                        </p:tav>
                                        <p:tav tm="100000">
                                          <p:val>
                                            <p:fltVal val="1"/>
                                          </p:val>
                                        </p:tav>
                                      </p:tavLst>
                                    </p:anim>
                                    <p:anim calcmode="lin" valueType="num">
                                      <p:cBhvr>
                                        <p:cTn id="9" dur="2000" fill="hold"/>
                                        <p:tgtEl>
                                          <p:spTgt spid="4"/>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2000"/>
                                        <p:tgtEl>
                                          <p:spTgt spid="5"/>
                                        </p:tgtEl>
                                      </p:cBhvr>
                                    </p:animEffect>
                                    <p:anim calcmode="lin" valueType="num">
                                      <p:cBhvr>
                                        <p:cTn id="13" dur="2000" fill="hold"/>
                                        <p:tgtEl>
                                          <p:spTgt spid="5"/>
                                        </p:tgtEl>
                                        <p:attrNameLst>
                                          <p:attrName>ppt_w</p:attrName>
                                        </p:attrNameLst>
                                      </p:cBhvr>
                                      <p:tavLst>
                                        <p:tav tm="0" fmla="#ppt_w*sin(2.5*pi*$)">
                                          <p:val>
                                            <p:fltVal val="0"/>
                                          </p:val>
                                        </p:tav>
                                        <p:tav tm="100000">
                                          <p:val>
                                            <p:fltVal val="1"/>
                                          </p:val>
                                        </p:tav>
                                      </p:tavLst>
                                    </p:anim>
                                    <p:anim calcmode="lin" valueType="num">
                                      <p:cBhvr>
                                        <p:cTn id="14" dur="20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237F9FC8-E5A3-4435-8D0B-D14F3B6DEB14}"/>
              </a:ext>
            </a:extLst>
          </p:cNvPr>
          <p:cNvSpPr>
            <a:spLocks noGrp="1"/>
          </p:cNvSpPr>
          <p:nvPr>
            <p:ph idx="1"/>
          </p:nvPr>
        </p:nvSpPr>
        <p:spPr>
          <a:xfrm>
            <a:off x="464508" y="2049002"/>
            <a:ext cx="3927898" cy="4570822"/>
          </a:xfrm>
        </p:spPr>
        <p:txBody>
          <a:bodyPr>
            <a:normAutofit fontScale="92500" lnSpcReduction="20000"/>
          </a:bodyPr>
          <a:lstStyle/>
          <a:p>
            <a:pPr marL="0" indent="0">
              <a:buNone/>
            </a:pPr>
            <a:r>
              <a:rPr lang="en-US" dirty="0">
                <a:solidFill>
                  <a:schemeClr val="bg1"/>
                </a:solidFill>
              </a:rPr>
              <a:t>Sometimes in health we will use words that you do not understand. Each week, your aim is to write down two new words and their definitions.</a:t>
            </a:r>
          </a:p>
          <a:p>
            <a:pPr marL="0" indent="0" algn="ctr">
              <a:buNone/>
            </a:pPr>
            <a:endParaRPr lang="en-US" i="1" dirty="0">
              <a:solidFill>
                <a:schemeClr val="bg1"/>
              </a:solidFill>
            </a:endParaRPr>
          </a:p>
          <a:p>
            <a:pPr marL="0" indent="0" algn="r">
              <a:buNone/>
            </a:pPr>
            <a:endParaRPr lang="en-US" i="1" dirty="0">
              <a:solidFill>
                <a:schemeClr val="bg1"/>
              </a:solidFill>
            </a:endParaRPr>
          </a:p>
          <a:p>
            <a:pPr marL="0" indent="0" algn="r">
              <a:buNone/>
            </a:pPr>
            <a:endParaRPr lang="en-US" i="1" dirty="0">
              <a:solidFill>
                <a:schemeClr val="bg1"/>
              </a:solidFill>
            </a:endParaRPr>
          </a:p>
          <a:p>
            <a:pPr marL="0" indent="0" algn="r">
              <a:buNone/>
            </a:pPr>
            <a:r>
              <a:rPr lang="en-US" dirty="0">
                <a:solidFill>
                  <a:schemeClr val="bg1"/>
                </a:solidFill>
              </a:rPr>
              <a:t>You can write down new words that you hear and learn, or your teacher may ask you to add specific words. </a:t>
            </a:r>
          </a:p>
          <a:p>
            <a:pPr marL="0" indent="0" algn="ctr">
              <a:buNone/>
            </a:pPr>
            <a:endParaRPr lang="en-US" i="1" dirty="0">
              <a:solidFill>
                <a:schemeClr val="bg1"/>
              </a:solidFill>
            </a:endParaRPr>
          </a:p>
          <a:p>
            <a:pPr marL="0" indent="0" algn="ctr">
              <a:buNone/>
            </a:pPr>
            <a:endParaRPr lang="en-US" i="1" dirty="0">
              <a:solidFill>
                <a:schemeClr val="bg1"/>
              </a:solidFill>
            </a:endParaRPr>
          </a:p>
        </p:txBody>
      </p:sp>
      <p:pic>
        <p:nvPicPr>
          <p:cNvPr id="4" name="Content Placeholder 3" descr="Table&#10;&#10;Description automatically generated">
            <a:extLst>
              <a:ext uri="{FF2B5EF4-FFF2-40B4-BE49-F238E27FC236}">
                <a16:creationId xmlns:a16="http://schemas.microsoft.com/office/drawing/2014/main" id="{9875A1A7-7C69-4BA5-BB28-27B078A4ADB4}"/>
              </a:ext>
            </a:extLst>
          </p:cNvPr>
          <p:cNvPicPr>
            <a:picLocks noChangeAspect="1"/>
          </p:cNvPicPr>
          <p:nvPr/>
        </p:nvPicPr>
        <p:blipFill>
          <a:blip r:embed="rId2"/>
          <a:stretch>
            <a:fillRect/>
          </a:stretch>
        </p:blipFill>
        <p:spPr>
          <a:xfrm>
            <a:off x="5266794" y="1816578"/>
            <a:ext cx="6283602" cy="3817287"/>
          </a:xfrm>
          <a:prstGeom prst="rect">
            <a:avLst/>
          </a:prstGeom>
        </p:spPr>
      </p:pic>
      <p:pic>
        <p:nvPicPr>
          <p:cNvPr id="10" name="Picture 9">
            <a:extLst>
              <a:ext uri="{FF2B5EF4-FFF2-40B4-BE49-F238E27FC236}">
                <a16:creationId xmlns:a16="http://schemas.microsoft.com/office/drawing/2014/main" id="{6A553D84-01B6-48E8-821C-2D9FA0CF1CE1}"/>
              </a:ext>
            </a:extLst>
          </p:cNvPr>
          <p:cNvPicPr/>
          <p:nvPr/>
        </p:nvPicPr>
        <p:blipFill>
          <a:blip r:embed="rId3">
            <a:extLst>
              <a:ext uri="{BEBA8EAE-BF5A-486C-A8C5-ECC9F3942E4B}">
                <a14:imgProps xmlns:a14="http://schemas.microsoft.com/office/drawing/2010/main">
                  <a14:imgLayer r:embed="rId4">
                    <a14:imgEffect>
                      <a14:backgroundRemoval t="7025" b="91322" l="9135" r="94231">
                        <a14:foregroundMark x1="9615" y1="38430" x2="9615" y2="38430"/>
                        <a14:foregroundMark x1="21635" y1="15289" x2="21635" y2="15289"/>
                        <a14:foregroundMark x1="48077" y1="7025" x2="48077" y2="7025"/>
                        <a14:foregroundMark x1="75962" y1="14050" x2="75962" y2="14050"/>
                        <a14:foregroundMark x1="94231" y1="30992" x2="94231" y2="30992"/>
                        <a14:foregroundMark x1="50000" y1="81818" x2="61538" y2="82645"/>
                        <a14:foregroundMark x1="56731" y1="86364" x2="56731" y2="91322"/>
                        <a14:foregroundMark x1="36058" y1="37190" x2="36058" y2="37190"/>
                      </a14:backgroundRemoval>
                    </a14:imgEffect>
                  </a14:imgLayer>
                </a14:imgProps>
              </a:ext>
              <a:ext uri="{28A0092B-C50C-407E-A947-70E740481C1C}">
                <a14:useLocalDpi xmlns:a14="http://schemas.microsoft.com/office/drawing/2010/main" val="0"/>
              </a:ext>
            </a:extLst>
          </a:blip>
          <a:srcRect/>
          <a:stretch>
            <a:fillRect/>
          </a:stretch>
        </p:blipFill>
        <p:spPr bwMode="auto">
          <a:xfrm>
            <a:off x="-8852" y="3839303"/>
            <a:ext cx="1224742" cy="1202120"/>
          </a:xfrm>
          <a:prstGeom prst="rect">
            <a:avLst/>
          </a:prstGeom>
          <a:noFill/>
          <a:ln>
            <a:noFill/>
          </a:ln>
        </p:spPr>
      </p:pic>
      <p:sp>
        <p:nvSpPr>
          <p:cNvPr id="2" name="Title 1">
            <a:extLst>
              <a:ext uri="{FF2B5EF4-FFF2-40B4-BE49-F238E27FC236}">
                <a16:creationId xmlns:a16="http://schemas.microsoft.com/office/drawing/2014/main" id="{C12A34D8-529C-4B78-B991-EF9535C62C18}"/>
              </a:ext>
            </a:extLst>
          </p:cNvPr>
          <p:cNvSpPr>
            <a:spLocks noGrp="1"/>
          </p:cNvSpPr>
          <p:nvPr>
            <p:ph type="title"/>
          </p:nvPr>
        </p:nvSpPr>
        <p:spPr>
          <a:xfrm>
            <a:off x="688440" y="275498"/>
            <a:ext cx="10804036" cy="1508760"/>
          </a:xfrm>
        </p:spPr>
        <p:txBody>
          <a:bodyPr>
            <a:normAutofit/>
          </a:bodyPr>
          <a:lstStyle/>
          <a:p>
            <a:pPr algn="ctr"/>
            <a:r>
              <a:rPr lang="en-AU" sz="6000" b="1" dirty="0">
                <a:solidFill>
                  <a:schemeClr val="tx2"/>
                </a:solidFill>
              </a:rPr>
              <a:t>GLOSSARY </a:t>
            </a:r>
            <a:r>
              <a:rPr lang="en-AU" sz="6000" dirty="0"/>
              <a:t>(pg.7)</a:t>
            </a:r>
            <a:endParaRPr lang="en-AU" sz="6000" b="1" dirty="0">
              <a:solidFill>
                <a:schemeClr val="tx2"/>
              </a:solidFill>
            </a:endParaRPr>
          </a:p>
        </p:txBody>
      </p:sp>
    </p:spTree>
    <p:extLst>
      <p:ext uri="{BB962C8B-B14F-4D97-AF65-F5344CB8AC3E}">
        <p14:creationId xmlns:p14="http://schemas.microsoft.com/office/powerpoint/2010/main" val="4091953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A67C65-6A72-443C-A8C3-F4874C2454BB}"/>
              </a:ext>
            </a:extLst>
          </p:cNvPr>
          <p:cNvSpPr>
            <a:spLocks noGrp="1"/>
          </p:cNvSpPr>
          <p:nvPr>
            <p:ph type="title"/>
          </p:nvPr>
        </p:nvSpPr>
        <p:spPr>
          <a:xfrm>
            <a:off x="589560" y="856180"/>
            <a:ext cx="4560584" cy="1128068"/>
          </a:xfrm>
        </p:spPr>
        <p:txBody>
          <a:bodyPr anchor="ctr">
            <a:normAutofit fontScale="90000"/>
          </a:bodyPr>
          <a:lstStyle/>
          <a:p>
            <a:r>
              <a:rPr lang="en-AU" sz="3700" dirty="0"/>
              <a:t>Optional Icebreaker:	</a:t>
            </a:r>
            <a:br>
              <a:rPr lang="en-AU" sz="3700" dirty="0"/>
            </a:br>
            <a:r>
              <a:rPr lang="en-AU" sz="3700" dirty="0"/>
              <a:t>Human knot</a:t>
            </a:r>
          </a:p>
        </p:txBody>
      </p:sp>
      <p:grpSp>
        <p:nvGrpSpPr>
          <p:cNvPr id="11"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D6321B8-F5B5-43BA-B078-F36325027B03}"/>
              </a:ext>
            </a:extLst>
          </p:cNvPr>
          <p:cNvSpPr>
            <a:spLocks noGrp="1"/>
          </p:cNvSpPr>
          <p:nvPr>
            <p:ph idx="1"/>
          </p:nvPr>
        </p:nvSpPr>
        <p:spPr>
          <a:xfrm>
            <a:off x="590719" y="2330505"/>
            <a:ext cx="4559425" cy="3979585"/>
          </a:xfrm>
        </p:spPr>
        <p:txBody>
          <a:bodyPr anchor="ctr">
            <a:normAutofit/>
          </a:bodyPr>
          <a:lstStyle/>
          <a:p>
            <a:r>
              <a:rPr lang="en-AU" sz="2000">
                <a:effectLst/>
                <a:latin typeface="Segoe UI" panose="020B0502040204020203" pitchFamily="34" charset="0"/>
                <a:ea typeface="Calibri" panose="020F0502020204030204" pitchFamily="34" charset="0"/>
                <a:cs typeface="Times New Roman" panose="02020603050405020304" pitchFamily="18" charset="0"/>
              </a:rPr>
              <a:t>In groups of at least 6 students. </a:t>
            </a:r>
          </a:p>
          <a:p>
            <a:r>
              <a:rPr lang="en-AU" sz="2000">
                <a:latin typeface="Segoe UI" panose="020B0502040204020203" pitchFamily="34" charset="0"/>
                <a:ea typeface="Calibri" panose="020F0502020204030204" pitchFamily="34" charset="0"/>
                <a:cs typeface="Times New Roman" panose="02020603050405020304" pitchFamily="18" charset="0"/>
              </a:rPr>
              <a:t>S</a:t>
            </a:r>
            <a:r>
              <a:rPr lang="en-AU" sz="2000">
                <a:effectLst/>
                <a:latin typeface="Segoe UI" panose="020B0502040204020203" pitchFamily="34" charset="0"/>
                <a:ea typeface="Calibri" panose="020F0502020204030204" pitchFamily="34" charset="0"/>
                <a:cs typeface="Times New Roman" panose="02020603050405020304" pitchFamily="18" charset="0"/>
              </a:rPr>
              <a:t>tand in a circle</a:t>
            </a:r>
            <a:r>
              <a:rPr lang="en-AU" sz="2000">
                <a:latin typeface="Segoe UI" panose="020B0502040204020203" pitchFamily="34" charset="0"/>
                <a:ea typeface="Calibri" panose="020F0502020204030204" pitchFamily="34" charset="0"/>
                <a:cs typeface="Times New Roman" panose="02020603050405020304" pitchFamily="18" charset="0"/>
              </a:rPr>
              <a:t>.</a:t>
            </a:r>
          </a:p>
          <a:p>
            <a:r>
              <a:rPr lang="en-AU" sz="2000">
                <a:latin typeface="Segoe UI" panose="020B0502040204020203" pitchFamily="34" charset="0"/>
                <a:ea typeface="Calibri" panose="020F0502020204030204" pitchFamily="34" charset="0"/>
                <a:cs typeface="Times New Roman" panose="02020603050405020304" pitchFamily="18" charset="0"/>
              </a:rPr>
              <a:t>R</a:t>
            </a:r>
            <a:r>
              <a:rPr lang="en-AU" sz="2000">
                <a:effectLst/>
                <a:latin typeface="Segoe UI" panose="020B0502040204020203" pitchFamily="34" charset="0"/>
                <a:ea typeface="Calibri" panose="020F0502020204030204" pitchFamily="34" charset="0"/>
                <a:cs typeface="Times New Roman" panose="02020603050405020304" pitchFamily="18" charset="0"/>
              </a:rPr>
              <a:t>each across and hold hands with two different people – they cannot be directly next to you. </a:t>
            </a:r>
          </a:p>
          <a:p>
            <a:endParaRPr lang="en-AU" sz="2000">
              <a:effectLst/>
              <a:latin typeface="Segoe UI" panose="020B0502040204020203" pitchFamily="34" charset="0"/>
              <a:ea typeface="Calibri" panose="020F0502020204030204" pitchFamily="34" charset="0"/>
              <a:cs typeface="Times New Roman" panose="02020603050405020304" pitchFamily="18" charset="0"/>
            </a:endParaRPr>
          </a:p>
          <a:p>
            <a:pPr marL="0" indent="0">
              <a:buNone/>
            </a:pPr>
            <a:r>
              <a:rPr lang="en-AU" sz="2000" b="1">
                <a:latin typeface="Segoe UI" panose="020B0502040204020203" pitchFamily="34" charset="0"/>
                <a:ea typeface="Calibri" panose="020F0502020204030204" pitchFamily="34" charset="0"/>
                <a:cs typeface="Times New Roman" panose="02020603050405020304" pitchFamily="18" charset="0"/>
              </a:rPr>
              <a:t>CHALLENGE:</a:t>
            </a:r>
            <a:r>
              <a:rPr lang="en-AU" sz="2000">
                <a:latin typeface="Segoe UI" panose="020B0502040204020203" pitchFamily="34" charset="0"/>
                <a:ea typeface="Calibri" panose="020F0502020204030204" pitchFamily="34" charset="0"/>
                <a:cs typeface="Times New Roman" panose="02020603050405020304" pitchFamily="18" charset="0"/>
              </a:rPr>
              <a:t> </a:t>
            </a:r>
          </a:p>
          <a:p>
            <a:pPr marL="0" indent="0">
              <a:buNone/>
            </a:pPr>
            <a:r>
              <a:rPr lang="en-AU" sz="2000">
                <a:latin typeface="Segoe UI" panose="020B0502040204020203" pitchFamily="34" charset="0"/>
                <a:ea typeface="Calibri" panose="020F0502020204030204" pitchFamily="34" charset="0"/>
                <a:cs typeface="Times New Roman" panose="02020603050405020304" pitchFamily="18" charset="0"/>
              </a:rPr>
              <a:t>Untangle your knot without letting go of each other.</a:t>
            </a:r>
          </a:p>
        </p:txBody>
      </p:sp>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oup of children playing with ribbons&#10;&#10;Description automatically generated">
            <a:extLst>
              <a:ext uri="{FF2B5EF4-FFF2-40B4-BE49-F238E27FC236}">
                <a16:creationId xmlns:a16="http://schemas.microsoft.com/office/drawing/2014/main" id="{FA4AE510-6C04-45E8-809F-E638A9BA84A0}"/>
              </a:ext>
            </a:extLst>
          </p:cNvPr>
          <p:cNvPicPr>
            <a:picLocks noChangeAspect="1"/>
          </p:cNvPicPr>
          <p:nvPr/>
        </p:nvPicPr>
        <p:blipFill rotWithShape="1">
          <a:blip r:embed="rId3"/>
          <a:srcRect l="23659" r="18056" b="-1"/>
          <a:stretch/>
        </p:blipFill>
        <p:spPr>
          <a:xfrm>
            <a:off x="5977788" y="799352"/>
            <a:ext cx="5425410" cy="5259296"/>
          </a:xfrm>
          <a:prstGeom prst="rect">
            <a:avLst/>
          </a:prstGeom>
        </p:spPr>
      </p:pic>
    </p:spTree>
    <p:extLst>
      <p:ext uri="{BB962C8B-B14F-4D97-AF65-F5344CB8AC3E}">
        <p14:creationId xmlns:p14="http://schemas.microsoft.com/office/powerpoint/2010/main" val="3894329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E7D67-C0CA-6145-9CE9-94FA186E6454}"/>
              </a:ext>
            </a:extLst>
          </p:cNvPr>
          <p:cNvSpPr>
            <a:spLocks noGrp="1"/>
          </p:cNvSpPr>
          <p:nvPr>
            <p:ph type="title"/>
          </p:nvPr>
        </p:nvSpPr>
        <p:spPr>
          <a:xfrm>
            <a:off x="565150" y="770890"/>
            <a:ext cx="6400999" cy="1268984"/>
          </a:xfrm>
        </p:spPr>
        <p:txBody>
          <a:bodyPr>
            <a:normAutofit/>
          </a:bodyPr>
          <a:lstStyle/>
          <a:p>
            <a:r>
              <a:rPr lang="en-US" dirty="0"/>
              <a:t>Hook: Snowball</a:t>
            </a:r>
          </a:p>
        </p:txBody>
      </p:sp>
      <p:graphicFrame>
        <p:nvGraphicFramePr>
          <p:cNvPr id="1028" name="Content Placeholder 2">
            <a:extLst>
              <a:ext uri="{FF2B5EF4-FFF2-40B4-BE49-F238E27FC236}">
                <a16:creationId xmlns:a16="http://schemas.microsoft.com/office/drawing/2014/main" id="{614C9481-A024-473C-8252-BF2B7FD8734C}"/>
              </a:ext>
            </a:extLst>
          </p:cNvPr>
          <p:cNvGraphicFramePr>
            <a:graphicFrameLocks noGrp="1"/>
          </p:cNvGraphicFramePr>
          <p:nvPr>
            <p:ph idx="1"/>
            <p:extLst>
              <p:ext uri="{D42A27DB-BD31-4B8C-83A1-F6EECF244321}">
                <p14:modId xmlns:p14="http://schemas.microsoft.com/office/powerpoint/2010/main" val="2428745676"/>
              </p:ext>
            </p:extLst>
          </p:nvPr>
        </p:nvGraphicFramePr>
        <p:xfrm>
          <a:off x="565150" y="2160016"/>
          <a:ext cx="6400999" cy="36012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26" name="Picture 2" descr="scrunched up paper? - Modeling - Blender Artists Community">
            <a:extLst>
              <a:ext uri="{FF2B5EF4-FFF2-40B4-BE49-F238E27FC236}">
                <a16:creationId xmlns:a16="http://schemas.microsoft.com/office/drawing/2014/main" id="{3E8B48CB-8B62-C646-BE7B-38AEE6955543}"/>
              </a:ext>
            </a:extLst>
          </p:cNvPr>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7534656" y="1265076"/>
            <a:ext cx="4002456" cy="4319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3964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3FF45E-6FD7-2D14-AE52-5BC410A12F9B}"/>
              </a:ext>
            </a:extLst>
          </p:cNvPr>
          <p:cNvSpPr>
            <a:spLocks noGrp="1"/>
          </p:cNvSpPr>
          <p:nvPr>
            <p:ph type="title"/>
          </p:nvPr>
        </p:nvSpPr>
        <p:spPr>
          <a:xfrm>
            <a:off x="6090573" y="178904"/>
            <a:ext cx="4977976" cy="1454051"/>
          </a:xfrm>
        </p:spPr>
        <p:txBody>
          <a:bodyPr>
            <a:normAutofit/>
          </a:bodyPr>
          <a:lstStyle/>
          <a:p>
            <a:r>
              <a:rPr lang="en-AU" sz="3600" dirty="0">
                <a:solidFill>
                  <a:schemeClr val="tx2"/>
                </a:solidFill>
              </a:rPr>
              <a:t>Activity 1: Type of Relationships		(pg.8)</a:t>
            </a:r>
          </a:p>
        </p:txBody>
      </p:sp>
      <p:pic>
        <p:nvPicPr>
          <p:cNvPr id="21" name="Graphic 20" descr="User Network">
            <a:extLst>
              <a:ext uri="{FF2B5EF4-FFF2-40B4-BE49-F238E27FC236}">
                <a16:creationId xmlns:a16="http://schemas.microsoft.com/office/drawing/2014/main" id="{F33A86FB-748D-E01F-F99E-FE8DE8C87B9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7E2B348F-D5D5-9929-2F50-2D3BDDA073DE}"/>
              </a:ext>
            </a:extLst>
          </p:cNvPr>
          <p:cNvSpPr>
            <a:spLocks noGrp="1"/>
          </p:cNvSpPr>
          <p:nvPr>
            <p:ph idx="1"/>
          </p:nvPr>
        </p:nvSpPr>
        <p:spPr>
          <a:xfrm>
            <a:off x="6090573" y="1793846"/>
            <a:ext cx="5928607" cy="4885250"/>
          </a:xfrm>
        </p:spPr>
        <p:txBody>
          <a:bodyPr anchor="ctr">
            <a:normAutofit/>
          </a:bodyPr>
          <a:lstStyle/>
          <a:p>
            <a:r>
              <a:rPr lang="en-US" sz="1800" dirty="0"/>
              <a:t>A relationship is the connection or bond shared between two people.</a:t>
            </a:r>
            <a:endParaRPr lang="en-AU" sz="1800" dirty="0">
              <a:solidFill>
                <a:schemeClr val="tx2"/>
              </a:solidFill>
            </a:endParaRPr>
          </a:p>
          <a:p>
            <a:r>
              <a:rPr lang="en-AU" sz="1800" dirty="0"/>
              <a:t>Consider all the people in your life that you have some sort of connection or relationship with. </a:t>
            </a:r>
          </a:p>
          <a:p>
            <a:endParaRPr lang="en-AU" sz="1800" dirty="0"/>
          </a:p>
          <a:p>
            <a:r>
              <a:rPr lang="en-AU" sz="1800" dirty="0"/>
              <a:t>Relationships can be categorised into 4 categories:</a:t>
            </a:r>
          </a:p>
          <a:p>
            <a:pPr lvl="1"/>
            <a:r>
              <a:rPr lang="en-AU" sz="1800" b="1" i="1" dirty="0"/>
              <a:t>Friends</a:t>
            </a:r>
            <a:r>
              <a:rPr lang="en-AU" sz="1800" dirty="0"/>
              <a:t> – someone close, with whom you have a mutual connection.</a:t>
            </a:r>
          </a:p>
          <a:p>
            <a:pPr lvl="1"/>
            <a:r>
              <a:rPr lang="en-AU" sz="1800" b="1" i="1" dirty="0"/>
              <a:t>Family</a:t>
            </a:r>
            <a:r>
              <a:rPr lang="en-AU" sz="1800" dirty="0"/>
              <a:t> – related by blood or marriage.</a:t>
            </a:r>
          </a:p>
          <a:p>
            <a:pPr lvl="1"/>
            <a:r>
              <a:rPr lang="en-AU" sz="1800" b="1" i="1" dirty="0"/>
              <a:t>Romantic</a:t>
            </a:r>
            <a:r>
              <a:rPr lang="en-AU" sz="1800" dirty="0"/>
              <a:t> – someone close, with whom you have strong, romantic feelings for.</a:t>
            </a:r>
          </a:p>
          <a:p>
            <a:pPr lvl="1"/>
            <a:r>
              <a:rPr lang="en-AU" sz="1800" b="1" i="1" dirty="0"/>
              <a:t>Acquaintance </a:t>
            </a:r>
            <a:r>
              <a:rPr lang="en-AU" sz="1800" dirty="0"/>
              <a:t>– a person one knows but is not a close companion.</a:t>
            </a:r>
          </a:p>
          <a:p>
            <a:pPr lvl="1"/>
            <a:endParaRPr lang="en-AU" sz="1800" dirty="0"/>
          </a:p>
          <a:p>
            <a:r>
              <a:rPr lang="en-AU" sz="1800" dirty="0"/>
              <a:t>Consider examples of each of these types of relationships that you have in your life.</a:t>
            </a:r>
          </a:p>
        </p:txBody>
      </p:sp>
      <p:grpSp>
        <p:nvGrpSpPr>
          <p:cNvPr id="22" name="Group 21">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23"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520624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linds(horizontal)">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blinds(horizontal)">
                                      <p:cBhvr>
                                        <p:cTn id="12" dur="500"/>
                                        <p:tgtEl>
                                          <p:spTgt spid="3">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blinds(horizontal)">
                                      <p:cBhvr>
                                        <p:cTn id="17" dur="500"/>
                                        <p:tgtEl>
                                          <p:spTgt spid="3">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blinds(horizontal)">
                                      <p:cBhvr>
                                        <p:cTn id="2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CDDED-2E34-ED9E-A150-5D8A4B9458C6}"/>
              </a:ext>
            </a:extLst>
          </p:cNvPr>
          <p:cNvSpPr>
            <a:spLocks noGrp="1"/>
          </p:cNvSpPr>
          <p:nvPr>
            <p:ph type="title"/>
          </p:nvPr>
        </p:nvSpPr>
        <p:spPr>
          <a:xfrm>
            <a:off x="876693" y="741391"/>
            <a:ext cx="3455821" cy="1616203"/>
          </a:xfrm>
        </p:spPr>
        <p:txBody>
          <a:bodyPr anchor="b">
            <a:normAutofit/>
          </a:bodyPr>
          <a:lstStyle/>
          <a:p>
            <a:endParaRPr lang="en-US" sz="3200"/>
          </a:p>
        </p:txBody>
      </p:sp>
      <p:sp>
        <p:nvSpPr>
          <p:cNvPr id="3" name="Content Placeholder 2">
            <a:extLst>
              <a:ext uri="{FF2B5EF4-FFF2-40B4-BE49-F238E27FC236}">
                <a16:creationId xmlns:a16="http://schemas.microsoft.com/office/drawing/2014/main" id="{04A75A13-4DA0-D339-CF17-AD87A7A04276}"/>
              </a:ext>
            </a:extLst>
          </p:cNvPr>
          <p:cNvSpPr>
            <a:spLocks noGrp="1"/>
          </p:cNvSpPr>
          <p:nvPr>
            <p:ph idx="1"/>
          </p:nvPr>
        </p:nvSpPr>
        <p:spPr>
          <a:xfrm>
            <a:off x="876693" y="2533476"/>
            <a:ext cx="3455821" cy="3447832"/>
          </a:xfrm>
        </p:spPr>
        <p:txBody>
          <a:bodyPr anchor="t">
            <a:normAutofit/>
          </a:bodyPr>
          <a:lstStyle/>
          <a:p>
            <a:r>
              <a:rPr lang="en-US" sz="2000" dirty="0"/>
              <a:t>As you can see, there are many different relationships we have in our lives. </a:t>
            </a:r>
          </a:p>
          <a:p>
            <a:endParaRPr lang="en-US" sz="2000" dirty="0"/>
          </a:p>
          <a:p>
            <a:r>
              <a:rPr lang="en-US" sz="2000" dirty="0"/>
              <a:t>These relationships can be classified in many different ways, but it is important to also consider how these relationships serve us in our lives.</a:t>
            </a:r>
          </a:p>
          <a:p>
            <a:endParaRPr lang="en-US" sz="2000" dirty="0"/>
          </a:p>
          <a:p>
            <a:endParaRPr lang="en-US" sz="2000" dirty="0"/>
          </a:p>
        </p:txBody>
      </p:sp>
      <p:pic>
        <p:nvPicPr>
          <p:cNvPr id="4" name="Picture 2" descr="http://www.resourcesforlife.com/wp/wp-content/uploads/2008/02/20110907we-relationships-chart-map-showing-many-places-and-people.jpg">
            <a:extLst>
              <a:ext uri="{FF2B5EF4-FFF2-40B4-BE49-F238E27FC236}">
                <a16:creationId xmlns:a16="http://schemas.microsoft.com/office/drawing/2014/main" id="{E7562A12-9F3B-27F7-7607-97EED11AB86A}"/>
              </a:ext>
            </a:extLst>
          </p:cNvPr>
          <p:cNvPicPr>
            <a:picLocks noChangeAspect="1" noChangeArrowheads="1"/>
          </p:cNvPicPr>
          <p:nvPr/>
        </p:nvPicPr>
        <p:blipFill>
          <a:blip r:embed="rId3"/>
          <a:stretch>
            <a:fillRect/>
          </a:stretch>
        </p:blipFill>
        <p:spPr bwMode="auto">
          <a:xfrm>
            <a:off x="5060879" y="741390"/>
            <a:ext cx="6743194" cy="5816005"/>
          </a:xfrm>
          <a:prstGeom prst="rect">
            <a:avLst/>
          </a:prstGeom>
          <a:noFill/>
        </p:spPr>
      </p:pic>
      <p:grpSp>
        <p:nvGrpSpPr>
          <p:cNvPr id="9" name="Group 8">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0" name="Rectangle 9">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58325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up of stacked books">
            <a:extLst>
              <a:ext uri="{FF2B5EF4-FFF2-40B4-BE49-F238E27FC236}">
                <a16:creationId xmlns:a16="http://schemas.microsoft.com/office/drawing/2014/main" id="{626B949D-C7D2-0DD2-B2C7-8CF0F10B5CE5}"/>
              </a:ext>
            </a:extLst>
          </p:cNvPr>
          <p:cNvPicPr>
            <a:picLocks noChangeAspect="1"/>
          </p:cNvPicPr>
          <p:nvPr/>
        </p:nvPicPr>
        <p:blipFill rotWithShape="1">
          <a:blip r:embed="rId3">
            <a:alphaModFix amt="35000"/>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F433DA74-51AB-10AF-C7EE-A5136B1C6EEB}"/>
              </a:ext>
            </a:extLst>
          </p:cNvPr>
          <p:cNvSpPr>
            <a:spLocks noGrp="1"/>
          </p:cNvSpPr>
          <p:nvPr>
            <p:ph type="title"/>
          </p:nvPr>
        </p:nvSpPr>
        <p:spPr>
          <a:xfrm>
            <a:off x="838200" y="365125"/>
            <a:ext cx="10515600" cy="1325563"/>
          </a:xfrm>
        </p:spPr>
        <p:txBody>
          <a:bodyPr>
            <a:normAutofit/>
          </a:bodyPr>
          <a:lstStyle/>
          <a:p>
            <a:r>
              <a:rPr lang="en-US" dirty="0">
                <a:solidFill>
                  <a:srgbClr val="FFFFFF"/>
                </a:solidFill>
              </a:rPr>
              <a:t>GLOSSARY: 						</a:t>
            </a:r>
            <a:r>
              <a:rPr lang="en-AU" dirty="0">
                <a:solidFill>
                  <a:srgbClr val="FFFFFF"/>
                </a:solidFill>
              </a:rPr>
              <a:t>(pg. 7)</a:t>
            </a:r>
            <a:endParaRPr lang="en-US" dirty="0">
              <a:solidFill>
                <a:srgbClr val="FFFFFF"/>
              </a:solidFill>
            </a:endParaRPr>
          </a:p>
        </p:txBody>
      </p:sp>
      <p:sp>
        <p:nvSpPr>
          <p:cNvPr id="3" name="Content Placeholder 2">
            <a:extLst>
              <a:ext uri="{FF2B5EF4-FFF2-40B4-BE49-F238E27FC236}">
                <a16:creationId xmlns:a16="http://schemas.microsoft.com/office/drawing/2014/main" id="{515B7809-64A7-0A0A-96F5-BB881313458C}"/>
              </a:ext>
            </a:extLst>
          </p:cNvPr>
          <p:cNvSpPr>
            <a:spLocks noGrp="1"/>
          </p:cNvSpPr>
          <p:nvPr>
            <p:ph idx="1"/>
          </p:nvPr>
        </p:nvSpPr>
        <p:spPr>
          <a:xfrm>
            <a:off x="838200" y="1825625"/>
            <a:ext cx="10515600" cy="4351338"/>
          </a:xfrm>
        </p:spPr>
        <p:txBody>
          <a:bodyPr>
            <a:normAutofit/>
          </a:bodyPr>
          <a:lstStyle/>
          <a:p>
            <a:r>
              <a:rPr lang="en-US" dirty="0">
                <a:solidFill>
                  <a:srgbClr val="FFFFFF"/>
                </a:solidFill>
              </a:rPr>
              <a:t>At the front of your books is your glossary. Turn to your glossary and add the following words and their definitions:</a:t>
            </a:r>
          </a:p>
          <a:p>
            <a:endParaRPr lang="en-US" dirty="0">
              <a:solidFill>
                <a:srgbClr val="FFFFFF"/>
              </a:solidFill>
            </a:endParaRPr>
          </a:p>
          <a:p>
            <a:r>
              <a:rPr lang="en-US" b="1" i="1" dirty="0">
                <a:solidFill>
                  <a:srgbClr val="FFFFFF"/>
                </a:solidFill>
              </a:rPr>
              <a:t>Relationship:</a:t>
            </a:r>
          </a:p>
          <a:p>
            <a:pPr lvl="1"/>
            <a:r>
              <a:rPr lang="en-US" dirty="0">
                <a:solidFill>
                  <a:srgbClr val="FFFFFF"/>
                </a:solidFill>
              </a:rPr>
              <a:t>A connection between two or more people.</a:t>
            </a:r>
          </a:p>
          <a:p>
            <a:pPr lvl="1"/>
            <a:endParaRPr lang="en-US" dirty="0">
              <a:solidFill>
                <a:srgbClr val="FFFFFF"/>
              </a:solidFill>
            </a:endParaRPr>
          </a:p>
          <a:p>
            <a:r>
              <a:rPr lang="en-US" b="1" i="1" dirty="0">
                <a:solidFill>
                  <a:srgbClr val="FFFFFF"/>
                </a:solidFill>
              </a:rPr>
              <a:t>Acquaintance:</a:t>
            </a:r>
          </a:p>
          <a:p>
            <a:pPr lvl="1"/>
            <a:r>
              <a:rPr lang="en-US" dirty="0">
                <a:solidFill>
                  <a:srgbClr val="FFFFFF"/>
                </a:solidFill>
              </a:rPr>
              <a:t>A person one knows but is not a close companion.</a:t>
            </a:r>
          </a:p>
          <a:p>
            <a:endParaRPr lang="en-US" dirty="0">
              <a:solidFill>
                <a:srgbClr val="FFFFFF"/>
              </a:solidFill>
            </a:endParaRPr>
          </a:p>
        </p:txBody>
      </p:sp>
    </p:spTree>
    <p:extLst>
      <p:ext uri="{BB962C8B-B14F-4D97-AF65-F5344CB8AC3E}">
        <p14:creationId xmlns:p14="http://schemas.microsoft.com/office/powerpoint/2010/main" val="1415223141"/>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E5DA4-327E-FB4E-8127-FF48EF246058}"/>
              </a:ext>
            </a:extLst>
          </p:cNvPr>
          <p:cNvSpPr>
            <a:spLocks noGrp="1"/>
          </p:cNvSpPr>
          <p:nvPr>
            <p:ph type="title"/>
          </p:nvPr>
        </p:nvSpPr>
        <p:spPr>
          <a:xfrm>
            <a:off x="4965430" y="629268"/>
            <a:ext cx="6586491" cy="1286160"/>
          </a:xfrm>
        </p:spPr>
        <p:txBody>
          <a:bodyPr anchor="b">
            <a:normAutofit/>
          </a:bodyPr>
          <a:lstStyle/>
          <a:p>
            <a:r>
              <a:rPr lang="en-US" sz="4100" dirty="0"/>
              <a:t>Activity 2: </a:t>
            </a:r>
            <a:r>
              <a:rPr lang="en-AU" sz="4400" dirty="0"/>
              <a:t>(pg.</a:t>
            </a:r>
            <a:r>
              <a:rPr lang="en-AU" dirty="0"/>
              <a:t>9</a:t>
            </a:r>
            <a:r>
              <a:rPr lang="en-AU" sz="4400" dirty="0"/>
              <a:t>)</a:t>
            </a:r>
            <a:br>
              <a:rPr lang="en-US" sz="4100" dirty="0"/>
            </a:br>
            <a:r>
              <a:rPr lang="en-US" sz="4100" dirty="0"/>
              <a:t>Spider-web of Relationships</a:t>
            </a:r>
          </a:p>
        </p:txBody>
      </p:sp>
      <p:sp>
        <p:nvSpPr>
          <p:cNvPr id="3" name="Content Placeholder 2">
            <a:extLst>
              <a:ext uri="{FF2B5EF4-FFF2-40B4-BE49-F238E27FC236}">
                <a16:creationId xmlns:a16="http://schemas.microsoft.com/office/drawing/2014/main" id="{4784CA10-20D6-7CD0-03F5-8AA6D067B18A}"/>
              </a:ext>
            </a:extLst>
          </p:cNvPr>
          <p:cNvSpPr>
            <a:spLocks noGrp="1"/>
          </p:cNvSpPr>
          <p:nvPr>
            <p:ph idx="1"/>
          </p:nvPr>
        </p:nvSpPr>
        <p:spPr>
          <a:xfrm>
            <a:off x="4305300" y="2438400"/>
            <a:ext cx="7486649" cy="4267197"/>
          </a:xfrm>
        </p:spPr>
        <p:txBody>
          <a:bodyPr>
            <a:normAutofit/>
          </a:bodyPr>
          <a:lstStyle/>
          <a:p>
            <a:r>
              <a:rPr lang="en-US" sz="1900" dirty="0"/>
              <a:t>Create a mind map of all the different relationships you have in your life.</a:t>
            </a:r>
          </a:p>
          <a:p>
            <a:r>
              <a:rPr lang="en-US" sz="1900" dirty="0"/>
              <a:t>Branching off each type relationship, write people in your life who fit in with that type.</a:t>
            </a:r>
          </a:p>
          <a:p>
            <a:endParaRPr lang="en-US" sz="1900" dirty="0"/>
          </a:p>
          <a:p>
            <a:r>
              <a:rPr lang="en-US" sz="1900" dirty="0"/>
              <a:t>For each person you have a relationship with, further branch off how that person fits into your life:</a:t>
            </a:r>
          </a:p>
          <a:p>
            <a:pPr lvl="2"/>
            <a:r>
              <a:rPr lang="en-US" sz="1900" dirty="0"/>
              <a:t>How important is that relationship --&gt; 1 (not very important) - 10 (very important)</a:t>
            </a:r>
          </a:p>
          <a:p>
            <a:pPr lvl="2"/>
            <a:r>
              <a:rPr lang="en-US" sz="1900" dirty="0"/>
              <a:t>What does that person/that relationship offer you?</a:t>
            </a:r>
          </a:p>
          <a:p>
            <a:pPr lvl="4"/>
            <a:r>
              <a:rPr lang="en-US" sz="1900" dirty="0"/>
              <a:t>E.g., comfort, stability, adventure, love, frustration etc. </a:t>
            </a:r>
          </a:p>
          <a:p>
            <a:r>
              <a:rPr lang="en-US" sz="1900" dirty="0"/>
              <a:t>You have 10 minutes.</a:t>
            </a:r>
          </a:p>
        </p:txBody>
      </p:sp>
      <p:pic>
        <p:nvPicPr>
          <p:cNvPr id="5" name="Picture 4" descr="3D spheres connected with a red line">
            <a:extLst>
              <a:ext uri="{FF2B5EF4-FFF2-40B4-BE49-F238E27FC236}">
                <a16:creationId xmlns:a16="http://schemas.microsoft.com/office/drawing/2014/main" id="{00B8E0D6-98D4-F1BD-FD09-6839C04862B3}"/>
              </a:ext>
            </a:extLst>
          </p:cNvPr>
          <p:cNvPicPr>
            <a:picLocks noChangeAspect="1"/>
          </p:cNvPicPr>
          <p:nvPr/>
        </p:nvPicPr>
        <p:blipFill rotWithShape="1">
          <a:blip r:embed="rId3"/>
          <a:srcRect l="27595" r="21710"/>
          <a:stretch/>
        </p:blipFill>
        <p:spPr>
          <a:xfrm>
            <a:off x="21" y="10"/>
            <a:ext cx="4095730" cy="6857990"/>
          </a:xfrm>
          <a:prstGeom prst="rect">
            <a:avLst/>
          </a:prstGeom>
          <a:effectLst/>
        </p:spPr>
      </p:pic>
      <p:cxnSp>
        <p:nvCxnSpPr>
          <p:cNvPr id="9" name="Straight Connector 8">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A64D7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6162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loud 3">
            <a:extLst>
              <a:ext uri="{FF2B5EF4-FFF2-40B4-BE49-F238E27FC236}">
                <a16:creationId xmlns:a16="http://schemas.microsoft.com/office/drawing/2014/main" id="{F0D9F6FB-8882-E6AE-435E-7CEFC6483B74}"/>
              </a:ext>
            </a:extLst>
          </p:cNvPr>
          <p:cNvSpPr/>
          <p:nvPr/>
        </p:nvSpPr>
        <p:spPr>
          <a:xfrm>
            <a:off x="4137408" y="2341512"/>
            <a:ext cx="2831826" cy="1512171"/>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266D790-BCF5-A9F7-16D0-4B7283B2E161}"/>
              </a:ext>
            </a:extLst>
          </p:cNvPr>
          <p:cNvSpPr txBox="1"/>
          <p:nvPr/>
        </p:nvSpPr>
        <p:spPr>
          <a:xfrm>
            <a:off x="4474170" y="2693127"/>
            <a:ext cx="2122097" cy="830997"/>
          </a:xfrm>
          <a:prstGeom prst="rect">
            <a:avLst/>
          </a:prstGeom>
          <a:noFill/>
        </p:spPr>
        <p:txBody>
          <a:bodyPr wrap="square" rtlCol="0">
            <a:spAutoFit/>
          </a:bodyPr>
          <a:lstStyle/>
          <a:p>
            <a:pPr algn="ctr"/>
            <a:r>
              <a:rPr lang="en-US" sz="2400" dirty="0">
                <a:latin typeface="Bradley Hand" pitchFamily="2" charset="77"/>
              </a:rPr>
              <a:t>My Relationships</a:t>
            </a:r>
          </a:p>
        </p:txBody>
      </p:sp>
      <p:cxnSp>
        <p:nvCxnSpPr>
          <p:cNvPr id="7" name="Straight Arrow Connector 6">
            <a:extLst>
              <a:ext uri="{FF2B5EF4-FFF2-40B4-BE49-F238E27FC236}">
                <a16:creationId xmlns:a16="http://schemas.microsoft.com/office/drawing/2014/main" id="{DCD9AEA2-53E2-1985-204E-9E2A47E56F0D}"/>
              </a:ext>
            </a:extLst>
          </p:cNvPr>
          <p:cNvCxnSpPr>
            <a:cxnSpLocks/>
          </p:cNvCxnSpPr>
          <p:nvPr/>
        </p:nvCxnSpPr>
        <p:spPr>
          <a:xfrm flipV="1">
            <a:off x="6606215" y="1880679"/>
            <a:ext cx="1325884" cy="70782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1311E99-6E89-FBD0-D67F-1593221CFB35}"/>
              </a:ext>
            </a:extLst>
          </p:cNvPr>
          <p:cNvCxnSpPr>
            <a:cxnSpLocks/>
          </p:cNvCxnSpPr>
          <p:nvPr/>
        </p:nvCxnSpPr>
        <p:spPr>
          <a:xfrm flipH="1" flipV="1">
            <a:off x="3052633" y="2040262"/>
            <a:ext cx="1629836" cy="90328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CB4DCD9-D3EA-7028-F19E-E495CDD258D5}"/>
              </a:ext>
            </a:extLst>
          </p:cNvPr>
          <p:cNvCxnSpPr>
            <a:cxnSpLocks/>
          </p:cNvCxnSpPr>
          <p:nvPr/>
        </p:nvCxnSpPr>
        <p:spPr>
          <a:xfrm flipH="1">
            <a:off x="3536191" y="3647174"/>
            <a:ext cx="1946407" cy="61446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43D0E8A-54BF-CB26-8A6D-BAD8023E7E44}"/>
              </a:ext>
            </a:extLst>
          </p:cNvPr>
          <p:cNvCxnSpPr>
            <a:cxnSpLocks/>
          </p:cNvCxnSpPr>
          <p:nvPr/>
        </p:nvCxnSpPr>
        <p:spPr>
          <a:xfrm>
            <a:off x="8970025" y="4802538"/>
            <a:ext cx="619195" cy="49158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FB031B8-E557-DFFB-7709-1955048A37F5}"/>
              </a:ext>
            </a:extLst>
          </p:cNvPr>
          <p:cNvCxnSpPr/>
          <p:nvPr/>
        </p:nvCxnSpPr>
        <p:spPr>
          <a:xfrm>
            <a:off x="3209405" y="4702732"/>
            <a:ext cx="0" cy="71427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B441236-37C3-8E23-83A1-5732EBA61406}"/>
              </a:ext>
            </a:extLst>
          </p:cNvPr>
          <p:cNvCxnSpPr>
            <a:cxnSpLocks/>
          </p:cNvCxnSpPr>
          <p:nvPr/>
        </p:nvCxnSpPr>
        <p:spPr>
          <a:xfrm>
            <a:off x="5994234" y="3621882"/>
            <a:ext cx="1699249" cy="92373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4BF1A75-5B4C-9053-1F8B-15AFED029713}"/>
              </a:ext>
            </a:extLst>
          </p:cNvPr>
          <p:cNvSpPr txBox="1"/>
          <p:nvPr/>
        </p:nvSpPr>
        <p:spPr>
          <a:xfrm>
            <a:off x="2086880" y="1673934"/>
            <a:ext cx="1653717" cy="369332"/>
          </a:xfrm>
          <a:prstGeom prst="rect">
            <a:avLst/>
          </a:prstGeom>
          <a:noFill/>
          <a:ln w="19050">
            <a:solidFill>
              <a:schemeClr val="accent4">
                <a:lumMod val="60000"/>
                <a:lumOff val="40000"/>
              </a:schemeClr>
            </a:solidFill>
          </a:ln>
        </p:spPr>
        <p:txBody>
          <a:bodyPr wrap="square" rtlCol="0">
            <a:spAutoFit/>
          </a:bodyPr>
          <a:lstStyle/>
          <a:p>
            <a:pPr algn="ctr"/>
            <a:r>
              <a:rPr lang="en-US" dirty="0"/>
              <a:t>Romantic</a:t>
            </a:r>
          </a:p>
        </p:txBody>
      </p:sp>
      <p:sp>
        <p:nvSpPr>
          <p:cNvPr id="2" name="TextBox 1">
            <a:extLst>
              <a:ext uri="{FF2B5EF4-FFF2-40B4-BE49-F238E27FC236}">
                <a16:creationId xmlns:a16="http://schemas.microsoft.com/office/drawing/2014/main" id="{D2780419-A028-F5D9-A05E-678E19A98D9E}"/>
              </a:ext>
            </a:extLst>
          </p:cNvPr>
          <p:cNvSpPr txBox="1"/>
          <p:nvPr/>
        </p:nvSpPr>
        <p:spPr>
          <a:xfrm>
            <a:off x="7935503" y="1564037"/>
            <a:ext cx="1653717" cy="369332"/>
          </a:xfrm>
          <a:prstGeom prst="rect">
            <a:avLst/>
          </a:prstGeom>
          <a:noFill/>
          <a:ln w="19050">
            <a:solidFill>
              <a:schemeClr val="accent4">
                <a:lumMod val="60000"/>
                <a:lumOff val="40000"/>
              </a:schemeClr>
            </a:solidFill>
          </a:ln>
        </p:spPr>
        <p:txBody>
          <a:bodyPr wrap="square" rtlCol="0">
            <a:spAutoFit/>
          </a:bodyPr>
          <a:lstStyle/>
          <a:p>
            <a:pPr algn="ctr"/>
            <a:r>
              <a:rPr lang="en-US" dirty="0"/>
              <a:t>Family</a:t>
            </a:r>
          </a:p>
        </p:txBody>
      </p:sp>
      <p:sp>
        <p:nvSpPr>
          <p:cNvPr id="6" name="TextBox 5">
            <a:extLst>
              <a:ext uri="{FF2B5EF4-FFF2-40B4-BE49-F238E27FC236}">
                <a16:creationId xmlns:a16="http://schemas.microsoft.com/office/drawing/2014/main" id="{B3EA641D-1B36-E579-20DF-9279724B74D4}"/>
              </a:ext>
            </a:extLst>
          </p:cNvPr>
          <p:cNvSpPr txBox="1"/>
          <p:nvPr/>
        </p:nvSpPr>
        <p:spPr>
          <a:xfrm>
            <a:off x="7330737" y="4555456"/>
            <a:ext cx="1653717" cy="369332"/>
          </a:xfrm>
          <a:prstGeom prst="rect">
            <a:avLst/>
          </a:prstGeom>
          <a:noFill/>
          <a:ln w="19050">
            <a:solidFill>
              <a:schemeClr val="accent4">
                <a:lumMod val="60000"/>
                <a:lumOff val="40000"/>
              </a:schemeClr>
            </a:solidFill>
          </a:ln>
        </p:spPr>
        <p:txBody>
          <a:bodyPr wrap="square" rtlCol="0">
            <a:spAutoFit/>
          </a:bodyPr>
          <a:lstStyle/>
          <a:p>
            <a:pPr algn="ctr"/>
            <a:r>
              <a:rPr lang="en-US" dirty="0"/>
              <a:t>Friends</a:t>
            </a:r>
          </a:p>
        </p:txBody>
      </p:sp>
      <p:sp>
        <p:nvSpPr>
          <p:cNvPr id="10" name="TextBox 9">
            <a:extLst>
              <a:ext uri="{FF2B5EF4-FFF2-40B4-BE49-F238E27FC236}">
                <a16:creationId xmlns:a16="http://schemas.microsoft.com/office/drawing/2014/main" id="{5A38F43B-C214-1014-FBA9-EFBB8BB332B0}"/>
              </a:ext>
            </a:extLst>
          </p:cNvPr>
          <p:cNvSpPr txBox="1"/>
          <p:nvPr/>
        </p:nvSpPr>
        <p:spPr>
          <a:xfrm>
            <a:off x="2464498" y="4315849"/>
            <a:ext cx="1653717" cy="369332"/>
          </a:xfrm>
          <a:prstGeom prst="rect">
            <a:avLst/>
          </a:prstGeom>
          <a:noFill/>
          <a:ln w="19050">
            <a:solidFill>
              <a:schemeClr val="accent4">
                <a:lumMod val="60000"/>
                <a:lumOff val="40000"/>
              </a:schemeClr>
            </a:solidFill>
          </a:ln>
        </p:spPr>
        <p:txBody>
          <a:bodyPr wrap="square" rtlCol="0">
            <a:spAutoFit/>
          </a:bodyPr>
          <a:lstStyle/>
          <a:p>
            <a:pPr algn="ctr"/>
            <a:r>
              <a:rPr lang="en-US" dirty="0"/>
              <a:t>Acquaintance</a:t>
            </a:r>
          </a:p>
        </p:txBody>
      </p:sp>
      <p:sp>
        <p:nvSpPr>
          <p:cNvPr id="21" name="TextBox 20">
            <a:extLst>
              <a:ext uri="{FF2B5EF4-FFF2-40B4-BE49-F238E27FC236}">
                <a16:creationId xmlns:a16="http://schemas.microsoft.com/office/drawing/2014/main" id="{44A96EE0-CE31-BD1F-BE1D-11A996905558}"/>
              </a:ext>
            </a:extLst>
          </p:cNvPr>
          <p:cNvSpPr txBox="1"/>
          <p:nvPr/>
        </p:nvSpPr>
        <p:spPr>
          <a:xfrm>
            <a:off x="11683" y="1274766"/>
            <a:ext cx="1653717" cy="369332"/>
          </a:xfrm>
          <a:prstGeom prst="rect">
            <a:avLst/>
          </a:prstGeom>
          <a:noFill/>
        </p:spPr>
        <p:txBody>
          <a:bodyPr wrap="square" rtlCol="0">
            <a:spAutoFit/>
          </a:bodyPr>
          <a:lstStyle/>
          <a:p>
            <a:pPr algn="ctr"/>
            <a:r>
              <a:rPr lang="en-US" dirty="0"/>
              <a:t>9/10</a:t>
            </a:r>
          </a:p>
        </p:txBody>
      </p:sp>
      <p:sp>
        <p:nvSpPr>
          <p:cNvPr id="22" name="TextBox 21">
            <a:extLst>
              <a:ext uri="{FF2B5EF4-FFF2-40B4-BE49-F238E27FC236}">
                <a16:creationId xmlns:a16="http://schemas.microsoft.com/office/drawing/2014/main" id="{1B696E4B-BBFE-07A5-B275-BA8F821A1E67}"/>
              </a:ext>
            </a:extLst>
          </p:cNvPr>
          <p:cNvSpPr txBox="1"/>
          <p:nvPr/>
        </p:nvSpPr>
        <p:spPr>
          <a:xfrm>
            <a:off x="121970" y="2824570"/>
            <a:ext cx="1653717" cy="369332"/>
          </a:xfrm>
          <a:prstGeom prst="rect">
            <a:avLst/>
          </a:prstGeom>
          <a:noFill/>
        </p:spPr>
        <p:txBody>
          <a:bodyPr wrap="square" rtlCol="0">
            <a:spAutoFit/>
          </a:bodyPr>
          <a:lstStyle/>
          <a:p>
            <a:pPr algn="ctr"/>
            <a:r>
              <a:rPr lang="en-US" dirty="0"/>
              <a:t>Motivation</a:t>
            </a:r>
          </a:p>
        </p:txBody>
      </p:sp>
      <p:sp>
        <p:nvSpPr>
          <p:cNvPr id="23" name="TextBox 22">
            <a:extLst>
              <a:ext uri="{FF2B5EF4-FFF2-40B4-BE49-F238E27FC236}">
                <a16:creationId xmlns:a16="http://schemas.microsoft.com/office/drawing/2014/main" id="{F4C201E2-C101-7CE1-4ABA-9F8C112C1B27}"/>
              </a:ext>
            </a:extLst>
          </p:cNvPr>
          <p:cNvSpPr txBox="1"/>
          <p:nvPr/>
        </p:nvSpPr>
        <p:spPr>
          <a:xfrm>
            <a:off x="1260022" y="1115514"/>
            <a:ext cx="1653717" cy="369332"/>
          </a:xfrm>
          <a:prstGeom prst="rect">
            <a:avLst/>
          </a:prstGeom>
          <a:noFill/>
        </p:spPr>
        <p:txBody>
          <a:bodyPr wrap="square" rtlCol="0">
            <a:spAutoFit/>
          </a:bodyPr>
          <a:lstStyle/>
          <a:p>
            <a:pPr algn="ctr"/>
            <a:r>
              <a:rPr lang="en-US" dirty="0"/>
              <a:t>Partner</a:t>
            </a:r>
          </a:p>
        </p:txBody>
      </p:sp>
      <p:sp>
        <p:nvSpPr>
          <p:cNvPr id="24" name="TextBox 23">
            <a:extLst>
              <a:ext uri="{FF2B5EF4-FFF2-40B4-BE49-F238E27FC236}">
                <a16:creationId xmlns:a16="http://schemas.microsoft.com/office/drawing/2014/main" id="{140C8740-BF83-C48D-0992-592FA9B6E24F}"/>
              </a:ext>
            </a:extLst>
          </p:cNvPr>
          <p:cNvSpPr txBox="1"/>
          <p:nvPr/>
        </p:nvSpPr>
        <p:spPr>
          <a:xfrm>
            <a:off x="1085160" y="3746182"/>
            <a:ext cx="1480759" cy="369332"/>
          </a:xfrm>
          <a:prstGeom prst="rect">
            <a:avLst/>
          </a:prstGeom>
          <a:noFill/>
        </p:spPr>
        <p:txBody>
          <a:bodyPr wrap="square" rtlCol="0">
            <a:spAutoFit/>
          </a:bodyPr>
          <a:lstStyle/>
          <a:p>
            <a:pPr algn="ctr"/>
            <a:r>
              <a:rPr lang="en-US" dirty="0"/>
              <a:t>Sports Coach</a:t>
            </a:r>
          </a:p>
        </p:txBody>
      </p:sp>
      <p:sp>
        <p:nvSpPr>
          <p:cNvPr id="25" name="TextBox 24">
            <a:extLst>
              <a:ext uri="{FF2B5EF4-FFF2-40B4-BE49-F238E27FC236}">
                <a16:creationId xmlns:a16="http://schemas.microsoft.com/office/drawing/2014/main" id="{80B2FE95-1B3E-7F23-AA83-631BB1FF87AF}"/>
              </a:ext>
            </a:extLst>
          </p:cNvPr>
          <p:cNvSpPr txBox="1"/>
          <p:nvPr/>
        </p:nvSpPr>
        <p:spPr>
          <a:xfrm>
            <a:off x="2382546" y="5434072"/>
            <a:ext cx="1653717" cy="369332"/>
          </a:xfrm>
          <a:prstGeom prst="rect">
            <a:avLst/>
          </a:prstGeom>
          <a:noFill/>
        </p:spPr>
        <p:txBody>
          <a:bodyPr wrap="square" rtlCol="0">
            <a:spAutoFit/>
          </a:bodyPr>
          <a:lstStyle/>
          <a:p>
            <a:pPr algn="ctr"/>
            <a:r>
              <a:rPr lang="en-US" dirty="0"/>
              <a:t>Teacher</a:t>
            </a:r>
          </a:p>
        </p:txBody>
      </p:sp>
      <p:sp>
        <p:nvSpPr>
          <p:cNvPr id="26" name="TextBox 25">
            <a:extLst>
              <a:ext uri="{FF2B5EF4-FFF2-40B4-BE49-F238E27FC236}">
                <a16:creationId xmlns:a16="http://schemas.microsoft.com/office/drawing/2014/main" id="{027394E0-B439-4EFF-8F4D-FF1FF9E4E0B3}"/>
              </a:ext>
            </a:extLst>
          </p:cNvPr>
          <p:cNvSpPr txBox="1"/>
          <p:nvPr/>
        </p:nvSpPr>
        <p:spPr>
          <a:xfrm>
            <a:off x="7269157" y="111499"/>
            <a:ext cx="2629756" cy="369332"/>
          </a:xfrm>
          <a:prstGeom prst="rect">
            <a:avLst/>
          </a:prstGeom>
          <a:noFill/>
        </p:spPr>
        <p:txBody>
          <a:bodyPr wrap="square" rtlCol="0">
            <a:spAutoFit/>
          </a:bodyPr>
          <a:lstStyle/>
          <a:p>
            <a:r>
              <a:rPr lang="en-US" dirty="0"/>
              <a:t>Support, help, friendship</a:t>
            </a:r>
          </a:p>
        </p:txBody>
      </p:sp>
      <p:sp>
        <p:nvSpPr>
          <p:cNvPr id="27" name="TextBox 26">
            <a:extLst>
              <a:ext uri="{FF2B5EF4-FFF2-40B4-BE49-F238E27FC236}">
                <a16:creationId xmlns:a16="http://schemas.microsoft.com/office/drawing/2014/main" id="{F4878960-09FD-8F28-164C-54CB9238C854}"/>
              </a:ext>
            </a:extLst>
          </p:cNvPr>
          <p:cNvSpPr txBox="1"/>
          <p:nvPr/>
        </p:nvSpPr>
        <p:spPr>
          <a:xfrm>
            <a:off x="6278382" y="681942"/>
            <a:ext cx="1653717" cy="369332"/>
          </a:xfrm>
          <a:prstGeom prst="rect">
            <a:avLst/>
          </a:prstGeom>
          <a:noFill/>
        </p:spPr>
        <p:txBody>
          <a:bodyPr wrap="square" rtlCol="0">
            <a:spAutoFit/>
          </a:bodyPr>
          <a:lstStyle/>
          <a:p>
            <a:pPr algn="ctr"/>
            <a:r>
              <a:rPr lang="en-US" dirty="0"/>
              <a:t>Brother</a:t>
            </a:r>
          </a:p>
        </p:txBody>
      </p:sp>
      <p:sp>
        <p:nvSpPr>
          <p:cNvPr id="29" name="TextBox 28">
            <a:extLst>
              <a:ext uri="{FF2B5EF4-FFF2-40B4-BE49-F238E27FC236}">
                <a16:creationId xmlns:a16="http://schemas.microsoft.com/office/drawing/2014/main" id="{CCB6B57D-85CA-1E19-678D-13D43AB233DA}"/>
              </a:ext>
            </a:extLst>
          </p:cNvPr>
          <p:cNvSpPr txBox="1"/>
          <p:nvPr/>
        </p:nvSpPr>
        <p:spPr>
          <a:xfrm>
            <a:off x="9244366" y="5155778"/>
            <a:ext cx="1653717" cy="369332"/>
          </a:xfrm>
          <a:prstGeom prst="rect">
            <a:avLst/>
          </a:prstGeom>
          <a:noFill/>
        </p:spPr>
        <p:txBody>
          <a:bodyPr wrap="square" rtlCol="0">
            <a:spAutoFit/>
          </a:bodyPr>
          <a:lstStyle/>
          <a:p>
            <a:pPr algn="ctr"/>
            <a:r>
              <a:rPr lang="en-US" dirty="0"/>
              <a:t>Friend 1</a:t>
            </a:r>
          </a:p>
        </p:txBody>
      </p:sp>
      <p:sp>
        <p:nvSpPr>
          <p:cNvPr id="30" name="TextBox 29">
            <a:extLst>
              <a:ext uri="{FF2B5EF4-FFF2-40B4-BE49-F238E27FC236}">
                <a16:creationId xmlns:a16="http://schemas.microsoft.com/office/drawing/2014/main" id="{AAFF58B8-4DE8-D08F-FC92-C74F8166592B}"/>
              </a:ext>
            </a:extLst>
          </p:cNvPr>
          <p:cNvSpPr txBox="1"/>
          <p:nvPr/>
        </p:nvSpPr>
        <p:spPr>
          <a:xfrm>
            <a:off x="10396360" y="4447768"/>
            <a:ext cx="1653718" cy="369332"/>
          </a:xfrm>
          <a:prstGeom prst="rect">
            <a:avLst/>
          </a:prstGeom>
          <a:noFill/>
        </p:spPr>
        <p:txBody>
          <a:bodyPr wrap="square" rtlCol="0">
            <a:spAutoFit/>
          </a:bodyPr>
          <a:lstStyle/>
          <a:p>
            <a:pPr algn="ctr"/>
            <a:r>
              <a:rPr lang="en-US" dirty="0"/>
              <a:t>Adventure, fun</a:t>
            </a:r>
          </a:p>
        </p:txBody>
      </p:sp>
      <p:sp>
        <p:nvSpPr>
          <p:cNvPr id="31" name="TextBox 30">
            <a:extLst>
              <a:ext uri="{FF2B5EF4-FFF2-40B4-BE49-F238E27FC236}">
                <a16:creationId xmlns:a16="http://schemas.microsoft.com/office/drawing/2014/main" id="{6B5B62B7-C0C2-858A-B590-0F07D4AE83A1}"/>
              </a:ext>
            </a:extLst>
          </p:cNvPr>
          <p:cNvSpPr txBox="1"/>
          <p:nvPr/>
        </p:nvSpPr>
        <p:spPr>
          <a:xfrm>
            <a:off x="3103865" y="6046185"/>
            <a:ext cx="1653717" cy="369332"/>
          </a:xfrm>
          <a:prstGeom prst="rect">
            <a:avLst/>
          </a:prstGeom>
          <a:noFill/>
        </p:spPr>
        <p:txBody>
          <a:bodyPr wrap="square" rtlCol="0">
            <a:spAutoFit/>
          </a:bodyPr>
          <a:lstStyle/>
          <a:p>
            <a:pPr algn="ctr"/>
            <a:r>
              <a:rPr lang="en-US" dirty="0"/>
              <a:t>Learning</a:t>
            </a:r>
          </a:p>
        </p:txBody>
      </p:sp>
      <p:sp>
        <p:nvSpPr>
          <p:cNvPr id="28" name="TextBox 27">
            <a:extLst>
              <a:ext uri="{FF2B5EF4-FFF2-40B4-BE49-F238E27FC236}">
                <a16:creationId xmlns:a16="http://schemas.microsoft.com/office/drawing/2014/main" id="{4167F2B7-9FCC-8630-3A98-5B2D18EF69B8}"/>
              </a:ext>
            </a:extLst>
          </p:cNvPr>
          <p:cNvSpPr txBox="1"/>
          <p:nvPr/>
        </p:nvSpPr>
        <p:spPr>
          <a:xfrm>
            <a:off x="229054" y="205805"/>
            <a:ext cx="3307137" cy="646331"/>
          </a:xfrm>
          <a:prstGeom prst="rect">
            <a:avLst/>
          </a:prstGeom>
          <a:noFill/>
        </p:spPr>
        <p:txBody>
          <a:bodyPr wrap="square" rtlCol="0">
            <a:spAutoFit/>
          </a:bodyPr>
          <a:lstStyle/>
          <a:p>
            <a:pPr algn="ctr"/>
            <a:r>
              <a:rPr lang="en-US" dirty="0"/>
              <a:t>Comfort, safety, adventure, affection, support</a:t>
            </a:r>
          </a:p>
        </p:txBody>
      </p:sp>
      <p:cxnSp>
        <p:nvCxnSpPr>
          <p:cNvPr id="34" name="Straight Arrow Connector 33">
            <a:extLst>
              <a:ext uri="{FF2B5EF4-FFF2-40B4-BE49-F238E27FC236}">
                <a16:creationId xmlns:a16="http://schemas.microsoft.com/office/drawing/2014/main" id="{BCE28A21-93A9-91E2-F0C5-F47ABF1E75AA}"/>
              </a:ext>
            </a:extLst>
          </p:cNvPr>
          <p:cNvCxnSpPr>
            <a:cxnSpLocks/>
            <a:stCxn id="20" idx="0"/>
            <a:endCxn id="23" idx="2"/>
          </p:cNvCxnSpPr>
          <p:nvPr/>
        </p:nvCxnSpPr>
        <p:spPr>
          <a:xfrm flipH="1" flipV="1">
            <a:off x="2086881" y="1484846"/>
            <a:ext cx="826858" cy="18908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90C26B12-4DFD-7D0F-6F85-CBA787F8C91B}"/>
              </a:ext>
            </a:extLst>
          </p:cNvPr>
          <p:cNvCxnSpPr>
            <a:cxnSpLocks/>
          </p:cNvCxnSpPr>
          <p:nvPr/>
        </p:nvCxnSpPr>
        <p:spPr>
          <a:xfrm flipH="1">
            <a:off x="1260022" y="1360378"/>
            <a:ext cx="393695" cy="1071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C6723998-283A-89A4-6B94-FDFFFC76EEF7}"/>
              </a:ext>
            </a:extLst>
          </p:cNvPr>
          <p:cNvCxnSpPr>
            <a:cxnSpLocks/>
            <a:stCxn id="23" idx="0"/>
            <a:endCxn id="28" idx="2"/>
          </p:cNvCxnSpPr>
          <p:nvPr/>
        </p:nvCxnSpPr>
        <p:spPr>
          <a:xfrm flipH="1" flipV="1">
            <a:off x="1882623" y="852136"/>
            <a:ext cx="204258" cy="26337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BB6E9D30-B656-FB87-38CF-6302B0E2008E}"/>
              </a:ext>
            </a:extLst>
          </p:cNvPr>
          <p:cNvSpPr txBox="1"/>
          <p:nvPr/>
        </p:nvSpPr>
        <p:spPr>
          <a:xfrm>
            <a:off x="5896357" y="1097024"/>
            <a:ext cx="699910" cy="369332"/>
          </a:xfrm>
          <a:prstGeom prst="rect">
            <a:avLst/>
          </a:prstGeom>
          <a:noFill/>
        </p:spPr>
        <p:txBody>
          <a:bodyPr wrap="square" rtlCol="0">
            <a:spAutoFit/>
          </a:bodyPr>
          <a:lstStyle/>
          <a:p>
            <a:r>
              <a:rPr lang="en-US" dirty="0"/>
              <a:t>9/10</a:t>
            </a:r>
          </a:p>
        </p:txBody>
      </p:sp>
      <p:sp>
        <p:nvSpPr>
          <p:cNvPr id="45" name="TextBox 44">
            <a:extLst>
              <a:ext uri="{FF2B5EF4-FFF2-40B4-BE49-F238E27FC236}">
                <a16:creationId xmlns:a16="http://schemas.microsoft.com/office/drawing/2014/main" id="{9F03E875-92B7-0C53-4EA7-9FD389A9B5F9}"/>
              </a:ext>
            </a:extLst>
          </p:cNvPr>
          <p:cNvSpPr txBox="1"/>
          <p:nvPr/>
        </p:nvSpPr>
        <p:spPr>
          <a:xfrm>
            <a:off x="9482518" y="943881"/>
            <a:ext cx="1653717" cy="369332"/>
          </a:xfrm>
          <a:prstGeom prst="rect">
            <a:avLst/>
          </a:prstGeom>
          <a:noFill/>
        </p:spPr>
        <p:txBody>
          <a:bodyPr wrap="square" rtlCol="0">
            <a:spAutoFit/>
          </a:bodyPr>
          <a:lstStyle/>
          <a:p>
            <a:pPr algn="ctr"/>
            <a:r>
              <a:rPr lang="en-US" dirty="0"/>
              <a:t>Mum</a:t>
            </a:r>
          </a:p>
        </p:txBody>
      </p:sp>
      <p:sp>
        <p:nvSpPr>
          <p:cNvPr id="46" name="TextBox 45">
            <a:extLst>
              <a:ext uri="{FF2B5EF4-FFF2-40B4-BE49-F238E27FC236}">
                <a16:creationId xmlns:a16="http://schemas.microsoft.com/office/drawing/2014/main" id="{025A14CC-01E1-F44C-E692-2950B923408B}"/>
              </a:ext>
            </a:extLst>
          </p:cNvPr>
          <p:cNvSpPr txBox="1"/>
          <p:nvPr/>
        </p:nvSpPr>
        <p:spPr>
          <a:xfrm>
            <a:off x="10782534" y="418195"/>
            <a:ext cx="851870" cy="369332"/>
          </a:xfrm>
          <a:prstGeom prst="rect">
            <a:avLst/>
          </a:prstGeom>
          <a:noFill/>
        </p:spPr>
        <p:txBody>
          <a:bodyPr wrap="square" rtlCol="0">
            <a:spAutoFit/>
          </a:bodyPr>
          <a:lstStyle/>
          <a:p>
            <a:r>
              <a:rPr lang="en-US" dirty="0"/>
              <a:t>10/10</a:t>
            </a:r>
          </a:p>
        </p:txBody>
      </p:sp>
      <p:sp>
        <p:nvSpPr>
          <p:cNvPr id="47" name="TextBox 46">
            <a:extLst>
              <a:ext uri="{FF2B5EF4-FFF2-40B4-BE49-F238E27FC236}">
                <a16:creationId xmlns:a16="http://schemas.microsoft.com/office/drawing/2014/main" id="{E09E5F5A-1341-A6DA-3912-F8FBA6A749DB}"/>
              </a:ext>
            </a:extLst>
          </p:cNvPr>
          <p:cNvSpPr txBox="1"/>
          <p:nvPr/>
        </p:nvSpPr>
        <p:spPr>
          <a:xfrm>
            <a:off x="10543759" y="1702222"/>
            <a:ext cx="1818408" cy="923330"/>
          </a:xfrm>
          <a:prstGeom prst="rect">
            <a:avLst/>
          </a:prstGeom>
          <a:noFill/>
        </p:spPr>
        <p:txBody>
          <a:bodyPr wrap="square" rtlCol="0">
            <a:spAutoFit/>
          </a:bodyPr>
          <a:lstStyle/>
          <a:p>
            <a:r>
              <a:rPr lang="en-US" dirty="0"/>
              <a:t>Unconditional love, support, care, advice</a:t>
            </a:r>
          </a:p>
        </p:txBody>
      </p:sp>
      <p:cxnSp>
        <p:nvCxnSpPr>
          <p:cNvPr id="48" name="Straight Arrow Connector 47">
            <a:extLst>
              <a:ext uri="{FF2B5EF4-FFF2-40B4-BE49-F238E27FC236}">
                <a16:creationId xmlns:a16="http://schemas.microsoft.com/office/drawing/2014/main" id="{B74EBB22-DBAC-21C2-6042-5FEA262F0A50}"/>
              </a:ext>
            </a:extLst>
          </p:cNvPr>
          <p:cNvCxnSpPr>
            <a:cxnSpLocks/>
            <a:endCxn id="27" idx="2"/>
          </p:cNvCxnSpPr>
          <p:nvPr/>
        </p:nvCxnSpPr>
        <p:spPr>
          <a:xfrm flipH="1" flipV="1">
            <a:off x="7105241" y="1051274"/>
            <a:ext cx="1143574" cy="45534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A8584C4B-BD01-646B-308E-555A1E70AC4E}"/>
              </a:ext>
            </a:extLst>
          </p:cNvPr>
          <p:cNvCxnSpPr>
            <a:cxnSpLocks/>
            <a:endCxn id="44" idx="0"/>
          </p:cNvCxnSpPr>
          <p:nvPr/>
        </p:nvCxnSpPr>
        <p:spPr>
          <a:xfrm flipH="1">
            <a:off x="6246312" y="889355"/>
            <a:ext cx="424490" cy="20766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5CB1E09F-D8D1-E62A-595C-4DA9D023905E}"/>
              </a:ext>
            </a:extLst>
          </p:cNvPr>
          <p:cNvCxnSpPr>
            <a:cxnSpLocks/>
            <a:stCxn id="27" idx="0"/>
            <a:endCxn id="26" idx="1"/>
          </p:cNvCxnSpPr>
          <p:nvPr/>
        </p:nvCxnSpPr>
        <p:spPr>
          <a:xfrm flipV="1">
            <a:off x="7105241" y="296165"/>
            <a:ext cx="163916" cy="38577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83674BAC-3BF1-AF1F-19EE-5860DDF05F14}"/>
              </a:ext>
            </a:extLst>
          </p:cNvPr>
          <p:cNvCxnSpPr>
            <a:cxnSpLocks/>
            <a:endCxn id="46" idx="2"/>
          </p:cNvCxnSpPr>
          <p:nvPr/>
        </p:nvCxnSpPr>
        <p:spPr>
          <a:xfrm flipV="1">
            <a:off x="10674290" y="787527"/>
            <a:ext cx="534179" cy="23445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D2002007-E5F6-E80F-72E1-9600BD7B43CC}"/>
              </a:ext>
            </a:extLst>
          </p:cNvPr>
          <p:cNvCxnSpPr>
            <a:cxnSpLocks/>
            <a:endCxn id="45" idx="2"/>
          </p:cNvCxnSpPr>
          <p:nvPr/>
        </p:nvCxnSpPr>
        <p:spPr>
          <a:xfrm flipV="1">
            <a:off x="9589220" y="1313213"/>
            <a:ext cx="720157" cy="40396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A613F3AE-11A8-0DD5-C8C5-0F010B850AC5}"/>
              </a:ext>
            </a:extLst>
          </p:cNvPr>
          <p:cNvCxnSpPr>
            <a:cxnSpLocks/>
            <a:endCxn id="47" idx="0"/>
          </p:cNvCxnSpPr>
          <p:nvPr/>
        </p:nvCxnSpPr>
        <p:spPr>
          <a:xfrm>
            <a:off x="10674290" y="1344736"/>
            <a:ext cx="778673" cy="35748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BE9AA08C-81A1-5993-B8CD-D0FFE0D38B27}"/>
              </a:ext>
            </a:extLst>
          </p:cNvPr>
          <p:cNvSpPr txBox="1"/>
          <p:nvPr/>
        </p:nvSpPr>
        <p:spPr>
          <a:xfrm>
            <a:off x="8504209" y="2892290"/>
            <a:ext cx="1653717" cy="369332"/>
          </a:xfrm>
          <a:prstGeom prst="rect">
            <a:avLst/>
          </a:prstGeom>
          <a:noFill/>
        </p:spPr>
        <p:txBody>
          <a:bodyPr wrap="square" rtlCol="0">
            <a:spAutoFit/>
          </a:bodyPr>
          <a:lstStyle/>
          <a:p>
            <a:pPr algn="ctr"/>
            <a:r>
              <a:rPr lang="en-US" dirty="0"/>
              <a:t>Grandparent</a:t>
            </a:r>
          </a:p>
        </p:txBody>
      </p:sp>
      <p:sp>
        <p:nvSpPr>
          <p:cNvPr id="68" name="TextBox 67">
            <a:extLst>
              <a:ext uri="{FF2B5EF4-FFF2-40B4-BE49-F238E27FC236}">
                <a16:creationId xmlns:a16="http://schemas.microsoft.com/office/drawing/2014/main" id="{EC09A467-3CD3-05F4-859A-5D0C386BA5AD}"/>
              </a:ext>
            </a:extLst>
          </p:cNvPr>
          <p:cNvSpPr txBox="1"/>
          <p:nvPr/>
        </p:nvSpPr>
        <p:spPr>
          <a:xfrm>
            <a:off x="9825617" y="3362538"/>
            <a:ext cx="851870" cy="369332"/>
          </a:xfrm>
          <a:prstGeom prst="rect">
            <a:avLst/>
          </a:prstGeom>
          <a:noFill/>
        </p:spPr>
        <p:txBody>
          <a:bodyPr wrap="square" rtlCol="0">
            <a:spAutoFit/>
          </a:bodyPr>
          <a:lstStyle/>
          <a:p>
            <a:r>
              <a:rPr lang="en-US" dirty="0"/>
              <a:t>10/10</a:t>
            </a:r>
          </a:p>
        </p:txBody>
      </p:sp>
      <p:sp>
        <p:nvSpPr>
          <p:cNvPr id="69" name="TextBox 68">
            <a:extLst>
              <a:ext uri="{FF2B5EF4-FFF2-40B4-BE49-F238E27FC236}">
                <a16:creationId xmlns:a16="http://schemas.microsoft.com/office/drawing/2014/main" id="{019D67C5-1861-2680-B913-0807219749B9}"/>
              </a:ext>
            </a:extLst>
          </p:cNvPr>
          <p:cNvSpPr txBox="1"/>
          <p:nvPr/>
        </p:nvSpPr>
        <p:spPr>
          <a:xfrm>
            <a:off x="7221081" y="3310100"/>
            <a:ext cx="2168808" cy="923330"/>
          </a:xfrm>
          <a:prstGeom prst="rect">
            <a:avLst/>
          </a:prstGeom>
          <a:noFill/>
        </p:spPr>
        <p:txBody>
          <a:bodyPr wrap="square" rtlCol="0">
            <a:spAutoFit/>
          </a:bodyPr>
          <a:lstStyle/>
          <a:p>
            <a:r>
              <a:rPr lang="en-US" dirty="0"/>
              <a:t>Unconditional love, advice, culture and tradition</a:t>
            </a:r>
          </a:p>
        </p:txBody>
      </p:sp>
      <p:cxnSp>
        <p:nvCxnSpPr>
          <p:cNvPr id="70" name="Straight Arrow Connector 69">
            <a:extLst>
              <a:ext uri="{FF2B5EF4-FFF2-40B4-BE49-F238E27FC236}">
                <a16:creationId xmlns:a16="http://schemas.microsoft.com/office/drawing/2014/main" id="{2D9C08C8-F62A-5446-7CFC-B46A1FAB1000}"/>
              </a:ext>
            </a:extLst>
          </p:cNvPr>
          <p:cNvCxnSpPr>
            <a:cxnSpLocks/>
            <a:stCxn id="2" idx="2"/>
            <a:endCxn id="67" idx="0"/>
          </p:cNvCxnSpPr>
          <p:nvPr/>
        </p:nvCxnSpPr>
        <p:spPr>
          <a:xfrm>
            <a:off x="8762362" y="1933369"/>
            <a:ext cx="568706" cy="95892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FCA49624-CF0E-B2A3-B8CC-D521D6177B0E}"/>
              </a:ext>
            </a:extLst>
          </p:cNvPr>
          <p:cNvCxnSpPr>
            <a:cxnSpLocks/>
            <a:endCxn id="68" idx="1"/>
          </p:cNvCxnSpPr>
          <p:nvPr/>
        </p:nvCxnSpPr>
        <p:spPr>
          <a:xfrm>
            <a:off x="9534315" y="3261622"/>
            <a:ext cx="291302" cy="28558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A986420F-D06F-7A8E-F75F-270C45112D74}"/>
              </a:ext>
            </a:extLst>
          </p:cNvPr>
          <p:cNvCxnSpPr>
            <a:cxnSpLocks/>
            <a:endCxn id="69" idx="0"/>
          </p:cNvCxnSpPr>
          <p:nvPr/>
        </p:nvCxnSpPr>
        <p:spPr>
          <a:xfrm flipH="1">
            <a:off x="8305485" y="3100539"/>
            <a:ext cx="342057" cy="20956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B6E86512-C94C-D5E4-F53D-2732E4C82D3B}"/>
              </a:ext>
            </a:extLst>
          </p:cNvPr>
          <p:cNvSpPr txBox="1"/>
          <p:nvPr/>
        </p:nvSpPr>
        <p:spPr>
          <a:xfrm>
            <a:off x="11063626" y="5616723"/>
            <a:ext cx="851870" cy="369332"/>
          </a:xfrm>
          <a:prstGeom prst="rect">
            <a:avLst/>
          </a:prstGeom>
          <a:noFill/>
        </p:spPr>
        <p:txBody>
          <a:bodyPr wrap="square" rtlCol="0">
            <a:spAutoFit/>
          </a:bodyPr>
          <a:lstStyle/>
          <a:p>
            <a:r>
              <a:rPr lang="en-US" dirty="0"/>
              <a:t>8/10</a:t>
            </a:r>
          </a:p>
        </p:txBody>
      </p:sp>
      <p:cxnSp>
        <p:nvCxnSpPr>
          <p:cNvPr id="83" name="Straight Arrow Connector 82">
            <a:extLst>
              <a:ext uri="{FF2B5EF4-FFF2-40B4-BE49-F238E27FC236}">
                <a16:creationId xmlns:a16="http://schemas.microsoft.com/office/drawing/2014/main" id="{62818DE7-0676-5330-35CB-A7663123A3F7}"/>
              </a:ext>
            </a:extLst>
          </p:cNvPr>
          <p:cNvCxnSpPr>
            <a:cxnSpLocks/>
          </p:cNvCxnSpPr>
          <p:nvPr/>
        </p:nvCxnSpPr>
        <p:spPr>
          <a:xfrm>
            <a:off x="10213818" y="5564847"/>
            <a:ext cx="839364" cy="21782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4C4C93C1-2F30-8668-0057-58526684EE17}"/>
              </a:ext>
            </a:extLst>
          </p:cNvPr>
          <p:cNvCxnSpPr>
            <a:cxnSpLocks/>
          </p:cNvCxnSpPr>
          <p:nvPr/>
        </p:nvCxnSpPr>
        <p:spPr>
          <a:xfrm flipV="1">
            <a:off x="10433242" y="4847753"/>
            <a:ext cx="241048" cy="3080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CF540ED0-DF70-2C03-D5ED-3132500B4BF2}"/>
              </a:ext>
            </a:extLst>
          </p:cNvPr>
          <p:cNvCxnSpPr>
            <a:cxnSpLocks/>
            <a:stCxn id="6" idx="2"/>
          </p:cNvCxnSpPr>
          <p:nvPr/>
        </p:nvCxnSpPr>
        <p:spPr>
          <a:xfrm flipH="1">
            <a:off x="7297127" y="4924788"/>
            <a:ext cx="860469" cy="50928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D1B78E66-E6B7-6671-3F71-A95C1C0E1BFF}"/>
              </a:ext>
            </a:extLst>
          </p:cNvPr>
          <p:cNvSpPr txBox="1"/>
          <p:nvPr/>
        </p:nvSpPr>
        <p:spPr>
          <a:xfrm>
            <a:off x="6422407" y="5457089"/>
            <a:ext cx="1653717" cy="369332"/>
          </a:xfrm>
          <a:prstGeom prst="rect">
            <a:avLst/>
          </a:prstGeom>
          <a:noFill/>
        </p:spPr>
        <p:txBody>
          <a:bodyPr wrap="square" rtlCol="0">
            <a:spAutoFit/>
          </a:bodyPr>
          <a:lstStyle/>
          <a:p>
            <a:pPr algn="ctr"/>
            <a:r>
              <a:rPr lang="en-US" dirty="0"/>
              <a:t>Friend 2</a:t>
            </a:r>
          </a:p>
        </p:txBody>
      </p:sp>
      <p:sp>
        <p:nvSpPr>
          <p:cNvPr id="94" name="TextBox 93">
            <a:extLst>
              <a:ext uri="{FF2B5EF4-FFF2-40B4-BE49-F238E27FC236}">
                <a16:creationId xmlns:a16="http://schemas.microsoft.com/office/drawing/2014/main" id="{079DE9A1-6987-05EE-6D65-081CE9CC26CC}"/>
              </a:ext>
            </a:extLst>
          </p:cNvPr>
          <p:cNvSpPr txBox="1"/>
          <p:nvPr/>
        </p:nvSpPr>
        <p:spPr>
          <a:xfrm>
            <a:off x="6219161" y="6040227"/>
            <a:ext cx="3510681" cy="646331"/>
          </a:xfrm>
          <a:prstGeom prst="rect">
            <a:avLst/>
          </a:prstGeom>
          <a:noFill/>
        </p:spPr>
        <p:txBody>
          <a:bodyPr wrap="square" rtlCol="0">
            <a:spAutoFit/>
          </a:bodyPr>
          <a:lstStyle/>
          <a:p>
            <a:pPr algn="ctr"/>
            <a:r>
              <a:rPr lang="en-US" dirty="0"/>
              <a:t>Fun, advice, love, non-judgmental support</a:t>
            </a:r>
          </a:p>
        </p:txBody>
      </p:sp>
      <p:sp>
        <p:nvSpPr>
          <p:cNvPr id="95" name="TextBox 94">
            <a:extLst>
              <a:ext uri="{FF2B5EF4-FFF2-40B4-BE49-F238E27FC236}">
                <a16:creationId xmlns:a16="http://schemas.microsoft.com/office/drawing/2014/main" id="{AFB3BE77-A5E3-DD62-A6D5-624757C46632}"/>
              </a:ext>
            </a:extLst>
          </p:cNvPr>
          <p:cNvSpPr txBox="1"/>
          <p:nvPr/>
        </p:nvSpPr>
        <p:spPr>
          <a:xfrm>
            <a:off x="5793226" y="4924788"/>
            <a:ext cx="851870" cy="369332"/>
          </a:xfrm>
          <a:prstGeom prst="rect">
            <a:avLst/>
          </a:prstGeom>
          <a:noFill/>
        </p:spPr>
        <p:txBody>
          <a:bodyPr wrap="square" rtlCol="0">
            <a:spAutoFit/>
          </a:bodyPr>
          <a:lstStyle/>
          <a:p>
            <a:r>
              <a:rPr lang="en-US" dirty="0"/>
              <a:t>9/10</a:t>
            </a:r>
          </a:p>
        </p:txBody>
      </p:sp>
      <p:cxnSp>
        <p:nvCxnSpPr>
          <p:cNvPr id="96" name="Straight Arrow Connector 95">
            <a:extLst>
              <a:ext uri="{FF2B5EF4-FFF2-40B4-BE49-F238E27FC236}">
                <a16:creationId xmlns:a16="http://schemas.microsoft.com/office/drawing/2014/main" id="{58BFB6DC-221F-9ADC-D767-0A345BE04551}"/>
              </a:ext>
            </a:extLst>
          </p:cNvPr>
          <p:cNvCxnSpPr>
            <a:cxnSpLocks/>
          </p:cNvCxnSpPr>
          <p:nvPr/>
        </p:nvCxnSpPr>
        <p:spPr>
          <a:xfrm>
            <a:off x="7249266" y="5797565"/>
            <a:ext cx="280816" cy="22381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DB58A1E1-61B6-6924-44F1-0D2DAA694C3C}"/>
              </a:ext>
            </a:extLst>
          </p:cNvPr>
          <p:cNvCxnSpPr>
            <a:cxnSpLocks/>
          </p:cNvCxnSpPr>
          <p:nvPr/>
        </p:nvCxnSpPr>
        <p:spPr>
          <a:xfrm flipH="1" flipV="1">
            <a:off x="6139649" y="5318137"/>
            <a:ext cx="624697" cy="29858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EF18E799-32CB-E466-4FD6-C08EDD67B162}"/>
              </a:ext>
            </a:extLst>
          </p:cNvPr>
          <p:cNvSpPr txBox="1"/>
          <p:nvPr/>
        </p:nvSpPr>
        <p:spPr>
          <a:xfrm>
            <a:off x="203446" y="4270123"/>
            <a:ext cx="699910" cy="369332"/>
          </a:xfrm>
          <a:prstGeom prst="rect">
            <a:avLst/>
          </a:prstGeom>
          <a:noFill/>
        </p:spPr>
        <p:txBody>
          <a:bodyPr wrap="square" rtlCol="0">
            <a:spAutoFit/>
          </a:bodyPr>
          <a:lstStyle/>
          <a:p>
            <a:r>
              <a:rPr lang="en-US" dirty="0"/>
              <a:t>6/10</a:t>
            </a:r>
          </a:p>
        </p:txBody>
      </p:sp>
      <p:sp>
        <p:nvSpPr>
          <p:cNvPr id="103" name="TextBox 102">
            <a:extLst>
              <a:ext uri="{FF2B5EF4-FFF2-40B4-BE49-F238E27FC236}">
                <a16:creationId xmlns:a16="http://schemas.microsoft.com/office/drawing/2014/main" id="{507254D4-C5DB-3028-24CA-9351847BCC56}"/>
              </a:ext>
            </a:extLst>
          </p:cNvPr>
          <p:cNvSpPr txBox="1"/>
          <p:nvPr/>
        </p:nvSpPr>
        <p:spPr>
          <a:xfrm>
            <a:off x="2072749" y="5817844"/>
            <a:ext cx="699910" cy="369332"/>
          </a:xfrm>
          <a:prstGeom prst="rect">
            <a:avLst/>
          </a:prstGeom>
          <a:noFill/>
        </p:spPr>
        <p:txBody>
          <a:bodyPr wrap="square" rtlCol="0">
            <a:spAutoFit/>
          </a:bodyPr>
          <a:lstStyle/>
          <a:p>
            <a:r>
              <a:rPr lang="en-US" dirty="0"/>
              <a:t>5/10</a:t>
            </a:r>
          </a:p>
        </p:txBody>
      </p:sp>
      <p:cxnSp>
        <p:nvCxnSpPr>
          <p:cNvPr id="112" name="Straight Arrow Connector 111">
            <a:extLst>
              <a:ext uri="{FF2B5EF4-FFF2-40B4-BE49-F238E27FC236}">
                <a16:creationId xmlns:a16="http://schemas.microsoft.com/office/drawing/2014/main" id="{2A928849-EEF6-1902-FFA6-4B988D3D481E}"/>
              </a:ext>
            </a:extLst>
          </p:cNvPr>
          <p:cNvCxnSpPr>
            <a:cxnSpLocks/>
            <a:endCxn id="24" idx="2"/>
          </p:cNvCxnSpPr>
          <p:nvPr/>
        </p:nvCxnSpPr>
        <p:spPr>
          <a:xfrm flipH="1" flipV="1">
            <a:off x="1825540" y="4115514"/>
            <a:ext cx="573688" cy="38500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337CAA78-BE9A-F3F8-5169-F7764B8756B3}"/>
              </a:ext>
            </a:extLst>
          </p:cNvPr>
          <p:cNvCxnSpPr>
            <a:cxnSpLocks/>
            <a:stCxn id="24" idx="1"/>
            <a:endCxn id="102" idx="0"/>
          </p:cNvCxnSpPr>
          <p:nvPr/>
        </p:nvCxnSpPr>
        <p:spPr>
          <a:xfrm flipH="1">
            <a:off x="553401" y="3930848"/>
            <a:ext cx="531759" cy="33927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3102BE9D-30EC-CD0C-8228-E1AC412F3B3F}"/>
              </a:ext>
            </a:extLst>
          </p:cNvPr>
          <p:cNvCxnSpPr>
            <a:cxnSpLocks/>
            <a:stCxn id="24" idx="0"/>
            <a:endCxn id="22" idx="2"/>
          </p:cNvCxnSpPr>
          <p:nvPr/>
        </p:nvCxnSpPr>
        <p:spPr>
          <a:xfrm flipH="1" flipV="1">
            <a:off x="948829" y="3193902"/>
            <a:ext cx="876711" cy="55228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362B2A5-6E8C-9167-B73E-DC8BD46610D8}"/>
              </a:ext>
            </a:extLst>
          </p:cNvPr>
          <p:cNvCxnSpPr>
            <a:cxnSpLocks/>
            <a:endCxn id="103" idx="0"/>
          </p:cNvCxnSpPr>
          <p:nvPr/>
        </p:nvCxnSpPr>
        <p:spPr>
          <a:xfrm flipH="1">
            <a:off x="2422704" y="5656799"/>
            <a:ext cx="377683" cy="16104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207DAEF-BEE3-ABD5-CBEA-B7E829E2CCA2}"/>
              </a:ext>
            </a:extLst>
          </p:cNvPr>
          <p:cNvCxnSpPr>
            <a:cxnSpLocks/>
            <a:stCxn id="25" idx="2"/>
            <a:endCxn id="31" idx="0"/>
          </p:cNvCxnSpPr>
          <p:nvPr/>
        </p:nvCxnSpPr>
        <p:spPr>
          <a:xfrm>
            <a:off x="3209405" y="5803404"/>
            <a:ext cx="721319" cy="24278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6727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1000"/>
                                        <p:tgtEl>
                                          <p:spTgt spid="48"/>
                                        </p:tgtEl>
                                      </p:cBhvr>
                                    </p:animEffect>
                                    <p:anim calcmode="lin" valueType="num">
                                      <p:cBhvr>
                                        <p:cTn id="8" dur="1000" fill="hold"/>
                                        <p:tgtEl>
                                          <p:spTgt spid="48"/>
                                        </p:tgtEl>
                                        <p:attrNameLst>
                                          <p:attrName>ppt_x</p:attrName>
                                        </p:attrNameLst>
                                      </p:cBhvr>
                                      <p:tavLst>
                                        <p:tav tm="0">
                                          <p:val>
                                            <p:strVal val="#ppt_x"/>
                                          </p:val>
                                        </p:tav>
                                        <p:tav tm="100000">
                                          <p:val>
                                            <p:strVal val="#ppt_x"/>
                                          </p:val>
                                        </p:tav>
                                      </p:tavLst>
                                    </p:anim>
                                    <p:anim calcmode="lin" valueType="num">
                                      <p:cBhvr>
                                        <p:cTn id="9" dur="1000" fill="hold"/>
                                        <p:tgtEl>
                                          <p:spTgt spid="4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1000"/>
                                        <p:tgtEl>
                                          <p:spTgt spid="27"/>
                                        </p:tgtEl>
                                      </p:cBhvr>
                                    </p:animEffect>
                                    <p:anim calcmode="lin" valueType="num">
                                      <p:cBhvr>
                                        <p:cTn id="13" dur="1000" fill="hold"/>
                                        <p:tgtEl>
                                          <p:spTgt spid="27"/>
                                        </p:tgtEl>
                                        <p:attrNameLst>
                                          <p:attrName>ppt_x</p:attrName>
                                        </p:attrNameLst>
                                      </p:cBhvr>
                                      <p:tavLst>
                                        <p:tav tm="0">
                                          <p:val>
                                            <p:strVal val="#ppt_x"/>
                                          </p:val>
                                        </p:tav>
                                        <p:tav tm="100000">
                                          <p:val>
                                            <p:strVal val="#ppt_x"/>
                                          </p:val>
                                        </p:tav>
                                      </p:tavLst>
                                    </p:anim>
                                    <p:anim calcmode="lin" valueType="num">
                                      <p:cBhvr>
                                        <p:cTn id="14" dur="1000" fill="hold"/>
                                        <p:tgtEl>
                                          <p:spTgt spid="2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4"/>
                                        </p:tgtEl>
                                        <p:attrNameLst>
                                          <p:attrName>style.visibility</p:attrName>
                                        </p:attrNameLst>
                                      </p:cBhvr>
                                      <p:to>
                                        <p:strVal val="visible"/>
                                      </p:to>
                                    </p:set>
                                    <p:animEffect transition="in" filter="fade">
                                      <p:cBhvr>
                                        <p:cTn id="17" dur="1000"/>
                                        <p:tgtEl>
                                          <p:spTgt spid="54"/>
                                        </p:tgtEl>
                                      </p:cBhvr>
                                    </p:animEffect>
                                    <p:anim calcmode="lin" valueType="num">
                                      <p:cBhvr>
                                        <p:cTn id="18" dur="1000" fill="hold"/>
                                        <p:tgtEl>
                                          <p:spTgt spid="54"/>
                                        </p:tgtEl>
                                        <p:attrNameLst>
                                          <p:attrName>ppt_x</p:attrName>
                                        </p:attrNameLst>
                                      </p:cBhvr>
                                      <p:tavLst>
                                        <p:tav tm="0">
                                          <p:val>
                                            <p:strVal val="#ppt_x"/>
                                          </p:val>
                                        </p:tav>
                                        <p:tav tm="100000">
                                          <p:val>
                                            <p:strVal val="#ppt_x"/>
                                          </p:val>
                                        </p:tav>
                                      </p:tavLst>
                                    </p:anim>
                                    <p:anim calcmode="lin" valueType="num">
                                      <p:cBhvr>
                                        <p:cTn id="19" dur="1000" fill="hold"/>
                                        <p:tgtEl>
                                          <p:spTgt spid="5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1000"/>
                                        <p:tgtEl>
                                          <p:spTgt spid="50"/>
                                        </p:tgtEl>
                                      </p:cBhvr>
                                    </p:animEffect>
                                    <p:anim calcmode="lin" valueType="num">
                                      <p:cBhvr>
                                        <p:cTn id="23" dur="1000" fill="hold"/>
                                        <p:tgtEl>
                                          <p:spTgt spid="50"/>
                                        </p:tgtEl>
                                        <p:attrNameLst>
                                          <p:attrName>ppt_x</p:attrName>
                                        </p:attrNameLst>
                                      </p:cBhvr>
                                      <p:tavLst>
                                        <p:tav tm="0">
                                          <p:val>
                                            <p:strVal val="#ppt_x"/>
                                          </p:val>
                                        </p:tav>
                                        <p:tav tm="100000">
                                          <p:val>
                                            <p:strVal val="#ppt_x"/>
                                          </p:val>
                                        </p:tav>
                                      </p:tavLst>
                                    </p:anim>
                                    <p:anim calcmode="lin" valueType="num">
                                      <p:cBhvr>
                                        <p:cTn id="24" dur="1000" fill="hold"/>
                                        <p:tgtEl>
                                          <p:spTgt spid="5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fade">
                                      <p:cBhvr>
                                        <p:cTn id="27" dur="1000"/>
                                        <p:tgtEl>
                                          <p:spTgt spid="44"/>
                                        </p:tgtEl>
                                      </p:cBhvr>
                                    </p:animEffect>
                                    <p:anim calcmode="lin" valueType="num">
                                      <p:cBhvr>
                                        <p:cTn id="28" dur="1000" fill="hold"/>
                                        <p:tgtEl>
                                          <p:spTgt spid="44"/>
                                        </p:tgtEl>
                                        <p:attrNameLst>
                                          <p:attrName>ppt_x</p:attrName>
                                        </p:attrNameLst>
                                      </p:cBhvr>
                                      <p:tavLst>
                                        <p:tav tm="0">
                                          <p:val>
                                            <p:strVal val="#ppt_x"/>
                                          </p:val>
                                        </p:tav>
                                        <p:tav tm="100000">
                                          <p:val>
                                            <p:strVal val="#ppt_x"/>
                                          </p:val>
                                        </p:tav>
                                      </p:tavLst>
                                    </p:anim>
                                    <p:anim calcmode="lin" valueType="num">
                                      <p:cBhvr>
                                        <p:cTn id="29" dur="1000" fill="hold"/>
                                        <p:tgtEl>
                                          <p:spTgt spid="4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1000"/>
                                        <p:tgtEl>
                                          <p:spTgt spid="26"/>
                                        </p:tgtEl>
                                      </p:cBhvr>
                                    </p:animEffect>
                                    <p:anim calcmode="lin" valueType="num">
                                      <p:cBhvr>
                                        <p:cTn id="33" dur="1000" fill="hold"/>
                                        <p:tgtEl>
                                          <p:spTgt spid="26"/>
                                        </p:tgtEl>
                                        <p:attrNameLst>
                                          <p:attrName>ppt_x</p:attrName>
                                        </p:attrNameLst>
                                      </p:cBhvr>
                                      <p:tavLst>
                                        <p:tav tm="0">
                                          <p:val>
                                            <p:strVal val="#ppt_x"/>
                                          </p:val>
                                        </p:tav>
                                        <p:tav tm="100000">
                                          <p:val>
                                            <p:strVal val="#ppt_x"/>
                                          </p:val>
                                        </p:tav>
                                      </p:tavLst>
                                    </p:anim>
                                    <p:anim calcmode="lin" valueType="num">
                                      <p:cBhvr>
                                        <p:cTn id="34" dur="1000" fill="hold"/>
                                        <p:tgtEl>
                                          <p:spTgt spid="26"/>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60"/>
                                        </p:tgtEl>
                                        <p:attrNameLst>
                                          <p:attrName>style.visibility</p:attrName>
                                        </p:attrNameLst>
                                      </p:cBhvr>
                                      <p:to>
                                        <p:strVal val="visible"/>
                                      </p:to>
                                    </p:set>
                                    <p:animEffect transition="in" filter="fade">
                                      <p:cBhvr>
                                        <p:cTn id="37" dur="1000"/>
                                        <p:tgtEl>
                                          <p:spTgt spid="60"/>
                                        </p:tgtEl>
                                      </p:cBhvr>
                                    </p:animEffect>
                                    <p:anim calcmode="lin" valueType="num">
                                      <p:cBhvr>
                                        <p:cTn id="38" dur="1000" fill="hold"/>
                                        <p:tgtEl>
                                          <p:spTgt spid="60"/>
                                        </p:tgtEl>
                                        <p:attrNameLst>
                                          <p:attrName>ppt_x</p:attrName>
                                        </p:attrNameLst>
                                      </p:cBhvr>
                                      <p:tavLst>
                                        <p:tav tm="0">
                                          <p:val>
                                            <p:strVal val="#ppt_x"/>
                                          </p:val>
                                        </p:tav>
                                        <p:tav tm="100000">
                                          <p:val>
                                            <p:strVal val="#ppt_x"/>
                                          </p:val>
                                        </p:tav>
                                      </p:tavLst>
                                    </p:anim>
                                    <p:anim calcmode="lin" valueType="num">
                                      <p:cBhvr>
                                        <p:cTn id="39" dur="1000" fill="hold"/>
                                        <p:tgtEl>
                                          <p:spTgt spid="6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fade">
                                      <p:cBhvr>
                                        <p:cTn id="42" dur="1000"/>
                                        <p:tgtEl>
                                          <p:spTgt spid="45"/>
                                        </p:tgtEl>
                                      </p:cBhvr>
                                    </p:animEffect>
                                    <p:anim calcmode="lin" valueType="num">
                                      <p:cBhvr>
                                        <p:cTn id="43" dur="1000" fill="hold"/>
                                        <p:tgtEl>
                                          <p:spTgt spid="45"/>
                                        </p:tgtEl>
                                        <p:attrNameLst>
                                          <p:attrName>ppt_x</p:attrName>
                                        </p:attrNameLst>
                                      </p:cBhvr>
                                      <p:tavLst>
                                        <p:tav tm="0">
                                          <p:val>
                                            <p:strVal val="#ppt_x"/>
                                          </p:val>
                                        </p:tav>
                                        <p:tav tm="100000">
                                          <p:val>
                                            <p:strVal val="#ppt_x"/>
                                          </p:val>
                                        </p:tav>
                                      </p:tavLst>
                                    </p:anim>
                                    <p:anim calcmode="lin" valueType="num">
                                      <p:cBhvr>
                                        <p:cTn id="44" dur="1000" fill="hold"/>
                                        <p:tgtEl>
                                          <p:spTgt spid="45"/>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57"/>
                                        </p:tgtEl>
                                        <p:attrNameLst>
                                          <p:attrName>style.visibility</p:attrName>
                                        </p:attrNameLst>
                                      </p:cBhvr>
                                      <p:to>
                                        <p:strVal val="visible"/>
                                      </p:to>
                                    </p:set>
                                    <p:animEffect transition="in" filter="fade">
                                      <p:cBhvr>
                                        <p:cTn id="47" dur="1000"/>
                                        <p:tgtEl>
                                          <p:spTgt spid="57"/>
                                        </p:tgtEl>
                                      </p:cBhvr>
                                    </p:animEffect>
                                    <p:anim calcmode="lin" valueType="num">
                                      <p:cBhvr>
                                        <p:cTn id="48" dur="1000" fill="hold"/>
                                        <p:tgtEl>
                                          <p:spTgt spid="57"/>
                                        </p:tgtEl>
                                        <p:attrNameLst>
                                          <p:attrName>ppt_x</p:attrName>
                                        </p:attrNameLst>
                                      </p:cBhvr>
                                      <p:tavLst>
                                        <p:tav tm="0">
                                          <p:val>
                                            <p:strVal val="#ppt_x"/>
                                          </p:val>
                                        </p:tav>
                                        <p:tav tm="100000">
                                          <p:val>
                                            <p:strVal val="#ppt_x"/>
                                          </p:val>
                                        </p:tav>
                                      </p:tavLst>
                                    </p:anim>
                                    <p:anim calcmode="lin" valueType="num">
                                      <p:cBhvr>
                                        <p:cTn id="49" dur="1000" fill="hold"/>
                                        <p:tgtEl>
                                          <p:spTgt spid="57"/>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fade">
                                      <p:cBhvr>
                                        <p:cTn id="52" dur="1000"/>
                                        <p:tgtEl>
                                          <p:spTgt spid="46"/>
                                        </p:tgtEl>
                                      </p:cBhvr>
                                    </p:animEffect>
                                    <p:anim calcmode="lin" valueType="num">
                                      <p:cBhvr>
                                        <p:cTn id="53" dur="1000" fill="hold"/>
                                        <p:tgtEl>
                                          <p:spTgt spid="46"/>
                                        </p:tgtEl>
                                        <p:attrNameLst>
                                          <p:attrName>ppt_x</p:attrName>
                                        </p:attrNameLst>
                                      </p:cBhvr>
                                      <p:tavLst>
                                        <p:tav tm="0">
                                          <p:val>
                                            <p:strVal val="#ppt_x"/>
                                          </p:val>
                                        </p:tav>
                                        <p:tav tm="100000">
                                          <p:val>
                                            <p:strVal val="#ppt_x"/>
                                          </p:val>
                                        </p:tav>
                                      </p:tavLst>
                                    </p:anim>
                                    <p:anim calcmode="lin" valueType="num">
                                      <p:cBhvr>
                                        <p:cTn id="54" dur="1000" fill="hold"/>
                                        <p:tgtEl>
                                          <p:spTgt spid="46"/>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64"/>
                                        </p:tgtEl>
                                        <p:attrNameLst>
                                          <p:attrName>style.visibility</p:attrName>
                                        </p:attrNameLst>
                                      </p:cBhvr>
                                      <p:to>
                                        <p:strVal val="visible"/>
                                      </p:to>
                                    </p:set>
                                    <p:animEffect transition="in" filter="fade">
                                      <p:cBhvr>
                                        <p:cTn id="57" dur="1000"/>
                                        <p:tgtEl>
                                          <p:spTgt spid="64"/>
                                        </p:tgtEl>
                                      </p:cBhvr>
                                    </p:animEffect>
                                    <p:anim calcmode="lin" valueType="num">
                                      <p:cBhvr>
                                        <p:cTn id="58" dur="1000" fill="hold"/>
                                        <p:tgtEl>
                                          <p:spTgt spid="64"/>
                                        </p:tgtEl>
                                        <p:attrNameLst>
                                          <p:attrName>ppt_x</p:attrName>
                                        </p:attrNameLst>
                                      </p:cBhvr>
                                      <p:tavLst>
                                        <p:tav tm="0">
                                          <p:val>
                                            <p:strVal val="#ppt_x"/>
                                          </p:val>
                                        </p:tav>
                                        <p:tav tm="100000">
                                          <p:val>
                                            <p:strVal val="#ppt_x"/>
                                          </p:val>
                                        </p:tav>
                                      </p:tavLst>
                                    </p:anim>
                                    <p:anim calcmode="lin" valueType="num">
                                      <p:cBhvr>
                                        <p:cTn id="59" dur="1000" fill="hold"/>
                                        <p:tgtEl>
                                          <p:spTgt spid="64"/>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47"/>
                                        </p:tgtEl>
                                        <p:attrNameLst>
                                          <p:attrName>style.visibility</p:attrName>
                                        </p:attrNameLst>
                                      </p:cBhvr>
                                      <p:to>
                                        <p:strVal val="visible"/>
                                      </p:to>
                                    </p:set>
                                    <p:animEffect transition="in" filter="fade">
                                      <p:cBhvr>
                                        <p:cTn id="62" dur="1000"/>
                                        <p:tgtEl>
                                          <p:spTgt spid="47"/>
                                        </p:tgtEl>
                                      </p:cBhvr>
                                    </p:animEffect>
                                    <p:anim calcmode="lin" valueType="num">
                                      <p:cBhvr>
                                        <p:cTn id="63" dur="1000" fill="hold"/>
                                        <p:tgtEl>
                                          <p:spTgt spid="47"/>
                                        </p:tgtEl>
                                        <p:attrNameLst>
                                          <p:attrName>ppt_x</p:attrName>
                                        </p:attrNameLst>
                                      </p:cBhvr>
                                      <p:tavLst>
                                        <p:tav tm="0">
                                          <p:val>
                                            <p:strVal val="#ppt_x"/>
                                          </p:val>
                                        </p:tav>
                                        <p:tav tm="100000">
                                          <p:val>
                                            <p:strVal val="#ppt_x"/>
                                          </p:val>
                                        </p:tav>
                                      </p:tavLst>
                                    </p:anim>
                                    <p:anim calcmode="lin" valueType="num">
                                      <p:cBhvr>
                                        <p:cTn id="64" dur="1000" fill="hold"/>
                                        <p:tgtEl>
                                          <p:spTgt spid="47"/>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70"/>
                                        </p:tgtEl>
                                        <p:attrNameLst>
                                          <p:attrName>style.visibility</p:attrName>
                                        </p:attrNameLst>
                                      </p:cBhvr>
                                      <p:to>
                                        <p:strVal val="visible"/>
                                      </p:to>
                                    </p:set>
                                    <p:animEffect transition="in" filter="fade">
                                      <p:cBhvr>
                                        <p:cTn id="67" dur="1000"/>
                                        <p:tgtEl>
                                          <p:spTgt spid="70"/>
                                        </p:tgtEl>
                                      </p:cBhvr>
                                    </p:animEffect>
                                    <p:anim calcmode="lin" valueType="num">
                                      <p:cBhvr>
                                        <p:cTn id="68" dur="1000" fill="hold"/>
                                        <p:tgtEl>
                                          <p:spTgt spid="70"/>
                                        </p:tgtEl>
                                        <p:attrNameLst>
                                          <p:attrName>ppt_x</p:attrName>
                                        </p:attrNameLst>
                                      </p:cBhvr>
                                      <p:tavLst>
                                        <p:tav tm="0">
                                          <p:val>
                                            <p:strVal val="#ppt_x"/>
                                          </p:val>
                                        </p:tav>
                                        <p:tav tm="100000">
                                          <p:val>
                                            <p:strVal val="#ppt_x"/>
                                          </p:val>
                                        </p:tav>
                                      </p:tavLst>
                                    </p:anim>
                                    <p:anim calcmode="lin" valueType="num">
                                      <p:cBhvr>
                                        <p:cTn id="69" dur="1000" fill="hold"/>
                                        <p:tgtEl>
                                          <p:spTgt spid="70"/>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67"/>
                                        </p:tgtEl>
                                        <p:attrNameLst>
                                          <p:attrName>style.visibility</p:attrName>
                                        </p:attrNameLst>
                                      </p:cBhvr>
                                      <p:to>
                                        <p:strVal val="visible"/>
                                      </p:to>
                                    </p:set>
                                    <p:animEffect transition="in" filter="fade">
                                      <p:cBhvr>
                                        <p:cTn id="72" dur="1000"/>
                                        <p:tgtEl>
                                          <p:spTgt spid="67"/>
                                        </p:tgtEl>
                                      </p:cBhvr>
                                    </p:animEffect>
                                    <p:anim calcmode="lin" valueType="num">
                                      <p:cBhvr>
                                        <p:cTn id="73" dur="1000" fill="hold"/>
                                        <p:tgtEl>
                                          <p:spTgt spid="67"/>
                                        </p:tgtEl>
                                        <p:attrNameLst>
                                          <p:attrName>ppt_x</p:attrName>
                                        </p:attrNameLst>
                                      </p:cBhvr>
                                      <p:tavLst>
                                        <p:tav tm="0">
                                          <p:val>
                                            <p:strVal val="#ppt_x"/>
                                          </p:val>
                                        </p:tav>
                                        <p:tav tm="100000">
                                          <p:val>
                                            <p:strVal val="#ppt_x"/>
                                          </p:val>
                                        </p:tav>
                                      </p:tavLst>
                                    </p:anim>
                                    <p:anim calcmode="lin" valueType="num">
                                      <p:cBhvr>
                                        <p:cTn id="74" dur="1000" fill="hold"/>
                                        <p:tgtEl>
                                          <p:spTgt spid="67"/>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76"/>
                                        </p:tgtEl>
                                        <p:attrNameLst>
                                          <p:attrName>style.visibility</p:attrName>
                                        </p:attrNameLst>
                                      </p:cBhvr>
                                      <p:to>
                                        <p:strVal val="visible"/>
                                      </p:to>
                                    </p:set>
                                    <p:animEffect transition="in" filter="fade">
                                      <p:cBhvr>
                                        <p:cTn id="77" dur="1000"/>
                                        <p:tgtEl>
                                          <p:spTgt spid="76"/>
                                        </p:tgtEl>
                                      </p:cBhvr>
                                    </p:animEffect>
                                    <p:anim calcmode="lin" valueType="num">
                                      <p:cBhvr>
                                        <p:cTn id="78" dur="1000" fill="hold"/>
                                        <p:tgtEl>
                                          <p:spTgt spid="76"/>
                                        </p:tgtEl>
                                        <p:attrNameLst>
                                          <p:attrName>ppt_x</p:attrName>
                                        </p:attrNameLst>
                                      </p:cBhvr>
                                      <p:tavLst>
                                        <p:tav tm="0">
                                          <p:val>
                                            <p:strVal val="#ppt_x"/>
                                          </p:val>
                                        </p:tav>
                                        <p:tav tm="100000">
                                          <p:val>
                                            <p:strVal val="#ppt_x"/>
                                          </p:val>
                                        </p:tav>
                                      </p:tavLst>
                                    </p:anim>
                                    <p:anim calcmode="lin" valueType="num">
                                      <p:cBhvr>
                                        <p:cTn id="79" dur="1000" fill="hold"/>
                                        <p:tgtEl>
                                          <p:spTgt spid="76"/>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69"/>
                                        </p:tgtEl>
                                        <p:attrNameLst>
                                          <p:attrName>style.visibility</p:attrName>
                                        </p:attrNameLst>
                                      </p:cBhvr>
                                      <p:to>
                                        <p:strVal val="visible"/>
                                      </p:to>
                                    </p:set>
                                    <p:animEffect transition="in" filter="fade">
                                      <p:cBhvr>
                                        <p:cTn id="82" dur="1000"/>
                                        <p:tgtEl>
                                          <p:spTgt spid="69"/>
                                        </p:tgtEl>
                                      </p:cBhvr>
                                    </p:animEffect>
                                    <p:anim calcmode="lin" valueType="num">
                                      <p:cBhvr>
                                        <p:cTn id="83" dur="1000" fill="hold"/>
                                        <p:tgtEl>
                                          <p:spTgt spid="69"/>
                                        </p:tgtEl>
                                        <p:attrNameLst>
                                          <p:attrName>ppt_x</p:attrName>
                                        </p:attrNameLst>
                                      </p:cBhvr>
                                      <p:tavLst>
                                        <p:tav tm="0">
                                          <p:val>
                                            <p:strVal val="#ppt_x"/>
                                          </p:val>
                                        </p:tav>
                                        <p:tav tm="100000">
                                          <p:val>
                                            <p:strVal val="#ppt_x"/>
                                          </p:val>
                                        </p:tav>
                                      </p:tavLst>
                                    </p:anim>
                                    <p:anim calcmode="lin" valueType="num">
                                      <p:cBhvr>
                                        <p:cTn id="84" dur="1000" fill="hold"/>
                                        <p:tgtEl>
                                          <p:spTgt spid="69"/>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73"/>
                                        </p:tgtEl>
                                        <p:attrNameLst>
                                          <p:attrName>style.visibility</p:attrName>
                                        </p:attrNameLst>
                                      </p:cBhvr>
                                      <p:to>
                                        <p:strVal val="visible"/>
                                      </p:to>
                                    </p:set>
                                    <p:animEffect transition="in" filter="fade">
                                      <p:cBhvr>
                                        <p:cTn id="87" dur="1000"/>
                                        <p:tgtEl>
                                          <p:spTgt spid="73"/>
                                        </p:tgtEl>
                                      </p:cBhvr>
                                    </p:animEffect>
                                    <p:anim calcmode="lin" valueType="num">
                                      <p:cBhvr>
                                        <p:cTn id="88" dur="1000" fill="hold"/>
                                        <p:tgtEl>
                                          <p:spTgt spid="73"/>
                                        </p:tgtEl>
                                        <p:attrNameLst>
                                          <p:attrName>ppt_x</p:attrName>
                                        </p:attrNameLst>
                                      </p:cBhvr>
                                      <p:tavLst>
                                        <p:tav tm="0">
                                          <p:val>
                                            <p:strVal val="#ppt_x"/>
                                          </p:val>
                                        </p:tav>
                                        <p:tav tm="100000">
                                          <p:val>
                                            <p:strVal val="#ppt_x"/>
                                          </p:val>
                                        </p:tav>
                                      </p:tavLst>
                                    </p:anim>
                                    <p:anim calcmode="lin" valueType="num">
                                      <p:cBhvr>
                                        <p:cTn id="89" dur="1000" fill="hold"/>
                                        <p:tgtEl>
                                          <p:spTgt spid="73"/>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68"/>
                                        </p:tgtEl>
                                        <p:attrNameLst>
                                          <p:attrName>style.visibility</p:attrName>
                                        </p:attrNameLst>
                                      </p:cBhvr>
                                      <p:to>
                                        <p:strVal val="visible"/>
                                      </p:to>
                                    </p:set>
                                    <p:animEffect transition="in" filter="fade">
                                      <p:cBhvr>
                                        <p:cTn id="92" dur="1000"/>
                                        <p:tgtEl>
                                          <p:spTgt spid="68"/>
                                        </p:tgtEl>
                                      </p:cBhvr>
                                    </p:animEffect>
                                    <p:anim calcmode="lin" valueType="num">
                                      <p:cBhvr>
                                        <p:cTn id="93" dur="1000" fill="hold"/>
                                        <p:tgtEl>
                                          <p:spTgt spid="68"/>
                                        </p:tgtEl>
                                        <p:attrNameLst>
                                          <p:attrName>ppt_x</p:attrName>
                                        </p:attrNameLst>
                                      </p:cBhvr>
                                      <p:tavLst>
                                        <p:tav tm="0">
                                          <p:val>
                                            <p:strVal val="#ppt_x"/>
                                          </p:val>
                                        </p:tav>
                                        <p:tav tm="100000">
                                          <p:val>
                                            <p:strVal val="#ppt_x"/>
                                          </p:val>
                                        </p:tav>
                                      </p:tavLst>
                                    </p:anim>
                                    <p:anim calcmode="lin" valueType="num">
                                      <p:cBhvr>
                                        <p:cTn id="94" dur="1000" fill="hold"/>
                                        <p:tgtEl>
                                          <p:spTgt spid="68"/>
                                        </p:tgtEl>
                                        <p:attrNameLst>
                                          <p:attrName>ppt_y</p:attrName>
                                        </p:attrNameLst>
                                      </p:cBhvr>
                                      <p:tavLst>
                                        <p:tav tm="0">
                                          <p:val>
                                            <p:strVal val="#ppt_y+.1"/>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42" presetClass="entr" presetSubtype="0" fill="hold" nodeType="clickEffect">
                                  <p:stCondLst>
                                    <p:cond delay="0"/>
                                  </p:stCondLst>
                                  <p:childTnLst>
                                    <p:set>
                                      <p:cBhvr>
                                        <p:cTn id="98" dur="1" fill="hold">
                                          <p:stCondLst>
                                            <p:cond delay="0"/>
                                          </p:stCondLst>
                                        </p:cTn>
                                        <p:tgtEl>
                                          <p:spTgt spid="92"/>
                                        </p:tgtEl>
                                        <p:attrNameLst>
                                          <p:attrName>style.visibility</p:attrName>
                                        </p:attrNameLst>
                                      </p:cBhvr>
                                      <p:to>
                                        <p:strVal val="visible"/>
                                      </p:to>
                                    </p:set>
                                    <p:animEffect transition="in" filter="fade">
                                      <p:cBhvr>
                                        <p:cTn id="99" dur="1000"/>
                                        <p:tgtEl>
                                          <p:spTgt spid="92"/>
                                        </p:tgtEl>
                                      </p:cBhvr>
                                    </p:animEffect>
                                    <p:anim calcmode="lin" valueType="num">
                                      <p:cBhvr>
                                        <p:cTn id="100" dur="1000" fill="hold"/>
                                        <p:tgtEl>
                                          <p:spTgt spid="92"/>
                                        </p:tgtEl>
                                        <p:attrNameLst>
                                          <p:attrName>ppt_x</p:attrName>
                                        </p:attrNameLst>
                                      </p:cBhvr>
                                      <p:tavLst>
                                        <p:tav tm="0">
                                          <p:val>
                                            <p:strVal val="#ppt_x"/>
                                          </p:val>
                                        </p:tav>
                                        <p:tav tm="100000">
                                          <p:val>
                                            <p:strVal val="#ppt_x"/>
                                          </p:val>
                                        </p:tav>
                                      </p:tavLst>
                                    </p:anim>
                                    <p:anim calcmode="lin" valueType="num">
                                      <p:cBhvr>
                                        <p:cTn id="101" dur="1000" fill="hold"/>
                                        <p:tgtEl>
                                          <p:spTgt spid="92"/>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93"/>
                                        </p:tgtEl>
                                        <p:attrNameLst>
                                          <p:attrName>style.visibility</p:attrName>
                                        </p:attrNameLst>
                                      </p:cBhvr>
                                      <p:to>
                                        <p:strVal val="visible"/>
                                      </p:to>
                                    </p:set>
                                    <p:animEffect transition="in" filter="fade">
                                      <p:cBhvr>
                                        <p:cTn id="104" dur="1000"/>
                                        <p:tgtEl>
                                          <p:spTgt spid="93"/>
                                        </p:tgtEl>
                                      </p:cBhvr>
                                    </p:animEffect>
                                    <p:anim calcmode="lin" valueType="num">
                                      <p:cBhvr>
                                        <p:cTn id="105" dur="1000" fill="hold"/>
                                        <p:tgtEl>
                                          <p:spTgt spid="93"/>
                                        </p:tgtEl>
                                        <p:attrNameLst>
                                          <p:attrName>ppt_x</p:attrName>
                                        </p:attrNameLst>
                                      </p:cBhvr>
                                      <p:tavLst>
                                        <p:tav tm="0">
                                          <p:val>
                                            <p:strVal val="#ppt_x"/>
                                          </p:val>
                                        </p:tav>
                                        <p:tav tm="100000">
                                          <p:val>
                                            <p:strVal val="#ppt_x"/>
                                          </p:val>
                                        </p:tav>
                                      </p:tavLst>
                                    </p:anim>
                                    <p:anim calcmode="lin" valueType="num">
                                      <p:cBhvr>
                                        <p:cTn id="106" dur="1000" fill="hold"/>
                                        <p:tgtEl>
                                          <p:spTgt spid="93"/>
                                        </p:tgtEl>
                                        <p:attrNameLst>
                                          <p:attrName>ppt_y</p:attrName>
                                        </p:attrNameLst>
                                      </p:cBhvr>
                                      <p:tavLst>
                                        <p:tav tm="0">
                                          <p:val>
                                            <p:strVal val="#ppt_y+.1"/>
                                          </p:val>
                                        </p:tav>
                                        <p:tav tm="100000">
                                          <p:val>
                                            <p:strVal val="#ppt_y"/>
                                          </p:val>
                                        </p:tav>
                                      </p:tavLst>
                                    </p:anim>
                                  </p:childTnLst>
                                </p:cTn>
                              </p:par>
                              <p:par>
                                <p:cTn id="107" presetID="42" presetClass="entr" presetSubtype="0" fill="hold" nodeType="withEffect">
                                  <p:stCondLst>
                                    <p:cond delay="0"/>
                                  </p:stCondLst>
                                  <p:childTnLst>
                                    <p:set>
                                      <p:cBhvr>
                                        <p:cTn id="108" dur="1" fill="hold">
                                          <p:stCondLst>
                                            <p:cond delay="0"/>
                                          </p:stCondLst>
                                        </p:cTn>
                                        <p:tgtEl>
                                          <p:spTgt spid="101"/>
                                        </p:tgtEl>
                                        <p:attrNameLst>
                                          <p:attrName>style.visibility</p:attrName>
                                        </p:attrNameLst>
                                      </p:cBhvr>
                                      <p:to>
                                        <p:strVal val="visible"/>
                                      </p:to>
                                    </p:set>
                                    <p:animEffect transition="in" filter="fade">
                                      <p:cBhvr>
                                        <p:cTn id="109" dur="1000"/>
                                        <p:tgtEl>
                                          <p:spTgt spid="101"/>
                                        </p:tgtEl>
                                      </p:cBhvr>
                                    </p:animEffect>
                                    <p:anim calcmode="lin" valueType="num">
                                      <p:cBhvr>
                                        <p:cTn id="110" dur="1000" fill="hold"/>
                                        <p:tgtEl>
                                          <p:spTgt spid="101"/>
                                        </p:tgtEl>
                                        <p:attrNameLst>
                                          <p:attrName>ppt_x</p:attrName>
                                        </p:attrNameLst>
                                      </p:cBhvr>
                                      <p:tavLst>
                                        <p:tav tm="0">
                                          <p:val>
                                            <p:strVal val="#ppt_x"/>
                                          </p:val>
                                        </p:tav>
                                        <p:tav tm="100000">
                                          <p:val>
                                            <p:strVal val="#ppt_x"/>
                                          </p:val>
                                        </p:tav>
                                      </p:tavLst>
                                    </p:anim>
                                    <p:anim calcmode="lin" valueType="num">
                                      <p:cBhvr>
                                        <p:cTn id="111" dur="1000" fill="hold"/>
                                        <p:tgtEl>
                                          <p:spTgt spid="101"/>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95"/>
                                        </p:tgtEl>
                                        <p:attrNameLst>
                                          <p:attrName>style.visibility</p:attrName>
                                        </p:attrNameLst>
                                      </p:cBhvr>
                                      <p:to>
                                        <p:strVal val="visible"/>
                                      </p:to>
                                    </p:set>
                                    <p:animEffect transition="in" filter="fade">
                                      <p:cBhvr>
                                        <p:cTn id="114" dur="1000"/>
                                        <p:tgtEl>
                                          <p:spTgt spid="95"/>
                                        </p:tgtEl>
                                      </p:cBhvr>
                                    </p:animEffect>
                                    <p:anim calcmode="lin" valueType="num">
                                      <p:cBhvr>
                                        <p:cTn id="115" dur="1000" fill="hold"/>
                                        <p:tgtEl>
                                          <p:spTgt spid="95"/>
                                        </p:tgtEl>
                                        <p:attrNameLst>
                                          <p:attrName>ppt_x</p:attrName>
                                        </p:attrNameLst>
                                      </p:cBhvr>
                                      <p:tavLst>
                                        <p:tav tm="0">
                                          <p:val>
                                            <p:strVal val="#ppt_x"/>
                                          </p:val>
                                        </p:tav>
                                        <p:tav tm="100000">
                                          <p:val>
                                            <p:strVal val="#ppt_x"/>
                                          </p:val>
                                        </p:tav>
                                      </p:tavLst>
                                    </p:anim>
                                    <p:anim calcmode="lin" valueType="num">
                                      <p:cBhvr>
                                        <p:cTn id="116" dur="1000" fill="hold"/>
                                        <p:tgtEl>
                                          <p:spTgt spid="95"/>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94"/>
                                        </p:tgtEl>
                                        <p:attrNameLst>
                                          <p:attrName>style.visibility</p:attrName>
                                        </p:attrNameLst>
                                      </p:cBhvr>
                                      <p:to>
                                        <p:strVal val="visible"/>
                                      </p:to>
                                    </p:set>
                                    <p:animEffect transition="in" filter="fade">
                                      <p:cBhvr>
                                        <p:cTn id="119" dur="1000"/>
                                        <p:tgtEl>
                                          <p:spTgt spid="94"/>
                                        </p:tgtEl>
                                      </p:cBhvr>
                                    </p:animEffect>
                                    <p:anim calcmode="lin" valueType="num">
                                      <p:cBhvr>
                                        <p:cTn id="120" dur="1000" fill="hold"/>
                                        <p:tgtEl>
                                          <p:spTgt spid="94"/>
                                        </p:tgtEl>
                                        <p:attrNameLst>
                                          <p:attrName>ppt_x</p:attrName>
                                        </p:attrNameLst>
                                      </p:cBhvr>
                                      <p:tavLst>
                                        <p:tav tm="0">
                                          <p:val>
                                            <p:strVal val="#ppt_x"/>
                                          </p:val>
                                        </p:tav>
                                        <p:tav tm="100000">
                                          <p:val>
                                            <p:strVal val="#ppt_x"/>
                                          </p:val>
                                        </p:tav>
                                      </p:tavLst>
                                    </p:anim>
                                    <p:anim calcmode="lin" valueType="num">
                                      <p:cBhvr>
                                        <p:cTn id="121" dur="1000" fill="hold"/>
                                        <p:tgtEl>
                                          <p:spTgt spid="94"/>
                                        </p:tgtEl>
                                        <p:attrNameLst>
                                          <p:attrName>ppt_y</p:attrName>
                                        </p:attrNameLst>
                                      </p:cBhvr>
                                      <p:tavLst>
                                        <p:tav tm="0">
                                          <p:val>
                                            <p:strVal val="#ppt_y+.1"/>
                                          </p:val>
                                        </p:tav>
                                        <p:tav tm="100000">
                                          <p:val>
                                            <p:strVal val="#ppt_y"/>
                                          </p:val>
                                        </p:tav>
                                      </p:tavLst>
                                    </p:anim>
                                  </p:childTnLst>
                                </p:cTn>
                              </p:par>
                              <p:par>
                                <p:cTn id="122" presetID="42" presetClass="entr" presetSubtype="0" fill="hold" nodeType="withEffect">
                                  <p:stCondLst>
                                    <p:cond delay="0"/>
                                  </p:stCondLst>
                                  <p:childTnLst>
                                    <p:set>
                                      <p:cBhvr>
                                        <p:cTn id="123" dur="1" fill="hold">
                                          <p:stCondLst>
                                            <p:cond delay="0"/>
                                          </p:stCondLst>
                                        </p:cTn>
                                        <p:tgtEl>
                                          <p:spTgt spid="96"/>
                                        </p:tgtEl>
                                        <p:attrNameLst>
                                          <p:attrName>style.visibility</p:attrName>
                                        </p:attrNameLst>
                                      </p:cBhvr>
                                      <p:to>
                                        <p:strVal val="visible"/>
                                      </p:to>
                                    </p:set>
                                    <p:animEffect transition="in" filter="fade">
                                      <p:cBhvr>
                                        <p:cTn id="124" dur="1000"/>
                                        <p:tgtEl>
                                          <p:spTgt spid="96"/>
                                        </p:tgtEl>
                                      </p:cBhvr>
                                    </p:animEffect>
                                    <p:anim calcmode="lin" valueType="num">
                                      <p:cBhvr>
                                        <p:cTn id="125" dur="1000" fill="hold"/>
                                        <p:tgtEl>
                                          <p:spTgt spid="96"/>
                                        </p:tgtEl>
                                        <p:attrNameLst>
                                          <p:attrName>ppt_x</p:attrName>
                                        </p:attrNameLst>
                                      </p:cBhvr>
                                      <p:tavLst>
                                        <p:tav tm="0">
                                          <p:val>
                                            <p:strVal val="#ppt_x"/>
                                          </p:val>
                                        </p:tav>
                                        <p:tav tm="100000">
                                          <p:val>
                                            <p:strVal val="#ppt_x"/>
                                          </p:val>
                                        </p:tav>
                                      </p:tavLst>
                                    </p:anim>
                                    <p:anim calcmode="lin" valueType="num">
                                      <p:cBhvr>
                                        <p:cTn id="126" dur="1000" fill="hold"/>
                                        <p:tgtEl>
                                          <p:spTgt spid="96"/>
                                        </p:tgtEl>
                                        <p:attrNameLst>
                                          <p:attrName>ppt_y</p:attrName>
                                        </p:attrNameLst>
                                      </p:cBhvr>
                                      <p:tavLst>
                                        <p:tav tm="0">
                                          <p:val>
                                            <p:strVal val="#ppt_y+.1"/>
                                          </p:val>
                                        </p:tav>
                                        <p:tav tm="100000">
                                          <p:val>
                                            <p:strVal val="#ppt_y"/>
                                          </p:val>
                                        </p:tav>
                                      </p:tavLst>
                                    </p:anim>
                                  </p:childTnLst>
                                </p:cTn>
                              </p:par>
                              <p:par>
                                <p:cTn id="127" presetID="42" presetClass="entr" presetSubtype="0" fill="hold" nodeType="withEffect">
                                  <p:stCondLst>
                                    <p:cond delay="0"/>
                                  </p:stCondLst>
                                  <p:childTnLst>
                                    <p:set>
                                      <p:cBhvr>
                                        <p:cTn id="128" dur="1" fill="hold">
                                          <p:stCondLst>
                                            <p:cond delay="0"/>
                                          </p:stCondLst>
                                        </p:cTn>
                                        <p:tgtEl>
                                          <p:spTgt spid="15"/>
                                        </p:tgtEl>
                                        <p:attrNameLst>
                                          <p:attrName>style.visibility</p:attrName>
                                        </p:attrNameLst>
                                      </p:cBhvr>
                                      <p:to>
                                        <p:strVal val="visible"/>
                                      </p:to>
                                    </p:set>
                                    <p:animEffect transition="in" filter="fade">
                                      <p:cBhvr>
                                        <p:cTn id="129" dur="1000"/>
                                        <p:tgtEl>
                                          <p:spTgt spid="15"/>
                                        </p:tgtEl>
                                      </p:cBhvr>
                                    </p:animEffect>
                                    <p:anim calcmode="lin" valueType="num">
                                      <p:cBhvr>
                                        <p:cTn id="130" dur="1000" fill="hold"/>
                                        <p:tgtEl>
                                          <p:spTgt spid="15"/>
                                        </p:tgtEl>
                                        <p:attrNameLst>
                                          <p:attrName>ppt_x</p:attrName>
                                        </p:attrNameLst>
                                      </p:cBhvr>
                                      <p:tavLst>
                                        <p:tav tm="0">
                                          <p:val>
                                            <p:strVal val="#ppt_x"/>
                                          </p:val>
                                        </p:tav>
                                        <p:tav tm="100000">
                                          <p:val>
                                            <p:strVal val="#ppt_x"/>
                                          </p:val>
                                        </p:tav>
                                      </p:tavLst>
                                    </p:anim>
                                    <p:anim calcmode="lin" valueType="num">
                                      <p:cBhvr>
                                        <p:cTn id="131" dur="1000" fill="hold"/>
                                        <p:tgtEl>
                                          <p:spTgt spid="15"/>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0"/>
                                  </p:stCondLst>
                                  <p:childTnLst>
                                    <p:set>
                                      <p:cBhvr>
                                        <p:cTn id="133" dur="1" fill="hold">
                                          <p:stCondLst>
                                            <p:cond delay="0"/>
                                          </p:stCondLst>
                                        </p:cTn>
                                        <p:tgtEl>
                                          <p:spTgt spid="29"/>
                                        </p:tgtEl>
                                        <p:attrNameLst>
                                          <p:attrName>style.visibility</p:attrName>
                                        </p:attrNameLst>
                                      </p:cBhvr>
                                      <p:to>
                                        <p:strVal val="visible"/>
                                      </p:to>
                                    </p:set>
                                    <p:animEffect transition="in" filter="fade">
                                      <p:cBhvr>
                                        <p:cTn id="134" dur="1000"/>
                                        <p:tgtEl>
                                          <p:spTgt spid="29"/>
                                        </p:tgtEl>
                                      </p:cBhvr>
                                    </p:animEffect>
                                    <p:anim calcmode="lin" valueType="num">
                                      <p:cBhvr>
                                        <p:cTn id="135" dur="1000" fill="hold"/>
                                        <p:tgtEl>
                                          <p:spTgt spid="29"/>
                                        </p:tgtEl>
                                        <p:attrNameLst>
                                          <p:attrName>ppt_x</p:attrName>
                                        </p:attrNameLst>
                                      </p:cBhvr>
                                      <p:tavLst>
                                        <p:tav tm="0">
                                          <p:val>
                                            <p:strVal val="#ppt_x"/>
                                          </p:val>
                                        </p:tav>
                                        <p:tav tm="100000">
                                          <p:val>
                                            <p:strVal val="#ppt_x"/>
                                          </p:val>
                                        </p:tav>
                                      </p:tavLst>
                                    </p:anim>
                                    <p:anim calcmode="lin" valueType="num">
                                      <p:cBhvr>
                                        <p:cTn id="136" dur="1000" fill="hold"/>
                                        <p:tgtEl>
                                          <p:spTgt spid="29"/>
                                        </p:tgtEl>
                                        <p:attrNameLst>
                                          <p:attrName>ppt_y</p:attrName>
                                        </p:attrNameLst>
                                      </p:cBhvr>
                                      <p:tavLst>
                                        <p:tav tm="0">
                                          <p:val>
                                            <p:strVal val="#ppt_y+.1"/>
                                          </p:val>
                                        </p:tav>
                                        <p:tav tm="100000">
                                          <p:val>
                                            <p:strVal val="#ppt_y"/>
                                          </p:val>
                                        </p:tav>
                                      </p:tavLst>
                                    </p:anim>
                                  </p:childTnLst>
                                </p:cTn>
                              </p:par>
                              <p:par>
                                <p:cTn id="137" presetID="42" presetClass="entr" presetSubtype="0" fill="hold" nodeType="withEffect">
                                  <p:stCondLst>
                                    <p:cond delay="0"/>
                                  </p:stCondLst>
                                  <p:childTnLst>
                                    <p:set>
                                      <p:cBhvr>
                                        <p:cTn id="138" dur="1" fill="hold">
                                          <p:stCondLst>
                                            <p:cond delay="0"/>
                                          </p:stCondLst>
                                        </p:cTn>
                                        <p:tgtEl>
                                          <p:spTgt spid="85"/>
                                        </p:tgtEl>
                                        <p:attrNameLst>
                                          <p:attrName>style.visibility</p:attrName>
                                        </p:attrNameLst>
                                      </p:cBhvr>
                                      <p:to>
                                        <p:strVal val="visible"/>
                                      </p:to>
                                    </p:set>
                                    <p:animEffect transition="in" filter="fade">
                                      <p:cBhvr>
                                        <p:cTn id="139" dur="1000"/>
                                        <p:tgtEl>
                                          <p:spTgt spid="85"/>
                                        </p:tgtEl>
                                      </p:cBhvr>
                                    </p:animEffect>
                                    <p:anim calcmode="lin" valueType="num">
                                      <p:cBhvr>
                                        <p:cTn id="140" dur="1000" fill="hold"/>
                                        <p:tgtEl>
                                          <p:spTgt spid="85"/>
                                        </p:tgtEl>
                                        <p:attrNameLst>
                                          <p:attrName>ppt_x</p:attrName>
                                        </p:attrNameLst>
                                      </p:cBhvr>
                                      <p:tavLst>
                                        <p:tav tm="0">
                                          <p:val>
                                            <p:strVal val="#ppt_x"/>
                                          </p:val>
                                        </p:tav>
                                        <p:tav tm="100000">
                                          <p:val>
                                            <p:strVal val="#ppt_x"/>
                                          </p:val>
                                        </p:tav>
                                      </p:tavLst>
                                    </p:anim>
                                    <p:anim calcmode="lin" valueType="num">
                                      <p:cBhvr>
                                        <p:cTn id="141" dur="1000" fill="hold"/>
                                        <p:tgtEl>
                                          <p:spTgt spid="85"/>
                                        </p:tgtEl>
                                        <p:attrNameLst>
                                          <p:attrName>ppt_y</p:attrName>
                                        </p:attrNameLst>
                                      </p:cBhvr>
                                      <p:tavLst>
                                        <p:tav tm="0">
                                          <p:val>
                                            <p:strVal val="#ppt_y+.1"/>
                                          </p:val>
                                        </p:tav>
                                        <p:tav tm="100000">
                                          <p:val>
                                            <p:strVal val="#ppt_y"/>
                                          </p:val>
                                        </p:tav>
                                      </p:tavLst>
                                    </p:anim>
                                  </p:childTnLst>
                                </p:cTn>
                              </p:par>
                              <p:par>
                                <p:cTn id="142" presetID="42" presetClass="entr" presetSubtype="0" fill="hold" grpId="0" nodeType="withEffect">
                                  <p:stCondLst>
                                    <p:cond delay="0"/>
                                  </p:stCondLst>
                                  <p:childTnLst>
                                    <p:set>
                                      <p:cBhvr>
                                        <p:cTn id="143" dur="1" fill="hold">
                                          <p:stCondLst>
                                            <p:cond delay="0"/>
                                          </p:stCondLst>
                                        </p:cTn>
                                        <p:tgtEl>
                                          <p:spTgt spid="30"/>
                                        </p:tgtEl>
                                        <p:attrNameLst>
                                          <p:attrName>style.visibility</p:attrName>
                                        </p:attrNameLst>
                                      </p:cBhvr>
                                      <p:to>
                                        <p:strVal val="visible"/>
                                      </p:to>
                                    </p:set>
                                    <p:animEffect transition="in" filter="fade">
                                      <p:cBhvr>
                                        <p:cTn id="144" dur="1000"/>
                                        <p:tgtEl>
                                          <p:spTgt spid="30"/>
                                        </p:tgtEl>
                                      </p:cBhvr>
                                    </p:animEffect>
                                    <p:anim calcmode="lin" valueType="num">
                                      <p:cBhvr>
                                        <p:cTn id="145" dur="1000" fill="hold"/>
                                        <p:tgtEl>
                                          <p:spTgt spid="30"/>
                                        </p:tgtEl>
                                        <p:attrNameLst>
                                          <p:attrName>ppt_x</p:attrName>
                                        </p:attrNameLst>
                                      </p:cBhvr>
                                      <p:tavLst>
                                        <p:tav tm="0">
                                          <p:val>
                                            <p:strVal val="#ppt_x"/>
                                          </p:val>
                                        </p:tav>
                                        <p:tav tm="100000">
                                          <p:val>
                                            <p:strVal val="#ppt_x"/>
                                          </p:val>
                                        </p:tav>
                                      </p:tavLst>
                                    </p:anim>
                                    <p:anim calcmode="lin" valueType="num">
                                      <p:cBhvr>
                                        <p:cTn id="146" dur="1000" fill="hold"/>
                                        <p:tgtEl>
                                          <p:spTgt spid="30"/>
                                        </p:tgtEl>
                                        <p:attrNameLst>
                                          <p:attrName>ppt_y</p:attrName>
                                        </p:attrNameLst>
                                      </p:cBhvr>
                                      <p:tavLst>
                                        <p:tav tm="0">
                                          <p:val>
                                            <p:strVal val="#ppt_y+.1"/>
                                          </p:val>
                                        </p:tav>
                                        <p:tav tm="100000">
                                          <p:val>
                                            <p:strVal val="#ppt_y"/>
                                          </p:val>
                                        </p:tav>
                                      </p:tavLst>
                                    </p:anim>
                                  </p:childTnLst>
                                </p:cTn>
                              </p:par>
                              <p:par>
                                <p:cTn id="147" presetID="42" presetClass="entr" presetSubtype="0" fill="hold" nodeType="withEffect">
                                  <p:stCondLst>
                                    <p:cond delay="0"/>
                                  </p:stCondLst>
                                  <p:childTnLst>
                                    <p:set>
                                      <p:cBhvr>
                                        <p:cTn id="148" dur="1" fill="hold">
                                          <p:stCondLst>
                                            <p:cond delay="0"/>
                                          </p:stCondLst>
                                        </p:cTn>
                                        <p:tgtEl>
                                          <p:spTgt spid="83"/>
                                        </p:tgtEl>
                                        <p:attrNameLst>
                                          <p:attrName>style.visibility</p:attrName>
                                        </p:attrNameLst>
                                      </p:cBhvr>
                                      <p:to>
                                        <p:strVal val="visible"/>
                                      </p:to>
                                    </p:set>
                                    <p:animEffect transition="in" filter="fade">
                                      <p:cBhvr>
                                        <p:cTn id="149" dur="1000"/>
                                        <p:tgtEl>
                                          <p:spTgt spid="83"/>
                                        </p:tgtEl>
                                      </p:cBhvr>
                                    </p:animEffect>
                                    <p:anim calcmode="lin" valueType="num">
                                      <p:cBhvr>
                                        <p:cTn id="150" dur="1000" fill="hold"/>
                                        <p:tgtEl>
                                          <p:spTgt spid="83"/>
                                        </p:tgtEl>
                                        <p:attrNameLst>
                                          <p:attrName>ppt_x</p:attrName>
                                        </p:attrNameLst>
                                      </p:cBhvr>
                                      <p:tavLst>
                                        <p:tav tm="0">
                                          <p:val>
                                            <p:strVal val="#ppt_x"/>
                                          </p:val>
                                        </p:tav>
                                        <p:tav tm="100000">
                                          <p:val>
                                            <p:strVal val="#ppt_x"/>
                                          </p:val>
                                        </p:tav>
                                      </p:tavLst>
                                    </p:anim>
                                    <p:anim calcmode="lin" valueType="num">
                                      <p:cBhvr>
                                        <p:cTn id="151" dur="1000" fill="hold"/>
                                        <p:tgtEl>
                                          <p:spTgt spid="83"/>
                                        </p:tgtEl>
                                        <p:attrNameLst>
                                          <p:attrName>ppt_y</p:attrName>
                                        </p:attrNameLst>
                                      </p:cBhvr>
                                      <p:tavLst>
                                        <p:tav tm="0">
                                          <p:val>
                                            <p:strVal val="#ppt_y+.1"/>
                                          </p:val>
                                        </p:tav>
                                        <p:tav tm="100000">
                                          <p:val>
                                            <p:strVal val="#ppt_y"/>
                                          </p:val>
                                        </p:tav>
                                      </p:tavLst>
                                    </p:anim>
                                  </p:childTnLst>
                                </p:cTn>
                              </p:par>
                              <p:par>
                                <p:cTn id="152" presetID="42" presetClass="entr" presetSubtype="0" fill="hold" grpId="0" nodeType="withEffect">
                                  <p:stCondLst>
                                    <p:cond delay="0"/>
                                  </p:stCondLst>
                                  <p:childTnLst>
                                    <p:set>
                                      <p:cBhvr>
                                        <p:cTn id="153" dur="1" fill="hold">
                                          <p:stCondLst>
                                            <p:cond delay="0"/>
                                          </p:stCondLst>
                                        </p:cTn>
                                        <p:tgtEl>
                                          <p:spTgt spid="82"/>
                                        </p:tgtEl>
                                        <p:attrNameLst>
                                          <p:attrName>style.visibility</p:attrName>
                                        </p:attrNameLst>
                                      </p:cBhvr>
                                      <p:to>
                                        <p:strVal val="visible"/>
                                      </p:to>
                                    </p:set>
                                    <p:animEffect transition="in" filter="fade">
                                      <p:cBhvr>
                                        <p:cTn id="154" dur="1000"/>
                                        <p:tgtEl>
                                          <p:spTgt spid="82"/>
                                        </p:tgtEl>
                                      </p:cBhvr>
                                    </p:animEffect>
                                    <p:anim calcmode="lin" valueType="num">
                                      <p:cBhvr>
                                        <p:cTn id="155" dur="1000" fill="hold"/>
                                        <p:tgtEl>
                                          <p:spTgt spid="82"/>
                                        </p:tgtEl>
                                        <p:attrNameLst>
                                          <p:attrName>ppt_x</p:attrName>
                                        </p:attrNameLst>
                                      </p:cBhvr>
                                      <p:tavLst>
                                        <p:tav tm="0">
                                          <p:val>
                                            <p:strVal val="#ppt_x"/>
                                          </p:val>
                                        </p:tav>
                                        <p:tav tm="100000">
                                          <p:val>
                                            <p:strVal val="#ppt_x"/>
                                          </p:val>
                                        </p:tav>
                                      </p:tavLst>
                                    </p:anim>
                                    <p:anim calcmode="lin" valueType="num">
                                      <p:cBhvr>
                                        <p:cTn id="156" dur="1000" fill="hold"/>
                                        <p:tgtEl>
                                          <p:spTgt spid="82"/>
                                        </p:tgtEl>
                                        <p:attrNameLst>
                                          <p:attrName>ppt_y</p:attrName>
                                        </p:attrNameLst>
                                      </p:cBhvr>
                                      <p:tavLst>
                                        <p:tav tm="0">
                                          <p:val>
                                            <p:strVal val="#ppt_y+.1"/>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presetID="42" presetClass="entr" presetSubtype="0" fill="hold" nodeType="clickEffect">
                                  <p:stCondLst>
                                    <p:cond delay="0"/>
                                  </p:stCondLst>
                                  <p:childTnLst>
                                    <p:set>
                                      <p:cBhvr>
                                        <p:cTn id="160" dur="1" fill="hold">
                                          <p:stCondLst>
                                            <p:cond delay="0"/>
                                          </p:stCondLst>
                                        </p:cTn>
                                        <p:tgtEl>
                                          <p:spTgt spid="17"/>
                                        </p:tgtEl>
                                        <p:attrNameLst>
                                          <p:attrName>style.visibility</p:attrName>
                                        </p:attrNameLst>
                                      </p:cBhvr>
                                      <p:to>
                                        <p:strVal val="visible"/>
                                      </p:to>
                                    </p:set>
                                    <p:animEffect transition="in" filter="fade">
                                      <p:cBhvr>
                                        <p:cTn id="161" dur="1000"/>
                                        <p:tgtEl>
                                          <p:spTgt spid="17"/>
                                        </p:tgtEl>
                                      </p:cBhvr>
                                    </p:animEffect>
                                    <p:anim calcmode="lin" valueType="num">
                                      <p:cBhvr>
                                        <p:cTn id="162" dur="1000" fill="hold"/>
                                        <p:tgtEl>
                                          <p:spTgt spid="17"/>
                                        </p:tgtEl>
                                        <p:attrNameLst>
                                          <p:attrName>ppt_x</p:attrName>
                                        </p:attrNameLst>
                                      </p:cBhvr>
                                      <p:tavLst>
                                        <p:tav tm="0">
                                          <p:val>
                                            <p:strVal val="#ppt_x"/>
                                          </p:val>
                                        </p:tav>
                                        <p:tav tm="100000">
                                          <p:val>
                                            <p:strVal val="#ppt_x"/>
                                          </p:val>
                                        </p:tav>
                                      </p:tavLst>
                                    </p:anim>
                                    <p:anim calcmode="lin" valueType="num">
                                      <p:cBhvr>
                                        <p:cTn id="163" dur="1000" fill="hold"/>
                                        <p:tgtEl>
                                          <p:spTgt spid="17"/>
                                        </p:tgtEl>
                                        <p:attrNameLst>
                                          <p:attrName>ppt_y</p:attrName>
                                        </p:attrNameLst>
                                      </p:cBhvr>
                                      <p:tavLst>
                                        <p:tav tm="0">
                                          <p:val>
                                            <p:strVal val="#ppt_y+.1"/>
                                          </p:val>
                                        </p:tav>
                                        <p:tav tm="100000">
                                          <p:val>
                                            <p:strVal val="#ppt_y"/>
                                          </p:val>
                                        </p:tav>
                                      </p:tavLst>
                                    </p:anim>
                                  </p:childTnLst>
                                </p:cTn>
                              </p:par>
                              <p:par>
                                <p:cTn id="164" presetID="42" presetClass="entr" presetSubtype="0" fill="hold" grpId="0" nodeType="withEffect">
                                  <p:stCondLst>
                                    <p:cond delay="0"/>
                                  </p:stCondLst>
                                  <p:childTnLst>
                                    <p:set>
                                      <p:cBhvr>
                                        <p:cTn id="165" dur="1" fill="hold">
                                          <p:stCondLst>
                                            <p:cond delay="0"/>
                                          </p:stCondLst>
                                        </p:cTn>
                                        <p:tgtEl>
                                          <p:spTgt spid="25"/>
                                        </p:tgtEl>
                                        <p:attrNameLst>
                                          <p:attrName>style.visibility</p:attrName>
                                        </p:attrNameLst>
                                      </p:cBhvr>
                                      <p:to>
                                        <p:strVal val="visible"/>
                                      </p:to>
                                    </p:set>
                                    <p:animEffect transition="in" filter="fade">
                                      <p:cBhvr>
                                        <p:cTn id="166" dur="1000"/>
                                        <p:tgtEl>
                                          <p:spTgt spid="25"/>
                                        </p:tgtEl>
                                      </p:cBhvr>
                                    </p:animEffect>
                                    <p:anim calcmode="lin" valueType="num">
                                      <p:cBhvr>
                                        <p:cTn id="167" dur="1000" fill="hold"/>
                                        <p:tgtEl>
                                          <p:spTgt spid="25"/>
                                        </p:tgtEl>
                                        <p:attrNameLst>
                                          <p:attrName>ppt_x</p:attrName>
                                        </p:attrNameLst>
                                      </p:cBhvr>
                                      <p:tavLst>
                                        <p:tav tm="0">
                                          <p:val>
                                            <p:strVal val="#ppt_x"/>
                                          </p:val>
                                        </p:tav>
                                        <p:tav tm="100000">
                                          <p:val>
                                            <p:strVal val="#ppt_x"/>
                                          </p:val>
                                        </p:tav>
                                      </p:tavLst>
                                    </p:anim>
                                    <p:anim calcmode="lin" valueType="num">
                                      <p:cBhvr>
                                        <p:cTn id="168" dur="1000" fill="hold"/>
                                        <p:tgtEl>
                                          <p:spTgt spid="25"/>
                                        </p:tgtEl>
                                        <p:attrNameLst>
                                          <p:attrName>ppt_y</p:attrName>
                                        </p:attrNameLst>
                                      </p:cBhvr>
                                      <p:tavLst>
                                        <p:tav tm="0">
                                          <p:val>
                                            <p:strVal val="#ppt_y+.1"/>
                                          </p:val>
                                        </p:tav>
                                        <p:tav tm="100000">
                                          <p:val>
                                            <p:strVal val="#ppt_y"/>
                                          </p:val>
                                        </p:tav>
                                      </p:tavLst>
                                    </p:anim>
                                  </p:childTnLst>
                                </p:cTn>
                              </p:par>
                              <p:par>
                                <p:cTn id="169" presetID="42" presetClass="entr" presetSubtype="0" fill="hold" grpId="0" nodeType="withEffect">
                                  <p:stCondLst>
                                    <p:cond delay="0"/>
                                  </p:stCondLst>
                                  <p:childTnLst>
                                    <p:set>
                                      <p:cBhvr>
                                        <p:cTn id="170" dur="1" fill="hold">
                                          <p:stCondLst>
                                            <p:cond delay="0"/>
                                          </p:stCondLst>
                                        </p:cTn>
                                        <p:tgtEl>
                                          <p:spTgt spid="31"/>
                                        </p:tgtEl>
                                        <p:attrNameLst>
                                          <p:attrName>style.visibility</p:attrName>
                                        </p:attrNameLst>
                                      </p:cBhvr>
                                      <p:to>
                                        <p:strVal val="visible"/>
                                      </p:to>
                                    </p:set>
                                    <p:animEffect transition="in" filter="fade">
                                      <p:cBhvr>
                                        <p:cTn id="171" dur="1000"/>
                                        <p:tgtEl>
                                          <p:spTgt spid="31"/>
                                        </p:tgtEl>
                                      </p:cBhvr>
                                    </p:animEffect>
                                    <p:anim calcmode="lin" valueType="num">
                                      <p:cBhvr>
                                        <p:cTn id="172" dur="1000" fill="hold"/>
                                        <p:tgtEl>
                                          <p:spTgt spid="31"/>
                                        </p:tgtEl>
                                        <p:attrNameLst>
                                          <p:attrName>ppt_x</p:attrName>
                                        </p:attrNameLst>
                                      </p:cBhvr>
                                      <p:tavLst>
                                        <p:tav tm="0">
                                          <p:val>
                                            <p:strVal val="#ppt_x"/>
                                          </p:val>
                                        </p:tav>
                                        <p:tav tm="100000">
                                          <p:val>
                                            <p:strVal val="#ppt_x"/>
                                          </p:val>
                                        </p:tav>
                                      </p:tavLst>
                                    </p:anim>
                                    <p:anim calcmode="lin" valueType="num">
                                      <p:cBhvr>
                                        <p:cTn id="173" dur="1000" fill="hold"/>
                                        <p:tgtEl>
                                          <p:spTgt spid="31"/>
                                        </p:tgtEl>
                                        <p:attrNameLst>
                                          <p:attrName>ppt_y</p:attrName>
                                        </p:attrNameLst>
                                      </p:cBhvr>
                                      <p:tavLst>
                                        <p:tav tm="0">
                                          <p:val>
                                            <p:strVal val="#ppt_y+.1"/>
                                          </p:val>
                                        </p:tav>
                                        <p:tav tm="100000">
                                          <p:val>
                                            <p:strVal val="#ppt_y"/>
                                          </p:val>
                                        </p:tav>
                                      </p:tavLst>
                                    </p:anim>
                                  </p:childTnLst>
                                </p:cTn>
                              </p:par>
                              <p:par>
                                <p:cTn id="174" presetID="42" presetClass="entr" presetSubtype="0" fill="hold" grpId="0" nodeType="withEffect">
                                  <p:stCondLst>
                                    <p:cond delay="0"/>
                                  </p:stCondLst>
                                  <p:childTnLst>
                                    <p:set>
                                      <p:cBhvr>
                                        <p:cTn id="175" dur="1" fill="hold">
                                          <p:stCondLst>
                                            <p:cond delay="0"/>
                                          </p:stCondLst>
                                        </p:cTn>
                                        <p:tgtEl>
                                          <p:spTgt spid="103"/>
                                        </p:tgtEl>
                                        <p:attrNameLst>
                                          <p:attrName>style.visibility</p:attrName>
                                        </p:attrNameLst>
                                      </p:cBhvr>
                                      <p:to>
                                        <p:strVal val="visible"/>
                                      </p:to>
                                    </p:set>
                                    <p:animEffect transition="in" filter="fade">
                                      <p:cBhvr>
                                        <p:cTn id="176" dur="1000"/>
                                        <p:tgtEl>
                                          <p:spTgt spid="103"/>
                                        </p:tgtEl>
                                      </p:cBhvr>
                                    </p:animEffect>
                                    <p:anim calcmode="lin" valueType="num">
                                      <p:cBhvr>
                                        <p:cTn id="177" dur="1000" fill="hold"/>
                                        <p:tgtEl>
                                          <p:spTgt spid="103"/>
                                        </p:tgtEl>
                                        <p:attrNameLst>
                                          <p:attrName>ppt_x</p:attrName>
                                        </p:attrNameLst>
                                      </p:cBhvr>
                                      <p:tavLst>
                                        <p:tav tm="0">
                                          <p:val>
                                            <p:strVal val="#ppt_x"/>
                                          </p:val>
                                        </p:tav>
                                        <p:tav tm="100000">
                                          <p:val>
                                            <p:strVal val="#ppt_x"/>
                                          </p:val>
                                        </p:tav>
                                      </p:tavLst>
                                    </p:anim>
                                    <p:anim calcmode="lin" valueType="num">
                                      <p:cBhvr>
                                        <p:cTn id="178" dur="1000" fill="hold"/>
                                        <p:tgtEl>
                                          <p:spTgt spid="103"/>
                                        </p:tgtEl>
                                        <p:attrNameLst>
                                          <p:attrName>ppt_y</p:attrName>
                                        </p:attrNameLst>
                                      </p:cBhvr>
                                      <p:tavLst>
                                        <p:tav tm="0">
                                          <p:val>
                                            <p:strVal val="#ppt_y+.1"/>
                                          </p:val>
                                        </p:tav>
                                        <p:tav tm="100000">
                                          <p:val>
                                            <p:strVal val="#ppt_y"/>
                                          </p:val>
                                        </p:tav>
                                      </p:tavLst>
                                    </p:anim>
                                  </p:childTnLst>
                                </p:cTn>
                              </p:par>
                              <p:par>
                                <p:cTn id="179" presetID="42" presetClass="entr" presetSubtype="0" fill="hold" grpId="0" nodeType="withEffect">
                                  <p:stCondLst>
                                    <p:cond delay="0"/>
                                  </p:stCondLst>
                                  <p:childTnLst>
                                    <p:set>
                                      <p:cBhvr>
                                        <p:cTn id="180" dur="1" fill="hold">
                                          <p:stCondLst>
                                            <p:cond delay="0"/>
                                          </p:stCondLst>
                                        </p:cTn>
                                        <p:tgtEl>
                                          <p:spTgt spid="102"/>
                                        </p:tgtEl>
                                        <p:attrNameLst>
                                          <p:attrName>style.visibility</p:attrName>
                                        </p:attrNameLst>
                                      </p:cBhvr>
                                      <p:to>
                                        <p:strVal val="visible"/>
                                      </p:to>
                                    </p:set>
                                    <p:animEffect transition="in" filter="fade">
                                      <p:cBhvr>
                                        <p:cTn id="181" dur="1000"/>
                                        <p:tgtEl>
                                          <p:spTgt spid="102"/>
                                        </p:tgtEl>
                                      </p:cBhvr>
                                    </p:animEffect>
                                    <p:anim calcmode="lin" valueType="num">
                                      <p:cBhvr>
                                        <p:cTn id="182" dur="1000" fill="hold"/>
                                        <p:tgtEl>
                                          <p:spTgt spid="102"/>
                                        </p:tgtEl>
                                        <p:attrNameLst>
                                          <p:attrName>ppt_x</p:attrName>
                                        </p:attrNameLst>
                                      </p:cBhvr>
                                      <p:tavLst>
                                        <p:tav tm="0">
                                          <p:val>
                                            <p:strVal val="#ppt_x"/>
                                          </p:val>
                                        </p:tav>
                                        <p:tav tm="100000">
                                          <p:val>
                                            <p:strVal val="#ppt_x"/>
                                          </p:val>
                                        </p:tav>
                                      </p:tavLst>
                                    </p:anim>
                                    <p:anim calcmode="lin" valueType="num">
                                      <p:cBhvr>
                                        <p:cTn id="183" dur="1000" fill="hold"/>
                                        <p:tgtEl>
                                          <p:spTgt spid="102"/>
                                        </p:tgtEl>
                                        <p:attrNameLst>
                                          <p:attrName>ppt_y</p:attrName>
                                        </p:attrNameLst>
                                      </p:cBhvr>
                                      <p:tavLst>
                                        <p:tav tm="0">
                                          <p:val>
                                            <p:strVal val="#ppt_y+.1"/>
                                          </p:val>
                                        </p:tav>
                                        <p:tav tm="100000">
                                          <p:val>
                                            <p:strVal val="#ppt_y"/>
                                          </p:val>
                                        </p:tav>
                                      </p:tavLst>
                                    </p:anim>
                                  </p:childTnLst>
                                </p:cTn>
                              </p:par>
                              <p:par>
                                <p:cTn id="184" presetID="42" presetClass="entr" presetSubtype="0" fill="hold" nodeType="withEffect">
                                  <p:stCondLst>
                                    <p:cond delay="0"/>
                                  </p:stCondLst>
                                  <p:childTnLst>
                                    <p:set>
                                      <p:cBhvr>
                                        <p:cTn id="185" dur="1" fill="hold">
                                          <p:stCondLst>
                                            <p:cond delay="0"/>
                                          </p:stCondLst>
                                        </p:cTn>
                                        <p:tgtEl>
                                          <p:spTgt spid="114"/>
                                        </p:tgtEl>
                                        <p:attrNameLst>
                                          <p:attrName>style.visibility</p:attrName>
                                        </p:attrNameLst>
                                      </p:cBhvr>
                                      <p:to>
                                        <p:strVal val="visible"/>
                                      </p:to>
                                    </p:set>
                                    <p:animEffect transition="in" filter="fade">
                                      <p:cBhvr>
                                        <p:cTn id="186" dur="1000"/>
                                        <p:tgtEl>
                                          <p:spTgt spid="114"/>
                                        </p:tgtEl>
                                      </p:cBhvr>
                                    </p:animEffect>
                                    <p:anim calcmode="lin" valueType="num">
                                      <p:cBhvr>
                                        <p:cTn id="187" dur="1000" fill="hold"/>
                                        <p:tgtEl>
                                          <p:spTgt spid="114"/>
                                        </p:tgtEl>
                                        <p:attrNameLst>
                                          <p:attrName>ppt_x</p:attrName>
                                        </p:attrNameLst>
                                      </p:cBhvr>
                                      <p:tavLst>
                                        <p:tav tm="0">
                                          <p:val>
                                            <p:strVal val="#ppt_x"/>
                                          </p:val>
                                        </p:tav>
                                        <p:tav tm="100000">
                                          <p:val>
                                            <p:strVal val="#ppt_x"/>
                                          </p:val>
                                        </p:tav>
                                      </p:tavLst>
                                    </p:anim>
                                    <p:anim calcmode="lin" valueType="num">
                                      <p:cBhvr>
                                        <p:cTn id="188" dur="1000" fill="hold"/>
                                        <p:tgtEl>
                                          <p:spTgt spid="114"/>
                                        </p:tgtEl>
                                        <p:attrNameLst>
                                          <p:attrName>ppt_y</p:attrName>
                                        </p:attrNameLst>
                                      </p:cBhvr>
                                      <p:tavLst>
                                        <p:tav tm="0">
                                          <p:val>
                                            <p:strVal val="#ppt_y+.1"/>
                                          </p:val>
                                        </p:tav>
                                        <p:tav tm="100000">
                                          <p:val>
                                            <p:strVal val="#ppt_y"/>
                                          </p:val>
                                        </p:tav>
                                      </p:tavLst>
                                    </p:anim>
                                  </p:childTnLst>
                                </p:cTn>
                              </p:par>
                              <p:par>
                                <p:cTn id="189" presetID="42" presetClass="entr" presetSubtype="0" fill="hold" nodeType="withEffect">
                                  <p:stCondLst>
                                    <p:cond delay="0"/>
                                  </p:stCondLst>
                                  <p:childTnLst>
                                    <p:set>
                                      <p:cBhvr>
                                        <p:cTn id="190" dur="1" fill="hold">
                                          <p:stCondLst>
                                            <p:cond delay="0"/>
                                          </p:stCondLst>
                                        </p:cTn>
                                        <p:tgtEl>
                                          <p:spTgt spid="112"/>
                                        </p:tgtEl>
                                        <p:attrNameLst>
                                          <p:attrName>style.visibility</p:attrName>
                                        </p:attrNameLst>
                                      </p:cBhvr>
                                      <p:to>
                                        <p:strVal val="visible"/>
                                      </p:to>
                                    </p:set>
                                    <p:animEffect transition="in" filter="fade">
                                      <p:cBhvr>
                                        <p:cTn id="191" dur="1000"/>
                                        <p:tgtEl>
                                          <p:spTgt spid="112"/>
                                        </p:tgtEl>
                                      </p:cBhvr>
                                    </p:animEffect>
                                    <p:anim calcmode="lin" valueType="num">
                                      <p:cBhvr>
                                        <p:cTn id="192" dur="1000" fill="hold"/>
                                        <p:tgtEl>
                                          <p:spTgt spid="112"/>
                                        </p:tgtEl>
                                        <p:attrNameLst>
                                          <p:attrName>ppt_x</p:attrName>
                                        </p:attrNameLst>
                                      </p:cBhvr>
                                      <p:tavLst>
                                        <p:tav tm="0">
                                          <p:val>
                                            <p:strVal val="#ppt_x"/>
                                          </p:val>
                                        </p:tav>
                                        <p:tav tm="100000">
                                          <p:val>
                                            <p:strVal val="#ppt_x"/>
                                          </p:val>
                                        </p:tav>
                                      </p:tavLst>
                                    </p:anim>
                                    <p:anim calcmode="lin" valueType="num">
                                      <p:cBhvr>
                                        <p:cTn id="193" dur="1000" fill="hold"/>
                                        <p:tgtEl>
                                          <p:spTgt spid="112"/>
                                        </p:tgtEl>
                                        <p:attrNameLst>
                                          <p:attrName>ppt_y</p:attrName>
                                        </p:attrNameLst>
                                      </p:cBhvr>
                                      <p:tavLst>
                                        <p:tav tm="0">
                                          <p:val>
                                            <p:strVal val="#ppt_y+.1"/>
                                          </p:val>
                                        </p:tav>
                                        <p:tav tm="100000">
                                          <p:val>
                                            <p:strVal val="#ppt_y"/>
                                          </p:val>
                                        </p:tav>
                                      </p:tavLst>
                                    </p:anim>
                                  </p:childTnLst>
                                </p:cTn>
                              </p:par>
                              <p:par>
                                <p:cTn id="194" presetID="42" presetClass="entr" presetSubtype="0" fill="hold" grpId="0" nodeType="withEffect">
                                  <p:stCondLst>
                                    <p:cond delay="0"/>
                                  </p:stCondLst>
                                  <p:childTnLst>
                                    <p:set>
                                      <p:cBhvr>
                                        <p:cTn id="195" dur="1" fill="hold">
                                          <p:stCondLst>
                                            <p:cond delay="0"/>
                                          </p:stCondLst>
                                        </p:cTn>
                                        <p:tgtEl>
                                          <p:spTgt spid="24"/>
                                        </p:tgtEl>
                                        <p:attrNameLst>
                                          <p:attrName>style.visibility</p:attrName>
                                        </p:attrNameLst>
                                      </p:cBhvr>
                                      <p:to>
                                        <p:strVal val="visible"/>
                                      </p:to>
                                    </p:set>
                                    <p:animEffect transition="in" filter="fade">
                                      <p:cBhvr>
                                        <p:cTn id="196" dur="1000"/>
                                        <p:tgtEl>
                                          <p:spTgt spid="24"/>
                                        </p:tgtEl>
                                      </p:cBhvr>
                                    </p:animEffect>
                                    <p:anim calcmode="lin" valueType="num">
                                      <p:cBhvr>
                                        <p:cTn id="197" dur="1000" fill="hold"/>
                                        <p:tgtEl>
                                          <p:spTgt spid="24"/>
                                        </p:tgtEl>
                                        <p:attrNameLst>
                                          <p:attrName>ppt_x</p:attrName>
                                        </p:attrNameLst>
                                      </p:cBhvr>
                                      <p:tavLst>
                                        <p:tav tm="0">
                                          <p:val>
                                            <p:strVal val="#ppt_x"/>
                                          </p:val>
                                        </p:tav>
                                        <p:tav tm="100000">
                                          <p:val>
                                            <p:strVal val="#ppt_x"/>
                                          </p:val>
                                        </p:tav>
                                      </p:tavLst>
                                    </p:anim>
                                    <p:anim calcmode="lin" valueType="num">
                                      <p:cBhvr>
                                        <p:cTn id="198" dur="1000" fill="hold"/>
                                        <p:tgtEl>
                                          <p:spTgt spid="24"/>
                                        </p:tgtEl>
                                        <p:attrNameLst>
                                          <p:attrName>ppt_y</p:attrName>
                                        </p:attrNameLst>
                                      </p:cBhvr>
                                      <p:tavLst>
                                        <p:tav tm="0">
                                          <p:val>
                                            <p:strVal val="#ppt_y+.1"/>
                                          </p:val>
                                        </p:tav>
                                        <p:tav tm="100000">
                                          <p:val>
                                            <p:strVal val="#ppt_y"/>
                                          </p:val>
                                        </p:tav>
                                      </p:tavLst>
                                    </p:anim>
                                  </p:childTnLst>
                                </p:cTn>
                              </p:par>
                              <p:par>
                                <p:cTn id="199" presetID="42" presetClass="entr" presetSubtype="0" fill="hold" nodeType="withEffect">
                                  <p:stCondLst>
                                    <p:cond delay="0"/>
                                  </p:stCondLst>
                                  <p:childTnLst>
                                    <p:set>
                                      <p:cBhvr>
                                        <p:cTn id="200" dur="1" fill="hold">
                                          <p:stCondLst>
                                            <p:cond delay="0"/>
                                          </p:stCondLst>
                                        </p:cTn>
                                        <p:tgtEl>
                                          <p:spTgt spid="121"/>
                                        </p:tgtEl>
                                        <p:attrNameLst>
                                          <p:attrName>style.visibility</p:attrName>
                                        </p:attrNameLst>
                                      </p:cBhvr>
                                      <p:to>
                                        <p:strVal val="visible"/>
                                      </p:to>
                                    </p:set>
                                    <p:animEffect transition="in" filter="fade">
                                      <p:cBhvr>
                                        <p:cTn id="201" dur="1000"/>
                                        <p:tgtEl>
                                          <p:spTgt spid="121"/>
                                        </p:tgtEl>
                                      </p:cBhvr>
                                    </p:animEffect>
                                    <p:anim calcmode="lin" valueType="num">
                                      <p:cBhvr>
                                        <p:cTn id="202" dur="1000" fill="hold"/>
                                        <p:tgtEl>
                                          <p:spTgt spid="121"/>
                                        </p:tgtEl>
                                        <p:attrNameLst>
                                          <p:attrName>ppt_x</p:attrName>
                                        </p:attrNameLst>
                                      </p:cBhvr>
                                      <p:tavLst>
                                        <p:tav tm="0">
                                          <p:val>
                                            <p:strVal val="#ppt_x"/>
                                          </p:val>
                                        </p:tav>
                                        <p:tav tm="100000">
                                          <p:val>
                                            <p:strVal val="#ppt_x"/>
                                          </p:val>
                                        </p:tav>
                                      </p:tavLst>
                                    </p:anim>
                                    <p:anim calcmode="lin" valueType="num">
                                      <p:cBhvr>
                                        <p:cTn id="203" dur="1000" fill="hold"/>
                                        <p:tgtEl>
                                          <p:spTgt spid="121"/>
                                        </p:tgtEl>
                                        <p:attrNameLst>
                                          <p:attrName>ppt_y</p:attrName>
                                        </p:attrNameLst>
                                      </p:cBhvr>
                                      <p:tavLst>
                                        <p:tav tm="0">
                                          <p:val>
                                            <p:strVal val="#ppt_y+.1"/>
                                          </p:val>
                                        </p:tav>
                                        <p:tav tm="100000">
                                          <p:val>
                                            <p:strVal val="#ppt_y"/>
                                          </p:val>
                                        </p:tav>
                                      </p:tavLst>
                                    </p:anim>
                                  </p:childTnLst>
                                </p:cTn>
                              </p:par>
                              <p:par>
                                <p:cTn id="204" presetID="42" presetClass="entr" presetSubtype="0" fill="hold" grpId="0" nodeType="withEffect">
                                  <p:stCondLst>
                                    <p:cond delay="0"/>
                                  </p:stCondLst>
                                  <p:childTnLst>
                                    <p:set>
                                      <p:cBhvr>
                                        <p:cTn id="205" dur="1" fill="hold">
                                          <p:stCondLst>
                                            <p:cond delay="0"/>
                                          </p:stCondLst>
                                        </p:cTn>
                                        <p:tgtEl>
                                          <p:spTgt spid="22"/>
                                        </p:tgtEl>
                                        <p:attrNameLst>
                                          <p:attrName>style.visibility</p:attrName>
                                        </p:attrNameLst>
                                      </p:cBhvr>
                                      <p:to>
                                        <p:strVal val="visible"/>
                                      </p:to>
                                    </p:set>
                                    <p:animEffect transition="in" filter="fade">
                                      <p:cBhvr>
                                        <p:cTn id="206" dur="1000"/>
                                        <p:tgtEl>
                                          <p:spTgt spid="22"/>
                                        </p:tgtEl>
                                      </p:cBhvr>
                                    </p:animEffect>
                                    <p:anim calcmode="lin" valueType="num">
                                      <p:cBhvr>
                                        <p:cTn id="207" dur="1000" fill="hold"/>
                                        <p:tgtEl>
                                          <p:spTgt spid="22"/>
                                        </p:tgtEl>
                                        <p:attrNameLst>
                                          <p:attrName>ppt_x</p:attrName>
                                        </p:attrNameLst>
                                      </p:cBhvr>
                                      <p:tavLst>
                                        <p:tav tm="0">
                                          <p:val>
                                            <p:strVal val="#ppt_x"/>
                                          </p:val>
                                        </p:tav>
                                        <p:tav tm="100000">
                                          <p:val>
                                            <p:strVal val="#ppt_x"/>
                                          </p:val>
                                        </p:tav>
                                      </p:tavLst>
                                    </p:anim>
                                    <p:anim calcmode="lin" valueType="num">
                                      <p:cBhvr>
                                        <p:cTn id="208" dur="1000" fill="hold"/>
                                        <p:tgtEl>
                                          <p:spTgt spid="22"/>
                                        </p:tgtEl>
                                        <p:attrNameLst>
                                          <p:attrName>ppt_y</p:attrName>
                                        </p:attrNameLst>
                                      </p:cBhvr>
                                      <p:tavLst>
                                        <p:tav tm="0">
                                          <p:val>
                                            <p:strVal val="#ppt_y+.1"/>
                                          </p:val>
                                        </p:tav>
                                        <p:tav tm="100000">
                                          <p:val>
                                            <p:strVal val="#ppt_y"/>
                                          </p:val>
                                        </p:tav>
                                      </p:tavLst>
                                    </p:anim>
                                  </p:childTnLst>
                                </p:cTn>
                              </p:par>
                              <p:par>
                                <p:cTn id="209" presetID="42" presetClass="entr" presetSubtype="0" fill="hold" nodeType="withEffect">
                                  <p:stCondLst>
                                    <p:cond delay="0"/>
                                  </p:stCondLst>
                                  <p:childTnLst>
                                    <p:set>
                                      <p:cBhvr>
                                        <p:cTn id="210" dur="1" fill="hold">
                                          <p:stCondLst>
                                            <p:cond delay="0"/>
                                          </p:stCondLst>
                                        </p:cTn>
                                        <p:tgtEl>
                                          <p:spTgt spid="37"/>
                                        </p:tgtEl>
                                        <p:attrNameLst>
                                          <p:attrName>style.visibility</p:attrName>
                                        </p:attrNameLst>
                                      </p:cBhvr>
                                      <p:to>
                                        <p:strVal val="visible"/>
                                      </p:to>
                                    </p:set>
                                    <p:animEffect transition="in" filter="fade">
                                      <p:cBhvr>
                                        <p:cTn id="211" dur="1000"/>
                                        <p:tgtEl>
                                          <p:spTgt spid="37"/>
                                        </p:tgtEl>
                                      </p:cBhvr>
                                    </p:animEffect>
                                    <p:anim calcmode="lin" valueType="num">
                                      <p:cBhvr>
                                        <p:cTn id="212" dur="1000" fill="hold"/>
                                        <p:tgtEl>
                                          <p:spTgt spid="37"/>
                                        </p:tgtEl>
                                        <p:attrNameLst>
                                          <p:attrName>ppt_x</p:attrName>
                                        </p:attrNameLst>
                                      </p:cBhvr>
                                      <p:tavLst>
                                        <p:tav tm="0">
                                          <p:val>
                                            <p:strVal val="#ppt_x"/>
                                          </p:val>
                                        </p:tav>
                                        <p:tav tm="100000">
                                          <p:val>
                                            <p:strVal val="#ppt_x"/>
                                          </p:val>
                                        </p:tav>
                                      </p:tavLst>
                                    </p:anim>
                                    <p:anim calcmode="lin" valueType="num">
                                      <p:cBhvr>
                                        <p:cTn id="213" dur="1000" fill="hold"/>
                                        <p:tgtEl>
                                          <p:spTgt spid="37"/>
                                        </p:tgtEl>
                                        <p:attrNameLst>
                                          <p:attrName>ppt_y</p:attrName>
                                        </p:attrNameLst>
                                      </p:cBhvr>
                                      <p:tavLst>
                                        <p:tav tm="0">
                                          <p:val>
                                            <p:strVal val="#ppt_y+.1"/>
                                          </p:val>
                                        </p:tav>
                                        <p:tav tm="100000">
                                          <p:val>
                                            <p:strVal val="#ppt_y"/>
                                          </p:val>
                                        </p:tav>
                                      </p:tavLst>
                                    </p:anim>
                                  </p:childTnLst>
                                </p:cTn>
                              </p:par>
                              <p:par>
                                <p:cTn id="214" presetID="42" presetClass="entr" presetSubtype="0" fill="hold" grpId="0" nodeType="withEffect">
                                  <p:stCondLst>
                                    <p:cond delay="0"/>
                                  </p:stCondLst>
                                  <p:childTnLst>
                                    <p:set>
                                      <p:cBhvr>
                                        <p:cTn id="215" dur="1" fill="hold">
                                          <p:stCondLst>
                                            <p:cond delay="0"/>
                                          </p:stCondLst>
                                        </p:cTn>
                                        <p:tgtEl>
                                          <p:spTgt spid="21"/>
                                        </p:tgtEl>
                                        <p:attrNameLst>
                                          <p:attrName>style.visibility</p:attrName>
                                        </p:attrNameLst>
                                      </p:cBhvr>
                                      <p:to>
                                        <p:strVal val="visible"/>
                                      </p:to>
                                    </p:set>
                                    <p:animEffect transition="in" filter="fade">
                                      <p:cBhvr>
                                        <p:cTn id="216" dur="1000"/>
                                        <p:tgtEl>
                                          <p:spTgt spid="21"/>
                                        </p:tgtEl>
                                      </p:cBhvr>
                                    </p:animEffect>
                                    <p:anim calcmode="lin" valueType="num">
                                      <p:cBhvr>
                                        <p:cTn id="217" dur="1000" fill="hold"/>
                                        <p:tgtEl>
                                          <p:spTgt spid="21"/>
                                        </p:tgtEl>
                                        <p:attrNameLst>
                                          <p:attrName>ppt_x</p:attrName>
                                        </p:attrNameLst>
                                      </p:cBhvr>
                                      <p:tavLst>
                                        <p:tav tm="0">
                                          <p:val>
                                            <p:strVal val="#ppt_x"/>
                                          </p:val>
                                        </p:tav>
                                        <p:tav tm="100000">
                                          <p:val>
                                            <p:strVal val="#ppt_x"/>
                                          </p:val>
                                        </p:tav>
                                      </p:tavLst>
                                    </p:anim>
                                    <p:anim calcmode="lin" valueType="num">
                                      <p:cBhvr>
                                        <p:cTn id="218" dur="1000" fill="hold"/>
                                        <p:tgtEl>
                                          <p:spTgt spid="21"/>
                                        </p:tgtEl>
                                        <p:attrNameLst>
                                          <p:attrName>ppt_y</p:attrName>
                                        </p:attrNameLst>
                                      </p:cBhvr>
                                      <p:tavLst>
                                        <p:tav tm="0">
                                          <p:val>
                                            <p:strVal val="#ppt_y+.1"/>
                                          </p:val>
                                        </p:tav>
                                        <p:tav tm="100000">
                                          <p:val>
                                            <p:strVal val="#ppt_y"/>
                                          </p:val>
                                        </p:tav>
                                      </p:tavLst>
                                    </p:anim>
                                  </p:childTnLst>
                                </p:cTn>
                              </p:par>
                              <p:par>
                                <p:cTn id="219" presetID="42" presetClass="entr" presetSubtype="0" fill="hold" nodeType="withEffect">
                                  <p:stCondLst>
                                    <p:cond delay="0"/>
                                  </p:stCondLst>
                                  <p:childTnLst>
                                    <p:set>
                                      <p:cBhvr>
                                        <p:cTn id="220" dur="1" fill="hold">
                                          <p:stCondLst>
                                            <p:cond delay="0"/>
                                          </p:stCondLst>
                                        </p:cTn>
                                        <p:tgtEl>
                                          <p:spTgt spid="41"/>
                                        </p:tgtEl>
                                        <p:attrNameLst>
                                          <p:attrName>style.visibility</p:attrName>
                                        </p:attrNameLst>
                                      </p:cBhvr>
                                      <p:to>
                                        <p:strVal val="visible"/>
                                      </p:to>
                                    </p:set>
                                    <p:animEffect transition="in" filter="fade">
                                      <p:cBhvr>
                                        <p:cTn id="221" dur="1000"/>
                                        <p:tgtEl>
                                          <p:spTgt spid="41"/>
                                        </p:tgtEl>
                                      </p:cBhvr>
                                    </p:animEffect>
                                    <p:anim calcmode="lin" valueType="num">
                                      <p:cBhvr>
                                        <p:cTn id="222" dur="1000" fill="hold"/>
                                        <p:tgtEl>
                                          <p:spTgt spid="41"/>
                                        </p:tgtEl>
                                        <p:attrNameLst>
                                          <p:attrName>ppt_x</p:attrName>
                                        </p:attrNameLst>
                                      </p:cBhvr>
                                      <p:tavLst>
                                        <p:tav tm="0">
                                          <p:val>
                                            <p:strVal val="#ppt_x"/>
                                          </p:val>
                                        </p:tav>
                                        <p:tav tm="100000">
                                          <p:val>
                                            <p:strVal val="#ppt_x"/>
                                          </p:val>
                                        </p:tav>
                                      </p:tavLst>
                                    </p:anim>
                                    <p:anim calcmode="lin" valueType="num">
                                      <p:cBhvr>
                                        <p:cTn id="223" dur="1000" fill="hold"/>
                                        <p:tgtEl>
                                          <p:spTgt spid="41"/>
                                        </p:tgtEl>
                                        <p:attrNameLst>
                                          <p:attrName>ppt_y</p:attrName>
                                        </p:attrNameLst>
                                      </p:cBhvr>
                                      <p:tavLst>
                                        <p:tav tm="0">
                                          <p:val>
                                            <p:strVal val="#ppt_y+.1"/>
                                          </p:val>
                                        </p:tav>
                                        <p:tav tm="100000">
                                          <p:val>
                                            <p:strVal val="#ppt_y"/>
                                          </p:val>
                                        </p:tav>
                                      </p:tavLst>
                                    </p:anim>
                                  </p:childTnLst>
                                </p:cTn>
                              </p:par>
                              <p:par>
                                <p:cTn id="224" presetID="42" presetClass="entr" presetSubtype="0" fill="hold" grpId="0" nodeType="withEffect">
                                  <p:stCondLst>
                                    <p:cond delay="0"/>
                                  </p:stCondLst>
                                  <p:childTnLst>
                                    <p:set>
                                      <p:cBhvr>
                                        <p:cTn id="225" dur="1" fill="hold">
                                          <p:stCondLst>
                                            <p:cond delay="0"/>
                                          </p:stCondLst>
                                        </p:cTn>
                                        <p:tgtEl>
                                          <p:spTgt spid="28"/>
                                        </p:tgtEl>
                                        <p:attrNameLst>
                                          <p:attrName>style.visibility</p:attrName>
                                        </p:attrNameLst>
                                      </p:cBhvr>
                                      <p:to>
                                        <p:strVal val="visible"/>
                                      </p:to>
                                    </p:set>
                                    <p:animEffect transition="in" filter="fade">
                                      <p:cBhvr>
                                        <p:cTn id="226" dur="1000"/>
                                        <p:tgtEl>
                                          <p:spTgt spid="28"/>
                                        </p:tgtEl>
                                      </p:cBhvr>
                                    </p:animEffect>
                                    <p:anim calcmode="lin" valueType="num">
                                      <p:cBhvr>
                                        <p:cTn id="227" dur="1000" fill="hold"/>
                                        <p:tgtEl>
                                          <p:spTgt spid="28"/>
                                        </p:tgtEl>
                                        <p:attrNameLst>
                                          <p:attrName>ppt_x</p:attrName>
                                        </p:attrNameLst>
                                      </p:cBhvr>
                                      <p:tavLst>
                                        <p:tav tm="0">
                                          <p:val>
                                            <p:strVal val="#ppt_x"/>
                                          </p:val>
                                        </p:tav>
                                        <p:tav tm="100000">
                                          <p:val>
                                            <p:strVal val="#ppt_x"/>
                                          </p:val>
                                        </p:tav>
                                      </p:tavLst>
                                    </p:anim>
                                    <p:anim calcmode="lin" valueType="num">
                                      <p:cBhvr>
                                        <p:cTn id="228" dur="1000" fill="hold"/>
                                        <p:tgtEl>
                                          <p:spTgt spid="28"/>
                                        </p:tgtEl>
                                        <p:attrNameLst>
                                          <p:attrName>ppt_y</p:attrName>
                                        </p:attrNameLst>
                                      </p:cBhvr>
                                      <p:tavLst>
                                        <p:tav tm="0">
                                          <p:val>
                                            <p:strVal val="#ppt_y+.1"/>
                                          </p:val>
                                        </p:tav>
                                        <p:tav tm="100000">
                                          <p:val>
                                            <p:strVal val="#ppt_y"/>
                                          </p:val>
                                        </p:tav>
                                      </p:tavLst>
                                    </p:anim>
                                  </p:childTnLst>
                                </p:cTn>
                              </p:par>
                              <p:par>
                                <p:cTn id="229" presetID="42" presetClass="entr" presetSubtype="0" fill="hold" nodeType="withEffect">
                                  <p:stCondLst>
                                    <p:cond delay="0"/>
                                  </p:stCondLst>
                                  <p:childTnLst>
                                    <p:set>
                                      <p:cBhvr>
                                        <p:cTn id="230" dur="1" fill="hold">
                                          <p:stCondLst>
                                            <p:cond delay="0"/>
                                          </p:stCondLst>
                                        </p:cTn>
                                        <p:tgtEl>
                                          <p:spTgt spid="34"/>
                                        </p:tgtEl>
                                        <p:attrNameLst>
                                          <p:attrName>style.visibility</p:attrName>
                                        </p:attrNameLst>
                                      </p:cBhvr>
                                      <p:to>
                                        <p:strVal val="visible"/>
                                      </p:to>
                                    </p:set>
                                    <p:animEffect transition="in" filter="fade">
                                      <p:cBhvr>
                                        <p:cTn id="231" dur="1000"/>
                                        <p:tgtEl>
                                          <p:spTgt spid="34"/>
                                        </p:tgtEl>
                                      </p:cBhvr>
                                    </p:animEffect>
                                    <p:anim calcmode="lin" valueType="num">
                                      <p:cBhvr>
                                        <p:cTn id="232" dur="1000" fill="hold"/>
                                        <p:tgtEl>
                                          <p:spTgt spid="34"/>
                                        </p:tgtEl>
                                        <p:attrNameLst>
                                          <p:attrName>ppt_x</p:attrName>
                                        </p:attrNameLst>
                                      </p:cBhvr>
                                      <p:tavLst>
                                        <p:tav tm="0">
                                          <p:val>
                                            <p:strVal val="#ppt_x"/>
                                          </p:val>
                                        </p:tav>
                                        <p:tav tm="100000">
                                          <p:val>
                                            <p:strVal val="#ppt_x"/>
                                          </p:val>
                                        </p:tav>
                                      </p:tavLst>
                                    </p:anim>
                                    <p:anim calcmode="lin" valueType="num">
                                      <p:cBhvr>
                                        <p:cTn id="233" dur="1000" fill="hold"/>
                                        <p:tgtEl>
                                          <p:spTgt spid="34"/>
                                        </p:tgtEl>
                                        <p:attrNameLst>
                                          <p:attrName>ppt_y</p:attrName>
                                        </p:attrNameLst>
                                      </p:cBhvr>
                                      <p:tavLst>
                                        <p:tav tm="0">
                                          <p:val>
                                            <p:strVal val="#ppt_y+.1"/>
                                          </p:val>
                                        </p:tav>
                                        <p:tav tm="100000">
                                          <p:val>
                                            <p:strVal val="#ppt_y"/>
                                          </p:val>
                                        </p:tav>
                                      </p:tavLst>
                                    </p:anim>
                                  </p:childTnLst>
                                </p:cTn>
                              </p:par>
                              <p:par>
                                <p:cTn id="234" presetID="42" presetClass="entr" presetSubtype="0" fill="hold" grpId="0" nodeType="withEffect">
                                  <p:stCondLst>
                                    <p:cond delay="0"/>
                                  </p:stCondLst>
                                  <p:childTnLst>
                                    <p:set>
                                      <p:cBhvr>
                                        <p:cTn id="235" dur="1" fill="hold">
                                          <p:stCondLst>
                                            <p:cond delay="0"/>
                                          </p:stCondLst>
                                        </p:cTn>
                                        <p:tgtEl>
                                          <p:spTgt spid="23"/>
                                        </p:tgtEl>
                                        <p:attrNameLst>
                                          <p:attrName>style.visibility</p:attrName>
                                        </p:attrNameLst>
                                      </p:cBhvr>
                                      <p:to>
                                        <p:strVal val="visible"/>
                                      </p:to>
                                    </p:set>
                                    <p:animEffect transition="in" filter="fade">
                                      <p:cBhvr>
                                        <p:cTn id="236" dur="1000"/>
                                        <p:tgtEl>
                                          <p:spTgt spid="23"/>
                                        </p:tgtEl>
                                      </p:cBhvr>
                                    </p:animEffect>
                                    <p:anim calcmode="lin" valueType="num">
                                      <p:cBhvr>
                                        <p:cTn id="237" dur="1000" fill="hold"/>
                                        <p:tgtEl>
                                          <p:spTgt spid="23"/>
                                        </p:tgtEl>
                                        <p:attrNameLst>
                                          <p:attrName>ppt_x</p:attrName>
                                        </p:attrNameLst>
                                      </p:cBhvr>
                                      <p:tavLst>
                                        <p:tav tm="0">
                                          <p:val>
                                            <p:strVal val="#ppt_x"/>
                                          </p:val>
                                        </p:tav>
                                        <p:tav tm="100000">
                                          <p:val>
                                            <p:strVal val="#ppt_x"/>
                                          </p:val>
                                        </p:tav>
                                      </p:tavLst>
                                    </p:anim>
                                    <p:anim calcmode="lin" valueType="num">
                                      <p:cBhvr>
                                        <p:cTn id="238" dur="1000" fill="hold"/>
                                        <p:tgtEl>
                                          <p:spTgt spid="23"/>
                                        </p:tgtEl>
                                        <p:attrNameLst>
                                          <p:attrName>ppt_y</p:attrName>
                                        </p:attrNameLst>
                                      </p:cBhvr>
                                      <p:tavLst>
                                        <p:tav tm="0">
                                          <p:val>
                                            <p:strVal val="#ppt_y+.1"/>
                                          </p:val>
                                        </p:tav>
                                        <p:tav tm="100000">
                                          <p:val>
                                            <p:strVal val="#ppt_y"/>
                                          </p:val>
                                        </p:tav>
                                      </p:tavLst>
                                    </p:anim>
                                  </p:childTnLst>
                                </p:cTn>
                              </p:par>
                              <p:par>
                                <p:cTn id="239" presetID="42" presetClass="entr" presetSubtype="0" fill="hold" nodeType="withEffect">
                                  <p:stCondLst>
                                    <p:cond delay="0"/>
                                  </p:stCondLst>
                                  <p:childTnLst>
                                    <p:set>
                                      <p:cBhvr>
                                        <p:cTn id="240" dur="1" fill="hold">
                                          <p:stCondLst>
                                            <p:cond delay="0"/>
                                          </p:stCondLst>
                                        </p:cTn>
                                        <p:tgtEl>
                                          <p:spTgt spid="8"/>
                                        </p:tgtEl>
                                        <p:attrNameLst>
                                          <p:attrName>style.visibility</p:attrName>
                                        </p:attrNameLst>
                                      </p:cBhvr>
                                      <p:to>
                                        <p:strVal val="visible"/>
                                      </p:to>
                                    </p:set>
                                    <p:animEffect transition="in" filter="fade">
                                      <p:cBhvr>
                                        <p:cTn id="241" dur="1000"/>
                                        <p:tgtEl>
                                          <p:spTgt spid="8"/>
                                        </p:tgtEl>
                                      </p:cBhvr>
                                    </p:animEffect>
                                    <p:anim calcmode="lin" valueType="num">
                                      <p:cBhvr>
                                        <p:cTn id="242" dur="1000" fill="hold"/>
                                        <p:tgtEl>
                                          <p:spTgt spid="8"/>
                                        </p:tgtEl>
                                        <p:attrNameLst>
                                          <p:attrName>ppt_x</p:attrName>
                                        </p:attrNameLst>
                                      </p:cBhvr>
                                      <p:tavLst>
                                        <p:tav tm="0">
                                          <p:val>
                                            <p:strVal val="#ppt_x"/>
                                          </p:val>
                                        </p:tav>
                                        <p:tav tm="100000">
                                          <p:val>
                                            <p:strVal val="#ppt_x"/>
                                          </p:val>
                                        </p:tav>
                                      </p:tavLst>
                                    </p:anim>
                                    <p:anim calcmode="lin" valueType="num">
                                      <p:cBhvr>
                                        <p:cTn id="243" dur="1000" fill="hold"/>
                                        <p:tgtEl>
                                          <p:spTgt spid="8"/>
                                        </p:tgtEl>
                                        <p:attrNameLst>
                                          <p:attrName>ppt_y</p:attrName>
                                        </p:attrNameLst>
                                      </p:cBhvr>
                                      <p:tavLst>
                                        <p:tav tm="0">
                                          <p:val>
                                            <p:strVal val="#ppt_y+.1"/>
                                          </p:val>
                                        </p:tav>
                                        <p:tav tm="100000">
                                          <p:val>
                                            <p:strVal val="#ppt_y"/>
                                          </p:val>
                                        </p:tav>
                                      </p:tavLst>
                                    </p:anim>
                                  </p:childTnLst>
                                </p:cTn>
                              </p:par>
                              <p:par>
                                <p:cTn id="244" presetID="42" presetClass="entr" presetSubtype="0" fill="hold" nodeType="withEffect">
                                  <p:stCondLst>
                                    <p:cond delay="0"/>
                                  </p:stCondLst>
                                  <p:childTnLst>
                                    <p:set>
                                      <p:cBhvr>
                                        <p:cTn id="245" dur="1" fill="hold">
                                          <p:stCondLst>
                                            <p:cond delay="0"/>
                                          </p:stCondLst>
                                        </p:cTn>
                                        <p:tgtEl>
                                          <p:spTgt spid="12"/>
                                        </p:tgtEl>
                                        <p:attrNameLst>
                                          <p:attrName>style.visibility</p:attrName>
                                        </p:attrNameLst>
                                      </p:cBhvr>
                                      <p:to>
                                        <p:strVal val="visible"/>
                                      </p:to>
                                    </p:set>
                                    <p:animEffect transition="in" filter="fade">
                                      <p:cBhvr>
                                        <p:cTn id="246" dur="1000"/>
                                        <p:tgtEl>
                                          <p:spTgt spid="12"/>
                                        </p:tgtEl>
                                      </p:cBhvr>
                                    </p:animEffect>
                                    <p:anim calcmode="lin" valueType="num">
                                      <p:cBhvr>
                                        <p:cTn id="247" dur="1000" fill="hold"/>
                                        <p:tgtEl>
                                          <p:spTgt spid="12"/>
                                        </p:tgtEl>
                                        <p:attrNameLst>
                                          <p:attrName>ppt_x</p:attrName>
                                        </p:attrNameLst>
                                      </p:cBhvr>
                                      <p:tavLst>
                                        <p:tav tm="0">
                                          <p:val>
                                            <p:strVal val="#ppt_x"/>
                                          </p:val>
                                        </p:tav>
                                        <p:tav tm="100000">
                                          <p:val>
                                            <p:strVal val="#ppt_x"/>
                                          </p:val>
                                        </p:tav>
                                      </p:tavLst>
                                    </p:anim>
                                    <p:anim calcmode="lin" valueType="num">
                                      <p:cBhvr>
                                        <p:cTn id="24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4" grpId="0"/>
      <p:bldP spid="25" grpId="0"/>
      <p:bldP spid="26" grpId="0"/>
      <p:bldP spid="27" grpId="0"/>
      <p:bldP spid="29" grpId="0"/>
      <p:bldP spid="30" grpId="0"/>
      <p:bldP spid="31" grpId="0"/>
      <p:bldP spid="28" grpId="0"/>
      <p:bldP spid="44" grpId="0"/>
      <p:bldP spid="45" grpId="0"/>
      <p:bldP spid="46" grpId="0"/>
      <p:bldP spid="47" grpId="0"/>
      <p:bldP spid="67" grpId="0"/>
      <p:bldP spid="68" grpId="0"/>
      <p:bldP spid="69" grpId="0"/>
      <p:bldP spid="82" grpId="0"/>
      <p:bldP spid="93" grpId="0"/>
      <p:bldP spid="94" grpId="0"/>
      <p:bldP spid="95" grpId="0"/>
      <p:bldP spid="102" grpId="0"/>
      <p:bldP spid="103"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5093A6-AA67-9545-F7E4-814B1A41D9F5}"/>
              </a:ext>
            </a:extLst>
          </p:cNvPr>
          <p:cNvSpPr>
            <a:spLocks noGrp="1"/>
          </p:cNvSpPr>
          <p:nvPr>
            <p:ph type="title"/>
          </p:nvPr>
        </p:nvSpPr>
        <p:spPr>
          <a:xfrm>
            <a:off x="466722" y="586855"/>
            <a:ext cx="3201366" cy="4660205"/>
          </a:xfrm>
        </p:spPr>
        <p:txBody>
          <a:bodyPr anchor="b">
            <a:normAutofit/>
          </a:bodyPr>
          <a:lstStyle/>
          <a:p>
            <a:r>
              <a:rPr lang="en-US" sz="3400" dirty="0">
                <a:solidFill>
                  <a:srgbClr val="FFFFFF"/>
                </a:solidFill>
              </a:rPr>
              <a:t>Activity 3: 		</a:t>
            </a:r>
            <a:br>
              <a:rPr lang="en-US" sz="3400" dirty="0">
                <a:solidFill>
                  <a:srgbClr val="FFFFFF"/>
                </a:solidFill>
              </a:rPr>
            </a:br>
            <a:r>
              <a:rPr lang="en-AU" sz="3400" dirty="0">
                <a:solidFill>
                  <a:srgbClr val="FFFFFF"/>
                </a:solidFill>
              </a:rPr>
              <a:t>(pg.10)</a:t>
            </a:r>
            <a:br>
              <a:rPr lang="en-AU" sz="3400" dirty="0">
                <a:solidFill>
                  <a:srgbClr val="FFFFFF"/>
                </a:solidFill>
                <a:highlight>
                  <a:srgbClr val="FF0000"/>
                </a:highlight>
              </a:rPr>
            </a:br>
            <a:br>
              <a:rPr lang="en-AU" sz="3400" dirty="0">
                <a:solidFill>
                  <a:srgbClr val="FFFFFF"/>
                </a:solidFill>
                <a:highlight>
                  <a:srgbClr val="FF0000"/>
                </a:highlight>
              </a:rPr>
            </a:br>
            <a:br>
              <a:rPr lang="en-AU" sz="3400" dirty="0">
                <a:solidFill>
                  <a:srgbClr val="FFFFFF"/>
                </a:solidFill>
                <a:highlight>
                  <a:srgbClr val="FF0000"/>
                </a:highlight>
              </a:rPr>
            </a:br>
            <a:br>
              <a:rPr lang="en-US" sz="3400" dirty="0">
                <a:solidFill>
                  <a:srgbClr val="FFFFFF"/>
                </a:solidFill>
              </a:rPr>
            </a:br>
            <a:r>
              <a:rPr lang="en-US" sz="3400" dirty="0">
                <a:solidFill>
                  <a:srgbClr val="FFFFFF"/>
                </a:solidFill>
              </a:rPr>
              <a:t>Relationship Qualities – Healthy vs. Unhealthy</a:t>
            </a:r>
            <a:endParaRPr lang="en-AU" sz="3400" dirty="0">
              <a:solidFill>
                <a:srgbClr val="FFFFFF"/>
              </a:solidFill>
            </a:endParaRPr>
          </a:p>
        </p:txBody>
      </p:sp>
      <p:sp>
        <p:nvSpPr>
          <p:cNvPr id="3" name="Content Placeholder 2">
            <a:extLst>
              <a:ext uri="{FF2B5EF4-FFF2-40B4-BE49-F238E27FC236}">
                <a16:creationId xmlns:a16="http://schemas.microsoft.com/office/drawing/2014/main" id="{68AD0113-E68A-91C6-71E3-1D941698A0CA}"/>
              </a:ext>
            </a:extLst>
          </p:cNvPr>
          <p:cNvSpPr>
            <a:spLocks noGrp="1"/>
          </p:cNvSpPr>
          <p:nvPr>
            <p:ph idx="1"/>
          </p:nvPr>
        </p:nvSpPr>
        <p:spPr>
          <a:xfrm>
            <a:off x="4698858" y="369971"/>
            <a:ext cx="6555347" cy="5546047"/>
          </a:xfrm>
        </p:spPr>
        <p:txBody>
          <a:bodyPr anchor="ctr">
            <a:normAutofit/>
          </a:bodyPr>
          <a:lstStyle/>
          <a:p>
            <a:r>
              <a:rPr lang="en-US" sz="2000"/>
              <a:t>The relationships we have in our life can serve us in different ways.</a:t>
            </a:r>
          </a:p>
          <a:p>
            <a:endParaRPr lang="en-US" sz="2000"/>
          </a:p>
          <a:p>
            <a:r>
              <a:rPr lang="en-US" sz="2000"/>
              <a:t>They can be healthy, positive and beneficial, or they can be unhealthy, negative and toxic. </a:t>
            </a:r>
          </a:p>
          <a:p>
            <a:endParaRPr lang="en-US" sz="2000"/>
          </a:p>
          <a:p>
            <a:r>
              <a:rPr lang="en-US" sz="2000"/>
              <a:t>While watching the video, consider what you think are healthy qualities in a relationship and unhealthy qualities and write them into the table in your books. </a:t>
            </a:r>
          </a:p>
          <a:p>
            <a:endParaRPr lang="en-US" sz="2000"/>
          </a:p>
          <a:p>
            <a:r>
              <a:rPr lang="en-US" sz="2000"/>
              <a:t>Also think about the relationships </a:t>
            </a:r>
            <a:br>
              <a:rPr lang="en-US" sz="2000"/>
            </a:br>
            <a:r>
              <a:rPr lang="en-US" sz="2000"/>
              <a:t>in your life and what qualities </a:t>
            </a:r>
            <a:br>
              <a:rPr lang="en-US" sz="2000"/>
            </a:br>
            <a:r>
              <a:rPr lang="en-US" sz="2000"/>
              <a:t>are present there. </a:t>
            </a:r>
            <a:endParaRPr lang="en-AU" sz="2000" dirty="0"/>
          </a:p>
        </p:txBody>
      </p:sp>
      <p:pic>
        <p:nvPicPr>
          <p:cNvPr id="4" name="Picture 3">
            <a:extLst>
              <a:ext uri="{FF2B5EF4-FFF2-40B4-BE49-F238E27FC236}">
                <a16:creationId xmlns:a16="http://schemas.microsoft.com/office/drawing/2014/main" id="{3A8AE391-78BF-39E5-50CA-D31C8D97F854}"/>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8267555" y="3914428"/>
            <a:ext cx="4037839" cy="3029956"/>
          </a:xfrm>
          <a:prstGeom prst="rect">
            <a:avLst/>
          </a:prstGeom>
        </p:spPr>
      </p:pic>
    </p:spTree>
    <p:extLst>
      <p:ext uri="{BB962C8B-B14F-4D97-AF65-F5344CB8AC3E}">
        <p14:creationId xmlns:p14="http://schemas.microsoft.com/office/powerpoint/2010/main" val="553672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Online Media 1" title="The Good Ship &quot;Relationship' for Yrs 9-10 from The Practical Guide to Love, Sex &amp; Relationships">
            <a:hlinkClick r:id="" action="ppaction://media"/>
            <a:extLst>
              <a:ext uri="{FF2B5EF4-FFF2-40B4-BE49-F238E27FC236}">
                <a16:creationId xmlns:a16="http://schemas.microsoft.com/office/drawing/2014/main" id="{4EFFAA23-494E-26FD-7C81-FEDEEB025D71}"/>
              </a:ext>
            </a:extLst>
          </p:cNvPr>
          <p:cNvPicPr>
            <a:picLocks noRot="1" noChangeAspect="1"/>
          </p:cNvPicPr>
          <p:nvPr>
            <a:videoFile r:link="rId1"/>
          </p:nvPr>
        </p:nvPicPr>
        <p:blipFill>
          <a:blip r:embed="rId4"/>
          <a:stretch>
            <a:fillRect/>
          </a:stretch>
        </p:blipFill>
        <p:spPr>
          <a:xfrm>
            <a:off x="812802" y="457200"/>
            <a:ext cx="10566395" cy="5943600"/>
          </a:xfrm>
          <a:prstGeom prst="rect">
            <a:avLst/>
          </a:prstGeom>
        </p:spPr>
      </p:pic>
    </p:spTree>
    <p:extLst>
      <p:ext uri="{BB962C8B-B14F-4D97-AF65-F5344CB8AC3E}">
        <p14:creationId xmlns:p14="http://schemas.microsoft.com/office/powerpoint/2010/main" val="994774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5093A6-AA67-9545-F7E4-814B1A41D9F5}"/>
              </a:ext>
            </a:extLst>
          </p:cNvPr>
          <p:cNvSpPr>
            <a:spLocks noGrp="1"/>
          </p:cNvSpPr>
          <p:nvPr>
            <p:ph type="title"/>
          </p:nvPr>
        </p:nvSpPr>
        <p:spPr>
          <a:xfrm>
            <a:off x="466722" y="586855"/>
            <a:ext cx="3201366" cy="4660205"/>
          </a:xfrm>
        </p:spPr>
        <p:txBody>
          <a:bodyPr anchor="b">
            <a:normAutofit/>
          </a:bodyPr>
          <a:lstStyle/>
          <a:p>
            <a:r>
              <a:rPr lang="en-US" sz="3400" dirty="0">
                <a:solidFill>
                  <a:srgbClr val="FFFFFF"/>
                </a:solidFill>
              </a:rPr>
              <a:t>Activity 3: 		</a:t>
            </a:r>
            <a:br>
              <a:rPr lang="en-US" sz="3400" dirty="0">
                <a:solidFill>
                  <a:srgbClr val="FFFFFF"/>
                </a:solidFill>
              </a:rPr>
            </a:br>
            <a:r>
              <a:rPr lang="en-AU" sz="3400" dirty="0">
                <a:solidFill>
                  <a:srgbClr val="FFFFFF"/>
                </a:solidFill>
              </a:rPr>
              <a:t>(pg.10)</a:t>
            </a:r>
            <a:br>
              <a:rPr lang="en-AU" sz="3400" dirty="0">
                <a:solidFill>
                  <a:srgbClr val="FFFFFF"/>
                </a:solidFill>
                <a:highlight>
                  <a:srgbClr val="FF0000"/>
                </a:highlight>
              </a:rPr>
            </a:br>
            <a:br>
              <a:rPr lang="en-AU" sz="3400" dirty="0">
                <a:solidFill>
                  <a:srgbClr val="FFFFFF"/>
                </a:solidFill>
                <a:highlight>
                  <a:srgbClr val="FF0000"/>
                </a:highlight>
              </a:rPr>
            </a:br>
            <a:br>
              <a:rPr lang="en-AU" sz="3400" dirty="0">
                <a:solidFill>
                  <a:srgbClr val="FFFFFF"/>
                </a:solidFill>
                <a:highlight>
                  <a:srgbClr val="FF0000"/>
                </a:highlight>
              </a:rPr>
            </a:br>
            <a:br>
              <a:rPr lang="en-US" sz="3400" dirty="0">
                <a:solidFill>
                  <a:srgbClr val="FFFFFF"/>
                </a:solidFill>
              </a:rPr>
            </a:br>
            <a:r>
              <a:rPr lang="en-US" sz="3400" dirty="0">
                <a:solidFill>
                  <a:srgbClr val="FFFFFF"/>
                </a:solidFill>
              </a:rPr>
              <a:t>Relationship Qualities – Healthy vs. Unhealthy</a:t>
            </a:r>
            <a:endParaRPr lang="en-AU" sz="3400" dirty="0">
              <a:solidFill>
                <a:srgbClr val="FFFFFF"/>
              </a:solidFill>
            </a:endParaRPr>
          </a:p>
        </p:txBody>
      </p:sp>
      <p:sp>
        <p:nvSpPr>
          <p:cNvPr id="3" name="Content Placeholder 2">
            <a:extLst>
              <a:ext uri="{FF2B5EF4-FFF2-40B4-BE49-F238E27FC236}">
                <a16:creationId xmlns:a16="http://schemas.microsoft.com/office/drawing/2014/main" id="{68AD0113-E68A-91C6-71E3-1D941698A0CA}"/>
              </a:ext>
            </a:extLst>
          </p:cNvPr>
          <p:cNvSpPr>
            <a:spLocks noGrp="1"/>
          </p:cNvSpPr>
          <p:nvPr>
            <p:ph idx="1"/>
          </p:nvPr>
        </p:nvSpPr>
        <p:spPr>
          <a:xfrm>
            <a:off x="4698858" y="292360"/>
            <a:ext cx="6555347" cy="2034074"/>
          </a:xfrm>
        </p:spPr>
        <p:txBody>
          <a:bodyPr anchor="ctr">
            <a:normAutofit/>
          </a:bodyPr>
          <a:lstStyle/>
          <a:p>
            <a:r>
              <a:rPr lang="en-US" sz="2000" dirty="0"/>
              <a:t>You have 3 minutes to now add anything else to the table. </a:t>
            </a:r>
          </a:p>
          <a:p>
            <a:r>
              <a:rPr lang="en-US" sz="2000" dirty="0"/>
              <a:t>You can discuss with the person next to you. </a:t>
            </a:r>
            <a:endParaRPr lang="en-AU" sz="2000" dirty="0"/>
          </a:p>
        </p:txBody>
      </p:sp>
      <p:graphicFrame>
        <p:nvGraphicFramePr>
          <p:cNvPr id="5" name="Table 4">
            <a:extLst>
              <a:ext uri="{FF2B5EF4-FFF2-40B4-BE49-F238E27FC236}">
                <a16:creationId xmlns:a16="http://schemas.microsoft.com/office/drawing/2014/main" id="{C6443803-47BC-2D08-1258-02B74DF7C504}"/>
              </a:ext>
            </a:extLst>
          </p:cNvPr>
          <p:cNvGraphicFramePr>
            <a:graphicFrameLocks noGrp="1"/>
          </p:cNvGraphicFramePr>
          <p:nvPr>
            <p:extLst>
              <p:ext uri="{D42A27DB-BD31-4B8C-83A1-F6EECF244321}">
                <p14:modId xmlns:p14="http://schemas.microsoft.com/office/powerpoint/2010/main" val="1192729414"/>
              </p:ext>
            </p:extLst>
          </p:nvPr>
        </p:nvGraphicFramePr>
        <p:xfrm>
          <a:off x="4447329" y="1981399"/>
          <a:ext cx="7399746" cy="4158143"/>
        </p:xfrm>
        <a:graphic>
          <a:graphicData uri="http://schemas.openxmlformats.org/drawingml/2006/table">
            <a:tbl>
              <a:tblPr firstRow="1" bandRow="1">
                <a:tableStyleId>{5C22544A-7EE6-4342-B048-85BDC9FD1C3A}</a:tableStyleId>
              </a:tblPr>
              <a:tblGrid>
                <a:gridCol w="3698603">
                  <a:extLst>
                    <a:ext uri="{9D8B030D-6E8A-4147-A177-3AD203B41FA5}">
                      <a16:colId xmlns:a16="http://schemas.microsoft.com/office/drawing/2014/main" val="326139242"/>
                    </a:ext>
                  </a:extLst>
                </a:gridCol>
                <a:gridCol w="3701143">
                  <a:extLst>
                    <a:ext uri="{9D8B030D-6E8A-4147-A177-3AD203B41FA5}">
                      <a16:colId xmlns:a16="http://schemas.microsoft.com/office/drawing/2014/main" val="1177591851"/>
                    </a:ext>
                  </a:extLst>
                </a:gridCol>
              </a:tblGrid>
              <a:tr h="771268">
                <a:tc>
                  <a:txBody>
                    <a:bodyPr/>
                    <a:lstStyle/>
                    <a:p>
                      <a:pPr algn="ctr"/>
                      <a:r>
                        <a:rPr lang="en-US" sz="2000" dirty="0"/>
                        <a:t>Healthy Relationship Qualities</a:t>
                      </a:r>
                    </a:p>
                  </a:txBody>
                  <a:tcPr/>
                </a:tc>
                <a:tc>
                  <a:txBody>
                    <a:bodyPr/>
                    <a:lstStyle/>
                    <a:p>
                      <a:pPr algn="ctr"/>
                      <a:r>
                        <a:rPr lang="en-US" sz="2000" dirty="0"/>
                        <a:t>Unhealthy Relationship Qualities</a:t>
                      </a:r>
                    </a:p>
                  </a:txBody>
                  <a:tcPr/>
                </a:tc>
                <a:extLst>
                  <a:ext uri="{0D108BD9-81ED-4DB2-BD59-A6C34878D82A}">
                    <a16:rowId xmlns:a16="http://schemas.microsoft.com/office/drawing/2014/main" val="2203106756"/>
                  </a:ext>
                </a:extLst>
              </a:tr>
              <a:tr h="3386875">
                <a:tc>
                  <a:txBody>
                    <a:bodyPr/>
                    <a:lstStyle/>
                    <a:p>
                      <a:pPr marL="0" indent="0">
                        <a:buFont typeface="Arial" panose="020B0604020202020204" pitchFamily="34" charset="0"/>
                        <a:buNone/>
                      </a:pPr>
                      <a:endParaRPr lang="en-US" sz="2800" dirty="0"/>
                    </a:p>
                    <a:p>
                      <a:pPr marL="0" indent="0">
                        <a:buFont typeface="Arial" panose="020B0604020202020204" pitchFamily="34" charset="0"/>
                        <a:buNone/>
                      </a:pPr>
                      <a:endParaRPr lang="en-US" sz="2800" dirty="0"/>
                    </a:p>
                    <a:p>
                      <a:pPr marL="0" indent="0">
                        <a:buFont typeface="Arial" panose="020B0604020202020204" pitchFamily="34" charset="0"/>
                        <a:buNone/>
                      </a:pPr>
                      <a:endParaRPr lang="en-US" sz="2800" dirty="0"/>
                    </a:p>
                    <a:p>
                      <a:pPr marL="0" indent="0">
                        <a:buFont typeface="Arial" panose="020B0604020202020204" pitchFamily="34" charset="0"/>
                        <a:buNone/>
                      </a:pPr>
                      <a:endParaRPr lang="en-US" sz="2800" dirty="0"/>
                    </a:p>
                    <a:p>
                      <a:pPr marL="0" indent="0">
                        <a:buFont typeface="Arial" panose="020B0604020202020204" pitchFamily="34" charset="0"/>
                        <a:buNone/>
                      </a:pPr>
                      <a:endParaRPr lang="en-US" sz="2800" dirty="0"/>
                    </a:p>
                    <a:p>
                      <a:pPr marL="0" indent="0">
                        <a:buFont typeface="Arial" panose="020B0604020202020204" pitchFamily="34" charset="0"/>
                        <a:buNone/>
                      </a:pPr>
                      <a:endParaRPr lang="en-US" sz="2800" dirty="0"/>
                    </a:p>
                    <a:p>
                      <a:pPr marL="0" indent="0">
                        <a:buFont typeface="Arial" panose="020B0604020202020204" pitchFamily="34" charset="0"/>
                        <a:buNone/>
                      </a:pPr>
                      <a:endParaRPr lang="en-US" sz="2800" dirty="0"/>
                    </a:p>
                  </a:txBody>
                  <a:tcPr/>
                </a:tc>
                <a:tc>
                  <a:txBody>
                    <a:bodyPr/>
                    <a:lstStyle/>
                    <a:p>
                      <a:endParaRPr lang="en-US" dirty="0"/>
                    </a:p>
                  </a:txBody>
                  <a:tcPr/>
                </a:tc>
                <a:extLst>
                  <a:ext uri="{0D108BD9-81ED-4DB2-BD59-A6C34878D82A}">
                    <a16:rowId xmlns:a16="http://schemas.microsoft.com/office/drawing/2014/main" val="3140394626"/>
                  </a:ext>
                </a:extLst>
              </a:tr>
            </a:tbl>
          </a:graphicData>
        </a:graphic>
      </p:graphicFrame>
      <p:sp>
        <p:nvSpPr>
          <p:cNvPr id="6" name="TextBox 5">
            <a:extLst>
              <a:ext uri="{FF2B5EF4-FFF2-40B4-BE49-F238E27FC236}">
                <a16:creationId xmlns:a16="http://schemas.microsoft.com/office/drawing/2014/main" id="{1948FF92-7A24-5EB5-81FA-7AD170DDB704}"/>
              </a:ext>
            </a:extLst>
          </p:cNvPr>
          <p:cNvSpPr txBox="1"/>
          <p:nvPr/>
        </p:nvSpPr>
        <p:spPr>
          <a:xfrm>
            <a:off x="4504548" y="2819088"/>
            <a:ext cx="2809102" cy="3170099"/>
          </a:xfrm>
          <a:prstGeom prst="rect">
            <a:avLst/>
          </a:prstGeom>
          <a:noFill/>
        </p:spPr>
        <p:txBody>
          <a:bodyPr wrap="none" rtlCol="0">
            <a:spAutoFit/>
          </a:bodyPr>
          <a:lstStyle/>
          <a:p>
            <a:pPr marL="342900" indent="-342900">
              <a:buFont typeface="Arial" panose="020B0604020202020204" pitchFamily="34" charset="0"/>
              <a:buChar char="•"/>
            </a:pPr>
            <a:r>
              <a:rPr lang="en-US" sz="2000" dirty="0"/>
              <a:t>Open Communication</a:t>
            </a:r>
          </a:p>
          <a:p>
            <a:pPr marL="342900" indent="-342900">
              <a:buFont typeface="Arial" panose="020B0604020202020204" pitchFamily="34" charset="0"/>
              <a:buChar char="•"/>
            </a:pPr>
            <a:r>
              <a:rPr lang="en-US" sz="2000" dirty="0"/>
              <a:t>Trust</a:t>
            </a:r>
          </a:p>
          <a:p>
            <a:pPr marL="342900" indent="-342900">
              <a:buFont typeface="Arial" panose="020B0604020202020204" pitchFamily="34" charset="0"/>
              <a:buChar char="•"/>
            </a:pPr>
            <a:r>
              <a:rPr lang="en-US" sz="2000" dirty="0"/>
              <a:t>Equality</a:t>
            </a:r>
          </a:p>
          <a:p>
            <a:pPr marL="342900" indent="-342900">
              <a:buFont typeface="Arial" panose="020B0604020202020204" pitchFamily="34" charset="0"/>
              <a:buChar char="•"/>
            </a:pPr>
            <a:r>
              <a:rPr lang="en-US" sz="2000" dirty="0"/>
              <a:t>Honesty</a:t>
            </a:r>
          </a:p>
          <a:p>
            <a:pPr marL="342900" indent="-342900">
              <a:buFont typeface="Arial" panose="020B0604020202020204" pitchFamily="34" charset="0"/>
              <a:buChar char="•"/>
            </a:pPr>
            <a:r>
              <a:rPr lang="en-US" sz="2000" dirty="0"/>
              <a:t>Common interests</a:t>
            </a:r>
          </a:p>
          <a:p>
            <a:pPr marL="342900" indent="-342900">
              <a:buFont typeface="Arial" panose="020B0604020202020204" pitchFamily="34" charset="0"/>
              <a:buChar char="•"/>
            </a:pPr>
            <a:r>
              <a:rPr lang="en-US" sz="2000" dirty="0"/>
              <a:t>Reflection</a:t>
            </a:r>
          </a:p>
          <a:p>
            <a:pPr marL="342900" indent="-342900">
              <a:buFont typeface="Arial" panose="020B0604020202020204" pitchFamily="34" charset="0"/>
              <a:buChar char="•"/>
            </a:pPr>
            <a:r>
              <a:rPr lang="en-US" sz="2000" dirty="0"/>
              <a:t>Mutual Respect</a:t>
            </a:r>
          </a:p>
          <a:p>
            <a:pPr marL="342900" indent="-342900">
              <a:buFont typeface="Arial" panose="020B0604020202020204" pitchFamily="34" charset="0"/>
              <a:buChar char="•"/>
            </a:pPr>
            <a:r>
              <a:rPr lang="en-US" sz="2000" dirty="0"/>
              <a:t>Belief in each other</a:t>
            </a:r>
          </a:p>
          <a:p>
            <a:pPr marL="342900" indent="-342900">
              <a:buFont typeface="Arial" panose="020B0604020202020204" pitchFamily="34" charset="0"/>
              <a:buChar char="•"/>
            </a:pPr>
            <a:r>
              <a:rPr lang="en-US" sz="2000" dirty="0"/>
              <a:t>Support</a:t>
            </a:r>
          </a:p>
          <a:p>
            <a:pPr marL="342900" indent="-342900">
              <a:buFont typeface="Arial" panose="020B0604020202020204" pitchFamily="34" charset="0"/>
              <a:buChar char="•"/>
            </a:pPr>
            <a:r>
              <a:rPr lang="en-US" sz="2000" dirty="0"/>
              <a:t>Enjoy personal time</a:t>
            </a:r>
          </a:p>
        </p:txBody>
      </p:sp>
      <p:sp>
        <p:nvSpPr>
          <p:cNvPr id="7" name="TextBox 6">
            <a:extLst>
              <a:ext uri="{FF2B5EF4-FFF2-40B4-BE49-F238E27FC236}">
                <a16:creationId xmlns:a16="http://schemas.microsoft.com/office/drawing/2014/main" id="{5C22E4FE-F0FB-401D-8D55-F554724EFD0B}"/>
              </a:ext>
            </a:extLst>
          </p:cNvPr>
          <p:cNvSpPr txBox="1"/>
          <p:nvPr/>
        </p:nvSpPr>
        <p:spPr>
          <a:xfrm>
            <a:off x="8189887" y="2840238"/>
            <a:ext cx="3535391" cy="2862322"/>
          </a:xfrm>
          <a:prstGeom prst="rect">
            <a:avLst/>
          </a:prstGeom>
          <a:noFill/>
        </p:spPr>
        <p:txBody>
          <a:bodyPr wrap="none" rtlCol="0">
            <a:spAutoFit/>
          </a:bodyPr>
          <a:lstStyle/>
          <a:p>
            <a:pPr marL="342900" indent="-342900">
              <a:buFont typeface="Arial" panose="020B0604020202020204" pitchFamily="34" charset="0"/>
              <a:buChar char="•"/>
            </a:pPr>
            <a:r>
              <a:rPr lang="en-US" sz="2000" dirty="0"/>
              <a:t>Lack of Communication</a:t>
            </a:r>
          </a:p>
          <a:p>
            <a:pPr marL="342900" indent="-342900">
              <a:buFont typeface="Arial" panose="020B0604020202020204" pitchFamily="34" charset="0"/>
              <a:buChar char="•"/>
            </a:pPr>
            <a:r>
              <a:rPr lang="en-US" sz="2000" dirty="0"/>
              <a:t>Cheating</a:t>
            </a:r>
          </a:p>
          <a:p>
            <a:pPr marL="342900" indent="-342900">
              <a:buFont typeface="Arial" panose="020B0604020202020204" pitchFamily="34" charset="0"/>
              <a:buChar char="•"/>
            </a:pPr>
            <a:r>
              <a:rPr lang="en-US" sz="2000" dirty="0"/>
              <a:t>Only spend time with person</a:t>
            </a:r>
          </a:p>
          <a:p>
            <a:pPr marL="342900" indent="-342900">
              <a:buFont typeface="Arial" panose="020B0604020202020204" pitchFamily="34" charset="0"/>
              <a:buChar char="•"/>
            </a:pPr>
            <a:r>
              <a:rPr lang="en-US" sz="2000" dirty="0"/>
              <a:t>No Trust</a:t>
            </a:r>
          </a:p>
          <a:p>
            <a:pPr marL="342900" indent="-342900">
              <a:buFont typeface="Arial" panose="020B0604020202020204" pitchFamily="34" charset="0"/>
              <a:buChar char="•"/>
            </a:pPr>
            <a:r>
              <a:rPr lang="en-US" sz="2000" dirty="0"/>
              <a:t>Jealousy</a:t>
            </a:r>
          </a:p>
          <a:p>
            <a:pPr marL="342900" indent="-342900">
              <a:buFont typeface="Arial" panose="020B0604020202020204" pitchFamily="34" charset="0"/>
              <a:buChar char="•"/>
            </a:pPr>
            <a:r>
              <a:rPr lang="en-US" sz="2000" dirty="0"/>
              <a:t>One sided argument</a:t>
            </a:r>
          </a:p>
          <a:p>
            <a:pPr marL="342900" indent="-342900">
              <a:buFont typeface="Arial" panose="020B0604020202020204" pitchFamily="34" charset="0"/>
              <a:buChar char="•"/>
            </a:pPr>
            <a:r>
              <a:rPr lang="en-US" sz="2000" dirty="0"/>
              <a:t>Inequality</a:t>
            </a:r>
          </a:p>
          <a:p>
            <a:pPr marL="342900" indent="-342900">
              <a:buFont typeface="Arial" panose="020B0604020202020204" pitchFamily="34" charset="0"/>
              <a:buChar char="•"/>
            </a:pPr>
            <a:r>
              <a:rPr lang="en-US" sz="2000" dirty="0"/>
              <a:t>Fear</a:t>
            </a:r>
          </a:p>
          <a:p>
            <a:pPr marL="342900" indent="-342900">
              <a:buFont typeface="Arial" panose="020B0604020202020204" pitchFamily="34" charset="0"/>
              <a:buChar char="•"/>
            </a:pPr>
            <a:r>
              <a:rPr lang="en-US" sz="2000" dirty="0"/>
              <a:t>Controlling</a:t>
            </a:r>
          </a:p>
        </p:txBody>
      </p:sp>
    </p:spTree>
    <p:extLst>
      <p:ext uri="{BB962C8B-B14F-4D97-AF65-F5344CB8AC3E}">
        <p14:creationId xmlns:p14="http://schemas.microsoft.com/office/powerpoint/2010/main" val="37606752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2" name="Freeform: Shape 11">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8A2D3DDF-37AF-F300-6929-A41127D444EB}"/>
              </a:ext>
            </a:extLst>
          </p:cNvPr>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l="-2041"/>
          <a:stretch/>
        </p:blipFill>
        <p:spPr bwMode="auto">
          <a:xfrm>
            <a:off x="4329569" y="56772"/>
            <a:ext cx="6114412" cy="6744456"/>
          </a:xfrm>
          <a:prstGeom prst="rect">
            <a:avLst/>
          </a:prstGeom>
          <a:noFill/>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9716944A-BF7D-AF84-B6D4-2CD081BE83B1}"/>
              </a:ext>
            </a:extLst>
          </p:cNvPr>
          <p:cNvSpPr txBox="1"/>
          <p:nvPr/>
        </p:nvSpPr>
        <p:spPr>
          <a:xfrm>
            <a:off x="361666" y="1330657"/>
            <a:ext cx="3670748" cy="1754326"/>
          </a:xfrm>
          <a:prstGeom prst="rect">
            <a:avLst/>
          </a:prstGeom>
          <a:noFill/>
        </p:spPr>
        <p:txBody>
          <a:bodyPr wrap="square" rtlCol="0">
            <a:spAutoFit/>
          </a:bodyPr>
          <a:lstStyle/>
          <a:p>
            <a:r>
              <a:rPr lang="en-US" dirty="0"/>
              <a:t>Consider the qualities in this table. </a:t>
            </a:r>
          </a:p>
          <a:p>
            <a:endParaRPr lang="en-US" dirty="0"/>
          </a:p>
          <a:p>
            <a:r>
              <a:rPr lang="en-US" dirty="0"/>
              <a:t>They may help you realise some other examples of qualities that are important to you in your various relationships. </a:t>
            </a:r>
            <a:endParaRPr lang="en-AU" dirty="0"/>
          </a:p>
        </p:txBody>
      </p:sp>
    </p:spTree>
    <p:extLst>
      <p:ext uri="{BB962C8B-B14F-4D97-AF65-F5344CB8AC3E}">
        <p14:creationId xmlns:p14="http://schemas.microsoft.com/office/powerpoint/2010/main" val="3092129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D2580D-DF79-F179-0AE1-024BB8A5AC59}"/>
              </a:ext>
            </a:extLst>
          </p:cNvPr>
          <p:cNvSpPr>
            <a:spLocks noGrp="1"/>
          </p:cNvSpPr>
          <p:nvPr>
            <p:ph type="title"/>
          </p:nvPr>
        </p:nvSpPr>
        <p:spPr>
          <a:xfrm>
            <a:off x="4553734" y="-146279"/>
            <a:ext cx="7540936" cy="1675623"/>
          </a:xfrm>
        </p:spPr>
        <p:txBody>
          <a:bodyPr anchor="b">
            <a:normAutofit/>
          </a:bodyPr>
          <a:lstStyle/>
          <a:p>
            <a:r>
              <a:rPr lang="en-US" sz="4000" dirty="0"/>
              <a:t>Reflection: Significant Relationships</a:t>
            </a:r>
            <a:br>
              <a:rPr lang="en-US" sz="4000" dirty="0"/>
            </a:br>
            <a:r>
              <a:rPr lang="en-AU" sz="4000" dirty="0"/>
              <a:t>(pg.11)</a:t>
            </a:r>
          </a:p>
        </p:txBody>
      </p:sp>
      <p:pic>
        <p:nvPicPr>
          <p:cNvPr id="5" name="Picture 4" descr="Lock with a love heart">
            <a:extLst>
              <a:ext uri="{FF2B5EF4-FFF2-40B4-BE49-F238E27FC236}">
                <a16:creationId xmlns:a16="http://schemas.microsoft.com/office/drawing/2014/main" id="{D0253FFD-76F3-EB41-2905-5E815336F955}"/>
              </a:ext>
            </a:extLst>
          </p:cNvPr>
          <p:cNvPicPr>
            <a:picLocks noChangeAspect="1"/>
          </p:cNvPicPr>
          <p:nvPr/>
        </p:nvPicPr>
        <p:blipFill rotWithShape="1">
          <a:blip r:embed="rId3"/>
          <a:srcRect l="33065" r="32515"/>
          <a:stretch/>
        </p:blipFill>
        <p:spPr>
          <a:xfrm>
            <a:off x="1" y="0"/>
            <a:ext cx="4196496" cy="6857990"/>
          </a:xfrm>
          <a:prstGeom prst="rect">
            <a:avLst/>
          </a:prstGeom>
          <a:effectLst/>
        </p:spPr>
      </p:pic>
      <p:sp>
        <p:nvSpPr>
          <p:cNvPr id="3" name="Content Placeholder 2">
            <a:extLst>
              <a:ext uri="{FF2B5EF4-FFF2-40B4-BE49-F238E27FC236}">
                <a16:creationId xmlns:a16="http://schemas.microsoft.com/office/drawing/2014/main" id="{BB0AACB8-1E24-CA73-9D79-6552BAB63075}"/>
              </a:ext>
            </a:extLst>
          </p:cNvPr>
          <p:cNvSpPr>
            <a:spLocks noGrp="1"/>
          </p:cNvSpPr>
          <p:nvPr>
            <p:ph idx="1"/>
          </p:nvPr>
        </p:nvSpPr>
        <p:spPr>
          <a:xfrm>
            <a:off x="4553734" y="1880897"/>
            <a:ext cx="7341150" cy="4439424"/>
          </a:xfrm>
        </p:spPr>
        <p:txBody>
          <a:bodyPr>
            <a:normAutofit/>
          </a:bodyPr>
          <a:lstStyle/>
          <a:p>
            <a:pPr marL="0" indent="0" algn="ctr">
              <a:buNone/>
            </a:pPr>
            <a:r>
              <a:rPr lang="en-US" sz="2000" dirty="0"/>
              <a:t>Some relationships are more significant than others, and relationships can change over time due to personal circumstances, or be affected by outside influences such as family, peers, culture, religion etc.</a:t>
            </a:r>
          </a:p>
          <a:p>
            <a:pPr marL="0" indent="0">
              <a:buNone/>
            </a:pPr>
            <a:endParaRPr lang="en-US" sz="2000" dirty="0"/>
          </a:p>
          <a:p>
            <a:pPr marL="0" indent="0">
              <a:buNone/>
            </a:pPr>
            <a:r>
              <a:rPr lang="en-US" sz="2000" dirty="0"/>
              <a:t>Reflect on your relationships and answer the questions below:</a:t>
            </a:r>
          </a:p>
          <a:p>
            <a:endParaRPr lang="en-US" sz="2000" dirty="0"/>
          </a:p>
          <a:p>
            <a:pPr marL="514350" indent="-514350">
              <a:buFont typeface="+mj-lt"/>
              <a:buAutoNum type="arabicPeriod"/>
            </a:pPr>
            <a:r>
              <a:rPr lang="en-US" sz="2000" dirty="0"/>
              <a:t>List and name the type of important relationships you have.</a:t>
            </a:r>
          </a:p>
          <a:p>
            <a:pPr marL="514350" indent="-514350">
              <a:buFont typeface="+mj-lt"/>
              <a:buAutoNum type="arabicPeriod"/>
            </a:pPr>
            <a:r>
              <a:rPr lang="en-US" sz="2000" dirty="0"/>
              <a:t>Which are your most important? Why?</a:t>
            </a:r>
          </a:p>
          <a:p>
            <a:pPr marL="514350" indent="-514350">
              <a:buFont typeface="+mj-lt"/>
              <a:buAutoNum type="arabicPeriod"/>
            </a:pPr>
            <a:r>
              <a:rPr lang="en-US" sz="2000" dirty="0"/>
              <a:t>Do you think these may change? Why/not?</a:t>
            </a:r>
          </a:p>
          <a:p>
            <a:pPr marL="514350" indent="-514350">
              <a:buFont typeface="+mj-lt"/>
              <a:buAutoNum type="arabicPeriod"/>
            </a:pPr>
            <a:r>
              <a:rPr lang="en-US" sz="2000" dirty="0"/>
              <a:t>How do you think relationships differ when we are 20 vs. 35 vs. 70 years old?</a:t>
            </a:r>
          </a:p>
          <a:p>
            <a:endParaRPr lang="en-AU" sz="1700" dirty="0"/>
          </a:p>
        </p:txBody>
      </p:sp>
    </p:spTree>
    <p:extLst>
      <p:ext uri="{BB962C8B-B14F-4D97-AF65-F5344CB8AC3E}">
        <p14:creationId xmlns:p14="http://schemas.microsoft.com/office/powerpoint/2010/main" val="15596242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15650</TotalTime>
  <Words>1529</Words>
  <Application>Microsoft Office PowerPoint</Application>
  <PresentationFormat>Widescreen</PresentationFormat>
  <Paragraphs>208</Paragraphs>
  <Slides>18</Slides>
  <Notes>12</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Bradley Hand</vt:lpstr>
      <vt:lpstr>Calibri</vt:lpstr>
      <vt:lpstr>Calibri Light</vt:lpstr>
      <vt:lpstr>Segoe UI</vt:lpstr>
      <vt:lpstr>Office Theme</vt:lpstr>
      <vt:lpstr>Relationships</vt:lpstr>
      <vt:lpstr>Todays Focus:</vt:lpstr>
      <vt:lpstr>Download Student E-Workbooks</vt:lpstr>
      <vt:lpstr>PowerPoint Presentation</vt:lpstr>
      <vt:lpstr>Class Expectations: Think, Pair, Share  (pg.6)</vt:lpstr>
      <vt:lpstr>GLOSSARY (pg.7)</vt:lpstr>
      <vt:lpstr>Optional Icebreaker:  Human knot</vt:lpstr>
      <vt:lpstr>Hook: Snowball</vt:lpstr>
      <vt:lpstr>Activity 1: Type of Relationships  (pg.8)</vt:lpstr>
      <vt:lpstr>PowerPoint Presentation</vt:lpstr>
      <vt:lpstr>GLOSSARY:       (pg. 7)</vt:lpstr>
      <vt:lpstr>Activity 2: (pg.9) Spider-web of Relationships</vt:lpstr>
      <vt:lpstr>PowerPoint Presentation</vt:lpstr>
      <vt:lpstr>Activity 3:    (pg.10)    Relationship Qualities – Healthy vs. Unhealthy</vt:lpstr>
      <vt:lpstr>PowerPoint Presentation</vt:lpstr>
      <vt:lpstr>Activity 3:    (pg.10)    Relationship Qualities – Healthy vs. Unhealthy</vt:lpstr>
      <vt:lpstr>PowerPoint Presentation</vt:lpstr>
      <vt:lpstr>Reflection: Significant Relationships (pg.11)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Relationships</dc:title>
  <dc:creator>HASSAN Gillian [Comet Bay College]</dc:creator>
  <cp:lastModifiedBy>HILLMAN Alissa [Willetton Senior High School]</cp:lastModifiedBy>
  <cp:revision>42</cp:revision>
  <cp:lastPrinted>2022-05-20T05:38:59Z</cp:lastPrinted>
  <dcterms:created xsi:type="dcterms:W3CDTF">2022-04-26T04:42:15Z</dcterms:created>
  <dcterms:modified xsi:type="dcterms:W3CDTF">2023-11-10T06:51:52Z</dcterms:modified>
</cp:coreProperties>
</file>