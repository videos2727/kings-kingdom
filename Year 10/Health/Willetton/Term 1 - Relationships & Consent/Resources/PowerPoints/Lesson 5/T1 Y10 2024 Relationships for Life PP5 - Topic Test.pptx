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560" r:id="rId2"/>
    <p:sldId id="595" r:id="rId3"/>
    <p:sldId id="257" r:id="rId4"/>
    <p:sldId id="5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59C"/>
    <a:srgbClr val="EE6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059800-54A3-A94B-89F8-74BCD7FBF4D8}" v="107" dt="2023-11-06T14:43:09.64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35" autoAdjust="0"/>
    <p:restoredTop sz="80514" autoAdjust="0"/>
  </p:normalViewPr>
  <p:slideViewPr>
    <p:cSldViewPr snapToGrid="0" snapToObjects="1">
      <p:cViewPr varScale="1">
        <p:scale>
          <a:sx n="88" d="100"/>
          <a:sy n="88" d="100"/>
        </p:scale>
        <p:origin x="64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0AB922-DAB9-4260-99D9-37982D10FE9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CADC579-B537-49E2-86EC-AC308EDA5AB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/>
            <a:t>Test Conditions:</a:t>
          </a:r>
          <a:endParaRPr lang="en-US"/>
        </a:p>
      </dgm:t>
    </dgm:pt>
    <dgm:pt modelId="{465B9ECC-FD02-4B46-B059-E2764FC95B1D}" type="parTrans" cxnId="{677F1471-8851-46BA-A6FF-A0D571B4F552}">
      <dgm:prSet/>
      <dgm:spPr/>
      <dgm:t>
        <a:bodyPr/>
        <a:lstStyle/>
        <a:p>
          <a:endParaRPr lang="en-US"/>
        </a:p>
      </dgm:t>
    </dgm:pt>
    <dgm:pt modelId="{D822F45D-B4B8-433F-88E6-2CFF224294B7}" type="sibTrans" cxnId="{677F1471-8851-46BA-A6FF-A0D571B4F552}">
      <dgm:prSet/>
      <dgm:spPr/>
      <dgm:t>
        <a:bodyPr/>
        <a:lstStyle/>
        <a:p>
          <a:endParaRPr lang="en-US"/>
        </a:p>
      </dgm:t>
    </dgm:pt>
    <dgm:pt modelId="{86516077-A6F9-4C77-9A8A-88F30FD50C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2000" dirty="0"/>
            <a:t>Separate all desks. </a:t>
          </a:r>
          <a:endParaRPr lang="en-US" sz="2000" dirty="0"/>
        </a:p>
      </dgm:t>
    </dgm:pt>
    <dgm:pt modelId="{36554EC0-BA73-4B3D-9C06-FD47D7ADED74}" type="parTrans" cxnId="{687EA84C-F97A-4AF7-AC6B-FC0FEEDD98C3}">
      <dgm:prSet/>
      <dgm:spPr/>
      <dgm:t>
        <a:bodyPr/>
        <a:lstStyle/>
        <a:p>
          <a:endParaRPr lang="en-US"/>
        </a:p>
      </dgm:t>
    </dgm:pt>
    <dgm:pt modelId="{25F7F000-1D29-435E-BD55-3411BCC0D991}" type="sibTrans" cxnId="{687EA84C-F97A-4AF7-AC6B-FC0FEEDD98C3}">
      <dgm:prSet/>
      <dgm:spPr/>
      <dgm:t>
        <a:bodyPr/>
        <a:lstStyle/>
        <a:p>
          <a:endParaRPr lang="en-US"/>
        </a:p>
      </dgm:t>
    </dgm:pt>
    <dgm:pt modelId="{7FB93243-0ACE-4B47-A32F-2A102A8B3D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2000" dirty="0"/>
            <a:t>You need a pen.</a:t>
          </a:r>
          <a:endParaRPr lang="en-US" sz="2000" dirty="0"/>
        </a:p>
      </dgm:t>
    </dgm:pt>
    <dgm:pt modelId="{12FABCBB-2A10-469C-B2CF-8F61C3B8BCEC}" type="parTrans" cxnId="{D939867B-A18E-42BC-9BEA-00D3185EF9DC}">
      <dgm:prSet/>
      <dgm:spPr/>
      <dgm:t>
        <a:bodyPr/>
        <a:lstStyle/>
        <a:p>
          <a:endParaRPr lang="en-US"/>
        </a:p>
      </dgm:t>
    </dgm:pt>
    <dgm:pt modelId="{98879E7C-CD35-4044-88EF-8E69C6F3479A}" type="sibTrans" cxnId="{D939867B-A18E-42BC-9BEA-00D3185EF9DC}">
      <dgm:prSet/>
      <dgm:spPr/>
      <dgm:t>
        <a:bodyPr/>
        <a:lstStyle/>
        <a:p>
          <a:endParaRPr lang="en-US"/>
        </a:p>
      </dgm:t>
    </dgm:pt>
    <dgm:pt modelId="{F4FEE75C-3BDD-43F9-AA63-173F5C9795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2000" dirty="0"/>
            <a:t>No talking or cheating. </a:t>
          </a:r>
          <a:endParaRPr lang="en-US" sz="2000" dirty="0"/>
        </a:p>
      </dgm:t>
    </dgm:pt>
    <dgm:pt modelId="{4A25157D-3D1B-47FE-A67C-563A215D6DA7}" type="parTrans" cxnId="{E6DD5C1F-6CBD-4E27-8708-FB47E9A626D8}">
      <dgm:prSet/>
      <dgm:spPr/>
      <dgm:t>
        <a:bodyPr/>
        <a:lstStyle/>
        <a:p>
          <a:endParaRPr lang="en-US"/>
        </a:p>
      </dgm:t>
    </dgm:pt>
    <dgm:pt modelId="{1543AB03-0907-4E85-9910-E40CC1955755}" type="sibTrans" cxnId="{E6DD5C1F-6CBD-4E27-8708-FB47E9A626D8}">
      <dgm:prSet/>
      <dgm:spPr/>
      <dgm:t>
        <a:bodyPr/>
        <a:lstStyle/>
        <a:p>
          <a:endParaRPr lang="en-US"/>
        </a:p>
      </dgm:t>
    </dgm:pt>
    <dgm:pt modelId="{782AACEE-D6F5-4E7F-A2CC-0A5B6F02EF62}">
      <dgm:prSet custT="1"/>
      <dgm:spPr/>
      <dgm:t>
        <a:bodyPr/>
        <a:lstStyle/>
        <a:p>
          <a:r>
            <a:rPr lang="en-AU" sz="2000" dirty="0"/>
            <a:t>May result in a loss of marks/score of 0. </a:t>
          </a:r>
          <a:endParaRPr lang="en-US" sz="2000" dirty="0"/>
        </a:p>
      </dgm:t>
    </dgm:pt>
    <dgm:pt modelId="{D060155A-5A5B-457F-8DA1-0B0D7B29A15B}" type="parTrans" cxnId="{BA7EABF0-AC9D-4605-9CB8-549EB23CB990}">
      <dgm:prSet/>
      <dgm:spPr/>
      <dgm:t>
        <a:bodyPr/>
        <a:lstStyle/>
        <a:p>
          <a:endParaRPr lang="en-US"/>
        </a:p>
      </dgm:t>
    </dgm:pt>
    <dgm:pt modelId="{AD6419A4-F920-49A3-880F-7B469125F392}" type="sibTrans" cxnId="{BA7EABF0-AC9D-4605-9CB8-549EB23CB990}">
      <dgm:prSet/>
      <dgm:spPr/>
      <dgm:t>
        <a:bodyPr/>
        <a:lstStyle/>
        <a:p>
          <a:endParaRPr lang="en-US"/>
        </a:p>
      </dgm:t>
    </dgm:pt>
    <dgm:pt modelId="{74E71448-E783-455A-A83D-9F56AC3560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AU" dirty="0"/>
            <a:t>Media Analysis:</a:t>
          </a:r>
          <a:endParaRPr lang="en-US" dirty="0"/>
        </a:p>
      </dgm:t>
    </dgm:pt>
    <dgm:pt modelId="{FB17B96D-E1C6-40B6-8201-824F1E6C9D1F}" type="parTrans" cxnId="{7D63EACF-5CAD-40D6-A8D8-3E6A8E8F0779}">
      <dgm:prSet/>
      <dgm:spPr/>
      <dgm:t>
        <a:bodyPr/>
        <a:lstStyle/>
        <a:p>
          <a:endParaRPr lang="en-US"/>
        </a:p>
      </dgm:t>
    </dgm:pt>
    <dgm:pt modelId="{5758362E-413A-41A2-97EC-2ADB63494AFE}" type="sibTrans" cxnId="{7D63EACF-5CAD-40D6-A8D8-3E6A8E8F0779}">
      <dgm:prSet/>
      <dgm:spPr/>
      <dgm:t>
        <a:bodyPr/>
        <a:lstStyle/>
        <a:p>
          <a:endParaRPr lang="en-US"/>
        </a:p>
      </dgm:t>
    </dgm:pt>
    <dgm:pt modelId="{7FA813A4-26BB-4D6C-88D7-2F891E240F8C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Watch the video on the next slide. </a:t>
          </a:r>
          <a:endParaRPr lang="en-US" dirty="0"/>
        </a:p>
      </dgm:t>
    </dgm:pt>
    <dgm:pt modelId="{EC30597C-A92B-4D00-A9CB-EFB32EC43484}" type="parTrans" cxnId="{167C4C2D-39CE-48C0-B7D0-3E430735A85A}">
      <dgm:prSet/>
      <dgm:spPr/>
      <dgm:t>
        <a:bodyPr/>
        <a:lstStyle/>
        <a:p>
          <a:endParaRPr lang="en-US"/>
        </a:p>
      </dgm:t>
    </dgm:pt>
    <dgm:pt modelId="{EABB4E3C-C8CB-4A84-B644-3DF69217CFD2}" type="sibTrans" cxnId="{167C4C2D-39CE-48C0-B7D0-3E430735A85A}">
      <dgm:prSet/>
      <dgm:spPr/>
      <dgm:t>
        <a:bodyPr/>
        <a:lstStyle/>
        <a:p>
          <a:endParaRPr lang="en-US"/>
        </a:p>
      </dgm:t>
    </dgm:pt>
    <dgm:pt modelId="{B5BB74AC-4F55-4AA3-8AA1-B447046E2EA5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/>
            <a:t>Students use this video to answer questions 1 – 4. </a:t>
          </a:r>
          <a:endParaRPr lang="en-US" dirty="0"/>
        </a:p>
      </dgm:t>
    </dgm:pt>
    <dgm:pt modelId="{D8D59099-F04F-48ED-97B4-D8AB9AE0E42B}" type="parTrans" cxnId="{AA5AA2CE-95D7-49F5-8FD0-97260EDDB8F8}">
      <dgm:prSet/>
      <dgm:spPr/>
      <dgm:t>
        <a:bodyPr/>
        <a:lstStyle/>
        <a:p>
          <a:endParaRPr lang="en-US"/>
        </a:p>
      </dgm:t>
    </dgm:pt>
    <dgm:pt modelId="{59BE5378-99E3-4561-BDF9-8044188F7E23}" type="sibTrans" cxnId="{AA5AA2CE-95D7-49F5-8FD0-97260EDDB8F8}">
      <dgm:prSet/>
      <dgm:spPr/>
      <dgm:t>
        <a:bodyPr/>
        <a:lstStyle/>
        <a:p>
          <a:endParaRPr lang="en-US"/>
        </a:p>
      </dgm:t>
    </dgm:pt>
    <dgm:pt modelId="{37887BAB-E2A2-467C-88BB-144619F3D5AD}" type="pres">
      <dgm:prSet presAssocID="{300AB922-DAB9-4260-99D9-37982D10FE90}" presName="root" presStyleCnt="0">
        <dgm:presLayoutVars>
          <dgm:dir/>
          <dgm:resizeHandles val="exact"/>
        </dgm:presLayoutVars>
      </dgm:prSet>
      <dgm:spPr/>
    </dgm:pt>
    <dgm:pt modelId="{A972664F-001D-4024-961C-8B6C46944844}" type="pres">
      <dgm:prSet presAssocID="{0CADC579-B537-49E2-86EC-AC308EDA5ABE}" presName="compNode" presStyleCnt="0"/>
      <dgm:spPr/>
    </dgm:pt>
    <dgm:pt modelId="{3944AECC-E5C9-4DC9-AC43-43897DA7D429}" type="pres">
      <dgm:prSet presAssocID="{0CADC579-B537-49E2-86EC-AC308EDA5AB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15AE0D17-7930-4BD9-811E-8D0EC649F769}" type="pres">
      <dgm:prSet presAssocID="{0CADC579-B537-49E2-86EC-AC308EDA5ABE}" presName="iconSpace" presStyleCnt="0"/>
      <dgm:spPr/>
    </dgm:pt>
    <dgm:pt modelId="{C5C5E001-129D-466C-821C-681A9FD12797}" type="pres">
      <dgm:prSet presAssocID="{0CADC579-B537-49E2-86EC-AC308EDA5ABE}" presName="parTx" presStyleLbl="revTx" presStyleIdx="0" presStyleCnt="4">
        <dgm:presLayoutVars>
          <dgm:chMax val="0"/>
          <dgm:chPref val="0"/>
        </dgm:presLayoutVars>
      </dgm:prSet>
      <dgm:spPr/>
    </dgm:pt>
    <dgm:pt modelId="{54A4A188-C4D9-4D2A-BF0A-10E1FFF95457}" type="pres">
      <dgm:prSet presAssocID="{0CADC579-B537-49E2-86EC-AC308EDA5ABE}" presName="txSpace" presStyleCnt="0"/>
      <dgm:spPr/>
    </dgm:pt>
    <dgm:pt modelId="{EDADABBF-74F6-40B2-BA90-B23AED3C5505}" type="pres">
      <dgm:prSet presAssocID="{0CADC579-B537-49E2-86EC-AC308EDA5ABE}" presName="desTx" presStyleLbl="revTx" presStyleIdx="1" presStyleCnt="4">
        <dgm:presLayoutVars/>
      </dgm:prSet>
      <dgm:spPr/>
    </dgm:pt>
    <dgm:pt modelId="{B376A2A4-19FA-4032-97E4-89EA3BF65295}" type="pres">
      <dgm:prSet presAssocID="{D822F45D-B4B8-433F-88E6-2CFF224294B7}" presName="sibTrans" presStyleCnt="0"/>
      <dgm:spPr/>
    </dgm:pt>
    <dgm:pt modelId="{2CA8A858-8CBF-43CB-8186-42D379B4716F}" type="pres">
      <dgm:prSet presAssocID="{74E71448-E783-455A-A83D-9F56AC3560E8}" presName="compNode" presStyleCnt="0"/>
      <dgm:spPr/>
    </dgm:pt>
    <dgm:pt modelId="{19130241-A0FB-47B4-A318-9A5B046A1D13}" type="pres">
      <dgm:prSet presAssocID="{74E71448-E783-455A-A83D-9F56AC3560E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BC708A9D-07E9-419F-A389-204014DF22C2}" type="pres">
      <dgm:prSet presAssocID="{74E71448-E783-455A-A83D-9F56AC3560E8}" presName="iconSpace" presStyleCnt="0"/>
      <dgm:spPr/>
    </dgm:pt>
    <dgm:pt modelId="{5FCB4606-0BA7-441E-B2C4-C4DFF3ED28B5}" type="pres">
      <dgm:prSet presAssocID="{74E71448-E783-455A-A83D-9F56AC3560E8}" presName="parTx" presStyleLbl="revTx" presStyleIdx="2" presStyleCnt="4">
        <dgm:presLayoutVars>
          <dgm:chMax val="0"/>
          <dgm:chPref val="0"/>
        </dgm:presLayoutVars>
      </dgm:prSet>
      <dgm:spPr/>
    </dgm:pt>
    <dgm:pt modelId="{4CB2528E-A832-4A27-AA35-6532B64C2E20}" type="pres">
      <dgm:prSet presAssocID="{74E71448-E783-455A-A83D-9F56AC3560E8}" presName="txSpace" presStyleCnt="0"/>
      <dgm:spPr/>
    </dgm:pt>
    <dgm:pt modelId="{9DCF7C9C-DB63-4BDD-8A70-71A2D5FEABF0}" type="pres">
      <dgm:prSet presAssocID="{74E71448-E783-455A-A83D-9F56AC3560E8}" presName="desTx" presStyleLbl="revTx" presStyleIdx="3" presStyleCnt="4">
        <dgm:presLayoutVars/>
      </dgm:prSet>
      <dgm:spPr/>
    </dgm:pt>
  </dgm:ptLst>
  <dgm:cxnLst>
    <dgm:cxn modelId="{48109D09-637A-4B0B-BD28-24EA96481494}" type="presOf" srcId="{7FA813A4-26BB-4D6C-88D7-2F891E240F8C}" destId="{9DCF7C9C-DB63-4BDD-8A70-71A2D5FEABF0}" srcOrd="0" destOrd="0" presId="urn:microsoft.com/office/officeart/2018/5/layout/CenteredIconLabelDescriptionList"/>
    <dgm:cxn modelId="{920F6917-AEC9-4EAE-BA67-9F845648EAC9}" type="presOf" srcId="{7FB93243-0ACE-4B47-A32F-2A102A8B3D2F}" destId="{EDADABBF-74F6-40B2-BA90-B23AED3C5505}" srcOrd="0" destOrd="1" presId="urn:microsoft.com/office/officeart/2018/5/layout/CenteredIconLabelDescriptionList"/>
    <dgm:cxn modelId="{E6DD5C1F-6CBD-4E27-8708-FB47E9A626D8}" srcId="{0CADC579-B537-49E2-86EC-AC308EDA5ABE}" destId="{F4FEE75C-3BDD-43F9-AA63-173F5C97952B}" srcOrd="2" destOrd="0" parTransId="{4A25157D-3D1B-47FE-A67C-563A215D6DA7}" sibTransId="{1543AB03-0907-4E85-9910-E40CC1955755}"/>
    <dgm:cxn modelId="{167C4C2D-39CE-48C0-B7D0-3E430735A85A}" srcId="{74E71448-E783-455A-A83D-9F56AC3560E8}" destId="{7FA813A4-26BB-4D6C-88D7-2F891E240F8C}" srcOrd="0" destOrd="0" parTransId="{EC30597C-A92B-4D00-A9CB-EFB32EC43484}" sibTransId="{EABB4E3C-C8CB-4A84-B644-3DF69217CFD2}"/>
    <dgm:cxn modelId="{046FA95F-D8E3-45E3-BBA9-456EFFE7CA50}" type="presOf" srcId="{B5BB74AC-4F55-4AA3-8AA1-B447046E2EA5}" destId="{9DCF7C9C-DB63-4BDD-8A70-71A2D5FEABF0}" srcOrd="0" destOrd="1" presId="urn:microsoft.com/office/officeart/2018/5/layout/CenteredIconLabelDescriptionList"/>
    <dgm:cxn modelId="{749CEB62-B736-41E8-95D8-392D9DC93F65}" type="presOf" srcId="{782AACEE-D6F5-4E7F-A2CC-0A5B6F02EF62}" destId="{EDADABBF-74F6-40B2-BA90-B23AED3C5505}" srcOrd="0" destOrd="3" presId="urn:microsoft.com/office/officeart/2018/5/layout/CenteredIconLabelDescriptionList"/>
    <dgm:cxn modelId="{104D4147-F952-4846-BDAF-472BB7B87476}" type="presOf" srcId="{0CADC579-B537-49E2-86EC-AC308EDA5ABE}" destId="{C5C5E001-129D-466C-821C-681A9FD12797}" srcOrd="0" destOrd="0" presId="urn:microsoft.com/office/officeart/2018/5/layout/CenteredIconLabelDescriptionList"/>
    <dgm:cxn modelId="{687EA84C-F97A-4AF7-AC6B-FC0FEEDD98C3}" srcId="{0CADC579-B537-49E2-86EC-AC308EDA5ABE}" destId="{86516077-A6F9-4C77-9A8A-88F30FD50C96}" srcOrd="0" destOrd="0" parTransId="{36554EC0-BA73-4B3D-9C06-FD47D7ADED74}" sibTransId="{25F7F000-1D29-435E-BD55-3411BCC0D991}"/>
    <dgm:cxn modelId="{677F1471-8851-46BA-A6FF-A0D571B4F552}" srcId="{300AB922-DAB9-4260-99D9-37982D10FE90}" destId="{0CADC579-B537-49E2-86EC-AC308EDA5ABE}" srcOrd="0" destOrd="0" parTransId="{465B9ECC-FD02-4B46-B059-E2764FC95B1D}" sibTransId="{D822F45D-B4B8-433F-88E6-2CFF224294B7}"/>
    <dgm:cxn modelId="{D939867B-A18E-42BC-9BEA-00D3185EF9DC}" srcId="{0CADC579-B537-49E2-86EC-AC308EDA5ABE}" destId="{7FB93243-0ACE-4B47-A32F-2A102A8B3D2F}" srcOrd="1" destOrd="0" parTransId="{12FABCBB-2A10-469C-B2CF-8F61C3B8BCEC}" sibTransId="{98879E7C-CD35-4044-88EF-8E69C6F3479A}"/>
    <dgm:cxn modelId="{D145159F-6480-409D-860C-1556DA9A3614}" type="presOf" srcId="{74E71448-E783-455A-A83D-9F56AC3560E8}" destId="{5FCB4606-0BA7-441E-B2C4-C4DFF3ED28B5}" srcOrd="0" destOrd="0" presId="urn:microsoft.com/office/officeart/2018/5/layout/CenteredIconLabelDescriptionList"/>
    <dgm:cxn modelId="{CCC34DA1-A305-4BCE-AC85-A3F89C77BC76}" type="presOf" srcId="{300AB922-DAB9-4260-99D9-37982D10FE90}" destId="{37887BAB-E2A2-467C-88BB-144619F3D5AD}" srcOrd="0" destOrd="0" presId="urn:microsoft.com/office/officeart/2018/5/layout/CenteredIconLabelDescriptionList"/>
    <dgm:cxn modelId="{2F40EAC6-A853-4E75-BA1F-9823896FBA41}" type="presOf" srcId="{86516077-A6F9-4C77-9A8A-88F30FD50C96}" destId="{EDADABBF-74F6-40B2-BA90-B23AED3C5505}" srcOrd="0" destOrd="0" presId="urn:microsoft.com/office/officeart/2018/5/layout/CenteredIconLabelDescriptionList"/>
    <dgm:cxn modelId="{AA5AA2CE-95D7-49F5-8FD0-97260EDDB8F8}" srcId="{74E71448-E783-455A-A83D-9F56AC3560E8}" destId="{B5BB74AC-4F55-4AA3-8AA1-B447046E2EA5}" srcOrd="1" destOrd="0" parTransId="{D8D59099-F04F-48ED-97B4-D8AB9AE0E42B}" sibTransId="{59BE5378-99E3-4561-BDF9-8044188F7E23}"/>
    <dgm:cxn modelId="{7D63EACF-5CAD-40D6-A8D8-3E6A8E8F0779}" srcId="{300AB922-DAB9-4260-99D9-37982D10FE90}" destId="{74E71448-E783-455A-A83D-9F56AC3560E8}" srcOrd="1" destOrd="0" parTransId="{FB17B96D-E1C6-40B6-8201-824F1E6C9D1F}" sibTransId="{5758362E-413A-41A2-97EC-2ADB63494AFE}"/>
    <dgm:cxn modelId="{78EAE0E1-39C2-4AE9-87C4-F2CBEC931C71}" type="presOf" srcId="{F4FEE75C-3BDD-43F9-AA63-173F5C97952B}" destId="{EDADABBF-74F6-40B2-BA90-B23AED3C5505}" srcOrd="0" destOrd="2" presId="urn:microsoft.com/office/officeart/2018/5/layout/CenteredIconLabelDescriptionList"/>
    <dgm:cxn modelId="{BA7EABF0-AC9D-4605-9CB8-549EB23CB990}" srcId="{F4FEE75C-3BDD-43F9-AA63-173F5C97952B}" destId="{782AACEE-D6F5-4E7F-A2CC-0A5B6F02EF62}" srcOrd="0" destOrd="0" parTransId="{D060155A-5A5B-457F-8DA1-0B0D7B29A15B}" sibTransId="{AD6419A4-F920-49A3-880F-7B469125F392}"/>
    <dgm:cxn modelId="{767C08F6-6A57-416E-8DDE-03441165797D}" type="presParOf" srcId="{37887BAB-E2A2-467C-88BB-144619F3D5AD}" destId="{A972664F-001D-4024-961C-8B6C46944844}" srcOrd="0" destOrd="0" presId="urn:microsoft.com/office/officeart/2018/5/layout/CenteredIconLabelDescriptionList"/>
    <dgm:cxn modelId="{6672DAE4-296C-4FEA-9E48-CECAF18A549D}" type="presParOf" srcId="{A972664F-001D-4024-961C-8B6C46944844}" destId="{3944AECC-E5C9-4DC9-AC43-43897DA7D429}" srcOrd="0" destOrd="0" presId="urn:microsoft.com/office/officeart/2018/5/layout/CenteredIconLabelDescriptionList"/>
    <dgm:cxn modelId="{8C96D906-4041-4D73-A74F-B1521B2C2D1F}" type="presParOf" srcId="{A972664F-001D-4024-961C-8B6C46944844}" destId="{15AE0D17-7930-4BD9-811E-8D0EC649F769}" srcOrd="1" destOrd="0" presId="urn:microsoft.com/office/officeart/2018/5/layout/CenteredIconLabelDescriptionList"/>
    <dgm:cxn modelId="{812C4E78-DE21-426C-B8A7-3FF93D15196A}" type="presParOf" srcId="{A972664F-001D-4024-961C-8B6C46944844}" destId="{C5C5E001-129D-466C-821C-681A9FD12797}" srcOrd="2" destOrd="0" presId="urn:microsoft.com/office/officeart/2018/5/layout/CenteredIconLabelDescriptionList"/>
    <dgm:cxn modelId="{98ACF2C3-844A-4C23-B8C5-584C47A1F82A}" type="presParOf" srcId="{A972664F-001D-4024-961C-8B6C46944844}" destId="{54A4A188-C4D9-4D2A-BF0A-10E1FFF95457}" srcOrd="3" destOrd="0" presId="urn:microsoft.com/office/officeart/2018/5/layout/CenteredIconLabelDescriptionList"/>
    <dgm:cxn modelId="{938C5565-7E40-47D0-9AD3-F47A696B2E46}" type="presParOf" srcId="{A972664F-001D-4024-961C-8B6C46944844}" destId="{EDADABBF-74F6-40B2-BA90-B23AED3C5505}" srcOrd="4" destOrd="0" presId="urn:microsoft.com/office/officeart/2018/5/layout/CenteredIconLabelDescriptionList"/>
    <dgm:cxn modelId="{A86A865A-5FB0-40F2-A834-C9398499496C}" type="presParOf" srcId="{37887BAB-E2A2-467C-88BB-144619F3D5AD}" destId="{B376A2A4-19FA-4032-97E4-89EA3BF65295}" srcOrd="1" destOrd="0" presId="urn:microsoft.com/office/officeart/2018/5/layout/CenteredIconLabelDescriptionList"/>
    <dgm:cxn modelId="{7C468A59-677D-49FB-BF6D-F3B513207590}" type="presParOf" srcId="{37887BAB-E2A2-467C-88BB-144619F3D5AD}" destId="{2CA8A858-8CBF-43CB-8186-42D379B4716F}" srcOrd="2" destOrd="0" presId="urn:microsoft.com/office/officeart/2018/5/layout/CenteredIconLabelDescriptionList"/>
    <dgm:cxn modelId="{ECB00B57-B2C7-423A-8305-39518DB2AEA0}" type="presParOf" srcId="{2CA8A858-8CBF-43CB-8186-42D379B4716F}" destId="{19130241-A0FB-47B4-A318-9A5B046A1D13}" srcOrd="0" destOrd="0" presId="urn:microsoft.com/office/officeart/2018/5/layout/CenteredIconLabelDescriptionList"/>
    <dgm:cxn modelId="{E5ED621B-8622-4F46-83B1-CDB661D3DBC0}" type="presParOf" srcId="{2CA8A858-8CBF-43CB-8186-42D379B4716F}" destId="{BC708A9D-07E9-419F-A389-204014DF22C2}" srcOrd="1" destOrd="0" presId="urn:microsoft.com/office/officeart/2018/5/layout/CenteredIconLabelDescriptionList"/>
    <dgm:cxn modelId="{1B32DC19-75E2-4942-BC57-952051BB3F11}" type="presParOf" srcId="{2CA8A858-8CBF-43CB-8186-42D379B4716F}" destId="{5FCB4606-0BA7-441E-B2C4-C4DFF3ED28B5}" srcOrd="2" destOrd="0" presId="urn:microsoft.com/office/officeart/2018/5/layout/CenteredIconLabelDescriptionList"/>
    <dgm:cxn modelId="{F157183A-9443-4294-8873-EC87B8AC09D9}" type="presParOf" srcId="{2CA8A858-8CBF-43CB-8186-42D379B4716F}" destId="{4CB2528E-A832-4A27-AA35-6532B64C2E20}" srcOrd="3" destOrd="0" presId="urn:microsoft.com/office/officeart/2018/5/layout/CenteredIconLabelDescriptionList"/>
    <dgm:cxn modelId="{4B89A52A-78F9-4B14-9DBA-0954CFD97455}" type="presParOf" srcId="{2CA8A858-8CBF-43CB-8186-42D379B4716F}" destId="{9DCF7C9C-DB63-4BDD-8A70-71A2D5FEABF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4AECC-E5C9-4DC9-AC43-43897DA7D429}">
      <dsp:nvSpPr>
        <dsp:cNvPr id="0" name=""/>
        <dsp:cNvSpPr/>
      </dsp:nvSpPr>
      <dsp:spPr>
        <a:xfrm>
          <a:off x="2169914" y="66560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5E001-129D-466C-821C-681A9FD12797}">
      <dsp:nvSpPr>
        <dsp:cNvPr id="0" name=""/>
        <dsp:cNvSpPr/>
      </dsp:nvSpPr>
      <dsp:spPr>
        <a:xfrm>
          <a:off x="765914" y="234747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3600" kern="1200"/>
            <a:t>Test Conditions:</a:t>
          </a:r>
          <a:endParaRPr lang="en-US" sz="3600" kern="1200"/>
        </a:p>
      </dsp:txBody>
      <dsp:txXfrm>
        <a:off x="765914" y="2347474"/>
        <a:ext cx="4320000" cy="648000"/>
      </dsp:txXfrm>
    </dsp:sp>
    <dsp:sp modelId="{EDADABBF-74F6-40B2-BA90-B23AED3C5505}">
      <dsp:nvSpPr>
        <dsp:cNvPr id="0" name=""/>
        <dsp:cNvSpPr/>
      </dsp:nvSpPr>
      <dsp:spPr>
        <a:xfrm>
          <a:off x="765914" y="3074480"/>
          <a:ext cx="4320000" cy="1541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/>
            <a:t>Separate all desks. 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/>
            <a:t>You need a pen.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/>
            <a:t>No talking or cheating.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2000" kern="1200" dirty="0"/>
            <a:t>May result in a loss of marks/score of 0. </a:t>
          </a:r>
          <a:endParaRPr lang="en-US" sz="2000" kern="1200" dirty="0"/>
        </a:p>
      </dsp:txBody>
      <dsp:txXfrm>
        <a:off x="765914" y="3074480"/>
        <a:ext cx="4320000" cy="1541462"/>
      </dsp:txXfrm>
    </dsp:sp>
    <dsp:sp modelId="{19130241-A0FB-47B4-A318-9A5B046A1D13}">
      <dsp:nvSpPr>
        <dsp:cNvPr id="0" name=""/>
        <dsp:cNvSpPr/>
      </dsp:nvSpPr>
      <dsp:spPr>
        <a:xfrm>
          <a:off x="7245914" y="66560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B4606-0BA7-441E-B2C4-C4DFF3ED28B5}">
      <dsp:nvSpPr>
        <dsp:cNvPr id="0" name=""/>
        <dsp:cNvSpPr/>
      </dsp:nvSpPr>
      <dsp:spPr>
        <a:xfrm>
          <a:off x="5841914" y="234747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3600" kern="1200" dirty="0"/>
            <a:t>Media Analysis:</a:t>
          </a:r>
          <a:endParaRPr lang="en-US" sz="3600" kern="1200" dirty="0"/>
        </a:p>
      </dsp:txBody>
      <dsp:txXfrm>
        <a:off x="5841914" y="2347474"/>
        <a:ext cx="4320000" cy="648000"/>
      </dsp:txXfrm>
    </dsp:sp>
    <dsp:sp modelId="{9DCF7C9C-DB63-4BDD-8A70-71A2D5FEABF0}">
      <dsp:nvSpPr>
        <dsp:cNvPr id="0" name=""/>
        <dsp:cNvSpPr/>
      </dsp:nvSpPr>
      <dsp:spPr>
        <a:xfrm>
          <a:off x="5841914" y="3074480"/>
          <a:ext cx="4320000" cy="1541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 dirty="0"/>
            <a:t>Watch the video on the next slide. </a:t>
          </a:r>
          <a:endParaRPr lang="en-US" sz="2400" kern="1200" dirty="0"/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 dirty="0"/>
            <a:t>Students use this video to answer questions 1 – 4. </a:t>
          </a:r>
          <a:endParaRPr lang="en-US" sz="2400" kern="1200" dirty="0"/>
        </a:p>
      </dsp:txBody>
      <dsp:txXfrm>
        <a:off x="5841914" y="3074480"/>
        <a:ext cx="4320000" cy="1541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D8AB0-823E-BC43-B6E2-654A40F2AE32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A5B9A-3C2C-634F-8582-DEDD16CFA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8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video can be played a few times if required.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2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AA1A-D8B1-B642-B5FA-034749F00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48208-7E1A-2842-9604-D48C8115B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32A0-8103-2F47-908B-7AC7ADBC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2523C-BF98-5C47-949E-8CDF6A7D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FB279-DBA7-D543-9D04-0ECEA4E4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3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0EA1-A710-F147-9824-FB42D2C9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9643-CDF0-E34C-B40B-9434A83A5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F9938-6456-8F4B-9B08-7488A5CF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4C054-08B0-5B44-9711-9BB0C76B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AAB5F-5A0F-AA4F-8FD6-F2EE0193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7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0EFE-F65D-6F4C-8C4C-DC15EF29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FE3DD-78E9-D249-943F-5E4AEEE50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B39EF-E1B2-B64F-AAD4-20D3914D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99ED9-2095-0A41-AB8D-90D47260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8ADEF-2CEE-B841-96FC-F8D9104E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4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1E26-37BA-E549-BD51-98C7135C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16B1-A7DE-884E-95DC-E8EC2F2F2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E544C-6FF8-9E4D-BAE4-1A2FC7E52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11BE4-852C-3746-9893-BA9B2652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8825C-06C9-A148-A71C-379F8483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F2281-33C0-3849-B726-A8E450A4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7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06A-1FC2-9344-B2F0-D934AA48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FE8CD-C22E-5647-B94D-33B7F3186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C789A-EFDA-564A-98F3-5BD3F16ED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AC524-F52B-A344-87EF-A1FEF99F9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1ABD3-34ED-A644-A137-CEDDB1CD3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7F7FB-B51D-8C49-B148-318DED99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5E6BCA-80FE-854D-A627-CB445E9F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B53A1-E6B2-1D46-9449-75F09AD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6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4BC2-E1E3-4A47-8E88-D0FAAF02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FE690-8409-C742-8F18-F5AE6D23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F96A-3236-3845-9EA2-6CD6A1E7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7D1B-E98B-4F40-9B4D-517191D6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0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270B5-9A5A-694A-B974-09018805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DD51E-F58F-B046-A91A-D16B3D91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2B5AE-A52D-A649-BD4D-793CC9E9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9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27A4-AAA9-B64A-83F5-4DD4CBE5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413B-299C-724C-BAD9-DEA48B1EC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F122A-EECE-BE40-AE9F-E05D37648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62703-E69F-E747-97CA-DD322AAD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8D0EC-2AAA-D248-B725-13A0BA30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E50A9-9718-AF49-A12A-099EEB54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0E7E-3AAD-8640-8E0A-9FCACF79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49A7A-C6D8-4D49-821A-67652640A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C745-8D8F-F841-AA14-AFA13EFB6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06B88-47F5-5848-A203-CCB8D605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27A69-2FC3-C347-BEA2-747DA72D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0AA35-18F3-A74C-9C84-999E18D5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BE7B-E8E3-C544-9C83-408A67C9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9654D-3051-1343-8CAA-1F241AD08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C3A0-CADC-6344-8A5D-0765713F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C358-F5F0-BE49-8F7F-9101BC17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B55-F420-0C4A-B017-46666B4E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5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FB6C5-D359-6143-9E99-2EB8B86CB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CD439-AC10-3F49-A649-8741A63D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84498-23F1-FB47-AEA2-BB246838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59AE7-6904-2D45-9FAB-ED6CA66A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6B0AF-B5D8-D041-8BB1-0FEEC92A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8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6B43D-F0C7-FF42-BDE7-EA5B8850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F1A2C-2AC7-4847-8D14-9896AD45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E72F5-7135-7942-B0F0-FD85E1119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1C71-EAA6-0E40-ABD1-5AA76963D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DDCD-3762-3A43-A576-339DC3E37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5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build closer relationships |">
            <a:extLst>
              <a:ext uri="{FF2B5EF4-FFF2-40B4-BE49-F238E27FC236}">
                <a16:creationId xmlns:a16="http://schemas.microsoft.com/office/drawing/2014/main" id="{993A6699-BC9B-511F-3E60-ABF0D8FB8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" b="473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D0C3AA-FE2A-B1FA-AAE1-86525DFA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AU" sz="11500" i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Relationships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600534-E8EC-062C-BAE6-7252BE062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Year 10 Health 2024</a:t>
            </a:r>
          </a:p>
          <a:p>
            <a:pPr algn="l"/>
            <a:endParaRPr lang="en-AU" sz="2000" dirty="0"/>
          </a:p>
          <a:p>
            <a:pPr algn="l"/>
            <a:r>
              <a:rPr lang="en-AU" sz="2000" dirty="0"/>
              <a:t>Lesson 5</a:t>
            </a:r>
          </a:p>
        </p:txBody>
      </p:sp>
    </p:spTree>
    <p:extLst>
      <p:ext uri="{BB962C8B-B14F-4D97-AF65-F5344CB8AC3E}">
        <p14:creationId xmlns:p14="http://schemas.microsoft.com/office/powerpoint/2010/main" val="3741782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237C8-4809-6F69-ABC9-644C86F1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TOPIC TEST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ubble sheet test paper and pencil">
            <a:extLst>
              <a:ext uri="{FF2B5EF4-FFF2-40B4-BE49-F238E27FC236}">
                <a16:creationId xmlns:a16="http://schemas.microsoft.com/office/drawing/2014/main" id="{E8B5B8A4-AEDE-65F9-FCF1-1E4FD5EF8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462"/>
          <a:stretch/>
        </p:blipFill>
        <p:spPr>
          <a:xfrm>
            <a:off x="5922492" y="1842631"/>
            <a:ext cx="5536001" cy="311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6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4129F2-CDCF-A642-F2BB-C1D06C1CA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492971"/>
              </p:ext>
            </p:extLst>
          </p:nvPr>
        </p:nvGraphicFramePr>
        <p:xfrm>
          <a:off x="644056" y="1576446"/>
          <a:ext cx="10927829" cy="5281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319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top it at the Start - Topic Test Video">
            <a:hlinkClick r:id="" action="ppaction://media"/>
            <a:extLst>
              <a:ext uri="{FF2B5EF4-FFF2-40B4-BE49-F238E27FC236}">
                <a16:creationId xmlns:a16="http://schemas.microsoft.com/office/drawing/2014/main" id="{9D66D126-C7C3-ADF9-6A8D-DC03E5D0480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7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4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15651</TotalTime>
  <Words>73</Words>
  <Application>Microsoft Office PowerPoint</Application>
  <PresentationFormat>Widescreen</PresentationFormat>
  <Paragraphs>16</Paragraphs>
  <Slides>4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Relationships</vt:lpstr>
      <vt:lpstr>TOPIC TEST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</dc:title>
  <dc:creator>HASSAN Gillian [Comet Bay College]</dc:creator>
  <cp:lastModifiedBy>HILLMAN Alissa [Willetton Senior High School]</cp:lastModifiedBy>
  <cp:revision>42</cp:revision>
  <cp:lastPrinted>2022-05-20T05:38:59Z</cp:lastPrinted>
  <dcterms:created xsi:type="dcterms:W3CDTF">2022-04-26T04:42:15Z</dcterms:created>
  <dcterms:modified xsi:type="dcterms:W3CDTF">2023-11-10T06:58:00Z</dcterms:modified>
</cp:coreProperties>
</file>