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547" r:id="rId2"/>
    <p:sldId id="548" r:id="rId3"/>
    <p:sldId id="327" r:id="rId4"/>
    <p:sldId id="549" r:id="rId5"/>
    <p:sldId id="550" r:id="rId6"/>
    <p:sldId id="551" r:id="rId7"/>
    <p:sldId id="534" r:id="rId8"/>
    <p:sldId id="553" r:id="rId9"/>
    <p:sldId id="554" r:id="rId10"/>
    <p:sldId id="555" r:id="rId11"/>
    <p:sldId id="556" r:id="rId12"/>
    <p:sldId id="557" r:id="rId13"/>
    <p:sldId id="570" r:id="rId14"/>
    <p:sldId id="571" r:id="rId15"/>
    <p:sldId id="572" r:id="rId16"/>
    <p:sldId id="573" r:id="rId17"/>
    <p:sldId id="576" r:id="rId18"/>
    <p:sldId id="575" r:id="rId19"/>
    <p:sldId id="596" r:id="rId20"/>
    <p:sldId id="32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159C"/>
    <a:srgbClr val="EE694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059800-54A3-A94B-89F8-74BCD7FBF4D8}" v="107" dt="2023-11-06T14:43:09.641"/>
  </p1510:revLst>
</p1510:revInfo>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35" autoAdjust="0"/>
    <p:restoredTop sz="80514" autoAdjust="0"/>
  </p:normalViewPr>
  <p:slideViewPr>
    <p:cSldViewPr snapToGrid="0" snapToObjects="1">
      <p:cViewPr varScale="1">
        <p:scale>
          <a:sx n="88" d="100"/>
          <a:sy n="88" d="100"/>
        </p:scale>
        <p:origin x="648" y="9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5BE4FA-8A44-4323-96A8-A893C5745095}"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8A18B6CA-F8A4-4F0B-9B6E-CF7B42ACBEAB}">
      <dgm:prSet/>
      <dgm:spPr/>
      <dgm:t>
        <a:bodyPr/>
        <a:lstStyle/>
        <a:p>
          <a:r>
            <a:rPr lang="en-AU" dirty="0"/>
            <a:t>frequently insults and ridicules them, puts them down or humiliates them</a:t>
          </a:r>
          <a:endParaRPr lang="en-US" dirty="0"/>
        </a:p>
      </dgm:t>
    </dgm:pt>
    <dgm:pt modelId="{190E9FCD-D267-40C5-A36A-5019DA9D3805}" type="parTrans" cxnId="{0AF8AB7F-E8A8-4D76-8BB2-19205DE99C7D}">
      <dgm:prSet/>
      <dgm:spPr/>
      <dgm:t>
        <a:bodyPr/>
        <a:lstStyle/>
        <a:p>
          <a:endParaRPr lang="en-US"/>
        </a:p>
      </dgm:t>
    </dgm:pt>
    <dgm:pt modelId="{ABE157D4-9B03-404E-809F-23F2D6BA97CF}" type="sibTrans" cxnId="{0AF8AB7F-E8A8-4D76-8BB2-19205DE99C7D}">
      <dgm:prSet/>
      <dgm:spPr/>
      <dgm:t>
        <a:bodyPr/>
        <a:lstStyle/>
        <a:p>
          <a:endParaRPr lang="en-US"/>
        </a:p>
      </dgm:t>
    </dgm:pt>
    <dgm:pt modelId="{54AC4E35-AE4C-4607-A9E4-08D8000794F0}">
      <dgm:prSet/>
      <dgm:spPr/>
      <dgm:t>
        <a:bodyPr/>
        <a:lstStyle/>
        <a:p>
          <a:r>
            <a:rPr lang="en-AU" dirty="0"/>
            <a:t>ignores their feelings, opinions, thoughts or choices</a:t>
          </a:r>
          <a:endParaRPr lang="en-US" dirty="0"/>
        </a:p>
      </dgm:t>
    </dgm:pt>
    <dgm:pt modelId="{CA36D748-3CA8-488D-80BF-5A668D3E7EE8}" type="parTrans" cxnId="{9FBEE681-F6AD-4D82-A5E4-6AAA421458FE}">
      <dgm:prSet/>
      <dgm:spPr/>
      <dgm:t>
        <a:bodyPr/>
        <a:lstStyle/>
        <a:p>
          <a:endParaRPr lang="en-US"/>
        </a:p>
      </dgm:t>
    </dgm:pt>
    <dgm:pt modelId="{CDCC7695-145D-4609-A3B5-FBCA0048E034}" type="sibTrans" cxnId="{9FBEE681-F6AD-4D82-A5E4-6AAA421458FE}">
      <dgm:prSet/>
      <dgm:spPr/>
      <dgm:t>
        <a:bodyPr/>
        <a:lstStyle/>
        <a:p>
          <a:endParaRPr lang="en-US"/>
        </a:p>
      </dgm:t>
    </dgm:pt>
    <dgm:pt modelId="{EC318659-E120-4BF8-AA60-AEC51D82BC4C}">
      <dgm:prSet/>
      <dgm:spPr/>
      <dgm:t>
        <a:bodyPr/>
        <a:lstStyle/>
        <a:p>
          <a:r>
            <a:rPr lang="en-AU" dirty="0"/>
            <a:t>controls what they do, where they go and who they see</a:t>
          </a:r>
          <a:endParaRPr lang="en-US" dirty="0"/>
        </a:p>
      </dgm:t>
    </dgm:pt>
    <dgm:pt modelId="{166D0F40-59DE-4260-B9A5-F7908BDDF62B}" type="parTrans" cxnId="{6B7CA899-8DCE-4BC2-9E9A-D708BA28DB26}">
      <dgm:prSet/>
      <dgm:spPr/>
      <dgm:t>
        <a:bodyPr/>
        <a:lstStyle/>
        <a:p>
          <a:endParaRPr lang="en-US"/>
        </a:p>
      </dgm:t>
    </dgm:pt>
    <dgm:pt modelId="{4D4AAC91-F7CD-41D6-B044-DA858A5AD01E}" type="sibTrans" cxnId="{6B7CA899-8DCE-4BC2-9E9A-D708BA28DB26}">
      <dgm:prSet/>
      <dgm:spPr/>
      <dgm:t>
        <a:bodyPr/>
        <a:lstStyle/>
        <a:p>
          <a:endParaRPr lang="en-US"/>
        </a:p>
      </dgm:t>
    </dgm:pt>
    <dgm:pt modelId="{1A089846-5664-48D7-B234-9AC459A0B3FE}">
      <dgm:prSet/>
      <dgm:spPr/>
      <dgm:t>
        <a:bodyPr/>
        <a:lstStyle/>
        <a:p>
          <a:r>
            <a:rPr lang="en-AU" dirty="0"/>
            <a:t>is excessively jealous</a:t>
          </a:r>
          <a:endParaRPr lang="en-US" dirty="0"/>
        </a:p>
      </dgm:t>
    </dgm:pt>
    <dgm:pt modelId="{D6B22DF6-99D6-4567-8691-09AD7E30DD8E}" type="parTrans" cxnId="{F7CF8FFD-E889-4C97-9075-4344D0623F0A}">
      <dgm:prSet/>
      <dgm:spPr/>
      <dgm:t>
        <a:bodyPr/>
        <a:lstStyle/>
        <a:p>
          <a:endParaRPr lang="en-US"/>
        </a:p>
      </dgm:t>
    </dgm:pt>
    <dgm:pt modelId="{F1DFEAA4-ADEE-4F32-B242-06E5034F757C}" type="sibTrans" cxnId="{F7CF8FFD-E889-4C97-9075-4344D0623F0A}">
      <dgm:prSet/>
      <dgm:spPr/>
      <dgm:t>
        <a:bodyPr/>
        <a:lstStyle/>
        <a:p>
          <a:endParaRPr lang="en-US"/>
        </a:p>
      </dgm:t>
    </dgm:pt>
    <dgm:pt modelId="{908A9E5B-C066-4E57-A97E-372257473EE1}">
      <dgm:prSet/>
      <dgm:spPr/>
      <dgm:t>
        <a:bodyPr/>
        <a:lstStyle/>
        <a:p>
          <a:r>
            <a:rPr lang="en-AU" dirty="0"/>
            <a:t>threatens to hurt them, people close to them, their pets or themselves</a:t>
          </a:r>
          <a:endParaRPr lang="en-US" dirty="0"/>
        </a:p>
      </dgm:t>
    </dgm:pt>
    <dgm:pt modelId="{1FFB182F-DBA4-4AC8-97A9-9182ECC2BB80}" type="parTrans" cxnId="{47F7DD99-53EE-41AC-BDC4-4CB2782809D7}">
      <dgm:prSet/>
      <dgm:spPr/>
      <dgm:t>
        <a:bodyPr/>
        <a:lstStyle/>
        <a:p>
          <a:endParaRPr lang="en-US"/>
        </a:p>
      </dgm:t>
    </dgm:pt>
    <dgm:pt modelId="{9DA0DB37-5368-4978-B718-FA09FA218B04}" type="sibTrans" cxnId="{47F7DD99-53EE-41AC-BDC4-4CB2782809D7}">
      <dgm:prSet/>
      <dgm:spPr/>
      <dgm:t>
        <a:bodyPr/>
        <a:lstStyle/>
        <a:p>
          <a:endParaRPr lang="en-US"/>
        </a:p>
      </dgm:t>
    </dgm:pt>
    <dgm:pt modelId="{424EF423-5BCF-4724-9C61-7EC638EAFEF9}">
      <dgm:prSet/>
      <dgm:spPr/>
      <dgm:t>
        <a:bodyPr/>
        <a:lstStyle/>
        <a:p>
          <a:r>
            <a:rPr lang="en-AU" dirty="0"/>
            <a:t>threatens to take their children away or uses children against them</a:t>
          </a:r>
          <a:endParaRPr lang="en-US" dirty="0"/>
        </a:p>
      </dgm:t>
    </dgm:pt>
    <dgm:pt modelId="{E0A7F5FD-DFCF-4545-87FA-7E7AAD267F4E}" type="parTrans" cxnId="{3E4B88B9-160F-49C5-AFDB-F5E6F4CE4DC3}">
      <dgm:prSet/>
      <dgm:spPr/>
      <dgm:t>
        <a:bodyPr/>
        <a:lstStyle/>
        <a:p>
          <a:endParaRPr lang="en-US"/>
        </a:p>
      </dgm:t>
    </dgm:pt>
    <dgm:pt modelId="{28935A75-48BD-4C5A-B685-244A80E8963E}" type="sibTrans" cxnId="{3E4B88B9-160F-49C5-AFDB-F5E6F4CE4DC3}">
      <dgm:prSet/>
      <dgm:spPr/>
      <dgm:t>
        <a:bodyPr/>
        <a:lstStyle/>
        <a:p>
          <a:endParaRPr lang="en-US"/>
        </a:p>
      </dgm:t>
    </dgm:pt>
    <dgm:pt modelId="{BBEF0503-7F52-419D-A870-C73312686F44}">
      <dgm:prSet/>
      <dgm:spPr/>
      <dgm:t>
        <a:bodyPr/>
        <a:lstStyle/>
        <a:p>
          <a:r>
            <a:rPr lang="en-AU" dirty="0"/>
            <a:t>is violent, aggressive or forces them to do sexual things against their will</a:t>
          </a:r>
          <a:endParaRPr lang="en-US" dirty="0"/>
        </a:p>
      </dgm:t>
    </dgm:pt>
    <dgm:pt modelId="{0FCDC915-ABF3-49C9-8FAF-7366497EAB51}" type="parTrans" cxnId="{8647E870-8763-47D5-BEC8-FFB9D863567B}">
      <dgm:prSet/>
      <dgm:spPr/>
      <dgm:t>
        <a:bodyPr/>
        <a:lstStyle/>
        <a:p>
          <a:endParaRPr lang="en-US"/>
        </a:p>
      </dgm:t>
    </dgm:pt>
    <dgm:pt modelId="{A17ADE22-D837-4866-A87E-AECE38642CC2}" type="sibTrans" cxnId="{8647E870-8763-47D5-BEC8-FFB9D863567B}">
      <dgm:prSet/>
      <dgm:spPr/>
      <dgm:t>
        <a:bodyPr/>
        <a:lstStyle/>
        <a:p>
          <a:endParaRPr lang="en-US"/>
        </a:p>
      </dgm:t>
    </dgm:pt>
    <dgm:pt modelId="{41B47571-77E8-472A-95F1-7F50AE65ACE2}">
      <dgm:prSet/>
      <dgm:spPr/>
      <dgm:t>
        <a:bodyPr/>
        <a:lstStyle/>
        <a:p>
          <a:r>
            <a:rPr lang="en-AU" dirty="0"/>
            <a:t>blames them for their own poor behaviour or unhappiness</a:t>
          </a:r>
          <a:endParaRPr lang="en-US" dirty="0"/>
        </a:p>
      </dgm:t>
    </dgm:pt>
    <dgm:pt modelId="{B643E945-3647-4FA5-B9E4-D9A5BC21C595}" type="parTrans" cxnId="{8B6DAC86-F9CD-4A2E-B252-A62993C52308}">
      <dgm:prSet/>
      <dgm:spPr/>
      <dgm:t>
        <a:bodyPr/>
        <a:lstStyle/>
        <a:p>
          <a:endParaRPr lang="en-US"/>
        </a:p>
      </dgm:t>
    </dgm:pt>
    <dgm:pt modelId="{7A298B2D-CCC1-441F-B046-8D62F9CBC3C8}" type="sibTrans" cxnId="{8B6DAC86-F9CD-4A2E-B252-A62993C52308}">
      <dgm:prSet/>
      <dgm:spPr/>
      <dgm:t>
        <a:bodyPr/>
        <a:lstStyle/>
        <a:p>
          <a:endParaRPr lang="en-US"/>
        </a:p>
      </dgm:t>
    </dgm:pt>
    <dgm:pt modelId="{9B61555C-E04C-48CE-96CA-D9FAB973FDBA}">
      <dgm:prSet/>
      <dgm:spPr/>
      <dgm:t>
        <a:bodyPr/>
        <a:lstStyle/>
        <a:p>
          <a:r>
            <a:rPr lang="en-AU" dirty="0"/>
            <a:t>limits their access to money, the phone or car</a:t>
          </a:r>
          <a:endParaRPr lang="en-US" dirty="0"/>
        </a:p>
      </dgm:t>
    </dgm:pt>
    <dgm:pt modelId="{F42BCC03-7F23-4F80-9E4F-A0DB4315D69C}" type="parTrans" cxnId="{623DE59F-AAB1-44DE-9ED6-7AA6ADBD210C}">
      <dgm:prSet/>
      <dgm:spPr/>
      <dgm:t>
        <a:bodyPr/>
        <a:lstStyle/>
        <a:p>
          <a:endParaRPr lang="en-US"/>
        </a:p>
      </dgm:t>
    </dgm:pt>
    <dgm:pt modelId="{D1387DB0-DF83-4452-8F04-09EC04ECF8C1}" type="sibTrans" cxnId="{623DE59F-AAB1-44DE-9ED6-7AA6ADBD210C}">
      <dgm:prSet/>
      <dgm:spPr/>
      <dgm:t>
        <a:bodyPr/>
        <a:lstStyle/>
        <a:p>
          <a:endParaRPr lang="en-US"/>
        </a:p>
      </dgm:t>
    </dgm:pt>
    <dgm:pt modelId="{9F74598C-D293-4166-A5B6-EE9ED1F252D0}">
      <dgm:prSet/>
      <dgm:spPr/>
      <dgm:t>
        <a:bodyPr/>
        <a:lstStyle/>
        <a:p>
          <a:r>
            <a:rPr lang="en-AU" dirty="0"/>
            <a:t>threatens to ‘out’ them to their family, friends, or employer</a:t>
          </a:r>
          <a:endParaRPr lang="en-US" dirty="0"/>
        </a:p>
      </dgm:t>
    </dgm:pt>
    <dgm:pt modelId="{1A3350B0-8215-4689-BE22-54FA12C26CF4}" type="parTrans" cxnId="{2709C35E-50EA-4D9C-861D-C9BAC3879D2A}">
      <dgm:prSet/>
      <dgm:spPr/>
      <dgm:t>
        <a:bodyPr/>
        <a:lstStyle/>
        <a:p>
          <a:endParaRPr lang="en-US"/>
        </a:p>
      </dgm:t>
    </dgm:pt>
    <dgm:pt modelId="{A7C19246-18AB-4974-88E6-B3DE860128B6}" type="sibTrans" cxnId="{2709C35E-50EA-4D9C-861D-C9BAC3879D2A}">
      <dgm:prSet/>
      <dgm:spPr/>
      <dgm:t>
        <a:bodyPr/>
        <a:lstStyle/>
        <a:p>
          <a:endParaRPr lang="en-US"/>
        </a:p>
      </dgm:t>
    </dgm:pt>
    <dgm:pt modelId="{E667943A-B17A-4479-8D3A-64964D622474}" type="pres">
      <dgm:prSet presAssocID="{225BE4FA-8A44-4323-96A8-A893C5745095}" presName="diagram" presStyleCnt="0">
        <dgm:presLayoutVars>
          <dgm:dir/>
          <dgm:resizeHandles val="exact"/>
        </dgm:presLayoutVars>
      </dgm:prSet>
      <dgm:spPr/>
    </dgm:pt>
    <dgm:pt modelId="{41BCA0F7-8194-4810-87A7-2565AA2AA5B0}" type="pres">
      <dgm:prSet presAssocID="{8A18B6CA-F8A4-4F0B-9B6E-CF7B42ACBEAB}" presName="node" presStyleLbl="node1" presStyleIdx="0" presStyleCnt="10">
        <dgm:presLayoutVars>
          <dgm:bulletEnabled val="1"/>
        </dgm:presLayoutVars>
      </dgm:prSet>
      <dgm:spPr/>
    </dgm:pt>
    <dgm:pt modelId="{02EAC171-4EF4-4755-AB76-7D558BED7DD9}" type="pres">
      <dgm:prSet presAssocID="{ABE157D4-9B03-404E-809F-23F2D6BA97CF}" presName="sibTrans" presStyleCnt="0"/>
      <dgm:spPr/>
    </dgm:pt>
    <dgm:pt modelId="{4B81A692-1B14-49FA-BA22-B55B6613FCBF}" type="pres">
      <dgm:prSet presAssocID="{54AC4E35-AE4C-4607-A9E4-08D8000794F0}" presName="node" presStyleLbl="node1" presStyleIdx="1" presStyleCnt="10">
        <dgm:presLayoutVars>
          <dgm:bulletEnabled val="1"/>
        </dgm:presLayoutVars>
      </dgm:prSet>
      <dgm:spPr/>
    </dgm:pt>
    <dgm:pt modelId="{2E101FE2-05F2-4346-95B7-116C0C0F6793}" type="pres">
      <dgm:prSet presAssocID="{CDCC7695-145D-4609-A3B5-FBCA0048E034}" presName="sibTrans" presStyleCnt="0"/>
      <dgm:spPr/>
    </dgm:pt>
    <dgm:pt modelId="{D6D6C8AD-1925-4859-999A-D7957B104A23}" type="pres">
      <dgm:prSet presAssocID="{EC318659-E120-4BF8-AA60-AEC51D82BC4C}" presName="node" presStyleLbl="node1" presStyleIdx="2" presStyleCnt="10">
        <dgm:presLayoutVars>
          <dgm:bulletEnabled val="1"/>
        </dgm:presLayoutVars>
      </dgm:prSet>
      <dgm:spPr/>
    </dgm:pt>
    <dgm:pt modelId="{E86D1147-FE81-45D7-B558-5F887E33C09B}" type="pres">
      <dgm:prSet presAssocID="{4D4AAC91-F7CD-41D6-B044-DA858A5AD01E}" presName="sibTrans" presStyleCnt="0"/>
      <dgm:spPr/>
    </dgm:pt>
    <dgm:pt modelId="{BC128D53-0ED7-4BC8-A54C-79C40CEBB791}" type="pres">
      <dgm:prSet presAssocID="{1A089846-5664-48D7-B234-9AC459A0B3FE}" presName="node" presStyleLbl="node1" presStyleIdx="3" presStyleCnt="10">
        <dgm:presLayoutVars>
          <dgm:bulletEnabled val="1"/>
        </dgm:presLayoutVars>
      </dgm:prSet>
      <dgm:spPr/>
    </dgm:pt>
    <dgm:pt modelId="{66A2D430-C662-4492-B996-17779682B7A4}" type="pres">
      <dgm:prSet presAssocID="{F1DFEAA4-ADEE-4F32-B242-06E5034F757C}" presName="sibTrans" presStyleCnt="0"/>
      <dgm:spPr/>
    </dgm:pt>
    <dgm:pt modelId="{7523E4FC-AECE-4DF4-9068-BBED55347DAF}" type="pres">
      <dgm:prSet presAssocID="{908A9E5B-C066-4E57-A97E-372257473EE1}" presName="node" presStyleLbl="node1" presStyleIdx="4" presStyleCnt="10">
        <dgm:presLayoutVars>
          <dgm:bulletEnabled val="1"/>
        </dgm:presLayoutVars>
      </dgm:prSet>
      <dgm:spPr/>
    </dgm:pt>
    <dgm:pt modelId="{38600A0F-3CC1-4BEF-82E6-87D2E73C5175}" type="pres">
      <dgm:prSet presAssocID="{9DA0DB37-5368-4978-B718-FA09FA218B04}" presName="sibTrans" presStyleCnt="0"/>
      <dgm:spPr/>
    </dgm:pt>
    <dgm:pt modelId="{270691F9-1F15-4690-BDE4-ABF033D4BC3B}" type="pres">
      <dgm:prSet presAssocID="{424EF423-5BCF-4724-9C61-7EC638EAFEF9}" presName="node" presStyleLbl="node1" presStyleIdx="5" presStyleCnt="10">
        <dgm:presLayoutVars>
          <dgm:bulletEnabled val="1"/>
        </dgm:presLayoutVars>
      </dgm:prSet>
      <dgm:spPr/>
    </dgm:pt>
    <dgm:pt modelId="{527D74C1-61D9-4CF7-9D7F-5EB0685B4143}" type="pres">
      <dgm:prSet presAssocID="{28935A75-48BD-4C5A-B685-244A80E8963E}" presName="sibTrans" presStyleCnt="0"/>
      <dgm:spPr/>
    </dgm:pt>
    <dgm:pt modelId="{47C6C716-7560-49EB-8346-097700CB0DEA}" type="pres">
      <dgm:prSet presAssocID="{BBEF0503-7F52-419D-A870-C73312686F44}" presName="node" presStyleLbl="node1" presStyleIdx="6" presStyleCnt="10">
        <dgm:presLayoutVars>
          <dgm:bulletEnabled val="1"/>
        </dgm:presLayoutVars>
      </dgm:prSet>
      <dgm:spPr/>
    </dgm:pt>
    <dgm:pt modelId="{C2BF2677-97AC-49AA-A2F2-1318FD9A7456}" type="pres">
      <dgm:prSet presAssocID="{A17ADE22-D837-4866-A87E-AECE38642CC2}" presName="sibTrans" presStyleCnt="0"/>
      <dgm:spPr/>
    </dgm:pt>
    <dgm:pt modelId="{F54BEB30-D4F0-4F9F-B567-E16F9FA33700}" type="pres">
      <dgm:prSet presAssocID="{41B47571-77E8-472A-95F1-7F50AE65ACE2}" presName="node" presStyleLbl="node1" presStyleIdx="7" presStyleCnt="10">
        <dgm:presLayoutVars>
          <dgm:bulletEnabled val="1"/>
        </dgm:presLayoutVars>
      </dgm:prSet>
      <dgm:spPr/>
    </dgm:pt>
    <dgm:pt modelId="{958BB77A-74E1-433D-BFF8-6C906B624800}" type="pres">
      <dgm:prSet presAssocID="{7A298B2D-CCC1-441F-B046-8D62F9CBC3C8}" presName="sibTrans" presStyleCnt="0"/>
      <dgm:spPr/>
    </dgm:pt>
    <dgm:pt modelId="{86F225F2-46F2-4E22-945F-4DAE54A31676}" type="pres">
      <dgm:prSet presAssocID="{9B61555C-E04C-48CE-96CA-D9FAB973FDBA}" presName="node" presStyleLbl="node1" presStyleIdx="8" presStyleCnt="10">
        <dgm:presLayoutVars>
          <dgm:bulletEnabled val="1"/>
        </dgm:presLayoutVars>
      </dgm:prSet>
      <dgm:spPr/>
    </dgm:pt>
    <dgm:pt modelId="{C21902DF-FD53-497A-842E-672EE9719372}" type="pres">
      <dgm:prSet presAssocID="{D1387DB0-DF83-4452-8F04-09EC04ECF8C1}" presName="sibTrans" presStyleCnt="0"/>
      <dgm:spPr/>
    </dgm:pt>
    <dgm:pt modelId="{B170094A-E4A5-456A-BBFE-68971BA07B0B}" type="pres">
      <dgm:prSet presAssocID="{9F74598C-D293-4166-A5B6-EE9ED1F252D0}" presName="node" presStyleLbl="node1" presStyleIdx="9" presStyleCnt="10">
        <dgm:presLayoutVars>
          <dgm:bulletEnabled val="1"/>
        </dgm:presLayoutVars>
      </dgm:prSet>
      <dgm:spPr/>
    </dgm:pt>
  </dgm:ptLst>
  <dgm:cxnLst>
    <dgm:cxn modelId="{FF32FC0C-46EA-47CB-BF54-D5D283E37949}" type="presOf" srcId="{8A18B6CA-F8A4-4F0B-9B6E-CF7B42ACBEAB}" destId="{41BCA0F7-8194-4810-87A7-2565AA2AA5B0}" srcOrd="0" destOrd="0" presId="urn:microsoft.com/office/officeart/2005/8/layout/default"/>
    <dgm:cxn modelId="{74015F14-7B41-4115-A445-32882AE8600D}" type="presOf" srcId="{EC318659-E120-4BF8-AA60-AEC51D82BC4C}" destId="{D6D6C8AD-1925-4859-999A-D7957B104A23}" srcOrd="0" destOrd="0" presId="urn:microsoft.com/office/officeart/2005/8/layout/default"/>
    <dgm:cxn modelId="{97559A14-0D2B-43FD-8AA9-4E6725762D2E}" type="presOf" srcId="{9B61555C-E04C-48CE-96CA-D9FAB973FDBA}" destId="{86F225F2-46F2-4E22-945F-4DAE54A31676}" srcOrd="0" destOrd="0" presId="urn:microsoft.com/office/officeart/2005/8/layout/default"/>
    <dgm:cxn modelId="{31EC802D-0615-41E1-ACC7-0CEA0EA13E9A}" type="presOf" srcId="{54AC4E35-AE4C-4607-A9E4-08D8000794F0}" destId="{4B81A692-1B14-49FA-BA22-B55B6613FCBF}" srcOrd="0" destOrd="0" presId="urn:microsoft.com/office/officeart/2005/8/layout/default"/>
    <dgm:cxn modelId="{912A852F-1712-467F-A9BA-AD4F319415DB}" type="presOf" srcId="{424EF423-5BCF-4724-9C61-7EC638EAFEF9}" destId="{270691F9-1F15-4690-BDE4-ABF033D4BC3B}" srcOrd="0" destOrd="0" presId="urn:microsoft.com/office/officeart/2005/8/layout/default"/>
    <dgm:cxn modelId="{2709C35E-50EA-4D9C-861D-C9BAC3879D2A}" srcId="{225BE4FA-8A44-4323-96A8-A893C5745095}" destId="{9F74598C-D293-4166-A5B6-EE9ED1F252D0}" srcOrd="9" destOrd="0" parTransId="{1A3350B0-8215-4689-BE22-54FA12C26CF4}" sibTransId="{A7C19246-18AB-4974-88E6-B3DE860128B6}"/>
    <dgm:cxn modelId="{238E106C-C931-4EEB-8550-C01C14F9AE18}" type="presOf" srcId="{908A9E5B-C066-4E57-A97E-372257473EE1}" destId="{7523E4FC-AECE-4DF4-9068-BBED55347DAF}" srcOrd="0" destOrd="0" presId="urn:microsoft.com/office/officeart/2005/8/layout/default"/>
    <dgm:cxn modelId="{01ED0950-0D41-4B8A-9892-75215CEEB403}" type="presOf" srcId="{BBEF0503-7F52-419D-A870-C73312686F44}" destId="{47C6C716-7560-49EB-8346-097700CB0DEA}" srcOrd="0" destOrd="0" presId="urn:microsoft.com/office/officeart/2005/8/layout/default"/>
    <dgm:cxn modelId="{8647E870-8763-47D5-BEC8-FFB9D863567B}" srcId="{225BE4FA-8A44-4323-96A8-A893C5745095}" destId="{BBEF0503-7F52-419D-A870-C73312686F44}" srcOrd="6" destOrd="0" parTransId="{0FCDC915-ABF3-49C9-8FAF-7366497EAB51}" sibTransId="{A17ADE22-D837-4866-A87E-AECE38642CC2}"/>
    <dgm:cxn modelId="{ADC65E71-88F7-4D87-9832-07A4C86B44CF}" type="presOf" srcId="{41B47571-77E8-472A-95F1-7F50AE65ACE2}" destId="{F54BEB30-D4F0-4F9F-B567-E16F9FA33700}" srcOrd="0" destOrd="0" presId="urn:microsoft.com/office/officeart/2005/8/layout/default"/>
    <dgm:cxn modelId="{CDB82773-CC61-43B9-A247-5660050799D4}" type="presOf" srcId="{9F74598C-D293-4166-A5B6-EE9ED1F252D0}" destId="{B170094A-E4A5-456A-BBFE-68971BA07B0B}" srcOrd="0" destOrd="0" presId="urn:microsoft.com/office/officeart/2005/8/layout/default"/>
    <dgm:cxn modelId="{89267B56-B857-42E2-89AA-4D1BD351811B}" type="presOf" srcId="{1A089846-5664-48D7-B234-9AC459A0B3FE}" destId="{BC128D53-0ED7-4BC8-A54C-79C40CEBB791}" srcOrd="0" destOrd="0" presId="urn:microsoft.com/office/officeart/2005/8/layout/default"/>
    <dgm:cxn modelId="{0AF8AB7F-E8A8-4D76-8BB2-19205DE99C7D}" srcId="{225BE4FA-8A44-4323-96A8-A893C5745095}" destId="{8A18B6CA-F8A4-4F0B-9B6E-CF7B42ACBEAB}" srcOrd="0" destOrd="0" parTransId="{190E9FCD-D267-40C5-A36A-5019DA9D3805}" sibTransId="{ABE157D4-9B03-404E-809F-23F2D6BA97CF}"/>
    <dgm:cxn modelId="{9FBEE681-F6AD-4D82-A5E4-6AAA421458FE}" srcId="{225BE4FA-8A44-4323-96A8-A893C5745095}" destId="{54AC4E35-AE4C-4607-A9E4-08D8000794F0}" srcOrd="1" destOrd="0" parTransId="{CA36D748-3CA8-488D-80BF-5A668D3E7EE8}" sibTransId="{CDCC7695-145D-4609-A3B5-FBCA0048E034}"/>
    <dgm:cxn modelId="{8B6DAC86-F9CD-4A2E-B252-A62993C52308}" srcId="{225BE4FA-8A44-4323-96A8-A893C5745095}" destId="{41B47571-77E8-472A-95F1-7F50AE65ACE2}" srcOrd="7" destOrd="0" parTransId="{B643E945-3647-4FA5-B9E4-D9A5BC21C595}" sibTransId="{7A298B2D-CCC1-441F-B046-8D62F9CBC3C8}"/>
    <dgm:cxn modelId="{6B7CA899-8DCE-4BC2-9E9A-D708BA28DB26}" srcId="{225BE4FA-8A44-4323-96A8-A893C5745095}" destId="{EC318659-E120-4BF8-AA60-AEC51D82BC4C}" srcOrd="2" destOrd="0" parTransId="{166D0F40-59DE-4260-B9A5-F7908BDDF62B}" sibTransId="{4D4AAC91-F7CD-41D6-B044-DA858A5AD01E}"/>
    <dgm:cxn modelId="{47F7DD99-53EE-41AC-BDC4-4CB2782809D7}" srcId="{225BE4FA-8A44-4323-96A8-A893C5745095}" destId="{908A9E5B-C066-4E57-A97E-372257473EE1}" srcOrd="4" destOrd="0" parTransId="{1FFB182F-DBA4-4AC8-97A9-9182ECC2BB80}" sibTransId="{9DA0DB37-5368-4978-B718-FA09FA218B04}"/>
    <dgm:cxn modelId="{623DE59F-AAB1-44DE-9ED6-7AA6ADBD210C}" srcId="{225BE4FA-8A44-4323-96A8-A893C5745095}" destId="{9B61555C-E04C-48CE-96CA-D9FAB973FDBA}" srcOrd="8" destOrd="0" parTransId="{F42BCC03-7F23-4F80-9E4F-A0DB4315D69C}" sibTransId="{D1387DB0-DF83-4452-8F04-09EC04ECF8C1}"/>
    <dgm:cxn modelId="{3E4B88B9-160F-49C5-AFDB-F5E6F4CE4DC3}" srcId="{225BE4FA-8A44-4323-96A8-A893C5745095}" destId="{424EF423-5BCF-4724-9C61-7EC638EAFEF9}" srcOrd="5" destOrd="0" parTransId="{E0A7F5FD-DFCF-4545-87FA-7E7AAD267F4E}" sibTransId="{28935A75-48BD-4C5A-B685-244A80E8963E}"/>
    <dgm:cxn modelId="{666329F5-DC13-4E34-BD1E-3BD5CBCF1E94}" type="presOf" srcId="{225BE4FA-8A44-4323-96A8-A893C5745095}" destId="{E667943A-B17A-4479-8D3A-64964D622474}" srcOrd="0" destOrd="0" presId="urn:microsoft.com/office/officeart/2005/8/layout/default"/>
    <dgm:cxn modelId="{F7CF8FFD-E889-4C97-9075-4344D0623F0A}" srcId="{225BE4FA-8A44-4323-96A8-A893C5745095}" destId="{1A089846-5664-48D7-B234-9AC459A0B3FE}" srcOrd="3" destOrd="0" parTransId="{D6B22DF6-99D6-4567-8691-09AD7E30DD8E}" sibTransId="{F1DFEAA4-ADEE-4F32-B242-06E5034F757C}"/>
    <dgm:cxn modelId="{13506AE5-3B9F-4649-A7D7-825110A5BA85}" type="presParOf" srcId="{E667943A-B17A-4479-8D3A-64964D622474}" destId="{41BCA0F7-8194-4810-87A7-2565AA2AA5B0}" srcOrd="0" destOrd="0" presId="urn:microsoft.com/office/officeart/2005/8/layout/default"/>
    <dgm:cxn modelId="{12FD43EF-1CD3-4C02-B1E1-E8F9B37E0608}" type="presParOf" srcId="{E667943A-B17A-4479-8D3A-64964D622474}" destId="{02EAC171-4EF4-4755-AB76-7D558BED7DD9}" srcOrd="1" destOrd="0" presId="urn:microsoft.com/office/officeart/2005/8/layout/default"/>
    <dgm:cxn modelId="{D5634657-63EE-46EF-B2FE-D532B1CCFC4D}" type="presParOf" srcId="{E667943A-B17A-4479-8D3A-64964D622474}" destId="{4B81A692-1B14-49FA-BA22-B55B6613FCBF}" srcOrd="2" destOrd="0" presId="urn:microsoft.com/office/officeart/2005/8/layout/default"/>
    <dgm:cxn modelId="{40C9CF2A-C1EE-4731-8F3E-0469EC91840F}" type="presParOf" srcId="{E667943A-B17A-4479-8D3A-64964D622474}" destId="{2E101FE2-05F2-4346-95B7-116C0C0F6793}" srcOrd="3" destOrd="0" presId="urn:microsoft.com/office/officeart/2005/8/layout/default"/>
    <dgm:cxn modelId="{579EC82E-3873-425D-B274-6CFA819D3D1B}" type="presParOf" srcId="{E667943A-B17A-4479-8D3A-64964D622474}" destId="{D6D6C8AD-1925-4859-999A-D7957B104A23}" srcOrd="4" destOrd="0" presId="urn:microsoft.com/office/officeart/2005/8/layout/default"/>
    <dgm:cxn modelId="{3AEDFD14-6942-4962-A873-8688DBD992C0}" type="presParOf" srcId="{E667943A-B17A-4479-8D3A-64964D622474}" destId="{E86D1147-FE81-45D7-B558-5F887E33C09B}" srcOrd="5" destOrd="0" presId="urn:microsoft.com/office/officeart/2005/8/layout/default"/>
    <dgm:cxn modelId="{7DFDE3C0-FD8E-434A-AD4E-859751A01D47}" type="presParOf" srcId="{E667943A-B17A-4479-8D3A-64964D622474}" destId="{BC128D53-0ED7-4BC8-A54C-79C40CEBB791}" srcOrd="6" destOrd="0" presId="urn:microsoft.com/office/officeart/2005/8/layout/default"/>
    <dgm:cxn modelId="{AABA04AB-D9D0-4B6C-91F0-EB55DFFC3F6F}" type="presParOf" srcId="{E667943A-B17A-4479-8D3A-64964D622474}" destId="{66A2D430-C662-4492-B996-17779682B7A4}" srcOrd="7" destOrd="0" presId="urn:microsoft.com/office/officeart/2005/8/layout/default"/>
    <dgm:cxn modelId="{7D9BA165-5FC6-481E-ABC8-C2A7723AE1EE}" type="presParOf" srcId="{E667943A-B17A-4479-8D3A-64964D622474}" destId="{7523E4FC-AECE-4DF4-9068-BBED55347DAF}" srcOrd="8" destOrd="0" presId="urn:microsoft.com/office/officeart/2005/8/layout/default"/>
    <dgm:cxn modelId="{88C37087-011D-425A-A113-3EF08EFC7EDC}" type="presParOf" srcId="{E667943A-B17A-4479-8D3A-64964D622474}" destId="{38600A0F-3CC1-4BEF-82E6-87D2E73C5175}" srcOrd="9" destOrd="0" presId="urn:microsoft.com/office/officeart/2005/8/layout/default"/>
    <dgm:cxn modelId="{67C09EF7-E57D-4678-B8EF-AC8CE6872DD8}" type="presParOf" srcId="{E667943A-B17A-4479-8D3A-64964D622474}" destId="{270691F9-1F15-4690-BDE4-ABF033D4BC3B}" srcOrd="10" destOrd="0" presId="urn:microsoft.com/office/officeart/2005/8/layout/default"/>
    <dgm:cxn modelId="{E45B5EEB-2FD0-446A-B94C-B7A1BE250984}" type="presParOf" srcId="{E667943A-B17A-4479-8D3A-64964D622474}" destId="{527D74C1-61D9-4CF7-9D7F-5EB0685B4143}" srcOrd="11" destOrd="0" presId="urn:microsoft.com/office/officeart/2005/8/layout/default"/>
    <dgm:cxn modelId="{EEB622B1-0FEC-4AF3-96BC-70F0541485F2}" type="presParOf" srcId="{E667943A-B17A-4479-8D3A-64964D622474}" destId="{47C6C716-7560-49EB-8346-097700CB0DEA}" srcOrd="12" destOrd="0" presId="urn:microsoft.com/office/officeart/2005/8/layout/default"/>
    <dgm:cxn modelId="{A5FE6CAD-0E06-467E-89D1-9AE715E7C8C5}" type="presParOf" srcId="{E667943A-B17A-4479-8D3A-64964D622474}" destId="{C2BF2677-97AC-49AA-A2F2-1318FD9A7456}" srcOrd="13" destOrd="0" presId="urn:microsoft.com/office/officeart/2005/8/layout/default"/>
    <dgm:cxn modelId="{8A7C0FD2-5652-4E9E-859C-7FFCF55992DA}" type="presParOf" srcId="{E667943A-B17A-4479-8D3A-64964D622474}" destId="{F54BEB30-D4F0-4F9F-B567-E16F9FA33700}" srcOrd="14" destOrd="0" presId="urn:microsoft.com/office/officeart/2005/8/layout/default"/>
    <dgm:cxn modelId="{F6C32B01-46FD-4943-9BAA-5CF70600809B}" type="presParOf" srcId="{E667943A-B17A-4479-8D3A-64964D622474}" destId="{958BB77A-74E1-433D-BFF8-6C906B624800}" srcOrd="15" destOrd="0" presId="urn:microsoft.com/office/officeart/2005/8/layout/default"/>
    <dgm:cxn modelId="{0473A840-29DC-4736-B1AB-4916FEEBF487}" type="presParOf" srcId="{E667943A-B17A-4479-8D3A-64964D622474}" destId="{86F225F2-46F2-4E22-945F-4DAE54A31676}" srcOrd="16" destOrd="0" presId="urn:microsoft.com/office/officeart/2005/8/layout/default"/>
    <dgm:cxn modelId="{8F63746D-9A37-4F1F-8111-CAF230854B21}" type="presParOf" srcId="{E667943A-B17A-4479-8D3A-64964D622474}" destId="{C21902DF-FD53-497A-842E-672EE9719372}" srcOrd="17" destOrd="0" presId="urn:microsoft.com/office/officeart/2005/8/layout/default"/>
    <dgm:cxn modelId="{A027B954-CD38-4D32-B48B-9C8E4D5F0E8A}" type="presParOf" srcId="{E667943A-B17A-4479-8D3A-64964D622474}" destId="{B170094A-E4A5-456A-BBFE-68971BA07B0B}" srcOrd="1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9D5AA6D-79A7-48D4-B311-E243399EB12F}" type="doc">
      <dgm:prSet loTypeId="urn:microsoft.com/office/officeart/2005/8/layout/process4" loCatId="process" qsTypeId="urn:microsoft.com/office/officeart/2005/8/quickstyle/simple1" qsCatId="simple" csTypeId="urn:microsoft.com/office/officeart/2005/8/colors/colorful5" csCatId="colorful"/>
      <dgm:spPr/>
      <dgm:t>
        <a:bodyPr/>
        <a:lstStyle/>
        <a:p>
          <a:endParaRPr lang="en-US"/>
        </a:p>
      </dgm:t>
    </dgm:pt>
    <dgm:pt modelId="{18D8C115-9E66-49F5-823C-AF6477878638}">
      <dgm:prSet/>
      <dgm:spPr/>
      <dgm:t>
        <a:bodyPr/>
        <a:lstStyle/>
        <a:p>
          <a:r>
            <a:rPr lang="en-AU"/>
            <a:t>Students are in groups of 5.</a:t>
          </a:r>
          <a:endParaRPr lang="en-US"/>
        </a:p>
      </dgm:t>
    </dgm:pt>
    <dgm:pt modelId="{FA58906F-C01F-49CD-BEAC-C367E1D0B590}" type="parTrans" cxnId="{C53EEFC4-9449-494F-B419-FDC9A5CAFCE5}">
      <dgm:prSet/>
      <dgm:spPr/>
      <dgm:t>
        <a:bodyPr/>
        <a:lstStyle/>
        <a:p>
          <a:endParaRPr lang="en-US"/>
        </a:p>
      </dgm:t>
    </dgm:pt>
    <dgm:pt modelId="{9EFD9AF3-A3B3-4CC2-8D01-450DE8105B7D}" type="sibTrans" cxnId="{C53EEFC4-9449-494F-B419-FDC9A5CAFCE5}">
      <dgm:prSet/>
      <dgm:spPr/>
      <dgm:t>
        <a:bodyPr/>
        <a:lstStyle/>
        <a:p>
          <a:endParaRPr lang="en-US"/>
        </a:p>
      </dgm:t>
    </dgm:pt>
    <dgm:pt modelId="{0FA7ED65-E15C-49E4-87E6-51D44686D506}">
      <dgm:prSet/>
      <dgm:spPr/>
      <dgm:t>
        <a:bodyPr/>
        <a:lstStyle/>
        <a:p>
          <a:r>
            <a:rPr lang="en-AU"/>
            <a:t>Each person has a number</a:t>
          </a:r>
          <a:endParaRPr lang="en-US"/>
        </a:p>
      </dgm:t>
    </dgm:pt>
    <dgm:pt modelId="{452A3E7B-645F-47E3-A53F-1ED1C28CD2C7}" type="parTrans" cxnId="{D3B06A8B-DC57-4507-8E1F-A27826AD4643}">
      <dgm:prSet/>
      <dgm:spPr/>
      <dgm:t>
        <a:bodyPr/>
        <a:lstStyle/>
        <a:p>
          <a:endParaRPr lang="en-US"/>
        </a:p>
      </dgm:t>
    </dgm:pt>
    <dgm:pt modelId="{E8D9458B-8413-4DC0-8625-CD40BCC96CF3}" type="sibTrans" cxnId="{D3B06A8B-DC57-4507-8E1F-A27826AD4643}">
      <dgm:prSet/>
      <dgm:spPr/>
      <dgm:t>
        <a:bodyPr/>
        <a:lstStyle/>
        <a:p>
          <a:endParaRPr lang="en-US"/>
        </a:p>
      </dgm:t>
    </dgm:pt>
    <dgm:pt modelId="{38297AE8-04D2-4739-9721-C36C4933FFDE}">
      <dgm:prSet/>
      <dgm:spPr/>
      <dgm:t>
        <a:bodyPr/>
        <a:lstStyle/>
        <a:p>
          <a:r>
            <a:rPr lang="en-AU"/>
            <a:t>1 = tallest person</a:t>
          </a:r>
          <a:endParaRPr lang="en-US"/>
        </a:p>
      </dgm:t>
    </dgm:pt>
    <dgm:pt modelId="{9CF7E3A8-FD10-49C2-B45F-8176EF16C622}" type="parTrans" cxnId="{16299819-AEE1-4ADE-AF9B-3B2B4418E012}">
      <dgm:prSet/>
      <dgm:spPr/>
      <dgm:t>
        <a:bodyPr/>
        <a:lstStyle/>
        <a:p>
          <a:endParaRPr lang="en-US"/>
        </a:p>
      </dgm:t>
    </dgm:pt>
    <dgm:pt modelId="{A3A699D4-1BEF-4B3D-A3A8-4AEC3F2FA0C0}" type="sibTrans" cxnId="{16299819-AEE1-4ADE-AF9B-3B2B4418E012}">
      <dgm:prSet/>
      <dgm:spPr/>
      <dgm:t>
        <a:bodyPr/>
        <a:lstStyle/>
        <a:p>
          <a:endParaRPr lang="en-US"/>
        </a:p>
      </dgm:t>
    </dgm:pt>
    <dgm:pt modelId="{6EB3FC8C-A099-49FF-AFC3-13061EE48971}">
      <dgm:prSet/>
      <dgm:spPr/>
      <dgm:t>
        <a:bodyPr/>
        <a:lstStyle/>
        <a:p>
          <a:r>
            <a:rPr lang="en-AU"/>
            <a:t>2 = biggest foot</a:t>
          </a:r>
          <a:endParaRPr lang="en-US"/>
        </a:p>
      </dgm:t>
    </dgm:pt>
    <dgm:pt modelId="{7B29876A-2900-4EAC-B86A-50D6D374A240}" type="parTrans" cxnId="{C91B499C-E788-4F25-BA5E-928FA5BE11F1}">
      <dgm:prSet/>
      <dgm:spPr/>
      <dgm:t>
        <a:bodyPr/>
        <a:lstStyle/>
        <a:p>
          <a:endParaRPr lang="en-US"/>
        </a:p>
      </dgm:t>
    </dgm:pt>
    <dgm:pt modelId="{44343662-66A6-497A-9AD7-17BFB049FDD4}" type="sibTrans" cxnId="{C91B499C-E788-4F25-BA5E-928FA5BE11F1}">
      <dgm:prSet/>
      <dgm:spPr/>
      <dgm:t>
        <a:bodyPr/>
        <a:lstStyle/>
        <a:p>
          <a:endParaRPr lang="en-US"/>
        </a:p>
      </dgm:t>
    </dgm:pt>
    <dgm:pt modelId="{B0D74873-CF35-45C1-863B-C2A131F21E9F}">
      <dgm:prSet/>
      <dgm:spPr/>
      <dgm:t>
        <a:bodyPr/>
        <a:lstStyle/>
        <a:p>
          <a:r>
            <a:rPr lang="en-AU"/>
            <a:t>3 = longest hair </a:t>
          </a:r>
          <a:endParaRPr lang="en-US"/>
        </a:p>
      </dgm:t>
    </dgm:pt>
    <dgm:pt modelId="{AF58CE7B-BA67-4286-90A7-A28326C6D0E4}" type="parTrans" cxnId="{2B93B891-0AF8-460E-9DD5-2E95289F5369}">
      <dgm:prSet/>
      <dgm:spPr/>
      <dgm:t>
        <a:bodyPr/>
        <a:lstStyle/>
        <a:p>
          <a:endParaRPr lang="en-US"/>
        </a:p>
      </dgm:t>
    </dgm:pt>
    <dgm:pt modelId="{6F4243B9-E137-427F-9DEC-D03724692AC5}" type="sibTrans" cxnId="{2B93B891-0AF8-460E-9DD5-2E95289F5369}">
      <dgm:prSet/>
      <dgm:spPr/>
      <dgm:t>
        <a:bodyPr/>
        <a:lstStyle/>
        <a:p>
          <a:endParaRPr lang="en-US"/>
        </a:p>
      </dgm:t>
    </dgm:pt>
    <dgm:pt modelId="{D0C64D57-06FE-40D3-9C86-E55F9C825831}">
      <dgm:prSet/>
      <dgm:spPr/>
      <dgm:t>
        <a:bodyPr/>
        <a:lstStyle/>
        <a:p>
          <a:r>
            <a:rPr lang="en-AU"/>
            <a:t>4 = whoever wins a rock off against number 5</a:t>
          </a:r>
          <a:endParaRPr lang="en-US"/>
        </a:p>
      </dgm:t>
    </dgm:pt>
    <dgm:pt modelId="{3691AC8E-FC56-4A3F-BFD1-7C4C37AFF3A9}" type="parTrans" cxnId="{C0A6E77F-B2AF-4115-BF52-A9A29F11D907}">
      <dgm:prSet/>
      <dgm:spPr/>
      <dgm:t>
        <a:bodyPr/>
        <a:lstStyle/>
        <a:p>
          <a:endParaRPr lang="en-US"/>
        </a:p>
      </dgm:t>
    </dgm:pt>
    <dgm:pt modelId="{7C1F75D4-56FE-4566-B870-0CF081685F22}" type="sibTrans" cxnId="{C0A6E77F-B2AF-4115-BF52-A9A29F11D907}">
      <dgm:prSet/>
      <dgm:spPr/>
      <dgm:t>
        <a:bodyPr/>
        <a:lstStyle/>
        <a:p>
          <a:endParaRPr lang="en-US"/>
        </a:p>
      </dgm:t>
    </dgm:pt>
    <dgm:pt modelId="{E343F9A4-D311-4B93-9150-0B2FB89F5BD6}">
      <dgm:prSet/>
      <dgm:spPr/>
      <dgm:t>
        <a:bodyPr/>
        <a:lstStyle/>
        <a:p>
          <a:r>
            <a:rPr lang="en-AU"/>
            <a:t>5 = whoever loses the rock off against number 4</a:t>
          </a:r>
          <a:endParaRPr lang="en-US"/>
        </a:p>
      </dgm:t>
    </dgm:pt>
    <dgm:pt modelId="{D7AEF744-CA1C-47F4-85AA-62E22511DDFB}" type="parTrans" cxnId="{BC5D0794-13B4-49E8-AFE4-72BB260C98C7}">
      <dgm:prSet/>
      <dgm:spPr/>
      <dgm:t>
        <a:bodyPr/>
        <a:lstStyle/>
        <a:p>
          <a:endParaRPr lang="en-US"/>
        </a:p>
      </dgm:t>
    </dgm:pt>
    <dgm:pt modelId="{952F6227-7B9D-4A31-BE39-79393DA3C812}" type="sibTrans" cxnId="{BC5D0794-13B4-49E8-AFE4-72BB260C98C7}">
      <dgm:prSet/>
      <dgm:spPr/>
      <dgm:t>
        <a:bodyPr/>
        <a:lstStyle/>
        <a:p>
          <a:endParaRPr lang="en-US"/>
        </a:p>
      </dgm:t>
    </dgm:pt>
    <dgm:pt modelId="{E6909E3C-3493-49BB-A6EA-85947E89621E}">
      <dgm:prSet/>
      <dgm:spPr/>
      <dgm:t>
        <a:bodyPr/>
        <a:lstStyle/>
        <a:p>
          <a:r>
            <a:rPr lang="en-AU"/>
            <a:t>Each number represents the type of abuse the student needs to become an ‘expert’ on. </a:t>
          </a:r>
          <a:endParaRPr lang="en-US"/>
        </a:p>
      </dgm:t>
    </dgm:pt>
    <dgm:pt modelId="{EE9573AB-C3EF-47C0-A760-2A035588D722}" type="parTrans" cxnId="{54D67AFF-A59F-4D71-977E-9670D6E39CE9}">
      <dgm:prSet/>
      <dgm:spPr/>
      <dgm:t>
        <a:bodyPr/>
        <a:lstStyle/>
        <a:p>
          <a:endParaRPr lang="en-US"/>
        </a:p>
      </dgm:t>
    </dgm:pt>
    <dgm:pt modelId="{CA94982F-EEBD-4F2E-BF5F-59FA434AB307}" type="sibTrans" cxnId="{54D67AFF-A59F-4D71-977E-9670D6E39CE9}">
      <dgm:prSet/>
      <dgm:spPr/>
      <dgm:t>
        <a:bodyPr/>
        <a:lstStyle/>
        <a:p>
          <a:endParaRPr lang="en-US"/>
        </a:p>
      </dgm:t>
    </dgm:pt>
    <dgm:pt modelId="{36656829-452C-43ED-82F9-A3E2609AA211}" type="pres">
      <dgm:prSet presAssocID="{59D5AA6D-79A7-48D4-B311-E243399EB12F}" presName="Name0" presStyleCnt="0">
        <dgm:presLayoutVars>
          <dgm:dir/>
          <dgm:animLvl val="lvl"/>
          <dgm:resizeHandles val="exact"/>
        </dgm:presLayoutVars>
      </dgm:prSet>
      <dgm:spPr/>
    </dgm:pt>
    <dgm:pt modelId="{5B52DD85-6096-4DC7-86BA-DC21F9D1C03E}" type="pres">
      <dgm:prSet presAssocID="{E6909E3C-3493-49BB-A6EA-85947E89621E}" presName="boxAndChildren" presStyleCnt="0"/>
      <dgm:spPr/>
    </dgm:pt>
    <dgm:pt modelId="{EC5AA3F5-83E0-4005-ADE0-299D822E9135}" type="pres">
      <dgm:prSet presAssocID="{E6909E3C-3493-49BB-A6EA-85947E89621E}" presName="parentTextBox" presStyleLbl="node1" presStyleIdx="0" presStyleCnt="3"/>
      <dgm:spPr/>
    </dgm:pt>
    <dgm:pt modelId="{3C2151D7-4307-4C1C-9174-B773E1F1E3CF}" type="pres">
      <dgm:prSet presAssocID="{E8D9458B-8413-4DC0-8625-CD40BCC96CF3}" presName="sp" presStyleCnt="0"/>
      <dgm:spPr/>
    </dgm:pt>
    <dgm:pt modelId="{15C491B0-A718-4B59-9EDC-B3829D90CD50}" type="pres">
      <dgm:prSet presAssocID="{0FA7ED65-E15C-49E4-87E6-51D44686D506}" presName="arrowAndChildren" presStyleCnt="0"/>
      <dgm:spPr/>
    </dgm:pt>
    <dgm:pt modelId="{F5666548-BD43-4669-ADA6-9F2133B01640}" type="pres">
      <dgm:prSet presAssocID="{0FA7ED65-E15C-49E4-87E6-51D44686D506}" presName="parentTextArrow" presStyleLbl="node1" presStyleIdx="0" presStyleCnt="3"/>
      <dgm:spPr/>
    </dgm:pt>
    <dgm:pt modelId="{0AEF1050-C474-471E-9ADE-86EAAEF88C93}" type="pres">
      <dgm:prSet presAssocID="{0FA7ED65-E15C-49E4-87E6-51D44686D506}" presName="arrow" presStyleLbl="node1" presStyleIdx="1" presStyleCnt="3"/>
      <dgm:spPr/>
    </dgm:pt>
    <dgm:pt modelId="{642D16A1-4641-4D56-9463-FAF8F302A4E3}" type="pres">
      <dgm:prSet presAssocID="{0FA7ED65-E15C-49E4-87E6-51D44686D506}" presName="descendantArrow" presStyleCnt="0"/>
      <dgm:spPr/>
    </dgm:pt>
    <dgm:pt modelId="{C56B168C-91B9-4276-9EC5-AEBB830638D9}" type="pres">
      <dgm:prSet presAssocID="{38297AE8-04D2-4739-9721-C36C4933FFDE}" presName="childTextArrow" presStyleLbl="fgAccFollowNode1" presStyleIdx="0" presStyleCnt="5">
        <dgm:presLayoutVars>
          <dgm:bulletEnabled val="1"/>
        </dgm:presLayoutVars>
      </dgm:prSet>
      <dgm:spPr/>
    </dgm:pt>
    <dgm:pt modelId="{F3EA7B19-8564-42F2-A305-B15E8AEE45B5}" type="pres">
      <dgm:prSet presAssocID="{6EB3FC8C-A099-49FF-AFC3-13061EE48971}" presName="childTextArrow" presStyleLbl="fgAccFollowNode1" presStyleIdx="1" presStyleCnt="5">
        <dgm:presLayoutVars>
          <dgm:bulletEnabled val="1"/>
        </dgm:presLayoutVars>
      </dgm:prSet>
      <dgm:spPr/>
    </dgm:pt>
    <dgm:pt modelId="{EFD4A44E-08E8-4D5C-AAC2-A93B32323A1C}" type="pres">
      <dgm:prSet presAssocID="{B0D74873-CF35-45C1-863B-C2A131F21E9F}" presName="childTextArrow" presStyleLbl="fgAccFollowNode1" presStyleIdx="2" presStyleCnt="5">
        <dgm:presLayoutVars>
          <dgm:bulletEnabled val="1"/>
        </dgm:presLayoutVars>
      </dgm:prSet>
      <dgm:spPr/>
    </dgm:pt>
    <dgm:pt modelId="{BD20FCBC-B318-4B2E-ACF6-0D6EF44CE808}" type="pres">
      <dgm:prSet presAssocID="{D0C64D57-06FE-40D3-9C86-E55F9C825831}" presName="childTextArrow" presStyleLbl="fgAccFollowNode1" presStyleIdx="3" presStyleCnt="5">
        <dgm:presLayoutVars>
          <dgm:bulletEnabled val="1"/>
        </dgm:presLayoutVars>
      </dgm:prSet>
      <dgm:spPr/>
    </dgm:pt>
    <dgm:pt modelId="{6C450B32-4919-477E-9D61-9CDF7B920F78}" type="pres">
      <dgm:prSet presAssocID="{E343F9A4-D311-4B93-9150-0B2FB89F5BD6}" presName="childTextArrow" presStyleLbl="fgAccFollowNode1" presStyleIdx="4" presStyleCnt="5">
        <dgm:presLayoutVars>
          <dgm:bulletEnabled val="1"/>
        </dgm:presLayoutVars>
      </dgm:prSet>
      <dgm:spPr/>
    </dgm:pt>
    <dgm:pt modelId="{8248FB8C-07CD-4868-AE24-95D58889FE25}" type="pres">
      <dgm:prSet presAssocID="{9EFD9AF3-A3B3-4CC2-8D01-450DE8105B7D}" presName="sp" presStyleCnt="0"/>
      <dgm:spPr/>
    </dgm:pt>
    <dgm:pt modelId="{D37E55CB-B7AC-4D00-9764-5496408577FB}" type="pres">
      <dgm:prSet presAssocID="{18D8C115-9E66-49F5-823C-AF6477878638}" presName="arrowAndChildren" presStyleCnt="0"/>
      <dgm:spPr/>
    </dgm:pt>
    <dgm:pt modelId="{7FD5D040-919D-4DA3-86CD-D58A87B2E361}" type="pres">
      <dgm:prSet presAssocID="{18D8C115-9E66-49F5-823C-AF6477878638}" presName="parentTextArrow" presStyleLbl="node1" presStyleIdx="2" presStyleCnt="3"/>
      <dgm:spPr/>
    </dgm:pt>
  </dgm:ptLst>
  <dgm:cxnLst>
    <dgm:cxn modelId="{16299819-AEE1-4ADE-AF9B-3B2B4418E012}" srcId="{0FA7ED65-E15C-49E4-87E6-51D44686D506}" destId="{38297AE8-04D2-4739-9721-C36C4933FFDE}" srcOrd="0" destOrd="0" parTransId="{9CF7E3A8-FD10-49C2-B45F-8176EF16C622}" sibTransId="{A3A699D4-1BEF-4B3D-A3A8-4AEC3F2FA0C0}"/>
    <dgm:cxn modelId="{DE136B2A-1582-40E1-AAE8-CAAF824C9F9D}" type="presOf" srcId="{0FA7ED65-E15C-49E4-87E6-51D44686D506}" destId="{0AEF1050-C474-471E-9ADE-86EAAEF88C93}" srcOrd="1" destOrd="0" presId="urn:microsoft.com/office/officeart/2005/8/layout/process4"/>
    <dgm:cxn modelId="{F0EFBC2C-4B27-41EE-B9DD-04C3B4C097EB}" type="presOf" srcId="{59D5AA6D-79A7-48D4-B311-E243399EB12F}" destId="{36656829-452C-43ED-82F9-A3E2609AA211}" srcOrd="0" destOrd="0" presId="urn:microsoft.com/office/officeart/2005/8/layout/process4"/>
    <dgm:cxn modelId="{E034487D-DB60-476C-B3E9-246EE203E052}" type="presOf" srcId="{B0D74873-CF35-45C1-863B-C2A131F21E9F}" destId="{EFD4A44E-08E8-4D5C-AAC2-A93B32323A1C}" srcOrd="0" destOrd="0" presId="urn:microsoft.com/office/officeart/2005/8/layout/process4"/>
    <dgm:cxn modelId="{C0A6E77F-B2AF-4115-BF52-A9A29F11D907}" srcId="{0FA7ED65-E15C-49E4-87E6-51D44686D506}" destId="{D0C64D57-06FE-40D3-9C86-E55F9C825831}" srcOrd="3" destOrd="0" parTransId="{3691AC8E-FC56-4A3F-BFD1-7C4C37AFF3A9}" sibTransId="{7C1F75D4-56FE-4566-B870-0CF081685F22}"/>
    <dgm:cxn modelId="{D3B06A8B-DC57-4507-8E1F-A27826AD4643}" srcId="{59D5AA6D-79A7-48D4-B311-E243399EB12F}" destId="{0FA7ED65-E15C-49E4-87E6-51D44686D506}" srcOrd="1" destOrd="0" parTransId="{452A3E7B-645F-47E3-A53F-1ED1C28CD2C7}" sibTransId="{E8D9458B-8413-4DC0-8625-CD40BCC96CF3}"/>
    <dgm:cxn modelId="{2B93B891-0AF8-460E-9DD5-2E95289F5369}" srcId="{0FA7ED65-E15C-49E4-87E6-51D44686D506}" destId="{B0D74873-CF35-45C1-863B-C2A131F21E9F}" srcOrd="2" destOrd="0" parTransId="{AF58CE7B-BA67-4286-90A7-A28326C6D0E4}" sibTransId="{6F4243B9-E137-427F-9DEC-D03724692AC5}"/>
    <dgm:cxn modelId="{FB8FC993-C93A-4B90-98BC-2CBFDD037E5F}" type="presOf" srcId="{E343F9A4-D311-4B93-9150-0B2FB89F5BD6}" destId="{6C450B32-4919-477E-9D61-9CDF7B920F78}" srcOrd="0" destOrd="0" presId="urn:microsoft.com/office/officeart/2005/8/layout/process4"/>
    <dgm:cxn modelId="{BC5D0794-13B4-49E8-AFE4-72BB260C98C7}" srcId="{0FA7ED65-E15C-49E4-87E6-51D44686D506}" destId="{E343F9A4-D311-4B93-9150-0B2FB89F5BD6}" srcOrd="4" destOrd="0" parTransId="{D7AEF744-CA1C-47F4-85AA-62E22511DDFB}" sibTransId="{952F6227-7B9D-4A31-BE39-79393DA3C812}"/>
    <dgm:cxn modelId="{FEB32D98-6448-4093-A31D-AEA91215D9C9}" type="presOf" srcId="{E6909E3C-3493-49BB-A6EA-85947E89621E}" destId="{EC5AA3F5-83E0-4005-ADE0-299D822E9135}" srcOrd="0" destOrd="0" presId="urn:microsoft.com/office/officeart/2005/8/layout/process4"/>
    <dgm:cxn modelId="{C91B499C-E788-4F25-BA5E-928FA5BE11F1}" srcId="{0FA7ED65-E15C-49E4-87E6-51D44686D506}" destId="{6EB3FC8C-A099-49FF-AFC3-13061EE48971}" srcOrd="1" destOrd="0" parTransId="{7B29876A-2900-4EAC-B86A-50D6D374A240}" sibTransId="{44343662-66A6-497A-9AD7-17BFB049FDD4}"/>
    <dgm:cxn modelId="{125953A2-2745-41EA-9A58-83E37EB37393}" type="presOf" srcId="{D0C64D57-06FE-40D3-9C86-E55F9C825831}" destId="{BD20FCBC-B318-4B2E-ACF6-0D6EF44CE808}" srcOrd="0" destOrd="0" presId="urn:microsoft.com/office/officeart/2005/8/layout/process4"/>
    <dgm:cxn modelId="{60C864C0-2C7B-419F-AA06-7D58BF620ABC}" type="presOf" srcId="{38297AE8-04D2-4739-9721-C36C4933FFDE}" destId="{C56B168C-91B9-4276-9EC5-AEBB830638D9}" srcOrd="0" destOrd="0" presId="urn:microsoft.com/office/officeart/2005/8/layout/process4"/>
    <dgm:cxn modelId="{C53EEFC4-9449-494F-B419-FDC9A5CAFCE5}" srcId="{59D5AA6D-79A7-48D4-B311-E243399EB12F}" destId="{18D8C115-9E66-49F5-823C-AF6477878638}" srcOrd="0" destOrd="0" parTransId="{FA58906F-C01F-49CD-BEAC-C367E1D0B590}" sibTransId="{9EFD9AF3-A3B3-4CC2-8D01-450DE8105B7D}"/>
    <dgm:cxn modelId="{A92D58C9-75E2-4C04-8EF3-9245954E56FD}" type="presOf" srcId="{6EB3FC8C-A099-49FF-AFC3-13061EE48971}" destId="{F3EA7B19-8564-42F2-A305-B15E8AEE45B5}" srcOrd="0" destOrd="0" presId="urn:microsoft.com/office/officeart/2005/8/layout/process4"/>
    <dgm:cxn modelId="{81442DD0-E4F9-415E-B88E-BC3ECA604042}" type="presOf" srcId="{18D8C115-9E66-49F5-823C-AF6477878638}" destId="{7FD5D040-919D-4DA3-86CD-D58A87B2E361}" srcOrd="0" destOrd="0" presId="urn:microsoft.com/office/officeart/2005/8/layout/process4"/>
    <dgm:cxn modelId="{B4D02FDE-9E57-46FE-AE35-2D41F2C4876F}" type="presOf" srcId="{0FA7ED65-E15C-49E4-87E6-51D44686D506}" destId="{F5666548-BD43-4669-ADA6-9F2133B01640}" srcOrd="0" destOrd="0" presId="urn:microsoft.com/office/officeart/2005/8/layout/process4"/>
    <dgm:cxn modelId="{54D67AFF-A59F-4D71-977E-9670D6E39CE9}" srcId="{59D5AA6D-79A7-48D4-B311-E243399EB12F}" destId="{E6909E3C-3493-49BB-A6EA-85947E89621E}" srcOrd="2" destOrd="0" parTransId="{EE9573AB-C3EF-47C0-A760-2A035588D722}" sibTransId="{CA94982F-EEBD-4F2E-BF5F-59FA434AB307}"/>
    <dgm:cxn modelId="{E95E83CD-B867-447B-855F-8C8B97A2BC75}" type="presParOf" srcId="{36656829-452C-43ED-82F9-A3E2609AA211}" destId="{5B52DD85-6096-4DC7-86BA-DC21F9D1C03E}" srcOrd="0" destOrd="0" presId="urn:microsoft.com/office/officeart/2005/8/layout/process4"/>
    <dgm:cxn modelId="{7D22F0BB-BACB-4E13-91F2-BCE705874142}" type="presParOf" srcId="{5B52DD85-6096-4DC7-86BA-DC21F9D1C03E}" destId="{EC5AA3F5-83E0-4005-ADE0-299D822E9135}" srcOrd="0" destOrd="0" presId="urn:microsoft.com/office/officeart/2005/8/layout/process4"/>
    <dgm:cxn modelId="{0721602A-65F7-4570-9214-D6A5C1A70A54}" type="presParOf" srcId="{36656829-452C-43ED-82F9-A3E2609AA211}" destId="{3C2151D7-4307-4C1C-9174-B773E1F1E3CF}" srcOrd="1" destOrd="0" presId="urn:microsoft.com/office/officeart/2005/8/layout/process4"/>
    <dgm:cxn modelId="{523B04F2-7FE3-4CB0-9FA8-2D02A3A5BAE3}" type="presParOf" srcId="{36656829-452C-43ED-82F9-A3E2609AA211}" destId="{15C491B0-A718-4B59-9EDC-B3829D90CD50}" srcOrd="2" destOrd="0" presId="urn:microsoft.com/office/officeart/2005/8/layout/process4"/>
    <dgm:cxn modelId="{D4E242DD-E639-40F2-95DE-F4594475632F}" type="presParOf" srcId="{15C491B0-A718-4B59-9EDC-B3829D90CD50}" destId="{F5666548-BD43-4669-ADA6-9F2133B01640}" srcOrd="0" destOrd="0" presId="urn:microsoft.com/office/officeart/2005/8/layout/process4"/>
    <dgm:cxn modelId="{F658B251-6346-4A5C-B884-E23BB366E2FB}" type="presParOf" srcId="{15C491B0-A718-4B59-9EDC-B3829D90CD50}" destId="{0AEF1050-C474-471E-9ADE-86EAAEF88C93}" srcOrd="1" destOrd="0" presId="urn:microsoft.com/office/officeart/2005/8/layout/process4"/>
    <dgm:cxn modelId="{274A3241-241D-4BE2-9237-552F2EB5BA8B}" type="presParOf" srcId="{15C491B0-A718-4B59-9EDC-B3829D90CD50}" destId="{642D16A1-4641-4D56-9463-FAF8F302A4E3}" srcOrd="2" destOrd="0" presId="urn:microsoft.com/office/officeart/2005/8/layout/process4"/>
    <dgm:cxn modelId="{0B1273FA-8F3E-4821-B445-F61B944A7956}" type="presParOf" srcId="{642D16A1-4641-4D56-9463-FAF8F302A4E3}" destId="{C56B168C-91B9-4276-9EC5-AEBB830638D9}" srcOrd="0" destOrd="0" presId="urn:microsoft.com/office/officeart/2005/8/layout/process4"/>
    <dgm:cxn modelId="{5F4AD185-BA67-4A0B-8114-07072A510A72}" type="presParOf" srcId="{642D16A1-4641-4D56-9463-FAF8F302A4E3}" destId="{F3EA7B19-8564-42F2-A305-B15E8AEE45B5}" srcOrd="1" destOrd="0" presId="urn:microsoft.com/office/officeart/2005/8/layout/process4"/>
    <dgm:cxn modelId="{97BE2380-862C-45A1-BE1A-E24C418E83F2}" type="presParOf" srcId="{642D16A1-4641-4D56-9463-FAF8F302A4E3}" destId="{EFD4A44E-08E8-4D5C-AAC2-A93B32323A1C}" srcOrd="2" destOrd="0" presId="urn:microsoft.com/office/officeart/2005/8/layout/process4"/>
    <dgm:cxn modelId="{9DD663C8-E6D5-4584-945D-C229E56D09FD}" type="presParOf" srcId="{642D16A1-4641-4D56-9463-FAF8F302A4E3}" destId="{BD20FCBC-B318-4B2E-ACF6-0D6EF44CE808}" srcOrd="3" destOrd="0" presId="urn:microsoft.com/office/officeart/2005/8/layout/process4"/>
    <dgm:cxn modelId="{152B5523-DE41-4DED-9091-BA71CB8BB9B0}" type="presParOf" srcId="{642D16A1-4641-4D56-9463-FAF8F302A4E3}" destId="{6C450B32-4919-477E-9D61-9CDF7B920F78}" srcOrd="4" destOrd="0" presId="urn:microsoft.com/office/officeart/2005/8/layout/process4"/>
    <dgm:cxn modelId="{0CE26D10-58D2-437E-A63A-8A1D5205CB5F}" type="presParOf" srcId="{36656829-452C-43ED-82F9-A3E2609AA211}" destId="{8248FB8C-07CD-4868-AE24-95D58889FE25}" srcOrd="3" destOrd="0" presId="urn:microsoft.com/office/officeart/2005/8/layout/process4"/>
    <dgm:cxn modelId="{C4F877E7-768E-4F3C-9101-D0F8FD51CA1C}" type="presParOf" srcId="{36656829-452C-43ED-82F9-A3E2609AA211}" destId="{D37E55CB-B7AC-4D00-9764-5496408577FB}" srcOrd="4" destOrd="0" presId="urn:microsoft.com/office/officeart/2005/8/layout/process4"/>
    <dgm:cxn modelId="{346700C6-19F8-409C-B72B-2C708053D78E}" type="presParOf" srcId="{D37E55CB-B7AC-4D00-9764-5496408577FB}" destId="{7FD5D040-919D-4DA3-86CD-D58A87B2E361}"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E412738-8E6B-40F9-9C72-90B2C0287300}" type="doc">
      <dgm:prSet loTypeId="urn:microsoft.com/office/officeart/2005/8/layout/hierarchy1" loCatId="hierarchy" qsTypeId="urn:microsoft.com/office/officeart/2005/8/quickstyle/simple5" qsCatId="simple" csTypeId="urn:microsoft.com/office/officeart/2005/8/colors/accent0_3" csCatId="mainScheme" phldr="1"/>
      <dgm:spPr/>
      <dgm:t>
        <a:bodyPr/>
        <a:lstStyle/>
        <a:p>
          <a:endParaRPr lang="en-US"/>
        </a:p>
      </dgm:t>
    </dgm:pt>
    <dgm:pt modelId="{772EF490-45B4-4B90-AE34-872F8B86DE76}">
      <dgm:prSet/>
      <dgm:spPr/>
      <dgm:t>
        <a:bodyPr/>
        <a:lstStyle/>
        <a:p>
          <a:r>
            <a:rPr lang="en-AU" dirty="0"/>
            <a:t>Physical abuse happens when a person uses physical force against another person. </a:t>
          </a:r>
        </a:p>
        <a:p>
          <a:r>
            <a:rPr lang="en-AU" dirty="0"/>
            <a:t>Physical abuse can start slowly and inconspicuously, for example with throwing an object or a slap, and get more intense or worse over time. </a:t>
          </a:r>
        </a:p>
        <a:p>
          <a:r>
            <a:rPr lang="en-AU" dirty="0"/>
            <a:t>A person can experience many different types of physical abuse. </a:t>
          </a:r>
          <a:endParaRPr lang="en-US" dirty="0"/>
        </a:p>
      </dgm:t>
    </dgm:pt>
    <dgm:pt modelId="{D97BC9E6-EFBC-4A1C-9842-008199E7EEE4}" type="parTrans" cxnId="{2307F48C-1A53-4F39-8CE8-202A8B1AC2A0}">
      <dgm:prSet/>
      <dgm:spPr/>
      <dgm:t>
        <a:bodyPr/>
        <a:lstStyle/>
        <a:p>
          <a:endParaRPr lang="en-US"/>
        </a:p>
      </dgm:t>
    </dgm:pt>
    <dgm:pt modelId="{6389F407-56CF-433C-B14B-9D5BA0261730}" type="sibTrans" cxnId="{2307F48C-1A53-4F39-8CE8-202A8B1AC2A0}">
      <dgm:prSet/>
      <dgm:spPr/>
      <dgm:t>
        <a:bodyPr/>
        <a:lstStyle/>
        <a:p>
          <a:endParaRPr lang="en-US"/>
        </a:p>
      </dgm:t>
    </dgm:pt>
    <dgm:pt modelId="{14706CAE-1EF2-4365-89AE-624AE06416B0}">
      <dgm:prSet/>
      <dgm:spPr/>
      <dgm:t>
        <a:bodyPr/>
        <a:lstStyle/>
        <a:p>
          <a:r>
            <a:rPr lang="en-AU" dirty="0"/>
            <a:t>Physical abuse includes shaking, slapping, pushing, punching or scratching, kicking, spitting or biting, trying to strangle or choke, using weapons, driving dangerously, destroying property and throwing things, abuse of children or pets, locking someone out of their house or in the house, sleep and food deprivation, forced feeding, physical restraint e.g., pinning against the wall or bed.</a:t>
          </a:r>
          <a:endParaRPr lang="en-US" dirty="0"/>
        </a:p>
      </dgm:t>
    </dgm:pt>
    <dgm:pt modelId="{2EE2282C-9D14-4569-8076-C43F5A90FBB9}" type="parTrans" cxnId="{B229CABE-0B6B-4994-A21D-9AC942B533CE}">
      <dgm:prSet/>
      <dgm:spPr/>
      <dgm:t>
        <a:bodyPr/>
        <a:lstStyle/>
        <a:p>
          <a:endParaRPr lang="en-US"/>
        </a:p>
      </dgm:t>
    </dgm:pt>
    <dgm:pt modelId="{E4C696EC-8D46-4635-BFAC-41BE3BEA9FDF}" type="sibTrans" cxnId="{B229CABE-0B6B-4994-A21D-9AC942B533CE}">
      <dgm:prSet/>
      <dgm:spPr/>
      <dgm:t>
        <a:bodyPr/>
        <a:lstStyle/>
        <a:p>
          <a:endParaRPr lang="en-US"/>
        </a:p>
      </dgm:t>
    </dgm:pt>
    <dgm:pt modelId="{171C2AB9-6807-4B49-8A91-2B57FB1F7552}" type="pres">
      <dgm:prSet presAssocID="{2E412738-8E6B-40F9-9C72-90B2C0287300}" presName="hierChild1" presStyleCnt="0">
        <dgm:presLayoutVars>
          <dgm:chPref val="1"/>
          <dgm:dir/>
          <dgm:animOne val="branch"/>
          <dgm:animLvl val="lvl"/>
          <dgm:resizeHandles/>
        </dgm:presLayoutVars>
      </dgm:prSet>
      <dgm:spPr/>
    </dgm:pt>
    <dgm:pt modelId="{48F7132B-5662-BB47-A213-6DB512630B23}" type="pres">
      <dgm:prSet presAssocID="{772EF490-45B4-4B90-AE34-872F8B86DE76}" presName="hierRoot1" presStyleCnt="0"/>
      <dgm:spPr/>
    </dgm:pt>
    <dgm:pt modelId="{5F4D8EB2-9D93-E74A-9F66-F8C40817E626}" type="pres">
      <dgm:prSet presAssocID="{772EF490-45B4-4B90-AE34-872F8B86DE76}" presName="composite" presStyleCnt="0"/>
      <dgm:spPr/>
    </dgm:pt>
    <dgm:pt modelId="{CECB1939-13D2-3043-B900-CB471FAF4AFE}" type="pres">
      <dgm:prSet presAssocID="{772EF490-45B4-4B90-AE34-872F8B86DE76}" presName="background" presStyleLbl="node0" presStyleIdx="0" presStyleCnt="2"/>
      <dgm:spPr/>
    </dgm:pt>
    <dgm:pt modelId="{F0613047-BC37-884C-9830-3FA7DC36A60D}" type="pres">
      <dgm:prSet presAssocID="{772EF490-45B4-4B90-AE34-872F8B86DE76}" presName="text" presStyleLbl="fgAcc0" presStyleIdx="0" presStyleCnt="2">
        <dgm:presLayoutVars>
          <dgm:chPref val="3"/>
        </dgm:presLayoutVars>
      </dgm:prSet>
      <dgm:spPr/>
    </dgm:pt>
    <dgm:pt modelId="{5D0320D2-4767-8745-8C1E-EC66F384FE2D}" type="pres">
      <dgm:prSet presAssocID="{772EF490-45B4-4B90-AE34-872F8B86DE76}" presName="hierChild2" presStyleCnt="0"/>
      <dgm:spPr/>
    </dgm:pt>
    <dgm:pt modelId="{F115997C-CB4A-424E-8921-4C6CFA813B31}" type="pres">
      <dgm:prSet presAssocID="{14706CAE-1EF2-4365-89AE-624AE06416B0}" presName="hierRoot1" presStyleCnt="0"/>
      <dgm:spPr/>
    </dgm:pt>
    <dgm:pt modelId="{E0138CEC-D6D0-3A4E-93F6-14457855E186}" type="pres">
      <dgm:prSet presAssocID="{14706CAE-1EF2-4365-89AE-624AE06416B0}" presName="composite" presStyleCnt="0"/>
      <dgm:spPr/>
    </dgm:pt>
    <dgm:pt modelId="{29946838-FEE1-184B-A6AD-C60F37E770B0}" type="pres">
      <dgm:prSet presAssocID="{14706CAE-1EF2-4365-89AE-624AE06416B0}" presName="background" presStyleLbl="node0" presStyleIdx="1" presStyleCnt="2"/>
      <dgm:spPr/>
    </dgm:pt>
    <dgm:pt modelId="{99D8178B-D49E-6D41-B62B-1B0B13E1BC9C}" type="pres">
      <dgm:prSet presAssocID="{14706CAE-1EF2-4365-89AE-624AE06416B0}" presName="text" presStyleLbl="fgAcc0" presStyleIdx="1" presStyleCnt="2">
        <dgm:presLayoutVars>
          <dgm:chPref val="3"/>
        </dgm:presLayoutVars>
      </dgm:prSet>
      <dgm:spPr/>
    </dgm:pt>
    <dgm:pt modelId="{B7E19B0B-CFDA-B841-A338-FA22CC876696}" type="pres">
      <dgm:prSet presAssocID="{14706CAE-1EF2-4365-89AE-624AE06416B0}" presName="hierChild2" presStyleCnt="0"/>
      <dgm:spPr/>
    </dgm:pt>
  </dgm:ptLst>
  <dgm:cxnLst>
    <dgm:cxn modelId="{7DBBB74C-12BF-9B44-A871-91554AC73C5E}" type="presOf" srcId="{772EF490-45B4-4B90-AE34-872F8B86DE76}" destId="{F0613047-BC37-884C-9830-3FA7DC36A60D}" srcOrd="0" destOrd="0" presId="urn:microsoft.com/office/officeart/2005/8/layout/hierarchy1"/>
    <dgm:cxn modelId="{2307F48C-1A53-4F39-8CE8-202A8B1AC2A0}" srcId="{2E412738-8E6B-40F9-9C72-90B2C0287300}" destId="{772EF490-45B4-4B90-AE34-872F8B86DE76}" srcOrd="0" destOrd="0" parTransId="{D97BC9E6-EFBC-4A1C-9842-008199E7EEE4}" sibTransId="{6389F407-56CF-433C-B14B-9D5BA0261730}"/>
    <dgm:cxn modelId="{61E3CB94-AC8F-E64B-A56F-EABE58EF89A9}" type="presOf" srcId="{2E412738-8E6B-40F9-9C72-90B2C0287300}" destId="{171C2AB9-6807-4B49-8A91-2B57FB1F7552}" srcOrd="0" destOrd="0" presId="urn:microsoft.com/office/officeart/2005/8/layout/hierarchy1"/>
    <dgm:cxn modelId="{B229CABE-0B6B-4994-A21D-9AC942B533CE}" srcId="{2E412738-8E6B-40F9-9C72-90B2C0287300}" destId="{14706CAE-1EF2-4365-89AE-624AE06416B0}" srcOrd="1" destOrd="0" parTransId="{2EE2282C-9D14-4569-8076-C43F5A90FBB9}" sibTransId="{E4C696EC-8D46-4635-BFAC-41BE3BEA9FDF}"/>
    <dgm:cxn modelId="{A295E8FB-8D0E-3C46-848F-DB6949ED18A1}" type="presOf" srcId="{14706CAE-1EF2-4365-89AE-624AE06416B0}" destId="{99D8178B-D49E-6D41-B62B-1B0B13E1BC9C}" srcOrd="0" destOrd="0" presId="urn:microsoft.com/office/officeart/2005/8/layout/hierarchy1"/>
    <dgm:cxn modelId="{87F34106-66E8-8246-912E-8824FA427E8D}" type="presParOf" srcId="{171C2AB9-6807-4B49-8A91-2B57FB1F7552}" destId="{48F7132B-5662-BB47-A213-6DB512630B23}" srcOrd="0" destOrd="0" presId="urn:microsoft.com/office/officeart/2005/8/layout/hierarchy1"/>
    <dgm:cxn modelId="{99E76F50-D38C-C24B-A190-DF6F55333150}" type="presParOf" srcId="{48F7132B-5662-BB47-A213-6DB512630B23}" destId="{5F4D8EB2-9D93-E74A-9F66-F8C40817E626}" srcOrd="0" destOrd="0" presId="urn:microsoft.com/office/officeart/2005/8/layout/hierarchy1"/>
    <dgm:cxn modelId="{8544DF83-C00B-3F48-946F-B08675A95C25}" type="presParOf" srcId="{5F4D8EB2-9D93-E74A-9F66-F8C40817E626}" destId="{CECB1939-13D2-3043-B900-CB471FAF4AFE}" srcOrd="0" destOrd="0" presId="urn:microsoft.com/office/officeart/2005/8/layout/hierarchy1"/>
    <dgm:cxn modelId="{171C4A05-63E8-0344-B272-DE5EE77F4D13}" type="presParOf" srcId="{5F4D8EB2-9D93-E74A-9F66-F8C40817E626}" destId="{F0613047-BC37-884C-9830-3FA7DC36A60D}" srcOrd="1" destOrd="0" presId="urn:microsoft.com/office/officeart/2005/8/layout/hierarchy1"/>
    <dgm:cxn modelId="{892CF94D-2EE3-C848-B832-FC425D7DB0A3}" type="presParOf" srcId="{48F7132B-5662-BB47-A213-6DB512630B23}" destId="{5D0320D2-4767-8745-8C1E-EC66F384FE2D}" srcOrd="1" destOrd="0" presId="urn:microsoft.com/office/officeart/2005/8/layout/hierarchy1"/>
    <dgm:cxn modelId="{F52D98A9-AE9A-D64B-9064-385E48E1B3F3}" type="presParOf" srcId="{171C2AB9-6807-4B49-8A91-2B57FB1F7552}" destId="{F115997C-CB4A-424E-8921-4C6CFA813B31}" srcOrd="1" destOrd="0" presId="urn:microsoft.com/office/officeart/2005/8/layout/hierarchy1"/>
    <dgm:cxn modelId="{46AC0A35-1FE8-5644-8BB6-F346C297906B}" type="presParOf" srcId="{F115997C-CB4A-424E-8921-4C6CFA813B31}" destId="{E0138CEC-D6D0-3A4E-93F6-14457855E186}" srcOrd="0" destOrd="0" presId="urn:microsoft.com/office/officeart/2005/8/layout/hierarchy1"/>
    <dgm:cxn modelId="{F530FD57-15FF-364E-BAB9-0D4ADC4D2103}" type="presParOf" srcId="{E0138CEC-D6D0-3A4E-93F6-14457855E186}" destId="{29946838-FEE1-184B-A6AD-C60F37E770B0}" srcOrd="0" destOrd="0" presId="urn:microsoft.com/office/officeart/2005/8/layout/hierarchy1"/>
    <dgm:cxn modelId="{B35BA8F5-55BF-2049-89E1-6F2D88FFFD5C}" type="presParOf" srcId="{E0138CEC-D6D0-3A4E-93F6-14457855E186}" destId="{99D8178B-D49E-6D41-B62B-1B0B13E1BC9C}" srcOrd="1" destOrd="0" presId="urn:microsoft.com/office/officeart/2005/8/layout/hierarchy1"/>
    <dgm:cxn modelId="{61B418E9-E54A-A84D-AEF0-2872005ABC06}" type="presParOf" srcId="{F115997C-CB4A-424E-8921-4C6CFA813B31}" destId="{B7E19B0B-CFDA-B841-A338-FA22CC876696}"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2A798E9-69CF-4ABD-92A5-8C98B57BA2E7}"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6B63A2A1-B823-4DF8-AEA4-40D8C6914B4C}">
      <dgm:prSet/>
      <dgm:spPr/>
      <dgm:t>
        <a:bodyPr/>
        <a:lstStyle/>
        <a:p>
          <a:r>
            <a:rPr lang="en-AU" dirty="0"/>
            <a:t>Verbal abuse is a key feature of emotionally abusive relationships. </a:t>
          </a:r>
        </a:p>
        <a:p>
          <a:r>
            <a:rPr lang="en-AU" dirty="0"/>
            <a:t>The perpetrator consistently makes statements that negatively label a person. </a:t>
          </a:r>
        </a:p>
        <a:p>
          <a:r>
            <a:rPr lang="en-AU" dirty="0"/>
            <a:t>This has a serious impact on the self-esteem and confidence of the person experiencing the verbal abuse.</a:t>
          </a:r>
          <a:endParaRPr lang="en-US" dirty="0"/>
        </a:p>
      </dgm:t>
    </dgm:pt>
    <dgm:pt modelId="{96F46E4B-0FB3-4E0D-ADA5-5208A21222A2}" type="parTrans" cxnId="{8A67CB5E-8CFD-4060-ADA0-C99FF5E157B5}">
      <dgm:prSet/>
      <dgm:spPr/>
      <dgm:t>
        <a:bodyPr/>
        <a:lstStyle/>
        <a:p>
          <a:endParaRPr lang="en-US"/>
        </a:p>
      </dgm:t>
    </dgm:pt>
    <dgm:pt modelId="{215748D2-DBA3-4A6A-9015-3E29555AF640}" type="sibTrans" cxnId="{8A67CB5E-8CFD-4060-ADA0-C99FF5E157B5}">
      <dgm:prSet/>
      <dgm:spPr/>
      <dgm:t>
        <a:bodyPr/>
        <a:lstStyle/>
        <a:p>
          <a:endParaRPr lang="en-US"/>
        </a:p>
      </dgm:t>
    </dgm:pt>
    <dgm:pt modelId="{24D4F153-8E81-4419-B610-272038EC92F6}">
      <dgm:prSet/>
      <dgm:spPr/>
      <dgm:t>
        <a:bodyPr/>
        <a:lstStyle/>
        <a:p>
          <a:r>
            <a:rPr lang="en-AU" dirty="0"/>
            <a:t>Signs of verbal abuse include angry yelling, but it also includes cold statements designed to humiliate a person, name-calling, continuous criticism, swearing and humiliation in public or in private, attacks on someone’s intelligence, body or parenting, yelling.</a:t>
          </a:r>
          <a:endParaRPr lang="en-US" dirty="0"/>
        </a:p>
      </dgm:t>
    </dgm:pt>
    <dgm:pt modelId="{B5CFE2A6-FF63-4337-A17D-43BC337F0475}" type="parTrans" cxnId="{E0A9B972-7420-4CF0-9057-98FE36CE91F4}">
      <dgm:prSet/>
      <dgm:spPr/>
      <dgm:t>
        <a:bodyPr/>
        <a:lstStyle/>
        <a:p>
          <a:endParaRPr lang="en-US"/>
        </a:p>
      </dgm:t>
    </dgm:pt>
    <dgm:pt modelId="{8221CF1C-E57D-44F4-ACD2-D7CDBFD362E8}" type="sibTrans" cxnId="{E0A9B972-7420-4CF0-9057-98FE36CE91F4}">
      <dgm:prSet/>
      <dgm:spPr/>
      <dgm:t>
        <a:bodyPr/>
        <a:lstStyle/>
        <a:p>
          <a:endParaRPr lang="en-US"/>
        </a:p>
      </dgm:t>
    </dgm:pt>
    <dgm:pt modelId="{155CB625-1246-204F-802C-18D52D2618FC}" type="pres">
      <dgm:prSet presAssocID="{22A798E9-69CF-4ABD-92A5-8C98B57BA2E7}" presName="hierChild1" presStyleCnt="0">
        <dgm:presLayoutVars>
          <dgm:chPref val="1"/>
          <dgm:dir/>
          <dgm:animOne val="branch"/>
          <dgm:animLvl val="lvl"/>
          <dgm:resizeHandles/>
        </dgm:presLayoutVars>
      </dgm:prSet>
      <dgm:spPr/>
    </dgm:pt>
    <dgm:pt modelId="{A07B8163-A277-C44E-B80B-6CA75E075D99}" type="pres">
      <dgm:prSet presAssocID="{6B63A2A1-B823-4DF8-AEA4-40D8C6914B4C}" presName="hierRoot1" presStyleCnt="0"/>
      <dgm:spPr/>
    </dgm:pt>
    <dgm:pt modelId="{ED9118B2-6D44-F44C-AC6B-D52390DC9771}" type="pres">
      <dgm:prSet presAssocID="{6B63A2A1-B823-4DF8-AEA4-40D8C6914B4C}" presName="composite" presStyleCnt="0"/>
      <dgm:spPr/>
    </dgm:pt>
    <dgm:pt modelId="{C8DD2E34-B2F5-6845-A38C-5E9BF577AC35}" type="pres">
      <dgm:prSet presAssocID="{6B63A2A1-B823-4DF8-AEA4-40D8C6914B4C}" presName="background" presStyleLbl="node0" presStyleIdx="0" presStyleCnt="2"/>
      <dgm:spPr/>
    </dgm:pt>
    <dgm:pt modelId="{1769A627-C6B2-9348-8B69-A2B44ABC13D7}" type="pres">
      <dgm:prSet presAssocID="{6B63A2A1-B823-4DF8-AEA4-40D8C6914B4C}" presName="text" presStyleLbl="fgAcc0" presStyleIdx="0" presStyleCnt="2">
        <dgm:presLayoutVars>
          <dgm:chPref val="3"/>
        </dgm:presLayoutVars>
      </dgm:prSet>
      <dgm:spPr/>
    </dgm:pt>
    <dgm:pt modelId="{238EFA85-EB67-6E40-9FB3-718DD96BF209}" type="pres">
      <dgm:prSet presAssocID="{6B63A2A1-B823-4DF8-AEA4-40D8C6914B4C}" presName="hierChild2" presStyleCnt="0"/>
      <dgm:spPr/>
    </dgm:pt>
    <dgm:pt modelId="{ADE827F4-3930-9748-9FE2-684EDB8AC04D}" type="pres">
      <dgm:prSet presAssocID="{24D4F153-8E81-4419-B610-272038EC92F6}" presName="hierRoot1" presStyleCnt="0"/>
      <dgm:spPr/>
    </dgm:pt>
    <dgm:pt modelId="{FD9D7613-C319-5B4A-B36B-7C04E2CE72D0}" type="pres">
      <dgm:prSet presAssocID="{24D4F153-8E81-4419-B610-272038EC92F6}" presName="composite" presStyleCnt="0"/>
      <dgm:spPr/>
    </dgm:pt>
    <dgm:pt modelId="{D36A15FD-0170-5648-A8F5-5F8AE2EE0C61}" type="pres">
      <dgm:prSet presAssocID="{24D4F153-8E81-4419-B610-272038EC92F6}" presName="background" presStyleLbl="node0" presStyleIdx="1" presStyleCnt="2"/>
      <dgm:spPr/>
    </dgm:pt>
    <dgm:pt modelId="{C8CD888F-82A2-4847-B0E6-FEB8A659385B}" type="pres">
      <dgm:prSet presAssocID="{24D4F153-8E81-4419-B610-272038EC92F6}" presName="text" presStyleLbl="fgAcc0" presStyleIdx="1" presStyleCnt="2">
        <dgm:presLayoutVars>
          <dgm:chPref val="3"/>
        </dgm:presLayoutVars>
      </dgm:prSet>
      <dgm:spPr/>
    </dgm:pt>
    <dgm:pt modelId="{87E81D5C-D260-504E-8C4D-8E64980CD3C4}" type="pres">
      <dgm:prSet presAssocID="{24D4F153-8E81-4419-B610-272038EC92F6}" presName="hierChild2" presStyleCnt="0"/>
      <dgm:spPr/>
    </dgm:pt>
  </dgm:ptLst>
  <dgm:cxnLst>
    <dgm:cxn modelId="{A24CBE02-A54E-D74A-9ED1-99FAAE385B52}" type="presOf" srcId="{6B63A2A1-B823-4DF8-AEA4-40D8C6914B4C}" destId="{1769A627-C6B2-9348-8B69-A2B44ABC13D7}" srcOrd="0" destOrd="0" presId="urn:microsoft.com/office/officeart/2005/8/layout/hierarchy1"/>
    <dgm:cxn modelId="{59606321-B27C-0B4E-AB16-ADA9322C85BE}" type="presOf" srcId="{22A798E9-69CF-4ABD-92A5-8C98B57BA2E7}" destId="{155CB625-1246-204F-802C-18D52D2618FC}" srcOrd="0" destOrd="0" presId="urn:microsoft.com/office/officeart/2005/8/layout/hierarchy1"/>
    <dgm:cxn modelId="{6FEF055E-3BB8-CD44-A17E-9C9567053E14}" type="presOf" srcId="{24D4F153-8E81-4419-B610-272038EC92F6}" destId="{C8CD888F-82A2-4847-B0E6-FEB8A659385B}" srcOrd="0" destOrd="0" presId="urn:microsoft.com/office/officeart/2005/8/layout/hierarchy1"/>
    <dgm:cxn modelId="{8A67CB5E-8CFD-4060-ADA0-C99FF5E157B5}" srcId="{22A798E9-69CF-4ABD-92A5-8C98B57BA2E7}" destId="{6B63A2A1-B823-4DF8-AEA4-40D8C6914B4C}" srcOrd="0" destOrd="0" parTransId="{96F46E4B-0FB3-4E0D-ADA5-5208A21222A2}" sibTransId="{215748D2-DBA3-4A6A-9015-3E29555AF640}"/>
    <dgm:cxn modelId="{E0A9B972-7420-4CF0-9057-98FE36CE91F4}" srcId="{22A798E9-69CF-4ABD-92A5-8C98B57BA2E7}" destId="{24D4F153-8E81-4419-B610-272038EC92F6}" srcOrd="1" destOrd="0" parTransId="{B5CFE2A6-FF63-4337-A17D-43BC337F0475}" sibTransId="{8221CF1C-E57D-44F4-ACD2-D7CDBFD362E8}"/>
    <dgm:cxn modelId="{338D2571-F575-5D48-89C4-5AF507231F28}" type="presParOf" srcId="{155CB625-1246-204F-802C-18D52D2618FC}" destId="{A07B8163-A277-C44E-B80B-6CA75E075D99}" srcOrd="0" destOrd="0" presId="urn:microsoft.com/office/officeart/2005/8/layout/hierarchy1"/>
    <dgm:cxn modelId="{6BEF5301-DF2E-BE43-9F46-F3D1C30034A0}" type="presParOf" srcId="{A07B8163-A277-C44E-B80B-6CA75E075D99}" destId="{ED9118B2-6D44-F44C-AC6B-D52390DC9771}" srcOrd="0" destOrd="0" presId="urn:microsoft.com/office/officeart/2005/8/layout/hierarchy1"/>
    <dgm:cxn modelId="{EFC8761B-A802-AD40-9EEC-D5ED2680976E}" type="presParOf" srcId="{ED9118B2-6D44-F44C-AC6B-D52390DC9771}" destId="{C8DD2E34-B2F5-6845-A38C-5E9BF577AC35}" srcOrd="0" destOrd="0" presId="urn:microsoft.com/office/officeart/2005/8/layout/hierarchy1"/>
    <dgm:cxn modelId="{2DED3FFC-5858-B840-A849-00414F01940C}" type="presParOf" srcId="{ED9118B2-6D44-F44C-AC6B-D52390DC9771}" destId="{1769A627-C6B2-9348-8B69-A2B44ABC13D7}" srcOrd="1" destOrd="0" presId="urn:microsoft.com/office/officeart/2005/8/layout/hierarchy1"/>
    <dgm:cxn modelId="{033E489C-D81B-7746-8CB2-C60AFD1D6BCF}" type="presParOf" srcId="{A07B8163-A277-C44E-B80B-6CA75E075D99}" destId="{238EFA85-EB67-6E40-9FB3-718DD96BF209}" srcOrd="1" destOrd="0" presId="urn:microsoft.com/office/officeart/2005/8/layout/hierarchy1"/>
    <dgm:cxn modelId="{E565F8D9-F13E-5449-B3B6-349067F73217}" type="presParOf" srcId="{155CB625-1246-204F-802C-18D52D2618FC}" destId="{ADE827F4-3930-9748-9FE2-684EDB8AC04D}" srcOrd="1" destOrd="0" presId="urn:microsoft.com/office/officeart/2005/8/layout/hierarchy1"/>
    <dgm:cxn modelId="{4CF1C70F-EFD5-4644-8591-71564D41FF5D}" type="presParOf" srcId="{ADE827F4-3930-9748-9FE2-684EDB8AC04D}" destId="{FD9D7613-C319-5B4A-B36B-7C04E2CE72D0}" srcOrd="0" destOrd="0" presId="urn:microsoft.com/office/officeart/2005/8/layout/hierarchy1"/>
    <dgm:cxn modelId="{E4E2CC8A-8813-8B49-BDBB-3E2721CCE2C6}" type="presParOf" srcId="{FD9D7613-C319-5B4A-B36B-7C04E2CE72D0}" destId="{D36A15FD-0170-5648-A8F5-5F8AE2EE0C61}" srcOrd="0" destOrd="0" presId="urn:microsoft.com/office/officeart/2005/8/layout/hierarchy1"/>
    <dgm:cxn modelId="{807E8F6F-FE71-DC4E-AAA4-6042671BF8D7}" type="presParOf" srcId="{FD9D7613-C319-5B4A-B36B-7C04E2CE72D0}" destId="{C8CD888F-82A2-4847-B0E6-FEB8A659385B}" srcOrd="1" destOrd="0" presId="urn:microsoft.com/office/officeart/2005/8/layout/hierarchy1"/>
    <dgm:cxn modelId="{6DBB35AA-D455-664A-83F4-531323DE26F1}" type="presParOf" srcId="{ADE827F4-3930-9748-9FE2-684EDB8AC04D}" destId="{87E81D5C-D260-504E-8C4D-8E64980CD3C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9BCAC4D-9613-4894-A378-08B30D4E38ED}" type="doc">
      <dgm:prSet loTypeId="urn:microsoft.com/office/officeart/2005/8/layout/hierarchy1" loCatId="hierarchy" qsTypeId="urn:microsoft.com/office/officeart/2005/8/quickstyle/simple5" qsCatId="simple" csTypeId="urn:microsoft.com/office/officeart/2005/8/colors/accent1_2" csCatId="accent1" phldr="1"/>
      <dgm:spPr/>
      <dgm:t>
        <a:bodyPr/>
        <a:lstStyle/>
        <a:p>
          <a:endParaRPr lang="en-US"/>
        </a:p>
      </dgm:t>
    </dgm:pt>
    <dgm:pt modelId="{257C1C9B-8B3D-4A05-B9C4-3C76F000B80B}">
      <dgm:prSet custT="1"/>
      <dgm:spPr/>
      <dgm:t>
        <a:bodyPr/>
        <a:lstStyle/>
        <a:p>
          <a:r>
            <a:rPr lang="en-AU" sz="1800" dirty="0"/>
            <a:t>Emotional abuse does not leave physical scars, but it can have a big impact on a person’s mental health and wellbeing. </a:t>
          </a:r>
        </a:p>
        <a:p>
          <a:r>
            <a:rPr lang="en-AU" sz="1800" dirty="0"/>
            <a:t>Someone experiencing emotional abuse can feel anxious, depressed, and even suicidal.</a:t>
          </a:r>
        </a:p>
        <a:p>
          <a:r>
            <a:rPr lang="en-AU" sz="1800" dirty="0"/>
            <a:t> Perpetrators of emotional abuse use it to take away a person’s independence, confidence, and self-esteem. This helps the perpetrator maintain power and control in the relationship. Physically abusive relationships often include aspects of emotional abuse.</a:t>
          </a:r>
          <a:endParaRPr lang="en-US" sz="1800" dirty="0"/>
        </a:p>
      </dgm:t>
    </dgm:pt>
    <dgm:pt modelId="{976BFFC6-ED6F-456C-B722-63F5F28038B7}" type="parTrans" cxnId="{72B485B3-0313-488A-BCC8-E1C937B40385}">
      <dgm:prSet/>
      <dgm:spPr/>
      <dgm:t>
        <a:bodyPr/>
        <a:lstStyle/>
        <a:p>
          <a:endParaRPr lang="en-US"/>
        </a:p>
      </dgm:t>
    </dgm:pt>
    <dgm:pt modelId="{0CC6ABBB-607F-4864-BD4B-2008B5B9812B}" type="sibTrans" cxnId="{72B485B3-0313-488A-BCC8-E1C937B40385}">
      <dgm:prSet/>
      <dgm:spPr/>
      <dgm:t>
        <a:bodyPr/>
        <a:lstStyle/>
        <a:p>
          <a:endParaRPr lang="en-US"/>
        </a:p>
      </dgm:t>
    </dgm:pt>
    <dgm:pt modelId="{959C754F-09FF-47A5-A0C5-237F390D8378}">
      <dgm:prSet/>
      <dgm:spPr/>
      <dgm:t>
        <a:bodyPr/>
        <a:lstStyle/>
        <a:p>
          <a:r>
            <a:rPr lang="en-AU" dirty="0"/>
            <a:t>The signs of emotional abuse can be difficult to identify, especially because it is non-physical blaming a partner for all the problems in a relationship, constantly comparing them with others to undermine their self-esteem and self-worth, intentionally embarrassing them in public, name calling, yelling, insulting or swearing at them, telling them what to wear, preventing them from seeing their friends and family, stalking, threatening suicide.</a:t>
          </a:r>
          <a:endParaRPr lang="en-US" dirty="0"/>
        </a:p>
      </dgm:t>
    </dgm:pt>
    <dgm:pt modelId="{BC9C69EB-EE68-4E85-A967-2308F75DD20D}" type="parTrans" cxnId="{57EB5FC9-E8BF-44EA-9A9D-E9411EBE9BAF}">
      <dgm:prSet/>
      <dgm:spPr/>
      <dgm:t>
        <a:bodyPr/>
        <a:lstStyle/>
        <a:p>
          <a:endParaRPr lang="en-US"/>
        </a:p>
      </dgm:t>
    </dgm:pt>
    <dgm:pt modelId="{BD7CDD7F-CF34-4F92-8B17-390B857E8BFB}" type="sibTrans" cxnId="{57EB5FC9-E8BF-44EA-9A9D-E9411EBE9BAF}">
      <dgm:prSet/>
      <dgm:spPr/>
      <dgm:t>
        <a:bodyPr/>
        <a:lstStyle/>
        <a:p>
          <a:endParaRPr lang="en-US"/>
        </a:p>
      </dgm:t>
    </dgm:pt>
    <dgm:pt modelId="{090AB237-C0FE-5D43-BB53-600D2F5DA5DC}" type="pres">
      <dgm:prSet presAssocID="{19BCAC4D-9613-4894-A378-08B30D4E38ED}" presName="hierChild1" presStyleCnt="0">
        <dgm:presLayoutVars>
          <dgm:chPref val="1"/>
          <dgm:dir/>
          <dgm:animOne val="branch"/>
          <dgm:animLvl val="lvl"/>
          <dgm:resizeHandles/>
        </dgm:presLayoutVars>
      </dgm:prSet>
      <dgm:spPr/>
    </dgm:pt>
    <dgm:pt modelId="{8AB21707-5CA1-B94B-842C-AC252B2ED9BE}" type="pres">
      <dgm:prSet presAssocID="{257C1C9B-8B3D-4A05-B9C4-3C76F000B80B}" presName="hierRoot1" presStyleCnt="0"/>
      <dgm:spPr/>
    </dgm:pt>
    <dgm:pt modelId="{7E6519A3-B1B2-6045-BD75-A82889399E42}" type="pres">
      <dgm:prSet presAssocID="{257C1C9B-8B3D-4A05-B9C4-3C76F000B80B}" presName="composite" presStyleCnt="0"/>
      <dgm:spPr/>
    </dgm:pt>
    <dgm:pt modelId="{9F72BEE7-1E05-1D48-A4CA-7978FAD73D1F}" type="pres">
      <dgm:prSet presAssocID="{257C1C9B-8B3D-4A05-B9C4-3C76F000B80B}" presName="background" presStyleLbl="node0" presStyleIdx="0" presStyleCnt="2"/>
      <dgm:spPr/>
    </dgm:pt>
    <dgm:pt modelId="{8561E95B-1D2F-0648-BD13-BEDE8E96C46A}" type="pres">
      <dgm:prSet presAssocID="{257C1C9B-8B3D-4A05-B9C4-3C76F000B80B}" presName="text" presStyleLbl="fgAcc0" presStyleIdx="0" presStyleCnt="2" custScaleY="135189">
        <dgm:presLayoutVars>
          <dgm:chPref val="3"/>
        </dgm:presLayoutVars>
      </dgm:prSet>
      <dgm:spPr/>
    </dgm:pt>
    <dgm:pt modelId="{B6AE79FD-8A16-ED42-A7E8-3D6C4D12433D}" type="pres">
      <dgm:prSet presAssocID="{257C1C9B-8B3D-4A05-B9C4-3C76F000B80B}" presName="hierChild2" presStyleCnt="0"/>
      <dgm:spPr/>
    </dgm:pt>
    <dgm:pt modelId="{01BD4BB0-7E6A-3044-8B58-E1002BA04889}" type="pres">
      <dgm:prSet presAssocID="{959C754F-09FF-47A5-A0C5-237F390D8378}" presName="hierRoot1" presStyleCnt="0"/>
      <dgm:spPr/>
    </dgm:pt>
    <dgm:pt modelId="{B232CCC9-7C42-B940-93F6-D3D935AE2C1F}" type="pres">
      <dgm:prSet presAssocID="{959C754F-09FF-47A5-A0C5-237F390D8378}" presName="composite" presStyleCnt="0"/>
      <dgm:spPr/>
    </dgm:pt>
    <dgm:pt modelId="{9F1CE3FE-4CC3-304C-8408-62C89EC83EBE}" type="pres">
      <dgm:prSet presAssocID="{959C754F-09FF-47A5-A0C5-237F390D8378}" presName="background" presStyleLbl="node0" presStyleIdx="1" presStyleCnt="2"/>
      <dgm:spPr/>
    </dgm:pt>
    <dgm:pt modelId="{859740D2-4931-8144-AB89-7819DA24951E}" type="pres">
      <dgm:prSet presAssocID="{959C754F-09FF-47A5-A0C5-237F390D8378}" presName="text" presStyleLbl="fgAcc0" presStyleIdx="1" presStyleCnt="2" custScaleY="136287">
        <dgm:presLayoutVars>
          <dgm:chPref val="3"/>
        </dgm:presLayoutVars>
      </dgm:prSet>
      <dgm:spPr/>
    </dgm:pt>
    <dgm:pt modelId="{25864F2B-3CA9-224F-AA25-FD71DC551EDD}" type="pres">
      <dgm:prSet presAssocID="{959C754F-09FF-47A5-A0C5-237F390D8378}" presName="hierChild2" presStyleCnt="0"/>
      <dgm:spPr/>
    </dgm:pt>
  </dgm:ptLst>
  <dgm:cxnLst>
    <dgm:cxn modelId="{8F34FA21-FCA4-6242-8AEF-BE896F45CCEE}" type="presOf" srcId="{19BCAC4D-9613-4894-A378-08B30D4E38ED}" destId="{090AB237-C0FE-5D43-BB53-600D2F5DA5DC}" srcOrd="0" destOrd="0" presId="urn:microsoft.com/office/officeart/2005/8/layout/hierarchy1"/>
    <dgm:cxn modelId="{72B485B3-0313-488A-BCC8-E1C937B40385}" srcId="{19BCAC4D-9613-4894-A378-08B30D4E38ED}" destId="{257C1C9B-8B3D-4A05-B9C4-3C76F000B80B}" srcOrd="0" destOrd="0" parTransId="{976BFFC6-ED6F-456C-B722-63F5F28038B7}" sibTransId="{0CC6ABBB-607F-4864-BD4B-2008B5B9812B}"/>
    <dgm:cxn modelId="{E97CACB9-52AE-9D44-BE06-0219EE88215A}" type="presOf" srcId="{257C1C9B-8B3D-4A05-B9C4-3C76F000B80B}" destId="{8561E95B-1D2F-0648-BD13-BEDE8E96C46A}" srcOrd="0" destOrd="0" presId="urn:microsoft.com/office/officeart/2005/8/layout/hierarchy1"/>
    <dgm:cxn modelId="{57EB5FC9-E8BF-44EA-9A9D-E9411EBE9BAF}" srcId="{19BCAC4D-9613-4894-A378-08B30D4E38ED}" destId="{959C754F-09FF-47A5-A0C5-237F390D8378}" srcOrd="1" destOrd="0" parTransId="{BC9C69EB-EE68-4E85-A967-2308F75DD20D}" sibTransId="{BD7CDD7F-CF34-4F92-8B17-390B857E8BFB}"/>
    <dgm:cxn modelId="{36BE09FB-38AB-6E4E-90B1-4F71A48CE231}" type="presOf" srcId="{959C754F-09FF-47A5-A0C5-237F390D8378}" destId="{859740D2-4931-8144-AB89-7819DA24951E}" srcOrd="0" destOrd="0" presId="urn:microsoft.com/office/officeart/2005/8/layout/hierarchy1"/>
    <dgm:cxn modelId="{3E387649-9D35-5243-9EED-5F48BDF2A39C}" type="presParOf" srcId="{090AB237-C0FE-5D43-BB53-600D2F5DA5DC}" destId="{8AB21707-5CA1-B94B-842C-AC252B2ED9BE}" srcOrd="0" destOrd="0" presId="urn:microsoft.com/office/officeart/2005/8/layout/hierarchy1"/>
    <dgm:cxn modelId="{EC5FDF46-AE53-BA4B-9C1F-8F1526D53DB0}" type="presParOf" srcId="{8AB21707-5CA1-B94B-842C-AC252B2ED9BE}" destId="{7E6519A3-B1B2-6045-BD75-A82889399E42}" srcOrd="0" destOrd="0" presId="urn:microsoft.com/office/officeart/2005/8/layout/hierarchy1"/>
    <dgm:cxn modelId="{801E30B3-C9A5-254A-AD55-7EF6E99F92BF}" type="presParOf" srcId="{7E6519A3-B1B2-6045-BD75-A82889399E42}" destId="{9F72BEE7-1E05-1D48-A4CA-7978FAD73D1F}" srcOrd="0" destOrd="0" presId="urn:microsoft.com/office/officeart/2005/8/layout/hierarchy1"/>
    <dgm:cxn modelId="{5BF6EE48-4541-734D-9C6E-6BAC136137E3}" type="presParOf" srcId="{7E6519A3-B1B2-6045-BD75-A82889399E42}" destId="{8561E95B-1D2F-0648-BD13-BEDE8E96C46A}" srcOrd="1" destOrd="0" presId="urn:microsoft.com/office/officeart/2005/8/layout/hierarchy1"/>
    <dgm:cxn modelId="{92225208-DC9C-9F4B-B0F0-C9A975566977}" type="presParOf" srcId="{8AB21707-5CA1-B94B-842C-AC252B2ED9BE}" destId="{B6AE79FD-8A16-ED42-A7E8-3D6C4D12433D}" srcOrd="1" destOrd="0" presId="urn:microsoft.com/office/officeart/2005/8/layout/hierarchy1"/>
    <dgm:cxn modelId="{E3D2827B-709F-8647-A508-44A2C6E0DE2E}" type="presParOf" srcId="{090AB237-C0FE-5D43-BB53-600D2F5DA5DC}" destId="{01BD4BB0-7E6A-3044-8B58-E1002BA04889}" srcOrd="1" destOrd="0" presId="urn:microsoft.com/office/officeart/2005/8/layout/hierarchy1"/>
    <dgm:cxn modelId="{2F83F4B4-9A96-4945-9DED-97AA59BDA842}" type="presParOf" srcId="{01BD4BB0-7E6A-3044-8B58-E1002BA04889}" destId="{B232CCC9-7C42-B940-93F6-D3D935AE2C1F}" srcOrd="0" destOrd="0" presId="urn:microsoft.com/office/officeart/2005/8/layout/hierarchy1"/>
    <dgm:cxn modelId="{8777CECD-E16B-EC49-BB3C-613D8D34FA70}" type="presParOf" srcId="{B232CCC9-7C42-B940-93F6-D3D935AE2C1F}" destId="{9F1CE3FE-4CC3-304C-8408-62C89EC83EBE}" srcOrd="0" destOrd="0" presId="urn:microsoft.com/office/officeart/2005/8/layout/hierarchy1"/>
    <dgm:cxn modelId="{CF823386-3133-B94D-AB65-4D628F6445B0}" type="presParOf" srcId="{B232CCC9-7C42-B940-93F6-D3D935AE2C1F}" destId="{859740D2-4931-8144-AB89-7819DA24951E}" srcOrd="1" destOrd="0" presId="urn:microsoft.com/office/officeart/2005/8/layout/hierarchy1"/>
    <dgm:cxn modelId="{CD0D2D14-35E5-DC47-ADA7-A7EEE87213F9}" type="presParOf" srcId="{01BD4BB0-7E6A-3044-8B58-E1002BA04889}" destId="{25864F2B-3CA9-224F-AA25-FD71DC551EDD}"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E412738-8E6B-40F9-9C72-90B2C0287300}" type="doc">
      <dgm:prSet loTypeId="urn:microsoft.com/office/officeart/2005/8/layout/hierarchy1" loCatId="hierarchy" qsTypeId="urn:microsoft.com/office/officeart/2005/8/quickstyle/simple5" qsCatId="simple" csTypeId="urn:microsoft.com/office/officeart/2005/8/colors/accent0_3" csCatId="mainScheme" phldr="1"/>
      <dgm:spPr/>
      <dgm:t>
        <a:bodyPr/>
        <a:lstStyle/>
        <a:p>
          <a:endParaRPr lang="en-US"/>
        </a:p>
      </dgm:t>
    </dgm:pt>
    <dgm:pt modelId="{772EF490-45B4-4B90-AE34-872F8B86DE76}">
      <dgm:prSet custT="1"/>
      <dgm:spPr/>
      <dgm:t>
        <a:bodyPr/>
        <a:lstStyle/>
        <a:p>
          <a:r>
            <a:rPr lang="en-AU" sz="2000" dirty="0">
              <a:effectLst/>
              <a:latin typeface="Calibri" panose="020F0502020204030204" pitchFamily="34" charset="0"/>
              <a:ea typeface="Calibri" panose="020F0502020204030204" pitchFamily="34" charset="0"/>
              <a:cs typeface="Times New Roman" panose="02020603050405020304" pitchFamily="18" charset="0"/>
            </a:rPr>
            <a:t>Financial abuse can be subtle, with a perpetrator gradually taking control over bank accounts and financial transactions. </a:t>
          </a:r>
        </a:p>
        <a:p>
          <a:r>
            <a:rPr lang="en-AU" sz="2000" dirty="0">
              <a:effectLst/>
              <a:latin typeface="Calibri" panose="020F0502020204030204" pitchFamily="34" charset="0"/>
              <a:ea typeface="Calibri" panose="020F0502020204030204" pitchFamily="34" charset="0"/>
              <a:cs typeface="Times New Roman" panose="02020603050405020304" pitchFamily="18" charset="0"/>
            </a:rPr>
            <a:t>Financial abuse can also be obvious, violent, and threatening. </a:t>
          </a:r>
        </a:p>
        <a:p>
          <a:r>
            <a:rPr lang="en-AU" sz="2000" dirty="0">
              <a:effectLst/>
              <a:latin typeface="Calibri" panose="020F0502020204030204" pitchFamily="34" charset="0"/>
              <a:ea typeface="Calibri" panose="020F0502020204030204" pitchFamily="34" charset="0"/>
              <a:cs typeface="Times New Roman" panose="02020603050405020304" pitchFamily="18" charset="0"/>
            </a:rPr>
            <a:t>For example, someone may forbid their partner from working or spending their wages.</a:t>
          </a:r>
          <a:endParaRPr lang="en-US" sz="2000" dirty="0"/>
        </a:p>
      </dgm:t>
    </dgm:pt>
    <dgm:pt modelId="{D97BC9E6-EFBC-4A1C-9842-008199E7EEE4}" type="parTrans" cxnId="{2307F48C-1A53-4F39-8CE8-202A8B1AC2A0}">
      <dgm:prSet/>
      <dgm:spPr/>
      <dgm:t>
        <a:bodyPr/>
        <a:lstStyle/>
        <a:p>
          <a:endParaRPr lang="en-US"/>
        </a:p>
      </dgm:t>
    </dgm:pt>
    <dgm:pt modelId="{6389F407-56CF-433C-B14B-9D5BA0261730}" type="sibTrans" cxnId="{2307F48C-1A53-4F39-8CE8-202A8B1AC2A0}">
      <dgm:prSet/>
      <dgm:spPr/>
      <dgm:t>
        <a:bodyPr/>
        <a:lstStyle/>
        <a:p>
          <a:endParaRPr lang="en-US"/>
        </a:p>
      </dgm:t>
    </dgm:pt>
    <dgm:pt modelId="{14706CAE-1EF2-4365-89AE-624AE06416B0}">
      <dgm:prSet/>
      <dgm:spPr/>
      <dgm:t>
        <a:bodyPr/>
        <a:lstStyle/>
        <a:p>
          <a:r>
            <a:rPr lang="en-AU" dirty="0">
              <a:effectLst/>
              <a:latin typeface="Calibri" panose="020F0502020204030204" pitchFamily="34" charset="0"/>
              <a:ea typeface="Calibri" panose="020F0502020204030204" pitchFamily="34" charset="0"/>
              <a:cs typeface="Times New Roman" panose="02020603050405020304" pitchFamily="18" charset="0"/>
            </a:rPr>
            <a:t>Financial abuse includes someone taking complete control of finances and money, restricting access to bank accounts, providing an inadequate allowance and monitoring what their partner spends money on, forbidding a partner to work, taking a partner’s pay and not allowing them to access it, preventing them from getting to work by taking their keys or car, identity theft to secure credit, using their credit card without their permission, refusing to work or contribute to household expenses.</a:t>
          </a:r>
          <a:endParaRPr lang="en-US" dirty="0"/>
        </a:p>
      </dgm:t>
    </dgm:pt>
    <dgm:pt modelId="{2EE2282C-9D14-4569-8076-C43F5A90FBB9}" type="parTrans" cxnId="{B229CABE-0B6B-4994-A21D-9AC942B533CE}">
      <dgm:prSet/>
      <dgm:spPr/>
      <dgm:t>
        <a:bodyPr/>
        <a:lstStyle/>
        <a:p>
          <a:endParaRPr lang="en-US"/>
        </a:p>
      </dgm:t>
    </dgm:pt>
    <dgm:pt modelId="{E4C696EC-8D46-4635-BFAC-41BE3BEA9FDF}" type="sibTrans" cxnId="{B229CABE-0B6B-4994-A21D-9AC942B533CE}">
      <dgm:prSet/>
      <dgm:spPr/>
      <dgm:t>
        <a:bodyPr/>
        <a:lstStyle/>
        <a:p>
          <a:endParaRPr lang="en-US"/>
        </a:p>
      </dgm:t>
    </dgm:pt>
    <dgm:pt modelId="{171C2AB9-6807-4B49-8A91-2B57FB1F7552}" type="pres">
      <dgm:prSet presAssocID="{2E412738-8E6B-40F9-9C72-90B2C0287300}" presName="hierChild1" presStyleCnt="0">
        <dgm:presLayoutVars>
          <dgm:chPref val="1"/>
          <dgm:dir/>
          <dgm:animOne val="branch"/>
          <dgm:animLvl val="lvl"/>
          <dgm:resizeHandles/>
        </dgm:presLayoutVars>
      </dgm:prSet>
      <dgm:spPr/>
    </dgm:pt>
    <dgm:pt modelId="{48F7132B-5662-BB47-A213-6DB512630B23}" type="pres">
      <dgm:prSet presAssocID="{772EF490-45B4-4B90-AE34-872F8B86DE76}" presName="hierRoot1" presStyleCnt="0"/>
      <dgm:spPr/>
    </dgm:pt>
    <dgm:pt modelId="{5F4D8EB2-9D93-E74A-9F66-F8C40817E626}" type="pres">
      <dgm:prSet presAssocID="{772EF490-45B4-4B90-AE34-872F8B86DE76}" presName="composite" presStyleCnt="0"/>
      <dgm:spPr/>
    </dgm:pt>
    <dgm:pt modelId="{CECB1939-13D2-3043-B900-CB471FAF4AFE}" type="pres">
      <dgm:prSet presAssocID="{772EF490-45B4-4B90-AE34-872F8B86DE76}" presName="background" presStyleLbl="node0" presStyleIdx="0" presStyleCnt="2"/>
      <dgm:spPr/>
    </dgm:pt>
    <dgm:pt modelId="{F0613047-BC37-884C-9830-3FA7DC36A60D}" type="pres">
      <dgm:prSet presAssocID="{772EF490-45B4-4B90-AE34-872F8B86DE76}" presName="text" presStyleLbl="fgAcc0" presStyleIdx="0" presStyleCnt="2">
        <dgm:presLayoutVars>
          <dgm:chPref val="3"/>
        </dgm:presLayoutVars>
      </dgm:prSet>
      <dgm:spPr/>
    </dgm:pt>
    <dgm:pt modelId="{5D0320D2-4767-8745-8C1E-EC66F384FE2D}" type="pres">
      <dgm:prSet presAssocID="{772EF490-45B4-4B90-AE34-872F8B86DE76}" presName="hierChild2" presStyleCnt="0"/>
      <dgm:spPr/>
    </dgm:pt>
    <dgm:pt modelId="{F115997C-CB4A-424E-8921-4C6CFA813B31}" type="pres">
      <dgm:prSet presAssocID="{14706CAE-1EF2-4365-89AE-624AE06416B0}" presName="hierRoot1" presStyleCnt="0"/>
      <dgm:spPr/>
    </dgm:pt>
    <dgm:pt modelId="{E0138CEC-D6D0-3A4E-93F6-14457855E186}" type="pres">
      <dgm:prSet presAssocID="{14706CAE-1EF2-4365-89AE-624AE06416B0}" presName="composite" presStyleCnt="0"/>
      <dgm:spPr/>
    </dgm:pt>
    <dgm:pt modelId="{29946838-FEE1-184B-A6AD-C60F37E770B0}" type="pres">
      <dgm:prSet presAssocID="{14706CAE-1EF2-4365-89AE-624AE06416B0}" presName="background" presStyleLbl="node0" presStyleIdx="1" presStyleCnt="2"/>
      <dgm:spPr/>
    </dgm:pt>
    <dgm:pt modelId="{99D8178B-D49E-6D41-B62B-1B0B13E1BC9C}" type="pres">
      <dgm:prSet presAssocID="{14706CAE-1EF2-4365-89AE-624AE06416B0}" presName="text" presStyleLbl="fgAcc0" presStyleIdx="1" presStyleCnt="2">
        <dgm:presLayoutVars>
          <dgm:chPref val="3"/>
        </dgm:presLayoutVars>
      </dgm:prSet>
      <dgm:spPr/>
    </dgm:pt>
    <dgm:pt modelId="{B7E19B0B-CFDA-B841-A338-FA22CC876696}" type="pres">
      <dgm:prSet presAssocID="{14706CAE-1EF2-4365-89AE-624AE06416B0}" presName="hierChild2" presStyleCnt="0"/>
      <dgm:spPr/>
    </dgm:pt>
  </dgm:ptLst>
  <dgm:cxnLst>
    <dgm:cxn modelId="{7DBBB74C-12BF-9B44-A871-91554AC73C5E}" type="presOf" srcId="{772EF490-45B4-4B90-AE34-872F8B86DE76}" destId="{F0613047-BC37-884C-9830-3FA7DC36A60D}" srcOrd="0" destOrd="0" presId="urn:microsoft.com/office/officeart/2005/8/layout/hierarchy1"/>
    <dgm:cxn modelId="{2307F48C-1A53-4F39-8CE8-202A8B1AC2A0}" srcId="{2E412738-8E6B-40F9-9C72-90B2C0287300}" destId="{772EF490-45B4-4B90-AE34-872F8B86DE76}" srcOrd="0" destOrd="0" parTransId="{D97BC9E6-EFBC-4A1C-9842-008199E7EEE4}" sibTransId="{6389F407-56CF-433C-B14B-9D5BA0261730}"/>
    <dgm:cxn modelId="{61E3CB94-AC8F-E64B-A56F-EABE58EF89A9}" type="presOf" srcId="{2E412738-8E6B-40F9-9C72-90B2C0287300}" destId="{171C2AB9-6807-4B49-8A91-2B57FB1F7552}" srcOrd="0" destOrd="0" presId="urn:microsoft.com/office/officeart/2005/8/layout/hierarchy1"/>
    <dgm:cxn modelId="{B229CABE-0B6B-4994-A21D-9AC942B533CE}" srcId="{2E412738-8E6B-40F9-9C72-90B2C0287300}" destId="{14706CAE-1EF2-4365-89AE-624AE06416B0}" srcOrd="1" destOrd="0" parTransId="{2EE2282C-9D14-4569-8076-C43F5A90FBB9}" sibTransId="{E4C696EC-8D46-4635-BFAC-41BE3BEA9FDF}"/>
    <dgm:cxn modelId="{A295E8FB-8D0E-3C46-848F-DB6949ED18A1}" type="presOf" srcId="{14706CAE-1EF2-4365-89AE-624AE06416B0}" destId="{99D8178B-D49E-6D41-B62B-1B0B13E1BC9C}" srcOrd="0" destOrd="0" presId="urn:microsoft.com/office/officeart/2005/8/layout/hierarchy1"/>
    <dgm:cxn modelId="{87F34106-66E8-8246-912E-8824FA427E8D}" type="presParOf" srcId="{171C2AB9-6807-4B49-8A91-2B57FB1F7552}" destId="{48F7132B-5662-BB47-A213-6DB512630B23}" srcOrd="0" destOrd="0" presId="urn:microsoft.com/office/officeart/2005/8/layout/hierarchy1"/>
    <dgm:cxn modelId="{99E76F50-D38C-C24B-A190-DF6F55333150}" type="presParOf" srcId="{48F7132B-5662-BB47-A213-6DB512630B23}" destId="{5F4D8EB2-9D93-E74A-9F66-F8C40817E626}" srcOrd="0" destOrd="0" presId="urn:microsoft.com/office/officeart/2005/8/layout/hierarchy1"/>
    <dgm:cxn modelId="{8544DF83-C00B-3F48-946F-B08675A95C25}" type="presParOf" srcId="{5F4D8EB2-9D93-E74A-9F66-F8C40817E626}" destId="{CECB1939-13D2-3043-B900-CB471FAF4AFE}" srcOrd="0" destOrd="0" presId="urn:microsoft.com/office/officeart/2005/8/layout/hierarchy1"/>
    <dgm:cxn modelId="{171C4A05-63E8-0344-B272-DE5EE77F4D13}" type="presParOf" srcId="{5F4D8EB2-9D93-E74A-9F66-F8C40817E626}" destId="{F0613047-BC37-884C-9830-3FA7DC36A60D}" srcOrd="1" destOrd="0" presId="urn:microsoft.com/office/officeart/2005/8/layout/hierarchy1"/>
    <dgm:cxn modelId="{892CF94D-2EE3-C848-B832-FC425D7DB0A3}" type="presParOf" srcId="{48F7132B-5662-BB47-A213-6DB512630B23}" destId="{5D0320D2-4767-8745-8C1E-EC66F384FE2D}" srcOrd="1" destOrd="0" presId="urn:microsoft.com/office/officeart/2005/8/layout/hierarchy1"/>
    <dgm:cxn modelId="{F52D98A9-AE9A-D64B-9064-385E48E1B3F3}" type="presParOf" srcId="{171C2AB9-6807-4B49-8A91-2B57FB1F7552}" destId="{F115997C-CB4A-424E-8921-4C6CFA813B31}" srcOrd="1" destOrd="0" presId="urn:microsoft.com/office/officeart/2005/8/layout/hierarchy1"/>
    <dgm:cxn modelId="{46AC0A35-1FE8-5644-8BB6-F346C297906B}" type="presParOf" srcId="{F115997C-CB4A-424E-8921-4C6CFA813B31}" destId="{E0138CEC-D6D0-3A4E-93F6-14457855E186}" srcOrd="0" destOrd="0" presId="urn:microsoft.com/office/officeart/2005/8/layout/hierarchy1"/>
    <dgm:cxn modelId="{F530FD57-15FF-364E-BAB9-0D4ADC4D2103}" type="presParOf" srcId="{E0138CEC-D6D0-3A4E-93F6-14457855E186}" destId="{29946838-FEE1-184B-A6AD-C60F37E770B0}" srcOrd="0" destOrd="0" presId="urn:microsoft.com/office/officeart/2005/8/layout/hierarchy1"/>
    <dgm:cxn modelId="{B35BA8F5-55BF-2049-89E1-6F2D88FFFD5C}" type="presParOf" srcId="{E0138CEC-D6D0-3A4E-93F6-14457855E186}" destId="{99D8178B-D49E-6D41-B62B-1B0B13E1BC9C}" srcOrd="1" destOrd="0" presId="urn:microsoft.com/office/officeart/2005/8/layout/hierarchy1"/>
    <dgm:cxn modelId="{61B418E9-E54A-A84D-AEF0-2872005ABC06}" type="presParOf" srcId="{F115997C-CB4A-424E-8921-4C6CFA813B31}" destId="{B7E19B0B-CFDA-B841-A338-FA22CC876696}"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B9D2238-5852-4EE5-81AC-1615DA3D91B2}"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7A3A6281-D5D8-4D72-BF7E-99EF8E50B438}">
      <dgm:prSet/>
      <dgm:spPr/>
      <dgm:t>
        <a:bodyPr/>
        <a:lstStyle/>
        <a:p>
          <a:r>
            <a:rPr lang="en-AU" dirty="0"/>
            <a:t>Sexual abuse is any form of forced or unwanted sexual activity. </a:t>
          </a:r>
        </a:p>
        <a:p>
          <a:r>
            <a:rPr lang="en-AU" dirty="0"/>
            <a:t>The perpetrator of sexual abuse may use physical force, make threats, or take advantage of a person unable to give consent. </a:t>
          </a:r>
        </a:p>
        <a:p>
          <a:r>
            <a:rPr lang="en-AU" dirty="0"/>
            <a:t>Sexual abuse mainly happens between people who know each other and can occur in the context of domestic violence. </a:t>
          </a:r>
        </a:p>
        <a:p>
          <a:r>
            <a:rPr lang="en-AU" dirty="0"/>
            <a:t>Sexual abuse has impacts on a person’s physical and emotional health. It can lead to long-term mental health issues, including anxiety and post-traumatic stress disorder.</a:t>
          </a:r>
          <a:endParaRPr lang="en-US" dirty="0"/>
        </a:p>
      </dgm:t>
    </dgm:pt>
    <dgm:pt modelId="{36DD72DA-FA6A-489B-89FA-B7289277EF96}" type="parTrans" cxnId="{C5537C45-5F6B-490F-BFDB-7AFB57F7A049}">
      <dgm:prSet/>
      <dgm:spPr/>
      <dgm:t>
        <a:bodyPr/>
        <a:lstStyle/>
        <a:p>
          <a:endParaRPr lang="en-US"/>
        </a:p>
      </dgm:t>
    </dgm:pt>
    <dgm:pt modelId="{53F3D733-AA67-4E04-88C0-5AB9AA2DC873}" type="sibTrans" cxnId="{C5537C45-5F6B-490F-BFDB-7AFB57F7A049}">
      <dgm:prSet/>
      <dgm:spPr/>
      <dgm:t>
        <a:bodyPr/>
        <a:lstStyle/>
        <a:p>
          <a:endParaRPr lang="en-US"/>
        </a:p>
      </dgm:t>
    </dgm:pt>
    <dgm:pt modelId="{9D9D0325-EA3F-4099-AE9B-DFEBA5B4B527}">
      <dgm:prSet custT="1"/>
      <dgm:spPr/>
      <dgm:t>
        <a:bodyPr/>
        <a:lstStyle/>
        <a:p>
          <a:r>
            <a:rPr lang="en-AU" sz="2000" dirty="0"/>
            <a:t>Sexual abuse includes rape, deliberately causing pain during sex, assaulting the genitals, forced sex without protection against pregnancy or sexually transmitted infections (STIs).</a:t>
          </a:r>
          <a:endParaRPr lang="en-US" sz="2000" dirty="0"/>
        </a:p>
      </dgm:t>
    </dgm:pt>
    <dgm:pt modelId="{5FEB1FDF-5B88-4288-8C03-60ACB4D3B62D}" type="parTrans" cxnId="{88CA9912-0F80-4B73-8602-C8A8C4EF359C}">
      <dgm:prSet/>
      <dgm:spPr/>
      <dgm:t>
        <a:bodyPr/>
        <a:lstStyle/>
        <a:p>
          <a:endParaRPr lang="en-US"/>
        </a:p>
      </dgm:t>
    </dgm:pt>
    <dgm:pt modelId="{38FD4B74-4D35-4514-9D69-F7F5824CF8FF}" type="sibTrans" cxnId="{88CA9912-0F80-4B73-8602-C8A8C4EF359C}">
      <dgm:prSet/>
      <dgm:spPr/>
      <dgm:t>
        <a:bodyPr/>
        <a:lstStyle/>
        <a:p>
          <a:endParaRPr lang="en-US"/>
        </a:p>
      </dgm:t>
    </dgm:pt>
    <dgm:pt modelId="{BB0540C1-8938-E442-BFB0-5CC256DA88D7}" type="pres">
      <dgm:prSet presAssocID="{BB9D2238-5852-4EE5-81AC-1615DA3D91B2}" presName="hierChild1" presStyleCnt="0">
        <dgm:presLayoutVars>
          <dgm:chPref val="1"/>
          <dgm:dir/>
          <dgm:animOne val="branch"/>
          <dgm:animLvl val="lvl"/>
          <dgm:resizeHandles/>
        </dgm:presLayoutVars>
      </dgm:prSet>
      <dgm:spPr/>
    </dgm:pt>
    <dgm:pt modelId="{9F69A13B-0FDD-F446-8519-81D92C734DA7}" type="pres">
      <dgm:prSet presAssocID="{7A3A6281-D5D8-4D72-BF7E-99EF8E50B438}" presName="hierRoot1" presStyleCnt="0"/>
      <dgm:spPr/>
    </dgm:pt>
    <dgm:pt modelId="{6605EE8E-4438-1D44-A408-210383768C78}" type="pres">
      <dgm:prSet presAssocID="{7A3A6281-D5D8-4D72-BF7E-99EF8E50B438}" presName="composite" presStyleCnt="0"/>
      <dgm:spPr/>
    </dgm:pt>
    <dgm:pt modelId="{816C5AF7-03EB-1B4E-A50A-60BCF5D12276}" type="pres">
      <dgm:prSet presAssocID="{7A3A6281-D5D8-4D72-BF7E-99EF8E50B438}" presName="background" presStyleLbl="node0" presStyleIdx="0" presStyleCnt="2"/>
      <dgm:spPr/>
    </dgm:pt>
    <dgm:pt modelId="{A8FAE6A9-2588-A44B-B886-F463544E240F}" type="pres">
      <dgm:prSet presAssocID="{7A3A6281-D5D8-4D72-BF7E-99EF8E50B438}" presName="text" presStyleLbl="fgAcc0" presStyleIdx="0" presStyleCnt="2" custScaleY="131445">
        <dgm:presLayoutVars>
          <dgm:chPref val="3"/>
        </dgm:presLayoutVars>
      </dgm:prSet>
      <dgm:spPr/>
    </dgm:pt>
    <dgm:pt modelId="{FB17EEA2-1CE2-994E-9D2D-F7FCDA012C29}" type="pres">
      <dgm:prSet presAssocID="{7A3A6281-D5D8-4D72-BF7E-99EF8E50B438}" presName="hierChild2" presStyleCnt="0"/>
      <dgm:spPr/>
    </dgm:pt>
    <dgm:pt modelId="{7E017BF4-BB32-3043-BE2E-63930CA62D0A}" type="pres">
      <dgm:prSet presAssocID="{9D9D0325-EA3F-4099-AE9B-DFEBA5B4B527}" presName="hierRoot1" presStyleCnt="0"/>
      <dgm:spPr/>
    </dgm:pt>
    <dgm:pt modelId="{80FB342B-DCEF-AF44-A693-34C7EB37C1C7}" type="pres">
      <dgm:prSet presAssocID="{9D9D0325-EA3F-4099-AE9B-DFEBA5B4B527}" presName="composite" presStyleCnt="0"/>
      <dgm:spPr/>
    </dgm:pt>
    <dgm:pt modelId="{792169D1-2836-0A4D-9369-9C86BC2B5028}" type="pres">
      <dgm:prSet presAssocID="{9D9D0325-EA3F-4099-AE9B-DFEBA5B4B527}" presName="background" presStyleLbl="node0" presStyleIdx="1" presStyleCnt="2"/>
      <dgm:spPr/>
    </dgm:pt>
    <dgm:pt modelId="{01C41BA5-7DB2-154D-9EE7-755525A9561E}" type="pres">
      <dgm:prSet presAssocID="{9D9D0325-EA3F-4099-AE9B-DFEBA5B4B527}" presName="text" presStyleLbl="fgAcc0" presStyleIdx="1" presStyleCnt="2" custScaleY="131445">
        <dgm:presLayoutVars>
          <dgm:chPref val="3"/>
        </dgm:presLayoutVars>
      </dgm:prSet>
      <dgm:spPr/>
    </dgm:pt>
    <dgm:pt modelId="{37362D55-B980-9444-813B-6DC49A32FF08}" type="pres">
      <dgm:prSet presAssocID="{9D9D0325-EA3F-4099-AE9B-DFEBA5B4B527}" presName="hierChild2" presStyleCnt="0"/>
      <dgm:spPr/>
    </dgm:pt>
  </dgm:ptLst>
  <dgm:cxnLst>
    <dgm:cxn modelId="{88CA9912-0F80-4B73-8602-C8A8C4EF359C}" srcId="{BB9D2238-5852-4EE5-81AC-1615DA3D91B2}" destId="{9D9D0325-EA3F-4099-AE9B-DFEBA5B4B527}" srcOrd="1" destOrd="0" parTransId="{5FEB1FDF-5B88-4288-8C03-60ACB4D3B62D}" sibTransId="{38FD4B74-4D35-4514-9D69-F7F5824CF8FF}"/>
    <dgm:cxn modelId="{C305DD2D-2C10-B44B-811F-4D8D92E2AEDF}" type="presOf" srcId="{7A3A6281-D5D8-4D72-BF7E-99EF8E50B438}" destId="{A8FAE6A9-2588-A44B-B886-F463544E240F}" srcOrd="0" destOrd="0" presId="urn:microsoft.com/office/officeart/2005/8/layout/hierarchy1"/>
    <dgm:cxn modelId="{C5537C45-5F6B-490F-BFDB-7AFB57F7A049}" srcId="{BB9D2238-5852-4EE5-81AC-1615DA3D91B2}" destId="{7A3A6281-D5D8-4D72-BF7E-99EF8E50B438}" srcOrd="0" destOrd="0" parTransId="{36DD72DA-FA6A-489B-89FA-B7289277EF96}" sibTransId="{53F3D733-AA67-4E04-88C0-5AB9AA2DC873}"/>
    <dgm:cxn modelId="{BD432CC8-288F-3B40-9009-797BAE68AD58}" type="presOf" srcId="{BB9D2238-5852-4EE5-81AC-1615DA3D91B2}" destId="{BB0540C1-8938-E442-BFB0-5CC256DA88D7}" srcOrd="0" destOrd="0" presId="urn:microsoft.com/office/officeart/2005/8/layout/hierarchy1"/>
    <dgm:cxn modelId="{05AC6CE8-9775-7840-9781-62D17F210EBA}" type="presOf" srcId="{9D9D0325-EA3F-4099-AE9B-DFEBA5B4B527}" destId="{01C41BA5-7DB2-154D-9EE7-755525A9561E}" srcOrd="0" destOrd="0" presId="urn:microsoft.com/office/officeart/2005/8/layout/hierarchy1"/>
    <dgm:cxn modelId="{A0AECE99-39E0-5B40-8A9E-654DCBE35AF9}" type="presParOf" srcId="{BB0540C1-8938-E442-BFB0-5CC256DA88D7}" destId="{9F69A13B-0FDD-F446-8519-81D92C734DA7}" srcOrd="0" destOrd="0" presId="urn:microsoft.com/office/officeart/2005/8/layout/hierarchy1"/>
    <dgm:cxn modelId="{01208977-0991-764A-BDB1-F4748A85AEDF}" type="presParOf" srcId="{9F69A13B-0FDD-F446-8519-81D92C734DA7}" destId="{6605EE8E-4438-1D44-A408-210383768C78}" srcOrd="0" destOrd="0" presId="urn:microsoft.com/office/officeart/2005/8/layout/hierarchy1"/>
    <dgm:cxn modelId="{60810FD8-21AF-1547-9AB0-CE8EA5FDC9A0}" type="presParOf" srcId="{6605EE8E-4438-1D44-A408-210383768C78}" destId="{816C5AF7-03EB-1B4E-A50A-60BCF5D12276}" srcOrd="0" destOrd="0" presId="urn:microsoft.com/office/officeart/2005/8/layout/hierarchy1"/>
    <dgm:cxn modelId="{B68A9457-6835-5544-B77D-E5CBDFB92522}" type="presParOf" srcId="{6605EE8E-4438-1D44-A408-210383768C78}" destId="{A8FAE6A9-2588-A44B-B886-F463544E240F}" srcOrd="1" destOrd="0" presId="urn:microsoft.com/office/officeart/2005/8/layout/hierarchy1"/>
    <dgm:cxn modelId="{CA5F2CAD-230E-3E47-91BE-F499CACA0B6B}" type="presParOf" srcId="{9F69A13B-0FDD-F446-8519-81D92C734DA7}" destId="{FB17EEA2-1CE2-994E-9D2D-F7FCDA012C29}" srcOrd="1" destOrd="0" presId="urn:microsoft.com/office/officeart/2005/8/layout/hierarchy1"/>
    <dgm:cxn modelId="{28413B73-8731-BB4A-8D4C-71E48BB48878}" type="presParOf" srcId="{BB0540C1-8938-E442-BFB0-5CC256DA88D7}" destId="{7E017BF4-BB32-3043-BE2E-63930CA62D0A}" srcOrd="1" destOrd="0" presId="urn:microsoft.com/office/officeart/2005/8/layout/hierarchy1"/>
    <dgm:cxn modelId="{543119A1-556F-1448-9EB3-DE97F9BD2D0E}" type="presParOf" srcId="{7E017BF4-BB32-3043-BE2E-63930CA62D0A}" destId="{80FB342B-DCEF-AF44-A693-34C7EB37C1C7}" srcOrd="0" destOrd="0" presId="urn:microsoft.com/office/officeart/2005/8/layout/hierarchy1"/>
    <dgm:cxn modelId="{F041564E-D3B5-AD45-A405-094C2531FC7D}" type="presParOf" srcId="{80FB342B-DCEF-AF44-A693-34C7EB37C1C7}" destId="{792169D1-2836-0A4D-9369-9C86BC2B5028}" srcOrd="0" destOrd="0" presId="urn:microsoft.com/office/officeart/2005/8/layout/hierarchy1"/>
    <dgm:cxn modelId="{E9933AC1-2168-8C49-B159-FD6D639EBD48}" type="presParOf" srcId="{80FB342B-DCEF-AF44-A693-34C7EB37C1C7}" destId="{01C41BA5-7DB2-154D-9EE7-755525A9561E}" srcOrd="1" destOrd="0" presId="urn:microsoft.com/office/officeart/2005/8/layout/hierarchy1"/>
    <dgm:cxn modelId="{71D0D136-0C1D-0645-918C-98BD312C90BC}" type="presParOf" srcId="{7E017BF4-BB32-3043-BE2E-63930CA62D0A}" destId="{37362D55-B980-9444-813B-6DC49A32FF08}"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BCA0F7-8194-4810-87A7-2565AA2AA5B0}">
      <dsp:nvSpPr>
        <dsp:cNvPr id="0" name=""/>
        <dsp:cNvSpPr/>
      </dsp:nvSpPr>
      <dsp:spPr>
        <a:xfrm>
          <a:off x="1047161" y="1392"/>
          <a:ext cx="2054303" cy="123258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AU" sz="1800" kern="1200" dirty="0"/>
            <a:t>frequently insults and ridicules them, puts them down or humiliates them</a:t>
          </a:r>
          <a:endParaRPr lang="en-US" sz="1800" kern="1200" dirty="0"/>
        </a:p>
      </dsp:txBody>
      <dsp:txXfrm>
        <a:off x="1047161" y="1392"/>
        <a:ext cx="2054303" cy="1232582"/>
      </dsp:txXfrm>
    </dsp:sp>
    <dsp:sp modelId="{4B81A692-1B14-49FA-BA22-B55B6613FCBF}">
      <dsp:nvSpPr>
        <dsp:cNvPr id="0" name=""/>
        <dsp:cNvSpPr/>
      </dsp:nvSpPr>
      <dsp:spPr>
        <a:xfrm>
          <a:off x="3306895" y="1392"/>
          <a:ext cx="2054303" cy="1232582"/>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AU" sz="1800" kern="1200" dirty="0"/>
            <a:t>ignores their feelings, opinions, thoughts or choices</a:t>
          </a:r>
          <a:endParaRPr lang="en-US" sz="1800" kern="1200" dirty="0"/>
        </a:p>
      </dsp:txBody>
      <dsp:txXfrm>
        <a:off x="3306895" y="1392"/>
        <a:ext cx="2054303" cy="1232582"/>
      </dsp:txXfrm>
    </dsp:sp>
    <dsp:sp modelId="{D6D6C8AD-1925-4859-999A-D7957B104A23}">
      <dsp:nvSpPr>
        <dsp:cNvPr id="0" name=""/>
        <dsp:cNvSpPr/>
      </dsp:nvSpPr>
      <dsp:spPr>
        <a:xfrm>
          <a:off x="5566629" y="1392"/>
          <a:ext cx="2054303" cy="123258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AU" sz="1800" kern="1200" dirty="0"/>
            <a:t>controls what they do, where they go and who they see</a:t>
          </a:r>
          <a:endParaRPr lang="en-US" sz="1800" kern="1200" dirty="0"/>
        </a:p>
      </dsp:txBody>
      <dsp:txXfrm>
        <a:off x="5566629" y="1392"/>
        <a:ext cx="2054303" cy="1232582"/>
      </dsp:txXfrm>
    </dsp:sp>
    <dsp:sp modelId="{BC128D53-0ED7-4BC8-A54C-79C40CEBB791}">
      <dsp:nvSpPr>
        <dsp:cNvPr id="0" name=""/>
        <dsp:cNvSpPr/>
      </dsp:nvSpPr>
      <dsp:spPr>
        <a:xfrm>
          <a:off x="7826363" y="1392"/>
          <a:ext cx="2054303" cy="123258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AU" sz="1800" kern="1200" dirty="0"/>
            <a:t>is excessively jealous</a:t>
          </a:r>
          <a:endParaRPr lang="en-US" sz="1800" kern="1200" dirty="0"/>
        </a:p>
      </dsp:txBody>
      <dsp:txXfrm>
        <a:off x="7826363" y="1392"/>
        <a:ext cx="2054303" cy="1232582"/>
      </dsp:txXfrm>
    </dsp:sp>
    <dsp:sp modelId="{7523E4FC-AECE-4DF4-9068-BBED55347DAF}">
      <dsp:nvSpPr>
        <dsp:cNvPr id="0" name=""/>
        <dsp:cNvSpPr/>
      </dsp:nvSpPr>
      <dsp:spPr>
        <a:xfrm>
          <a:off x="1047161" y="1439404"/>
          <a:ext cx="2054303" cy="1232582"/>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AU" sz="1800" kern="1200" dirty="0"/>
            <a:t>threatens to hurt them, people close to them, their pets or themselves</a:t>
          </a:r>
          <a:endParaRPr lang="en-US" sz="1800" kern="1200" dirty="0"/>
        </a:p>
      </dsp:txBody>
      <dsp:txXfrm>
        <a:off x="1047161" y="1439404"/>
        <a:ext cx="2054303" cy="1232582"/>
      </dsp:txXfrm>
    </dsp:sp>
    <dsp:sp modelId="{270691F9-1F15-4690-BDE4-ABF033D4BC3B}">
      <dsp:nvSpPr>
        <dsp:cNvPr id="0" name=""/>
        <dsp:cNvSpPr/>
      </dsp:nvSpPr>
      <dsp:spPr>
        <a:xfrm>
          <a:off x="3306895" y="1439404"/>
          <a:ext cx="2054303" cy="123258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AU" sz="1800" kern="1200" dirty="0"/>
            <a:t>threatens to take their children away or uses children against them</a:t>
          </a:r>
          <a:endParaRPr lang="en-US" sz="1800" kern="1200" dirty="0"/>
        </a:p>
      </dsp:txBody>
      <dsp:txXfrm>
        <a:off x="3306895" y="1439404"/>
        <a:ext cx="2054303" cy="1232582"/>
      </dsp:txXfrm>
    </dsp:sp>
    <dsp:sp modelId="{47C6C716-7560-49EB-8346-097700CB0DEA}">
      <dsp:nvSpPr>
        <dsp:cNvPr id="0" name=""/>
        <dsp:cNvSpPr/>
      </dsp:nvSpPr>
      <dsp:spPr>
        <a:xfrm>
          <a:off x="5566629" y="1439404"/>
          <a:ext cx="2054303" cy="1232582"/>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AU" sz="1800" kern="1200" dirty="0"/>
            <a:t>is violent, aggressive or forces them to do sexual things against their will</a:t>
          </a:r>
          <a:endParaRPr lang="en-US" sz="1800" kern="1200" dirty="0"/>
        </a:p>
      </dsp:txBody>
      <dsp:txXfrm>
        <a:off x="5566629" y="1439404"/>
        <a:ext cx="2054303" cy="1232582"/>
      </dsp:txXfrm>
    </dsp:sp>
    <dsp:sp modelId="{F54BEB30-D4F0-4F9F-B567-E16F9FA33700}">
      <dsp:nvSpPr>
        <dsp:cNvPr id="0" name=""/>
        <dsp:cNvSpPr/>
      </dsp:nvSpPr>
      <dsp:spPr>
        <a:xfrm>
          <a:off x="7826363" y="1439404"/>
          <a:ext cx="2054303" cy="123258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AU" sz="1800" kern="1200" dirty="0"/>
            <a:t>blames them for their own poor behaviour or unhappiness</a:t>
          </a:r>
          <a:endParaRPr lang="en-US" sz="1800" kern="1200" dirty="0"/>
        </a:p>
      </dsp:txBody>
      <dsp:txXfrm>
        <a:off x="7826363" y="1439404"/>
        <a:ext cx="2054303" cy="1232582"/>
      </dsp:txXfrm>
    </dsp:sp>
    <dsp:sp modelId="{86F225F2-46F2-4E22-945F-4DAE54A31676}">
      <dsp:nvSpPr>
        <dsp:cNvPr id="0" name=""/>
        <dsp:cNvSpPr/>
      </dsp:nvSpPr>
      <dsp:spPr>
        <a:xfrm>
          <a:off x="3306895" y="2877417"/>
          <a:ext cx="2054303" cy="123258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AU" sz="1800" kern="1200" dirty="0"/>
            <a:t>limits their access to money, the phone or car</a:t>
          </a:r>
          <a:endParaRPr lang="en-US" sz="1800" kern="1200" dirty="0"/>
        </a:p>
      </dsp:txBody>
      <dsp:txXfrm>
        <a:off x="3306895" y="2877417"/>
        <a:ext cx="2054303" cy="1232582"/>
      </dsp:txXfrm>
    </dsp:sp>
    <dsp:sp modelId="{B170094A-E4A5-456A-BBFE-68971BA07B0B}">
      <dsp:nvSpPr>
        <dsp:cNvPr id="0" name=""/>
        <dsp:cNvSpPr/>
      </dsp:nvSpPr>
      <dsp:spPr>
        <a:xfrm>
          <a:off x="5566629" y="2877417"/>
          <a:ext cx="2054303" cy="1232582"/>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AU" sz="1800" kern="1200" dirty="0"/>
            <a:t>threatens to ‘out’ them to their family, friends, or employer</a:t>
          </a:r>
          <a:endParaRPr lang="en-US" sz="1800" kern="1200" dirty="0"/>
        </a:p>
      </dsp:txBody>
      <dsp:txXfrm>
        <a:off x="5566629" y="2877417"/>
        <a:ext cx="2054303" cy="12325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5AA3F5-83E0-4005-ADE0-299D822E9135}">
      <dsp:nvSpPr>
        <dsp:cNvPr id="0" name=""/>
        <dsp:cNvSpPr/>
      </dsp:nvSpPr>
      <dsp:spPr>
        <a:xfrm>
          <a:off x="0" y="3276390"/>
          <a:ext cx="10515600" cy="107538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AU" sz="2000" kern="1200"/>
            <a:t>Each number represents the type of abuse the student needs to become an ‘expert’ on. </a:t>
          </a:r>
          <a:endParaRPr lang="en-US" sz="2000" kern="1200"/>
        </a:p>
      </dsp:txBody>
      <dsp:txXfrm>
        <a:off x="0" y="3276390"/>
        <a:ext cx="10515600" cy="1075384"/>
      </dsp:txXfrm>
    </dsp:sp>
    <dsp:sp modelId="{0AEF1050-C474-471E-9ADE-86EAAEF88C93}">
      <dsp:nvSpPr>
        <dsp:cNvPr id="0" name=""/>
        <dsp:cNvSpPr/>
      </dsp:nvSpPr>
      <dsp:spPr>
        <a:xfrm rot="10800000">
          <a:off x="0" y="1638579"/>
          <a:ext cx="10515600" cy="1653941"/>
        </a:xfrm>
        <a:prstGeom prst="upArrowCallou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AU" sz="2000" kern="1200"/>
            <a:t>Each person has a number</a:t>
          </a:r>
          <a:endParaRPr lang="en-US" sz="2000" kern="1200"/>
        </a:p>
      </dsp:txBody>
      <dsp:txXfrm rot="-10800000">
        <a:off x="0" y="1638579"/>
        <a:ext cx="10515600" cy="580533"/>
      </dsp:txXfrm>
    </dsp:sp>
    <dsp:sp modelId="{C56B168C-91B9-4276-9EC5-AEBB830638D9}">
      <dsp:nvSpPr>
        <dsp:cNvPr id="0" name=""/>
        <dsp:cNvSpPr/>
      </dsp:nvSpPr>
      <dsp:spPr>
        <a:xfrm>
          <a:off x="1283" y="2219113"/>
          <a:ext cx="2102606" cy="494528"/>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a:lnSpc>
              <a:spcPct val="90000"/>
            </a:lnSpc>
            <a:spcBef>
              <a:spcPct val="0"/>
            </a:spcBef>
            <a:spcAft>
              <a:spcPct val="35000"/>
            </a:spcAft>
            <a:buNone/>
          </a:pPr>
          <a:r>
            <a:rPr lang="en-AU" sz="1400" kern="1200"/>
            <a:t>1 = tallest person</a:t>
          </a:r>
          <a:endParaRPr lang="en-US" sz="1400" kern="1200"/>
        </a:p>
      </dsp:txBody>
      <dsp:txXfrm>
        <a:off x="1283" y="2219113"/>
        <a:ext cx="2102606" cy="494528"/>
      </dsp:txXfrm>
    </dsp:sp>
    <dsp:sp modelId="{F3EA7B19-8564-42F2-A305-B15E8AEE45B5}">
      <dsp:nvSpPr>
        <dsp:cNvPr id="0" name=""/>
        <dsp:cNvSpPr/>
      </dsp:nvSpPr>
      <dsp:spPr>
        <a:xfrm>
          <a:off x="2103890" y="2219113"/>
          <a:ext cx="2102606" cy="494528"/>
        </a:xfrm>
        <a:prstGeom prst="rect">
          <a:avLst/>
        </a:prstGeom>
        <a:solidFill>
          <a:schemeClr val="accent5">
            <a:tint val="40000"/>
            <a:alpha val="90000"/>
            <a:hueOff val="-1684941"/>
            <a:satOff val="-5708"/>
            <a:lumOff val="-732"/>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a:lnSpc>
              <a:spcPct val="90000"/>
            </a:lnSpc>
            <a:spcBef>
              <a:spcPct val="0"/>
            </a:spcBef>
            <a:spcAft>
              <a:spcPct val="35000"/>
            </a:spcAft>
            <a:buNone/>
          </a:pPr>
          <a:r>
            <a:rPr lang="en-AU" sz="1400" kern="1200"/>
            <a:t>2 = biggest foot</a:t>
          </a:r>
          <a:endParaRPr lang="en-US" sz="1400" kern="1200"/>
        </a:p>
      </dsp:txBody>
      <dsp:txXfrm>
        <a:off x="2103890" y="2219113"/>
        <a:ext cx="2102606" cy="494528"/>
      </dsp:txXfrm>
    </dsp:sp>
    <dsp:sp modelId="{EFD4A44E-08E8-4D5C-AAC2-A93B32323A1C}">
      <dsp:nvSpPr>
        <dsp:cNvPr id="0" name=""/>
        <dsp:cNvSpPr/>
      </dsp:nvSpPr>
      <dsp:spPr>
        <a:xfrm>
          <a:off x="4206496" y="2219113"/>
          <a:ext cx="2102606" cy="494528"/>
        </a:xfrm>
        <a:prstGeom prst="rect">
          <a:avLst/>
        </a:prstGeom>
        <a:solidFill>
          <a:schemeClr val="accent5">
            <a:tint val="40000"/>
            <a:alpha val="90000"/>
            <a:hueOff val="-3369881"/>
            <a:satOff val="-11416"/>
            <a:lumOff val="-1464"/>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a:lnSpc>
              <a:spcPct val="90000"/>
            </a:lnSpc>
            <a:spcBef>
              <a:spcPct val="0"/>
            </a:spcBef>
            <a:spcAft>
              <a:spcPct val="35000"/>
            </a:spcAft>
            <a:buNone/>
          </a:pPr>
          <a:r>
            <a:rPr lang="en-AU" sz="1400" kern="1200"/>
            <a:t>3 = longest hair </a:t>
          </a:r>
          <a:endParaRPr lang="en-US" sz="1400" kern="1200"/>
        </a:p>
      </dsp:txBody>
      <dsp:txXfrm>
        <a:off x="4206496" y="2219113"/>
        <a:ext cx="2102606" cy="494528"/>
      </dsp:txXfrm>
    </dsp:sp>
    <dsp:sp modelId="{BD20FCBC-B318-4B2E-ACF6-0D6EF44CE808}">
      <dsp:nvSpPr>
        <dsp:cNvPr id="0" name=""/>
        <dsp:cNvSpPr/>
      </dsp:nvSpPr>
      <dsp:spPr>
        <a:xfrm>
          <a:off x="6309103" y="2219113"/>
          <a:ext cx="2102606" cy="494528"/>
        </a:xfrm>
        <a:prstGeom prst="rect">
          <a:avLst/>
        </a:prstGeom>
        <a:solidFill>
          <a:schemeClr val="accent5">
            <a:tint val="40000"/>
            <a:alpha val="90000"/>
            <a:hueOff val="-5054821"/>
            <a:satOff val="-17124"/>
            <a:lumOff val="-2196"/>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a:lnSpc>
              <a:spcPct val="90000"/>
            </a:lnSpc>
            <a:spcBef>
              <a:spcPct val="0"/>
            </a:spcBef>
            <a:spcAft>
              <a:spcPct val="35000"/>
            </a:spcAft>
            <a:buNone/>
          </a:pPr>
          <a:r>
            <a:rPr lang="en-AU" sz="1400" kern="1200"/>
            <a:t>4 = whoever wins a rock off against number 5</a:t>
          </a:r>
          <a:endParaRPr lang="en-US" sz="1400" kern="1200"/>
        </a:p>
      </dsp:txBody>
      <dsp:txXfrm>
        <a:off x="6309103" y="2219113"/>
        <a:ext cx="2102606" cy="494528"/>
      </dsp:txXfrm>
    </dsp:sp>
    <dsp:sp modelId="{6C450B32-4919-477E-9D61-9CDF7B920F78}">
      <dsp:nvSpPr>
        <dsp:cNvPr id="0" name=""/>
        <dsp:cNvSpPr/>
      </dsp:nvSpPr>
      <dsp:spPr>
        <a:xfrm>
          <a:off x="8411709" y="2219113"/>
          <a:ext cx="2102606" cy="494528"/>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a:lnSpc>
              <a:spcPct val="90000"/>
            </a:lnSpc>
            <a:spcBef>
              <a:spcPct val="0"/>
            </a:spcBef>
            <a:spcAft>
              <a:spcPct val="35000"/>
            </a:spcAft>
            <a:buNone/>
          </a:pPr>
          <a:r>
            <a:rPr lang="en-AU" sz="1400" kern="1200"/>
            <a:t>5 = whoever loses the rock off against number 4</a:t>
          </a:r>
          <a:endParaRPr lang="en-US" sz="1400" kern="1200"/>
        </a:p>
      </dsp:txBody>
      <dsp:txXfrm>
        <a:off x="8411709" y="2219113"/>
        <a:ext cx="2102606" cy="494528"/>
      </dsp:txXfrm>
    </dsp:sp>
    <dsp:sp modelId="{7FD5D040-919D-4DA3-86CD-D58A87B2E361}">
      <dsp:nvSpPr>
        <dsp:cNvPr id="0" name=""/>
        <dsp:cNvSpPr/>
      </dsp:nvSpPr>
      <dsp:spPr>
        <a:xfrm rot="10800000">
          <a:off x="0" y="769"/>
          <a:ext cx="10515600" cy="1653941"/>
        </a:xfrm>
        <a:prstGeom prst="upArrowCallou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AU" sz="2000" kern="1200"/>
            <a:t>Students are in groups of 5.</a:t>
          </a:r>
          <a:endParaRPr lang="en-US" sz="2000" kern="1200"/>
        </a:p>
      </dsp:txBody>
      <dsp:txXfrm rot="10800000">
        <a:off x="0" y="769"/>
        <a:ext cx="10515600" cy="107468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CB1939-13D2-3043-B900-CB471FAF4AFE}">
      <dsp:nvSpPr>
        <dsp:cNvPr id="0" name=""/>
        <dsp:cNvSpPr/>
      </dsp:nvSpPr>
      <dsp:spPr>
        <a:xfrm>
          <a:off x="1283" y="507350"/>
          <a:ext cx="4505585" cy="2861046"/>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F0613047-BC37-884C-9830-3FA7DC36A60D}">
      <dsp:nvSpPr>
        <dsp:cNvPr id="0" name=""/>
        <dsp:cNvSpPr/>
      </dsp:nvSpPr>
      <dsp:spPr>
        <a:xfrm>
          <a:off x="501904" y="982940"/>
          <a:ext cx="4505585" cy="2861046"/>
        </a:xfrm>
        <a:prstGeom prst="roundRect">
          <a:avLst>
            <a:gd name="adj" fmla="val 10000"/>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AU" sz="1800" kern="1200" dirty="0"/>
            <a:t>Physical abuse happens when a person uses physical force against another person. </a:t>
          </a:r>
        </a:p>
        <a:p>
          <a:pPr marL="0" lvl="0" indent="0" algn="ctr" defTabSz="800100">
            <a:lnSpc>
              <a:spcPct val="90000"/>
            </a:lnSpc>
            <a:spcBef>
              <a:spcPct val="0"/>
            </a:spcBef>
            <a:spcAft>
              <a:spcPct val="35000"/>
            </a:spcAft>
            <a:buNone/>
          </a:pPr>
          <a:r>
            <a:rPr lang="en-AU" sz="1800" kern="1200" dirty="0"/>
            <a:t>Physical abuse can start slowly and inconspicuously, for example with throwing an object or a slap, and get more intense or worse over time. </a:t>
          </a:r>
        </a:p>
        <a:p>
          <a:pPr marL="0" lvl="0" indent="0" algn="ctr" defTabSz="800100">
            <a:lnSpc>
              <a:spcPct val="90000"/>
            </a:lnSpc>
            <a:spcBef>
              <a:spcPct val="0"/>
            </a:spcBef>
            <a:spcAft>
              <a:spcPct val="35000"/>
            </a:spcAft>
            <a:buNone/>
          </a:pPr>
          <a:r>
            <a:rPr lang="en-AU" sz="1800" kern="1200" dirty="0"/>
            <a:t>A person can experience many different types of physical abuse. </a:t>
          </a:r>
          <a:endParaRPr lang="en-US" sz="1800" kern="1200" dirty="0"/>
        </a:p>
      </dsp:txBody>
      <dsp:txXfrm>
        <a:off x="585701" y="1066737"/>
        <a:ext cx="4337991" cy="2693452"/>
      </dsp:txXfrm>
    </dsp:sp>
    <dsp:sp modelId="{29946838-FEE1-184B-A6AD-C60F37E770B0}">
      <dsp:nvSpPr>
        <dsp:cNvPr id="0" name=""/>
        <dsp:cNvSpPr/>
      </dsp:nvSpPr>
      <dsp:spPr>
        <a:xfrm>
          <a:off x="5508110" y="507350"/>
          <a:ext cx="4505585" cy="2861046"/>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99D8178B-D49E-6D41-B62B-1B0B13E1BC9C}">
      <dsp:nvSpPr>
        <dsp:cNvPr id="0" name=""/>
        <dsp:cNvSpPr/>
      </dsp:nvSpPr>
      <dsp:spPr>
        <a:xfrm>
          <a:off x="6008730" y="982940"/>
          <a:ext cx="4505585" cy="2861046"/>
        </a:xfrm>
        <a:prstGeom prst="roundRect">
          <a:avLst>
            <a:gd name="adj" fmla="val 10000"/>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AU" sz="1800" kern="1200" dirty="0"/>
            <a:t>Physical abuse includes shaking, slapping, pushing, punching or scratching, kicking, spitting or biting, trying to strangle or choke, using weapons, driving dangerously, destroying property and throwing things, abuse of children or pets, locking someone out of their house or in the house, sleep and food deprivation, forced feeding, physical restraint e.g., pinning against the wall or bed.</a:t>
          </a:r>
          <a:endParaRPr lang="en-US" sz="1800" kern="1200" dirty="0"/>
        </a:p>
      </dsp:txBody>
      <dsp:txXfrm>
        <a:off x="6092527" y="1066737"/>
        <a:ext cx="4337991" cy="269345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DD2E34-B2F5-6845-A38C-5E9BF577AC35}">
      <dsp:nvSpPr>
        <dsp:cNvPr id="0" name=""/>
        <dsp:cNvSpPr/>
      </dsp:nvSpPr>
      <dsp:spPr>
        <a:xfrm>
          <a:off x="1283" y="507350"/>
          <a:ext cx="4505585" cy="28610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69A627-C6B2-9348-8B69-A2B44ABC13D7}">
      <dsp:nvSpPr>
        <dsp:cNvPr id="0" name=""/>
        <dsp:cNvSpPr/>
      </dsp:nvSpPr>
      <dsp:spPr>
        <a:xfrm>
          <a:off x="501904" y="982940"/>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AU" sz="2000" kern="1200" dirty="0"/>
            <a:t>Verbal abuse is a key feature of emotionally abusive relationships. </a:t>
          </a:r>
        </a:p>
        <a:p>
          <a:pPr marL="0" lvl="0" indent="0" algn="ctr" defTabSz="889000">
            <a:lnSpc>
              <a:spcPct val="90000"/>
            </a:lnSpc>
            <a:spcBef>
              <a:spcPct val="0"/>
            </a:spcBef>
            <a:spcAft>
              <a:spcPct val="35000"/>
            </a:spcAft>
            <a:buNone/>
          </a:pPr>
          <a:r>
            <a:rPr lang="en-AU" sz="2000" kern="1200" dirty="0"/>
            <a:t>The perpetrator consistently makes statements that negatively label a person. </a:t>
          </a:r>
        </a:p>
        <a:p>
          <a:pPr marL="0" lvl="0" indent="0" algn="ctr" defTabSz="889000">
            <a:lnSpc>
              <a:spcPct val="90000"/>
            </a:lnSpc>
            <a:spcBef>
              <a:spcPct val="0"/>
            </a:spcBef>
            <a:spcAft>
              <a:spcPct val="35000"/>
            </a:spcAft>
            <a:buNone/>
          </a:pPr>
          <a:r>
            <a:rPr lang="en-AU" sz="2000" kern="1200" dirty="0"/>
            <a:t>This has a serious impact on the self-esteem and confidence of the person experiencing the verbal abuse.</a:t>
          </a:r>
          <a:endParaRPr lang="en-US" sz="2000" kern="1200" dirty="0"/>
        </a:p>
      </dsp:txBody>
      <dsp:txXfrm>
        <a:off x="585701" y="1066737"/>
        <a:ext cx="4337991" cy="2693452"/>
      </dsp:txXfrm>
    </dsp:sp>
    <dsp:sp modelId="{D36A15FD-0170-5648-A8F5-5F8AE2EE0C61}">
      <dsp:nvSpPr>
        <dsp:cNvPr id="0" name=""/>
        <dsp:cNvSpPr/>
      </dsp:nvSpPr>
      <dsp:spPr>
        <a:xfrm>
          <a:off x="5508110" y="507350"/>
          <a:ext cx="4505585" cy="28610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CD888F-82A2-4847-B0E6-FEB8A659385B}">
      <dsp:nvSpPr>
        <dsp:cNvPr id="0" name=""/>
        <dsp:cNvSpPr/>
      </dsp:nvSpPr>
      <dsp:spPr>
        <a:xfrm>
          <a:off x="6008730" y="982940"/>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AU" sz="2000" kern="1200" dirty="0"/>
            <a:t>Signs of verbal abuse include angry yelling, but it also includes cold statements designed to humiliate a person, name-calling, continuous criticism, swearing and humiliation in public or in private, attacks on someone’s intelligence, body or parenting, yelling.</a:t>
          </a:r>
          <a:endParaRPr lang="en-US" sz="2000" kern="1200" dirty="0"/>
        </a:p>
      </dsp:txBody>
      <dsp:txXfrm>
        <a:off x="6092527" y="1066737"/>
        <a:ext cx="4337991" cy="269345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72BEE7-1E05-1D48-A4CA-7978FAD73D1F}">
      <dsp:nvSpPr>
        <dsp:cNvPr id="0" name=""/>
        <dsp:cNvSpPr/>
      </dsp:nvSpPr>
      <dsp:spPr>
        <a:xfrm>
          <a:off x="1283" y="685327"/>
          <a:ext cx="4505585" cy="3867820"/>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8561E95B-1D2F-0648-BD13-BEDE8E96C46A}">
      <dsp:nvSpPr>
        <dsp:cNvPr id="0" name=""/>
        <dsp:cNvSpPr/>
      </dsp:nvSpPr>
      <dsp:spPr>
        <a:xfrm>
          <a:off x="501904" y="1160916"/>
          <a:ext cx="4505585" cy="3867820"/>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AU" sz="1800" kern="1200" dirty="0"/>
            <a:t>Emotional abuse does not leave physical scars, but it can have a big impact on a person’s mental health and wellbeing. </a:t>
          </a:r>
        </a:p>
        <a:p>
          <a:pPr marL="0" lvl="0" indent="0" algn="ctr" defTabSz="800100">
            <a:lnSpc>
              <a:spcPct val="90000"/>
            </a:lnSpc>
            <a:spcBef>
              <a:spcPct val="0"/>
            </a:spcBef>
            <a:spcAft>
              <a:spcPct val="35000"/>
            </a:spcAft>
            <a:buNone/>
          </a:pPr>
          <a:r>
            <a:rPr lang="en-AU" sz="1800" kern="1200" dirty="0"/>
            <a:t>Someone experiencing emotional abuse can feel anxious, depressed, and even suicidal.</a:t>
          </a:r>
        </a:p>
        <a:p>
          <a:pPr marL="0" lvl="0" indent="0" algn="ctr" defTabSz="800100">
            <a:lnSpc>
              <a:spcPct val="90000"/>
            </a:lnSpc>
            <a:spcBef>
              <a:spcPct val="0"/>
            </a:spcBef>
            <a:spcAft>
              <a:spcPct val="35000"/>
            </a:spcAft>
            <a:buNone/>
          </a:pPr>
          <a:r>
            <a:rPr lang="en-AU" sz="1800" kern="1200" dirty="0"/>
            <a:t> Perpetrators of emotional abuse use it to take away a person’s independence, confidence, and self-esteem. This helps the perpetrator maintain power and control in the relationship. Physically abusive relationships often include aspects of emotional abuse.</a:t>
          </a:r>
          <a:endParaRPr lang="en-US" sz="1800" kern="1200" dirty="0"/>
        </a:p>
      </dsp:txBody>
      <dsp:txXfrm>
        <a:off x="615189" y="1274201"/>
        <a:ext cx="4279015" cy="3641250"/>
      </dsp:txXfrm>
    </dsp:sp>
    <dsp:sp modelId="{9F1CE3FE-4CC3-304C-8408-62C89EC83EBE}">
      <dsp:nvSpPr>
        <dsp:cNvPr id="0" name=""/>
        <dsp:cNvSpPr/>
      </dsp:nvSpPr>
      <dsp:spPr>
        <a:xfrm>
          <a:off x="5508110" y="685327"/>
          <a:ext cx="4505585" cy="3899234"/>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859740D2-4931-8144-AB89-7819DA24951E}">
      <dsp:nvSpPr>
        <dsp:cNvPr id="0" name=""/>
        <dsp:cNvSpPr/>
      </dsp:nvSpPr>
      <dsp:spPr>
        <a:xfrm>
          <a:off x="6008730" y="1160916"/>
          <a:ext cx="4505585" cy="3899234"/>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AU" sz="2000" kern="1200" dirty="0"/>
            <a:t>The signs of emotional abuse can be difficult to identify, especially because it is non-physical blaming a partner for all the problems in a relationship, constantly comparing them with others to undermine their self-esteem and self-worth, intentionally embarrassing them in public, name calling, yelling, insulting or swearing at them, telling them what to wear, preventing them from seeing their friends and family, stalking, threatening suicide.</a:t>
          </a:r>
          <a:endParaRPr lang="en-US" sz="2000" kern="1200" dirty="0"/>
        </a:p>
      </dsp:txBody>
      <dsp:txXfrm>
        <a:off x="6122935" y="1275121"/>
        <a:ext cx="4277175" cy="367082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CB1939-13D2-3043-B900-CB471FAF4AFE}">
      <dsp:nvSpPr>
        <dsp:cNvPr id="0" name=""/>
        <dsp:cNvSpPr/>
      </dsp:nvSpPr>
      <dsp:spPr>
        <a:xfrm>
          <a:off x="1283" y="507350"/>
          <a:ext cx="4505585" cy="2861046"/>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F0613047-BC37-884C-9830-3FA7DC36A60D}">
      <dsp:nvSpPr>
        <dsp:cNvPr id="0" name=""/>
        <dsp:cNvSpPr/>
      </dsp:nvSpPr>
      <dsp:spPr>
        <a:xfrm>
          <a:off x="501904" y="982940"/>
          <a:ext cx="4505585" cy="2861046"/>
        </a:xfrm>
        <a:prstGeom prst="roundRect">
          <a:avLst>
            <a:gd name="adj" fmla="val 10000"/>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AU" sz="2000" kern="1200" dirty="0">
              <a:effectLst/>
              <a:latin typeface="Calibri" panose="020F0502020204030204" pitchFamily="34" charset="0"/>
              <a:ea typeface="Calibri" panose="020F0502020204030204" pitchFamily="34" charset="0"/>
              <a:cs typeface="Times New Roman" panose="02020603050405020304" pitchFamily="18" charset="0"/>
            </a:rPr>
            <a:t>Financial abuse can be subtle, with a perpetrator gradually taking control over bank accounts and financial transactions. </a:t>
          </a:r>
        </a:p>
        <a:p>
          <a:pPr marL="0" lvl="0" indent="0" algn="ctr" defTabSz="889000">
            <a:lnSpc>
              <a:spcPct val="90000"/>
            </a:lnSpc>
            <a:spcBef>
              <a:spcPct val="0"/>
            </a:spcBef>
            <a:spcAft>
              <a:spcPct val="35000"/>
            </a:spcAft>
            <a:buNone/>
          </a:pPr>
          <a:r>
            <a:rPr lang="en-AU" sz="2000" kern="1200" dirty="0">
              <a:effectLst/>
              <a:latin typeface="Calibri" panose="020F0502020204030204" pitchFamily="34" charset="0"/>
              <a:ea typeface="Calibri" panose="020F0502020204030204" pitchFamily="34" charset="0"/>
              <a:cs typeface="Times New Roman" panose="02020603050405020304" pitchFamily="18" charset="0"/>
            </a:rPr>
            <a:t>Financial abuse can also be obvious, violent, and threatening. </a:t>
          </a:r>
        </a:p>
        <a:p>
          <a:pPr marL="0" lvl="0" indent="0" algn="ctr" defTabSz="889000">
            <a:lnSpc>
              <a:spcPct val="90000"/>
            </a:lnSpc>
            <a:spcBef>
              <a:spcPct val="0"/>
            </a:spcBef>
            <a:spcAft>
              <a:spcPct val="35000"/>
            </a:spcAft>
            <a:buNone/>
          </a:pPr>
          <a:r>
            <a:rPr lang="en-AU" sz="2000" kern="1200" dirty="0">
              <a:effectLst/>
              <a:latin typeface="Calibri" panose="020F0502020204030204" pitchFamily="34" charset="0"/>
              <a:ea typeface="Calibri" panose="020F0502020204030204" pitchFamily="34" charset="0"/>
              <a:cs typeface="Times New Roman" panose="02020603050405020304" pitchFamily="18" charset="0"/>
            </a:rPr>
            <a:t>For example, someone may forbid their partner from working or spending their wages.</a:t>
          </a:r>
          <a:endParaRPr lang="en-US" sz="2000" kern="1200" dirty="0"/>
        </a:p>
      </dsp:txBody>
      <dsp:txXfrm>
        <a:off x="585701" y="1066737"/>
        <a:ext cx="4337991" cy="2693452"/>
      </dsp:txXfrm>
    </dsp:sp>
    <dsp:sp modelId="{29946838-FEE1-184B-A6AD-C60F37E770B0}">
      <dsp:nvSpPr>
        <dsp:cNvPr id="0" name=""/>
        <dsp:cNvSpPr/>
      </dsp:nvSpPr>
      <dsp:spPr>
        <a:xfrm>
          <a:off x="5508110" y="507350"/>
          <a:ext cx="4505585" cy="2861046"/>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99D8178B-D49E-6D41-B62B-1B0B13E1BC9C}">
      <dsp:nvSpPr>
        <dsp:cNvPr id="0" name=""/>
        <dsp:cNvSpPr/>
      </dsp:nvSpPr>
      <dsp:spPr>
        <a:xfrm>
          <a:off x="6008730" y="982940"/>
          <a:ext cx="4505585" cy="2861046"/>
        </a:xfrm>
        <a:prstGeom prst="roundRect">
          <a:avLst>
            <a:gd name="adj" fmla="val 10000"/>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AU" sz="1600" kern="1200" dirty="0">
              <a:effectLst/>
              <a:latin typeface="Calibri" panose="020F0502020204030204" pitchFamily="34" charset="0"/>
              <a:ea typeface="Calibri" panose="020F0502020204030204" pitchFamily="34" charset="0"/>
              <a:cs typeface="Times New Roman" panose="02020603050405020304" pitchFamily="18" charset="0"/>
            </a:rPr>
            <a:t>Financial abuse includes someone taking complete control of finances and money, restricting access to bank accounts, providing an inadequate allowance and monitoring what their partner spends money on, forbidding a partner to work, taking a partner’s pay and not allowing them to access it, preventing them from getting to work by taking their keys or car, identity theft to secure credit, using their credit card without their permission, refusing to work or contribute to household expenses.</a:t>
          </a:r>
          <a:endParaRPr lang="en-US" sz="1600" kern="1200" dirty="0"/>
        </a:p>
      </dsp:txBody>
      <dsp:txXfrm>
        <a:off x="6092527" y="1066737"/>
        <a:ext cx="4337991" cy="269345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6C5AF7-03EB-1B4E-A50A-60BCF5D12276}">
      <dsp:nvSpPr>
        <dsp:cNvPr id="0" name=""/>
        <dsp:cNvSpPr/>
      </dsp:nvSpPr>
      <dsp:spPr>
        <a:xfrm>
          <a:off x="1283" y="57522"/>
          <a:ext cx="4505585" cy="376070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FAE6A9-2588-A44B-B886-F463544E240F}">
      <dsp:nvSpPr>
        <dsp:cNvPr id="0" name=""/>
        <dsp:cNvSpPr/>
      </dsp:nvSpPr>
      <dsp:spPr>
        <a:xfrm>
          <a:off x="501904" y="533112"/>
          <a:ext cx="4505585" cy="376070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AU" sz="1700" kern="1200" dirty="0"/>
            <a:t>Sexual abuse is any form of forced or unwanted sexual activity. </a:t>
          </a:r>
        </a:p>
        <a:p>
          <a:pPr marL="0" lvl="0" indent="0" algn="ctr" defTabSz="755650">
            <a:lnSpc>
              <a:spcPct val="90000"/>
            </a:lnSpc>
            <a:spcBef>
              <a:spcPct val="0"/>
            </a:spcBef>
            <a:spcAft>
              <a:spcPct val="35000"/>
            </a:spcAft>
            <a:buNone/>
          </a:pPr>
          <a:r>
            <a:rPr lang="en-AU" sz="1700" kern="1200" dirty="0"/>
            <a:t>The perpetrator of sexual abuse may use physical force, make threats, or take advantage of a person unable to give consent. </a:t>
          </a:r>
        </a:p>
        <a:p>
          <a:pPr marL="0" lvl="0" indent="0" algn="ctr" defTabSz="755650">
            <a:lnSpc>
              <a:spcPct val="90000"/>
            </a:lnSpc>
            <a:spcBef>
              <a:spcPct val="0"/>
            </a:spcBef>
            <a:spcAft>
              <a:spcPct val="35000"/>
            </a:spcAft>
            <a:buNone/>
          </a:pPr>
          <a:r>
            <a:rPr lang="en-AU" sz="1700" kern="1200" dirty="0"/>
            <a:t>Sexual abuse mainly happens between people who know each other and can occur in the context of domestic violence. </a:t>
          </a:r>
        </a:p>
        <a:p>
          <a:pPr marL="0" lvl="0" indent="0" algn="ctr" defTabSz="755650">
            <a:lnSpc>
              <a:spcPct val="90000"/>
            </a:lnSpc>
            <a:spcBef>
              <a:spcPct val="0"/>
            </a:spcBef>
            <a:spcAft>
              <a:spcPct val="35000"/>
            </a:spcAft>
            <a:buNone/>
          </a:pPr>
          <a:r>
            <a:rPr lang="en-AU" sz="1700" kern="1200" dirty="0"/>
            <a:t>Sexual abuse has impacts on a person’s physical and emotional health. It can lead to long-term mental health issues, including anxiety and post-traumatic stress disorder.</a:t>
          </a:r>
          <a:endParaRPr lang="en-US" sz="1700" kern="1200" dirty="0"/>
        </a:p>
      </dsp:txBody>
      <dsp:txXfrm>
        <a:off x="612051" y="643259"/>
        <a:ext cx="4285291" cy="3540408"/>
      </dsp:txXfrm>
    </dsp:sp>
    <dsp:sp modelId="{792169D1-2836-0A4D-9369-9C86BC2B5028}">
      <dsp:nvSpPr>
        <dsp:cNvPr id="0" name=""/>
        <dsp:cNvSpPr/>
      </dsp:nvSpPr>
      <dsp:spPr>
        <a:xfrm>
          <a:off x="5508110" y="57522"/>
          <a:ext cx="4505585" cy="376070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C41BA5-7DB2-154D-9EE7-755525A9561E}">
      <dsp:nvSpPr>
        <dsp:cNvPr id="0" name=""/>
        <dsp:cNvSpPr/>
      </dsp:nvSpPr>
      <dsp:spPr>
        <a:xfrm>
          <a:off x="6008730" y="533112"/>
          <a:ext cx="4505585" cy="376070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AU" sz="2000" kern="1200" dirty="0"/>
            <a:t>Sexual abuse includes rape, deliberately causing pain during sex, assaulting the genitals, forced sex without protection against pregnancy or sexually transmitted infections (STIs).</a:t>
          </a:r>
          <a:endParaRPr lang="en-US" sz="2000" kern="1200" dirty="0"/>
        </a:p>
      </dsp:txBody>
      <dsp:txXfrm>
        <a:off x="6118877" y="643259"/>
        <a:ext cx="4285291" cy="3540408"/>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1D8AB0-823E-BC43-B6E2-654A40F2AE32}" type="datetimeFigureOut">
              <a:rPr lang="en-US" smtClean="0"/>
              <a:t>11/10/2023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FA5B9A-3C2C-634F-8582-DEDD16CFA49C}" type="slidenum">
              <a:rPr lang="en-US" smtClean="0"/>
              <a:t>‹#›</a:t>
            </a:fld>
            <a:endParaRPr lang="en-US"/>
          </a:p>
        </p:txBody>
      </p:sp>
    </p:spTree>
    <p:extLst>
      <p:ext uri="{BB962C8B-B14F-4D97-AF65-F5344CB8AC3E}">
        <p14:creationId xmlns:p14="http://schemas.microsoft.com/office/powerpoint/2010/main" val="2294884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Examples are on the next slide.</a:t>
            </a:r>
          </a:p>
        </p:txBody>
      </p:sp>
      <p:sp>
        <p:nvSpPr>
          <p:cNvPr id="4" name="Slide Number Placeholder 3"/>
          <p:cNvSpPr>
            <a:spLocks noGrp="1"/>
          </p:cNvSpPr>
          <p:nvPr>
            <p:ph type="sldNum" sz="quarter" idx="5"/>
          </p:nvPr>
        </p:nvSpPr>
        <p:spPr/>
        <p:txBody>
          <a:bodyPr/>
          <a:lstStyle/>
          <a:p>
            <a:fld id="{6CFA5B9A-3C2C-634F-8582-DEDD16CFA49C}" type="slidenum">
              <a:rPr lang="en-US" smtClean="0"/>
              <a:t>4</a:t>
            </a:fld>
            <a:endParaRPr lang="en-US"/>
          </a:p>
        </p:txBody>
      </p:sp>
    </p:spTree>
    <p:extLst>
      <p:ext uri="{BB962C8B-B14F-4D97-AF65-F5344CB8AC3E}">
        <p14:creationId xmlns:p14="http://schemas.microsoft.com/office/powerpoint/2010/main" val="20729279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6CFA5B9A-3C2C-634F-8582-DEDD16CFA49C}" type="slidenum">
              <a:rPr lang="en-US" smtClean="0"/>
              <a:t>5</a:t>
            </a:fld>
            <a:endParaRPr lang="en-US"/>
          </a:p>
        </p:txBody>
      </p:sp>
    </p:spTree>
    <p:extLst>
      <p:ext uri="{BB962C8B-B14F-4D97-AF65-F5344CB8AC3E}">
        <p14:creationId xmlns:p14="http://schemas.microsoft.com/office/powerpoint/2010/main" val="4050351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Optional</a:t>
            </a:r>
            <a:r>
              <a:rPr lang="en-US" dirty="0"/>
              <a:t> activity </a:t>
            </a:r>
          </a:p>
        </p:txBody>
      </p:sp>
      <p:sp>
        <p:nvSpPr>
          <p:cNvPr id="4" name="Slide Number Placeholder 3"/>
          <p:cNvSpPr>
            <a:spLocks noGrp="1"/>
          </p:cNvSpPr>
          <p:nvPr>
            <p:ph type="sldNum" sz="quarter" idx="5"/>
          </p:nvPr>
        </p:nvSpPr>
        <p:spPr/>
        <p:txBody>
          <a:bodyPr/>
          <a:lstStyle/>
          <a:p>
            <a:fld id="{6CFA5B9A-3C2C-634F-8582-DEDD16CFA49C}" type="slidenum">
              <a:rPr lang="en-US" smtClean="0"/>
              <a:t>6</a:t>
            </a:fld>
            <a:endParaRPr lang="en-US"/>
          </a:p>
        </p:txBody>
      </p:sp>
    </p:spTree>
    <p:extLst>
      <p:ext uri="{BB962C8B-B14F-4D97-AF65-F5344CB8AC3E}">
        <p14:creationId xmlns:p14="http://schemas.microsoft.com/office/powerpoint/2010/main" val="1651165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https://www.youtube.com/watch?v=4JYyHa03x-U</a:t>
            </a:r>
          </a:p>
          <a:p>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Ask students to share their thoughts.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Bring awareness to potentially unhealthy and abusive behaviours and how they might not always be obvious. </a:t>
            </a:r>
          </a:p>
          <a:p>
            <a:endParaRPr lang="en-AU" dirty="0"/>
          </a:p>
        </p:txBody>
      </p:sp>
      <p:sp>
        <p:nvSpPr>
          <p:cNvPr id="4" name="Slide Number Placeholder 3"/>
          <p:cNvSpPr>
            <a:spLocks noGrp="1"/>
          </p:cNvSpPr>
          <p:nvPr>
            <p:ph type="sldNum" sz="quarter" idx="5"/>
          </p:nvPr>
        </p:nvSpPr>
        <p:spPr/>
        <p:txBody>
          <a:bodyPr/>
          <a:lstStyle/>
          <a:p>
            <a:fld id="{6CFA5B9A-3C2C-634F-8582-DEDD16CFA49C}" type="slidenum">
              <a:rPr lang="en-US" smtClean="0"/>
              <a:t>7</a:t>
            </a:fld>
            <a:endParaRPr lang="en-US"/>
          </a:p>
        </p:txBody>
      </p:sp>
    </p:spTree>
    <p:extLst>
      <p:ext uri="{BB962C8B-B14F-4D97-AF65-F5344CB8AC3E}">
        <p14:creationId xmlns:p14="http://schemas.microsoft.com/office/powerpoint/2010/main" val="32832073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Relevant to test</a:t>
            </a:r>
          </a:p>
        </p:txBody>
      </p:sp>
      <p:sp>
        <p:nvSpPr>
          <p:cNvPr id="4" name="Slide Number Placeholder 3"/>
          <p:cNvSpPr>
            <a:spLocks noGrp="1"/>
          </p:cNvSpPr>
          <p:nvPr>
            <p:ph type="sldNum" sz="quarter" idx="5"/>
          </p:nvPr>
        </p:nvSpPr>
        <p:spPr/>
        <p:txBody>
          <a:bodyPr/>
          <a:lstStyle/>
          <a:p>
            <a:fld id="{6CFA5B9A-3C2C-634F-8582-DEDD16CFA49C}" type="slidenum">
              <a:rPr lang="en-US" smtClean="0"/>
              <a:t>8</a:t>
            </a:fld>
            <a:endParaRPr lang="en-US"/>
          </a:p>
        </p:txBody>
      </p:sp>
    </p:spTree>
    <p:extLst>
      <p:ext uri="{BB962C8B-B14F-4D97-AF65-F5344CB8AC3E}">
        <p14:creationId xmlns:p14="http://schemas.microsoft.com/office/powerpoint/2010/main" val="24605494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Relevant to test</a:t>
            </a:r>
          </a:p>
          <a:p>
            <a:endParaRPr lang="en-US" dirty="0"/>
          </a:p>
        </p:txBody>
      </p:sp>
      <p:sp>
        <p:nvSpPr>
          <p:cNvPr id="4" name="Slide Number Placeholder 3"/>
          <p:cNvSpPr>
            <a:spLocks noGrp="1"/>
          </p:cNvSpPr>
          <p:nvPr>
            <p:ph type="sldNum" sz="quarter" idx="5"/>
          </p:nvPr>
        </p:nvSpPr>
        <p:spPr/>
        <p:txBody>
          <a:bodyPr/>
          <a:lstStyle/>
          <a:p>
            <a:fld id="{32C573D7-E80C-4709-9B31-9CF3A42190EB}" type="slidenum">
              <a:rPr lang="en-AU" smtClean="0"/>
              <a:t>9</a:t>
            </a:fld>
            <a:endParaRPr lang="en-AU"/>
          </a:p>
        </p:txBody>
      </p:sp>
    </p:spTree>
    <p:extLst>
      <p:ext uri="{BB962C8B-B14F-4D97-AF65-F5344CB8AC3E}">
        <p14:creationId xmlns:p14="http://schemas.microsoft.com/office/powerpoint/2010/main" val="28161213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are to dot point at least 5 examples into their books.</a:t>
            </a:r>
          </a:p>
        </p:txBody>
      </p:sp>
      <p:sp>
        <p:nvSpPr>
          <p:cNvPr id="4" name="Slide Number Placeholder 3"/>
          <p:cNvSpPr>
            <a:spLocks noGrp="1"/>
          </p:cNvSpPr>
          <p:nvPr>
            <p:ph type="sldNum" sz="quarter" idx="5"/>
          </p:nvPr>
        </p:nvSpPr>
        <p:spPr/>
        <p:txBody>
          <a:bodyPr/>
          <a:lstStyle/>
          <a:p>
            <a:fld id="{6CFA5B9A-3C2C-634F-8582-DEDD16CFA49C}" type="slidenum">
              <a:rPr lang="en-US" smtClean="0"/>
              <a:t>11</a:t>
            </a:fld>
            <a:endParaRPr lang="en-US"/>
          </a:p>
        </p:txBody>
      </p:sp>
    </p:spTree>
    <p:extLst>
      <p:ext uri="{BB962C8B-B14F-4D97-AF65-F5344CB8AC3E}">
        <p14:creationId xmlns:p14="http://schemas.microsoft.com/office/powerpoint/2010/main" val="12844632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Relevant to test</a:t>
            </a:r>
          </a:p>
        </p:txBody>
      </p:sp>
      <p:sp>
        <p:nvSpPr>
          <p:cNvPr id="4" name="Slide Number Placeholder 3"/>
          <p:cNvSpPr>
            <a:spLocks noGrp="1"/>
          </p:cNvSpPr>
          <p:nvPr>
            <p:ph type="sldNum" sz="quarter" idx="5"/>
          </p:nvPr>
        </p:nvSpPr>
        <p:spPr/>
        <p:txBody>
          <a:bodyPr/>
          <a:lstStyle/>
          <a:p>
            <a:fld id="{6CFA5B9A-3C2C-634F-8582-DEDD16CFA49C}" type="slidenum">
              <a:rPr lang="en-US" smtClean="0"/>
              <a:t>12</a:t>
            </a:fld>
            <a:endParaRPr lang="en-US"/>
          </a:p>
        </p:txBody>
      </p:sp>
    </p:spTree>
    <p:extLst>
      <p:ext uri="{BB962C8B-B14F-4D97-AF65-F5344CB8AC3E}">
        <p14:creationId xmlns:p14="http://schemas.microsoft.com/office/powerpoint/2010/main" val="16843606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Relevant to test</a:t>
            </a:r>
          </a:p>
          <a:p>
            <a:r>
              <a:rPr lang="en-US" dirty="0"/>
              <a:t>Students will need to become an expert on one type of abuse. They need to summarise the information and come away with a definition + examples of the type. They will return to their group and share this information. Each student will do the same so that by the end, everyone will have summarised information on each type of abuse. </a:t>
            </a:r>
          </a:p>
          <a:p>
            <a:endParaRPr lang="en-US" dirty="0"/>
          </a:p>
          <a:p>
            <a:r>
              <a:rPr lang="en-US" b="1" dirty="0"/>
              <a:t>Alternative</a:t>
            </a:r>
            <a:r>
              <a:rPr lang="en-US" dirty="0"/>
              <a:t> activity – get students to use the slides that follow to fill in their books. </a:t>
            </a:r>
          </a:p>
        </p:txBody>
      </p:sp>
      <p:sp>
        <p:nvSpPr>
          <p:cNvPr id="4" name="Slide Number Placeholder 3"/>
          <p:cNvSpPr>
            <a:spLocks noGrp="1"/>
          </p:cNvSpPr>
          <p:nvPr>
            <p:ph type="sldNum" sz="quarter" idx="5"/>
          </p:nvPr>
        </p:nvSpPr>
        <p:spPr/>
        <p:txBody>
          <a:bodyPr/>
          <a:lstStyle/>
          <a:p>
            <a:fld id="{6CFA5B9A-3C2C-634F-8582-DEDD16CFA49C}" type="slidenum">
              <a:rPr lang="en-US" smtClean="0"/>
              <a:t>13</a:t>
            </a:fld>
            <a:endParaRPr lang="en-US"/>
          </a:p>
        </p:txBody>
      </p:sp>
    </p:spTree>
    <p:extLst>
      <p:ext uri="{BB962C8B-B14F-4D97-AF65-F5344CB8AC3E}">
        <p14:creationId xmlns:p14="http://schemas.microsoft.com/office/powerpoint/2010/main" val="32072922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Half relevant to test – just make students aware the information is there in their books, and they can refer to these in their test if they choose those types of abuse. </a:t>
            </a:r>
          </a:p>
        </p:txBody>
      </p:sp>
      <p:sp>
        <p:nvSpPr>
          <p:cNvPr id="4" name="Slide Number Placeholder 3"/>
          <p:cNvSpPr>
            <a:spLocks noGrp="1"/>
          </p:cNvSpPr>
          <p:nvPr>
            <p:ph type="sldNum" sz="quarter" idx="5"/>
          </p:nvPr>
        </p:nvSpPr>
        <p:spPr/>
        <p:txBody>
          <a:bodyPr/>
          <a:lstStyle/>
          <a:p>
            <a:fld id="{6CFA5B9A-3C2C-634F-8582-DEDD16CFA49C}" type="slidenum">
              <a:rPr lang="en-US" smtClean="0"/>
              <a:t>19</a:t>
            </a:fld>
            <a:endParaRPr lang="en-US"/>
          </a:p>
        </p:txBody>
      </p:sp>
    </p:spTree>
    <p:extLst>
      <p:ext uri="{BB962C8B-B14F-4D97-AF65-F5344CB8AC3E}">
        <p14:creationId xmlns:p14="http://schemas.microsoft.com/office/powerpoint/2010/main" val="2583247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9AA1A-D8B1-B642-B5FA-034749F000B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A948208-7E1A-2842-9604-D48C8115BD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D9D32A0-8103-2F47-908B-7AC7ADBC45C7}"/>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5" name="Footer Placeholder 4">
            <a:extLst>
              <a:ext uri="{FF2B5EF4-FFF2-40B4-BE49-F238E27FC236}">
                <a16:creationId xmlns:a16="http://schemas.microsoft.com/office/drawing/2014/main" id="{9002523C-BF98-5C47-949E-8CDF6A7D90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FFB279-DBA7-D543-9D04-0ECEA4E43448}"/>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3072331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80EA1-A710-F147-9824-FB42D2C9D2F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BE99643-CDF0-E34C-B40B-9434A83A54D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52F9938-6456-8F4B-9B08-7488A5CFF102}"/>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5" name="Footer Placeholder 4">
            <a:extLst>
              <a:ext uri="{FF2B5EF4-FFF2-40B4-BE49-F238E27FC236}">
                <a16:creationId xmlns:a16="http://schemas.microsoft.com/office/drawing/2014/main" id="{E424C054-08B0-5B44-9711-9BB0C76B38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8AAB5F-5A0F-AA4F-8FD6-F2EE019317FC}"/>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3760073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90EFE-F65D-6F4C-8C4C-DC15EF29CC2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989FE3DD-78E9-D249-943F-5E4AEEE507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2EB39EF-E1B2-B64F-AAD4-20D3914D3903}"/>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5" name="Footer Placeholder 4">
            <a:extLst>
              <a:ext uri="{FF2B5EF4-FFF2-40B4-BE49-F238E27FC236}">
                <a16:creationId xmlns:a16="http://schemas.microsoft.com/office/drawing/2014/main" id="{E8299ED9-2095-0A41-AB8D-90D47260E3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A8ADEF-2CEE-B841-96FC-F8D9104E8E9F}"/>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2693848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E1E26-37BA-E549-BD51-98C7135C04A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57D16B1-A7DE-884E-95DC-E8EC2F2F270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DDE544C-6FF8-9E4D-BAE4-1A2FC7E5274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1311BE4-852C-3746-9893-BA9B2652FB7C}"/>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6" name="Footer Placeholder 5">
            <a:extLst>
              <a:ext uri="{FF2B5EF4-FFF2-40B4-BE49-F238E27FC236}">
                <a16:creationId xmlns:a16="http://schemas.microsoft.com/office/drawing/2014/main" id="{2B08825C-06C9-A148-A71C-379F8483F2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6F2281-33C0-3849-B726-A8E450A4C877}"/>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3776373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06A-1FC2-9344-B2F0-D934AA48AF1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F3FE8CD-C22E-5647-B94D-33B7F3186C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F0C789A-EFDA-564A-98F3-5BD3F16EDC8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29AC524-F52B-A344-87EF-A1FEF99F9D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241ABD3-34ED-A644-A137-CEDDB1CD313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2D7F7FB-B51D-8C49-B148-318DED999560}"/>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8" name="Footer Placeholder 7">
            <a:extLst>
              <a:ext uri="{FF2B5EF4-FFF2-40B4-BE49-F238E27FC236}">
                <a16:creationId xmlns:a16="http://schemas.microsoft.com/office/drawing/2014/main" id="{085E6BCA-80FE-854D-A627-CB445E9F13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6BB53A1-E6B2-1D46-9449-75F09ADD04F3}"/>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1975269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54BC2-E1E3-4A47-8E88-D0FAAF02E49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0DFE690-8409-C742-8F18-F5AE6D23DFEF}"/>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4" name="Footer Placeholder 3">
            <a:extLst>
              <a:ext uri="{FF2B5EF4-FFF2-40B4-BE49-F238E27FC236}">
                <a16:creationId xmlns:a16="http://schemas.microsoft.com/office/drawing/2014/main" id="{BADEF96A-3236-3845-9EA2-6CD6A1E7222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D407D1B-E98B-4F40-9B4D-517191D633A0}"/>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2938802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6270B5-9A5A-694A-B974-09018805AF82}"/>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3" name="Footer Placeholder 2">
            <a:extLst>
              <a:ext uri="{FF2B5EF4-FFF2-40B4-BE49-F238E27FC236}">
                <a16:creationId xmlns:a16="http://schemas.microsoft.com/office/drawing/2014/main" id="{168DD51E-F58F-B046-A91A-D16B3D9160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0A2B5AE-A52D-A649-BD4D-793CC9E99972}"/>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1918798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227A4-AAA9-B64A-83F5-4DD4CBE5CDD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3D1413B-299C-724C-BAD9-DEA48B1EC8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3E6F122A-EECE-BE40-AE9F-E05D37648D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3062703-E69F-E747-97CA-DD322AAD1E2E}"/>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6" name="Footer Placeholder 5">
            <a:extLst>
              <a:ext uri="{FF2B5EF4-FFF2-40B4-BE49-F238E27FC236}">
                <a16:creationId xmlns:a16="http://schemas.microsoft.com/office/drawing/2014/main" id="{4F78D0EC-2AAA-D248-B725-13A0BA305B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BE50A9-9718-AF49-A12A-099EEB5402E0}"/>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262400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30E7E-3AAD-8640-8E0A-9FCACF793AA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1EC49A7A-C6D8-4D49-821A-67652640A0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60C745-8D8F-F841-AA14-AFA13EFB6A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0906B88-47F5-5848-A203-CCB8D6050454}"/>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6" name="Footer Placeholder 5">
            <a:extLst>
              <a:ext uri="{FF2B5EF4-FFF2-40B4-BE49-F238E27FC236}">
                <a16:creationId xmlns:a16="http://schemas.microsoft.com/office/drawing/2014/main" id="{6A127A69-2FC3-C347-BEA2-747DA72D77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F0AA35-18F3-A74C-9C84-999E18D5323B}"/>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3739592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4BE7B-E8E3-C544-9C83-408A67C97EA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DC9654D-3051-1343-8CAA-1F241AD08B2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D53C3A0-CADC-6344-8A5D-0765713FCEAF}"/>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5" name="Footer Placeholder 4">
            <a:extLst>
              <a:ext uri="{FF2B5EF4-FFF2-40B4-BE49-F238E27FC236}">
                <a16:creationId xmlns:a16="http://schemas.microsoft.com/office/drawing/2014/main" id="{64D3C358-F5F0-BE49-8F7F-9101BC1764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8A4B55-F420-0C4A-B017-46666B4E89A9}"/>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3974256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3FB6C5-D359-6143-9E99-2EB8B86CBF0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99CD439-AC10-3F49-A649-8741A63D434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3084498-23F1-FB47-AEA2-BB246838FE08}"/>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5" name="Footer Placeholder 4">
            <a:extLst>
              <a:ext uri="{FF2B5EF4-FFF2-40B4-BE49-F238E27FC236}">
                <a16:creationId xmlns:a16="http://schemas.microsoft.com/office/drawing/2014/main" id="{C8059AE7-6904-2D45-9FAB-ED6CA66A51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36B0AF-B5D8-D041-8BB1-0FEEC92A1CA1}"/>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2427981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86B43D-F0C7-FF42-BDE7-EA5B8850BF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D6F1A2C-2AC7-4847-8D14-9896AD45D4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C6E72F5-7135-7942-B0F0-FD85E11195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DE862B-DCF5-3D49-BDE7-145C8C175210}" type="datetimeFigureOut">
              <a:rPr lang="en-US" smtClean="0"/>
              <a:t>11/10/2023</a:t>
            </a:fld>
            <a:endParaRPr lang="en-US"/>
          </a:p>
        </p:txBody>
      </p:sp>
      <p:sp>
        <p:nvSpPr>
          <p:cNvPr id="5" name="Footer Placeholder 4">
            <a:extLst>
              <a:ext uri="{FF2B5EF4-FFF2-40B4-BE49-F238E27FC236}">
                <a16:creationId xmlns:a16="http://schemas.microsoft.com/office/drawing/2014/main" id="{43521C71-EAA6-0E40-ABD1-5AA76963D0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4FDDCD-3762-3A43-A576-339DC3E370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BEDAD0-5C73-0347-AD99-7654E3306D9E}" type="slidenum">
              <a:rPr lang="en-US" smtClean="0"/>
              <a:t>‹#›</a:t>
            </a:fld>
            <a:endParaRPr lang="en-US"/>
          </a:p>
        </p:txBody>
      </p:sp>
    </p:spTree>
    <p:extLst>
      <p:ext uri="{BB962C8B-B14F-4D97-AF65-F5344CB8AC3E}">
        <p14:creationId xmlns:p14="http://schemas.microsoft.com/office/powerpoint/2010/main" val="23622555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ideo" Target="https://www.youtube.com/embed/4JYyHa03x-U?feature=oembed" TargetMode="Externa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0.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10.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descr="How to build closer relationships |">
            <a:extLst>
              <a:ext uri="{FF2B5EF4-FFF2-40B4-BE49-F238E27FC236}">
                <a16:creationId xmlns:a16="http://schemas.microsoft.com/office/drawing/2014/main" id="{993A6699-BC9B-511F-3E60-ABF0D8FB83AC}"/>
              </a:ext>
            </a:extLst>
          </p:cNvPr>
          <p:cNvPicPr>
            <a:picLocks noChangeAspect="1" noChangeArrowheads="1"/>
          </p:cNvPicPr>
          <p:nvPr/>
        </p:nvPicPr>
        <p:blipFill rotWithShape="1">
          <a:blip r:embed="rId2">
            <a:alphaModFix amt="40000"/>
            <a:extLst>
              <a:ext uri="{28A0092B-C50C-407E-A947-70E740481C1C}">
                <a14:useLocalDpi xmlns:a14="http://schemas.microsoft.com/office/drawing/2010/main" val="0"/>
              </a:ext>
            </a:extLst>
          </a:blip>
          <a:srcRect t="1516" b="4734"/>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CBD0C3AA-FE2A-B1FA-AAE1-86525DFA0D16}"/>
              </a:ext>
            </a:extLst>
          </p:cNvPr>
          <p:cNvSpPr>
            <a:spLocks noGrp="1"/>
          </p:cNvSpPr>
          <p:nvPr>
            <p:ph type="ctrTitle"/>
          </p:nvPr>
        </p:nvSpPr>
        <p:spPr>
          <a:xfrm>
            <a:off x="965200" y="965200"/>
            <a:ext cx="10261600" cy="3564869"/>
          </a:xfrm>
        </p:spPr>
        <p:txBody>
          <a:bodyPr>
            <a:normAutofit/>
          </a:bodyPr>
          <a:lstStyle/>
          <a:p>
            <a:pPr algn="l"/>
            <a:r>
              <a:rPr lang="en-AU" sz="11500" i="1" dirty="0">
                <a:ln w="22225">
                  <a:solidFill>
                    <a:schemeClr val="tx1"/>
                  </a:solidFill>
                  <a:miter lim="800000"/>
                </a:ln>
                <a:noFill/>
              </a:rPr>
              <a:t>Relationships</a:t>
            </a:r>
          </a:p>
        </p:txBody>
      </p:sp>
      <p:sp>
        <p:nvSpPr>
          <p:cNvPr id="5" name="Subtitle 4">
            <a:extLst>
              <a:ext uri="{FF2B5EF4-FFF2-40B4-BE49-F238E27FC236}">
                <a16:creationId xmlns:a16="http://schemas.microsoft.com/office/drawing/2014/main" id="{21600534-E8EC-062C-BAE6-7252BE062A69}"/>
              </a:ext>
            </a:extLst>
          </p:cNvPr>
          <p:cNvSpPr>
            <a:spLocks noGrp="1"/>
          </p:cNvSpPr>
          <p:nvPr>
            <p:ph type="subTitle" idx="1"/>
          </p:nvPr>
        </p:nvSpPr>
        <p:spPr>
          <a:xfrm>
            <a:off x="965200" y="4572002"/>
            <a:ext cx="10261600" cy="1202995"/>
          </a:xfrm>
        </p:spPr>
        <p:txBody>
          <a:bodyPr>
            <a:normAutofit/>
          </a:bodyPr>
          <a:lstStyle/>
          <a:p>
            <a:pPr algn="l"/>
            <a:r>
              <a:rPr lang="en-AU" sz="2000" dirty="0"/>
              <a:t>Year 10 Health 2024</a:t>
            </a:r>
          </a:p>
          <a:p>
            <a:pPr algn="l"/>
            <a:endParaRPr lang="en-AU" sz="2000" dirty="0"/>
          </a:p>
          <a:p>
            <a:pPr algn="l"/>
            <a:r>
              <a:rPr lang="en-AU" sz="2000" dirty="0"/>
              <a:t>Lesson 3</a:t>
            </a:r>
          </a:p>
        </p:txBody>
      </p:sp>
    </p:spTree>
    <p:extLst>
      <p:ext uri="{BB962C8B-B14F-4D97-AF65-F5344CB8AC3E}">
        <p14:creationId xmlns:p14="http://schemas.microsoft.com/office/powerpoint/2010/main" val="267698914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C64840D-1C6F-CE4F-9326-77D4E899D40A}"/>
              </a:ext>
            </a:extLst>
          </p:cNvPr>
          <p:cNvSpPr>
            <a:spLocks noGrp="1"/>
          </p:cNvSpPr>
          <p:nvPr>
            <p:ph type="title"/>
          </p:nvPr>
        </p:nvSpPr>
        <p:spPr>
          <a:xfrm>
            <a:off x="6657715" y="467271"/>
            <a:ext cx="4195674" cy="2052522"/>
          </a:xfrm>
        </p:spPr>
        <p:txBody>
          <a:bodyPr anchor="b">
            <a:normAutofit/>
          </a:bodyPr>
          <a:lstStyle/>
          <a:p>
            <a:r>
              <a:rPr lang="en-US" sz="4300" b="1" dirty="0"/>
              <a:t>Todays Focus:</a:t>
            </a:r>
          </a:p>
        </p:txBody>
      </p:sp>
      <p:sp>
        <p:nvSpPr>
          <p:cNvPr id="73" name="Oval 72">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bout a Relationship | Humans">
            <a:extLst>
              <a:ext uri="{FF2B5EF4-FFF2-40B4-BE49-F238E27FC236}">
                <a16:creationId xmlns:a16="http://schemas.microsoft.com/office/drawing/2014/main" id="{96FABFFB-E460-7943-9DB7-118103F51A5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875" r="13374" b="-2"/>
          <a:stretch/>
        </p:blipFill>
        <p:spPr bwMode="auto">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a:noFill/>
          <a:extLst>
            <a:ext uri="{909E8E84-426E-40DD-AFC4-6F175D3DCCD1}">
              <a14:hiddenFill xmlns:a14="http://schemas.microsoft.com/office/drawing/2010/main">
                <a:solidFill>
                  <a:srgbClr val="FFFFFF"/>
                </a:solidFill>
              </a14:hiddenFill>
            </a:ext>
          </a:extLst>
        </p:spPr>
      </p:pic>
      <p:sp>
        <p:nvSpPr>
          <p:cNvPr id="75"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endParaRPr lang="en-US"/>
          </a:p>
        </p:txBody>
      </p:sp>
      <p:sp>
        <p:nvSpPr>
          <p:cNvPr id="77"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3271F4BF-2934-5D4F-827E-B5276B218B44}"/>
              </a:ext>
            </a:extLst>
          </p:cNvPr>
          <p:cNvSpPr>
            <a:spLocks noGrp="1"/>
          </p:cNvSpPr>
          <p:nvPr>
            <p:ph idx="1"/>
          </p:nvPr>
        </p:nvSpPr>
        <p:spPr>
          <a:xfrm>
            <a:off x="6657715" y="2990818"/>
            <a:ext cx="4928445" cy="2913872"/>
          </a:xfrm>
        </p:spPr>
        <p:txBody>
          <a:bodyPr anchor="t">
            <a:normAutofit/>
          </a:bodyPr>
          <a:lstStyle/>
          <a:p>
            <a:endParaRPr lang="en-US" sz="2000" dirty="0">
              <a:solidFill>
                <a:schemeClr val="tx1">
                  <a:alpha val="80000"/>
                </a:schemeClr>
              </a:solidFill>
            </a:endParaRPr>
          </a:p>
          <a:p>
            <a:r>
              <a:rPr lang="en-US" sz="2000" dirty="0">
                <a:solidFill>
                  <a:schemeClr val="tx1">
                    <a:alpha val="80000"/>
                  </a:schemeClr>
                </a:solidFill>
              </a:rPr>
              <a:t>Identify what you expect in your relationships. </a:t>
            </a:r>
          </a:p>
          <a:p>
            <a:r>
              <a:rPr lang="en-US" sz="2000" dirty="0" err="1">
                <a:solidFill>
                  <a:schemeClr val="tx1">
                    <a:alpha val="80000"/>
                  </a:schemeClr>
                </a:solidFill>
              </a:rPr>
              <a:t>Summarise</a:t>
            </a:r>
            <a:r>
              <a:rPr lang="en-US" sz="2000" dirty="0">
                <a:solidFill>
                  <a:schemeClr val="tx1">
                    <a:alpha val="80000"/>
                  </a:schemeClr>
                </a:solidFill>
              </a:rPr>
              <a:t> and share information on the different types of abuse. </a:t>
            </a:r>
          </a:p>
        </p:txBody>
      </p:sp>
      <p:sp>
        <p:nvSpPr>
          <p:cNvPr id="79"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endParaRPr lang="en-US"/>
          </a:p>
        </p:txBody>
      </p:sp>
      <p:cxnSp>
        <p:nvCxnSpPr>
          <p:cNvPr id="81"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1335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p:cNvPicPr>
            <a:picLocks noGrp="1" noChangeAspect="1"/>
          </p:cNvPicPr>
          <p:nvPr>
            <p:ph idx="1"/>
          </p:nvPr>
        </p:nvPicPr>
        <p:blipFill rotWithShape="1">
          <a:blip r:embed="rId2">
            <a:alphaModFix amt="35000"/>
          </a:blip>
          <a:srcRect l="444"/>
          <a:stretch/>
        </p:blipFill>
        <p:spPr>
          <a:xfrm>
            <a:off x="20" y="10"/>
            <a:ext cx="12191980" cy="6857990"/>
          </a:xfrm>
          <a:prstGeom prst="rect">
            <a:avLst/>
          </a:prstGeom>
        </p:spPr>
      </p:pic>
      <p:sp>
        <p:nvSpPr>
          <p:cNvPr id="5" name="TextBox 4"/>
          <p:cNvSpPr txBox="1"/>
          <p:nvPr/>
        </p:nvSpPr>
        <p:spPr>
          <a:xfrm>
            <a:off x="838200" y="1825625"/>
            <a:ext cx="8095735" cy="4351338"/>
          </a:xfrm>
          <a:prstGeom prst="rect">
            <a:avLst/>
          </a:prstGeom>
        </p:spPr>
        <p:txBody>
          <a:bodyPr vert="horz" lIns="91440" tIns="45720" rIns="91440" bIns="45720" rtlCol="0">
            <a:normAutofit/>
          </a:bodyPr>
          <a:lstStyle/>
          <a:p>
            <a:pPr>
              <a:lnSpc>
                <a:spcPct val="90000"/>
              </a:lnSpc>
              <a:spcAft>
                <a:spcPts val="600"/>
              </a:spcAft>
            </a:pPr>
            <a:r>
              <a:rPr lang="en-US" dirty="0">
                <a:solidFill>
                  <a:srgbClr val="FFFFFF"/>
                </a:solidFill>
              </a:rPr>
              <a:t>In the following slides we will be watching and discussing topics that may be sensitive. If something upsets you, please let the teacher know.</a:t>
            </a:r>
          </a:p>
        </p:txBody>
      </p:sp>
    </p:spTree>
    <p:extLst>
      <p:ext uri="{BB962C8B-B14F-4D97-AF65-F5344CB8AC3E}">
        <p14:creationId xmlns:p14="http://schemas.microsoft.com/office/powerpoint/2010/main" val="30001508"/>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3833B9-4570-1BFD-62E8-D0648A04CE8E}"/>
              </a:ext>
            </a:extLst>
          </p:cNvPr>
          <p:cNvSpPr>
            <a:spLocks noGrp="1"/>
          </p:cNvSpPr>
          <p:nvPr>
            <p:ph type="title"/>
          </p:nvPr>
        </p:nvSpPr>
        <p:spPr>
          <a:xfrm>
            <a:off x="793662" y="386930"/>
            <a:ext cx="10066122" cy="1298448"/>
          </a:xfrm>
        </p:spPr>
        <p:txBody>
          <a:bodyPr anchor="b">
            <a:normAutofit fontScale="90000"/>
          </a:bodyPr>
          <a:lstStyle/>
          <a:p>
            <a:r>
              <a:rPr lang="en-AU" sz="3200" dirty="0"/>
              <a:t>Activity 1a: (pg.19)</a:t>
            </a:r>
            <a:r>
              <a:rPr lang="en-US" sz="3200" dirty="0"/>
              <a:t> </a:t>
            </a:r>
            <a:br>
              <a:rPr lang="en-AU" sz="3200" dirty="0"/>
            </a:br>
            <a:br>
              <a:rPr lang="en-AU" sz="3200" dirty="0"/>
            </a:br>
            <a:r>
              <a:rPr lang="en-AU" sz="3200" dirty="0"/>
              <a:t>Quick Fire – Relationship Expectations</a:t>
            </a:r>
          </a:p>
        </p:txBody>
      </p:sp>
      <p:sp>
        <p:nvSpPr>
          <p:cNvPr id="16" name="Rectangle 15">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8874E3A-FD07-C45D-3FC1-2492AEA28879}"/>
              </a:ext>
            </a:extLst>
          </p:cNvPr>
          <p:cNvSpPr>
            <a:spLocks noGrp="1"/>
          </p:cNvSpPr>
          <p:nvPr>
            <p:ph idx="1"/>
          </p:nvPr>
        </p:nvSpPr>
        <p:spPr>
          <a:xfrm>
            <a:off x="793661" y="2599509"/>
            <a:ext cx="7482388" cy="3639450"/>
          </a:xfrm>
        </p:spPr>
        <p:txBody>
          <a:bodyPr anchor="ctr">
            <a:normAutofit/>
          </a:bodyPr>
          <a:lstStyle/>
          <a:p>
            <a:r>
              <a:rPr lang="en-AU" sz="2400" dirty="0"/>
              <a:t>Write a list of your </a:t>
            </a:r>
            <a:r>
              <a:rPr lang="en-AU" sz="2400" b="1" dirty="0"/>
              <a:t>TOP 10</a:t>
            </a:r>
            <a:r>
              <a:rPr lang="en-AU" sz="2400" dirty="0"/>
              <a:t> qualities or behaviours you expect in your relationships.</a:t>
            </a:r>
          </a:p>
          <a:p>
            <a:endParaRPr lang="en-AU" sz="2400" dirty="0"/>
          </a:p>
          <a:p>
            <a:r>
              <a:rPr lang="en-AU" sz="2400" dirty="0"/>
              <a:t>These can apply to any type of relationship.</a:t>
            </a:r>
          </a:p>
          <a:p>
            <a:endParaRPr lang="en-AU" sz="2400" dirty="0"/>
          </a:p>
          <a:p>
            <a:r>
              <a:rPr lang="en-AU" sz="2400" dirty="0"/>
              <a:t>You have 3 minutes.</a:t>
            </a:r>
          </a:p>
          <a:p>
            <a:pPr marL="0" indent="0">
              <a:buNone/>
            </a:pPr>
            <a:endParaRPr lang="en-AU" sz="2000" dirty="0"/>
          </a:p>
        </p:txBody>
      </p:sp>
      <p:pic>
        <p:nvPicPr>
          <p:cNvPr id="5" name="Picture 4" descr="Burning match">
            <a:extLst>
              <a:ext uri="{FF2B5EF4-FFF2-40B4-BE49-F238E27FC236}">
                <a16:creationId xmlns:a16="http://schemas.microsoft.com/office/drawing/2014/main" id="{7B56F2AD-3893-C0E1-D546-F5D4150EC497}"/>
              </a:ext>
            </a:extLst>
          </p:cNvPr>
          <p:cNvPicPr>
            <a:picLocks noChangeAspect="1"/>
          </p:cNvPicPr>
          <p:nvPr/>
        </p:nvPicPr>
        <p:blipFill rotWithShape="1">
          <a:blip r:embed="rId3"/>
          <a:srcRect r="59460" b="-1"/>
          <a:stretch/>
        </p:blipFill>
        <p:spPr>
          <a:xfrm>
            <a:off x="8772967" y="2484255"/>
            <a:ext cx="2272814" cy="3714244"/>
          </a:xfrm>
          <a:prstGeom prst="rect">
            <a:avLst/>
          </a:prstGeom>
        </p:spPr>
      </p:pic>
      <p:sp>
        <p:nvSpPr>
          <p:cNvPr id="20" name="Rectangle 19">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1367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3833B9-4570-1BFD-62E8-D0648A04CE8E}"/>
              </a:ext>
            </a:extLst>
          </p:cNvPr>
          <p:cNvSpPr>
            <a:spLocks noGrp="1"/>
          </p:cNvSpPr>
          <p:nvPr>
            <p:ph type="title"/>
          </p:nvPr>
        </p:nvSpPr>
        <p:spPr>
          <a:xfrm>
            <a:off x="793662" y="386930"/>
            <a:ext cx="10066122" cy="1298448"/>
          </a:xfrm>
        </p:spPr>
        <p:txBody>
          <a:bodyPr anchor="b">
            <a:normAutofit/>
          </a:bodyPr>
          <a:lstStyle/>
          <a:p>
            <a:r>
              <a:rPr lang="en-AU" sz="2600"/>
              <a:t>Quick Fire – Relationship Expectations</a:t>
            </a:r>
            <a:br>
              <a:rPr lang="en-AU" sz="2600"/>
            </a:br>
            <a:br>
              <a:rPr lang="en-AU" sz="2600"/>
            </a:br>
            <a:r>
              <a:rPr lang="en-AU" sz="2600"/>
              <a:t>Examples:</a:t>
            </a:r>
          </a:p>
        </p:txBody>
      </p:sp>
      <p:sp>
        <p:nvSpPr>
          <p:cNvPr id="16" name="Rectangle 15">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8874E3A-FD07-C45D-3FC1-2492AEA28879}"/>
              </a:ext>
            </a:extLst>
          </p:cNvPr>
          <p:cNvSpPr>
            <a:spLocks noGrp="1"/>
          </p:cNvSpPr>
          <p:nvPr>
            <p:ph idx="1"/>
          </p:nvPr>
        </p:nvSpPr>
        <p:spPr>
          <a:xfrm>
            <a:off x="385866" y="2622278"/>
            <a:ext cx="4000617" cy="3639450"/>
          </a:xfrm>
        </p:spPr>
        <p:txBody>
          <a:bodyPr anchor="ctr">
            <a:normAutofit/>
          </a:bodyPr>
          <a:lstStyle/>
          <a:p>
            <a:pPr marL="265113" indent="-265113">
              <a:spcBef>
                <a:spcPts val="1000"/>
              </a:spcBef>
              <a:buClr>
                <a:schemeClr val="accent1"/>
              </a:buClr>
              <a:buSzPct val="80000"/>
              <a:buFont typeface="Wingdings 3" charset="2"/>
              <a:buChar char=""/>
            </a:pPr>
            <a:r>
              <a:rPr lang="en-US" sz="2000" dirty="0"/>
              <a:t>Express your own feelings freely</a:t>
            </a:r>
          </a:p>
          <a:p>
            <a:pPr marL="265113" indent="-265113">
              <a:spcBef>
                <a:spcPts val="1000"/>
              </a:spcBef>
              <a:buClr>
                <a:schemeClr val="accent1"/>
              </a:buClr>
              <a:buSzPct val="80000"/>
              <a:buFont typeface="Wingdings 3" charset="2"/>
              <a:buChar char=""/>
            </a:pPr>
            <a:r>
              <a:rPr lang="en-US" sz="2000" dirty="0"/>
              <a:t>Right to make your own decisions</a:t>
            </a:r>
          </a:p>
          <a:p>
            <a:pPr marL="265113" indent="-265113">
              <a:spcBef>
                <a:spcPts val="1000"/>
              </a:spcBef>
              <a:buClr>
                <a:schemeClr val="accent1"/>
              </a:buClr>
              <a:buSzPct val="80000"/>
              <a:buFont typeface="Wingdings 3" charset="2"/>
              <a:buChar char=""/>
            </a:pPr>
            <a:r>
              <a:rPr lang="en-US" sz="2000" dirty="0"/>
              <a:t>Able to make mistakes</a:t>
            </a:r>
          </a:p>
          <a:p>
            <a:pPr marL="265113" indent="-265113">
              <a:spcBef>
                <a:spcPts val="1000"/>
              </a:spcBef>
              <a:buClr>
                <a:schemeClr val="accent1"/>
              </a:buClr>
              <a:buSzPct val="80000"/>
              <a:buFont typeface="Wingdings 3" charset="2"/>
              <a:buChar char=""/>
            </a:pPr>
            <a:r>
              <a:rPr lang="en-US" sz="2000" dirty="0"/>
              <a:t>Be 100% yourself</a:t>
            </a:r>
          </a:p>
          <a:p>
            <a:pPr marL="265113" indent="-265113">
              <a:spcBef>
                <a:spcPts val="1000"/>
              </a:spcBef>
              <a:buClr>
                <a:schemeClr val="accent1"/>
              </a:buClr>
              <a:buSzPct val="80000"/>
              <a:buFont typeface="Wingdings 3" charset="2"/>
              <a:buChar char=""/>
            </a:pPr>
            <a:r>
              <a:rPr lang="en-US" sz="2000" dirty="0"/>
              <a:t>Be assertive – state your needs</a:t>
            </a:r>
          </a:p>
          <a:p>
            <a:pPr marL="265113" indent="-265113">
              <a:spcBef>
                <a:spcPts val="1000"/>
              </a:spcBef>
              <a:buClr>
                <a:schemeClr val="accent1"/>
              </a:buClr>
              <a:buSzPct val="80000"/>
              <a:buFont typeface="Wingdings 3" charset="2"/>
              <a:buChar char=""/>
            </a:pPr>
            <a:r>
              <a:rPr lang="en-US" sz="2000" dirty="0"/>
              <a:t>Choose your own friends, activities, etc.</a:t>
            </a:r>
          </a:p>
        </p:txBody>
      </p:sp>
      <p:pic>
        <p:nvPicPr>
          <p:cNvPr id="5" name="Picture 4" descr="Burning match">
            <a:extLst>
              <a:ext uri="{FF2B5EF4-FFF2-40B4-BE49-F238E27FC236}">
                <a16:creationId xmlns:a16="http://schemas.microsoft.com/office/drawing/2014/main" id="{7B56F2AD-3893-C0E1-D546-F5D4150EC497}"/>
              </a:ext>
            </a:extLst>
          </p:cNvPr>
          <p:cNvPicPr>
            <a:picLocks noChangeAspect="1"/>
          </p:cNvPicPr>
          <p:nvPr/>
        </p:nvPicPr>
        <p:blipFill rotWithShape="1">
          <a:blip r:embed="rId3"/>
          <a:srcRect r="59460" b="-1"/>
          <a:stretch/>
        </p:blipFill>
        <p:spPr>
          <a:xfrm>
            <a:off x="8772967" y="2389218"/>
            <a:ext cx="2272814" cy="3714244"/>
          </a:xfrm>
          <a:prstGeom prst="rect">
            <a:avLst/>
          </a:prstGeom>
        </p:spPr>
      </p:pic>
      <p:sp>
        <p:nvSpPr>
          <p:cNvPr id="20" name="Rectangle 19">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96FCC2B-8CAA-C0D4-AFF1-AFB1570BF72C}"/>
              </a:ext>
            </a:extLst>
          </p:cNvPr>
          <p:cNvSpPr txBox="1"/>
          <p:nvPr/>
        </p:nvSpPr>
        <p:spPr>
          <a:xfrm>
            <a:off x="4687584" y="3092328"/>
            <a:ext cx="3926046" cy="2759730"/>
          </a:xfrm>
          <a:prstGeom prst="rect">
            <a:avLst/>
          </a:prstGeom>
          <a:noFill/>
        </p:spPr>
        <p:txBody>
          <a:bodyPr wrap="square">
            <a:spAutoFit/>
          </a:bodyPr>
          <a:lstStyle/>
          <a:p>
            <a:pPr marL="265113" indent="-265113">
              <a:spcBef>
                <a:spcPts val="1000"/>
              </a:spcBef>
              <a:buClr>
                <a:schemeClr val="accent1"/>
              </a:buClr>
              <a:buSzPct val="80000"/>
              <a:buFont typeface="Wingdings 3" charset="2"/>
              <a:buChar char=""/>
            </a:pPr>
            <a:r>
              <a:rPr lang="en-US" sz="2000" dirty="0"/>
              <a:t>Be able to grow – develop new skills and roles</a:t>
            </a:r>
          </a:p>
          <a:p>
            <a:pPr marL="265113" indent="-265113">
              <a:spcBef>
                <a:spcPts val="1000"/>
              </a:spcBef>
              <a:buClr>
                <a:schemeClr val="accent1"/>
              </a:buClr>
              <a:buSzPct val="80000"/>
              <a:buFont typeface="Wingdings 3" charset="2"/>
              <a:buChar char=""/>
            </a:pPr>
            <a:r>
              <a:rPr lang="en-US" sz="2000" dirty="0"/>
              <a:t>Right to say NO!</a:t>
            </a:r>
          </a:p>
          <a:p>
            <a:pPr marL="265113" indent="-265113">
              <a:spcBef>
                <a:spcPts val="1000"/>
              </a:spcBef>
              <a:buClr>
                <a:schemeClr val="accent1"/>
              </a:buClr>
              <a:buSzPct val="80000"/>
              <a:buFont typeface="Wingdings 3" charset="2"/>
              <a:buChar char=""/>
            </a:pPr>
            <a:r>
              <a:rPr lang="en-US" sz="2000" dirty="0"/>
              <a:t>Treated with respect</a:t>
            </a:r>
          </a:p>
          <a:p>
            <a:pPr marL="265113" indent="-265113">
              <a:spcBef>
                <a:spcPts val="1000"/>
              </a:spcBef>
              <a:buClr>
                <a:schemeClr val="accent1"/>
              </a:buClr>
              <a:buSzPct val="80000"/>
              <a:buFont typeface="Wingdings 3" charset="2"/>
              <a:buChar char=""/>
            </a:pPr>
            <a:r>
              <a:rPr lang="en-US" sz="2000" dirty="0"/>
              <a:t>Right to feel safe</a:t>
            </a:r>
          </a:p>
          <a:p>
            <a:pPr marL="265113" indent="-265113">
              <a:spcBef>
                <a:spcPts val="1000"/>
              </a:spcBef>
              <a:buClr>
                <a:schemeClr val="accent1"/>
              </a:buClr>
              <a:buSzPct val="80000"/>
              <a:buFont typeface="Wingdings 3" charset="2"/>
              <a:buChar char=""/>
            </a:pPr>
            <a:r>
              <a:rPr lang="en-US" sz="2000" dirty="0"/>
              <a:t>Be able to walk away from a relationship</a:t>
            </a:r>
            <a:endParaRPr lang="en-AU" sz="2000" dirty="0"/>
          </a:p>
        </p:txBody>
      </p:sp>
    </p:spTree>
    <p:extLst>
      <p:ext uri="{BB962C8B-B14F-4D97-AF65-F5344CB8AC3E}">
        <p14:creationId xmlns:p14="http://schemas.microsoft.com/office/powerpoint/2010/main" val="3340612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FBCB48-8540-A6E8-A2E5-C88098F5BADD}"/>
              </a:ext>
            </a:extLst>
          </p:cNvPr>
          <p:cNvSpPr>
            <a:spLocks noGrp="1"/>
          </p:cNvSpPr>
          <p:nvPr>
            <p:ph type="title"/>
          </p:nvPr>
        </p:nvSpPr>
        <p:spPr>
          <a:xfrm>
            <a:off x="793662" y="386930"/>
            <a:ext cx="10066122" cy="1298448"/>
          </a:xfrm>
        </p:spPr>
        <p:txBody>
          <a:bodyPr anchor="b">
            <a:normAutofit/>
          </a:bodyPr>
          <a:lstStyle/>
          <a:p>
            <a:r>
              <a:rPr lang="en-AU" dirty="0"/>
              <a:t>Activity 1b: </a:t>
            </a:r>
            <a:r>
              <a:rPr lang="en-US" dirty="0"/>
              <a:t> </a:t>
            </a:r>
            <a:br>
              <a:rPr lang="en-AU" dirty="0"/>
            </a:br>
            <a:r>
              <a:rPr lang="en-AU" dirty="0"/>
              <a:t>Romantic Relationship Expectations:</a:t>
            </a:r>
          </a:p>
        </p:txBody>
      </p:sp>
      <p:sp>
        <p:nvSpPr>
          <p:cNvPr id="24" name="Rectangle 23">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21818C5-CBE8-D409-266C-DF88E23E7B20}"/>
              </a:ext>
            </a:extLst>
          </p:cNvPr>
          <p:cNvSpPr>
            <a:spLocks noGrp="1"/>
          </p:cNvSpPr>
          <p:nvPr>
            <p:ph idx="1"/>
          </p:nvPr>
        </p:nvSpPr>
        <p:spPr>
          <a:xfrm>
            <a:off x="361950" y="2599509"/>
            <a:ext cx="8191500" cy="3639450"/>
          </a:xfrm>
        </p:spPr>
        <p:txBody>
          <a:bodyPr anchor="ctr">
            <a:normAutofit fontScale="92500" lnSpcReduction="10000"/>
          </a:bodyPr>
          <a:lstStyle/>
          <a:p>
            <a:r>
              <a:rPr lang="en-US" sz="2000" dirty="0"/>
              <a:t>Young people often identify the desire or the pressure to have a boyfriend or girlfriend without having the opportunity to consider the pros and cons of relationships.</a:t>
            </a:r>
          </a:p>
          <a:p>
            <a:endParaRPr lang="en-US" sz="2000" dirty="0"/>
          </a:p>
          <a:p>
            <a:r>
              <a:rPr lang="en-US" sz="2000" dirty="0"/>
              <a:t>In small groups, discuss what you hope to gain in your future romantic relationships. </a:t>
            </a:r>
          </a:p>
          <a:p>
            <a:pPr lvl="1"/>
            <a:r>
              <a:rPr lang="en-US" sz="2000" dirty="0"/>
              <a:t>This discussion may help you to think of things you might not have initially thought of. </a:t>
            </a:r>
          </a:p>
          <a:p>
            <a:pPr lvl="1"/>
            <a:endParaRPr lang="en-US" sz="2000" dirty="0"/>
          </a:p>
          <a:p>
            <a:r>
              <a:rPr lang="en-US" sz="2000" dirty="0"/>
              <a:t>Add your top 5 into your workbook. </a:t>
            </a:r>
          </a:p>
          <a:p>
            <a:endParaRPr lang="en-US" sz="2000" dirty="0"/>
          </a:p>
          <a:p>
            <a:r>
              <a:rPr lang="en-US" sz="2000" dirty="0"/>
              <a:t>You have 5 minutes to discuss and write into your workbooks.</a:t>
            </a:r>
            <a:endParaRPr lang="en-AU" sz="2000" dirty="0"/>
          </a:p>
        </p:txBody>
      </p:sp>
      <p:pic>
        <p:nvPicPr>
          <p:cNvPr id="7" name="Graphic 6" descr="Heart Lock">
            <a:extLst>
              <a:ext uri="{FF2B5EF4-FFF2-40B4-BE49-F238E27FC236}">
                <a16:creationId xmlns:a16="http://schemas.microsoft.com/office/drawing/2014/main" id="{986D989C-1CF3-AD16-ACCE-3FAD7E79A37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44668" y="2389218"/>
            <a:ext cx="3714244" cy="3714244"/>
          </a:xfrm>
          <a:prstGeom prst="rect">
            <a:avLst/>
          </a:prstGeom>
        </p:spPr>
      </p:pic>
      <p:sp>
        <p:nvSpPr>
          <p:cNvPr id="28" name="Rectangle 27">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9816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ThatsNotLove campaign | Because I Love You - Delete | One Love Foundation">
            <a:hlinkClick r:id="" action="ppaction://media"/>
            <a:extLst>
              <a:ext uri="{FF2B5EF4-FFF2-40B4-BE49-F238E27FC236}">
                <a16:creationId xmlns:a16="http://schemas.microsoft.com/office/drawing/2014/main" id="{2D6B439F-868E-FDF7-2A25-25C0F491411A}"/>
              </a:ext>
            </a:extLst>
          </p:cNvPr>
          <p:cNvPicPr>
            <a:picLocks noGrp="1" noRot="1" noChangeAspect="1"/>
          </p:cNvPicPr>
          <p:nvPr>
            <p:ph idx="1"/>
            <a:videoFile r:link="rId1"/>
          </p:nvPr>
        </p:nvPicPr>
        <p:blipFill>
          <a:blip r:embed="rId4"/>
          <a:stretch>
            <a:fillRect/>
          </a:stretch>
        </p:blipFill>
        <p:spPr>
          <a:xfrm>
            <a:off x="299936" y="140493"/>
            <a:ext cx="11592127" cy="6549995"/>
          </a:xfrm>
          <a:prstGeom prst="rect">
            <a:avLst/>
          </a:prstGeom>
        </p:spPr>
      </p:pic>
    </p:spTree>
    <p:extLst>
      <p:ext uri="{BB962C8B-B14F-4D97-AF65-F5344CB8AC3E}">
        <p14:creationId xmlns:p14="http://schemas.microsoft.com/office/powerpoint/2010/main" val="1781031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CD4B0-E1C7-DF2B-911D-1CCA588867A8}"/>
              </a:ext>
            </a:extLst>
          </p:cNvPr>
          <p:cNvSpPr>
            <a:spLocks noGrp="1"/>
          </p:cNvSpPr>
          <p:nvPr>
            <p:ph type="title"/>
          </p:nvPr>
        </p:nvSpPr>
        <p:spPr/>
        <p:txBody>
          <a:bodyPr/>
          <a:lstStyle/>
          <a:p>
            <a:r>
              <a:rPr lang="en-AU" dirty="0"/>
              <a:t>Abusive Relationships: </a:t>
            </a:r>
            <a:r>
              <a:rPr lang="en-AU" sz="4400" dirty="0"/>
              <a:t>(pg.20)</a:t>
            </a:r>
            <a:r>
              <a:rPr lang="en-US" sz="4400" dirty="0"/>
              <a:t> </a:t>
            </a:r>
            <a:endParaRPr lang="en-AU" dirty="0"/>
          </a:p>
        </p:txBody>
      </p:sp>
      <p:sp>
        <p:nvSpPr>
          <p:cNvPr id="3" name="Content Placeholder 2">
            <a:extLst>
              <a:ext uri="{FF2B5EF4-FFF2-40B4-BE49-F238E27FC236}">
                <a16:creationId xmlns:a16="http://schemas.microsoft.com/office/drawing/2014/main" id="{0C3C5B66-3513-E3A0-B70A-8FDF1C12F528}"/>
              </a:ext>
            </a:extLst>
          </p:cNvPr>
          <p:cNvSpPr>
            <a:spLocks noGrp="1"/>
          </p:cNvSpPr>
          <p:nvPr>
            <p:ph idx="1"/>
          </p:nvPr>
        </p:nvSpPr>
        <p:spPr>
          <a:xfrm>
            <a:off x="457200" y="1825625"/>
            <a:ext cx="10896600" cy="4760232"/>
          </a:xfrm>
        </p:spPr>
        <p:txBody>
          <a:bodyPr>
            <a:normAutofit fontScale="77500" lnSpcReduction="20000"/>
          </a:bodyPr>
          <a:lstStyle/>
          <a:p>
            <a:r>
              <a:rPr lang="en-AU" sz="2800" dirty="0">
                <a:solidFill>
                  <a:schemeClr val="tx1"/>
                </a:solidFill>
              </a:rPr>
              <a:t>Abuse is when one person tries to dominate or control someone they are in close contact with. </a:t>
            </a:r>
          </a:p>
          <a:p>
            <a:r>
              <a:rPr lang="en-AU" sz="2800" dirty="0">
                <a:solidFill>
                  <a:schemeClr val="tx1"/>
                </a:solidFill>
              </a:rPr>
              <a:t>It can be:</a:t>
            </a:r>
          </a:p>
          <a:p>
            <a:pPr lvl="1"/>
            <a:r>
              <a:rPr lang="en-AU" i="1" dirty="0"/>
              <a:t>P</a:t>
            </a:r>
            <a:r>
              <a:rPr lang="en-AU" i="1" dirty="0">
                <a:solidFill>
                  <a:schemeClr val="tx1"/>
                </a:solidFill>
              </a:rPr>
              <a:t>hysical</a:t>
            </a:r>
          </a:p>
          <a:p>
            <a:pPr lvl="1"/>
            <a:r>
              <a:rPr lang="en-AU" i="1" dirty="0"/>
              <a:t>E</a:t>
            </a:r>
            <a:r>
              <a:rPr lang="en-AU" i="1" dirty="0">
                <a:solidFill>
                  <a:schemeClr val="tx1"/>
                </a:solidFill>
              </a:rPr>
              <a:t>motional </a:t>
            </a:r>
          </a:p>
          <a:p>
            <a:pPr lvl="1"/>
            <a:r>
              <a:rPr lang="en-AU" i="1" dirty="0"/>
              <a:t>S</a:t>
            </a:r>
            <a:r>
              <a:rPr lang="en-AU" i="1" dirty="0">
                <a:solidFill>
                  <a:schemeClr val="tx1"/>
                </a:solidFill>
              </a:rPr>
              <a:t>exual </a:t>
            </a:r>
          </a:p>
          <a:p>
            <a:pPr lvl="1"/>
            <a:r>
              <a:rPr lang="en-AU" i="1" dirty="0">
                <a:solidFill>
                  <a:schemeClr val="tx1"/>
                </a:solidFill>
              </a:rPr>
              <a:t>Verbal</a:t>
            </a:r>
          </a:p>
          <a:p>
            <a:pPr lvl="1"/>
            <a:r>
              <a:rPr lang="en-AU" i="1" dirty="0"/>
              <a:t>F</a:t>
            </a:r>
            <a:r>
              <a:rPr lang="en-AU" i="1" dirty="0">
                <a:solidFill>
                  <a:schemeClr val="tx1"/>
                </a:solidFill>
              </a:rPr>
              <a:t>inancial</a:t>
            </a:r>
            <a:endParaRPr lang="en-AU" dirty="0">
              <a:solidFill>
                <a:schemeClr val="tx1"/>
              </a:solidFill>
            </a:endParaRPr>
          </a:p>
          <a:p>
            <a:pPr marL="457200" lvl="1" indent="0">
              <a:buNone/>
            </a:pPr>
            <a:endParaRPr lang="en-AU" dirty="0">
              <a:solidFill>
                <a:schemeClr val="tx1"/>
              </a:solidFill>
            </a:endParaRPr>
          </a:p>
          <a:p>
            <a:r>
              <a:rPr lang="en-AU" dirty="0">
                <a:solidFill>
                  <a:schemeClr val="tx1"/>
                </a:solidFill>
              </a:rPr>
              <a:t>Abuse is not limited to, but can involve violence, intimidation, threats, insults or psychological manipulation. </a:t>
            </a:r>
          </a:p>
          <a:p>
            <a:r>
              <a:rPr lang="en-AU" dirty="0">
                <a:solidFill>
                  <a:schemeClr val="tx1"/>
                </a:solidFill>
              </a:rPr>
              <a:t>It can involve a partner or ex-partner, a carer or guardian, a family member, or anyone who is in close contact with another person.</a:t>
            </a:r>
          </a:p>
          <a:p>
            <a:r>
              <a:rPr lang="en-AU" sz="2800" dirty="0">
                <a:solidFill>
                  <a:schemeClr val="tx1"/>
                </a:solidFill>
              </a:rPr>
              <a:t>People from all walks of life can be in an abusive relationship. Abusive relationships affect men, women or children, people in heterosexual or in same-sex relationships, and people from any culture, ethnic group or religion.</a:t>
            </a:r>
          </a:p>
          <a:p>
            <a:endParaRPr lang="en-AU" dirty="0"/>
          </a:p>
        </p:txBody>
      </p:sp>
      <p:sp>
        <p:nvSpPr>
          <p:cNvPr id="4" name="TextBox 3">
            <a:extLst>
              <a:ext uri="{FF2B5EF4-FFF2-40B4-BE49-F238E27FC236}">
                <a16:creationId xmlns:a16="http://schemas.microsoft.com/office/drawing/2014/main" id="{23F5281D-FB56-77BB-F2F5-8866276E7613}"/>
              </a:ext>
            </a:extLst>
          </p:cNvPr>
          <p:cNvSpPr txBox="1"/>
          <p:nvPr/>
        </p:nvSpPr>
        <p:spPr>
          <a:xfrm>
            <a:off x="2250830" y="2583350"/>
            <a:ext cx="3066757" cy="1200329"/>
          </a:xfrm>
          <a:prstGeom prst="rect">
            <a:avLst/>
          </a:prstGeom>
          <a:noFill/>
        </p:spPr>
        <p:txBody>
          <a:bodyPr wrap="square" rtlCol="0">
            <a:spAutoFit/>
          </a:bodyPr>
          <a:lstStyle/>
          <a:p>
            <a:pPr marL="742950" lvl="1" indent="-285750">
              <a:buFont typeface="Arial" panose="020B0604020202020204" pitchFamily="34" charset="0"/>
              <a:buChar char="•"/>
            </a:pPr>
            <a:r>
              <a:rPr lang="en-AU" i="1" dirty="0"/>
              <a:t>Social</a:t>
            </a:r>
          </a:p>
          <a:p>
            <a:pPr marL="742950" lvl="1" indent="-285750">
              <a:buFont typeface="Arial" panose="020B0604020202020204" pitchFamily="34" charset="0"/>
              <a:buChar char="•"/>
            </a:pPr>
            <a:r>
              <a:rPr lang="en-AU" i="1" dirty="0">
                <a:solidFill>
                  <a:schemeClr val="tx1"/>
                </a:solidFill>
              </a:rPr>
              <a:t>Stalking</a:t>
            </a:r>
          </a:p>
          <a:p>
            <a:pPr marL="742950" lvl="1" indent="-285750">
              <a:buFont typeface="Arial" panose="020B0604020202020204" pitchFamily="34" charset="0"/>
              <a:buChar char="•"/>
            </a:pPr>
            <a:r>
              <a:rPr lang="en-AU" i="1" dirty="0"/>
              <a:t>Spiritual</a:t>
            </a:r>
          </a:p>
          <a:p>
            <a:pPr marL="742950" lvl="1" indent="-285750">
              <a:buFont typeface="Arial" panose="020B0604020202020204" pitchFamily="34" charset="0"/>
              <a:buChar char="•"/>
            </a:pPr>
            <a:r>
              <a:rPr lang="en-AU" i="1" dirty="0">
                <a:solidFill>
                  <a:schemeClr val="tx1"/>
                </a:solidFill>
              </a:rPr>
              <a:t>Image</a:t>
            </a:r>
            <a:r>
              <a:rPr lang="en-AU" i="1" dirty="0"/>
              <a:t>-based </a:t>
            </a:r>
            <a:endParaRPr lang="en-AU" dirty="0">
              <a:solidFill>
                <a:schemeClr val="tx1"/>
              </a:solidFill>
            </a:endParaRPr>
          </a:p>
        </p:txBody>
      </p:sp>
    </p:spTree>
    <p:extLst>
      <p:ext uri="{BB962C8B-B14F-4D97-AF65-F5344CB8AC3E}">
        <p14:creationId xmlns:p14="http://schemas.microsoft.com/office/powerpoint/2010/main" val="2974818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up of stacked books">
            <a:extLst>
              <a:ext uri="{FF2B5EF4-FFF2-40B4-BE49-F238E27FC236}">
                <a16:creationId xmlns:a16="http://schemas.microsoft.com/office/drawing/2014/main" id="{626B949D-C7D2-0DD2-B2C7-8CF0F10B5CE5}"/>
              </a:ext>
            </a:extLst>
          </p:cNvPr>
          <p:cNvPicPr>
            <a:picLocks noChangeAspect="1"/>
          </p:cNvPicPr>
          <p:nvPr/>
        </p:nvPicPr>
        <p:blipFill rotWithShape="1">
          <a:blip r:embed="rId3">
            <a:alphaModFix amt="35000"/>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F433DA74-51AB-10AF-C7EE-A5136B1C6EEB}"/>
              </a:ext>
            </a:extLst>
          </p:cNvPr>
          <p:cNvSpPr>
            <a:spLocks noGrp="1"/>
          </p:cNvSpPr>
          <p:nvPr>
            <p:ph type="title"/>
          </p:nvPr>
        </p:nvSpPr>
        <p:spPr>
          <a:xfrm>
            <a:off x="838200" y="365125"/>
            <a:ext cx="10515600" cy="1325563"/>
          </a:xfrm>
        </p:spPr>
        <p:txBody>
          <a:bodyPr>
            <a:normAutofit/>
          </a:bodyPr>
          <a:lstStyle/>
          <a:p>
            <a:r>
              <a:rPr lang="en-US" dirty="0">
                <a:solidFill>
                  <a:srgbClr val="FFFFFF"/>
                </a:solidFill>
              </a:rPr>
              <a:t>GLOSSARY: 						</a:t>
            </a:r>
            <a:r>
              <a:rPr lang="en-AU" dirty="0">
                <a:solidFill>
                  <a:srgbClr val="FFFFFF"/>
                </a:solidFill>
              </a:rPr>
              <a:t>(Pg. 7)</a:t>
            </a:r>
            <a:endParaRPr lang="en-US" dirty="0">
              <a:solidFill>
                <a:srgbClr val="FFFFFF"/>
              </a:solidFill>
            </a:endParaRPr>
          </a:p>
        </p:txBody>
      </p:sp>
      <p:sp>
        <p:nvSpPr>
          <p:cNvPr id="3" name="Content Placeholder 2">
            <a:extLst>
              <a:ext uri="{FF2B5EF4-FFF2-40B4-BE49-F238E27FC236}">
                <a16:creationId xmlns:a16="http://schemas.microsoft.com/office/drawing/2014/main" id="{515B7809-64A7-0A0A-96F5-BB881313458C}"/>
              </a:ext>
            </a:extLst>
          </p:cNvPr>
          <p:cNvSpPr>
            <a:spLocks noGrp="1"/>
          </p:cNvSpPr>
          <p:nvPr>
            <p:ph idx="1"/>
          </p:nvPr>
        </p:nvSpPr>
        <p:spPr>
          <a:xfrm>
            <a:off x="838200" y="1825625"/>
            <a:ext cx="10515600" cy="4351338"/>
          </a:xfrm>
        </p:spPr>
        <p:txBody>
          <a:bodyPr>
            <a:normAutofit/>
          </a:bodyPr>
          <a:lstStyle/>
          <a:p>
            <a:r>
              <a:rPr lang="en-US" dirty="0">
                <a:solidFill>
                  <a:srgbClr val="FFFFFF"/>
                </a:solidFill>
              </a:rPr>
              <a:t>At the front of your books is your glossary. Turn to your glossary and add the following words and their definitions:</a:t>
            </a:r>
          </a:p>
          <a:p>
            <a:endParaRPr lang="en-US" dirty="0">
              <a:solidFill>
                <a:srgbClr val="FFFFFF"/>
              </a:solidFill>
            </a:endParaRPr>
          </a:p>
          <a:p>
            <a:r>
              <a:rPr lang="en-US" b="1" i="1" dirty="0">
                <a:solidFill>
                  <a:srgbClr val="FFFFFF"/>
                </a:solidFill>
              </a:rPr>
              <a:t>Abusive relationship:</a:t>
            </a:r>
          </a:p>
          <a:p>
            <a:pPr lvl="1"/>
            <a:r>
              <a:rPr lang="en-US" dirty="0">
                <a:solidFill>
                  <a:srgbClr val="FFFFFF"/>
                </a:solidFill>
              </a:rPr>
              <a:t>When one person tries to dominate or control someone they are in close contact with. </a:t>
            </a:r>
          </a:p>
          <a:p>
            <a:pPr lvl="1"/>
            <a:r>
              <a:rPr lang="en-US" dirty="0">
                <a:solidFill>
                  <a:srgbClr val="FFFFFF"/>
                </a:solidFill>
              </a:rPr>
              <a:t>Abuse can be physical, emotional, sexual, verbal or financial. </a:t>
            </a:r>
          </a:p>
          <a:p>
            <a:endParaRPr lang="en-US" dirty="0">
              <a:solidFill>
                <a:srgbClr val="FFFFFF"/>
              </a:solidFill>
            </a:endParaRPr>
          </a:p>
        </p:txBody>
      </p:sp>
    </p:spTree>
    <p:extLst>
      <p:ext uri="{BB962C8B-B14F-4D97-AF65-F5344CB8AC3E}">
        <p14:creationId xmlns:p14="http://schemas.microsoft.com/office/powerpoint/2010/main" val="1713092700"/>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DE38E2-02BB-E3A5-7E4B-11FBFE4ADF99}"/>
              </a:ext>
            </a:extLst>
          </p:cNvPr>
          <p:cNvSpPr>
            <a:spLocks noGrp="1"/>
          </p:cNvSpPr>
          <p:nvPr>
            <p:ph type="title"/>
          </p:nvPr>
        </p:nvSpPr>
        <p:spPr>
          <a:xfrm>
            <a:off x="808638" y="386930"/>
            <a:ext cx="9236700" cy="1188950"/>
          </a:xfrm>
        </p:spPr>
        <p:txBody>
          <a:bodyPr anchor="b">
            <a:normAutofit/>
          </a:bodyPr>
          <a:lstStyle/>
          <a:p>
            <a:r>
              <a:rPr lang="en-AU" sz="5400"/>
              <a:t>Statistics</a:t>
            </a:r>
          </a:p>
        </p:txBody>
      </p:sp>
      <p:grpSp>
        <p:nvGrpSpPr>
          <p:cNvPr id="27" name="Group 26">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8" name="Rectangle 27">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Rectangle 30">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FF46606-114D-19CF-A54D-310A2996F730}"/>
              </a:ext>
            </a:extLst>
          </p:cNvPr>
          <p:cNvSpPr>
            <a:spLocks noGrp="1"/>
          </p:cNvSpPr>
          <p:nvPr>
            <p:ph idx="1"/>
          </p:nvPr>
        </p:nvSpPr>
        <p:spPr>
          <a:xfrm>
            <a:off x="793660" y="2599509"/>
            <a:ext cx="10143668" cy="3435531"/>
          </a:xfrm>
        </p:spPr>
        <p:txBody>
          <a:bodyPr anchor="ctr">
            <a:normAutofit/>
          </a:bodyPr>
          <a:lstStyle/>
          <a:p>
            <a:r>
              <a:rPr lang="en-AU" sz="2000"/>
              <a:t>&gt;30,000 Australian youth experience abuse or neglect each year (physical, psychological, sexual, neglect, witness domestic violence)</a:t>
            </a:r>
          </a:p>
          <a:p>
            <a:endParaRPr lang="en-AU" sz="2000"/>
          </a:p>
          <a:p>
            <a:r>
              <a:rPr lang="en-AU" sz="2000"/>
              <a:t>1 in 3 Australian women (34.2%) has experienced physical and/or sexual violence perpetrated by a man since the age of 15 </a:t>
            </a:r>
          </a:p>
          <a:p>
            <a:endParaRPr lang="en-AU" sz="2000"/>
          </a:p>
          <a:p>
            <a:r>
              <a:rPr lang="en-AU" sz="2000"/>
              <a:t>28% of sexually active students (years 10-12) have experienced unwanted sex</a:t>
            </a:r>
          </a:p>
          <a:p>
            <a:pPr lvl="1">
              <a:buFontTx/>
              <a:buChar char="-"/>
            </a:pPr>
            <a:r>
              <a:rPr lang="en-AU" sz="2000"/>
              <a:t>37% of them are females </a:t>
            </a:r>
          </a:p>
          <a:p>
            <a:pPr lvl="1">
              <a:buFontTx/>
              <a:buChar char="-"/>
            </a:pPr>
            <a:r>
              <a:rPr lang="en-AU" sz="2000"/>
              <a:t>16% of them are males </a:t>
            </a:r>
          </a:p>
          <a:p>
            <a:endParaRPr lang="en-AU" sz="2000"/>
          </a:p>
        </p:txBody>
      </p:sp>
    </p:spTree>
    <p:extLst>
      <p:ext uri="{BB962C8B-B14F-4D97-AF65-F5344CB8AC3E}">
        <p14:creationId xmlns:p14="http://schemas.microsoft.com/office/powerpoint/2010/main" val="611894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55F0176-7489-8E31-7F2D-BBC4E361EAF1}"/>
              </a:ext>
            </a:extLst>
          </p:cNvPr>
          <p:cNvSpPr>
            <a:spLocks noGrp="1"/>
          </p:cNvSpPr>
          <p:nvPr>
            <p:ph type="title"/>
          </p:nvPr>
        </p:nvSpPr>
        <p:spPr>
          <a:xfrm>
            <a:off x="1383564" y="348865"/>
            <a:ext cx="9718111" cy="1576446"/>
          </a:xfrm>
        </p:spPr>
        <p:txBody>
          <a:bodyPr anchor="ctr">
            <a:normAutofit/>
          </a:bodyPr>
          <a:lstStyle/>
          <a:p>
            <a:r>
              <a:rPr lang="en-AU" sz="4000" dirty="0">
                <a:solidFill>
                  <a:srgbClr val="FFFFFF"/>
                </a:solidFill>
              </a:rPr>
              <a:t>Signs of an abusive relationship: (pg.20)</a:t>
            </a:r>
            <a:r>
              <a:rPr lang="en-US" sz="4000" dirty="0">
                <a:solidFill>
                  <a:srgbClr val="FFFFFF"/>
                </a:solidFill>
              </a:rPr>
              <a:t> </a:t>
            </a:r>
            <a:endParaRPr lang="en-AU" sz="4000" dirty="0">
              <a:solidFill>
                <a:srgbClr val="FFFFFF"/>
              </a:solidFill>
            </a:endParaRPr>
          </a:p>
        </p:txBody>
      </p:sp>
      <p:graphicFrame>
        <p:nvGraphicFramePr>
          <p:cNvPr id="5" name="Content Placeholder 2">
            <a:extLst>
              <a:ext uri="{FF2B5EF4-FFF2-40B4-BE49-F238E27FC236}">
                <a16:creationId xmlns:a16="http://schemas.microsoft.com/office/drawing/2014/main" id="{CF05E81E-C382-5086-EEEC-BD84A38CFF5C}"/>
              </a:ext>
            </a:extLst>
          </p:cNvPr>
          <p:cNvGraphicFramePr>
            <a:graphicFrameLocks noGrp="1"/>
          </p:cNvGraphicFramePr>
          <p:nvPr>
            <p:ph idx="1"/>
            <p:extLst>
              <p:ext uri="{D42A27DB-BD31-4B8C-83A1-F6EECF244321}">
                <p14:modId xmlns:p14="http://schemas.microsoft.com/office/powerpoint/2010/main" val="1267858582"/>
              </p:ext>
            </p:extLst>
          </p:nvPr>
        </p:nvGraphicFramePr>
        <p:xfrm>
          <a:off x="1818627" y="2461087"/>
          <a:ext cx="10927829" cy="41113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95A1CA9C-28E8-27AA-EFF0-B3C18452430B}"/>
              </a:ext>
            </a:extLst>
          </p:cNvPr>
          <p:cNvSpPr txBox="1"/>
          <p:nvPr/>
        </p:nvSpPr>
        <p:spPr>
          <a:xfrm>
            <a:off x="159268" y="2666715"/>
            <a:ext cx="2071008" cy="3693319"/>
          </a:xfrm>
          <a:prstGeom prst="rect">
            <a:avLst/>
          </a:prstGeom>
          <a:noFill/>
        </p:spPr>
        <p:txBody>
          <a:bodyPr wrap="square">
            <a:spAutoFit/>
          </a:bodyPr>
          <a:lstStyle/>
          <a:p>
            <a:pPr lvl="0" algn="ctr"/>
            <a:r>
              <a:rPr lang="en-AU" dirty="0"/>
              <a:t>Learning about the warning signs is important.</a:t>
            </a:r>
          </a:p>
          <a:p>
            <a:pPr lvl="0" algn="ctr"/>
            <a:endParaRPr lang="en-AU" dirty="0"/>
          </a:p>
          <a:p>
            <a:pPr lvl="0" algn="ctr"/>
            <a:endParaRPr lang="en-AU" dirty="0"/>
          </a:p>
          <a:p>
            <a:pPr lvl="0" algn="ctr"/>
            <a:r>
              <a:rPr lang="en-AU" dirty="0"/>
              <a:t>Someone could be in an abusive relationship if the other person:</a:t>
            </a:r>
          </a:p>
          <a:p>
            <a:pPr lvl="0" algn="ctr"/>
            <a:endParaRPr lang="en-AU" dirty="0"/>
          </a:p>
          <a:p>
            <a:pPr lvl="0" algn="ctr"/>
            <a:r>
              <a:rPr lang="en-AU" dirty="0"/>
              <a:t>(Write at least 5 examples into your books)</a:t>
            </a:r>
            <a:endParaRPr lang="en-US" dirty="0"/>
          </a:p>
        </p:txBody>
      </p:sp>
    </p:spTree>
    <p:extLst>
      <p:ext uri="{BB962C8B-B14F-4D97-AF65-F5344CB8AC3E}">
        <p14:creationId xmlns:p14="http://schemas.microsoft.com/office/powerpoint/2010/main" val="1377539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D241B8-2F4A-5FB2-AD3F-A4E416FA956D}"/>
              </a:ext>
            </a:extLst>
          </p:cNvPr>
          <p:cNvSpPr>
            <a:spLocks noGrp="1"/>
          </p:cNvSpPr>
          <p:nvPr>
            <p:ph type="title"/>
          </p:nvPr>
        </p:nvSpPr>
        <p:spPr>
          <a:xfrm>
            <a:off x="838200" y="557188"/>
            <a:ext cx="10515600" cy="1133499"/>
          </a:xfrm>
        </p:spPr>
        <p:txBody>
          <a:bodyPr>
            <a:normAutofit/>
          </a:bodyPr>
          <a:lstStyle/>
          <a:p>
            <a:pPr algn="ctr"/>
            <a:r>
              <a:rPr lang="en-AU" sz="4000" dirty="0"/>
              <a:t>Activity 2: Types of Abuse – Expert Groups (pg.21)</a:t>
            </a:r>
            <a:r>
              <a:rPr lang="en-US" sz="4000" dirty="0"/>
              <a:t> </a:t>
            </a:r>
            <a:endParaRPr lang="en-AU" sz="4000" dirty="0"/>
          </a:p>
        </p:txBody>
      </p:sp>
      <p:graphicFrame>
        <p:nvGraphicFramePr>
          <p:cNvPr id="5" name="Content Placeholder 2">
            <a:extLst>
              <a:ext uri="{FF2B5EF4-FFF2-40B4-BE49-F238E27FC236}">
                <a16:creationId xmlns:a16="http://schemas.microsoft.com/office/drawing/2014/main" id="{A227C6C0-A3A2-2D48-1E7B-67D63FE24558}"/>
              </a:ext>
            </a:extLst>
          </p:cNvPr>
          <p:cNvGraphicFramePr>
            <a:graphicFrameLocks noGrp="1"/>
          </p:cNvGraphicFramePr>
          <p:nvPr>
            <p:ph idx="1"/>
            <p:extLst>
              <p:ext uri="{D42A27DB-BD31-4B8C-83A1-F6EECF244321}">
                <p14:modId xmlns:p14="http://schemas.microsoft.com/office/powerpoint/2010/main" val="4051038788"/>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9921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D80C9EF-3CC6-4ECC-9C2D-9D0396C96E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DA6B5B-400E-CB6E-6326-F9917498FDEB}"/>
              </a:ext>
            </a:extLst>
          </p:cNvPr>
          <p:cNvSpPr>
            <a:spLocks noGrp="1"/>
          </p:cNvSpPr>
          <p:nvPr>
            <p:ph type="title"/>
          </p:nvPr>
        </p:nvSpPr>
        <p:spPr>
          <a:xfrm>
            <a:off x="795528" y="386930"/>
            <a:ext cx="10141799" cy="1300554"/>
          </a:xfrm>
        </p:spPr>
        <p:txBody>
          <a:bodyPr anchor="b">
            <a:normAutofit/>
          </a:bodyPr>
          <a:lstStyle/>
          <a:p>
            <a:r>
              <a:rPr lang="en-US" dirty="0"/>
              <a:t>Activity 2: Types of Abuse – Expert Groups </a:t>
            </a:r>
            <a:r>
              <a:rPr lang="en-AU" dirty="0"/>
              <a:t>(pg.21)</a:t>
            </a:r>
            <a:r>
              <a:rPr lang="en-US" dirty="0"/>
              <a:t> </a:t>
            </a:r>
          </a:p>
        </p:txBody>
      </p:sp>
      <p:sp>
        <p:nvSpPr>
          <p:cNvPr id="18" name="Rectangle 17">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Empty speech bubbles">
            <a:extLst>
              <a:ext uri="{FF2B5EF4-FFF2-40B4-BE49-F238E27FC236}">
                <a16:creationId xmlns:a16="http://schemas.microsoft.com/office/drawing/2014/main" id="{C9BA7A8A-90EC-D539-88CB-A1B707531FD8}"/>
              </a:ext>
            </a:extLst>
          </p:cNvPr>
          <p:cNvPicPr>
            <a:picLocks noChangeAspect="1"/>
          </p:cNvPicPr>
          <p:nvPr/>
        </p:nvPicPr>
        <p:blipFill rotWithShape="1">
          <a:blip r:embed="rId3"/>
          <a:srcRect l="7443"/>
          <a:stretch/>
        </p:blipFill>
        <p:spPr>
          <a:xfrm>
            <a:off x="25481" y="2599509"/>
            <a:ext cx="4530898" cy="3714244"/>
          </a:xfrm>
          <a:prstGeom prst="rect">
            <a:avLst/>
          </a:prstGeom>
        </p:spPr>
      </p:pic>
      <p:sp>
        <p:nvSpPr>
          <p:cNvPr id="3" name="Content Placeholder 2">
            <a:extLst>
              <a:ext uri="{FF2B5EF4-FFF2-40B4-BE49-F238E27FC236}">
                <a16:creationId xmlns:a16="http://schemas.microsoft.com/office/drawing/2014/main" id="{827ECF9B-FDBC-FE15-1018-AE3BFCFAE89C}"/>
              </a:ext>
            </a:extLst>
          </p:cNvPr>
          <p:cNvSpPr>
            <a:spLocks noGrp="1"/>
          </p:cNvSpPr>
          <p:nvPr>
            <p:ph idx="1"/>
          </p:nvPr>
        </p:nvSpPr>
        <p:spPr>
          <a:xfrm>
            <a:off x="4724400" y="2203078"/>
            <a:ext cx="6658962" cy="4267991"/>
          </a:xfrm>
        </p:spPr>
        <p:txBody>
          <a:bodyPr anchor="ctr">
            <a:normAutofit/>
          </a:bodyPr>
          <a:lstStyle/>
          <a:p>
            <a:r>
              <a:rPr lang="en-AU" sz="1600" dirty="0"/>
              <a:t>Around the class will be information regarding 5 different types of abuse.</a:t>
            </a:r>
          </a:p>
          <a:p>
            <a:pPr lvl="1"/>
            <a:r>
              <a:rPr lang="en-AU" sz="1600" dirty="0"/>
              <a:t>Physical, Verbal, Emotional, Financial and Sexual. </a:t>
            </a:r>
          </a:p>
          <a:p>
            <a:pPr marL="0" indent="0">
              <a:buNone/>
            </a:pPr>
            <a:endParaRPr lang="en-AU" sz="1600" dirty="0"/>
          </a:p>
          <a:p>
            <a:r>
              <a:rPr lang="en-AU" sz="1600" dirty="0"/>
              <a:t>Students will have 5 minutes to become an expert before regrouping and sharing their information. </a:t>
            </a:r>
          </a:p>
          <a:p>
            <a:pPr lvl="1"/>
            <a:r>
              <a:rPr lang="en-AU" sz="1600" dirty="0"/>
              <a:t>Definition + examples.</a:t>
            </a:r>
          </a:p>
          <a:p>
            <a:pPr lvl="1"/>
            <a:endParaRPr lang="en-AU" sz="1600" dirty="0"/>
          </a:p>
          <a:p>
            <a:r>
              <a:rPr lang="en-US" sz="1600" dirty="0"/>
              <a:t>You will have 15 minutes to share with your group. When sharing:</a:t>
            </a:r>
          </a:p>
          <a:p>
            <a:pPr lvl="1"/>
            <a:r>
              <a:rPr lang="en-US" sz="1600" dirty="0"/>
              <a:t>Communicate – do not simply give your group your device. You need to use your words and communicate what you found (communication is key in good relationships).</a:t>
            </a:r>
          </a:p>
          <a:p>
            <a:pPr lvl="1"/>
            <a:endParaRPr lang="en-US" sz="1600" dirty="0"/>
          </a:p>
          <a:p>
            <a:r>
              <a:rPr lang="en-US" sz="1600" dirty="0"/>
              <a:t>By the end of this activity, all students will have shared their expert knowledge, and everyone will have the information on the 5 different types of abuse written in their books. </a:t>
            </a:r>
          </a:p>
        </p:txBody>
      </p:sp>
      <p:sp>
        <p:nvSpPr>
          <p:cNvPr id="22" name="Rectangle 21">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11715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5DB6F62-03FD-B340-868C-6913E0E4B645}"/>
              </a:ext>
            </a:extLst>
          </p:cNvPr>
          <p:cNvPicPr>
            <a:picLocks noChangeAspect="1"/>
          </p:cNvPicPr>
          <p:nvPr/>
        </p:nvPicPr>
        <p:blipFill rotWithShape="1">
          <a:blip r:embed="rId2">
            <a:duotone>
              <a:schemeClr val="bg2">
                <a:shade val="45000"/>
                <a:satMod val="135000"/>
              </a:schemeClr>
              <a:prstClr val="white"/>
            </a:duotone>
          </a:blip>
          <a:srcRect t="15413"/>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2BD42B-678F-9F47-C681-87603DFBFC83}"/>
              </a:ext>
            </a:extLst>
          </p:cNvPr>
          <p:cNvSpPr>
            <a:spLocks noGrp="1"/>
          </p:cNvSpPr>
          <p:nvPr>
            <p:ph type="title"/>
          </p:nvPr>
        </p:nvSpPr>
        <p:spPr>
          <a:xfrm>
            <a:off x="838200" y="365125"/>
            <a:ext cx="10515600" cy="1325563"/>
          </a:xfrm>
        </p:spPr>
        <p:txBody>
          <a:bodyPr>
            <a:normAutofit/>
          </a:bodyPr>
          <a:lstStyle/>
          <a:p>
            <a:r>
              <a:rPr lang="en-US" dirty="0"/>
              <a:t>Physical Abuse</a:t>
            </a:r>
          </a:p>
        </p:txBody>
      </p:sp>
      <p:graphicFrame>
        <p:nvGraphicFramePr>
          <p:cNvPr id="5" name="Content Placeholder 2">
            <a:extLst>
              <a:ext uri="{FF2B5EF4-FFF2-40B4-BE49-F238E27FC236}">
                <a16:creationId xmlns:a16="http://schemas.microsoft.com/office/drawing/2014/main" id="{80686442-2DE1-C4E3-B026-015FE05ADF37}"/>
              </a:ext>
            </a:extLst>
          </p:cNvPr>
          <p:cNvGraphicFramePr>
            <a:graphicFrameLocks noGrp="1"/>
          </p:cNvGraphicFramePr>
          <p:nvPr>
            <p:ph idx="1"/>
            <p:extLst>
              <p:ext uri="{D42A27DB-BD31-4B8C-83A1-F6EECF244321}">
                <p14:modId xmlns:p14="http://schemas.microsoft.com/office/powerpoint/2010/main" val="412483042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77399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A2BE8-0F19-3527-EF0F-BF08FAB84EBE}"/>
              </a:ext>
            </a:extLst>
          </p:cNvPr>
          <p:cNvSpPr>
            <a:spLocks noGrp="1"/>
          </p:cNvSpPr>
          <p:nvPr>
            <p:ph type="title"/>
          </p:nvPr>
        </p:nvSpPr>
        <p:spPr/>
        <p:txBody>
          <a:bodyPr/>
          <a:lstStyle/>
          <a:p>
            <a:r>
              <a:rPr lang="en-US" dirty="0"/>
              <a:t>Verbal Abuse</a:t>
            </a:r>
          </a:p>
        </p:txBody>
      </p:sp>
      <p:graphicFrame>
        <p:nvGraphicFramePr>
          <p:cNvPr id="5" name="Content Placeholder 2">
            <a:extLst>
              <a:ext uri="{FF2B5EF4-FFF2-40B4-BE49-F238E27FC236}">
                <a16:creationId xmlns:a16="http://schemas.microsoft.com/office/drawing/2014/main" id="{C507D051-DBCC-17A1-C195-18E0780D4B2D}"/>
              </a:ext>
            </a:extLst>
          </p:cNvPr>
          <p:cNvGraphicFramePr>
            <a:graphicFrameLocks noGrp="1"/>
          </p:cNvGraphicFramePr>
          <p:nvPr>
            <p:ph idx="1"/>
            <p:extLst>
              <p:ext uri="{D42A27DB-BD31-4B8C-83A1-F6EECF244321}">
                <p14:modId xmlns:p14="http://schemas.microsoft.com/office/powerpoint/2010/main" val="114232474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317137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690CAE0-A6BF-CDCE-4074-4706F66E3525}"/>
              </a:ext>
            </a:extLst>
          </p:cNvPr>
          <p:cNvPicPr>
            <a:picLocks noChangeAspect="1"/>
          </p:cNvPicPr>
          <p:nvPr/>
        </p:nvPicPr>
        <p:blipFill rotWithShape="1">
          <a:blip r:embed="rId2">
            <a:duotone>
              <a:schemeClr val="bg2">
                <a:shade val="45000"/>
                <a:satMod val="135000"/>
              </a:schemeClr>
              <a:prstClr val="white"/>
            </a:duotone>
          </a:blip>
          <a:srcRect t="16045"/>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95C7E1-9704-31E2-1931-71CC26F6CE1A}"/>
              </a:ext>
            </a:extLst>
          </p:cNvPr>
          <p:cNvSpPr>
            <a:spLocks noGrp="1"/>
          </p:cNvSpPr>
          <p:nvPr>
            <p:ph type="title"/>
          </p:nvPr>
        </p:nvSpPr>
        <p:spPr>
          <a:xfrm>
            <a:off x="838200" y="365125"/>
            <a:ext cx="10515600" cy="1325563"/>
          </a:xfrm>
        </p:spPr>
        <p:txBody>
          <a:bodyPr>
            <a:normAutofit/>
          </a:bodyPr>
          <a:lstStyle/>
          <a:p>
            <a:r>
              <a:rPr lang="en-US" dirty="0"/>
              <a:t>Emotional Abuse</a:t>
            </a:r>
          </a:p>
        </p:txBody>
      </p:sp>
      <p:graphicFrame>
        <p:nvGraphicFramePr>
          <p:cNvPr id="5" name="Content Placeholder 2">
            <a:extLst>
              <a:ext uri="{FF2B5EF4-FFF2-40B4-BE49-F238E27FC236}">
                <a16:creationId xmlns:a16="http://schemas.microsoft.com/office/drawing/2014/main" id="{3BB443C9-D69A-509D-F18B-AAA0BA5CC8A2}"/>
              </a:ext>
            </a:extLst>
          </p:cNvPr>
          <p:cNvGraphicFramePr>
            <a:graphicFrameLocks noGrp="1"/>
          </p:cNvGraphicFramePr>
          <p:nvPr>
            <p:ph idx="1"/>
            <p:extLst>
              <p:ext uri="{D42A27DB-BD31-4B8C-83A1-F6EECF244321}">
                <p14:modId xmlns:p14="http://schemas.microsoft.com/office/powerpoint/2010/main" val="4208356219"/>
              </p:ext>
            </p:extLst>
          </p:nvPr>
        </p:nvGraphicFramePr>
        <p:xfrm>
          <a:off x="838200" y="929640"/>
          <a:ext cx="10515600" cy="57454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785537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5DB6F62-03FD-B340-868C-6913E0E4B645}"/>
              </a:ext>
            </a:extLst>
          </p:cNvPr>
          <p:cNvPicPr>
            <a:picLocks noChangeAspect="1"/>
          </p:cNvPicPr>
          <p:nvPr/>
        </p:nvPicPr>
        <p:blipFill rotWithShape="1">
          <a:blip r:embed="rId2">
            <a:duotone>
              <a:schemeClr val="bg2">
                <a:shade val="45000"/>
                <a:satMod val="135000"/>
              </a:schemeClr>
              <a:prstClr val="white"/>
            </a:duotone>
          </a:blip>
          <a:srcRect t="15413"/>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2BD42B-678F-9F47-C681-87603DFBFC83}"/>
              </a:ext>
            </a:extLst>
          </p:cNvPr>
          <p:cNvSpPr>
            <a:spLocks noGrp="1"/>
          </p:cNvSpPr>
          <p:nvPr>
            <p:ph type="title"/>
          </p:nvPr>
        </p:nvSpPr>
        <p:spPr>
          <a:xfrm>
            <a:off x="838200" y="365125"/>
            <a:ext cx="10515600" cy="1325563"/>
          </a:xfrm>
        </p:spPr>
        <p:txBody>
          <a:bodyPr>
            <a:normAutofit/>
          </a:bodyPr>
          <a:lstStyle/>
          <a:p>
            <a:r>
              <a:rPr lang="en-US" dirty="0"/>
              <a:t>Financial Abuse</a:t>
            </a:r>
          </a:p>
        </p:txBody>
      </p:sp>
      <p:graphicFrame>
        <p:nvGraphicFramePr>
          <p:cNvPr id="5" name="Content Placeholder 2">
            <a:extLst>
              <a:ext uri="{FF2B5EF4-FFF2-40B4-BE49-F238E27FC236}">
                <a16:creationId xmlns:a16="http://schemas.microsoft.com/office/drawing/2014/main" id="{80686442-2DE1-C4E3-B026-015FE05ADF37}"/>
              </a:ext>
            </a:extLst>
          </p:cNvPr>
          <p:cNvGraphicFramePr>
            <a:graphicFrameLocks noGrp="1"/>
          </p:cNvGraphicFramePr>
          <p:nvPr>
            <p:ph idx="1"/>
            <p:extLst>
              <p:ext uri="{D42A27DB-BD31-4B8C-83A1-F6EECF244321}">
                <p14:modId xmlns:p14="http://schemas.microsoft.com/office/powerpoint/2010/main" val="317715371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207390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A6125-ED8D-6292-C86D-59B1202E0B25}"/>
              </a:ext>
            </a:extLst>
          </p:cNvPr>
          <p:cNvSpPr>
            <a:spLocks noGrp="1"/>
          </p:cNvSpPr>
          <p:nvPr>
            <p:ph type="title"/>
          </p:nvPr>
        </p:nvSpPr>
        <p:spPr/>
        <p:txBody>
          <a:bodyPr/>
          <a:lstStyle/>
          <a:p>
            <a:r>
              <a:rPr lang="en-US" dirty="0"/>
              <a:t>Sexual Abuse</a:t>
            </a:r>
          </a:p>
        </p:txBody>
      </p:sp>
      <p:graphicFrame>
        <p:nvGraphicFramePr>
          <p:cNvPr id="5" name="Content Placeholder 2">
            <a:extLst>
              <a:ext uri="{FF2B5EF4-FFF2-40B4-BE49-F238E27FC236}">
                <a16:creationId xmlns:a16="http://schemas.microsoft.com/office/drawing/2014/main" id="{FF23660D-2ADF-734C-ABBB-D2C8FA835D39}"/>
              </a:ext>
            </a:extLst>
          </p:cNvPr>
          <p:cNvGraphicFramePr>
            <a:graphicFrameLocks noGrp="1"/>
          </p:cNvGraphicFramePr>
          <p:nvPr>
            <p:ph idx="1"/>
            <p:extLst>
              <p:ext uri="{D42A27DB-BD31-4B8C-83A1-F6EECF244321}">
                <p14:modId xmlns:p14="http://schemas.microsoft.com/office/powerpoint/2010/main" val="262752947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213569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B2D010-DEBA-B503-96C6-ABCADD9688D8}"/>
              </a:ext>
            </a:extLst>
          </p:cNvPr>
          <p:cNvSpPr>
            <a:spLocks noGrp="1"/>
          </p:cNvSpPr>
          <p:nvPr>
            <p:ph type="title"/>
          </p:nvPr>
        </p:nvSpPr>
        <p:spPr>
          <a:xfrm>
            <a:off x="645065" y="1463040"/>
            <a:ext cx="3796306" cy="2690949"/>
          </a:xfrm>
        </p:spPr>
        <p:txBody>
          <a:bodyPr anchor="t">
            <a:normAutofit/>
          </a:bodyPr>
          <a:lstStyle/>
          <a:p>
            <a:r>
              <a:rPr lang="en-AU" sz="4800" dirty="0"/>
              <a:t>Other types of abuse</a:t>
            </a:r>
            <a:br>
              <a:rPr lang="en-AU" sz="4800" dirty="0"/>
            </a:br>
            <a:r>
              <a:rPr lang="en-AU" sz="4800" dirty="0"/>
              <a:t>(pg.22)</a:t>
            </a:r>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8348CCF-47C2-2A56-B2EA-B2279CB5932D}"/>
              </a:ext>
            </a:extLst>
          </p:cNvPr>
          <p:cNvSpPr>
            <a:spLocks noGrp="1"/>
          </p:cNvSpPr>
          <p:nvPr>
            <p:ph idx="1"/>
          </p:nvPr>
        </p:nvSpPr>
        <p:spPr>
          <a:xfrm>
            <a:off x="5656218" y="1463039"/>
            <a:ext cx="5542387" cy="4300447"/>
          </a:xfrm>
        </p:spPr>
        <p:txBody>
          <a:bodyPr anchor="t">
            <a:normAutofit/>
          </a:bodyPr>
          <a:lstStyle/>
          <a:p>
            <a:r>
              <a:rPr lang="en-AU" sz="2200"/>
              <a:t>You will find information in your workbooks regarding the other types of abuse we have mentioned. </a:t>
            </a:r>
          </a:p>
          <a:p>
            <a:pPr marL="742950" lvl="1" indent="-285750">
              <a:buFont typeface="Arial" panose="020B0604020202020204" pitchFamily="34" charset="0"/>
              <a:buChar char="•"/>
            </a:pPr>
            <a:r>
              <a:rPr lang="en-AU" sz="2200" i="1"/>
              <a:t>Social</a:t>
            </a:r>
          </a:p>
          <a:p>
            <a:pPr marL="742950" lvl="1" indent="-285750">
              <a:buFont typeface="Arial" panose="020B0604020202020204" pitchFamily="34" charset="0"/>
              <a:buChar char="•"/>
            </a:pPr>
            <a:r>
              <a:rPr lang="en-AU" sz="2200" i="1"/>
              <a:t>Stalking</a:t>
            </a:r>
          </a:p>
          <a:p>
            <a:pPr marL="742950" lvl="1" indent="-285750">
              <a:buFont typeface="Arial" panose="020B0604020202020204" pitchFamily="34" charset="0"/>
              <a:buChar char="•"/>
            </a:pPr>
            <a:r>
              <a:rPr lang="en-AU" sz="2200" i="1"/>
              <a:t>Spiritual</a:t>
            </a:r>
          </a:p>
          <a:p>
            <a:pPr marL="742950" lvl="1" indent="-285750">
              <a:buFont typeface="Arial" panose="020B0604020202020204" pitchFamily="34" charset="0"/>
              <a:buChar char="•"/>
            </a:pPr>
            <a:r>
              <a:rPr lang="en-AU" sz="2200" i="1"/>
              <a:t>Image-based </a:t>
            </a:r>
            <a:endParaRPr lang="en-AU" sz="2200"/>
          </a:p>
          <a:p>
            <a:endParaRPr lang="en-AU" sz="2200"/>
          </a:p>
        </p:txBody>
      </p:sp>
    </p:spTree>
    <p:extLst>
      <p:ext uri="{BB962C8B-B14F-4D97-AF65-F5344CB8AC3E}">
        <p14:creationId xmlns:p14="http://schemas.microsoft.com/office/powerpoint/2010/main" val="19850917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1027">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Five Key Components Of Exit Tickets | by dem plates | Medium">
            <a:extLst>
              <a:ext uri="{FF2B5EF4-FFF2-40B4-BE49-F238E27FC236}">
                <a16:creationId xmlns:a16="http://schemas.microsoft.com/office/drawing/2014/main" id="{246744CA-4C43-8967-8D40-DCD5046059E3}"/>
              </a:ext>
            </a:extLst>
          </p:cNvPr>
          <p:cNvPicPr>
            <a:picLocks noChangeAspect="1" noChangeArrowheads="1"/>
          </p:cNvPicPr>
          <p:nvPr/>
        </p:nvPicPr>
        <p:blipFill rotWithShape="1">
          <a:blip r:embed="rId2">
            <a:alphaModFix amt="35000"/>
            <a:extLst>
              <a:ext uri="{28A0092B-C50C-407E-A947-70E740481C1C}">
                <a14:useLocalDpi xmlns:a14="http://schemas.microsoft.com/office/drawing/2010/main" val="0"/>
              </a:ext>
            </a:extLst>
          </a:blip>
          <a:srcRect l="4113" r="5664" b="-1"/>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FF3569C-3E7C-2F74-86B9-C8C32A677972}"/>
              </a:ext>
            </a:extLst>
          </p:cNvPr>
          <p:cNvSpPr>
            <a:spLocks noGrp="1"/>
          </p:cNvSpPr>
          <p:nvPr>
            <p:ph type="title"/>
          </p:nvPr>
        </p:nvSpPr>
        <p:spPr>
          <a:xfrm>
            <a:off x="838200" y="365125"/>
            <a:ext cx="10515600" cy="1325563"/>
          </a:xfrm>
        </p:spPr>
        <p:txBody>
          <a:bodyPr>
            <a:normAutofit/>
          </a:bodyPr>
          <a:lstStyle/>
          <a:p>
            <a:r>
              <a:rPr lang="en-US">
                <a:solidFill>
                  <a:srgbClr val="FFFFFF"/>
                </a:solidFill>
              </a:rPr>
              <a:t>EXIT TICKET:</a:t>
            </a:r>
          </a:p>
        </p:txBody>
      </p:sp>
      <p:sp>
        <p:nvSpPr>
          <p:cNvPr id="3" name="Content Placeholder 2">
            <a:extLst>
              <a:ext uri="{FF2B5EF4-FFF2-40B4-BE49-F238E27FC236}">
                <a16:creationId xmlns:a16="http://schemas.microsoft.com/office/drawing/2014/main" id="{244E2338-DF4C-09CE-CBF0-C7C4B79F0EA8}"/>
              </a:ext>
            </a:extLst>
          </p:cNvPr>
          <p:cNvSpPr>
            <a:spLocks noGrp="1"/>
          </p:cNvSpPr>
          <p:nvPr>
            <p:ph idx="1"/>
          </p:nvPr>
        </p:nvSpPr>
        <p:spPr>
          <a:xfrm>
            <a:off x="838200" y="1825625"/>
            <a:ext cx="10515600" cy="4351338"/>
          </a:xfrm>
        </p:spPr>
        <p:txBody>
          <a:bodyPr>
            <a:normAutofit/>
          </a:bodyPr>
          <a:lstStyle/>
          <a:p>
            <a:r>
              <a:rPr lang="en-US" dirty="0">
                <a:solidFill>
                  <a:srgbClr val="FFFFFF"/>
                </a:solidFill>
              </a:rPr>
              <a:t>On your way out the door, answer the following question to your teacher:</a:t>
            </a:r>
          </a:p>
          <a:p>
            <a:endParaRPr lang="en-US" dirty="0">
              <a:solidFill>
                <a:srgbClr val="FFFFFF"/>
              </a:solidFill>
            </a:endParaRPr>
          </a:p>
          <a:p>
            <a:pPr marL="0" indent="0" algn="ctr">
              <a:buNone/>
            </a:pPr>
            <a:r>
              <a:rPr lang="en-US" i="1" dirty="0">
                <a:solidFill>
                  <a:srgbClr val="FFFFFF"/>
                </a:solidFill>
              </a:rPr>
              <a:t>“List 3 green flags you want to experience in your relationships.”</a:t>
            </a:r>
          </a:p>
          <a:p>
            <a:endParaRPr lang="en-US" dirty="0">
              <a:solidFill>
                <a:srgbClr val="FFFFFF"/>
              </a:solidFill>
            </a:endParaRPr>
          </a:p>
        </p:txBody>
      </p:sp>
    </p:spTree>
    <p:extLst>
      <p:ext uri="{BB962C8B-B14F-4D97-AF65-F5344CB8AC3E}">
        <p14:creationId xmlns:p14="http://schemas.microsoft.com/office/powerpoint/2010/main" val="476838412"/>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15650</TotalTime>
  <Words>1771</Words>
  <Application>Microsoft Office PowerPoint</Application>
  <PresentationFormat>Widescreen</PresentationFormat>
  <Paragraphs>164</Paragraphs>
  <Slides>20</Slides>
  <Notes>10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Wingdings 3</vt:lpstr>
      <vt:lpstr>Office Theme</vt:lpstr>
      <vt:lpstr>Relationships</vt:lpstr>
      <vt:lpstr>Todays Focus:</vt:lpstr>
      <vt:lpstr>PowerPoint Presentation</vt:lpstr>
      <vt:lpstr>Activity 1a: (pg.19)   Quick Fire – Relationship Expectations</vt:lpstr>
      <vt:lpstr>Quick Fire – Relationship Expectations  Examples:</vt:lpstr>
      <vt:lpstr>Activity 1b:   Romantic Relationship Expectations:</vt:lpstr>
      <vt:lpstr>PowerPoint Presentation</vt:lpstr>
      <vt:lpstr>Abusive Relationships: (pg.20) </vt:lpstr>
      <vt:lpstr>GLOSSARY:       (Pg. 7)</vt:lpstr>
      <vt:lpstr>Statistics</vt:lpstr>
      <vt:lpstr>Signs of an abusive relationship: (pg.20) </vt:lpstr>
      <vt:lpstr>Activity 2: Types of Abuse – Expert Groups (pg.21) </vt:lpstr>
      <vt:lpstr>Activity 2: Types of Abuse – Expert Groups (pg.21) </vt:lpstr>
      <vt:lpstr>Physical Abuse</vt:lpstr>
      <vt:lpstr>Verbal Abuse</vt:lpstr>
      <vt:lpstr>Emotional Abuse</vt:lpstr>
      <vt:lpstr>Financial Abuse</vt:lpstr>
      <vt:lpstr>Sexual Abuse</vt:lpstr>
      <vt:lpstr>Other types of abuse (pg.22)</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Relationships</dc:title>
  <dc:creator>HASSAN Gillian [Comet Bay College]</dc:creator>
  <cp:lastModifiedBy>HILLMAN Alissa [Willetton Senior High School]</cp:lastModifiedBy>
  <cp:revision>42</cp:revision>
  <cp:lastPrinted>2022-05-20T05:38:59Z</cp:lastPrinted>
  <dcterms:created xsi:type="dcterms:W3CDTF">2022-04-26T04:42:15Z</dcterms:created>
  <dcterms:modified xsi:type="dcterms:W3CDTF">2023-11-10T06:55:35Z</dcterms:modified>
</cp:coreProperties>
</file>