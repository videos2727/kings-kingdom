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0AB922-DAB9-4260-99D9-37982D10FE9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CADC579-B537-49E2-86EC-AC308EDA5ABE}">
      <dgm:prSet/>
      <dgm:spPr/>
      <dgm:t>
        <a:bodyPr/>
        <a:lstStyle/>
        <a:p>
          <a:pPr>
            <a:defRPr b="1"/>
          </a:pPr>
          <a:r>
            <a:rPr lang="en-AU"/>
            <a:t>Test Conditions:</a:t>
          </a:r>
          <a:endParaRPr lang="en-US"/>
        </a:p>
      </dgm:t>
    </dgm:pt>
    <dgm:pt modelId="{465B9ECC-FD02-4B46-B059-E2764FC95B1D}" type="parTrans" cxnId="{677F1471-8851-46BA-A6FF-A0D571B4F552}">
      <dgm:prSet/>
      <dgm:spPr/>
      <dgm:t>
        <a:bodyPr/>
        <a:lstStyle/>
        <a:p>
          <a:endParaRPr lang="en-US"/>
        </a:p>
      </dgm:t>
    </dgm:pt>
    <dgm:pt modelId="{D822F45D-B4B8-433F-88E6-2CFF224294B7}" type="sibTrans" cxnId="{677F1471-8851-46BA-A6FF-A0D571B4F552}">
      <dgm:prSet/>
      <dgm:spPr/>
      <dgm:t>
        <a:bodyPr/>
        <a:lstStyle/>
        <a:p>
          <a:endParaRPr lang="en-US"/>
        </a:p>
      </dgm:t>
    </dgm:pt>
    <dgm:pt modelId="{86516077-A6F9-4C77-9A8A-88F30FD50C9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AU" dirty="0"/>
            <a:t>Separate all desks. </a:t>
          </a:r>
          <a:endParaRPr lang="en-US" dirty="0"/>
        </a:p>
      </dgm:t>
    </dgm:pt>
    <dgm:pt modelId="{36554EC0-BA73-4B3D-9C06-FD47D7ADED74}" type="parTrans" cxnId="{687EA84C-F97A-4AF7-AC6B-FC0FEEDD98C3}">
      <dgm:prSet/>
      <dgm:spPr/>
      <dgm:t>
        <a:bodyPr/>
        <a:lstStyle/>
        <a:p>
          <a:endParaRPr lang="en-US"/>
        </a:p>
      </dgm:t>
    </dgm:pt>
    <dgm:pt modelId="{25F7F000-1D29-435E-BD55-3411BCC0D991}" type="sibTrans" cxnId="{687EA84C-F97A-4AF7-AC6B-FC0FEEDD98C3}">
      <dgm:prSet/>
      <dgm:spPr/>
      <dgm:t>
        <a:bodyPr/>
        <a:lstStyle/>
        <a:p>
          <a:endParaRPr lang="en-US"/>
        </a:p>
      </dgm:t>
    </dgm:pt>
    <dgm:pt modelId="{7FB93243-0ACE-4B47-A32F-2A102A8B3D2F}">
      <dgm:prSet/>
      <dgm:spPr/>
      <dgm:t>
        <a:bodyPr/>
        <a:lstStyle/>
        <a:p>
          <a:pPr>
            <a:buNone/>
          </a:pPr>
          <a:r>
            <a:rPr lang="en-AU" dirty="0"/>
            <a:t>Need a pen.</a:t>
          </a:r>
          <a:endParaRPr lang="en-US" dirty="0"/>
        </a:p>
      </dgm:t>
    </dgm:pt>
    <dgm:pt modelId="{12FABCBB-2A10-469C-B2CF-8F61C3B8BCEC}" type="parTrans" cxnId="{D939867B-A18E-42BC-9BEA-00D3185EF9DC}">
      <dgm:prSet/>
      <dgm:spPr/>
      <dgm:t>
        <a:bodyPr/>
        <a:lstStyle/>
        <a:p>
          <a:endParaRPr lang="en-US"/>
        </a:p>
      </dgm:t>
    </dgm:pt>
    <dgm:pt modelId="{98879E7C-CD35-4044-88EF-8E69C6F3479A}" type="sibTrans" cxnId="{D939867B-A18E-42BC-9BEA-00D3185EF9DC}">
      <dgm:prSet/>
      <dgm:spPr/>
      <dgm:t>
        <a:bodyPr/>
        <a:lstStyle/>
        <a:p>
          <a:endParaRPr lang="en-US"/>
        </a:p>
      </dgm:t>
    </dgm:pt>
    <dgm:pt modelId="{F4FEE75C-3BDD-43F9-AA63-173F5C97952B}">
      <dgm:prSet/>
      <dgm:spPr/>
      <dgm:t>
        <a:bodyPr/>
        <a:lstStyle/>
        <a:p>
          <a:pPr>
            <a:buNone/>
          </a:pPr>
          <a:r>
            <a:rPr lang="en-AU" dirty="0"/>
            <a:t>No talking or cheating. </a:t>
          </a:r>
          <a:endParaRPr lang="en-US" dirty="0"/>
        </a:p>
      </dgm:t>
    </dgm:pt>
    <dgm:pt modelId="{4A25157D-3D1B-47FE-A67C-563A215D6DA7}" type="parTrans" cxnId="{E6DD5C1F-6CBD-4E27-8708-FB47E9A626D8}">
      <dgm:prSet/>
      <dgm:spPr/>
      <dgm:t>
        <a:bodyPr/>
        <a:lstStyle/>
        <a:p>
          <a:endParaRPr lang="en-US"/>
        </a:p>
      </dgm:t>
    </dgm:pt>
    <dgm:pt modelId="{1543AB03-0907-4E85-9910-E40CC1955755}" type="sibTrans" cxnId="{E6DD5C1F-6CBD-4E27-8708-FB47E9A626D8}">
      <dgm:prSet/>
      <dgm:spPr/>
      <dgm:t>
        <a:bodyPr/>
        <a:lstStyle/>
        <a:p>
          <a:endParaRPr lang="en-US"/>
        </a:p>
      </dgm:t>
    </dgm:pt>
    <dgm:pt modelId="{782AACEE-D6F5-4E7F-A2CC-0A5B6F02EF62}">
      <dgm:prSet/>
      <dgm:spPr/>
      <dgm:t>
        <a:bodyPr/>
        <a:lstStyle/>
        <a:p>
          <a:r>
            <a:rPr lang="en-AU"/>
            <a:t>May result in a loss of marks. </a:t>
          </a:r>
          <a:endParaRPr lang="en-US"/>
        </a:p>
      </dgm:t>
    </dgm:pt>
    <dgm:pt modelId="{D060155A-5A5B-457F-8DA1-0B0D7B29A15B}" type="parTrans" cxnId="{BA7EABF0-AC9D-4605-9CB8-549EB23CB990}">
      <dgm:prSet/>
      <dgm:spPr/>
      <dgm:t>
        <a:bodyPr/>
        <a:lstStyle/>
        <a:p>
          <a:endParaRPr lang="en-US"/>
        </a:p>
      </dgm:t>
    </dgm:pt>
    <dgm:pt modelId="{AD6419A4-F920-49A3-880F-7B469125F392}" type="sibTrans" cxnId="{BA7EABF0-AC9D-4605-9CB8-549EB23CB990}">
      <dgm:prSet/>
      <dgm:spPr/>
      <dgm:t>
        <a:bodyPr/>
        <a:lstStyle/>
        <a:p>
          <a:endParaRPr lang="en-US"/>
        </a:p>
      </dgm:t>
    </dgm:pt>
    <dgm:pt modelId="{74E71448-E783-455A-A83D-9F56AC3560E8}">
      <dgm:prSet/>
      <dgm:spPr/>
      <dgm:t>
        <a:bodyPr/>
        <a:lstStyle/>
        <a:p>
          <a:pPr>
            <a:defRPr b="1"/>
          </a:pPr>
          <a:r>
            <a:rPr lang="en-AU" dirty="0"/>
            <a:t>Media Analysis:</a:t>
          </a:r>
          <a:endParaRPr lang="en-US" dirty="0"/>
        </a:p>
      </dgm:t>
    </dgm:pt>
    <dgm:pt modelId="{FB17B96D-E1C6-40B6-8201-824F1E6C9D1F}" type="parTrans" cxnId="{7D63EACF-5CAD-40D6-A8D8-3E6A8E8F0779}">
      <dgm:prSet/>
      <dgm:spPr/>
      <dgm:t>
        <a:bodyPr/>
        <a:lstStyle/>
        <a:p>
          <a:endParaRPr lang="en-US"/>
        </a:p>
      </dgm:t>
    </dgm:pt>
    <dgm:pt modelId="{5758362E-413A-41A2-97EC-2ADB63494AFE}" type="sibTrans" cxnId="{7D63EACF-5CAD-40D6-A8D8-3E6A8E8F0779}">
      <dgm:prSet/>
      <dgm:spPr/>
      <dgm:t>
        <a:bodyPr/>
        <a:lstStyle/>
        <a:p>
          <a:endParaRPr lang="en-US"/>
        </a:p>
      </dgm:t>
    </dgm:pt>
    <dgm:pt modelId="{7FA813A4-26BB-4D6C-88D7-2F891E240F8C}">
      <dgm:prSet/>
      <dgm:spPr/>
      <dgm:t>
        <a:bodyPr/>
        <a:lstStyle/>
        <a:p>
          <a:r>
            <a:rPr lang="en-AU" dirty="0"/>
            <a:t>Watch the video on the next slide. </a:t>
          </a:r>
          <a:endParaRPr lang="en-US" dirty="0"/>
        </a:p>
      </dgm:t>
    </dgm:pt>
    <dgm:pt modelId="{EC30597C-A92B-4D00-A9CB-EFB32EC43484}" type="parTrans" cxnId="{167C4C2D-39CE-48C0-B7D0-3E430735A85A}">
      <dgm:prSet/>
      <dgm:spPr/>
      <dgm:t>
        <a:bodyPr/>
        <a:lstStyle/>
        <a:p>
          <a:endParaRPr lang="en-US"/>
        </a:p>
      </dgm:t>
    </dgm:pt>
    <dgm:pt modelId="{EABB4E3C-C8CB-4A84-B644-3DF69217CFD2}" type="sibTrans" cxnId="{167C4C2D-39CE-48C0-B7D0-3E430735A85A}">
      <dgm:prSet/>
      <dgm:spPr/>
      <dgm:t>
        <a:bodyPr/>
        <a:lstStyle/>
        <a:p>
          <a:endParaRPr lang="en-US"/>
        </a:p>
      </dgm:t>
    </dgm:pt>
    <dgm:pt modelId="{B5BB74AC-4F55-4AA3-8AA1-B447046E2EA5}">
      <dgm:prSet/>
      <dgm:spPr/>
      <dgm:t>
        <a:bodyPr/>
        <a:lstStyle/>
        <a:p>
          <a:r>
            <a:rPr lang="en-AU" dirty="0"/>
            <a:t>Students use this video to answer questions 1 – 4. </a:t>
          </a:r>
        </a:p>
        <a:p>
          <a:r>
            <a:rPr lang="en-US" dirty="0"/>
            <a:t>Time allowed = 20 minutes. </a:t>
          </a:r>
        </a:p>
      </dgm:t>
    </dgm:pt>
    <dgm:pt modelId="{D8D59099-F04F-48ED-97B4-D8AB9AE0E42B}" type="parTrans" cxnId="{AA5AA2CE-95D7-49F5-8FD0-97260EDDB8F8}">
      <dgm:prSet/>
      <dgm:spPr/>
      <dgm:t>
        <a:bodyPr/>
        <a:lstStyle/>
        <a:p>
          <a:endParaRPr lang="en-US"/>
        </a:p>
      </dgm:t>
    </dgm:pt>
    <dgm:pt modelId="{59BE5378-99E3-4561-BDF9-8044188F7E23}" type="sibTrans" cxnId="{AA5AA2CE-95D7-49F5-8FD0-97260EDDB8F8}">
      <dgm:prSet/>
      <dgm:spPr/>
      <dgm:t>
        <a:bodyPr/>
        <a:lstStyle/>
        <a:p>
          <a:endParaRPr lang="en-US"/>
        </a:p>
      </dgm:t>
    </dgm:pt>
    <dgm:pt modelId="{631CCAA7-5811-443A-BE62-720FF575617C}" type="pres">
      <dgm:prSet presAssocID="{300AB922-DAB9-4260-99D9-37982D10FE90}" presName="root" presStyleCnt="0">
        <dgm:presLayoutVars>
          <dgm:dir/>
          <dgm:resizeHandles val="exact"/>
        </dgm:presLayoutVars>
      </dgm:prSet>
      <dgm:spPr/>
    </dgm:pt>
    <dgm:pt modelId="{29C8AFCD-14AD-481E-A7EB-E542167CC875}" type="pres">
      <dgm:prSet presAssocID="{0CADC579-B537-49E2-86EC-AC308EDA5ABE}" presName="compNode" presStyleCnt="0"/>
      <dgm:spPr/>
    </dgm:pt>
    <dgm:pt modelId="{508A8030-E7CD-442E-A03B-5E537410FF31}" type="pres">
      <dgm:prSet presAssocID="{0CADC579-B537-49E2-86EC-AC308EDA5ABE}" presName="iconRect" presStyleLbl="node1" presStyleIdx="0" presStyleCnt="2" custLinFactNeighborX="58662" custLinFactNeighborY="60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2FE1495B-1B48-4F73-9D0E-3605E1E27C80}" type="pres">
      <dgm:prSet presAssocID="{0CADC579-B537-49E2-86EC-AC308EDA5ABE}" presName="iconSpace" presStyleCnt="0"/>
      <dgm:spPr/>
    </dgm:pt>
    <dgm:pt modelId="{10DAB16A-0F5D-497A-A564-73628FAB11A4}" type="pres">
      <dgm:prSet presAssocID="{0CADC579-B537-49E2-86EC-AC308EDA5ABE}" presName="parTx" presStyleLbl="revTx" presStyleIdx="0" presStyleCnt="4">
        <dgm:presLayoutVars>
          <dgm:chMax val="0"/>
          <dgm:chPref val="0"/>
        </dgm:presLayoutVars>
      </dgm:prSet>
      <dgm:spPr/>
    </dgm:pt>
    <dgm:pt modelId="{BF97A5D8-8939-4277-A818-5D2FC292656B}" type="pres">
      <dgm:prSet presAssocID="{0CADC579-B537-49E2-86EC-AC308EDA5ABE}" presName="txSpace" presStyleCnt="0"/>
      <dgm:spPr/>
    </dgm:pt>
    <dgm:pt modelId="{64B74003-BE5A-4FB4-8967-559FD9D27F47}" type="pres">
      <dgm:prSet presAssocID="{0CADC579-B537-49E2-86EC-AC308EDA5ABE}" presName="desTx" presStyleLbl="revTx" presStyleIdx="1" presStyleCnt="4">
        <dgm:presLayoutVars/>
      </dgm:prSet>
      <dgm:spPr/>
    </dgm:pt>
    <dgm:pt modelId="{890C891B-1A5B-413D-9860-F3E686646691}" type="pres">
      <dgm:prSet presAssocID="{D822F45D-B4B8-433F-88E6-2CFF224294B7}" presName="sibTrans" presStyleCnt="0"/>
      <dgm:spPr/>
    </dgm:pt>
    <dgm:pt modelId="{492AC2EE-2539-4E34-B6B3-E040CE02B738}" type="pres">
      <dgm:prSet presAssocID="{74E71448-E783-455A-A83D-9F56AC3560E8}" presName="compNode" presStyleCnt="0"/>
      <dgm:spPr/>
    </dgm:pt>
    <dgm:pt modelId="{8C387B2E-B6D8-4BE2-9A32-792EC833E674}" type="pres">
      <dgm:prSet presAssocID="{74E71448-E783-455A-A83D-9F56AC3560E8}" presName="iconRect" presStyleLbl="node1" presStyleIdx="1" presStyleCnt="2" custLinFactNeighborX="6591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DA751860-059E-4627-89AA-DF30FDA6668A}" type="pres">
      <dgm:prSet presAssocID="{74E71448-E783-455A-A83D-9F56AC3560E8}" presName="iconSpace" presStyleCnt="0"/>
      <dgm:spPr/>
    </dgm:pt>
    <dgm:pt modelId="{63EE89E6-BE87-4942-9676-B707EFBA8B3D}" type="pres">
      <dgm:prSet presAssocID="{74E71448-E783-455A-A83D-9F56AC3560E8}" presName="parTx" presStyleLbl="revTx" presStyleIdx="2" presStyleCnt="4">
        <dgm:presLayoutVars>
          <dgm:chMax val="0"/>
          <dgm:chPref val="0"/>
        </dgm:presLayoutVars>
      </dgm:prSet>
      <dgm:spPr/>
    </dgm:pt>
    <dgm:pt modelId="{86E9BBA9-E570-4805-BC2B-FDC6BF043896}" type="pres">
      <dgm:prSet presAssocID="{74E71448-E783-455A-A83D-9F56AC3560E8}" presName="txSpace" presStyleCnt="0"/>
      <dgm:spPr/>
    </dgm:pt>
    <dgm:pt modelId="{B437966C-F14E-4594-8758-15C03B045FCB}" type="pres">
      <dgm:prSet presAssocID="{74E71448-E783-455A-A83D-9F56AC3560E8}" presName="desTx" presStyleLbl="revTx" presStyleIdx="3" presStyleCnt="4" custScaleX="106140" custLinFactNeighborX="2968">
        <dgm:presLayoutVars/>
      </dgm:prSet>
      <dgm:spPr/>
    </dgm:pt>
  </dgm:ptLst>
  <dgm:cxnLst>
    <dgm:cxn modelId="{E6DD5C1F-6CBD-4E27-8708-FB47E9A626D8}" srcId="{0CADC579-B537-49E2-86EC-AC308EDA5ABE}" destId="{F4FEE75C-3BDD-43F9-AA63-173F5C97952B}" srcOrd="2" destOrd="0" parTransId="{4A25157D-3D1B-47FE-A67C-563A215D6DA7}" sibTransId="{1543AB03-0907-4E85-9910-E40CC1955755}"/>
    <dgm:cxn modelId="{167C4C2D-39CE-48C0-B7D0-3E430735A85A}" srcId="{74E71448-E783-455A-A83D-9F56AC3560E8}" destId="{7FA813A4-26BB-4D6C-88D7-2F891E240F8C}" srcOrd="0" destOrd="0" parTransId="{EC30597C-A92B-4D00-A9CB-EFB32EC43484}" sibTransId="{EABB4E3C-C8CB-4A84-B644-3DF69217CFD2}"/>
    <dgm:cxn modelId="{5F436840-1791-4187-961E-6294B5B5621E}" type="presOf" srcId="{F4FEE75C-3BDD-43F9-AA63-173F5C97952B}" destId="{64B74003-BE5A-4FB4-8967-559FD9D27F47}" srcOrd="0" destOrd="2" presId="urn:microsoft.com/office/officeart/2018/2/layout/IconLabelDescriptionList"/>
    <dgm:cxn modelId="{687EA84C-F97A-4AF7-AC6B-FC0FEEDD98C3}" srcId="{0CADC579-B537-49E2-86EC-AC308EDA5ABE}" destId="{86516077-A6F9-4C77-9A8A-88F30FD50C96}" srcOrd="0" destOrd="0" parTransId="{36554EC0-BA73-4B3D-9C06-FD47D7ADED74}" sibTransId="{25F7F000-1D29-435E-BD55-3411BCC0D991}"/>
    <dgm:cxn modelId="{677F1471-8851-46BA-A6FF-A0D571B4F552}" srcId="{300AB922-DAB9-4260-99D9-37982D10FE90}" destId="{0CADC579-B537-49E2-86EC-AC308EDA5ABE}" srcOrd="0" destOrd="0" parTransId="{465B9ECC-FD02-4B46-B059-E2764FC95B1D}" sibTransId="{D822F45D-B4B8-433F-88E6-2CFF224294B7}"/>
    <dgm:cxn modelId="{5CE04771-7BC0-4621-B3FC-ABE0E0E4DFCB}" type="presOf" srcId="{7FA813A4-26BB-4D6C-88D7-2F891E240F8C}" destId="{B437966C-F14E-4594-8758-15C03B045FCB}" srcOrd="0" destOrd="0" presId="urn:microsoft.com/office/officeart/2018/2/layout/IconLabelDescriptionList"/>
    <dgm:cxn modelId="{D939867B-A18E-42BC-9BEA-00D3185EF9DC}" srcId="{0CADC579-B537-49E2-86EC-AC308EDA5ABE}" destId="{7FB93243-0ACE-4B47-A32F-2A102A8B3D2F}" srcOrd="1" destOrd="0" parTransId="{12FABCBB-2A10-469C-B2CF-8F61C3B8BCEC}" sibTransId="{98879E7C-CD35-4044-88EF-8E69C6F3479A}"/>
    <dgm:cxn modelId="{4CD64A9E-10E1-4A39-A061-EEBE2CCC94F0}" type="presOf" srcId="{74E71448-E783-455A-A83D-9F56AC3560E8}" destId="{63EE89E6-BE87-4942-9676-B707EFBA8B3D}" srcOrd="0" destOrd="0" presId="urn:microsoft.com/office/officeart/2018/2/layout/IconLabelDescriptionList"/>
    <dgm:cxn modelId="{96BD039F-4597-4840-BB88-90D76FFBBCCA}" type="presOf" srcId="{0CADC579-B537-49E2-86EC-AC308EDA5ABE}" destId="{10DAB16A-0F5D-497A-A564-73628FAB11A4}" srcOrd="0" destOrd="0" presId="urn:microsoft.com/office/officeart/2018/2/layout/IconLabelDescriptionList"/>
    <dgm:cxn modelId="{19774AA1-7515-4C90-A714-93A5B1841B4F}" type="presOf" srcId="{7FB93243-0ACE-4B47-A32F-2A102A8B3D2F}" destId="{64B74003-BE5A-4FB4-8967-559FD9D27F47}" srcOrd="0" destOrd="1" presId="urn:microsoft.com/office/officeart/2018/2/layout/IconLabelDescriptionList"/>
    <dgm:cxn modelId="{0D6C14B4-11CB-47A6-A4DA-3F28BD38AC69}" type="presOf" srcId="{782AACEE-D6F5-4E7F-A2CC-0A5B6F02EF62}" destId="{64B74003-BE5A-4FB4-8967-559FD9D27F47}" srcOrd="0" destOrd="3" presId="urn:microsoft.com/office/officeart/2018/2/layout/IconLabelDescriptionList"/>
    <dgm:cxn modelId="{AA5AA2CE-95D7-49F5-8FD0-97260EDDB8F8}" srcId="{74E71448-E783-455A-A83D-9F56AC3560E8}" destId="{B5BB74AC-4F55-4AA3-8AA1-B447046E2EA5}" srcOrd="1" destOrd="0" parTransId="{D8D59099-F04F-48ED-97B4-D8AB9AE0E42B}" sibTransId="{59BE5378-99E3-4561-BDF9-8044188F7E23}"/>
    <dgm:cxn modelId="{7D63EACF-5CAD-40D6-A8D8-3E6A8E8F0779}" srcId="{300AB922-DAB9-4260-99D9-37982D10FE90}" destId="{74E71448-E783-455A-A83D-9F56AC3560E8}" srcOrd="1" destOrd="0" parTransId="{FB17B96D-E1C6-40B6-8201-824F1E6C9D1F}" sibTransId="{5758362E-413A-41A2-97EC-2ADB63494AFE}"/>
    <dgm:cxn modelId="{3778A3E2-51AB-4C29-9B60-31F6D709D69E}" type="presOf" srcId="{86516077-A6F9-4C77-9A8A-88F30FD50C96}" destId="{64B74003-BE5A-4FB4-8967-559FD9D27F47}" srcOrd="0" destOrd="0" presId="urn:microsoft.com/office/officeart/2018/2/layout/IconLabelDescriptionList"/>
    <dgm:cxn modelId="{BA7EABF0-AC9D-4605-9CB8-549EB23CB990}" srcId="{F4FEE75C-3BDD-43F9-AA63-173F5C97952B}" destId="{782AACEE-D6F5-4E7F-A2CC-0A5B6F02EF62}" srcOrd="0" destOrd="0" parTransId="{D060155A-5A5B-457F-8DA1-0B0D7B29A15B}" sibTransId="{AD6419A4-F920-49A3-880F-7B469125F392}"/>
    <dgm:cxn modelId="{7EBEC2F3-5286-482A-858C-5D3C220AD932}" type="presOf" srcId="{B5BB74AC-4F55-4AA3-8AA1-B447046E2EA5}" destId="{B437966C-F14E-4594-8758-15C03B045FCB}" srcOrd="0" destOrd="1" presId="urn:microsoft.com/office/officeart/2018/2/layout/IconLabelDescriptionList"/>
    <dgm:cxn modelId="{F56568F5-9617-468D-919A-C93939EBA901}" type="presOf" srcId="{300AB922-DAB9-4260-99D9-37982D10FE90}" destId="{631CCAA7-5811-443A-BE62-720FF575617C}" srcOrd="0" destOrd="0" presId="urn:microsoft.com/office/officeart/2018/2/layout/IconLabelDescriptionList"/>
    <dgm:cxn modelId="{5AD4BE71-E6A0-458A-BBA0-2A85503DAD6B}" type="presParOf" srcId="{631CCAA7-5811-443A-BE62-720FF575617C}" destId="{29C8AFCD-14AD-481E-A7EB-E542167CC875}" srcOrd="0" destOrd="0" presId="urn:microsoft.com/office/officeart/2018/2/layout/IconLabelDescriptionList"/>
    <dgm:cxn modelId="{00E154B3-90BA-4A64-BEEF-E7C33322FB92}" type="presParOf" srcId="{29C8AFCD-14AD-481E-A7EB-E542167CC875}" destId="{508A8030-E7CD-442E-A03B-5E537410FF31}" srcOrd="0" destOrd="0" presId="urn:microsoft.com/office/officeart/2018/2/layout/IconLabelDescriptionList"/>
    <dgm:cxn modelId="{3C3BC4B0-0F09-4412-A2EF-FA1FAC2FE092}" type="presParOf" srcId="{29C8AFCD-14AD-481E-A7EB-E542167CC875}" destId="{2FE1495B-1B48-4F73-9D0E-3605E1E27C80}" srcOrd="1" destOrd="0" presId="urn:microsoft.com/office/officeart/2018/2/layout/IconLabelDescriptionList"/>
    <dgm:cxn modelId="{8751381D-3970-4FF5-BB61-A4A310CD3AB5}" type="presParOf" srcId="{29C8AFCD-14AD-481E-A7EB-E542167CC875}" destId="{10DAB16A-0F5D-497A-A564-73628FAB11A4}" srcOrd="2" destOrd="0" presId="urn:microsoft.com/office/officeart/2018/2/layout/IconLabelDescriptionList"/>
    <dgm:cxn modelId="{6B9D9D8C-5253-434F-B6AE-8F52B925F27C}" type="presParOf" srcId="{29C8AFCD-14AD-481E-A7EB-E542167CC875}" destId="{BF97A5D8-8939-4277-A818-5D2FC292656B}" srcOrd="3" destOrd="0" presId="urn:microsoft.com/office/officeart/2018/2/layout/IconLabelDescriptionList"/>
    <dgm:cxn modelId="{E519F478-ECBC-4913-A154-4C83A297A944}" type="presParOf" srcId="{29C8AFCD-14AD-481E-A7EB-E542167CC875}" destId="{64B74003-BE5A-4FB4-8967-559FD9D27F47}" srcOrd="4" destOrd="0" presId="urn:microsoft.com/office/officeart/2018/2/layout/IconLabelDescriptionList"/>
    <dgm:cxn modelId="{C74CEBDE-80C4-4AFD-A9B9-588BD72CB0EE}" type="presParOf" srcId="{631CCAA7-5811-443A-BE62-720FF575617C}" destId="{890C891B-1A5B-413D-9860-F3E686646691}" srcOrd="1" destOrd="0" presId="urn:microsoft.com/office/officeart/2018/2/layout/IconLabelDescriptionList"/>
    <dgm:cxn modelId="{D4B7E7F7-ABC1-4A91-895F-B77A0DE3E38A}" type="presParOf" srcId="{631CCAA7-5811-443A-BE62-720FF575617C}" destId="{492AC2EE-2539-4E34-B6B3-E040CE02B738}" srcOrd="2" destOrd="0" presId="urn:microsoft.com/office/officeart/2018/2/layout/IconLabelDescriptionList"/>
    <dgm:cxn modelId="{E51254CB-32F1-4049-9AF7-25F08C4B37C1}" type="presParOf" srcId="{492AC2EE-2539-4E34-B6B3-E040CE02B738}" destId="{8C387B2E-B6D8-4BE2-9A32-792EC833E674}" srcOrd="0" destOrd="0" presId="urn:microsoft.com/office/officeart/2018/2/layout/IconLabelDescriptionList"/>
    <dgm:cxn modelId="{1390D7F5-3D0E-4CEA-8525-FE1643FBBF57}" type="presParOf" srcId="{492AC2EE-2539-4E34-B6B3-E040CE02B738}" destId="{DA751860-059E-4627-89AA-DF30FDA6668A}" srcOrd="1" destOrd="0" presId="urn:microsoft.com/office/officeart/2018/2/layout/IconLabelDescriptionList"/>
    <dgm:cxn modelId="{819388F7-B1B6-4971-8F6D-20FF3E2A823A}" type="presParOf" srcId="{492AC2EE-2539-4E34-B6B3-E040CE02B738}" destId="{63EE89E6-BE87-4942-9676-B707EFBA8B3D}" srcOrd="2" destOrd="0" presId="urn:microsoft.com/office/officeart/2018/2/layout/IconLabelDescriptionList"/>
    <dgm:cxn modelId="{9B71413E-1E12-42EC-888D-912671E86638}" type="presParOf" srcId="{492AC2EE-2539-4E34-B6B3-E040CE02B738}" destId="{86E9BBA9-E570-4805-BC2B-FDC6BF043896}" srcOrd="3" destOrd="0" presId="urn:microsoft.com/office/officeart/2018/2/layout/IconLabelDescriptionList"/>
    <dgm:cxn modelId="{A13EBFBD-C9C9-4FFF-A5BB-3764EBB188FB}" type="presParOf" srcId="{492AC2EE-2539-4E34-B6B3-E040CE02B738}" destId="{B437966C-F14E-4594-8758-15C03B045FC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8A8030-E7CD-442E-A03B-5E537410FF31}">
      <dsp:nvSpPr>
        <dsp:cNvPr id="0" name=""/>
        <dsp:cNvSpPr/>
      </dsp:nvSpPr>
      <dsp:spPr>
        <a:xfrm>
          <a:off x="1700777" y="285104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AB16A-0F5D-497A-A564-73628FAB11A4}">
      <dsp:nvSpPr>
        <dsp:cNvPr id="0" name=""/>
        <dsp:cNvSpPr/>
      </dsp:nvSpPr>
      <dsp:spPr>
        <a:xfrm>
          <a:off x="813807" y="194452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3600" kern="1200"/>
            <a:t>Test Conditions:</a:t>
          </a:r>
          <a:endParaRPr lang="en-US" sz="3600" kern="1200"/>
        </a:p>
      </dsp:txBody>
      <dsp:txXfrm>
        <a:off x="813807" y="1944528"/>
        <a:ext cx="4320000" cy="648000"/>
      </dsp:txXfrm>
    </dsp:sp>
    <dsp:sp modelId="{64B74003-BE5A-4FB4-8967-559FD9D27F47}">
      <dsp:nvSpPr>
        <dsp:cNvPr id="0" name=""/>
        <dsp:cNvSpPr/>
      </dsp:nvSpPr>
      <dsp:spPr>
        <a:xfrm>
          <a:off x="813807" y="2665346"/>
          <a:ext cx="4320000" cy="1251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AU" sz="1700" kern="1200" dirty="0"/>
            <a:t>Separate all desks. 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 dirty="0"/>
            <a:t>Need a pen.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 dirty="0"/>
            <a:t>No talking or cheating. 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700" kern="1200"/>
            <a:t>May result in a loss of marks. </a:t>
          </a:r>
          <a:endParaRPr lang="en-US" sz="1700" kern="1200"/>
        </a:p>
      </dsp:txBody>
      <dsp:txXfrm>
        <a:off x="813807" y="2665346"/>
        <a:ext cx="4320000" cy="1251487"/>
      </dsp:txXfrm>
    </dsp:sp>
    <dsp:sp modelId="{8C387B2E-B6D8-4BE2-9A32-792EC833E674}">
      <dsp:nvSpPr>
        <dsp:cNvPr id="0" name=""/>
        <dsp:cNvSpPr/>
      </dsp:nvSpPr>
      <dsp:spPr>
        <a:xfrm>
          <a:off x="7019127" y="27597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E89E6-BE87-4942-9676-B707EFBA8B3D}">
      <dsp:nvSpPr>
        <dsp:cNvPr id="0" name=""/>
        <dsp:cNvSpPr/>
      </dsp:nvSpPr>
      <dsp:spPr>
        <a:xfrm>
          <a:off x="6022432" y="194452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3600" kern="1200" dirty="0"/>
            <a:t>Media Analysis:</a:t>
          </a:r>
          <a:endParaRPr lang="en-US" sz="3600" kern="1200" dirty="0"/>
        </a:p>
      </dsp:txBody>
      <dsp:txXfrm>
        <a:off x="6022432" y="1944528"/>
        <a:ext cx="4320000" cy="648000"/>
      </dsp:txXfrm>
    </dsp:sp>
    <dsp:sp modelId="{B437966C-F14E-4594-8758-15C03B045FCB}">
      <dsp:nvSpPr>
        <dsp:cNvPr id="0" name=""/>
        <dsp:cNvSpPr/>
      </dsp:nvSpPr>
      <dsp:spPr>
        <a:xfrm>
          <a:off x="6018025" y="2665346"/>
          <a:ext cx="4585248" cy="1251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 dirty="0"/>
            <a:t>Watch the video on the next slide. 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 dirty="0"/>
            <a:t>Students use this video to answer questions 1 – 4.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Time allowed = 20 minutes. </a:t>
          </a:r>
        </a:p>
      </dsp:txBody>
      <dsp:txXfrm>
        <a:off x="6018025" y="2665346"/>
        <a:ext cx="4585248" cy="12514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8802C-D66B-C52F-CA4E-CA8E9E9C7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8A6F8-458D-BF47-B8A5-686C9FEDB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AF24D-63C2-22A1-4764-1AF3A295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CCB2C-7758-4AB6-A0A1-934EFF330A82}" type="datetimeFigureOut">
              <a:rPr lang="en-AU" smtClean="0"/>
              <a:t>15/2/2024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EFB6B-941E-E628-53EC-B4B598F1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3C707-3891-9626-6792-F4B479A89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ABC0-1301-4FF8-ABDE-1FCC8FFCDD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490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4B31-93B8-6CF9-EBB9-63BD3D34B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47A98-7B03-0F2E-BD9F-0758476BE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97F4A-F1EC-3620-BF78-F027D7081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CCB2C-7758-4AB6-A0A1-934EFF330A82}" type="datetimeFigureOut">
              <a:rPr lang="en-AU" smtClean="0"/>
              <a:t>15/2/2024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4A143-16E8-A173-CD40-CBA510B5A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982E6-9D98-EE6C-0162-FFE6FE81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ABC0-1301-4FF8-ABDE-1FCC8FFCDD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2272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FEACD-27C8-CB91-5067-2EDFCEE00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69F7B-D71D-0F3A-53FE-3828AA985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9EC90-EE0B-C86C-CEA0-2076C2B9A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CCB2C-7758-4AB6-A0A1-934EFF330A82}" type="datetimeFigureOut">
              <a:rPr lang="en-AU" smtClean="0"/>
              <a:t>15/2/2024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71838-5D49-F48F-DD1D-56B7B76E4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4416E-C827-4935-6A43-90E0731B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ABC0-1301-4FF8-ABDE-1FCC8FFCDD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915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CC80A-EF70-61FA-1B01-DF71EBAF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C8EA9-59E6-A686-DDF6-6EDD32402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F08C0-0090-AE05-7FB0-5B27AD72A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8A142-35BC-7E20-57F1-B3F8FE4CD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CCB2C-7758-4AB6-A0A1-934EFF330A82}" type="datetimeFigureOut">
              <a:rPr lang="en-AU" smtClean="0"/>
              <a:t>15/2/2024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48283-BE96-8FDC-C724-9D3247EF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FD37F-CB55-CB1F-ACC5-18A9EEBC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ABC0-1301-4FF8-ABDE-1FCC8FFCDD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4577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C9A2-6E23-A50D-3442-99D54184E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13D47-B44D-8629-9932-9052033FA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FE228-10B1-044A-F381-3BF8CD586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45B62-B595-A6A6-9AE8-326AE801C1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52E7B-EE3C-8C8D-F313-E87E8058B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48EECE-4BBE-7B24-9174-DBCDED74B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CCB2C-7758-4AB6-A0A1-934EFF330A82}" type="datetimeFigureOut">
              <a:rPr lang="en-AU" smtClean="0"/>
              <a:t>15/2/2024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1CD69A-468C-D105-AD15-F6E17B989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2A3207-57AB-CC37-AB56-74A40C95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ABC0-1301-4FF8-ABDE-1FCC8FFCDD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956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CB29-A0D1-B6CD-8E3A-814F8F64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8A85D2-FAA6-12A5-38C8-D1C086BD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CCB2C-7758-4AB6-A0A1-934EFF330A82}" type="datetimeFigureOut">
              <a:rPr lang="en-AU" smtClean="0"/>
              <a:t>15/2/2024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61B96-3850-341D-F015-922B81D7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FF1A5-F12A-B2BE-0A3A-5EC8F20B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ABC0-1301-4FF8-ABDE-1FCC8FFCDD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5084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B0A257-9114-A6DF-5998-F46B8AC03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CCB2C-7758-4AB6-A0A1-934EFF330A82}" type="datetimeFigureOut">
              <a:rPr lang="en-AU" smtClean="0"/>
              <a:t>15/2/2024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A9FE34-EAC5-B400-1909-93BA61884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6B99F-6BF8-F87C-6D79-956A411A3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ABC0-1301-4FF8-ABDE-1FCC8FFCDD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3385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22FB-C0DB-AED7-025D-2935AC13D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7C18E-F583-B980-1792-A06DF0A3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0F4CF-98A0-AE99-12E3-10ADE8121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79509-5D31-5C1E-5AA1-C9E015D9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CCB2C-7758-4AB6-A0A1-934EFF330A82}" type="datetimeFigureOut">
              <a:rPr lang="en-AU" smtClean="0"/>
              <a:t>15/2/2024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8797B-D10F-1254-4B51-E52DDDC7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5C363-25D9-5309-93F6-0A13F094A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ABC0-1301-4FF8-ABDE-1FCC8FFCDD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977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CF28-6510-8402-5888-A70C2AD76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DB100A-6F00-C1B7-E880-80F28F7BB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D59ABE-CD0A-E681-92B9-2BFC7EEDA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D8A4B-8A38-AFA9-8CE8-7FEA7DF20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CCB2C-7758-4AB6-A0A1-934EFF330A82}" type="datetimeFigureOut">
              <a:rPr lang="en-AU" smtClean="0"/>
              <a:t>15/2/2024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8EAD9-3EE3-07FA-984E-B2B712140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14690-B2F3-4ACE-7D2F-BA533555D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ABC0-1301-4FF8-ABDE-1FCC8FFCDD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58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893E-FCF5-6D67-7773-FF9A5320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C6B1B5-FEEB-1D06-55BF-5F67C6F25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0A709-9B0F-31A2-7A3A-F62D7C867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CCB2C-7758-4AB6-A0A1-934EFF330A82}" type="datetimeFigureOut">
              <a:rPr lang="en-AU" smtClean="0"/>
              <a:t>15/2/2024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64515-EDE3-B314-8D2D-29DED7DB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10093-5A04-8974-942B-8CB3C007D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ABC0-1301-4FF8-ABDE-1FCC8FFCDD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812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87C355-FCDF-FF22-BE55-B2F21FC2C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12902-2FF6-74AD-8BD0-FB1A1EE57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C15F2-6E3D-79F5-D2B7-169D97328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CCB2C-7758-4AB6-A0A1-934EFF330A82}" type="datetimeFigureOut">
              <a:rPr lang="en-AU" smtClean="0"/>
              <a:t>15/2/2024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46AC-E868-FA16-B148-FC33FC21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C0DAD-63B5-D3C2-ABD3-CD17322B3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ABC0-1301-4FF8-ABDE-1FCC8FFCDD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808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E72346-90F3-CCCE-DEB1-3C78F366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E7D79-0EBF-0508-278E-4AD7C7A7C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B89C0-0366-3DF0-1300-6B3CDA8A1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CCB2C-7758-4AB6-A0A1-934EFF330A82}" type="datetimeFigureOut">
              <a:rPr lang="en-AU" smtClean="0"/>
              <a:t>15/2/2024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8AFE0-8EA1-6E0A-E8D5-3A04198B9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A1E6A-2782-8C71-3495-9870537DA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4ABC0-1301-4FF8-ABDE-1FCC8FFCDD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367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ubble sheet test paper and pencil">
            <a:extLst>
              <a:ext uri="{FF2B5EF4-FFF2-40B4-BE49-F238E27FC236}">
                <a16:creationId xmlns:a16="http://schemas.microsoft.com/office/drawing/2014/main" id="{8F1B7C79-35DB-BFA2-E32D-30BEA4B9EC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4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BD9DC-8A2D-13C9-318F-A9F525DAB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5618019" cy="3204134"/>
          </a:xfrm>
        </p:spPr>
        <p:txBody>
          <a:bodyPr anchor="b">
            <a:normAutofit/>
          </a:bodyPr>
          <a:lstStyle/>
          <a:p>
            <a:pPr algn="l"/>
            <a:r>
              <a:rPr lang="en-AU" sz="4800" dirty="0">
                <a:solidFill>
                  <a:schemeClr val="bg1"/>
                </a:solidFill>
              </a:rPr>
              <a:t>Topic Test – PART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AEA6C3-42AE-DE8E-D678-39B02ACFB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AU" sz="2000" dirty="0">
                <a:solidFill>
                  <a:schemeClr val="bg1"/>
                </a:solidFill>
              </a:rPr>
              <a:t>Year 10 Health </a:t>
            </a:r>
          </a:p>
          <a:p>
            <a:pPr algn="l"/>
            <a:r>
              <a:rPr lang="en-AU" sz="2000" dirty="0">
                <a:solidFill>
                  <a:schemeClr val="bg1"/>
                </a:solidFill>
              </a:rPr>
              <a:t>Assessment Task 1</a:t>
            </a:r>
          </a:p>
          <a:p>
            <a:pPr algn="l"/>
            <a:r>
              <a:rPr lang="en-AU" sz="2000" dirty="0">
                <a:solidFill>
                  <a:schemeClr val="bg1"/>
                </a:solidFill>
              </a:rPr>
              <a:t>Relationships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660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4129F2-CDCF-A642-F2BB-C1D06C1CA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1738589"/>
              </p:ext>
            </p:extLst>
          </p:nvPr>
        </p:nvGraphicFramePr>
        <p:xfrm>
          <a:off x="653200" y="2120329"/>
          <a:ext cx="11288864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3192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top it at the Start - Topic Test Video">
            <a:hlinkClick r:id="" action="ppaction://media"/>
            <a:extLst>
              <a:ext uri="{FF2B5EF4-FFF2-40B4-BE49-F238E27FC236}">
                <a16:creationId xmlns:a16="http://schemas.microsoft.com/office/drawing/2014/main" id="{9D66D126-C7C3-ADF9-6A8D-DC03E5D0480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7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4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64</Words>
  <Application>Microsoft Macintosh PowerPoint</Application>
  <PresentationFormat>Widescreen</PresentationFormat>
  <Paragraphs>13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Topic Test – PART 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Test</dc:title>
  <dc:creator>HILLMAN Alissa [Willetton Senior High School]</dc:creator>
  <cp:lastModifiedBy>HILLMAN Alissa [Willetton Senior High School]</cp:lastModifiedBy>
  <cp:revision>2</cp:revision>
  <dcterms:created xsi:type="dcterms:W3CDTF">2023-11-02T04:23:15Z</dcterms:created>
  <dcterms:modified xsi:type="dcterms:W3CDTF">2024-02-15T08:03:11Z</dcterms:modified>
</cp:coreProperties>
</file>