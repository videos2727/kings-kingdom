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C95E-CA03-1503-07F1-414E0A693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3EBA2-22FE-475F-63B3-4BB516F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3FBB-91B2-0CE5-CA21-96533B72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0AA78-690A-F636-5DD8-BB2C6FDD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5E4B6-CEC1-CA44-F84B-B1CF99E7D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67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2071-5131-EF2F-9D1D-5E357C88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6A5E-65EB-09EC-6B84-BA61BF6BA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B169-CF4E-15A1-BE27-6DCC6D94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8DFF0-217A-22F0-3199-59468E5B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3FAD3-CBB5-4BA1-7573-C15178B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427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6E66-2A71-D68F-0F50-0DA7BBA5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9B131-3023-4A42-4708-3F76D2DBC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A4840-383D-66FF-3E93-5A1610B0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BE480-DF7D-35DB-EFAB-3CCE143A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4B684-C414-C693-276B-DDAE7B65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99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781CB-A3CF-AD24-B883-39E09760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A7CC0-5B79-2E7F-A3AF-FB9744AA9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BFBBB-1096-8263-9CFB-47FC867E1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654F1-190B-F911-FAAB-F1FC9045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089A6-0364-E749-7540-605DC1AC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7A8-3342-438C-8B3F-E29DE21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915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C66-3792-47DA-DA1C-3A8D66A6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29D51-3A3A-DF4F-A83D-46921ADE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672C0-800A-6460-36DE-D71888F9D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2F720-BCEF-214F-5529-83D20FF02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0C96B-E5E3-6AA7-6F8F-9EB5662C1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F5716-0E71-5709-D06C-C3B05F7E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D9AE9-2975-AF0D-F483-7D33EE68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DA49E-F34F-F8AF-311F-62A2C697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771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C8E-D918-CEB7-44B1-F6782898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4D7F9-08A9-BC77-3BA0-74C3AF27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B4A8B-3F4B-5D88-38D4-0D3B74BB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78E20-4F6D-9668-D5F2-7AE20615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887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38115-0149-4508-FF59-35F06F6C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93C67-8301-F017-CF7F-8641D582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34439-036D-3236-F68A-B0BFBF30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83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D216-966B-5E51-E0B5-26CF920F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AEEA6-F048-A1F4-405F-412DF2C01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CF610-175F-5C98-EF0E-C4CE6D5F4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DDFDF-0CBD-638D-BE1A-0E786738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290F2-5CF5-34A9-C052-86144352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04B4D-1786-E115-B51D-3C5E10C4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5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7809-7230-AA9D-FF64-B51A9E43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E32BDF-347D-386A-D9D3-1BCE98A94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EB8AD-04AD-F129-5FBA-C711E3C1F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A30CC-F417-C1FE-5646-771DE972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6F70C-7C97-54A8-531D-0BF93F07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6E8DE-ACA3-EE34-3E80-B7819AB0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51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C51A-B83C-ED92-B194-099DD82D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F6B5A-509E-CA97-7C69-F4809D106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0E31E-6C6D-26B4-3AC7-584B273C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2E147-AB30-F246-55A2-9B20F861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25F41-7B27-A73E-B56E-BFD49FB5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42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9C6D2-094A-F375-7CCC-574B51046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B7E8E-5EE9-91FB-170C-B1C137C0E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464FB-9CB5-99ED-A307-D3D10562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04D47-EDE1-D347-9D66-6DB7545D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58BE-12E0-F025-53C3-5430F08C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630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299B1-9F2B-9286-21F6-DF4305E1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E0FDE-219A-6B52-9C14-06623818C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9292-DEAD-BC61-F3CA-008F4C781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7B071-3282-47B3-B976-063A3F51512C}" type="datetimeFigureOut">
              <a:rPr lang="en-AU" smtClean="0"/>
              <a:t>25/10/2023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3FDCC-57E0-26FA-4C87-C5773A89C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CEBD6-5548-8E11-EA12-4D997A38F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05613-DCB5-4486-ACB2-19A9EE18D6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09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pminder.org/dollar-stre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mpty office cubicle">
            <a:extLst>
              <a:ext uri="{FF2B5EF4-FFF2-40B4-BE49-F238E27FC236}">
                <a16:creationId xmlns:a16="http://schemas.microsoft.com/office/drawing/2014/main" id="{11EADFD4-B3CA-0891-40FF-9C942AF7CF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9084" b="6647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83A01-2DFD-3D0A-45D9-7F8F96594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AU" sz="4000">
                <a:solidFill>
                  <a:srgbClr val="FFFFFF"/>
                </a:solidFill>
              </a:rPr>
              <a:t>Standard of living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9C45D-19FB-E8F5-E6F7-5A203ED00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84928"/>
            <a:ext cx="6295332" cy="2401926"/>
          </a:xfrm>
        </p:spPr>
        <p:txBody>
          <a:bodyPr anchor="b">
            <a:normAutofit fontScale="92500" lnSpcReduction="10000"/>
          </a:bodyPr>
          <a:lstStyle/>
          <a:p>
            <a:pPr algn="l"/>
            <a:r>
              <a:rPr lang="en-AU" sz="3600" b="1" dirty="0">
                <a:solidFill>
                  <a:srgbClr val="FFFFFF"/>
                </a:solidFill>
                <a:highlight>
                  <a:srgbClr val="FF00FF"/>
                </a:highlight>
              </a:rPr>
              <a:t>LI : Differences in living standards and the meaning of living standards</a:t>
            </a:r>
          </a:p>
          <a:p>
            <a:pPr algn="l"/>
            <a:r>
              <a:rPr lang="en-AU" sz="3600" b="1" dirty="0">
                <a:solidFill>
                  <a:srgbClr val="FFFFFF"/>
                </a:solidFill>
                <a:highlight>
                  <a:srgbClr val="FF00FF"/>
                </a:highlight>
              </a:rPr>
              <a:t>SC: Definition of standard of living and causes of differences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78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D4C9-A967-B769-63E1-D279C681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Defining standard of living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8B74-6532-DC36-C25C-A429294C7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0" i="1" dirty="0">
                <a:solidFill>
                  <a:srgbClr val="212121"/>
                </a:solidFill>
                <a:effectLst/>
                <a:latin typeface="-apple-system"/>
              </a:rPr>
              <a:t>Standard of living </a:t>
            </a:r>
            <a:r>
              <a:rPr lang="en-AU" b="0" i="1" dirty="0">
                <a:solidFill>
                  <a:srgbClr val="212121"/>
                </a:solidFill>
                <a:effectLst/>
                <a:highlight>
                  <a:srgbClr val="00FFFF"/>
                </a:highlight>
                <a:latin typeface="-apple-system"/>
              </a:rPr>
              <a:t>shows the quality of life </a:t>
            </a:r>
            <a:r>
              <a:rPr lang="en-AU" b="0" i="1" dirty="0">
                <a:solidFill>
                  <a:srgbClr val="212121"/>
                </a:solidFill>
                <a:effectLst/>
                <a:latin typeface="-apple-system"/>
              </a:rPr>
              <a:t>lived by individuals. It often refers to the </a:t>
            </a:r>
            <a:r>
              <a:rPr lang="en-AU" b="0" i="1" dirty="0">
                <a:solidFill>
                  <a:srgbClr val="212121"/>
                </a:solidFill>
                <a:effectLst/>
                <a:highlight>
                  <a:srgbClr val="FFFF00"/>
                </a:highlight>
                <a:latin typeface="-apple-system"/>
              </a:rPr>
              <a:t>affordability of necessities</a:t>
            </a:r>
            <a:r>
              <a:rPr lang="en-AU" b="0" i="1" dirty="0">
                <a:solidFill>
                  <a:srgbClr val="212121"/>
                </a:solidFill>
                <a:effectLst/>
                <a:latin typeface="-apple-system"/>
              </a:rPr>
              <a:t>, </a:t>
            </a:r>
            <a:r>
              <a:rPr lang="en-AU" b="0" i="1" dirty="0">
                <a:solidFill>
                  <a:srgbClr val="212121"/>
                </a:solidFill>
                <a:effectLst/>
                <a:highlight>
                  <a:srgbClr val="FFFF00"/>
                </a:highlight>
                <a:latin typeface="-apple-system"/>
              </a:rPr>
              <a:t>comforts, and luxuries purchased by individuals to enhance their well-being</a:t>
            </a:r>
            <a:r>
              <a:rPr lang="en-AU" b="0" i="1" dirty="0">
                <a:solidFill>
                  <a:srgbClr val="212121"/>
                </a:solidFill>
                <a:effectLst/>
                <a:latin typeface="-apple-system"/>
              </a:rPr>
              <a:t>.</a:t>
            </a:r>
          </a:p>
          <a:p>
            <a:r>
              <a:rPr lang="en-AU" b="0" i="1" dirty="0">
                <a:solidFill>
                  <a:srgbClr val="212121"/>
                </a:solidFill>
                <a:effectLst/>
                <a:latin typeface="-apple-system"/>
              </a:rPr>
              <a:t> It </a:t>
            </a:r>
            <a:r>
              <a:rPr lang="en-AU" b="0" i="1" dirty="0">
                <a:solidFill>
                  <a:srgbClr val="212121"/>
                </a:solidFill>
                <a:effectLst/>
                <a:highlight>
                  <a:srgbClr val="FF00FF"/>
                </a:highlight>
                <a:latin typeface="-apple-system"/>
              </a:rPr>
              <a:t>aims to improve the overall quality of life </a:t>
            </a:r>
            <a:r>
              <a:rPr lang="en-AU" b="0" i="1" dirty="0">
                <a:solidFill>
                  <a:srgbClr val="212121"/>
                </a:solidFill>
                <a:effectLst/>
                <a:latin typeface="-apple-system"/>
              </a:rPr>
              <a:t>for individuals and societies by providing access to basic needs, such as food, shelter, healthcare, and education, as well as opportunities for personal and economic growth.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394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tandard of Living">
            <a:extLst>
              <a:ext uri="{FF2B5EF4-FFF2-40B4-BE49-F238E27FC236}">
                <a16:creationId xmlns:a16="http://schemas.microsoft.com/office/drawing/2014/main" id="{B13DBF14-D567-7D89-B844-2FECF29697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1814" y="643467"/>
            <a:ext cx="920837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2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41AB-23E6-8CD7-EDA2-2E75D8F2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E110A-EA23-09F1-836A-2472D17F7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https://www.gapminder.org/dollar-street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154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Office Theme</vt:lpstr>
      <vt:lpstr>Standard of living </vt:lpstr>
      <vt:lpstr>Defining standard of living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of living </dc:title>
  <dc:creator>LACHMAN Sarah [Narrogin Senior High School]</dc:creator>
  <cp:lastModifiedBy>LACHMAN Sarah [Narrogin Senior High School]</cp:lastModifiedBy>
  <cp:revision>1</cp:revision>
  <dcterms:created xsi:type="dcterms:W3CDTF">2023-10-25T00:35:14Z</dcterms:created>
  <dcterms:modified xsi:type="dcterms:W3CDTF">2023-10-25T00:41:41Z</dcterms:modified>
</cp:coreProperties>
</file>