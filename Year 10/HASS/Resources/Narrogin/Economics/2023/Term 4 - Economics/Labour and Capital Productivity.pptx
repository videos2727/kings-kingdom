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40"/>
  </p:normalViewPr>
  <p:slideViewPr>
    <p:cSldViewPr snapToGrid="0" snapToObjects="1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C7EE2-79E8-5633-88DD-3F7B27EBE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B1E162-A1C4-D305-5C55-53D8283A9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E923C-D66B-EE2A-1D4A-C666725D7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5FB0-95A5-4F45-BAEB-35D39C4BF1BB}" type="datetimeFigureOut">
              <a:rPr lang="en-US" smtClean="0"/>
              <a:t>6/15/22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A1C2E-8B74-2F89-E531-3173E5DA9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6C35F-35DC-B2E9-C4EC-068E9CF9B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F66-A54C-F247-95A3-BDAFFC6C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352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DA077-8483-F66B-1C39-FDF8200C8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3707F-D9F8-6119-1AF9-9238A375E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C0465-B453-A6E8-FC18-EF7AC432F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5FB0-95A5-4F45-BAEB-35D39C4BF1BB}" type="datetimeFigureOut">
              <a:rPr lang="en-US" smtClean="0"/>
              <a:t>6/15/22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D64E9-3F13-A8B0-E786-8DE71492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DCB33-1A9D-5268-B104-0F2E3B66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F66-A54C-F247-95A3-BDAFFC6C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285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9888-FEC5-431C-F7FF-C7921E34C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740B2-E1EE-DE1A-48E4-A25F6EEA1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ADE12-01D0-F92F-8690-6401ACFD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5FB0-95A5-4F45-BAEB-35D39C4BF1BB}" type="datetimeFigureOut">
              <a:rPr lang="en-US" smtClean="0"/>
              <a:t>6/15/22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E5928-D3F3-E892-7925-4D9C60A99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9CFB9-506E-DE71-7C0D-CA08A33FF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F66-A54C-F247-95A3-BDAFFC6C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93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CFD96-8811-430F-B7EC-9051DE23A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B7A5C-E0F5-EB4C-A189-B07693CFF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3D8D9-7CD2-C719-01F3-0E32F0230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9BB4DD-9793-71EB-15F4-C8E244FD1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5FB0-95A5-4F45-BAEB-35D39C4BF1BB}" type="datetimeFigureOut">
              <a:rPr lang="en-US" smtClean="0"/>
              <a:t>6/15/22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24CDA-2228-9960-304B-CF413582F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9D6A9-CFF2-AC6F-9DA6-8D3CAF218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F66-A54C-F247-95A3-BDAFFC6C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560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C8153-3042-E599-4D43-3C201DC62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91F3D-D8BF-0828-7EEA-3B4F67712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B7D492-A945-6852-F6A9-64DCE956D3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06D9D5-A324-8323-7DC1-7980A1A4E6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4FE60C-451C-56B8-E14F-DBB88801F2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BEB577-C6A1-944D-B0F1-50BD237AD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5FB0-95A5-4F45-BAEB-35D39C4BF1BB}" type="datetimeFigureOut">
              <a:rPr lang="en-US" smtClean="0"/>
              <a:t>6/15/22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5AEF24-FDEA-188A-6163-CA9607532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31FB8B-DC1B-CC69-E952-C34513A7C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F66-A54C-F247-95A3-BDAFFC6C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10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F9968-7C21-6160-8075-7023056C7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439DEB-52F8-1C04-5A31-A329C7D02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5FB0-95A5-4F45-BAEB-35D39C4BF1BB}" type="datetimeFigureOut">
              <a:rPr lang="en-US" smtClean="0"/>
              <a:t>6/15/22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E7F7F-C393-5AE3-0C84-7CA3EDC73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BB959A-B879-520E-3C92-364A931B9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F66-A54C-F247-95A3-BDAFFC6C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279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E7505E-0BFD-6BDB-41BF-47B23341E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5FB0-95A5-4F45-BAEB-35D39C4BF1BB}" type="datetimeFigureOut">
              <a:rPr lang="en-US" smtClean="0"/>
              <a:t>6/15/22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F9F8B6-FC22-FAA7-FA0D-5BE6AB597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47F5E-EE1D-B0F3-F6B6-23DB96DC0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F66-A54C-F247-95A3-BDAFFC6C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32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E39BE-2635-DA30-540E-32BADFF0E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CAF47-F951-62C1-17C6-F9E118253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5B7F59-180F-D6B6-E076-55A6E91300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599A0-602A-F3AB-20A3-1481739FE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5FB0-95A5-4F45-BAEB-35D39C4BF1BB}" type="datetimeFigureOut">
              <a:rPr lang="en-US" smtClean="0"/>
              <a:t>6/15/22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FE0C2-DDFE-CC0B-A95B-3EFD66CE6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E1CF4-2F33-E84A-8C09-6DD2E015B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F66-A54C-F247-95A3-BDAFFC6C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395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D3962-DBF8-11AD-975A-BB9D7548B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692801-71C6-FD6C-D5E5-496112EE84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C1A83-B8C2-DDFE-B75A-FFF106602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3D5A5-A64A-35F6-0083-CB7E31ACE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5FB0-95A5-4F45-BAEB-35D39C4BF1BB}" type="datetimeFigureOut">
              <a:rPr lang="en-US" smtClean="0"/>
              <a:t>6/15/22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80655-28A6-FA19-1E16-A9A66AA9C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448F9-B7DC-C989-617C-8E4B28875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F66-A54C-F247-95A3-BDAFFC6C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741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89D7C-C6A4-F5CD-BB8E-3E54147BB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3B49B9-FB65-643C-DEC0-FF99ED4DA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9BBA1-9C03-821A-7A2D-CA918E802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5FB0-95A5-4F45-BAEB-35D39C4BF1BB}" type="datetimeFigureOut">
              <a:rPr lang="en-US" smtClean="0"/>
              <a:t>6/15/22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CF2B4-1226-421A-F8DF-21F364768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1DAC0-9472-3A8D-7E1D-9EB607261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F66-A54C-F247-95A3-BDAFFC6C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686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D6D6F6-8419-6E08-E2A2-EBFFA75FB4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BF5396-BC86-D4E3-42E4-570E6EF55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E636C-EC22-4C60-9D81-33177801B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25FB0-95A5-4F45-BAEB-35D39C4BF1BB}" type="datetimeFigureOut">
              <a:rPr lang="en-US" smtClean="0"/>
              <a:t>6/15/22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CFABF-D665-347B-A7F2-894DD7B35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3AF65-C3A7-2693-6334-916AE3122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6F66-A54C-F247-95A3-BDAFFC6C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927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3CB3-64C4-1332-8053-A03919C24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FC8D4-D4E5-E44B-EF34-E3B7C6AD4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1EE5E-FC5B-6407-D567-0721554EDA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25FB0-95A5-4F45-BAEB-35D39C4BF1BB}" type="datetimeFigureOut">
              <a:rPr lang="en-US" smtClean="0"/>
              <a:t>6/15/22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59093-7245-8486-9A73-3FB0C35C7F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5E111-92B1-E494-AF14-A73DBFCC7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A6F66-A54C-F247-95A3-BDAFFC6CA4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760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www.youtube.com/watch?v=JgeVk41bTVI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www.youtube.com/watch?v=6EkxVw9TcSk" TargetMode="Externa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F64B5-5CA6-9279-EDEB-6C50416764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what measures what can be produced (output) from a given amount of input?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84220B-B226-37CB-026E-24C318D47C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00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F64B5-5CA6-9279-EDEB-6C50416764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what measures what can be produced (output) from a given amount of input?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84220B-B226-37CB-026E-24C318D47C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8800" dirty="0"/>
              <a:t>PRODUCTIVITY</a:t>
            </a:r>
          </a:p>
        </p:txBody>
      </p:sp>
    </p:spTree>
    <p:extLst>
      <p:ext uri="{BB962C8B-B14F-4D97-AF65-F5344CB8AC3E}">
        <p14:creationId xmlns:p14="http://schemas.microsoft.com/office/powerpoint/2010/main" val="1674379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262ABC4B-37D8-4218-BDD8-6DF6A00C0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30" name="Picture 6" descr="Why Soil for tree and plant health is really important - Bios Urn® Blog">
            <a:extLst>
              <a:ext uri="{FF2B5EF4-FFF2-40B4-BE49-F238E27FC236}">
                <a16:creationId xmlns:a16="http://schemas.microsoft.com/office/drawing/2014/main" id="{6E2108BC-6534-3FAB-28E3-C51E9256EE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6" r="-2" b="3606"/>
          <a:stretch/>
        </p:blipFill>
        <p:spPr bwMode="auto">
          <a:xfrm>
            <a:off x="321730" y="321732"/>
            <a:ext cx="5674897" cy="3017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Fruit picking: Shepparton's Sidney Aspland explains what it takes | Herald  Sun">
            <a:extLst>
              <a:ext uri="{FF2B5EF4-FFF2-40B4-BE49-F238E27FC236}">
                <a16:creationId xmlns:a16="http://schemas.microsoft.com/office/drawing/2014/main" id="{8822CE51-A929-4DE6-0020-0BE62AD413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2597"/>
          <a:stretch/>
        </p:blipFill>
        <p:spPr bwMode="auto">
          <a:xfrm>
            <a:off x="321730" y="3510853"/>
            <a:ext cx="5674897" cy="278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uld this apple picking robot provide a solution to Australia's labour  shortage? - Create">
            <a:extLst>
              <a:ext uri="{FF2B5EF4-FFF2-40B4-BE49-F238E27FC236}">
                <a16:creationId xmlns:a16="http://schemas.microsoft.com/office/drawing/2014/main" id="{399DB9B8-06EC-924B-1185-BB086E7B64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747"/>
          <a:stretch/>
        </p:blipFill>
        <p:spPr bwMode="auto">
          <a:xfrm>
            <a:off x="6195373" y="321733"/>
            <a:ext cx="5674897" cy="5979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01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kagerak - Dania Box 4 | Connox">
            <a:extLst>
              <a:ext uri="{FF2B5EF4-FFF2-40B4-BE49-F238E27FC236}">
                <a16:creationId xmlns:a16="http://schemas.microsoft.com/office/drawing/2014/main" id="{B6E7526E-A8D5-E9CA-3DC9-00B63AA7B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8598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kagerak - Dania Box 4 | Connox">
            <a:extLst>
              <a:ext uri="{FF2B5EF4-FFF2-40B4-BE49-F238E27FC236}">
                <a16:creationId xmlns:a16="http://schemas.microsoft.com/office/drawing/2014/main" id="{4FF169B0-4C0A-8988-3AC5-01C4A62CC6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08" r="555" b="15625"/>
          <a:stretch/>
        </p:blipFill>
        <p:spPr bwMode="auto">
          <a:xfrm>
            <a:off x="7677986" y="575039"/>
            <a:ext cx="2776537" cy="1721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Skagerak - Dania Box 4 | Connox">
            <a:extLst>
              <a:ext uri="{FF2B5EF4-FFF2-40B4-BE49-F238E27FC236}">
                <a16:creationId xmlns:a16="http://schemas.microsoft.com/office/drawing/2014/main" id="{73915017-52B9-1C23-103B-ABCA9E8BD1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08" r="555" b="15625"/>
          <a:stretch/>
        </p:blipFill>
        <p:spPr bwMode="auto">
          <a:xfrm>
            <a:off x="9159963" y="4176712"/>
            <a:ext cx="2776537" cy="1721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Skagerak - Dania Box 4 | Connox">
            <a:extLst>
              <a:ext uri="{FF2B5EF4-FFF2-40B4-BE49-F238E27FC236}">
                <a16:creationId xmlns:a16="http://schemas.microsoft.com/office/drawing/2014/main" id="{2F951C55-ADDF-F246-8853-4C6D9B04D5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08" r="555" b="15625"/>
          <a:stretch/>
        </p:blipFill>
        <p:spPr bwMode="auto">
          <a:xfrm>
            <a:off x="6272213" y="4043362"/>
            <a:ext cx="2776537" cy="1721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Fruit picking: Shepparton's Sidney Aspland explains what it takes | Herald  Sun">
            <a:extLst>
              <a:ext uri="{FF2B5EF4-FFF2-40B4-BE49-F238E27FC236}">
                <a16:creationId xmlns:a16="http://schemas.microsoft.com/office/drawing/2014/main" id="{03486237-79C0-399C-261D-61D2AED97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2597"/>
          <a:stretch/>
        </p:blipFill>
        <p:spPr bwMode="auto">
          <a:xfrm>
            <a:off x="1192432" y="413453"/>
            <a:ext cx="3321583" cy="1632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Why Soil for tree and plant health is really important - Bios Urn® Blog">
            <a:extLst>
              <a:ext uri="{FF2B5EF4-FFF2-40B4-BE49-F238E27FC236}">
                <a16:creationId xmlns:a16="http://schemas.microsoft.com/office/drawing/2014/main" id="{24DD4937-CC13-593F-A286-CE041E72F6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6" r="-2" b="3606"/>
          <a:stretch/>
        </p:blipFill>
        <p:spPr bwMode="auto">
          <a:xfrm>
            <a:off x="995946" y="4627981"/>
            <a:ext cx="3714556" cy="1975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18,145 Food Conveyor Belt Stock Photos, Pictures &amp; Royalty-Free Images -  iStock">
            <a:extLst>
              <a:ext uri="{FF2B5EF4-FFF2-40B4-BE49-F238E27FC236}">
                <a16:creationId xmlns:a16="http://schemas.microsoft.com/office/drawing/2014/main" id="{58671389-9591-6E5C-0C1C-2AF394B32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432" y="2230019"/>
            <a:ext cx="3321583" cy="221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3AFF2F-AEC1-9CF6-6633-067481C22C75}"/>
              </a:ext>
            </a:extLst>
          </p:cNvPr>
          <p:cNvSpPr txBox="1"/>
          <p:nvPr/>
        </p:nvSpPr>
        <p:spPr>
          <a:xfrm>
            <a:off x="7677986" y="200416"/>
            <a:ext cx="2543252" cy="374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 produce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A1C52D-1B1B-4A90-E18B-0C9137CB1474}"/>
              </a:ext>
            </a:extLst>
          </p:cNvPr>
          <p:cNvSpPr txBox="1"/>
          <p:nvPr/>
        </p:nvSpPr>
        <p:spPr>
          <a:xfrm>
            <a:off x="946558" y="55487"/>
            <a:ext cx="4067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 fewer of these resources (inputs)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C6EAD5-D94F-7D12-5A83-47EA6B5460C1}"/>
              </a:ext>
            </a:extLst>
          </p:cNvPr>
          <p:cNvSpPr txBox="1"/>
          <p:nvPr/>
        </p:nvSpPr>
        <p:spPr>
          <a:xfrm>
            <a:off x="7911271" y="2267637"/>
            <a:ext cx="2543252" cy="374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same quantity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BD4981-7965-CE62-6055-0996DA8D17AB}"/>
              </a:ext>
            </a:extLst>
          </p:cNvPr>
          <p:cNvSpPr txBox="1"/>
          <p:nvPr/>
        </p:nvSpPr>
        <p:spPr>
          <a:xfrm>
            <a:off x="7888337" y="5765125"/>
            <a:ext cx="2543252" cy="374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Greater quantity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0C341F-4295-0FD7-2E42-867D2D7AC323}"/>
              </a:ext>
            </a:extLst>
          </p:cNvPr>
          <p:cNvSpPr txBox="1"/>
          <p:nvPr/>
        </p:nvSpPr>
        <p:spPr>
          <a:xfrm>
            <a:off x="7888337" y="3323281"/>
            <a:ext cx="2543252" cy="374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09B214-67CB-ABE9-27E6-206145E50DA4}"/>
              </a:ext>
            </a:extLst>
          </p:cNvPr>
          <p:cNvSpPr txBox="1"/>
          <p:nvPr/>
        </p:nvSpPr>
        <p:spPr>
          <a:xfrm>
            <a:off x="3742573" y="1068653"/>
            <a:ext cx="2543252" cy="374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Labour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9BC906-ED8C-ECA4-40CA-5E8C5340D33D}"/>
              </a:ext>
            </a:extLst>
          </p:cNvPr>
          <p:cNvSpPr txBox="1"/>
          <p:nvPr/>
        </p:nvSpPr>
        <p:spPr>
          <a:xfrm>
            <a:off x="3742573" y="3323280"/>
            <a:ext cx="2543252" cy="374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Capital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89CD12-EF88-AEB2-062E-218E21C95BDE}"/>
              </a:ext>
            </a:extLst>
          </p:cNvPr>
          <p:cNvSpPr txBox="1"/>
          <p:nvPr/>
        </p:nvSpPr>
        <p:spPr>
          <a:xfrm>
            <a:off x="4303664" y="5508257"/>
            <a:ext cx="2543252" cy="374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Natural Resources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128CFFD-2178-8FEB-FAC8-58AC1A64EA58}"/>
              </a:ext>
            </a:extLst>
          </p:cNvPr>
          <p:cNvCxnSpPr/>
          <p:nvPr/>
        </p:nvCxnSpPr>
        <p:spPr>
          <a:xfrm>
            <a:off x="5575290" y="3194494"/>
            <a:ext cx="228316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679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AC5430-97A8-A168-F2ED-9F8123424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A business can increase its productivity by using its </a:t>
            </a:r>
            <a:r>
              <a:rPr lang="en-US" b="1" dirty="0" err="1"/>
              <a:t>labour</a:t>
            </a:r>
            <a:r>
              <a:rPr lang="en-US" dirty="0"/>
              <a:t> and </a:t>
            </a:r>
            <a:r>
              <a:rPr lang="en-US" b="1" dirty="0"/>
              <a:t>capital resources </a:t>
            </a:r>
            <a:r>
              <a:rPr lang="en-US" dirty="0"/>
              <a:t>more effectively and improving its business processes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17F232-83C3-FFF0-11DF-222C6C0FF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692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DA1C6-4BAB-45B4-543B-43547FA5A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about </a:t>
            </a:r>
            <a:r>
              <a:rPr lang="en-US" dirty="0" err="1"/>
              <a:t>Labour</a:t>
            </a:r>
            <a:r>
              <a:rPr lang="en-US" dirty="0"/>
              <a:t> and Capital Productivity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F7751-2C19-7FBB-FD33-82039D100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6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8AAB9-7AC3-628C-2BB6-D7B5A9DCB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https://www.youtube.com/watch?v=JgeVk41bTVI</a:t>
            </a:r>
            <a:r>
              <a:rPr lang="en-US" dirty="0"/>
              <a:t> </a:t>
            </a:r>
          </a:p>
        </p:txBody>
      </p:sp>
      <p:pic>
        <p:nvPicPr>
          <p:cNvPr id="3" name="Picture 2" descr="Robotic Rotary Milking Parlor | DairyProQ | GEA DairyRobot">
            <a:extLst>
              <a:ext uri="{FF2B5EF4-FFF2-40B4-BE49-F238E27FC236}">
                <a16:creationId xmlns:a16="http://schemas.microsoft.com/office/drawing/2014/main" id="{5DBF40E9-FED6-B8F4-5438-144DA33BD6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973" y="1491753"/>
            <a:ext cx="6890039" cy="387449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7F69306-3C9B-3D48-7EF4-60B9B56BB429}"/>
              </a:ext>
            </a:extLst>
          </p:cNvPr>
          <p:cNvSpPr/>
          <p:nvPr/>
        </p:nvSpPr>
        <p:spPr>
          <a:xfrm>
            <a:off x="956153" y="2217151"/>
            <a:ext cx="303964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The Finlayson family from </a:t>
            </a:r>
            <a:r>
              <a:rPr lang="en-AU" sz="2400" b="0" i="0" dirty="0" err="1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Tagori</a:t>
            </a:r>
            <a:r>
              <a:rPr lang="en-AU" sz="2400" b="0" i="0" dirty="0">
                <a:solidFill>
                  <a:srgbClr val="030303"/>
                </a:solidFill>
                <a:effectLst/>
                <a:latin typeface="Roboto" panose="02000000000000000000" pitchFamily="2" charset="0"/>
              </a:rPr>
              <a:t>, Tasmania adopted an Automatic Milking System that helped them to do their job more efficiently and increased their herd production by 10 %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61313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F6FBB9-20E4-E3B7-D21B-91D5EE80C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https://www.youtube.com/watch?v=6EkxVw9TcSk</a:t>
            </a:r>
            <a:r>
              <a:rPr lang="en-US" dirty="0"/>
              <a:t> </a:t>
            </a:r>
          </a:p>
        </p:txBody>
      </p:sp>
      <p:pic>
        <p:nvPicPr>
          <p:cNvPr id="5" name="Picture 4" descr="The Margaret River Chocolate Company to celebrate 20th birthday |  Busselton-Dunsborough Mail | Busselton, WA">
            <a:extLst>
              <a:ext uri="{FF2B5EF4-FFF2-40B4-BE49-F238E27FC236}">
                <a16:creationId xmlns:a16="http://schemas.microsoft.com/office/drawing/2014/main" id="{1FAE18EB-2AC8-E6B9-848D-2F22B9BBEC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111" y="1387742"/>
            <a:ext cx="8825690" cy="49559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8555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B3B22-377C-D634-6F83-9CD6DF6DB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the activities in your HASS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1D382-043C-8983-AE32-B5DDA1AEA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583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145</Words>
  <Application>Microsoft Macintosh PowerPoint</Application>
  <PresentationFormat>Widescreen</PresentationFormat>
  <Paragraphs>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Office Theme</vt:lpstr>
      <vt:lpstr>Recall: what measures what can be produced (output) from a given amount of input?</vt:lpstr>
      <vt:lpstr>Recall: what measures what can be produced (output) from a given amount of input?</vt:lpstr>
      <vt:lpstr>PowerPoint Presentation</vt:lpstr>
      <vt:lpstr>PowerPoint Presentation</vt:lpstr>
      <vt:lpstr>PowerPoint Presentation</vt:lpstr>
      <vt:lpstr>A business can increase its productivity by using its labour and capital resources more effectively and improving its business processes</vt:lpstr>
      <vt:lpstr>Read about Labour and Capital Productivity</vt:lpstr>
      <vt:lpstr>https://www.youtube.com/watch?v=JgeVk41bTVI </vt:lpstr>
      <vt:lpstr>https://www.youtube.com/watch?v=6EkxVw9TcSk </vt:lpstr>
      <vt:lpstr>Complete the activities in your HASS 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Recall: what measures what can be produced (output) from a given amount of input?</dc:title>
  <dc:creator>DONAVON Rebecca [Narrogin Senior High School]</dc:creator>
  <cp:lastModifiedBy>DONAVON Rebecca [Narrogin Senior High School]</cp:lastModifiedBy>
  <cp:revision>1</cp:revision>
  <dcterms:created xsi:type="dcterms:W3CDTF">2022-06-15T10:25:39Z</dcterms:created>
  <dcterms:modified xsi:type="dcterms:W3CDTF">2022-06-15T11:34:22Z</dcterms:modified>
</cp:coreProperties>
</file>