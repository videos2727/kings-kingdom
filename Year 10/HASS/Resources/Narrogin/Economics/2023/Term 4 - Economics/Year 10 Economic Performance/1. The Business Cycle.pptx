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4"/>
  </p:notesMasterIdLst>
  <p:sldIdLst>
    <p:sldId id="256" r:id="rId2"/>
    <p:sldId id="320" r:id="rId3"/>
    <p:sldId id="329" r:id="rId4"/>
    <p:sldId id="313" r:id="rId5"/>
    <p:sldId id="317" r:id="rId6"/>
    <p:sldId id="318" r:id="rId7"/>
    <p:sldId id="319" r:id="rId8"/>
    <p:sldId id="322" r:id="rId9"/>
    <p:sldId id="321" r:id="rId10"/>
    <p:sldId id="314" r:id="rId11"/>
    <p:sldId id="328" r:id="rId12"/>
    <p:sldId id="327" r:id="rId13"/>
  </p:sldIdLst>
  <p:sldSz cx="9144000" cy="5143500" type="screen16x9"/>
  <p:notesSz cx="6858000" cy="9144000"/>
  <p:embeddedFontLst>
    <p:embeddedFont>
      <p:font typeface="Roboto Condensed Light" panose="020B0604020202020204" charset="0"/>
      <p:regular r:id="rId15"/>
      <p:italic r:id="rId16"/>
    </p:embeddedFont>
    <p:embeddedFont>
      <p:font typeface="Poppins Black" panose="020B0604020202020204" charset="0"/>
      <p:bold r:id="rId17"/>
      <p:italic r:id="rId18"/>
      <p:boldItalic r:id="rId19"/>
    </p:embeddedFont>
    <p:embeddedFont>
      <p:font typeface="Cabin" panose="020B060402020202020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83B728-4E95-4B78-B045-7C304D810125}">
  <a:tblStyle styleId="{0A83B728-4E95-4B78-B045-7C304D81012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0"/>
  </p:normalViewPr>
  <p:slideViewPr>
    <p:cSldViewPr snapToGrid="0">
      <p:cViewPr varScale="1">
        <p:scale>
          <a:sx n="144" d="100"/>
          <a:sy n="144" d="100"/>
        </p:scale>
        <p:origin x="65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youtube.com/watch?v=iLom1WlqwS0"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6" name="Google Shape;866;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=Y5jr_zv2Y9M </a:t>
            </a:r>
          </a:p>
        </p:txBody>
      </p:sp>
    </p:spTree>
    <p:extLst>
      <p:ext uri="{BB962C8B-B14F-4D97-AF65-F5344CB8AC3E}">
        <p14:creationId xmlns:p14="http://schemas.microsoft.com/office/powerpoint/2010/main" val="981595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AU" dirty="0" smtClean="0">
                <a:hlinkClick r:id="rId3"/>
              </a:rPr>
              <a:t>What is GDP? | CNBC Explains – YouTube</a:t>
            </a:r>
            <a:r>
              <a:rPr lang="en-AU" dirty="0" smtClean="0"/>
              <a:t> </a:t>
            </a:r>
            <a:endParaRPr lang="en-AU" dirty="0"/>
          </a:p>
        </p:txBody>
      </p:sp>
    </p:spTree>
    <p:extLst>
      <p:ext uri="{BB962C8B-B14F-4D97-AF65-F5344CB8AC3E}">
        <p14:creationId xmlns:p14="http://schemas.microsoft.com/office/powerpoint/2010/main" val="1184105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0"/>
            <a:ext cx="9144000" cy="5143500"/>
          </a:xfrm>
          <a:prstGeom prst="rect">
            <a:avLst/>
          </a:prstGeom>
          <a:solidFill>
            <a:srgbClr val="FFDCAB">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576525" y="3585975"/>
            <a:ext cx="1180800" cy="118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5400000">
            <a:off x="7107750" y="3272475"/>
            <a:ext cx="2015700" cy="972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1930350" y="1906450"/>
            <a:ext cx="5283300" cy="1334700"/>
          </a:xfrm>
          <a:prstGeom prst="rect">
            <a:avLst/>
          </a:prstGeom>
          <a:effectLst>
            <a:outerShdw dist="104775" dir="8640000" algn="bl" rotWithShape="0">
              <a:schemeClr val="dk1"/>
            </a:outerShdw>
          </a:effectLst>
        </p:spPr>
        <p:txBody>
          <a:bodyPr spcFirstLastPara="1" wrap="square" lIns="91425" tIns="91425" rIns="91425" bIns="91425" anchor="ctr" anchorCtr="0">
            <a:noAutofit/>
          </a:bodyPr>
          <a:lstStyle>
            <a:lvl1pPr lvl="0" algn="ctr">
              <a:lnSpc>
                <a:spcPct val="80000"/>
              </a:lnSpc>
              <a:spcBef>
                <a:spcPts val="0"/>
              </a:spcBef>
              <a:spcAft>
                <a:spcPts val="0"/>
              </a:spcAft>
              <a:buClr>
                <a:srgbClr val="191919"/>
              </a:buClr>
              <a:buSzPts val="5200"/>
              <a:buNone/>
              <a:defRPr sz="7100">
                <a:solidFill>
                  <a:srgbClr val="FF3638"/>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3" name="Google Shape;13;p2"/>
          <p:cNvSpPr txBox="1">
            <a:spLocks noGrp="1"/>
          </p:cNvSpPr>
          <p:nvPr>
            <p:ph type="subTitle" idx="1"/>
          </p:nvPr>
        </p:nvSpPr>
        <p:spPr>
          <a:xfrm>
            <a:off x="2400000" y="3415225"/>
            <a:ext cx="4344000" cy="475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7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4" name="Google Shape;14;p2"/>
          <p:cNvSpPr/>
          <p:nvPr/>
        </p:nvSpPr>
        <p:spPr>
          <a:xfrm rot="4500056">
            <a:off x="5926903" y="91217"/>
            <a:ext cx="2938797" cy="837716"/>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accent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5" name="Google Shape;15;p2"/>
          <p:cNvGrpSpPr/>
          <p:nvPr/>
        </p:nvGrpSpPr>
        <p:grpSpPr>
          <a:xfrm>
            <a:off x="3980403" y="296387"/>
            <a:ext cx="972843" cy="951785"/>
            <a:chOff x="4667475" y="1531525"/>
            <a:chExt cx="2710625" cy="2651950"/>
          </a:xfrm>
        </p:grpSpPr>
        <p:sp>
          <p:nvSpPr>
            <p:cNvPr id="16" name="Google Shape;16;p2"/>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964749"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5604549"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p:nvPr/>
        </p:nvSpPr>
        <p:spPr>
          <a:xfrm rot="2700000">
            <a:off x="569635" y="653975"/>
            <a:ext cx="919380" cy="919380"/>
          </a:xfrm>
          <a:prstGeom prst="rect">
            <a:avLst/>
          </a:prstGeom>
          <a:solidFill>
            <a:srgbClr val="F1489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2"/>
          <p:cNvCxnSpPr/>
          <p:nvPr/>
        </p:nvCxnSpPr>
        <p:spPr>
          <a:xfrm>
            <a:off x="1438650" y="464500"/>
            <a:ext cx="1828500" cy="0"/>
          </a:xfrm>
          <a:prstGeom prst="straightConnector1">
            <a:avLst/>
          </a:prstGeom>
          <a:noFill/>
          <a:ln w="9525" cap="flat" cmpd="sng">
            <a:solidFill>
              <a:schemeClr val="dk1"/>
            </a:solidFill>
            <a:prstDash val="solid"/>
            <a:round/>
            <a:headEnd type="none" w="med" len="med"/>
            <a:tailEnd type="none" w="med" len="med"/>
          </a:ln>
        </p:spPr>
      </p:cxnSp>
      <p:cxnSp>
        <p:nvCxnSpPr>
          <p:cNvPr id="22" name="Google Shape;22;p2"/>
          <p:cNvCxnSpPr/>
          <p:nvPr/>
        </p:nvCxnSpPr>
        <p:spPr>
          <a:xfrm>
            <a:off x="5666500" y="464500"/>
            <a:ext cx="1055400" cy="0"/>
          </a:xfrm>
          <a:prstGeom prst="straightConnector1">
            <a:avLst/>
          </a:prstGeom>
          <a:noFill/>
          <a:ln w="9525" cap="flat" cmpd="sng">
            <a:solidFill>
              <a:schemeClr val="dk1"/>
            </a:solidFill>
            <a:prstDash val="solid"/>
            <a:round/>
            <a:headEnd type="none" w="med" len="med"/>
            <a:tailEnd type="none" w="med" len="med"/>
          </a:ln>
        </p:spPr>
      </p:cxnSp>
      <p:sp>
        <p:nvSpPr>
          <p:cNvPr id="23" name="Google Shape;23;p2"/>
          <p:cNvSpPr/>
          <p:nvPr/>
        </p:nvSpPr>
        <p:spPr>
          <a:xfrm>
            <a:off x="5890729" y="1188925"/>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629150" y="1383075"/>
            <a:ext cx="972900" cy="972900"/>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2055141" y="16055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rot="5400000">
            <a:off x="-64875" y="2715325"/>
            <a:ext cx="1569741" cy="700752"/>
          </a:xfrm>
          <a:custGeom>
            <a:avLst/>
            <a:gdLst/>
            <a:ahLst/>
            <a:cxnLst/>
            <a:rect l="l" t="t" r="r" b="b"/>
            <a:pathLst>
              <a:path w="28738" h="12829" extrusionOk="0">
                <a:moveTo>
                  <a:pt x="13698" y="0"/>
                </a:moveTo>
                <a:lnTo>
                  <a:pt x="12987" y="79"/>
                </a:lnTo>
                <a:lnTo>
                  <a:pt x="12316" y="158"/>
                </a:lnTo>
                <a:lnTo>
                  <a:pt x="11645" y="237"/>
                </a:lnTo>
                <a:lnTo>
                  <a:pt x="11013" y="395"/>
                </a:lnTo>
                <a:lnTo>
                  <a:pt x="10342" y="553"/>
                </a:lnTo>
                <a:lnTo>
                  <a:pt x="9711" y="750"/>
                </a:lnTo>
                <a:lnTo>
                  <a:pt x="9119" y="987"/>
                </a:lnTo>
                <a:lnTo>
                  <a:pt x="8487" y="1224"/>
                </a:lnTo>
                <a:lnTo>
                  <a:pt x="7895" y="1540"/>
                </a:lnTo>
                <a:lnTo>
                  <a:pt x="7342" y="1816"/>
                </a:lnTo>
                <a:lnTo>
                  <a:pt x="6790" y="2171"/>
                </a:lnTo>
                <a:lnTo>
                  <a:pt x="6237" y="2526"/>
                </a:lnTo>
                <a:lnTo>
                  <a:pt x="5724" y="2882"/>
                </a:lnTo>
                <a:lnTo>
                  <a:pt x="5211" y="3276"/>
                </a:lnTo>
                <a:lnTo>
                  <a:pt x="4698" y="3711"/>
                </a:lnTo>
                <a:lnTo>
                  <a:pt x="4224" y="4145"/>
                </a:lnTo>
                <a:lnTo>
                  <a:pt x="3790" y="4619"/>
                </a:lnTo>
                <a:lnTo>
                  <a:pt x="3355" y="5092"/>
                </a:lnTo>
                <a:lnTo>
                  <a:pt x="2961" y="5605"/>
                </a:lnTo>
                <a:lnTo>
                  <a:pt x="2566" y="6118"/>
                </a:lnTo>
                <a:lnTo>
                  <a:pt x="2211" y="6671"/>
                </a:lnTo>
                <a:lnTo>
                  <a:pt x="1855" y="7224"/>
                </a:lnTo>
                <a:lnTo>
                  <a:pt x="1540" y="7776"/>
                </a:lnTo>
                <a:lnTo>
                  <a:pt x="1263" y="8368"/>
                </a:lnTo>
                <a:lnTo>
                  <a:pt x="987" y="8961"/>
                </a:lnTo>
                <a:lnTo>
                  <a:pt x="750" y="9592"/>
                </a:lnTo>
                <a:lnTo>
                  <a:pt x="553" y="10224"/>
                </a:lnTo>
                <a:lnTo>
                  <a:pt x="395" y="10855"/>
                </a:lnTo>
                <a:lnTo>
                  <a:pt x="237" y="11487"/>
                </a:lnTo>
                <a:lnTo>
                  <a:pt x="119" y="12158"/>
                </a:lnTo>
                <a:lnTo>
                  <a:pt x="0" y="12829"/>
                </a:lnTo>
                <a:lnTo>
                  <a:pt x="6237" y="12829"/>
                </a:lnTo>
                <a:lnTo>
                  <a:pt x="6434" y="12118"/>
                </a:lnTo>
                <a:lnTo>
                  <a:pt x="6671" y="11447"/>
                </a:lnTo>
                <a:lnTo>
                  <a:pt x="6948" y="10816"/>
                </a:lnTo>
                <a:lnTo>
                  <a:pt x="7263" y="10184"/>
                </a:lnTo>
                <a:lnTo>
                  <a:pt x="7658" y="9592"/>
                </a:lnTo>
                <a:lnTo>
                  <a:pt x="8092" y="9040"/>
                </a:lnTo>
                <a:lnTo>
                  <a:pt x="8566" y="8526"/>
                </a:lnTo>
                <a:lnTo>
                  <a:pt x="9079" y="8092"/>
                </a:lnTo>
                <a:lnTo>
                  <a:pt x="9632" y="7658"/>
                </a:lnTo>
                <a:lnTo>
                  <a:pt x="10224" y="7263"/>
                </a:lnTo>
                <a:lnTo>
                  <a:pt x="10855" y="6947"/>
                </a:lnTo>
                <a:lnTo>
                  <a:pt x="11527" y="6671"/>
                </a:lnTo>
                <a:lnTo>
                  <a:pt x="12198" y="6474"/>
                </a:lnTo>
                <a:lnTo>
                  <a:pt x="12908" y="6316"/>
                </a:lnTo>
                <a:lnTo>
                  <a:pt x="13619" y="6197"/>
                </a:lnTo>
                <a:lnTo>
                  <a:pt x="14369" y="6158"/>
                </a:lnTo>
                <a:lnTo>
                  <a:pt x="15119" y="6197"/>
                </a:lnTo>
                <a:lnTo>
                  <a:pt x="15829" y="6316"/>
                </a:lnTo>
                <a:lnTo>
                  <a:pt x="16540" y="6474"/>
                </a:lnTo>
                <a:lnTo>
                  <a:pt x="17250" y="6671"/>
                </a:lnTo>
                <a:lnTo>
                  <a:pt x="17882" y="6947"/>
                </a:lnTo>
                <a:lnTo>
                  <a:pt x="18513" y="7263"/>
                </a:lnTo>
                <a:lnTo>
                  <a:pt x="19105" y="7658"/>
                </a:lnTo>
                <a:lnTo>
                  <a:pt x="19658" y="8092"/>
                </a:lnTo>
                <a:lnTo>
                  <a:pt x="20171" y="8526"/>
                </a:lnTo>
                <a:lnTo>
                  <a:pt x="20645" y="9040"/>
                </a:lnTo>
                <a:lnTo>
                  <a:pt x="21079" y="9592"/>
                </a:lnTo>
                <a:lnTo>
                  <a:pt x="21474" y="10184"/>
                </a:lnTo>
                <a:lnTo>
                  <a:pt x="21790" y="10816"/>
                </a:lnTo>
                <a:lnTo>
                  <a:pt x="22105" y="11447"/>
                </a:lnTo>
                <a:lnTo>
                  <a:pt x="22342" y="12118"/>
                </a:lnTo>
                <a:lnTo>
                  <a:pt x="22500" y="12829"/>
                </a:lnTo>
                <a:lnTo>
                  <a:pt x="28737" y="12829"/>
                </a:lnTo>
                <a:lnTo>
                  <a:pt x="28658" y="12158"/>
                </a:lnTo>
                <a:lnTo>
                  <a:pt x="28540" y="11487"/>
                </a:lnTo>
                <a:lnTo>
                  <a:pt x="28382" y="10855"/>
                </a:lnTo>
                <a:lnTo>
                  <a:pt x="28184" y="10224"/>
                </a:lnTo>
                <a:lnTo>
                  <a:pt x="27987" y="9592"/>
                </a:lnTo>
                <a:lnTo>
                  <a:pt x="27750" y="8961"/>
                </a:lnTo>
                <a:lnTo>
                  <a:pt x="27474" y="8368"/>
                </a:lnTo>
                <a:lnTo>
                  <a:pt x="27198" y="7776"/>
                </a:lnTo>
                <a:lnTo>
                  <a:pt x="26882" y="7224"/>
                </a:lnTo>
                <a:lnTo>
                  <a:pt x="26527" y="6671"/>
                </a:lnTo>
                <a:lnTo>
                  <a:pt x="26171" y="6118"/>
                </a:lnTo>
                <a:lnTo>
                  <a:pt x="25777" y="5605"/>
                </a:lnTo>
                <a:lnTo>
                  <a:pt x="25382" y="5092"/>
                </a:lnTo>
                <a:lnTo>
                  <a:pt x="24948" y="4619"/>
                </a:lnTo>
                <a:lnTo>
                  <a:pt x="24513" y="4145"/>
                </a:lnTo>
                <a:lnTo>
                  <a:pt x="24040" y="3711"/>
                </a:lnTo>
                <a:lnTo>
                  <a:pt x="23566" y="3276"/>
                </a:lnTo>
                <a:lnTo>
                  <a:pt x="23053" y="2882"/>
                </a:lnTo>
                <a:lnTo>
                  <a:pt x="22500" y="2526"/>
                </a:lnTo>
                <a:lnTo>
                  <a:pt x="21987" y="2171"/>
                </a:lnTo>
                <a:lnTo>
                  <a:pt x="21395" y="1816"/>
                </a:lnTo>
                <a:lnTo>
                  <a:pt x="20842" y="1540"/>
                </a:lnTo>
                <a:lnTo>
                  <a:pt x="20250" y="1224"/>
                </a:lnTo>
                <a:lnTo>
                  <a:pt x="19658" y="987"/>
                </a:lnTo>
                <a:lnTo>
                  <a:pt x="19027" y="750"/>
                </a:lnTo>
                <a:lnTo>
                  <a:pt x="18395" y="553"/>
                </a:lnTo>
                <a:lnTo>
                  <a:pt x="17763" y="395"/>
                </a:lnTo>
                <a:lnTo>
                  <a:pt x="17092" y="237"/>
                </a:lnTo>
                <a:lnTo>
                  <a:pt x="16421" y="158"/>
                </a:lnTo>
                <a:lnTo>
                  <a:pt x="15750" y="79"/>
                </a:lnTo>
                <a:lnTo>
                  <a:pt x="15079" y="0"/>
                </a:lnTo>
                <a:close/>
              </a:path>
            </a:pathLst>
          </a:custGeom>
          <a:solidFill>
            <a:schemeClr val="accent5"/>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 name="Google Shape;27;p2"/>
          <p:cNvGrpSpPr/>
          <p:nvPr/>
        </p:nvGrpSpPr>
        <p:grpSpPr>
          <a:xfrm rot="867500">
            <a:off x="7111575" y="3340563"/>
            <a:ext cx="972750" cy="951693"/>
            <a:chOff x="4667475" y="1531525"/>
            <a:chExt cx="2710625" cy="2651950"/>
          </a:xfrm>
        </p:grpSpPr>
        <p:sp>
          <p:nvSpPr>
            <p:cNvPr id="28" name="Google Shape;28;p2"/>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4958662" y="1777276"/>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5598462" y="2189926"/>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32;p2"/>
          <p:cNvSpPr/>
          <p:nvPr/>
        </p:nvSpPr>
        <p:spPr>
          <a:xfrm>
            <a:off x="3196091" y="39889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2"/>
          <p:cNvGrpSpPr/>
          <p:nvPr/>
        </p:nvGrpSpPr>
        <p:grpSpPr>
          <a:xfrm rot="-800355">
            <a:off x="1167055" y="4389234"/>
            <a:ext cx="972795" cy="951738"/>
            <a:chOff x="4667475" y="1531525"/>
            <a:chExt cx="2710625" cy="2651950"/>
          </a:xfrm>
        </p:grpSpPr>
        <p:sp>
          <p:nvSpPr>
            <p:cNvPr id="34" name="Google Shape;34;p2"/>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8" name="Google Shape;38;p2"/>
          <p:cNvCxnSpPr/>
          <p:nvPr/>
        </p:nvCxnSpPr>
        <p:spPr>
          <a:xfrm>
            <a:off x="2601675" y="4768225"/>
            <a:ext cx="4635900" cy="0"/>
          </a:xfrm>
          <a:prstGeom prst="straightConnector1">
            <a:avLst/>
          </a:prstGeom>
          <a:noFill/>
          <a:ln w="9525" cap="flat" cmpd="sng">
            <a:solidFill>
              <a:schemeClr val="dk1"/>
            </a:solidFill>
            <a:prstDash val="solid"/>
            <a:round/>
            <a:headEnd type="none" w="med" len="med"/>
            <a:tailEnd type="none" w="med" len="med"/>
          </a:ln>
        </p:spPr>
      </p:cxnSp>
      <p:sp>
        <p:nvSpPr>
          <p:cNvPr id="39" name="Google Shape;39;p2"/>
          <p:cNvSpPr/>
          <p:nvPr/>
        </p:nvSpPr>
        <p:spPr>
          <a:xfrm rot="-2196648">
            <a:off x="2240282" y="4625349"/>
            <a:ext cx="2938834" cy="837708"/>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lt2"/>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8"/>
        <p:cNvGrpSpPr/>
        <p:nvPr/>
      </p:nvGrpSpPr>
      <p:grpSpPr>
        <a:xfrm>
          <a:off x="0" y="0"/>
          <a:ext cx="0" cy="0"/>
          <a:chOff x="0" y="0"/>
          <a:chExt cx="0" cy="0"/>
        </a:xfrm>
      </p:grpSpPr>
      <p:sp>
        <p:nvSpPr>
          <p:cNvPr id="69" name="Google Shape;69;p4"/>
          <p:cNvSpPr/>
          <p:nvPr/>
        </p:nvSpPr>
        <p:spPr>
          <a:xfrm>
            <a:off x="0" y="0"/>
            <a:ext cx="9144000" cy="5143500"/>
          </a:xfrm>
          <a:prstGeom prst="rect">
            <a:avLst/>
          </a:prstGeom>
          <a:solidFill>
            <a:srgbClr val="FFDCAB">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solidFill>
                  <a:srgbClr val="434343"/>
                </a:solidFill>
              </a:defRPr>
            </a:lvl1pPr>
            <a:lvl2pPr marL="914400" lvl="1"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marL="1371600" lvl="2"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marL="1828800" lvl="3"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marL="2286000" lvl="4"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marL="2743200" lvl="5" indent="-3048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marL="3200400" lvl="6" indent="-304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marL="3657600" lvl="7" indent="-3048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marL="4114800" lvl="8" indent="-30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a:endParaRPr/>
          </a:p>
        </p:txBody>
      </p:sp>
      <p:sp>
        <p:nvSpPr>
          <p:cNvPr id="71" name="Google Shape;71;p4"/>
          <p:cNvSpPr/>
          <p:nvPr/>
        </p:nvSpPr>
        <p:spPr>
          <a:xfrm>
            <a:off x="7773250" y="482750"/>
            <a:ext cx="1847100" cy="5727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2" name="Google Shape;72;p4"/>
          <p:cNvCxnSpPr/>
          <p:nvPr/>
        </p:nvCxnSpPr>
        <p:spPr>
          <a:xfrm>
            <a:off x="817425" y="4768225"/>
            <a:ext cx="6420300" cy="0"/>
          </a:xfrm>
          <a:prstGeom prst="straightConnector1">
            <a:avLst/>
          </a:prstGeom>
          <a:noFill/>
          <a:ln w="9525" cap="flat" cmpd="sng">
            <a:solidFill>
              <a:schemeClr val="dk1"/>
            </a:solidFill>
            <a:prstDash val="solid"/>
            <a:round/>
            <a:headEnd type="none" w="med" len="med"/>
            <a:tailEnd type="none" w="med" len="med"/>
          </a:ln>
        </p:spPr>
      </p:cxnSp>
      <p:sp>
        <p:nvSpPr>
          <p:cNvPr id="73" name="Google Shape;73;p4"/>
          <p:cNvSpPr/>
          <p:nvPr/>
        </p:nvSpPr>
        <p:spPr>
          <a:xfrm>
            <a:off x="8572679" y="37120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4"/>
          <p:cNvSpPr/>
          <p:nvPr/>
        </p:nvSpPr>
        <p:spPr>
          <a:xfrm>
            <a:off x="8572666" y="3304663"/>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p:nvPr/>
        </p:nvSpPr>
        <p:spPr>
          <a:xfrm>
            <a:off x="346091" y="461775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 name="Google Shape;76;p4"/>
          <p:cNvGrpSpPr/>
          <p:nvPr/>
        </p:nvGrpSpPr>
        <p:grpSpPr>
          <a:xfrm>
            <a:off x="-401522" y="3061162"/>
            <a:ext cx="972843" cy="951785"/>
            <a:chOff x="4667475" y="1531525"/>
            <a:chExt cx="2710625" cy="2651950"/>
          </a:xfrm>
        </p:grpSpPr>
        <p:sp>
          <p:nvSpPr>
            <p:cNvPr id="77" name="Google Shape;77;p4"/>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4"/>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4"/>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4"/>
          <p:cNvGrpSpPr/>
          <p:nvPr/>
        </p:nvGrpSpPr>
        <p:grpSpPr>
          <a:xfrm rot="867500">
            <a:off x="7721750" y="4037663"/>
            <a:ext cx="972750" cy="951693"/>
            <a:chOff x="4667475" y="1531525"/>
            <a:chExt cx="2710625" cy="2651950"/>
          </a:xfrm>
        </p:grpSpPr>
        <p:sp>
          <p:nvSpPr>
            <p:cNvPr id="82" name="Google Shape;82;p4"/>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4"/>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 name="Google Shape;8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6"/>
          <p:cNvSpPr/>
          <p:nvPr/>
        </p:nvSpPr>
        <p:spPr>
          <a:xfrm>
            <a:off x="0" y="0"/>
            <a:ext cx="9144000" cy="5143500"/>
          </a:xfrm>
          <a:prstGeom prst="rect">
            <a:avLst/>
          </a:prstGeom>
          <a:solidFill>
            <a:srgbClr val="FFDCAB">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14" name="Google Shape;114;p6"/>
          <p:cNvSpPr/>
          <p:nvPr/>
        </p:nvSpPr>
        <p:spPr>
          <a:xfrm>
            <a:off x="8620075" y="183050"/>
            <a:ext cx="810300" cy="118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5" name="Google Shape;115;p6"/>
          <p:cNvGrpSpPr/>
          <p:nvPr/>
        </p:nvGrpSpPr>
        <p:grpSpPr>
          <a:xfrm rot="-800355">
            <a:off x="8043730" y="312734"/>
            <a:ext cx="972795" cy="951738"/>
            <a:chOff x="4667475" y="1531525"/>
            <a:chExt cx="2710625" cy="2651950"/>
          </a:xfrm>
        </p:grpSpPr>
        <p:sp>
          <p:nvSpPr>
            <p:cNvPr id="116" name="Google Shape;116;p6"/>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6"/>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6"/>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6"/>
          <p:cNvSpPr/>
          <p:nvPr/>
        </p:nvSpPr>
        <p:spPr>
          <a:xfrm rot="468305">
            <a:off x="7424352" y="4512466"/>
            <a:ext cx="2144740" cy="516973"/>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lt2"/>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6"/>
          <p:cNvSpPr/>
          <p:nvPr/>
        </p:nvSpPr>
        <p:spPr>
          <a:xfrm>
            <a:off x="494754" y="42632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6"/>
          <p:cNvSpPr/>
          <p:nvPr/>
        </p:nvSpPr>
        <p:spPr>
          <a:xfrm>
            <a:off x="8620066" y="266105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6"/>
          <p:cNvSpPr/>
          <p:nvPr/>
        </p:nvSpPr>
        <p:spPr>
          <a:xfrm rot="-792151">
            <a:off x="-625688" y="89972"/>
            <a:ext cx="2041048" cy="430395"/>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accent5"/>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5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
  <p:cSld name="CUSTOM_8">
    <p:spTree>
      <p:nvGrpSpPr>
        <p:cNvPr id="1" name="Shape 357"/>
        <p:cNvGrpSpPr/>
        <p:nvPr/>
      </p:nvGrpSpPr>
      <p:grpSpPr>
        <a:xfrm>
          <a:off x="0" y="0"/>
          <a:ext cx="0" cy="0"/>
          <a:chOff x="0" y="0"/>
          <a:chExt cx="0" cy="0"/>
        </a:xfrm>
      </p:grpSpPr>
      <p:sp>
        <p:nvSpPr>
          <p:cNvPr id="358" name="Google Shape;358;p17"/>
          <p:cNvSpPr/>
          <p:nvPr/>
        </p:nvSpPr>
        <p:spPr>
          <a:xfrm>
            <a:off x="0" y="0"/>
            <a:ext cx="9144000" cy="5143500"/>
          </a:xfrm>
          <a:prstGeom prst="rect">
            <a:avLst/>
          </a:prstGeom>
          <a:solidFill>
            <a:srgbClr val="FFDCAB">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7"/>
          <p:cNvSpPr txBox="1">
            <a:spLocks noGrp="1"/>
          </p:cNvSpPr>
          <p:nvPr>
            <p:ph type="title"/>
          </p:nvPr>
        </p:nvSpPr>
        <p:spPr>
          <a:xfrm>
            <a:off x="720000" y="367423"/>
            <a:ext cx="77040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60" name="Google Shape;360;p17"/>
          <p:cNvSpPr txBox="1">
            <a:spLocks noGrp="1"/>
          </p:cNvSpPr>
          <p:nvPr>
            <p:ph type="subTitle" idx="1"/>
          </p:nvPr>
        </p:nvSpPr>
        <p:spPr>
          <a:xfrm>
            <a:off x="2024825" y="2827800"/>
            <a:ext cx="5094300" cy="132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61" name="Google Shape;361;p17"/>
          <p:cNvSpPr/>
          <p:nvPr/>
        </p:nvSpPr>
        <p:spPr>
          <a:xfrm rot="4500056">
            <a:off x="-306697" y="4238142"/>
            <a:ext cx="2938797" cy="837716"/>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accent3"/>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7"/>
          <p:cNvSpPr/>
          <p:nvPr/>
        </p:nvSpPr>
        <p:spPr>
          <a:xfrm>
            <a:off x="2742275" y="1433487"/>
            <a:ext cx="5094300" cy="1125900"/>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7"/>
          <p:cNvSpPr/>
          <p:nvPr/>
        </p:nvSpPr>
        <p:spPr>
          <a:xfrm>
            <a:off x="1307375" y="1433475"/>
            <a:ext cx="1154100" cy="1125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 name="Google Shape;364;p17"/>
          <p:cNvGrpSpPr/>
          <p:nvPr/>
        </p:nvGrpSpPr>
        <p:grpSpPr>
          <a:xfrm>
            <a:off x="5112228" y="4418637"/>
            <a:ext cx="972843" cy="951785"/>
            <a:chOff x="4667475" y="1531525"/>
            <a:chExt cx="2710625" cy="2651950"/>
          </a:xfrm>
        </p:grpSpPr>
        <p:sp>
          <p:nvSpPr>
            <p:cNvPr id="365" name="Google Shape;365;p17"/>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7"/>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7"/>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7"/>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 name="Google Shape;369;p17"/>
          <p:cNvGrpSpPr/>
          <p:nvPr/>
        </p:nvGrpSpPr>
        <p:grpSpPr>
          <a:xfrm rot="867500">
            <a:off x="6595975" y="888288"/>
            <a:ext cx="972750" cy="951693"/>
            <a:chOff x="4667475" y="1531525"/>
            <a:chExt cx="2710625" cy="2651950"/>
          </a:xfrm>
        </p:grpSpPr>
        <p:sp>
          <p:nvSpPr>
            <p:cNvPr id="370" name="Google Shape;370;p17"/>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7"/>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7"/>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7"/>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4" name="Google Shape;374;p17"/>
          <p:cNvGrpSpPr/>
          <p:nvPr/>
        </p:nvGrpSpPr>
        <p:grpSpPr>
          <a:xfrm rot="-942778">
            <a:off x="423001" y="2897571"/>
            <a:ext cx="972877" cy="951818"/>
            <a:chOff x="4667475" y="1531525"/>
            <a:chExt cx="2710625" cy="2651950"/>
          </a:xfrm>
        </p:grpSpPr>
        <p:sp>
          <p:nvSpPr>
            <p:cNvPr id="375" name="Google Shape;375;p17"/>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7"/>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7"/>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7"/>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17"/>
          <p:cNvSpPr/>
          <p:nvPr/>
        </p:nvSpPr>
        <p:spPr>
          <a:xfrm>
            <a:off x="8311379" y="41502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7"/>
          <p:cNvSpPr/>
          <p:nvPr/>
        </p:nvSpPr>
        <p:spPr>
          <a:xfrm>
            <a:off x="719991" y="552125"/>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1" name="Google Shape;381;p17"/>
          <p:cNvGrpSpPr/>
          <p:nvPr/>
        </p:nvGrpSpPr>
        <p:grpSpPr>
          <a:xfrm>
            <a:off x="2224581" y="1636757"/>
            <a:ext cx="747559" cy="719284"/>
            <a:chOff x="3015505" y="3670875"/>
            <a:chExt cx="388524" cy="373829"/>
          </a:xfrm>
        </p:grpSpPr>
        <p:sp>
          <p:nvSpPr>
            <p:cNvPr id="382" name="Google Shape;382;p17"/>
            <p:cNvSpPr/>
            <p:nvPr/>
          </p:nvSpPr>
          <p:spPr>
            <a:xfrm>
              <a:off x="3015505" y="3670875"/>
              <a:ext cx="388524" cy="373829"/>
            </a:xfrm>
            <a:custGeom>
              <a:avLst/>
              <a:gdLst/>
              <a:ahLst/>
              <a:cxnLst/>
              <a:rect l="l" t="t" r="r" b="b"/>
              <a:pathLst>
                <a:path w="14832" h="14271" extrusionOk="0">
                  <a:moveTo>
                    <a:pt x="7697" y="0"/>
                  </a:moveTo>
                  <a:cubicBezTo>
                    <a:pt x="4812" y="0"/>
                    <a:pt x="2208" y="1738"/>
                    <a:pt x="1104" y="4404"/>
                  </a:cubicBezTo>
                  <a:cubicBezTo>
                    <a:pt x="1" y="7070"/>
                    <a:pt x="611" y="10140"/>
                    <a:pt x="2653" y="12179"/>
                  </a:cubicBezTo>
                  <a:cubicBezTo>
                    <a:pt x="4017" y="13545"/>
                    <a:pt x="5843" y="14271"/>
                    <a:pt x="7700" y="14271"/>
                  </a:cubicBezTo>
                  <a:cubicBezTo>
                    <a:pt x="8619" y="14271"/>
                    <a:pt x="9546" y="14093"/>
                    <a:pt x="10428" y="13728"/>
                  </a:cubicBezTo>
                  <a:cubicBezTo>
                    <a:pt x="13095" y="12625"/>
                    <a:pt x="14832" y="10020"/>
                    <a:pt x="14832" y="7135"/>
                  </a:cubicBezTo>
                  <a:cubicBezTo>
                    <a:pt x="14832" y="3194"/>
                    <a:pt x="11638" y="0"/>
                    <a:pt x="7697" y="0"/>
                  </a:cubicBez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7"/>
            <p:cNvSpPr/>
            <p:nvPr/>
          </p:nvSpPr>
          <p:spPr>
            <a:xfrm>
              <a:off x="3146113" y="3730102"/>
              <a:ext cx="142029" cy="255323"/>
            </a:xfrm>
            <a:custGeom>
              <a:avLst/>
              <a:gdLst/>
              <a:ahLst/>
              <a:cxnLst/>
              <a:rect l="l" t="t" r="r" b="b"/>
              <a:pathLst>
                <a:path w="5422" h="9747" extrusionOk="0">
                  <a:moveTo>
                    <a:pt x="2605" y="1"/>
                  </a:moveTo>
                  <a:cubicBezTo>
                    <a:pt x="820" y="1"/>
                    <a:pt x="1" y="1060"/>
                    <a:pt x="1" y="1773"/>
                  </a:cubicBezTo>
                  <a:cubicBezTo>
                    <a:pt x="1" y="2290"/>
                    <a:pt x="436" y="2527"/>
                    <a:pt x="792" y="2527"/>
                  </a:cubicBezTo>
                  <a:cubicBezTo>
                    <a:pt x="1505" y="2527"/>
                    <a:pt x="1217" y="1509"/>
                    <a:pt x="2564" y="1509"/>
                  </a:cubicBezTo>
                  <a:cubicBezTo>
                    <a:pt x="3225" y="1509"/>
                    <a:pt x="3753" y="1800"/>
                    <a:pt x="3753" y="2410"/>
                  </a:cubicBezTo>
                  <a:cubicBezTo>
                    <a:pt x="3753" y="3123"/>
                    <a:pt x="3013" y="3534"/>
                    <a:pt x="2578" y="3904"/>
                  </a:cubicBezTo>
                  <a:cubicBezTo>
                    <a:pt x="2194" y="4233"/>
                    <a:pt x="1694" y="4774"/>
                    <a:pt x="1694" y="5912"/>
                  </a:cubicBezTo>
                  <a:cubicBezTo>
                    <a:pt x="1694" y="6601"/>
                    <a:pt x="1879" y="6800"/>
                    <a:pt x="2420" y="6800"/>
                  </a:cubicBezTo>
                  <a:cubicBezTo>
                    <a:pt x="3068" y="6800"/>
                    <a:pt x="3201" y="6508"/>
                    <a:pt x="3201" y="6258"/>
                  </a:cubicBezTo>
                  <a:cubicBezTo>
                    <a:pt x="3201" y="5570"/>
                    <a:pt x="3212" y="5172"/>
                    <a:pt x="3942" y="4603"/>
                  </a:cubicBezTo>
                  <a:cubicBezTo>
                    <a:pt x="4298" y="4326"/>
                    <a:pt x="5422" y="3428"/>
                    <a:pt x="5422" y="2184"/>
                  </a:cubicBezTo>
                  <a:cubicBezTo>
                    <a:pt x="5422" y="940"/>
                    <a:pt x="4298" y="1"/>
                    <a:pt x="2605" y="1"/>
                  </a:cubicBezTo>
                  <a:close/>
                  <a:moveTo>
                    <a:pt x="2434" y="7711"/>
                  </a:moveTo>
                  <a:cubicBezTo>
                    <a:pt x="1875" y="7718"/>
                    <a:pt x="1426" y="8170"/>
                    <a:pt x="1430" y="8729"/>
                  </a:cubicBezTo>
                  <a:cubicBezTo>
                    <a:pt x="1430" y="9270"/>
                    <a:pt x="1865" y="9747"/>
                    <a:pt x="2434" y="9747"/>
                  </a:cubicBezTo>
                  <a:cubicBezTo>
                    <a:pt x="2992" y="9743"/>
                    <a:pt x="3448" y="9288"/>
                    <a:pt x="3452" y="8729"/>
                  </a:cubicBezTo>
                  <a:cubicBezTo>
                    <a:pt x="3448" y="8170"/>
                    <a:pt x="2992" y="7715"/>
                    <a:pt x="2434" y="771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_1_1_1_1_1_1_1_2">
    <p:spTree>
      <p:nvGrpSpPr>
        <p:cNvPr id="1" name="Shape 772"/>
        <p:cNvGrpSpPr/>
        <p:nvPr/>
      </p:nvGrpSpPr>
      <p:grpSpPr>
        <a:xfrm>
          <a:off x="0" y="0"/>
          <a:ext cx="0" cy="0"/>
          <a:chOff x="0" y="0"/>
          <a:chExt cx="0" cy="0"/>
        </a:xfrm>
      </p:grpSpPr>
      <p:sp>
        <p:nvSpPr>
          <p:cNvPr id="773" name="Google Shape;773;p36"/>
          <p:cNvSpPr/>
          <p:nvPr/>
        </p:nvSpPr>
        <p:spPr>
          <a:xfrm>
            <a:off x="0" y="0"/>
            <a:ext cx="9144000" cy="5143500"/>
          </a:xfrm>
          <a:prstGeom prst="rect">
            <a:avLst/>
          </a:prstGeom>
          <a:solidFill>
            <a:srgbClr val="FFDCAB">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6"/>
          <p:cNvSpPr/>
          <p:nvPr/>
        </p:nvSpPr>
        <p:spPr>
          <a:xfrm>
            <a:off x="-432225" y="-125750"/>
            <a:ext cx="1090800" cy="2226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6"/>
          <p:cNvSpPr/>
          <p:nvPr/>
        </p:nvSpPr>
        <p:spPr>
          <a:xfrm rot="-5400000">
            <a:off x="7283800" y="1289613"/>
            <a:ext cx="2015700" cy="972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6"/>
          <p:cNvSpPr/>
          <p:nvPr/>
        </p:nvSpPr>
        <p:spPr>
          <a:xfrm rot="4500056">
            <a:off x="6954603" y="3084742"/>
            <a:ext cx="2938797" cy="837716"/>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accent4"/>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6"/>
          <p:cNvSpPr/>
          <p:nvPr/>
        </p:nvSpPr>
        <p:spPr>
          <a:xfrm rot="1548526">
            <a:off x="-1311258" y="935593"/>
            <a:ext cx="2938859" cy="837724"/>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accent3"/>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8" name="Google Shape;778;p36"/>
          <p:cNvGrpSpPr/>
          <p:nvPr/>
        </p:nvGrpSpPr>
        <p:grpSpPr>
          <a:xfrm>
            <a:off x="467016" y="3933962"/>
            <a:ext cx="972843" cy="951785"/>
            <a:chOff x="4667475" y="1531525"/>
            <a:chExt cx="2710625" cy="2651950"/>
          </a:xfrm>
        </p:grpSpPr>
        <p:sp>
          <p:nvSpPr>
            <p:cNvPr id="779" name="Google Shape;779;p36"/>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6"/>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6"/>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6"/>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 name="Google Shape;783;p36"/>
          <p:cNvGrpSpPr/>
          <p:nvPr/>
        </p:nvGrpSpPr>
        <p:grpSpPr>
          <a:xfrm rot="867500">
            <a:off x="8527400" y="373063"/>
            <a:ext cx="972750" cy="951693"/>
            <a:chOff x="4667475" y="1531525"/>
            <a:chExt cx="2710625" cy="2651950"/>
          </a:xfrm>
        </p:grpSpPr>
        <p:sp>
          <p:nvSpPr>
            <p:cNvPr id="784" name="Google Shape;784;p36"/>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6"/>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6"/>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6"/>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8" name="Google Shape;788;p36"/>
          <p:cNvSpPr/>
          <p:nvPr/>
        </p:nvSpPr>
        <p:spPr>
          <a:xfrm>
            <a:off x="4459379" y="45135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6"/>
          <p:cNvSpPr/>
          <p:nvPr/>
        </p:nvSpPr>
        <p:spPr>
          <a:xfrm>
            <a:off x="7639116" y="5809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TITLE_1">
    <p:spTree>
      <p:nvGrpSpPr>
        <p:cNvPr id="1" name="Shape 790"/>
        <p:cNvGrpSpPr/>
        <p:nvPr/>
      </p:nvGrpSpPr>
      <p:grpSpPr>
        <a:xfrm>
          <a:off x="0" y="0"/>
          <a:ext cx="0" cy="0"/>
          <a:chOff x="0" y="0"/>
          <a:chExt cx="0" cy="0"/>
        </a:xfrm>
      </p:grpSpPr>
      <p:sp>
        <p:nvSpPr>
          <p:cNvPr id="791" name="Google Shape;791;p37"/>
          <p:cNvSpPr/>
          <p:nvPr/>
        </p:nvSpPr>
        <p:spPr>
          <a:xfrm>
            <a:off x="0" y="0"/>
            <a:ext cx="9144000" cy="5143500"/>
          </a:xfrm>
          <a:prstGeom prst="rect">
            <a:avLst/>
          </a:prstGeom>
          <a:solidFill>
            <a:srgbClr val="FFDCAB">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7"/>
          <p:cNvSpPr/>
          <p:nvPr/>
        </p:nvSpPr>
        <p:spPr>
          <a:xfrm>
            <a:off x="576525" y="3585975"/>
            <a:ext cx="1180800" cy="118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rot="-5400000">
            <a:off x="7107750" y="3272475"/>
            <a:ext cx="2015700" cy="972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7"/>
          <p:cNvSpPr/>
          <p:nvPr/>
        </p:nvSpPr>
        <p:spPr>
          <a:xfrm rot="4500056">
            <a:off x="5926903" y="91217"/>
            <a:ext cx="2938797" cy="837716"/>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accent1"/>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795" name="Google Shape;795;p37"/>
          <p:cNvGrpSpPr/>
          <p:nvPr/>
        </p:nvGrpSpPr>
        <p:grpSpPr>
          <a:xfrm>
            <a:off x="3980403" y="296387"/>
            <a:ext cx="972843" cy="951785"/>
            <a:chOff x="4667475" y="1531525"/>
            <a:chExt cx="2710625" cy="2651950"/>
          </a:xfrm>
        </p:grpSpPr>
        <p:sp>
          <p:nvSpPr>
            <p:cNvPr id="796" name="Google Shape;796;p37"/>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7"/>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7"/>
            <p:cNvSpPr/>
            <p:nvPr/>
          </p:nvSpPr>
          <p:spPr>
            <a:xfrm>
              <a:off x="4964749"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7"/>
            <p:cNvSpPr/>
            <p:nvPr/>
          </p:nvSpPr>
          <p:spPr>
            <a:xfrm>
              <a:off x="5604549"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0" name="Google Shape;800;p37"/>
          <p:cNvSpPr/>
          <p:nvPr/>
        </p:nvSpPr>
        <p:spPr>
          <a:xfrm rot="2700000">
            <a:off x="569635" y="653975"/>
            <a:ext cx="919380" cy="919380"/>
          </a:xfrm>
          <a:prstGeom prst="rect">
            <a:avLst/>
          </a:prstGeom>
          <a:solidFill>
            <a:srgbClr val="F14896"/>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1" name="Google Shape;801;p37"/>
          <p:cNvCxnSpPr/>
          <p:nvPr/>
        </p:nvCxnSpPr>
        <p:spPr>
          <a:xfrm>
            <a:off x="1438650" y="464500"/>
            <a:ext cx="1828500" cy="0"/>
          </a:xfrm>
          <a:prstGeom prst="straightConnector1">
            <a:avLst/>
          </a:prstGeom>
          <a:noFill/>
          <a:ln w="9525" cap="flat" cmpd="sng">
            <a:solidFill>
              <a:schemeClr val="dk1"/>
            </a:solidFill>
            <a:prstDash val="solid"/>
            <a:round/>
            <a:headEnd type="none" w="med" len="med"/>
            <a:tailEnd type="none" w="med" len="med"/>
          </a:ln>
        </p:spPr>
      </p:cxnSp>
      <p:cxnSp>
        <p:nvCxnSpPr>
          <p:cNvPr id="802" name="Google Shape;802;p37"/>
          <p:cNvCxnSpPr/>
          <p:nvPr/>
        </p:nvCxnSpPr>
        <p:spPr>
          <a:xfrm>
            <a:off x="5666500" y="464500"/>
            <a:ext cx="1055400" cy="0"/>
          </a:xfrm>
          <a:prstGeom prst="straightConnector1">
            <a:avLst/>
          </a:prstGeom>
          <a:noFill/>
          <a:ln w="9525" cap="flat" cmpd="sng">
            <a:solidFill>
              <a:schemeClr val="dk1"/>
            </a:solidFill>
            <a:prstDash val="solid"/>
            <a:round/>
            <a:headEnd type="none" w="med" len="med"/>
            <a:tailEnd type="none" w="med" len="med"/>
          </a:ln>
        </p:spPr>
      </p:cxnSp>
      <p:sp>
        <p:nvSpPr>
          <p:cNvPr id="803" name="Google Shape;803;p37"/>
          <p:cNvSpPr/>
          <p:nvPr/>
        </p:nvSpPr>
        <p:spPr>
          <a:xfrm>
            <a:off x="5890729" y="1188925"/>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7"/>
          <p:cNvSpPr/>
          <p:nvPr/>
        </p:nvSpPr>
        <p:spPr>
          <a:xfrm>
            <a:off x="7629150" y="1383075"/>
            <a:ext cx="972900" cy="972900"/>
          </a:xfrm>
          <a:prstGeom prst="rect">
            <a:avLst/>
          </a:pr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7"/>
          <p:cNvSpPr/>
          <p:nvPr/>
        </p:nvSpPr>
        <p:spPr>
          <a:xfrm>
            <a:off x="2055141" y="16055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7"/>
          <p:cNvSpPr/>
          <p:nvPr/>
        </p:nvSpPr>
        <p:spPr>
          <a:xfrm rot="5400000">
            <a:off x="-64875" y="2715325"/>
            <a:ext cx="1569741" cy="700752"/>
          </a:xfrm>
          <a:custGeom>
            <a:avLst/>
            <a:gdLst/>
            <a:ahLst/>
            <a:cxnLst/>
            <a:rect l="l" t="t" r="r" b="b"/>
            <a:pathLst>
              <a:path w="28738" h="12829" extrusionOk="0">
                <a:moveTo>
                  <a:pt x="13698" y="0"/>
                </a:moveTo>
                <a:lnTo>
                  <a:pt x="12987" y="79"/>
                </a:lnTo>
                <a:lnTo>
                  <a:pt x="12316" y="158"/>
                </a:lnTo>
                <a:lnTo>
                  <a:pt x="11645" y="237"/>
                </a:lnTo>
                <a:lnTo>
                  <a:pt x="11013" y="395"/>
                </a:lnTo>
                <a:lnTo>
                  <a:pt x="10342" y="553"/>
                </a:lnTo>
                <a:lnTo>
                  <a:pt x="9711" y="750"/>
                </a:lnTo>
                <a:lnTo>
                  <a:pt x="9119" y="987"/>
                </a:lnTo>
                <a:lnTo>
                  <a:pt x="8487" y="1224"/>
                </a:lnTo>
                <a:lnTo>
                  <a:pt x="7895" y="1540"/>
                </a:lnTo>
                <a:lnTo>
                  <a:pt x="7342" y="1816"/>
                </a:lnTo>
                <a:lnTo>
                  <a:pt x="6790" y="2171"/>
                </a:lnTo>
                <a:lnTo>
                  <a:pt x="6237" y="2526"/>
                </a:lnTo>
                <a:lnTo>
                  <a:pt x="5724" y="2882"/>
                </a:lnTo>
                <a:lnTo>
                  <a:pt x="5211" y="3276"/>
                </a:lnTo>
                <a:lnTo>
                  <a:pt x="4698" y="3711"/>
                </a:lnTo>
                <a:lnTo>
                  <a:pt x="4224" y="4145"/>
                </a:lnTo>
                <a:lnTo>
                  <a:pt x="3790" y="4619"/>
                </a:lnTo>
                <a:lnTo>
                  <a:pt x="3355" y="5092"/>
                </a:lnTo>
                <a:lnTo>
                  <a:pt x="2961" y="5605"/>
                </a:lnTo>
                <a:lnTo>
                  <a:pt x="2566" y="6118"/>
                </a:lnTo>
                <a:lnTo>
                  <a:pt x="2211" y="6671"/>
                </a:lnTo>
                <a:lnTo>
                  <a:pt x="1855" y="7224"/>
                </a:lnTo>
                <a:lnTo>
                  <a:pt x="1540" y="7776"/>
                </a:lnTo>
                <a:lnTo>
                  <a:pt x="1263" y="8368"/>
                </a:lnTo>
                <a:lnTo>
                  <a:pt x="987" y="8961"/>
                </a:lnTo>
                <a:lnTo>
                  <a:pt x="750" y="9592"/>
                </a:lnTo>
                <a:lnTo>
                  <a:pt x="553" y="10224"/>
                </a:lnTo>
                <a:lnTo>
                  <a:pt x="395" y="10855"/>
                </a:lnTo>
                <a:lnTo>
                  <a:pt x="237" y="11487"/>
                </a:lnTo>
                <a:lnTo>
                  <a:pt x="119" y="12158"/>
                </a:lnTo>
                <a:lnTo>
                  <a:pt x="0" y="12829"/>
                </a:lnTo>
                <a:lnTo>
                  <a:pt x="6237" y="12829"/>
                </a:lnTo>
                <a:lnTo>
                  <a:pt x="6434" y="12118"/>
                </a:lnTo>
                <a:lnTo>
                  <a:pt x="6671" y="11447"/>
                </a:lnTo>
                <a:lnTo>
                  <a:pt x="6948" y="10816"/>
                </a:lnTo>
                <a:lnTo>
                  <a:pt x="7263" y="10184"/>
                </a:lnTo>
                <a:lnTo>
                  <a:pt x="7658" y="9592"/>
                </a:lnTo>
                <a:lnTo>
                  <a:pt x="8092" y="9040"/>
                </a:lnTo>
                <a:lnTo>
                  <a:pt x="8566" y="8526"/>
                </a:lnTo>
                <a:lnTo>
                  <a:pt x="9079" y="8092"/>
                </a:lnTo>
                <a:lnTo>
                  <a:pt x="9632" y="7658"/>
                </a:lnTo>
                <a:lnTo>
                  <a:pt x="10224" y="7263"/>
                </a:lnTo>
                <a:lnTo>
                  <a:pt x="10855" y="6947"/>
                </a:lnTo>
                <a:lnTo>
                  <a:pt x="11527" y="6671"/>
                </a:lnTo>
                <a:lnTo>
                  <a:pt x="12198" y="6474"/>
                </a:lnTo>
                <a:lnTo>
                  <a:pt x="12908" y="6316"/>
                </a:lnTo>
                <a:lnTo>
                  <a:pt x="13619" y="6197"/>
                </a:lnTo>
                <a:lnTo>
                  <a:pt x="14369" y="6158"/>
                </a:lnTo>
                <a:lnTo>
                  <a:pt x="15119" y="6197"/>
                </a:lnTo>
                <a:lnTo>
                  <a:pt x="15829" y="6316"/>
                </a:lnTo>
                <a:lnTo>
                  <a:pt x="16540" y="6474"/>
                </a:lnTo>
                <a:lnTo>
                  <a:pt x="17250" y="6671"/>
                </a:lnTo>
                <a:lnTo>
                  <a:pt x="17882" y="6947"/>
                </a:lnTo>
                <a:lnTo>
                  <a:pt x="18513" y="7263"/>
                </a:lnTo>
                <a:lnTo>
                  <a:pt x="19105" y="7658"/>
                </a:lnTo>
                <a:lnTo>
                  <a:pt x="19658" y="8092"/>
                </a:lnTo>
                <a:lnTo>
                  <a:pt x="20171" y="8526"/>
                </a:lnTo>
                <a:lnTo>
                  <a:pt x="20645" y="9040"/>
                </a:lnTo>
                <a:lnTo>
                  <a:pt x="21079" y="9592"/>
                </a:lnTo>
                <a:lnTo>
                  <a:pt x="21474" y="10184"/>
                </a:lnTo>
                <a:lnTo>
                  <a:pt x="21790" y="10816"/>
                </a:lnTo>
                <a:lnTo>
                  <a:pt x="22105" y="11447"/>
                </a:lnTo>
                <a:lnTo>
                  <a:pt x="22342" y="12118"/>
                </a:lnTo>
                <a:lnTo>
                  <a:pt x="22500" y="12829"/>
                </a:lnTo>
                <a:lnTo>
                  <a:pt x="28737" y="12829"/>
                </a:lnTo>
                <a:lnTo>
                  <a:pt x="28658" y="12158"/>
                </a:lnTo>
                <a:lnTo>
                  <a:pt x="28540" y="11487"/>
                </a:lnTo>
                <a:lnTo>
                  <a:pt x="28382" y="10855"/>
                </a:lnTo>
                <a:lnTo>
                  <a:pt x="28184" y="10224"/>
                </a:lnTo>
                <a:lnTo>
                  <a:pt x="27987" y="9592"/>
                </a:lnTo>
                <a:lnTo>
                  <a:pt x="27750" y="8961"/>
                </a:lnTo>
                <a:lnTo>
                  <a:pt x="27474" y="8368"/>
                </a:lnTo>
                <a:lnTo>
                  <a:pt x="27198" y="7776"/>
                </a:lnTo>
                <a:lnTo>
                  <a:pt x="26882" y="7224"/>
                </a:lnTo>
                <a:lnTo>
                  <a:pt x="26527" y="6671"/>
                </a:lnTo>
                <a:lnTo>
                  <a:pt x="26171" y="6118"/>
                </a:lnTo>
                <a:lnTo>
                  <a:pt x="25777" y="5605"/>
                </a:lnTo>
                <a:lnTo>
                  <a:pt x="25382" y="5092"/>
                </a:lnTo>
                <a:lnTo>
                  <a:pt x="24948" y="4619"/>
                </a:lnTo>
                <a:lnTo>
                  <a:pt x="24513" y="4145"/>
                </a:lnTo>
                <a:lnTo>
                  <a:pt x="24040" y="3711"/>
                </a:lnTo>
                <a:lnTo>
                  <a:pt x="23566" y="3276"/>
                </a:lnTo>
                <a:lnTo>
                  <a:pt x="23053" y="2882"/>
                </a:lnTo>
                <a:lnTo>
                  <a:pt x="22500" y="2526"/>
                </a:lnTo>
                <a:lnTo>
                  <a:pt x="21987" y="2171"/>
                </a:lnTo>
                <a:lnTo>
                  <a:pt x="21395" y="1816"/>
                </a:lnTo>
                <a:lnTo>
                  <a:pt x="20842" y="1540"/>
                </a:lnTo>
                <a:lnTo>
                  <a:pt x="20250" y="1224"/>
                </a:lnTo>
                <a:lnTo>
                  <a:pt x="19658" y="987"/>
                </a:lnTo>
                <a:lnTo>
                  <a:pt x="19027" y="750"/>
                </a:lnTo>
                <a:lnTo>
                  <a:pt x="18395" y="553"/>
                </a:lnTo>
                <a:lnTo>
                  <a:pt x="17763" y="395"/>
                </a:lnTo>
                <a:lnTo>
                  <a:pt x="17092" y="237"/>
                </a:lnTo>
                <a:lnTo>
                  <a:pt x="16421" y="158"/>
                </a:lnTo>
                <a:lnTo>
                  <a:pt x="15750" y="79"/>
                </a:lnTo>
                <a:lnTo>
                  <a:pt x="15079" y="0"/>
                </a:lnTo>
                <a:close/>
              </a:path>
            </a:pathLst>
          </a:custGeom>
          <a:solidFill>
            <a:schemeClr val="accent5"/>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7" name="Google Shape;807;p37"/>
          <p:cNvGrpSpPr/>
          <p:nvPr/>
        </p:nvGrpSpPr>
        <p:grpSpPr>
          <a:xfrm rot="867500">
            <a:off x="7111575" y="3340563"/>
            <a:ext cx="972750" cy="951693"/>
            <a:chOff x="4667475" y="1531525"/>
            <a:chExt cx="2710625" cy="2651950"/>
          </a:xfrm>
        </p:grpSpPr>
        <p:sp>
          <p:nvSpPr>
            <p:cNvPr id="808" name="Google Shape;808;p37"/>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7"/>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7"/>
            <p:cNvSpPr/>
            <p:nvPr/>
          </p:nvSpPr>
          <p:spPr>
            <a:xfrm>
              <a:off x="4958662" y="1777276"/>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7"/>
            <p:cNvSpPr/>
            <p:nvPr/>
          </p:nvSpPr>
          <p:spPr>
            <a:xfrm>
              <a:off x="5598462" y="2189926"/>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2" name="Google Shape;812;p37"/>
          <p:cNvSpPr/>
          <p:nvPr/>
        </p:nvSpPr>
        <p:spPr>
          <a:xfrm>
            <a:off x="3196091" y="39889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3" name="Google Shape;813;p37"/>
          <p:cNvGrpSpPr/>
          <p:nvPr/>
        </p:nvGrpSpPr>
        <p:grpSpPr>
          <a:xfrm rot="-800355">
            <a:off x="1167055" y="4389234"/>
            <a:ext cx="972795" cy="951738"/>
            <a:chOff x="4667475" y="1531525"/>
            <a:chExt cx="2710625" cy="2651950"/>
          </a:xfrm>
        </p:grpSpPr>
        <p:sp>
          <p:nvSpPr>
            <p:cNvPr id="814" name="Google Shape;814;p37"/>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7"/>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37"/>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37"/>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18" name="Google Shape;818;p37"/>
          <p:cNvCxnSpPr/>
          <p:nvPr/>
        </p:nvCxnSpPr>
        <p:spPr>
          <a:xfrm>
            <a:off x="2601675" y="4768225"/>
            <a:ext cx="4635900" cy="0"/>
          </a:xfrm>
          <a:prstGeom prst="straightConnector1">
            <a:avLst/>
          </a:prstGeom>
          <a:noFill/>
          <a:ln w="9525" cap="flat" cmpd="sng">
            <a:solidFill>
              <a:schemeClr val="dk1"/>
            </a:solidFill>
            <a:prstDash val="solid"/>
            <a:round/>
            <a:headEnd type="none" w="med" len="med"/>
            <a:tailEnd type="none" w="med" len="med"/>
          </a:ln>
        </p:spPr>
      </p:cxnSp>
      <p:sp>
        <p:nvSpPr>
          <p:cNvPr id="819" name="Google Shape;819;p37"/>
          <p:cNvSpPr/>
          <p:nvPr/>
        </p:nvSpPr>
        <p:spPr>
          <a:xfrm rot="-2196648">
            <a:off x="2240282" y="4625349"/>
            <a:ext cx="2938834" cy="837708"/>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lt2"/>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3">
  <p:cSld name="CUSTOM_12_1">
    <p:spTree>
      <p:nvGrpSpPr>
        <p:cNvPr id="1" name="Shape 820"/>
        <p:cNvGrpSpPr/>
        <p:nvPr/>
      </p:nvGrpSpPr>
      <p:grpSpPr>
        <a:xfrm>
          <a:off x="0" y="0"/>
          <a:ext cx="0" cy="0"/>
          <a:chOff x="0" y="0"/>
          <a:chExt cx="0" cy="0"/>
        </a:xfrm>
      </p:grpSpPr>
      <p:sp>
        <p:nvSpPr>
          <p:cNvPr id="821" name="Google Shape;821;p38"/>
          <p:cNvSpPr/>
          <p:nvPr/>
        </p:nvSpPr>
        <p:spPr>
          <a:xfrm>
            <a:off x="0" y="0"/>
            <a:ext cx="9144000" cy="5143500"/>
          </a:xfrm>
          <a:prstGeom prst="rect">
            <a:avLst/>
          </a:prstGeom>
          <a:solidFill>
            <a:srgbClr val="FFDCAB">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38"/>
          <p:cNvSpPr/>
          <p:nvPr/>
        </p:nvSpPr>
        <p:spPr>
          <a:xfrm>
            <a:off x="528025" y="3540975"/>
            <a:ext cx="625800" cy="11808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38"/>
          <p:cNvSpPr/>
          <p:nvPr/>
        </p:nvSpPr>
        <p:spPr>
          <a:xfrm>
            <a:off x="-553475" y="-125750"/>
            <a:ext cx="1081500" cy="2226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8"/>
          <p:cNvSpPr/>
          <p:nvPr/>
        </p:nvSpPr>
        <p:spPr>
          <a:xfrm rot="10800000" flipH="1">
            <a:off x="-217273" y="-223155"/>
            <a:ext cx="1569741" cy="700752"/>
          </a:xfrm>
          <a:custGeom>
            <a:avLst/>
            <a:gdLst/>
            <a:ahLst/>
            <a:cxnLst/>
            <a:rect l="l" t="t" r="r" b="b"/>
            <a:pathLst>
              <a:path w="28738" h="12829" extrusionOk="0">
                <a:moveTo>
                  <a:pt x="13698" y="0"/>
                </a:moveTo>
                <a:lnTo>
                  <a:pt x="12987" y="79"/>
                </a:lnTo>
                <a:lnTo>
                  <a:pt x="12316" y="158"/>
                </a:lnTo>
                <a:lnTo>
                  <a:pt x="11645" y="237"/>
                </a:lnTo>
                <a:lnTo>
                  <a:pt x="11013" y="395"/>
                </a:lnTo>
                <a:lnTo>
                  <a:pt x="10342" y="553"/>
                </a:lnTo>
                <a:lnTo>
                  <a:pt x="9711" y="750"/>
                </a:lnTo>
                <a:lnTo>
                  <a:pt x="9119" y="987"/>
                </a:lnTo>
                <a:lnTo>
                  <a:pt x="8487" y="1224"/>
                </a:lnTo>
                <a:lnTo>
                  <a:pt x="7895" y="1540"/>
                </a:lnTo>
                <a:lnTo>
                  <a:pt x="7342" y="1816"/>
                </a:lnTo>
                <a:lnTo>
                  <a:pt x="6790" y="2171"/>
                </a:lnTo>
                <a:lnTo>
                  <a:pt x="6237" y="2526"/>
                </a:lnTo>
                <a:lnTo>
                  <a:pt x="5724" y="2882"/>
                </a:lnTo>
                <a:lnTo>
                  <a:pt x="5211" y="3276"/>
                </a:lnTo>
                <a:lnTo>
                  <a:pt x="4698" y="3711"/>
                </a:lnTo>
                <a:lnTo>
                  <a:pt x="4224" y="4145"/>
                </a:lnTo>
                <a:lnTo>
                  <a:pt x="3790" y="4619"/>
                </a:lnTo>
                <a:lnTo>
                  <a:pt x="3355" y="5092"/>
                </a:lnTo>
                <a:lnTo>
                  <a:pt x="2961" y="5605"/>
                </a:lnTo>
                <a:lnTo>
                  <a:pt x="2566" y="6118"/>
                </a:lnTo>
                <a:lnTo>
                  <a:pt x="2211" y="6671"/>
                </a:lnTo>
                <a:lnTo>
                  <a:pt x="1855" y="7224"/>
                </a:lnTo>
                <a:lnTo>
                  <a:pt x="1540" y="7776"/>
                </a:lnTo>
                <a:lnTo>
                  <a:pt x="1263" y="8368"/>
                </a:lnTo>
                <a:lnTo>
                  <a:pt x="987" y="8961"/>
                </a:lnTo>
                <a:lnTo>
                  <a:pt x="750" y="9592"/>
                </a:lnTo>
                <a:lnTo>
                  <a:pt x="553" y="10224"/>
                </a:lnTo>
                <a:lnTo>
                  <a:pt x="395" y="10855"/>
                </a:lnTo>
                <a:lnTo>
                  <a:pt x="237" y="11487"/>
                </a:lnTo>
                <a:lnTo>
                  <a:pt x="119" y="12158"/>
                </a:lnTo>
                <a:lnTo>
                  <a:pt x="0" y="12829"/>
                </a:lnTo>
                <a:lnTo>
                  <a:pt x="6237" y="12829"/>
                </a:lnTo>
                <a:lnTo>
                  <a:pt x="6434" y="12118"/>
                </a:lnTo>
                <a:lnTo>
                  <a:pt x="6671" y="11447"/>
                </a:lnTo>
                <a:lnTo>
                  <a:pt x="6948" y="10816"/>
                </a:lnTo>
                <a:lnTo>
                  <a:pt x="7263" y="10184"/>
                </a:lnTo>
                <a:lnTo>
                  <a:pt x="7658" y="9592"/>
                </a:lnTo>
                <a:lnTo>
                  <a:pt x="8092" y="9040"/>
                </a:lnTo>
                <a:lnTo>
                  <a:pt x="8566" y="8526"/>
                </a:lnTo>
                <a:lnTo>
                  <a:pt x="9079" y="8092"/>
                </a:lnTo>
                <a:lnTo>
                  <a:pt x="9632" y="7658"/>
                </a:lnTo>
                <a:lnTo>
                  <a:pt x="10224" y="7263"/>
                </a:lnTo>
                <a:lnTo>
                  <a:pt x="10855" y="6947"/>
                </a:lnTo>
                <a:lnTo>
                  <a:pt x="11527" y="6671"/>
                </a:lnTo>
                <a:lnTo>
                  <a:pt x="12198" y="6474"/>
                </a:lnTo>
                <a:lnTo>
                  <a:pt x="12908" y="6316"/>
                </a:lnTo>
                <a:lnTo>
                  <a:pt x="13619" y="6197"/>
                </a:lnTo>
                <a:lnTo>
                  <a:pt x="14369" y="6158"/>
                </a:lnTo>
                <a:lnTo>
                  <a:pt x="15119" y="6197"/>
                </a:lnTo>
                <a:lnTo>
                  <a:pt x="15829" y="6316"/>
                </a:lnTo>
                <a:lnTo>
                  <a:pt x="16540" y="6474"/>
                </a:lnTo>
                <a:lnTo>
                  <a:pt x="17250" y="6671"/>
                </a:lnTo>
                <a:lnTo>
                  <a:pt x="17882" y="6947"/>
                </a:lnTo>
                <a:lnTo>
                  <a:pt x="18513" y="7263"/>
                </a:lnTo>
                <a:lnTo>
                  <a:pt x="19105" y="7658"/>
                </a:lnTo>
                <a:lnTo>
                  <a:pt x="19658" y="8092"/>
                </a:lnTo>
                <a:lnTo>
                  <a:pt x="20171" y="8526"/>
                </a:lnTo>
                <a:lnTo>
                  <a:pt x="20645" y="9040"/>
                </a:lnTo>
                <a:lnTo>
                  <a:pt x="21079" y="9592"/>
                </a:lnTo>
                <a:lnTo>
                  <a:pt x="21474" y="10184"/>
                </a:lnTo>
                <a:lnTo>
                  <a:pt x="21790" y="10816"/>
                </a:lnTo>
                <a:lnTo>
                  <a:pt x="22105" y="11447"/>
                </a:lnTo>
                <a:lnTo>
                  <a:pt x="22342" y="12118"/>
                </a:lnTo>
                <a:lnTo>
                  <a:pt x="22500" y="12829"/>
                </a:lnTo>
                <a:lnTo>
                  <a:pt x="28737" y="12829"/>
                </a:lnTo>
                <a:lnTo>
                  <a:pt x="28658" y="12158"/>
                </a:lnTo>
                <a:lnTo>
                  <a:pt x="28540" y="11487"/>
                </a:lnTo>
                <a:lnTo>
                  <a:pt x="28382" y="10855"/>
                </a:lnTo>
                <a:lnTo>
                  <a:pt x="28184" y="10224"/>
                </a:lnTo>
                <a:lnTo>
                  <a:pt x="27987" y="9592"/>
                </a:lnTo>
                <a:lnTo>
                  <a:pt x="27750" y="8961"/>
                </a:lnTo>
                <a:lnTo>
                  <a:pt x="27474" y="8368"/>
                </a:lnTo>
                <a:lnTo>
                  <a:pt x="27198" y="7776"/>
                </a:lnTo>
                <a:lnTo>
                  <a:pt x="26882" y="7224"/>
                </a:lnTo>
                <a:lnTo>
                  <a:pt x="26527" y="6671"/>
                </a:lnTo>
                <a:lnTo>
                  <a:pt x="26171" y="6118"/>
                </a:lnTo>
                <a:lnTo>
                  <a:pt x="25777" y="5605"/>
                </a:lnTo>
                <a:lnTo>
                  <a:pt x="25382" y="5092"/>
                </a:lnTo>
                <a:lnTo>
                  <a:pt x="24948" y="4619"/>
                </a:lnTo>
                <a:lnTo>
                  <a:pt x="24513" y="4145"/>
                </a:lnTo>
                <a:lnTo>
                  <a:pt x="24040" y="3711"/>
                </a:lnTo>
                <a:lnTo>
                  <a:pt x="23566" y="3276"/>
                </a:lnTo>
                <a:lnTo>
                  <a:pt x="23053" y="2882"/>
                </a:lnTo>
                <a:lnTo>
                  <a:pt x="22500" y="2526"/>
                </a:lnTo>
                <a:lnTo>
                  <a:pt x="21987" y="2171"/>
                </a:lnTo>
                <a:lnTo>
                  <a:pt x="21395" y="1816"/>
                </a:lnTo>
                <a:lnTo>
                  <a:pt x="20842" y="1540"/>
                </a:lnTo>
                <a:lnTo>
                  <a:pt x="20250" y="1224"/>
                </a:lnTo>
                <a:lnTo>
                  <a:pt x="19658" y="987"/>
                </a:lnTo>
                <a:lnTo>
                  <a:pt x="19027" y="750"/>
                </a:lnTo>
                <a:lnTo>
                  <a:pt x="18395" y="553"/>
                </a:lnTo>
                <a:lnTo>
                  <a:pt x="17763" y="395"/>
                </a:lnTo>
                <a:lnTo>
                  <a:pt x="17092" y="237"/>
                </a:lnTo>
                <a:lnTo>
                  <a:pt x="16421" y="158"/>
                </a:lnTo>
                <a:lnTo>
                  <a:pt x="15750" y="79"/>
                </a:lnTo>
                <a:lnTo>
                  <a:pt x="15079" y="0"/>
                </a:lnTo>
                <a:close/>
              </a:path>
            </a:pathLst>
          </a:custGeom>
          <a:solidFill>
            <a:schemeClr val="accent5"/>
          </a:solid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5" name="Google Shape;825;p38"/>
          <p:cNvGrpSpPr/>
          <p:nvPr/>
        </p:nvGrpSpPr>
        <p:grpSpPr>
          <a:xfrm rot="-867500" flipH="1">
            <a:off x="8189928" y="-116787"/>
            <a:ext cx="972750" cy="951693"/>
            <a:chOff x="4667475" y="1531525"/>
            <a:chExt cx="2710625" cy="2651950"/>
          </a:xfrm>
        </p:grpSpPr>
        <p:sp>
          <p:nvSpPr>
            <p:cNvPr id="826" name="Google Shape;826;p38"/>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8"/>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8"/>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8"/>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0" name="Google Shape;830;p38"/>
          <p:cNvSpPr/>
          <p:nvPr/>
        </p:nvSpPr>
        <p:spPr>
          <a:xfrm rot="-2196655">
            <a:off x="7531693" y="4555535"/>
            <a:ext cx="2051360" cy="527385"/>
          </a:xfrm>
          <a:custGeom>
            <a:avLst/>
            <a:gdLst/>
            <a:ahLst/>
            <a:cxnLst/>
            <a:rect l="l" t="t" r="r" b="b"/>
            <a:pathLst>
              <a:path w="40580" h="11567" extrusionOk="0">
                <a:moveTo>
                  <a:pt x="6632" y="1"/>
                </a:moveTo>
                <a:lnTo>
                  <a:pt x="6198" y="40"/>
                </a:lnTo>
                <a:lnTo>
                  <a:pt x="5724" y="80"/>
                </a:lnTo>
                <a:lnTo>
                  <a:pt x="5251" y="159"/>
                </a:lnTo>
                <a:lnTo>
                  <a:pt x="4777" y="277"/>
                </a:lnTo>
                <a:lnTo>
                  <a:pt x="4303" y="435"/>
                </a:lnTo>
                <a:lnTo>
                  <a:pt x="3869" y="593"/>
                </a:lnTo>
                <a:lnTo>
                  <a:pt x="3435" y="830"/>
                </a:lnTo>
                <a:lnTo>
                  <a:pt x="3040" y="1066"/>
                </a:lnTo>
                <a:lnTo>
                  <a:pt x="2606" y="1382"/>
                </a:lnTo>
                <a:lnTo>
                  <a:pt x="2251" y="1698"/>
                </a:lnTo>
                <a:lnTo>
                  <a:pt x="1856" y="2053"/>
                </a:lnTo>
                <a:lnTo>
                  <a:pt x="1501" y="2409"/>
                </a:lnTo>
                <a:lnTo>
                  <a:pt x="1185" y="2843"/>
                </a:lnTo>
                <a:lnTo>
                  <a:pt x="830" y="3277"/>
                </a:lnTo>
                <a:lnTo>
                  <a:pt x="553" y="3751"/>
                </a:lnTo>
                <a:lnTo>
                  <a:pt x="237" y="4264"/>
                </a:lnTo>
                <a:lnTo>
                  <a:pt x="1" y="4777"/>
                </a:lnTo>
                <a:lnTo>
                  <a:pt x="4224" y="6751"/>
                </a:lnTo>
                <a:lnTo>
                  <a:pt x="4382" y="6435"/>
                </a:lnTo>
                <a:lnTo>
                  <a:pt x="4580" y="6080"/>
                </a:lnTo>
                <a:lnTo>
                  <a:pt x="4816" y="5724"/>
                </a:lnTo>
                <a:lnTo>
                  <a:pt x="5093" y="5409"/>
                </a:lnTo>
                <a:lnTo>
                  <a:pt x="5408" y="5132"/>
                </a:lnTo>
                <a:lnTo>
                  <a:pt x="5724" y="4895"/>
                </a:lnTo>
                <a:lnTo>
                  <a:pt x="6080" y="4737"/>
                </a:lnTo>
                <a:lnTo>
                  <a:pt x="6277" y="4698"/>
                </a:lnTo>
                <a:lnTo>
                  <a:pt x="6474" y="4659"/>
                </a:lnTo>
                <a:lnTo>
                  <a:pt x="6711" y="4659"/>
                </a:lnTo>
                <a:lnTo>
                  <a:pt x="6948" y="4698"/>
                </a:lnTo>
                <a:lnTo>
                  <a:pt x="7185" y="4777"/>
                </a:lnTo>
                <a:lnTo>
                  <a:pt x="7422" y="4856"/>
                </a:lnTo>
                <a:lnTo>
                  <a:pt x="7658" y="4974"/>
                </a:lnTo>
                <a:lnTo>
                  <a:pt x="7856" y="5132"/>
                </a:lnTo>
                <a:lnTo>
                  <a:pt x="8053" y="5330"/>
                </a:lnTo>
                <a:lnTo>
                  <a:pt x="8211" y="5527"/>
                </a:lnTo>
                <a:lnTo>
                  <a:pt x="8487" y="5882"/>
                </a:lnTo>
                <a:lnTo>
                  <a:pt x="8724" y="6277"/>
                </a:lnTo>
                <a:lnTo>
                  <a:pt x="9158" y="7145"/>
                </a:lnTo>
                <a:lnTo>
                  <a:pt x="9553" y="7856"/>
                </a:lnTo>
                <a:lnTo>
                  <a:pt x="9987" y="8645"/>
                </a:lnTo>
                <a:lnTo>
                  <a:pt x="10264" y="9040"/>
                </a:lnTo>
                <a:lnTo>
                  <a:pt x="10540" y="9395"/>
                </a:lnTo>
                <a:lnTo>
                  <a:pt x="10856" y="9751"/>
                </a:lnTo>
                <a:lnTo>
                  <a:pt x="11211" y="10106"/>
                </a:lnTo>
                <a:lnTo>
                  <a:pt x="11606" y="10422"/>
                </a:lnTo>
                <a:lnTo>
                  <a:pt x="12001" y="10737"/>
                </a:lnTo>
                <a:lnTo>
                  <a:pt x="12474" y="10974"/>
                </a:lnTo>
                <a:lnTo>
                  <a:pt x="12987" y="11211"/>
                </a:lnTo>
                <a:lnTo>
                  <a:pt x="13580" y="11369"/>
                </a:lnTo>
                <a:lnTo>
                  <a:pt x="14172" y="11487"/>
                </a:lnTo>
                <a:lnTo>
                  <a:pt x="14843" y="11527"/>
                </a:lnTo>
                <a:lnTo>
                  <a:pt x="15593" y="11527"/>
                </a:lnTo>
                <a:lnTo>
                  <a:pt x="16224" y="11487"/>
                </a:lnTo>
                <a:lnTo>
                  <a:pt x="16816" y="11369"/>
                </a:lnTo>
                <a:lnTo>
                  <a:pt x="17330" y="11172"/>
                </a:lnTo>
                <a:lnTo>
                  <a:pt x="17843" y="10974"/>
                </a:lnTo>
                <a:lnTo>
                  <a:pt x="18316" y="10737"/>
                </a:lnTo>
                <a:lnTo>
                  <a:pt x="18751" y="10461"/>
                </a:lnTo>
                <a:lnTo>
                  <a:pt x="19145" y="10145"/>
                </a:lnTo>
                <a:lnTo>
                  <a:pt x="19501" y="9830"/>
                </a:lnTo>
                <a:lnTo>
                  <a:pt x="19856" y="9474"/>
                </a:lnTo>
                <a:lnTo>
                  <a:pt x="20172" y="9119"/>
                </a:lnTo>
                <a:lnTo>
                  <a:pt x="20724" y="8369"/>
                </a:lnTo>
                <a:lnTo>
                  <a:pt x="21198" y="7619"/>
                </a:lnTo>
                <a:lnTo>
                  <a:pt x="21593" y="6948"/>
                </a:lnTo>
                <a:lnTo>
                  <a:pt x="21987" y="6277"/>
                </a:lnTo>
                <a:lnTo>
                  <a:pt x="22343" y="5764"/>
                </a:lnTo>
                <a:lnTo>
                  <a:pt x="22619" y="5369"/>
                </a:lnTo>
                <a:lnTo>
                  <a:pt x="22895" y="5093"/>
                </a:lnTo>
                <a:lnTo>
                  <a:pt x="23172" y="4895"/>
                </a:lnTo>
                <a:lnTo>
                  <a:pt x="23448" y="4777"/>
                </a:lnTo>
                <a:lnTo>
                  <a:pt x="23724" y="4698"/>
                </a:lnTo>
                <a:lnTo>
                  <a:pt x="24040" y="4698"/>
                </a:lnTo>
                <a:lnTo>
                  <a:pt x="24277" y="4737"/>
                </a:lnTo>
                <a:lnTo>
                  <a:pt x="24514" y="4816"/>
                </a:lnTo>
                <a:lnTo>
                  <a:pt x="24751" y="4895"/>
                </a:lnTo>
                <a:lnTo>
                  <a:pt x="24987" y="5014"/>
                </a:lnTo>
                <a:lnTo>
                  <a:pt x="25224" y="5172"/>
                </a:lnTo>
                <a:lnTo>
                  <a:pt x="25422" y="5369"/>
                </a:lnTo>
                <a:lnTo>
                  <a:pt x="25619" y="5566"/>
                </a:lnTo>
                <a:lnTo>
                  <a:pt x="25777" y="5764"/>
                </a:lnTo>
                <a:lnTo>
                  <a:pt x="26132" y="6395"/>
                </a:lnTo>
                <a:lnTo>
                  <a:pt x="26487" y="7066"/>
                </a:lnTo>
                <a:lnTo>
                  <a:pt x="26843" y="7737"/>
                </a:lnTo>
                <a:lnTo>
                  <a:pt x="27277" y="8448"/>
                </a:lnTo>
                <a:lnTo>
                  <a:pt x="27790" y="9198"/>
                </a:lnTo>
                <a:lnTo>
                  <a:pt x="28106" y="9514"/>
                </a:lnTo>
                <a:lnTo>
                  <a:pt x="28422" y="9869"/>
                </a:lnTo>
                <a:lnTo>
                  <a:pt x="28777" y="10185"/>
                </a:lnTo>
                <a:lnTo>
                  <a:pt x="29172" y="10501"/>
                </a:lnTo>
                <a:lnTo>
                  <a:pt x="29606" y="10777"/>
                </a:lnTo>
                <a:lnTo>
                  <a:pt x="30080" y="11014"/>
                </a:lnTo>
                <a:lnTo>
                  <a:pt x="30553" y="11211"/>
                </a:lnTo>
                <a:lnTo>
                  <a:pt x="31106" y="11369"/>
                </a:lnTo>
                <a:lnTo>
                  <a:pt x="31737" y="11487"/>
                </a:lnTo>
                <a:lnTo>
                  <a:pt x="32369" y="11566"/>
                </a:lnTo>
                <a:lnTo>
                  <a:pt x="32843" y="11566"/>
                </a:lnTo>
                <a:lnTo>
                  <a:pt x="33632" y="11527"/>
                </a:lnTo>
                <a:lnTo>
                  <a:pt x="34422" y="11409"/>
                </a:lnTo>
                <a:lnTo>
                  <a:pt x="35132" y="11172"/>
                </a:lnTo>
                <a:lnTo>
                  <a:pt x="35803" y="10935"/>
                </a:lnTo>
                <a:lnTo>
                  <a:pt x="36395" y="10580"/>
                </a:lnTo>
                <a:lnTo>
                  <a:pt x="36987" y="10224"/>
                </a:lnTo>
                <a:lnTo>
                  <a:pt x="37501" y="9790"/>
                </a:lnTo>
                <a:lnTo>
                  <a:pt x="37974" y="9316"/>
                </a:lnTo>
                <a:lnTo>
                  <a:pt x="38408" y="8843"/>
                </a:lnTo>
                <a:lnTo>
                  <a:pt x="38843" y="8369"/>
                </a:lnTo>
                <a:lnTo>
                  <a:pt x="39198" y="7856"/>
                </a:lnTo>
                <a:lnTo>
                  <a:pt x="39553" y="7343"/>
                </a:lnTo>
                <a:lnTo>
                  <a:pt x="40106" y="6356"/>
                </a:lnTo>
                <a:lnTo>
                  <a:pt x="40580" y="5487"/>
                </a:lnTo>
                <a:lnTo>
                  <a:pt x="36474" y="3316"/>
                </a:lnTo>
                <a:lnTo>
                  <a:pt x="36001" y="4185"/>
                </a:lnTo>
                <a:lnTo>
                  <a:pt x="35527" y="4974"/>
                </a:lnTo>
                <a:lnTo>
                  <a:pt x="35093" y="5606"/>
                </a:lnTo>
                <a:lnTo>
                  <a:pt x="34658" y="6080"/>
                </a:lnTo>
                <a:lnTo>
                  <a:pt x="34422" y="6316"/>
                </a:lnTo>
                <a:lnTo>
                  <a:pt x="34185" y="6474"/>
                </a:lnTo>
                <a:lnTo>
                  <a:pt x="33948" y="6632"/>
                </a:lnTo>
                <a:lnTo>
                  <a:pt x="33711" y="6751"/>
                </a:lnTo>
                <a:lnTo>
                  <a:pt x="33474" y="6830"/>
                </a:lnTo>
                <a:lnTo>
                  <a:pt x="33198" y="6869"/>
                </a:lnTo>
                <a:lnTo>
                  <a:pt x="32922" y="6909"/>
                </a:lnTo>
                <a:lnTo>
                  <a:pt x="32645" y="6909"/>
                </a:lnTo>
                <a:lnTo>
                  <a:pt x="32330" y="6869"/>
                </a:lnTo>
                <a:lnTo>
                  <a:pt x="32093" y="6790"/>
                </a:lnTo>
                <a:lnTo>
                  <a:pt x="31856" y="6711"/>
                </a:lnTo>
                <a:lnTo>
                  <a:pt x="31658" y="6514"/>
                </a:lnTo>
                <a:lnTo>
                  <a:pt x="31422" y="6277"/>
                </a:lnTo>
                <a:lnTo>
                  <a:pt x="31185" y="5922"/>
                </a:lnTo>
                <a:lnTo>
                  <a:pt x="30632" y="4895"/>
                </a:lnTo>
                <a:lnTo>
                  <a:pt x="30158" y="4066"/>
                </a:lnTo>
                <a:lnTo>
                  <a:pt x="29645" y="3198"/>
                </a:lnTo>
                <a:lnTo>
                  <a:pt x="29408" y="2843"/>
                </a:lnTo>
                <a:lnTo>
                  <a:pt x="29172" y="2527"/>
                </a:lnTo>
                <a:lnTo>
                  <a:pt x="28580" y="1935"/>
                </a:lnTo>
                <a:lnTo>
                  <a:pt x="27987" y="1422"/>
                </a:lnTo>
                <a:lnTo>
                  <a:pt x="27316" y="987"/>
                </a:lnTo>
                <a:lnTo>
                  <a:pt x="26606" y="632"/>
                </a:lnTo>
                <a:lnTo>
                  <a:pt x="25856" y="356"/>
                </a:lnTo>
                <a:lnTo>
                  <a:pt x="25501" y="237"/>
                </a:lnTo>
                <a:lnTo>
                  <a:pt x="25106" y="159"/>
                </a:lnTo>
                <a:lnTo>
                  <a:pt x="24711" y="80"/>
                </a:lnTo>
                <a:lnTo>
                  <a:pt x="24316" y="80"/>
                </a:lnTo>
                <a:lnTo>
                  <a:pt x="23606" y="40"/>
                </a:lnTo>
                <a:lnTo>
                  <a:pt x="22935" y="119"/>
                </a:lnTo>
                <a:lnTo>
                  <a:pt x="22303" y="237"/>
                </a:lnTo>
                <a:lnTo>
                  <a:pt x="21751" y="395"/>
                </a:lnTo>
                <a:lnTo>
                  <a:pt x="21237" y="632"/>
                </a:lnTo>
                <a:lnTo>
                  <a:pt x="20724" y="909"/>
                </a:lnTo>
                <a:lnTo>
                  <a:pt x="20290" y="1185"/>
                </a:lnTo>
                <a:lnTo>
                  <a:pt x="19895" y="1540"/>
                </a:lnTo>
                <a:lnTo>
                  <a:pt x="19501" y="1895"/>
                </a:lnTo>
                <a:lnTo>
                  <a:pt x="19145" y="2290"/>
                </a:lnTo>
                <a:lnTo>
                  <a:pt x="18830" y="2645"/>
                </a:lnTo>
                <a:lnTo>
                  <a:pt x="18553" y="3040"/>
                </a:lnTo>
                <a:lnTo>
                  <a:pt x="18040" y="3869"/>
                </a:lnTo>
                <a:lnTo>
                  <a:pt x="17566" y="4580"/>
                </a:lnTo>
                <a:lnTo>
                  <a:pt x="16935" y="5685"/>
                </a:lnTo>
                <a:lnTo>
                  <a:pt x="16658" y="6080"/>
                </a:lnTo>
                <a:lnTo>
                  <a:pt x="16382" y="6356"/>
                </a:lnTo>
                <a:lnTo>
                  <a:pt x="16145" y="6593"/>
                </a:lnTo>
                <a:lnTo>
                  <a:pt x="15908" y="6751"/>
                </a:lnTo>
                <a:lnTo>
                  <a:pt x="15632" y="6830"/>
                </a:lnTo>
                <a:lnTo>
                  <a:pt x="15316" y="6869"/>
                </a:lnTo>
                <a:lnTo>
                  <a:pt x="15001" y="6909"/>
                </a:lnTo>
                <a:lnTo>
                  <a:pt x="14764" y="6869"/>
                </a:lnTo>
                <a:lnTo>
                  <a:pt x="14527" y="6790"/>
                </a:lnTo>
                <a:lnTo>
                  <a:pt x="14330" y="6672"/>
                </a:lnTo>
                <a:lnTo>
                  <a:pt x="14132" y="6435"/>
                </a:lnTo>
                <a:lnTo>
                  <a:pt x="13895" y="6080"/>
                </a:lnTo>
                <a:lnTo>
                  <a:pt x="13343" y="5053"/>
                </a:lnTo>
                <a:lnTo>
                  <a:pt x="12711" y="3869"/>
                </a:lnTo>
                <a:lnTo>
                  <a:pt x="12356" y="3277"/>
                </a:lnTo>
                <a:lnTo>
                  <a:pt x="11922" y="2645"/>
                </a:lnTo>
                <a:lnTo>
                  <a:pt x="11645" y="2330"/>
                </a:lnTo>
                <a:lnTo>
                  <a:pt x="11369" y="2014"/>
                </a:lnTo>
                <a:lnTo>
                  <a:pt x="11053" y="1737"/>
                </a:lnTo>
                <a:lnTo>
                  <a:pt x="10737" y="1461"/>
                </a:lnTo>
                <a:lnTo>
                  <a:pt x="10422" y="1224"/>
                </a:lnTo>
                <a:lnTo>
                  <a:pt x="10066" y="1027"/>
                </a:lnTo>
                <a:lnTo>
                  <a:pt x="9711" y="790"/>
                </a:lnTo>
                <a:lnTo>
                  <a:pt x="9356" y="632"/>
                </a:lnTo>
                <a:lnTo>
                  <a:pt x="9001" y="474"/>
                </a:lnTo>
                <a:lnTo>
                  <a:pt x="8606" y="316"/>
                </a:lnTo>
                <a:lnTo>
                  <a:pt x="8211" y="237"/>
                </a:lnTo>
                <a:lnTo>
                  <a:pt x="7816" y="119"/>
                </a:lnTo>
                <a:lnTo>
                  <a:pt x="7422" y="80"/>
                </a:lnTo>
                <a:lnTo>
                  <a:pt x="7027" y="40"/>
                </a:lnTo>
                <a:lnTo>
                  <a:pt x="6632" y="1"/>
                </a:lnTo>
                <a:close/>
              </a:path>
            </a:pathLst>
          </a:custGeom>
          <a:solidFill>
            <a:schemeClr val="lt2"/>
          </a:solidFill>
          <a:ln w="9525" cap="rnd" cmpd="sng">
            <a:solidFill>
              <a:srgbClr val="1B1A1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8"/>
          <p:cNvSpPr/>
          <p:nvPr/>
        </p:nvSpPr>
        <p:spPr>
          <a:xfrm rot="2700000">
            <a:off x="-127115" y="3700175"/>
            <a:ext cx="919380" cy="919380"/>
          </a:xfrm>
          <a:prstGeom prst="rect">
            <a:avLst/>
          </a:prstGeom>
          <a:solidFill>
            <a:schemeClr val="accent3"/>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38"/>
          <p:cNvGrpSpPr/>
          <p:nvPr/>
        </p:nvGrpSpPr>
        <p:grpSpPr>
          <a:xfrm rot="-800355">
            <a:off x="4247730" y="4666209"/>
            <a:ext cx="972795" cy="951738"/>
            <a:chOff x="4667475" y="1531525"/>
            <a:chExt cx="2710625" cy="2651950"/>
          </a:xfrm>
        </p:grpSpPr>
        <p:sp>
          <p:nvSpPr>
            <p:cNvPr id="833" name="Google Shape;833;p38"/>
            <p:cNvSpPr/>
            <p:nvPr/>
          </p:nvSpPr>
          <p:spPr>
            <a:xfrm>
              <a:off x="4741275" y="1531525"/>
              <a:ext cx="2636825" cy="2651950"/>
            </a:xfrm>
            <a:custGeom>
              <a:avLst/>
              <a:gdLst/>
              <a:ahLst/>
              <a:cxnLst/>
              <a:rect l="l" t="t" r="r" b="b"/>
              <a:pathLst>
                <a:path w="105473" h="106078" extrusionOk="0">
                  <a:moveTo>
                    <a:pt x="52775" y="0"/>
                  </a:moveTo>
                  <a:lnTo>
                    <a:pt x="50049" y="76"/>
                  </a:lnTo>
                  <a:lnTo>
                    <a:pt x="47323" y="228"/>
                  </a:lnTo>
                  <a:lnTo>
                    <a:pt x="44749" y="606"/>
                  </a:lnTo>
                  <a:lnTo>
                    <a:pt x="42099" y="1060"/>
                  </a:lnTo>
                  <a:lnTo>
                    <a:pt x="39600" y="1666"/>
                  </a:lnTo>
                  <a:lnTo>
                    <a:pt x="37026" y="2348"/>
                  </a:lnTo>
                  <a:lnTo>
                    <a:pt x="34603" y="3180"/>
                  </a:lnTo>
                  <a:lnTo>
                    <a:pt x="32180" y="4165"/>
                  </a:lnTo>
                  <a:lnTo>
                    <a:pt x="29909" y="5225"/>
                  </a:lnTo>
                  <a:lnTo>
                    <a:pt x="27637" y="6361"/>
                  </a:lnTo>
                  <a:lnTo>
                    <a:pt x="25366" y="7648"/>
                  </a:lnTo>
                  <a:lnTo>
                    <a:pt x="23246" y="9011"/>
                  </a:lnTo>
                  <a:lnTo>
                    <a:pt x="21201" y="10525"/>
                  </a:lnTo>
                  <a:lnTo>
                    <a:pt x="19233" y="12115"/>
                  </a:lnTo>
                  <a:lnTo>
                    <a:pt x="17264" y="13781"/>
                  </a:lnTo>
                  <a:lnTo>
                    <a:pt x="15447" y="15522"/>
                  </a:lnTo>
                  <a:lnTo>
                    <a:pt x="13705" y="17339"/>
                  </a:lnTo>
                  <a:lnTo>
                    <a:pt x="12040" y="19308"/>
                  </a:lnTo>
                  <a:lnTo>
                    <a:pt x="10450" y="21276"/>
                  </a:lnTo>
                  <a:lnTo>
                    <a:pt x="9011" y="23396"/>
                  </a:lnTo>
                  <a:lnTo>
                    <a:pt x="7648" y="25516"/>
                  </a:lnTo>
                  <a:lnTo>
                    <a:pt x="6361" y="27712"/>
                  </a:lnTo>
                  <a:lnTo>
                    <a:pt x="5225" y="30059"/>
                  </a:lnTo>
                  <a:lnTo>
                    <a:pt x="4165" y="32407"/>
                  </a:lnTo>
                  <a:lnTo>
                    <a:pt x="3181" y="34829"/>
                  </a:lnTo>
                  <a:lnTo>
                    <a:pt x="2348" y="37252"/>
                  </a:lnTo>
                  <a:lnTo>
                    <a:pt x="1667" y="39751"/>
                  </a:lnTo>
                  <a:lnTo>
                    <a:pt x="1061" y="42325"/>
                  </a:lnTo>
                  <a:lnTo>
                    <a:pt x="607" y="44975"/>
                  </a:lnTo>
                  <a:lnTo>
                    <a:pt x="304" y="47625"/>
                  </a:lnTo>
                  <a:lnTo>
                    <a:pt x="77" y="50275"/>
                  </a:lnTo>
                  <a:lnTo>
                    <a:pt x="1" y="53077"/>
                  </a:lnTo>
                  <a:lnTo>
                    <a:pt x="77" y="55803"/>
                  </a:lnTo>
                  <a:lnTo>
                    <a:pt x="304" y="58453"/>
                  </a:lnTo>
                  <a:lnTo>
                    <a:pt x="607" y="61103"/>
                  </a:lnTo>
                  <a:lnTo>
                    <a:pt x="1061" y="63753"/>
                  </a:lnTo>
                  <a:lnTo>
                    <a:pt x="1667" y="66327"/>
                  </a:lnTo>
                  <a:lnTo>
                    <a:pt x="2348" y="68826"/>
                  </a:lnTo>
                  <a:lnTo>
                    <a:pt x="3181" y="71249"/>
                  </a:lnTo>
                  <a:lnTo>
                    <a:pt x="4165" y="73671"/>
                  </a:lnTo>
                  <a:lnTo>
                    <a:pt x="5225" y="76019"/>
                  </a:lnTo>
                  <a:lnTo>
                    <a:pt x="6361" y="78366"/>
                  </a:lnTo>
                  <a:lnTo>
                    <a:pt x="7648" y="80562"/>
                  </a:lnTo>
                  <a:lnTo>
                    <a:pt x="9011" y="82682"/>
                  </a:lnTo>
                  <a:lnTo>
                    <a:pt x="10450" y="84802"/>
                  </a:lnTo>
                  <a:lnTo>
                    <a:pt x="12040" y="86770"/>
                  </a:lnTo>
                  <a:lnTo>
                    <a:pt x="13705" y="88739"/>
                  </a:lnTo>
                  <a:lnTo>
                    <a:pt x="15447" y="90556"/>
                  </a:lnTo>
                  <a:lnTo>
                    <a:pt x="17264" y="92297"/>
                  </a:lnTo>
                  <a:lnTo>
                    <a:pt x="19233" y="93963"/>
                  </a:lnTo>
                  <a:lnTo>
                    <a:pt x="21201" y="95553"/>
                  </a:lnTo>
                  <a:lnTo>
                    <a:pt x="23246" y="97067"/>
                  </a:lnTo>
                  <a:lnTo>
                    <a:pt x="25366" y="98430"/>
                  </a:lnTo>
                  <a:lnTo>
                    <a:pt x="27637" y="99717"/>
                  </a:lnTo>
                  <a:lnTo>
                    <a:pt x="29909" y="100853"/>
                  </a:lnTo>
                  <a:lnTo>
                    <a:pt x="32180" y="101913"/>
                  </a:lnTo>
                  <a:lnTo>
                    <a:pt x="34603" y="102898"/>
                  </a:lnTo>
                  <a:lnTo>
                    <a:pt x="37026" y="103730"/>
                  </a:lnTo>
                  <a:lnTo>
                    <a:pt x="39600" y="104412"/>
                  </a:lnTo>
                  <a:lnTo>
                    <a:pt x="42099" y="105018"/>
                  </a:lnTo>
                  <a:lnTo>
                    <a:pt x="44749" y="105472"/>
                  </a:lnTo>
                  <a:lnTo>
                    <a:pt x="47323" y="105850"/>
                  </a:lnTo>
                  <a:lnTo>
                    <a:pt x="50049" y="106002"/>
                  </a:lnTo>
                  <a:lnTo>
                    <a:pt x="52775" y="106078"/>
                  </a:lnTo>
                  <a:lnTo>
                    <a:pt x="55425" y="106002"/>
                  </a:lnTo>
                  <a:lnTo>
                    <a:pt x="58150" y="105850"/>
                  </a:lnTo>
                  <a:lnTo>
                    <a:pt x="60800" y="105472"/>
                  </a:lnTo>
                  <a:lnTo>
                    <a:pt x="63375" y="105018"/>
                  </a:lnTo>
                  <a:lnTo>
                    <a:pt x="65949" y="104412"/>
                  </a:lnTo>
                  <a:lnTo>
                    <a:pt x="68448" y="103730"/>
                  </a:lnTo>
                  <a:lnTo>
                    <a:pt x="70871" y="102898"/>
                  </a:lnTo>
                  <a:lnTo>
                    <a:pt x="73294" y="101913"/>
                  </a:lnTo>
                  <a:lnTo>
                    <a:pt x="75641" y="100853"/>
                  </a:lnTo>
                  <a:lnTo>
                    <a:pt x="77912" y="99717"/>
                  </a:lnTo>
                  <a:lnTo>
                    <a:pt x="80108" y="98430"/>
                  </a:lnTo>
                  <a:lnTo>
                    <a:pt x="82228" y="97067"/>
                  </a:lnTo>
                  <a:lnTo>
                    <a:pt x="84272" y="95553"/>
                  </a:lnTo>
                  <a:lnTo>
                    <a:pt x="86317" y="93963"/>
                  </a:lnTo>
                  <a:lnTo>
                    <a:pt x="88209" y="92297"/>
                  </a:lnTo>
                  <a:lnTo>
                    <a:pt x="90027" y="90556"/>
                  </a:lnTo>
                  <a:lnTo>
                    <a:pt x="91768" y="88739"/>
                  </a:lnTo>
                  <a:lnTo>
                    <a:pt x="93434" y="86770"/>
                  </a:lnTo>
                  <a:lnTo>
                    <a:pt x="95024" y="84802"/>
                  </a:lnTo>
                  <a:lnTo>
                    <a:pt x="96462" y="82682"/>
                  </a:lnTo>
                  <a:lnTo>
                    <a:pt x="97825" y="80562"/>
                  </a:lnTo>
                  <a:lnTo>
                    <a:pt x="99112" y="78366"/>
                  </a:lnTo>
                  <a:lnTo>
                    <a:pt x="100248" y="76019"/>
                  </a:lnTo>
                  <a:lnTo>
                    <a:pt x="101308" y="73671"/>
                  </a:lnTo>
                  <a:lnTo>
                    <a:pt x="102293" y="71249"/>
                  </a:lnTo>
                  <a:lnTo>
                    <a:pt x="103125" y="68826"/>
                  </a:lnTo>
                  <a:lnTo>
                    <a:pt x="103807" y="66327"/>
                  </a:lnTo>
                  <a:lnTo>
                    <a:pt x="104413" y="63753"/>
                  </a:lnTo>
                  <a:lnTo>
                    <a:pt x="104867" y="61103"/>
                  </a:lnTo>
                  <a:lnTo>
                    <a:pt x="105170" y="58453"/>
                  </a:lnTo>
                  <a:lnTo>
                    <a:pt x="105397" y="55803"/>
                  </a:lnTo>
                  <a:lnTo>
                    <a:pt x="105473" y="53077"/>
                  </a:lnTo>
                  <a:lnTo>
                    <a:pt x="105397" y="50275"/>
                  </a:lnTo>
                  <a:lnTo>
                    <a:pt x="105170" y="47625"/>
                  </a:lnTo>
                  <a:lnTo>
                    <a:pt x="104867" y="44975"/>
                  </a:lnTo>
                  <a:lnTo>
                    <a:pt x="104413" y="42325"/>
                  </a:lnTo>
                  <a:lnTo>
                    <a:pt x="103807" y="39751"/>
                  </a:lnTo>
                  <a:lnTo>
                    <a:pt x="103125" y="37252"/>
                  </a:lnTo>
                  <a:lnTo>
                    <a:pt x="102293" y="34829"/>
                  </a:lnTo>
                  <a:lnTo>
                    <a:pt x="101308" y="32407"/>
                  </a:lnTo>
                  <a:lnTo>
                    <a:pt x="100248" y="30059"/>
                  </a:lnTo>
                  <a:lnTo>
                    <a:pt x="99112" y="27712"/>
                  </a:lnTo>
                  <a:lnTo>
                    <a:pt x="97825" y="25516"/>
                  </a:lnTo>
                  <a:lnTo>
                    <a:pt x="96462" y="23396"/>
                  </a:lnTo>
                  <a:lnTo>
                    <a:pt x="95024" y="21276"/>
                  </a:lnTo>
                  <a:lnTo>
                    <a:pt x="93434" y="19308"/>
                  </a:lnTo>
                  <a:lnTo>
                    <a:pt x="91768" y="17339"/>
                  </a:lnTo>
                  <a:lnTo>
                    <a:pt x="90027" y="15522"/>
                  </a:lnTo>
                  <a:lnTo>
                    <a:pt x="88209" y="13781"/>
                  </a:lnTo>
                  <a:lnTo>
                    <a:pt x="86317" y="12115"/>
                  </a:lnTo>
                  <a:lnTo>
                    <a:pt x="84272" y="10525"/>
                  </a:lnTo>
                  <a:lnTo>
                    <a:pt x="82228" y="9011"/>
                  </a:lnTo>
                  <a:lnTo>
                    <a:pt x="80108" y="7648"/>
                  </a:lnTo>
                  <a:lnTo>
                    <a:pt x="77912" y="6361"/>
                  </a:lnTo>
                  <a:lnTo>
                    <a:pt x="75641" y="5225"/>
                  </a:lnTo>
                  <a:lnTo>
                    <a:pt x="73294" y="4165"/>
                  </a:lnTo>
                  <a:lnTo>
                    <a:pt x="70871" y="3180"/>
                  </a:lnTo>
                  <a:lnTo>
                    <a:pt x="68448" y="2348"/>
                  </a:lnTo>
                  <a:lnTo>
                    <a:pt x="65949" y="1666"/>
                  </a:lnTo>
                  <a:lnTo>
                    <a:pt x="63375" y="1060"/>
                  </a:lnTo>
                  <a:lnTo>
                    <a:pt x="60800" y="606"/>
                  </a:lnTo>
                  <a:lnTo>
                    <a:pt x="58150" y="228"/>
                  </a:lnTo>
                  <a:lnTo>
                    <a:pt x="55425" y="76"/>
                  </a:lnTo>
                  <a:lnTo>
                    <a:pt x="52775"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8"/>
            <p:cNvSpPr/>
            <p:nvPr/>
          </p:nvSpPr>
          <p:spPr>
            <a:xfrm>
              <a:off x="4667475" y="1531525"/>
              <a:ext cx="2636800" cy="2651950"/>
            </a:xfrm>
            <a:custGeom>
              <a:avLst/>
              <a:gdLst/>
              <a:ahLst/>
              <a:cxnLst/>
              <a:rect l="l" t="t" r="r" b="b"/>
              <a:pathLst>
                <a:path w="105472" h="106078" extrusionOk="0">
                  <a:moveTo>
                    <a:pt x="52698" y="0"/>
                  </a:moveTo>
                  <a:lnTo>
                    <a:pt x="49972" y="76"/>
                  </a:lnTo>
                  <a:lnTo>
                    <a:pt x="47322" y="228"/>
                  </a:lnTo>
                  <a:lnTo>
                    <a:pt x="44672" y="606"/>
                  </a:lnTo>
                  <a:lnTo>
                    <a:pt x="42098" y="1060"/>
                  </a:lnTo>
                  <a:lnTo>
                    <a:pt x="39524" y="1666"/>
                  </a:lnTo>
                  <a:lnTo>
                    <a:pt x="37025" y="2348"/>
                  </a:lnTo>
                  <a:lnTo>
                    <a:pt x="34602" y="3180"/>
                  </a:lnTo>
                  <a:lnTo>
                    <a:pt x="32179" y="4165"/>
                  </a:lnTo>
                  <a:lnTo>
                    <a:pt x="29832" y="5225"/>
                  </a:lnTo>
                  <a:lnTo>
                    <a:pt x="27561" y="6361"/>
                  </a:lnTo>
                  <a:lnTo>
                    <a:pt x="25365" y="7648"/>
                  </a:lnTo>
                  <a:lnTo>
                    <a:pt x="23245" y="9011"/>
                  </a:lnTo>
                  <a:lnTo>
                    <a:pt x="21200" y="10525"/>
                  </a:lnTo>
                  <a:lnTo>
                    <a:pt x="19156" y="12115"/>
                  </a:lnTo>
                  <a:lnTo>
                    <a:pt x="17263" y="13781"/>
                  </a:lnTo>
                  <a:lnTo>
                    <a:pt x="15446" y="15522"/>
                  </a:lnTo>
                  <a:lnTo>
                    <a:pt x="13705" y="17339"/>
                  </a:lnTo>
                  <a:lnTo>
                    <a:pt x="12039" y="19308"/>
                  </a:lnTo>
                  <a:lnTo>
                    <a:pt x="10449" y="21276"/>
                  </a:lnTo>
                  <a:lnTo>
                    <a:pt x="9010" y="23396"/>
                  </a:lnTo>
                  <a:lnTo>
                    <a:pt x="7647" y="25516"/>
                  </a:lnTo>
                  <a:lnTo>
                    <a:pt x="6360" y="27712"/>
                  </a:lnTo>
                  <a:lnTo>
                    <a:pt x="5224" y="30059"/>
                  </a:lnTo>
                  <a:lnTo>
                    <a:pt x="4164" y="32407"/>
                  </a:lnTo>
                  <a:lnTo>
                    <a:pt x="3180" y="34829"/>
                  </a:lnTo>
                  <a:lnTo>
                    <a:pt x="2347" y="37252"/>
                  </a:lnTo>
                  <a:lnTo>
                    <a:pt x="1666" y="39751"/>
                  </a:lnTo>
                  <a:lnTo>
                    <a:pt x="1060" y="42325"/>
                  </a:lnTo>
                  <a:lnTo>
                    <a:pt x="606" y="44975"/>
                  </a:lnTo>
                  <a:lnTo>
                    <a:pt x="227" y="47625"/>
                  </a:lnTo>
                  <a:lnTo>
                    <a:pt x="76" y="50275"/>
                  </a:lnTo>
                  <a:lnTo>
                    <a:pt x="0" y="53077"/>
                  </a:lnTo>
                  <a:lnTo>
                    <a:pt x="76" y="55803"/>
                  </a:lnTo>
                  <a:lnTo>
                    <a:pt x="227" y="58453"/>
                  </a:lnTo>
                  <a:lnTo>
                    <a:pt x="606" y="61103"/>
                  </a:lnTo>
                  <a:lnTo>
                    <a:pt x="1060" y="63753"/>
                  </a:lnTo>
                  <a:lnTo>
                    <a:pt x="1666" y="66327"/>
                  </a:lnTo>
                  <a:lnTo>
                    <a:pt x="2347" y="68826"/>
                  </a:lnTo>
                  <a:lnTo>
                    <a:pt x="3180" y="71249"/>
                  </a:lnTo>
                  <a:lnTo>
                    <a:pt x="4164" y="73671"/>
                  </a:lnTo>
                  <a:lnTo>
                    <a:pt x="5224" y="76019"/>
                  </a:lnTo>
                  <a:lnTo>
                    <a:pt x="6360" y="78366"/>
                  </a:lnTo>
                  <a:lnTo>
                    <a:pt x="7647" y="80562"/>
                  </a:lnTo>
                  <a:lnTo>
                    <a:pt x="9010" y="82682"/>
                  </a:lnTo>
                  <a:lnTo>
                    <a:pt x="10449" y="84802"/>
                  </a:lnTo>
                  <a:lnTo>
                    <a:pt x="12039" y="86770"/>
                  </a:lnTo>
                  <a:lnTo>
                    <a:pt x="13705" y="88739"/>
                  </a:lnTo>
                  <a:lnTo>
                    <a:pt x="15446" y="90556"/>
                  </a:lnTo>
                  <a:lnTo>
                    <a:pt x="17263" y="92297"/>
                  </a:lnTo>
                  <a:lnTo>
                    <a:pt x="19156" y="93963"/>
                  </a:lnTo>
                  <a:lnTo>
                    <a:pt x="21200" y="95553"/>
                  </a:lnTo>
                  <a:lnTo>
                    <a:pt x="23245" y="97067"/>
                  </a:lnTo>
                  <a:lnTo>
                    <a:pt x="25365" y="98430"/>
                  </a:lnTo>
                  <a:lnTo>
                    <a:pt x="27561" y="99717"/>
                  </a:lnTo>
                  <a:lnTo>
                    <a:pt x="29832" y="100853"/>
                  </a:lnTo>
                  <a:lnTo>
                    <a:pt x="32179" y="101913"/>
                  </a:lnTo>
                  <a:lnTo>
                    <a:pt x="34602" y="102898"/>
                  </a:lnTo>
                  <a:lnTo>
                    <a:pt x="37025" y="103730"/>
                  </a:lnTo>
                  <a:lnTo>
                    <a:pt x="39524" y="104412"/>
                  </a:lnTo>
                  <a:lnTo>
                    <a:pt x="42098" y="105018"/>
                  </a:lnTo>
                  <a:lnTo>
                    <a:pt x="44672" y="105472"/>
                  </a:lnTo>
                  <a:lnTo>
                    <a:pt x="47322" y="105850"/>
                  </a:lnTo>
                  <a:lnTo>
                    <a:pt x="49972" y="106002"/>
                  </a:lnTo>
                  <a:lnTo>
                    <a:pt x="52698" y="106078"/>
                  </a:lnTo>
                  <a:lnTo>
                    <a:pt x="55424" y="106002"/>
                  </a:lnTo>
                  <a:lnTo>
                    <a:pt x="58074" y="105850"/>
                  </a:lnTo>
                  <a:lnTo>
                    <a:pt x="60724" y="105472"/>
                  </a:lnTo>
                  <a:lnTo>
                    <a:pt x="63374" y="105018"/>
                  </a:lnTo>
                  <a:lnTo>
                    <a:pt x="65873" y="104412"/>
                  </a:lnTo>
                  <a:lnTo>
                    <a:pt x="68371" y="103730"/>
                  </a:lnTo>
                  <a:lnTo>
                    <a:pt x="70870" y="102898"/>
                  </a:lnTo>
                  <a:lnTo>
                    <a:pt x="73217" y="101913"/>
                  </a:lnTo>
                  <a:lnTo>
                    <a:pt x="75564" y="100853"/>
                  </a:lnTo>
                  <a:lnTo>
                    <a:pt x="77836" y="99717"/>
                  </a:lnTo>
                  <a:lnTo>
                    <a:pt x="80031" y="98430"/>
                  </a:lnTo>
                  <a:lnTo>
                    <a:pt x="82227" y="97067"/>
                  </a:lnTo>
                  <a:lnTo>
                    <a:pt x="84271" y="95553"/>
                  </a:lnTo>
                  <a:lnTo>
                    <a:pt x="86240" y="93963"/>
                  </a:lnTo>
                  <a:lnTo>
                    <a:pt x="88209" y="92297"/>
                  </a:lnTo>
                  <a:lnTo>
                    <a:pt x="90026" y="90556"/>
                  </a:lnTo>
                  <a:lnTo>
                    <a:pt x="91767" y="88739"/>
                  </a:lnTo>
                  <a:lnTo>
                    <a:pt x="93433" y="86770"/>
                  </a:lnTo>
                  <a:lnTo>
                    <a:pt x="94947" y="84802"/>
                  </a:lnTo>
                  <a:lnTo>
                    <a:pt x="96462" y="82682"/>
                  </a:lnTo>
                  <a:lnTo>
                    <a:pt x="97824" y="80562"/>
                  </a:lnTo>
                  <a:lnTo>
                    <a:pt x="99112" y="78366"/>
                  </a:lnTo>
                  <a:lnTo>
                    <a:pt x="100247" y="76019"/>
                  </a:lnTo>
                  <a:lnTo>
                    <a:pt x="101307" y="73671"/>
                  </a:lnTo>
                  <a:lnTo>
                    <a:pt x="102292" y="71249"/>
                  </a:lnTo>
                  <a:lnTo>
                    <a:pt x="103049" y="68826"/>
                  </a:lnTo>
                  <a:lnTo>
                    <a:pt x="103806" y="66327"/>
                  </a:lnTo>
                  <a:lnTo>
                    <a:pt x="104412" y="63753"/>
                  </a:lnTo>
                  <a:lnTo>
                    <a:pt x="104866" y="61103"/>
                  </a:lnTo>
                  <a:lnTo>
                    <a:pt x="105169" y="58453"/>
                  </a:lnTo>
                  <a:lnTo>
                    <a:pt x="105396" y="55803"/>
                  </a:lnTo>
                  <a:lnTo>
                    <a:pt x="105472" y="53077"/>
                  </a:lnTo>
                  <a:lnTo>
                    <a:pt x="105396" y="50275"/>
                  </a:lnTo>
                  <a:lnTo>
                    <a:pt x="105169" y="47625"/>
                  </a:lnTo>
                  <a:lnTo>
                    <a:pt x="104866" y="44975"/>
                  </a:lnTo>
                  <a:lnTo>
                    <a:pt x="104412" y="42325"/>
                  </a:lnTo>
                  <a:lnTo>
                    <a:pt x="103806" y="39751"/>
                  </a:lnTo>
                  <a:lnTo>
                    <a:pt x="103049" y="37252"/>
                  </a:lnTo>
                  <a:lnTo>
                    <a:pt x="102292" y="34829"/>
                  </a:lnTo>
                  <a:lnTo>
                    <a:pt x="101307" y="32407"/>
                  </a:lnTo>
                  <a:lnTo>
                    <a:pt x="100247" y="30059"/>
                  </a:lnTo>
                  <a:lnTo>
                    <a:pt x="99112" y="27712"/>
                  </a:lnTo>
                  <a:lnTo>
                    <a:pt x="97824" y="25516"/>
                  </a:lnTo>
                  <a:lnTo>
                    <a:pt x="96462" y="23396"/>
                  </a:lnTo>
                  <a:lnTo>
                    <a:pt x="94947" y="21276"/>
                  </a:lnTo>
                  <a:lnTo>
                    <a:pt x="93433" y="19308"/>
                  </a:lnTo>
                  <a:lnTo>
                    <a:pt x="91767" y="17339"/>
                  </a:lnTo>
                  <a:lnTo>
                    <a:pt x="90026" y="15522"/>
                  </a:lnTo>
                  <a:lnTo>
                    <a:pt x="88209" y="13781"/>
                  </a:lnTo>
                  <a:lnTo>
                    <a:pt x="86240" y="12115"/>
                  </a:lnTo>
                  <a:lnTo>
                    <a:pt x="84271" y="10525"/>
                  </a:lnTo>
                  <a:lnTo>
                    <a:pt x="82227" y="9011"/>
                  </a:lnTo>
                  <a:lnTo>
                    <a:pt x="80031" y="7648"/>
                  </a:lnTo>
                  <a:lnTo>
                    <a:pt x="77836" y="6361"/>
                  </a:lnTo>
                  <a:lnTo>
                    <a:pt x="75564" y="5225"/>
                  </a:lnTo>
                  <a:lnTo>
                    <a:pt x="73217" y="4165"/>
                  </a:lnTo>
                  <a:lnTo>
                    <a:pt x="70870" y="3180"/>
                  </a:lnTo>
                  <a:lnTo>
                    <a:pt x="68371" y="2348"/>
                  </a:lnTo>
                  <a:lnTo>
                    <a:pt x="65873" y="1666"/>
                  </a:lnTo>
                  <a:lnTo>
                    <a:pt x="63374" y="1060"/>
                  </a:lnTo>
                  <a:lnTo>
                    <a:pt x="60724" y="606"/>
                  </a:lnTo>
                  <a:lnTo>
                    <a:pt x="58074" y="228"/>
                  </a:lnTo>
                  <a:lnTo>
                    <a:pt x="55424" y="76"/>
                  </a:lnTo>
                  <a:lnTo>
                    <a:pt x="52698"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8"/>
            <p:cNvSpPr/>
            <p:nvPr/>
          </p:nvSpPr>
          <p:spPr>
            <a:xfrm>
              <a:off x="4898400" y="1764350"/>
              <a:ext cx="2173050" cy="2186300"/>
            </a:xfrm>
            <a:custGeom>
              <a:avLst/>
              <a:gdLst/>
              <a:ahLst/>
              <a:cxnLst/>
              <a:rect l="l" t="t" r="r" b="b"/>
              <a:pathLst>
                <a:path w="86922" h="87452" extrusionOk="0">
                  <a:moveTo>
                    <a:pt x="43461" y="0"/>
                  </a:moveTo>
                  <a:lnTo>
                    <a:pt x="41265" y="76"/>
                  </a:lnTo>
                  <a:lnTo>
                    <a:pt x="39070" y="228"/>
                  </a:lnTo>
                  <a:lnTo>
                    <a:pt x="36874" y="530"/>
                  </a:lnTo>
                  <a:lnTo>
                    <a:pt x="34754" y="909"/>
                  </a:lnTo>
                  <a:lnTo>
                    <a:pt x="32634" y="1363"/>
                  </a:lnTo>
                  <a:lnTo>
                    <a:pt x="30589" y="1969"/>
                  </a:lnTo>
                  <a:lnTo>
                    <a:pt x="28545" y="2650"/>
                  </a:lnTo>
                  <a:lnTo>
                    <a:pt x="26576" y="3408"/>
                  </a:lnTo>
                  <a:lnTo>
                    <a:pt x="24608" y="4316"/>
                  </a:lnTo>
                  <a:lnTo>
                    <a:pt x="22791" y="5300"/>
                  </a:lnTo>
                  <a:lnTo>
                    <a:pt x="20974" y="6361"/>
                  </a:lnTo>
                  <a:lnTo>
                    <a:pt x="19156" y="7496"/>
                  </a:lnTo>
                  <a:lnTo>
                    <a:pt x="17491" y="8708"/>
                  </a:lnTo>
                  <a:lnTo>
                    <a:pt x="15825" y="9995"/>
                  </a:lnTo>
                  <a:lnTo>
                    <a:pt x="14235" y="11358"/>
                  </a:lnTo>
                  <a:lnTo>
                    <a:pt x="12721" y="12796"/>
                  </a:lnTo>
                  <a:lnTo>
                    <a:pt x="11282" y="14311"/>
                  </a:lnTo>
                  <a:lnTo>
                    <a:pt x="9919" y="15901"/>
                  </a:lnTo>
                  <a:lnTo>
                    <a:pt x="8632" y="17566"/>
                  </a:lnTo>
                  <a:lnTo>
                    <a:pt x="7420" y="19308"/>
                  </a:lnTo>
                  <a:lnTo>
                    <a:pt x="6285" y="21049"/>
                  </a:lnTo>
                  <a:lnTo>
                    <a:pt x="5300" y="22866"/>
                  </a:lnTo>
                  <a:lnTo>
                    <a:pt x="4316" y="24759"/>
                  </a:lnTo>
                  <a:lnTo>
                    <a:pt x="3408" y="26728"/>
                  </a:lnTo>
                  <a:lnTo>
                    <a:pt x="2650" y="28697"/>
                  </a:lnTo>
                  <a:lnTo>
                    <a:pt x="1969" y="30741"/>
                  </a:lnTo>
                  <a:lnTo>
                    <a:pt x="1363" y="32785"/>
                  </a:lnTo>
                  <a:lnTo>
                    <a:pt x="909" y="34905"/>
                  </a:lnTo>
                  <a:lnTo>
                    <a:pt x="530" y="37101"/>
                  </a:lnTo>
                  <a:lnTo>
                    <a:pt x="228" y="39221"/>
                  </a:lnTo>
                  <a:lnTo>
                    <a:pt x="76" y="41492"/>
                  </a:lnTo>
                  <a:lnTo>
                    <a:pt x="0" y="43764"/>
                  </a:lnTo>
                  <a:lnTo>
                    <a:pt x="76" y="45960"/>
                  </a:lnTo>
                  <a:lnTo>
                    <a:pt x="228" y="48231"/>
                  </a:lnTo>
                  <a:lnTo>
                    <a:pt x="530" y="50351"/>
                  </a:lnTo>
                  <a:lnTo>
                    <a:pt x="909" y="52547"/>
                  </a:lnTo>
                  <a:lnTo>
                    <a:pt x="1363" y="54667"/>
                  </a:lnTo>
                  <a:lnTo>
                    <a:pt x="1969" y="56711"/>
                  </a:lnTo>
                  <a:lnTo>
                    <a:pt x="2650" y="58755"/>
                  </a:lnTo>
                  <a:lnTo>
                    <a:pt x="3408" y="60724"/>
                  </a:lnTo>
                  <a:lnTo>
                    <a:pt x="4316" y="62693"/>
                  </a:lnTo>
                  <a:lnTo>
                    <a:pt x="5300" y="64586"/>
                  </a:lnTo>
                  <a:lnTo>
                    <a:pt x="6285" y="66403"/>
                  </a:lnTo>
                  <a:lnTo>
                    <a:pt x="7420" y="68144"/>
                  </a:lnTo>
                  <a:lnTo>
                    <a:pt x="8632" y="69886"/>
                  </a:lnTo>
                  <a:lnTo>
                    <a:pt x="9919" y="71551"/>
                  </a:lnTo>
                  <a:lnTo>
                    <a:pt x="11282" y="73141"/>
                  </a:lnTo>
                  <a:lnTo>
                    <a:pt x="12721" y="74656"/>
                  </a:lnTo>
                  <a:lnTo>
                    <a:pt x="14235" y="76094"/>
                  </a:lnTo>
                  <a:lnTo>
                    <a:pt x="15825" y="77457"/>
                  </a:lnTo>
                  <a:lnTo>
                    <a:pt x="17491" y="78744"/>
                  </a:lnTo>
                  <a:lnTo>
                    <a:pt x="19156" y="79956"/>
                  </a:lnTo>
                  <a:lnTo>
                    <a:pt x="20974" y="81092"/>
                  </a:lnTo>
                  <a:lnTo>
                    <a:pt x="22791" y="82152"/>
                  </a:lnTo>
                  <a:lnTo>
                    <a:pt x="24608" y="83136"/>
                  </a:lnTo>
                  <a:lnTo>
                    <a:pt x="26576" y="84044"/>
                  </a:lnTo>
                  <a:lnTo>
                    <a:pt x="28545" y="84802"/>
                  </a:lnTo>
                  <a:lnTo>
                    <a:pt x="30589" y="85483"/>
                  </a:lnTo>
                  <a:lnTo>
                    <a:pt x="32634" y="86089"/>
                  </a:lnTo>
                  <a:lnTo>
                    <a:pt x="34754" y="86543"/>
                  </a:lnTo>
                  <a:lnTo>
                    <a:pt x="36874" y="86922"/>
                  </a:lnTo>
                  <a:lnTo>
                    <a:pt x="39070" y="87224"/>
                  </a:lnTo>
                  <a:lnTo>
                    <a:pt x="41265" y="87376"/>
                  </a:lnTo>
                  <a:lnTo>
                    <a:pt x="43461" y="87452"/>
                  </a:lnTo>
                  <a:lnTo>
                    <a:pt x="45732" y="87376"/>
                  </a:lnTo>
                  <a:lnTo>
                    <a:pt x="47928" y="87224"/>
                  </a:lnTo>
                  <a:lnTo>
                    <a:pt x="50124" y="86922"/>
                  </a:lnTo>
                  <a:lnTo>
                    <a:pt x="52244" y="86543"/>
                  </a:lnTo>
                  <a:lnTo>
                    <a:pt x="54364" y="86089"/>
                  </a:lnTo>
                  <a:lnTo>
                    <a:pt x="56408" y="85483"/>
                  </a:lnTo>
                  <a:lnTo>
                    <a:pt x="58453" y="84802"/>
                  </a:lnTo>
                  <a:lnTo>
                    <a:pt x="60421" y="84044"/>
                  </a:lnTo>
                  <a:lnTo>
                    <a:pt x="62314" y="83136"/>
                  </a:lnTo>
                  <a:lnTo>
                    <a:pt x="64207" y="82152"/>
                  </a:lnTo>
                  <a:lnTo>
                    <a:pt x="66024" y="81092"/>
                  </a:lnTo>
                  <a:lnTo>
                    <a:pt x="67766" y="79956"/>
                  </a:lnTo>
                  <a:lnTo>
                    <a:pt x="69507" y="78744"/>
                  </a:lnTo>
                  <a:lnTo>
                    <a:pt x="71097" y="77457"/>
                  </a:lnTo>
                  <a:lnTo>
                    <a:pt x="72687" y="76094"/>
                  </a:lnTo>
                  <a:lnTo>
                    <a:pt x="74201" y="74656"/>
                  </a:lnTo>
                  <a:lnTo>
                    <a:pt x="75640" y="73141"/>
                  </a:lnTo>
                  <a:lnTo>
                    <a:pt x="77003" y="71551"/>
                  </a:lnTo>
                  <a:lnTo>
                    <a:pt x="78290" y="69886"/>
                  </a:lnTo>
                  <a:lnTo>
                    <a:pt x="79502" y="68144"/>
                  </a:lnTo>
                  <a:lnTo>
                    <a:pt x="80637" y="66403"/>
                  </a:lnTo>
                  <a:lnTo>
                    <a:pt x="81697" y="64586"/>
                  </a:lnTo>
                  <a:lnTo>
                    <a:pt x="82682" y="62693"/>
                  </a:lnTo>
                  <a:lnTo>
                    <a:pt x="83514" y="60724"/>
                  </a:lnTo>
                  <a:lnTo>
                    <a:pt x="84272" y="58755"/>
                  </a:lnTo>
                  <a:lnTo>
                    <a:pt x="84953" y="56711"/>
                  </a:lnTo>
                  <a:lnTo>
                    <a:pt x="85559" y="54667"/>
                  </a:lnTo>
                  <a:lnTo>
                    <a:pt x="86089" y="52547"/>
                  </a:lnTo>
                  <a:lnTo>
                    <a:pt x="86467" y="50351"/>
                  </a:lnTo>
                  <a:lnTo>
                    <a:pt x="86695" y="48231"/>
                  </a:lnTo>
                  <a:lnTo>
                    <a:pt x="86846" y="45960"/>
                  </a:lnTo>
                  <a:lnTo>
                    <a:pt x="86922" y="43764"/>
                  </a:lnTo>
                  <a:lnTo>
                    <a:pt x="86846" y="41492"/>
                  </a:lnTo>
                  <a:lnTo>
                    <a:pt x="86695" y="39221"/>
                  </a:lnTo>
                  <a:lnTo>
                    <a:pt x="86467" y="37101"/>
                  </a:lnTo>
                  <a:lnTo>
                    <a:pt x="86089" y="34905"/>
                  </a:lnTo>
                  <a:lnTo>
                    <a:pt x="85559" y="32785"/>
                  </a:lnTo>
                  <a:lnTo>
                    <a:pt x="84953" y="30741"/>
                  </a:lnTo>
                  <a:lnTo>
                    <a:pt x="84272" y="28697"/>
                  </a:lnTo>
                  <a:lnTo>
                    <a:pt x="83514" y="26728"/>
                  </a:lnTo>
                  <a:lnTo>
                    <a:pt x="82682" y="24759"/>
                  </a:lnTo>
                  <a:lnTo>
                    <a:pt x="81697" y="22866"/>
                  </a:lnTo>
                  <a:lnTo>
                    <a:pt x="80637" y="21049"/>
                  </a:lnTo>
                  <a:lnTo>
                    <a:pt x="79502" y="19308"/>
                  </a:lnTo>
                  <a:lnTo>
                    <a:pt x="78290" y="17566"/>
                  </a:lnTo>
                  <a:lnTo>
                    <a:pt x="77003" y="15901"/>
                  </a:lnTo>
                  <a:lnTo>
                    <a:pt x="75640" y="14311"/>
                  </a:lnTo>
                  <a:lnTo>
                    <a:pt x="74201" y="12796"/>
                  </a:lnTo>
                  <a:lnTo>
                    <a:pt x="72687" y="11358"/>
                  </a:lnTo>
                  <a:lnTo>
                    <a:pt x="71097" y="9995"/>
                  </a:lnTo>
                  <a:lnTo>
                    <a:pt x="69507" y="8708"/>
                  </a:lnTo>
                  <a:lnTo>
                    <a:pt x="67766" y="7496"/>
                  </a:lnTo>
                  <a:lnTo>
                    <a:pt x="66024" y="6361"/>
                  </a:lnTo>
                  <a:lnTo>
                    <a:pt x="64207" y="5300"/>
                  </a:lnTo>
                  <a:lnTo>
                    <a:pt x="62314" y="4316"/>
                  </a:lnTo>
                  <a:lnTo>
                    <a:pt x="60421" y="3408"/>
                  </a:lnTo>
                  <a:lnTo>
                    <a:pt x="58453" y="2650"/>
                  </a:lnTo>
                  <a:lnTo>
                    <a:pt x="56408" y="1969"/>
                  </a:lnTo>
                  <a:lnTo>
                    <a:pt x="54364" y="1363"/>
                  </a:lnTo>
                  <a:lnTo>
                    <a:pt x="52244" y="909"/>
                  </a:lnTo>
                  <a:lnTo>
                    <a:pt x="50124" y="530"/>
                  </a:lnTo>
                  <a:lnTo>
                    <a:pt x="47928" y="228"/>
                  </a:lnTo>
                  <a:lnTo>
                    <a:pt x="45732" y="76"/>
                  </a:lnTo>
                  <a:lnTo>
                    <a:pt x="43461" y="0"/>
                  </a:lnTo>
                  <a:close/>
                </a:path>
              </a:pathLst>
            </a:custGeom>
            <a:solidFill>
              <a:srgbClr val="E5B900"/>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8"/>
            <p:cNvSpPr/>
            <p:nvPr/>
          </p:nvSpPr>
          <p:spPr>
            <a:xfrm>
              <a:off x="5538200" y="2177000"/>
              <a:ext cx="834775" cy="1402650"/>
            </a:xfrm>
            <a:custGeom>
              <a:avLst/>
              <a:gdLst/>
              <a:ahLst/>
              <a:cxnLst/>
              <a:rect l="l" t="t" r="r" b="b"/>
              <a:pathLst>
                <a:path w="33391" h="56106" extrusionOk="0">
                  <a:moveTo>
                    <a:pt x="13326" y="0"/>
                  </a:moveTo>
                  <a:lnTo>
                    <a:pt x="13326" y="8253"/>
                  </a:lnTo>
                  <a:lnTo>
                    <a:pt x="12115" y="8556"/>
                  </a:lnTo>
                  <a:lnTo>
                    <a:pt x="10979" y="8859"/>
                  </a:lnTo>
                  <a:lnTo>
                    <a:pt x="9843" y="9313"/>
                  </a:lnTo>
                  <a:lnTo>
                    <a:pt x="8783" y="9768"/>
                  </a:lnTo>
                  <a:lnTo>
                    <a:pt x="7875" y="10298"/>
                  </a:lnTo>
                  <a:lnTo>
                    <a:pt x="6966" y="10828"/>
                  </a:lnTo>
                  <a:lnTo>
                    <a:pt x="6133" y="11509"/>
                  </a:lnTo>
                  <a:lnTo>
                    <a:pt x="5376" y="12191"/>
                  </a:lnTo>
                  <a:lnTo>
                    <a:pt x="4695" y="12948"/>
                  </a:lnTo>
                  <a:lnTo>
                    <a:pt x="4089" y="13781"/>
                  </a:lnTo>
                  <a:lnTo>
                    <a:pt x="3559" y="14613"/>
                  </a:lnTo>
                  <a:lnTo>
                    <a:pt x="3180" y="15522"/>
                  </a:lnTo>
                  <a:lnTo>
                    <a:pt x="2802" y="16506"/>
                  </a:lnTo>
                  <a:lnTo>
                    <a:pt x="2575" y="17491"/>
                  </a:lnTo>
                  <a:lnTo>
                    <a:pt x="2423" y="18551"/>
                  </a:lnTo>
                  <a:lnTo>
                    <a:pt x="2423" y="19686"/>
                  </a:lnTo>
                  <a:lnTo>
                    <a:pt x="2499" y="20898"/>
                  </a:lnTo>
                  <a:lnTo>
                    <a:pt x="2650" y="22109"/>
                  </a:lnTo>
                  <a:lnTo>
                    <a:pt x="2877" y="23094"/>
                  </a:lnTo>
                  <a:lnTo>
                    <a:pt x="3256" y="24078"/>
                  </a:lnTo>
                  <a:lnTo>
                    <a:pt x="3786" y="24986"/>
                  </a:lnTo>
                  <a:lnTo>
                    <a:pt x="4316" y="25744"/>
                  </a:lnTo>
                  <a:lnTo>
                    <a:pt x="4922" y="26501"/>
                  </a:lnTo>
                  <a:lnTo>
                    <a:pt x="5603" y="27182"/>
                  </a:lnTo>
                  <a:lnTo>
                    <a:pt x="6360" y="27788"/>
                  </a:lnTo>
                  <a:lnTo>
                    <a:pt x="7193" y="28318"/>
                  </a:lnTo>
                  <a:lnTo>
                    <a:pt x="8026" y="28772"/>
                  </a:lnTo>
                  <a:lnTo>
                    <a:pt x="8935" y="29226"/>
                  </a:lnTo>
                  <a:lnTo>
                    <a:pt x="10752" y="29984"/>
                  </a:lnTo>
                  <a:lnTo>
                    <a:pt x="12720" y="30589"/>
                  </a:lnTo>
                  <a:lnTo>
                    <a:pt x="16506" y="31649"/>
                  </a:lnTo>
                  <a:lnTo>
                    <a:pt x="18172" y="32179"/>
                  </a:lnTo>
                  <a:lnTo>
                    <a:pt x="19762" y="32785"/>
                  </a:lnTo>
                  <a:lnTo>
                    <a:pt x="20443" y="33088"/>
                  </a:lnTo>
                  <a:lnTo>
                    <a:pt x="21049" y="33391"/>
                  </a:lnTo>
                  <a:lnTo>
                    <a:pt x="21655" y="33769"/>
                  </a:lnTo>
                  <a:lnTo>
                    <a:pt x="22109" y="34224"/>
                  </a:lnTo>
                  <a:lnTo>
                    <a:pt x="22488" y="34678"/>
                  </a:lnTo>
                  <a:lnTo>
                    <a:pt x="22715" y="35208"/>
                  </a:lnTo>
                  <a:lnTo>
                    <a:pt x="22942" y="35738"/>
                  </a:lnTo>
                  <a:lnTo>
                    <a:pt x="23018" y="36344"/>
                  </a:lnTo>
                  <a:lnTo>
                    <a:pt x="22942" y="36798"/>
                  </a:lnTo>
                  <a:lnTo>
                    <a:pt x="22866" y="37177"/>
                  </a:lnTo>
                  <a:lnTo>
                    <a:pt x="22791" y="37479"/>
                  </a:lnTo>
                  <a:lnTo>
                    <a:pt x="22639" y="37858"/>
                  </a:lnTo>
                  <a:lnTo>
                    <a:pt x="22412" y="38161"/>
                  </a:lnTo>
                  <a:lnTo>
                    <a:pt x="22185" y="38388"/>
                  </a:lnTo>
                  <a:lnTo>
                    <a:pt x="21655" y="38918"/>
                  </a:lnTo>
                  <a:lnTo>
                    <a:pt x="20898" y="39297"/>
                  </a:lnTo>
                  <a:lnTo>
                    <a:pt x="19989" y="39524"/>
                  </a:lnTo>
                  <a:lnTo>
                    <a:pt x="19005" y="39675"/>
                  </a:lnTo>
                  <a:lnTo>
                    <a:pt x="17945" y="39751"/>
                  </a:lnTo>
                  <a:lnTo>
                    <a:pt x="17112" y="39751"/>
                  </a:lnTo>
                  <a:lnTo>
                    <a:pt x="16279" y="39675"/>
                  </a:lnTo>
                  <a:lnTo>
                    <a:pt x="14538" y="39372"/>
                  </a:lnTo>
                  <a:lnTo>
                    <a:pt x="12720" y="38842"/>
                  </a:lnTo>
                  <a:lnTo>
                    <a:pt x="10903" y="38161"/>
                  </a:lnTo>
                  <a:lnTo>
                    <a:pt x="9010" y="37328"/>
                  </a:lnTo>
                  <a:lnTo>
                    <a:pt x="7193" y="36268"/>
                  </a:lnTo>
                  <a:lnTo>
                    <a:pt x="5452" y="35132"/>
                  </a:lnTo>
                  <a:lnTo>
                    <a:pt x="4619" y="34527"/>
                  </a:lnTo>
                  <a:lnTo>
                    <a:pt x="3862" y="33921"/>
                  </a:lnTo>
                  <a:lnTo>
                    <a:pt x="0" y="41568"/>
                  </a:lnTo>
                  <a:lnTo>
                    <a:pt x="1439" y="42628"/>
                  </a:lnTo>
                  <a:lnTo>
                    <a:pt x="2877" y="43612"/>
                  </a:lnTo>
                  <a:lnTo>
                    <a:pt x="4467" y="44521"/>
                  </a:lnTo>
                  <a:lnTo>
                    <a:pt x="6133" y="45278"/>
                  </a:lnTo>
                  <a:lnTo>
                    <a:pt x="7875" y="46035"/>
                  </a:lnTo>
                  <a:lnTo>
                    <a:pt x="9692" y="46565"/>
                  </a:lnTo>
                  <a:lnTo>
                    <a:pt x="11509" y="47095"/>
                  </a:lnTo>
                  <a:lnTo>
                    <a:pt x="13326" y="47398"/>
                  </a:lnTo>
                  <a:lnTo>
                    <a:pt x="13326" y="56105"/>
                  </a:lnTo>
                  <a:lnTo>
                    <a:pt x="20670" y="56105"/>
                  </a:lnTo>
                  <a:lnTo>
                    <a:pt x="20670" y="47625"/>
                  </a:lnTo>
                  <a:lnTo>
                    <a:pt x="22033" y="47474"/>
                  </a:lnTo>
                  <a:lnTo>
                    <a:pt x="23321" y="47171"/>
                  </a:lnTo>
                  <a:lnTo>
                    <a:pt x="24608" y="46868"/>
                  </a:lnTo>
                  <a:lnTo>
                    <a:pt x="25743" y="46414"/>
                  </a:lnTo>
                  <a:lnTo>
                    <a:pt x="26879" y="45960"/>
                  </a:lnTo>
                  <a:lnTo>
                    <a:pt x="27939" y="45354"/>
                  </a:lnTo>
                  <a:lnTo>
                    <a:pt x="28923" y="44748"/>
                  </a:lnTo>
                  <a:lnTo>
                    <a:pt x="29756" y="44067"/>
                  </a:lnTo>
                  <a:lnTo>
                    <a:pt x="30589" y="43234"/>
                  </a:lnTo>
                  <a:lnTo>
                    <a:pt x="31271" y="42401"/>
                  </a:lnTo>
                  <a:lnTo>
                    <a:pt x="31876" y="41492"/>
                  </a:lnTo>
                  <a:lnTo>
                    <a:pt x="32406" y="40508"/>
                  </a:lnTo>
                  <a:lnTo>
                    <a:pt x="32861" y="39448"/>
                  </a:lnTo>
                  <a:lnTo>
                    <a:pt x="33164" y="38312"/>
                  </a:lnTo>
                  <a:lnTo>
                    <a:pt x="33315" y="37101"/>
                  </a:lnTo>
                  <a:lnTo>
                    <a:pt x="33391" y="35814"/>
                  </a:lnTo>
                  <a:lnTo>
                    <a:pt x="33315" y="34602"/>
                  </a:lnTo>
                  <a:lnTo>
                    <a:pt x="33164" y="33391"/>
                  </a:lnTo>
                  <a:lnTo>
                    <a:pt x="32861" y="32331"/>
                  </a:lnTo>
                  <a:lnTo>
                    <a:pt x="32482" y="31346"/>
                  </a:lnTo>
                  <a:lnTo>
                    <a:pt x="32028" y="30438"/>
                  </a:lnTo>
                  <a:lnTo>
                    <a:pt x="31498" y="29605"/>
                  </a:lnTo>
                  <a:lnTo>
                    <a:pt x="30892" y="28848"/>
                  </a:lnTo>
                  <a:lnTo>
                    <a:pt x="30135" y="28166"/>
                  </a:lnTo>
                  <a:lnTo>
                    <a:pt x="29378" y="27561"/>
                  </a:lnTo>
                  <a:lnTo>
                    <a:pt x="28621" y="26955"/>
                  </a:lnTo>
                  <a:lnTo>
                    <a:pt x="27788" y="26501"/>
                  </a:lnTo>
                  <a:lnTo>
                    <a:pt x="26879" y="26046"/>
                  </a:lnTo>
                  <a:lnTo>
                    <a:pt x="25971" y="25592"/>
                  </a:lnTo>
                  <a:lnTo>
                    <a:pt x="24986" y="25214"/>
                  </a:lnTo>
                  <a:lnTo>
                    <a:pt x="23093" y="24532"/>
                  </a:lnTo>
                  <a:lnTo>
                    <a:pt x="19308" y="23396"/>
                  </a:lnTo>
                  <a:lnTo>
                    <a:pt x="17566" y="22866"/>
                  </a:lnTo>
                  <a:lnTo>
                    <a:pt x="16052" y="22336"/>
                  </a:lnTo>
                  <a:lnTo>
                    <a:pt x="15295" y="22034"/>
                  </a:lnTo>
                  <a:lnTo>
                    <a:pt x="14689" y="21655"/>
                  </a:lnTo>
                  <a:lnTo>
                    <a:pt x="14159" y="21276"/>
                  </a:lnTo>
                  <a:lnTo>
                    <a:pt x="13705" y="20898"/>
                  </a:lnTo>
                  <a:lnTo>
                    <a:pt x="13326" y="20443"/>
                  </a:lnTo>
                  <a:lnTo>
                    <a:pt x="13023" y="19913"/>
                  </a:lnTo>
                  <a:lnTo>
                    <a:pt x="12872" y="19383"/>
                  </a:lnTo>
                  <a:lnTo>
                    <a:pt x="12796" y="18778"/>
                  </a:lnTo>
                  <a:lnTo>
                    <a:pt x="12872" y="18096"/>
                  </a:lnTo>
                  <a:lnTo>
                    <a:pt x="13099" y="17566"/>
                  </a:lnTo>
                  <a:lnTo>
                    <a:pt x="13478" y="17036"/>
                  </a:lnTo>
                  <a:lnTo>
                    <a:pt x="14008" y="16658"/>
                  </a:lnTo>
                  <a:lnTo>
                    <a:pt x="14613" y="16355"/>
                  </a:lnTo>
                  <a:lnTo>
                    <a:pt x="15370" y="16128"/>
                  </a:lnTo>
                  <a:lnTo>
                    <a:pt x="16203" y="15976"/>
                  </a:lnTo>
                  <a:lnTo>
                    <a:pt x="17112" y="15901"/>
                  </a:lnTo>
                  <a:lnTo>
                    <a:pt x="18399" y="15976"/>
                  </a:lnTo>
                  <a:lnTo>
                    <a:pt x="19762" y="16203"/>
                  </a:lnTo>
                  <a:lnTo>
                    <a:pt x="21352" y="16582"/>
                  </a:lnTo>
                  <a:lnTo>
                    <a:pt x="22942" y="17036"/>
                  </a:lnTo>
                  <a:lnTo>
                    <a:pt x="24608" y="17642"/>
                  </a:lnTo>
                  <a:lnTo>
                    <a:pt x="26273" y="18323"/>
                  </a:lnTo>
                  <a:lnTo>
                    <a:pt x="27939" y="19156"/>
                  </a:lnTo>
                  <a:lnTo>
                    <a:pt x="29529" y="19989"/>
                  </a:lnTo>
                  <a:lnTo>
                    <a:pt x="33239" y="12266"/>
                  </a:lnTo>
                  <a:lnTo>
                    <a:pt x="31952" y="11433"/>
                  </a:lnTo>
                  <a:lnTo>
                    <a:pt x="30589" y="10752"/>
                  </a:lnTo>
                  <a:lnTo>
                    <a:pt x="29075" y="10070"/>
                  </a:lnTo>
                  <a:lnTo>
                    <a:pt x="27485" y="9465"/>
                  </a:lnTo>
                  <a:lnTo>
                    <a:pt x="25819" y="9010"/>
                  </a:lnTo>
                  <a:lnTo>
                    <a:pt x="24153" y="8556"/>
                  </a:lnTo>
                  <a:lnTo>
                    <a:pt x="22412" y="8253"/>
                  </a:lnTo>
                  <a:lnTo>
                    <a:pt x="20670" y="7950"/>
                  </a:lnTo>
                  <a:lnTo>
                    <a:pt x="20670" y="0"/>
                  </a:lnTo>
                  <a:close/>
                </a:path>
              </a:pathLst>
            </a:custGeom>
            <a:solidFill>
              <a:srgbClr val="EDC833"/>
            </a:solidFill>
            <a:ln w="95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7" name="Google Shape;837;p38"/>
          <p:cNvSpPr/>
          <p:nvPr/>
        </p:nvSpPr>
        <p:spPr>
          <a:xfrm>
            <a:off x="412204" y="25464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4"/>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8"/>
          <p:cNvSpPr/>
          <p:nvPr/>
        </p:nvSpPr>
        <p:spPr>
          <a:xfrm>
            <a:off x="5110641" y="4513500"/>
            <a:ext cx="225244" cy="300948"/>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8"/>
          <p:cNvSpPr/>
          <p:nvPr/>
        </p:nvSpPr>
        <p:spPr>
          <a:xfrm>
            <a:off x="7576798" y="1214053"/>
            <a:ext cx="394853" cy="527550"/>
          </a:xfrm>
          <a:custGeom>
            <a:avLst/>
            <a:gdLst/>
            <a:ahLst/>
            <a:cxnLst/>
            <a:rect l="l" t="t" r="r" b="b"/>
            <a:pathLst>
              <a:path w="4580" h="6119" extrusionOk="0">
                <a:moveTo>
                  <a:pt x="2330" y="0"/>
                </a:moveTo>
                <a:lnTo>
                  <a:pt x="2211" y="474"/>
                </a:lnTo>
                <a:lnTo>
                  <a:pt x="2014" y="948"/>
                </a:lnTo>
                <a:lnTo>
                  <a:pt x="1816" y="1382"/>
                </a:lnTo>
                <a:lnTo>
                  <a:pt x="1540" y="1777"/>
                </a:lnTo>
                <a:lnTo>
                  <a:pt x="1224" y="2132"/>
                </a:lnTo>
                <a:lnTo>
                  <a:pt x="869" y="2487"/>
                </a:lnTo>
                <a:lnTo>
                  <a:pt x="474" y="2763"/>
                </a:lnTo>
                <a:lnTo>
                  <a:pt x="40" y="3000"/>
                </a:lnTo>
                <a:lnTo>
                  <a:pt x="1" y="3000"/>
                </a:lnTo>
                <a:lnTo>
                  <a:pt x="435" y="3198"/>
                </a:lnTo>
                <a:lnTo>
                  <a:pt x="830" y="3474"/>
                </a:lnTo>
                <a:lnTo>
                  <a:pt x="1145" y="3829"/>
                </a:lnTo>
                <a:lnTo>
                  <a:pt x="1461" y="4185"/>
                </a:lnTo>
                <a:lnTo>
                  <a:pt x="1698" y="4619"/>
                </a:lnTo>
                <a:lnTo>
                  <a:pt x="1895" y="5092"/>
                </a:lnTo>
                <a:lnTo>
                  <a:pt x="2093" y="5606"/>
                </a:lnTo>
                <a:lnTo>
                  <a:pt x="2251" y="6119"/>
                </a:lnTo>
                <a:lnTo>
                  <a:pt x="2369" y="5645"/>
                </a:lnTo>
                <a:lnTo>
                  <a:pt x="2527" y="5211"/>
                </a:lnTo>
                <a:lnTo>
                  <a:pt x="2764" y="4777"/>
                </a:lnTo>
                <a:lnTo>
                  <a:pt x="3040" y="4382"/>
                </a:lnTo>
                <a:lnTo>
                  <a:pt x="3356" y="3987"/>
                </a:lnTo>
                <a:lnTo>
                  <a:pt x="3711" y="3671"/>
                </a:lnTo>
                <a:lnTo>
                  <a:pt x="4106" y="3395"/>
                </a:lnTo>
                <a:lnTo>
                  <a:pt x="4540" y="3158"/>
                </a:lnTo>
                <a:lnTo>
                  <a:pt x="4580" y="3119"/>
                </a:lnTo>
                <a:lnTo>
                  <a:pt x="4145" y="2921"/>
                </a:lnTo>
                <a:lnTo>
                  <a:pt x="3751" y="2645"/>
                </a:lnTo>
                <a:lnTo>
                  <a:pt x="3435" y="2329"/>
                </a:lnTo>
                <a:lnTo>
                  <a:pt x="3119" y="1935"/>
                </a:lnTo>
                <a:lnTo>
                  <a:pt x="2882" y="1500"/>
                </a:lnTo>
                <a:lnTo>
                  <a:pt x="2685" y="1027"/>
                </a:lnTo>
                <a:lnTo>
                  <a:pt x="2487" y="553"/>
                </a:lnTo>
                <a:lnTo>
                  <a:pt x="2330" y="0"/>
                </a:lnTo>
                <a:close/>
              </a:path>
            </a:pathLst>
          </a:cu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a:effectLst>
            <a:outerShdw dist="28575" dir="7320000" algn="bl" rotWithShape="0">
              <a:srgbClr val="000000"/>
            </a:outerShdw>
          </a:effectLst>
        </p:spPr>
        <p:txBody>
          <a:bodyPr spcFirstLastPara="1" wrap="square" lIns="91425" tIns="91425" rIns="91425" bIns="91425" anchor="t" anchorCtr="0">
            <a:noAutofit/>
          </a:bodyPr>
          <a:lstStyle>
            <a:lvl1pPr lvl="0"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1pPr>
            <a:lvl2pPr lvl="1"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2pPr>
            <a:lvl3pPr lvl="2"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3pPr>
            <a:lvl4pPr lvl="3"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4pPr>
            <a:lvl5pPr lvl="4"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5pPr>
            <a:lvl6pPr lvl="5"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6pPr>
            <a:lvl7pPr lvl="6"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7pPr>
            <a:lvl8pPr lvl="7"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8pPr>
            <a:lvl9pPr lvl="8" rtl="0">
              <a:spcBef>
                <a:spcPts val="0"/>
              </a:spcBef>
              <a:spcAft>
                <a:spcPts val="0"/>
              </a:spcAft>
              <a:buClr>
                <a:schemeClr val="accent2"/>
              </a:buClr>
              <a:buSzPts val="3400"/>
              <a:buFont typeface="Poppins Black"/>
              <a:buNone/>
              <a:defRPr sz="3400">
                <a:solidFill>
                  <a:schemeClr val="accent2"/>
                </a:solidFill>
                <a:latin typeface="Poppins Black"/>
                <a:ea typeface="Poppins Black"/>
                <a:cs typeface="Poppins Black"/>
                <a:sym typeface="Poppins Black"/>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marL="914400" lvl="1" indent="-3175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2pPr>
            <a:lvl3pPr marL="1371600" lvl="2" indent="-3175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3pPr>
            <a:lvl4pPr marL="1828800" lvl="3" indent="-3175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4pPr>
            <a:lvl5pPr marL="2286000" lvl="4" indent="-3175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5pPr>
            <a:lvl6pPr marL="2743200" lvl="5" indent="-3175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6pPr>
            <a:lvl7pPr marL="3200400" lvl="6" indent="-3175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7pPr>
            <a:lvl8pPr marL="3657600" lvl="7" indent="-3175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8pPr>
            <a:lvl9pPr marL="4114800" lvl="8" indent="-317500">
              <a:lnSpc>
                <a:spcPct val="100000"/>
              </a:lnSpc>
              <a:spcBef>
                <a:spcPts val="1600"/>
              </a:spcBef>
              <a:spcAft>
                <a:spcPts val="1600"/>
              </a:spcAft>
              <a:buClr>
                <a:schemeClr val="dk1"/>
              </a:buClr>
              <a:buSzPts val="1400"/>
              <a:buFont typeface="Cabin"/>
              <a:buChar char="■"/>
              <a:defRPr>
                <a:solidFill>
                  <a:schemeClr val="dk1"/>
                </a:solidFill>
                <a:latin typeface="Cabin"/>
                <a:ea typeface="Cabin"/>
                <a:cs typeface="Cabin"/>
                <a:sym typeface="Cab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8" r:id="rId4"/>
    <p:sldLayoutId id="2147483663" r:id="rId5"/>
    <p:sldLayoutId id="2147483682" r:id="rId6"/>
    <p:sldLayoutId id="2147483683" r:id="rId7"/>
    <p:sldLayoutId id="2147483684"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video" Target="https://www.youtube.com/embed/Y5jr_zv2Y9M?feature=oembed" TargetMode="Externa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video" Target="https://www.youtube.com/embed/iLom1WlqwS0" TargetMode="External"/><Relationship Id="rId5" Type="http://schemas.openxmlformats.org/officeDocument/2006/relationships/hyperlink" Target="https://www.youtube.com/watch?v=iLom1WlqwS0" TargetMode="External"/><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43"/>
          <p:cNvSpPr txBox="1">
            <a:spLocks noGrp="1"/>
          </p:cNvSpPr>
          <p:nvPr>
            <p:ph type="ctrTitle"/>
          </p:nvPr>
        </p:nvSpPr>
        <p:spPr>
          <a:xfrm>
            <a:off x="1197205" y="1904400"/>
            <a:ext cx="7371760" cy="133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ECONOMIC</a:t>
            </a:r>
            <a:br>
              <a:rPr lang="en" dirty="0"/>
            </a:br>
            <a:r>
              <a:rPr lang="en" dirty="0"/>
              <a:t>PERFORMANCE</a:t>
            </a:r>
            <a:endParaRPr dirty="0"/>
          </a:p>
        </p:txBody>
      </p:sp>
      <p:sp>
        <p:nvSpPr>
          <p:cNvPr id="869" name="Google Shape;869;p43"/>
          <p:cNvSpPr txBox="1">
            <a:spLocks noGrp="1"/>
          </p:cNvSpPr>
          <p:nvPr>
            <p:ph type="subTitle" idx="1"/>
          </p:nvPr>
        </p:nvSpPr>
        <p:spPr>
          <a:xfrm>
            <a:off x="2400000" y="3415225"/>
            <a:ext cx="43440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Indicators of Economic Performance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94EAA-CCCD-F266-5448-C86310265C12}"/>
              </a:ext>
            </a:extLst>
          </p:cNvPr>
          <p:cNvSpPr>
            <a:spLocks noGrp="1"/>
          </p:cNvSpPr>
          <p:nvPr>
            <p:ph type="title"/>
          </p:nvPr>
        </p:nvSpPr>
        <p:spPr/>
        <p:txBody>
          <a:bodyPr/>
          <a:lstStyle/>
          <a:p>
            <a:r>
              <a:rPr lang="en-US" dirty="0"/>
              <a:t>Economic Goals</a:t>
            </a:r>
          </a:p>
        </p:txBody>
      </p:sp>
      <p:sp>
        <p:nvSpPr>
          <p:cNvPr id="3" name="Subtitle 2">
            <a:extLst>
              <a:ext uri="{FF2B5EF4-FFF2-40B4-BE49-F238E27FC236}">
                <a16:creationId xmlns:a16="http://schemas.microsoft.com/office/drawing/2014/main" id="{6A0D26D3-9E0D-B77D-5A44-D6D872605447}"/>
              </a:ext>
            </a:extLst>
          </p:cNvPr>
          <p:cNvSpPr>
            <a:spLocks noGrp="1"/>
          </p:cNvSpPr>
          <p:nvPr>
            <p:ph type="subTitle" idx="1"/>
          </p:nvPr>
        </p:nvSpPr>
        <p:spPr/>
        <p:txBody>
          <a:bodyPr/>
          <a:lstStyle/>
          <a:p>
            <a:pPr algn="l"/>
            <a:r>
              <a:rPr lang="en-US" dirty="0"/>
              <a:t>List what economic goals you think the government has in relation to: </a:t>
            </a:r>
          </a:p>
          <a:p>
            <a:pPr marL="482600" indent="-342900" algn="l">
              <a:buAutoNum type="arabicPeriod"/>
            </a:pPr>
            <a:r>
              <a:rPr lang="en-US" dirty="0"/>
              <a:t>Economic Growth</a:t>
            </a:r>
          </a:p>
          <a:p>
            <a:pPr marL="482600" indent="-342900" algn="l">
              <a:buAutoNum type="arabicPeriod"/>
            </a:pPr>
            <a:r>
              <a:rPr lang="en-US" dirty="0"/>
              <a:t>Unemployment</a:t>
            </a:r>
          </a:p>
          <a:p>
            <a:pPr marL="482600" indent="-342900" algn="l">
              <a:buAutoNum type="arabicPeriod"/>
            </a:pPr>
            <a:r>
              <a:rPr lang="en-US" dirty="0"/>
              <a:t>Inflation</a:t>
            </a:r>
          </a:p>
        </p:txBody>
      </p:sp>
    </p:spTree>
    <p:extLst>
      <p:ext uri="{BB962C8B-B14F-4D97-AF65-F5344CB8AC3E}">
        <p14:creationId xmlns:p14="http://schemas.microsoft.com/office/powerpoint/2010/main" val="1110024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7895" y="1652884"/>
            <a:ext cx="7704000" cy="841800"/>
          </a:xfrm>
        </p:spPr>
        <p:txBody>
          <a:bodyPr/>
          <a:lstStyle/>
          <a:p>
            <a:r>
              <a:rPr lang="en-AU" dirty="0" smtClean="0">
                <a:solidFill>
                  <a:schemeClr val="bg2"/>
                </a:solidFill>
              </a:rPr>
              <a:t>Learning Intentions</a:t>
            </a:r>
            <a:endParaRPr lang="en-AU" dirty="0">
              <a:solidFill>
                <a:schemeClr val="bg2"/>
              </a:solidFill>
            </a:endParaRPr>
          </a:p>
        </p:txBody>
      </p:sp>
      <p:sp>
        <p:nvSpPr>
          <p:cNvPr id="3" name="Subtitle 2"/>
          <p:cNvSpPr>
            <a:spLocks noGrp="1"/>
          </p:cNvSpPr>
          <p:nvPr>
            <p:ph type="subTitle" idx="1"/>
          </p:nvPr>
        </p:nvSpPr>
        <p:spPr/>
        <p:txBody>
          <a:bodyPr/>
          <a:lstStyle/>
          <a:p>
            <a:pPr algn="l"/>
            <a:r>
              <a:rPr lang="en-AU" dirty="0" smtClean="0"/>
              <a:t>To be able to describe and annotate a business cycle graph.</a:t>
            </a:r>
          </a:p>
          <a:p>
            <a:pPr algn="l"/>
            <a:endParaRPr lang="en-AU" dirty="0"/>
          </a:p>
          <a:p>
            <a:pPr algn="l"/>
            <a:r>
              <a:rPr lang="en-AU" dirty="0" smtClean="0"/>
              <a:t>To be able to describe what GDP is as an </a:t>
            </a:r>
            <a:r>
              <a:rPr lang="en-AU" smtClean="0"/>
              <a:t>economic indicator </a:t>
            </a:r>
            <a:r>
              <a:rPr lang="en-AU" dirty="0" smtClean="0"/>
              <a:t>and how it </a:t>
            </a:r>
            <a:r>
              <a:rPr lang="en-AU" smtClean="0"/>
              <a:t>is measured. </a:t>
            </a:r>
            <a:endParaRPr lang="en-AU" dirty="0" smtClean="0"/>
          </a:p>
          <a:p>
            <a:pPr algn="l"/>
            <a:endParaRPr lang="en-AU" dirty="0"/>
          </a:p>
        </p:txBody>
      </p:sp>
    </p:spTree>
    <p:extLst>
      <p:ext uri="{BB962C8B-B14F-4D97-AF65-F5344CB8AC3E}">
        <p14:creationId xmlns:p14="http://schemas.microsoft.com/office/powerpoint/2010/main" val="736118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630AFA-1465-876C-066B-41F924A10F35}"/>
              </a:ext>
            </a:extLst>
          </p:cNvPr>
          <p:cNvSpPr>
            <a:spLocks noGrp="1"/>
          </p:cNvSpPr>
          <p:nvPr>
            <p:ph type="body" idx="1"/>
          </p:nvPr>
        </p:nvSpPr>
        <p:spPr>
          <a:xfrm>
            <a:off x="720000" y="1017725"/>
            <a:ext cx="7704000" cy="3416400"/>
          </a:xfrm>
        </p:spPr>
        <p:txBody>
          <a:bodyPr/>
          <a:lstStyle/>
          <a:p>
            <a:r>
              <a:rPr lang="en-AU" sz="2000" dirty="0"/>
              <a:t>The three main indicators of economic performance are:</a:t>
            </a:r>
          </a:p>
          <a:p>
            <a:pPr lvl="1">
              <a:lnSpc>
                <a:spcPct val="100000"/>
              </a:lnSpc>
            </a:pPr>
            <a:r>
              <a:rPr lang="en-AU" sz="2000" b="1" dirty="0">
                <a:solidFill>
                  <a:schemeClr val="accent5"/>
                </a:solidFill>
              </a:rPr>
              <a:t>Economic growth</a:t>
            </a:r>
          </a:p>
          <a:p>
            <a:pPr lvl="1">
              <a:lnSpc>
                <a:spcPct val="100000"/>
              </a:lnSpc>
            </a:pPr>
            <a:r>
              <a:rPr lang="en-AU" sz="2000" b="1" dirty="0">
                <a:solidFill>
                  <a:schemeClr val="accent5"/>
                </a:solidFill>
              </a:rPr>
              <a:t>Unemployment </a:t>
            </a:r>
          </a:p>
          <a:p>
            <a:pPr lvl="1">
              <a:lnSpc>
                <a:spcPct val="100000"/>
              </a:lnSpc>
            </a:pPr>
            <a:r>
              <a:rPr lang="en-AU" sz="2000" b="1" dirty="0">
                <a:solidFill>
                  <a:schemeClr val="accent5"/>
                </a:solidFill>
              </a:rPr>
              <a:t>Inflation</a:t>
            </a:r>
          </a:p>
          <a:p>
            <a:pPr lvl="1">
              <a:lnSpc>
                <a:spcPct val="100000"/>
              </a:lnSpc>
            </a:pPr>
            <a:endParaRPr lang="en-AU" sz="2000" dirty="0"/>
          </a:p>
          <a:p>
            <a:r>
              <a:rPr lang="en-AU" sz="2000" dirty="0"/>
              <a:t>Australia is a medium-sized, open economy</a:t>
            </a:r>
          </a:p>
          <a:p>
            <a:endParaRPr lang="en-AU" sz="2000" dirty="0"/>
          </a:p>
          <a:p>
            <a:r>
              <a:rPr lang="en-AU" sz="2000" b="1" dirty="0"/>
              <a:t>Economic growth and GDP: </a:t>
            </a:r>
            <a:r>
              <a:rPr lang="en-AU" sz="2000" dirty="0"/>
              <a:t>the most important indicator of economic performance is Gross Domestic Product (GDP)</a:t>
            </a:r>
          </a:p>
          <a:p>
            <a:pPr marL="152400" indent="0">
              <a:buNone/>
            </a:pPr>
            <a:endParaRPr lang="en-US" dirty="0"/>
          </a:p>
        </p:txBody>
      </p:sp>
      <p:sp>
        <p:nvSpPr>
          <p:cNvPr id="3" name="Title 2">
            <a:extLst>
              <a:ext uri="{FF2B5EF4-FFF2-40B4-BE49-F238E27FC236}">
                <a16:creationId xmlns:a16="http://schemas.microsoft.com/office/drawing/2014/main" id="{3361480F-CC8C-C7B5-2207-B7C48DCD0D2E}"/>
              </a:ext>
            </a:extLst>
          </p:cNvPr>
          <p:cNvSpPr>
            <a:spLocks noGrp="1"/>
          </p:cNvSpPr>
          <p:nvPr>
            <p:ph type="title"/>
          </p:nvPr>
        </p:nvSpPr>
        <p:spPr/>
        <p:txBody>
          <a:bodyPr/>
          <a:lstStyle/>
          <a:p>
            <a:r>
              <a:rPr lang="en-US" dirty="0"/>
              <a:t>Economic Performance</a:t>
            </a:r>
          </a:p>
        </p:txBody>
      </p:sp>
    </p:spTree>
    <p:extLst>
      <p:ext uri="{BB962C8B-B14F-4D97-AF65-F5344CB8AC3E}">
        <p14:creationId xmlns:p14="http://schemas.microsoft.com/office/powerpoint/2010/main" val="1754799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197F8-0B88-1A59-AD3B-289502E5B19E}"/>
              </a:ext>
            </a:extLst>
          </p:cNvPr>
          <p:cNvSpPr>
            <a:spLocks noGrp="1"/>
          </p:cNvSpPr>
          <p:nvPr>
            <p:ph type="title"/>
          </p:nvPr>
        </p:nvSpPr>
        <p:spPr/>
        <p:txBody>
          <a:bodyPr/>
          <a:lstStyle/>
          <a:p>
            <a:r>
              <a:rPr lang="en-US" dirty="0"/>
              <a:t>The Business Cycle</a:t>
            </a:r>
          </a:p>
        </p:txBody>
      </p:sp>
      <p:sp>
        <p:nvSpPr>
          <p:cNvPr id="4" name="TextBox 3">
            <a:extLst>
              <a:ext uri="{FF2B5EF4-FFF2-40B4-BE49-F238E27FC236}">
                <a16:creationId xmlns:a16="http://schemas.microsoft.com/office/drawing/2014/main" id="{A3EAB8B1-FF91-7378-7D22-DA794D06C02E}"/>
              </a:ext>
            </a:extLst>
          </p:cNvPr>
          <p:cNvSpPr txBox="1"/>
          <p:nvPr/>
        </p:nvSpPr>
        <p:spPr>
          <a:xfrm>
            <a:off x="853440" y="1731264"/>
            <a:ext cx="3718560" cy="2246769"/>
          </a:xfrm>
          <a:prstGeom prst="rect">
            <a:avLst/>
          </a:prstGeom>
          <a:noFill/>
        </p:spPr>
        <p:txBody>
          <a:bodyPr wrap="square" rtlCol="0">
            <a:spAutoFit/>
          </a:bodyPr>
          <a:lstStyle/>
          <a:p>
            <a:r>
              <a:rPr lang="en-AU" sz="2000" dirty="0"/>
              <a:t>The business cycle refers to fluctuations in economic growth relative to growth in potential output. Monetary policy is one tool used to smooth fluctuations in the business cycle. </a:t>
            </a:r>
            <a:endParaRPr lang="en-US" sz="2000" dirty="0"/>
          </a:p>
        </p:txBody>
      </p:sp>
      <p:pic>
        <p:nvPicPr>
          <p:cNvPr id="6" name="Picture 5" descr="Diagram&#10;&#10;Description automatically generated">
            <a:extLst>
              <a:ext uri="{FF2B5EF4-FFF2-40B4-BE49-F238E27FC236}">
                <a16:creationId xmlns:a16="http://schemas.microsoft.com/office/drawing/2014/main" id="{C679F2E5-1274-BC5B-8595-3E3EA86DC447}"/>
              </a:ext>
            </a:extLst>
          </p:cNvPr>
          <p:cNvPicPr>
            <a:picLocks noChangeAspect="1"/>
          </p:cNvPicPr>
          <p:nvPr/>
        </p:nvPicPr>
        <p:blipFill>
          <a:blip r:embed="rId2"/>
          <a:stretch>
            <a:fillRect/>
          </a:stretch>
        </p:blipFill>
        <p:spPr>
          <a:xfrm>
            <a:off x="5329914" y="1731263"/>
            <a:ext cx="3390160" cy="3088609"/>
          </a:xfrm>
          <a:prstGeom prst="rect">
            <a:avLst/>
          </a:prstGeom>
        </p:spPr>
      </p:pic>
    </p:spTree>
    <p:extLst>
      <p:ext uri="{BB962C8B-B14F-4D97-AF65-F5344CB8AC3E}">
        <p14:creationId xmlns:p14="http://schemas.microsoft.com/office/powerpoint/2010/main" val="2003400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197F8-0B88-1A59-AD3B-289502E5B19E}"/>
              </a:ext>
            </a:extLst>
          </p:cNvPr>
          <p:cNvSpPr>
            <a:spLocks noGrp="1"/>
          </p:cNvSpPr>
          <p:nvPr>
            <p:ph type="title"/>
          </p:nvPr>
        </p:nvSpPr>
        <p:spPr/>
        <p:txBody>
          <a:bodyPr/>
          <a:lstStyle/>
          <a:p>
            <a:r>
              <a:rPr lang="en-US" dirty="0"/>
              <a:t>The Business Cycle</a:t>
            </a:r>
          </a:p>
        </p:txBody>
      </p:sp>
      <p:sp>
        <p:nvSpPr>
          <p:cNvPr id="4" name="TextBox 3">
            <a:extLst>
              <a:ext uri="{FF2B5EF4-FFF2-40B4-BE49-F238E27FC236}">
                <a16:creationId xmlns:a16="http://schemas.microsoft.com/office/drawing/2014/main" id="{A3EAB8B1-FF91-7378-7D22-DA794D06C02E}"/>
              </a:ext>
            </a:extLst>
          </p:cNvPr>
          <p:cNvSpPr txBox="1"/>
          <p:nvPr/>
        </p:nvSpPr>
        <p:spPr>
          <a:xfrm>
            <a:off x="757914" y="1377696"/>
            <a:ext cx="4572000" cy="3293209"/>
          </a:xfrm>
          <a:prstGeom prst="rect">
            <a:avLst/>
          </a:prstGeom>
          <a:noFill/>
        </p:spPr>
        <p:txBody>
          <a:bodyPr wrap="square" rtlCol="0">
            <a:spAutoFit/>
          </a:bodyPr>
          <a:lstStyle/>
          <a:p>
            <a:r>
              <a:rPr lang="en-AU" sz="1600" dirty="0"/>
              <a:t>In the upswing stage of the business cycle, there is usually strong growth in GDP and employment. As a result, the unemployment rate declines and inflation starts to increase. </a:t>
            </a:r>
          </a:p>
          <a:p>
            <a:endParaRPr lang="en-AU" sz="1600" dirty="0"/>
          </a:p>
          <a:p>
            <a:r>
              <a:rPr lang="en-AU" sz="1600" dirty="0"/>
              <a:t>The period of 2005–08 could be characterised as an upswing, as high commodity prices and mining investment contributed to strong economic growth. As the economy began to reach capacity constraints, wages growth and inflation began to increase. Around this time, the Reserve Bank increased the cash rate to put downward pressure on inflation.</a:t>
            </a:r>
            <a:endParaRPr lang="en-US" sz="1600" dirty="0"/>
          </a:p>
        </p:txBody>
      </p:sp>
      <p:pic>
        <p:nvPicPr>
          <p:cNvPr id="6" name="Picture 5" descr="Diagram&#10;&#10;Description automatically generated">
            <a:extLst>
              <a:ext uri="{FF2B5EF4-FFF2-40B4-BE49-F238E27FC236}">
                <a16:creationId xmlns:a16="http://schemas.microsoft.com/office/drawing/2014/main" id="{C679F2E5-1274-BC5B-8595-3E3EA86DC447}"/>
              </a:ext>
            </a:extLst>
          </p:cNvPr>
          <p:cNvPicPr>
            <a:picLocks noChangeAspect="1"/>
          </p:cNvPicPr>
          <p:nvPr/>
        </p:nvPicPr>
        <p:blipFill>
          <a:blip r:embed="rId2"/>
          <a:stretch>
            <a:fillRect/>
          </a:stretch>
        </p:blipFill>
        <p:spPr>
          <a:xfrm>
            <a:off x="5329914" y="1731263"/>
            <a:ext cx="3390160" cy="3088609"/>
          </a:xfrm>
          <a:prstGeom prst="rect">
            <a:avLst/>
          </a:prstGeom>
        </p:spPr>
      </p:pic>
    </p:spTree>
    <p:extLst>
      <p:ext uri="{BB962C8B-B14F-4D97-AF65-F5344CB8AC3E}">
        <p14:creationId xmlns:p14="http://schemas.microsoft.com/office/powerpoint/2010/main" val="1189544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197F8-0B88-1A59-AD3B-289502E5B19E}"/>
              </a:ext>
            </a:extLst>
          </p:cNvPr>
          <p:cNvSpPr>
            <a:spLocks noGrp="1"/>
          </p:cNvSpPr>
          <p:nvPr>
            <p:ph type="title"/>
          </p:nvPr>
        </p:nvSpPr>
        <p:spPr/>
        <p:txBody>
          <a:bodyPr/>
          <a:lstStyle/>
          <a:p>
            <a:r>
              <a:rPr lang="en-US" dirty="0"/>
              <a:t>The Business Cycle</a:t>
            </a:r>
          </a:p>
        </p:txBody>
      </p:sp>
      <p:sp>
        <p:nvSpPr>
          <p:cNvPr id="4" name="TextBox 3">
            <a:extLst>
              <a:ext uri="{FF2B5EF4-FFF2-40B4-BE49-F238E27FC236}">
                <a16:creationId xmlns:a16="http://schemas.microsoft.com/office/drawing/2014/main" id="{A3EAB8B1-FF91-7378-7D22-DA794D06C02E}"/>
              </a:ext>
            </a:extLst>
          </p:cNvPr>
          <p:cNvSpPr txBox="1"/>
          <p:nvPr/>
        </p:nvSpPr>
        <p:spPr>
          <a:xfrm>
            <a:off x="550650" y="1402080"/>
            <a:ext cx="4572000" cy="2862322"/>
          </a:xfrm>
          <a:prstGeom prst="rect">
            <a:avLst/>
          </a:prstGeom>
          <a:noFill/>
        </p:spPr>
        <p:txBody>
          <a:bodyPr wrap="square" rtlCol="0">
            <a:spAutoFit/>
          </a:bodyPr>
          <a:lstStyle/>
          <a:p>
            <a:r>
              <a:rPr lang="en-AU" sz="1800" dirty="0"/>
              <a:t>In 2008, the global financial crisis put downward pressure on economic activity. Economic growth in Australia slowed, and we experienced other characteristics associated with a downturn. Growth in GDP and employment declined, and the unemployment rate increased. During this period, the cash rate was reduced to stimulate demand and support the economy.</a:t>
            </a:r>
            <a:endParaRPr lang="en-US" sz="2000" dirty="0"/>
          </a:p>
        </p:txBody>
      </p:sp>
      <p:pic>
        <p:nvPicPr>
          <p:cNvPr id="6" name="Picture 5" descr="Diagram&#10;&#10;Description automatically generated">
            <a:extLst>
              <a:ext uri="{FF2B5EF4-FFF2-40B4-BE49-F238E27FC236}">
                <a16:creationId xmlns:a16="http://schemas.microsoft.com/office/drawing/2014/main" id="{C679F2E5-1274-BC5B-8595-3E3EA86DC447}"/>
              </a:ext>
            </a:extLst>
          </p:cNvPr>
          <p:cNvPicPr>
            <a:picLocks noChangeAspect="1"/>
          </p:cNvPicPr>
          <p:nvPr/>
        </p:nvPicPr>
        <p:blipFill>
          <a:blip r:embed="rId2"/>
          <a:stretch>
            <a:fillRect/>
          </a:stretch>
        </p:blipFill>
        <p:spPr>
          <a:xfrm>
            <a:off x="5203190" y="1402080"/>
            <a:ext cx="3390160" cy="3088609"/>
          </a:xfrm>
          <a:prstGeom prst="rect">
            <a:avLst/>
          </a:prstGeom>
        </p:spPr>
      </p:pic>
    </p:spTree>
    <p:extLst>
      <p:ext uri="{BB962C8B-B14F-4D97-AF65-F5344CB8AC3E}">
        <p14:creationId xmlns:p14="http://schemas.microsoft.com/office/powerpoint/2010/main" val="3193861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BDA7EEAB-F337-F5B7-80C6-DC67C28957CD}"/>
              </a:ext>
            </a:extLst>
          </p:cNvPr>
          <p:cNvPicPr>
            <a:picLocks noChangeAspect="1"/>
          </p:cNvPicPr>
          <p:nvPr/>
        </p:nvPicPr>
        <p:blipFill>
          <a:blip r:embed="rId2"/>
          <a:stretch>
            <a:fillRect/>
          </a:stretch>
        </p:blipFill>
        <p:spPr>
          <a:xfrm>
            <a:off x="326378" y="0"/>
            <a:ext cx="8491244" cy="5143500"/>
          </a:xfrm>
          <a:prstGeom prst="rect">
            <a:avLst/>
          </a:prstGeom>
        </p:spPr>
      </p:pic>
    </p:spTree>
    <p:extLst>
      <p:ext uri="{BB962C8B-B14F-4D97-AF65-F5344CB8AC3E}">
        <p14:creationId xmlns:p14="http://schemas.microsoft.com/office/powerpoint/2010/main" val="2246362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descr="Macro: Unit 1.1 -- The Business Cycle">
            <a:hlinkClick r:id="" action="ppaction://media"/>
            <a:extLst>
              <a:ext uri="{FF2B5EF4-FFF2-40B4-BE49-F238E27FC236}">
                <a16:creationId xmlns:a16="http://schemas.microsoft.com/office/drawing/2014/main" id="{BC6A8B46-3D9D-16DF-D31D-E4A9791D7928}"/>
              </a:ext>
            </a:extLst>
          </p:cNvPr>
          <p:cNvPicPr>
            <a:picLocks noRot="1" noChangeAspect="1"/>
          </p:cNvPicPr>
          <p:nvPr>
            <a:videoFile r:link="rId1"/>
          </p:nvPr>
        </p:nvPicPr>
        <p:blipFill>
          <a:blip r:embed="rId4"/>
          <a:stretch>
            <a:fillRect/>
          </a:stretch>
        </p:blipFill>
        <p:spPr>
          <a:xfrm>
            <a:off x="1109472" y="487680"/>
            <a:ext cx="7151147" cy="4040398"/>
          </a:xfrm>
          <a:prstGeom prst="rect">
            <a:avLst/>
          </a:prstGeom>
        </p:spPr>
      </p:pic>
      <p:sp>
        <p:nvSpPr>
          <p:cNvPr id="3" name="Rectangle 2"/>
          <p:cNvSpPr/>
          <p:nvPr/>
        </p:nvSpPr>
        <p:spPr>
          <a:xfrm>
            <a:off x="2522614" y="4611097"/>
            <a:ext cx="4112023" cy="307777"/>
          </a:xfrm>
          <a:prstGeom prst="rect">
            <a:avLst/>
          </a:prstGeom>
        </p:spPr>
        <p:txBody>
          <a:bodyPr wrap="none">
            <a:spAutoFit/>
          </a:bodyPr>
          <a:lstStyle/>
          <a:p>
            <a:r>
              <a:rPr lang="en-US" dirty="0"/>
              <a:t>https://www.youtube.com/watch?v=Y5jr_zv2Y9M </a:t>
            </a:r>
            <a:endParaRPr lang="en-US" dirty="0"/>
          </a:p>
        </p:txBody>
      </p:sp>
    </p:spTree>
    <p:extLst>
      <p:ext uri="{BB962C8B-B14F-4D97-AF65-F5344CB8AC3E}">
        <p14:creationId xmlns:p14="http://schemas.microsoft.com/office/powerpoint/2010/main" val="868333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76A828-E5A7-BCD2-854A-C29F8047DFBB}"/>
              </a:ext>
            </a:extLst>
          </p:cNvPr>
          <p:cNvSpPr>
            <a:spLocks noGrp="1"/>
          </p:cNvSpPr>
          <p:nvPr>
            <p:ph type="body" idx="1"/>
          </p:nvPr>
        </p:nvSpPr>
        <p:spPr/>
        <p:txBody>
          <a:bodyPr/>
          <a:lstStyle/>
          <a:p>
            <a:r>
              <a:rPr lang="en-AU" sz="1600" dirty="0"/>
              <a:t>GDP measures the entire output of an economy in a given year and is a monetary figure representing the value of all goods and services produced </a:t>
            </a:r>
          </a:p>
          <a:p>
            <a:pPr lvl="1">
              <a:lnSpc>
                <a:spcPct val="100000"/>
              </a:lnSpc>
            </a:pPr>
            <a:r>
              <a:rPr lang="en-AU" sz="1600" dirty="0"/>
              <a:t>Measuring GDP is important as provides a snapshot of the economy and everything produced in it</a:t>
            </a:r>
          </a:p>
          <a:p>
            <a:pPr lvl="1">
              <a:lnSpc>
                <a:spcPct val="100000"/>
              </a:lnSpc>
            </a:pPr>
            <a:endParaRPr lang="en-AU" sz="1600" dirty="0"/>
          </a:p>
          <a:p>
            <a:r>
              <a:rPr lang="en-AU" sz="1600" b="1" dirty="0"/>
              <a:t>GDP per capita: </a:t>
            </a:r>
            <a:r>
              <a:rPr lang="en-AU" sz="1600" dirty="0"/>
              <a:t>takes a country’s GDP and divides it by the population, to provide more context as to the wellbeing of each person in a country</a:t>
            </a:r>
            <a:endParaRPr lang="en-AU" sz="1600" b="1" dirty="0"/>
          </a:p>
          <a:p>
            <a:r>
              <a:rPr lang="en-AU" sz="1600" b="1" dirty="0"/>
              <a:t>Limitations of GDP: </a:t>
            </a:r>
            <a:r>
              <a:rPr lang="en-AU" sz="1600" dirty="0"/>
              <a:t>GDP does not calculate factors which would be considered important to wellbeing such as volunteer work and leisure time</a:t>
            </a:r>
          </a:p>
          <a:p>
            <a:pPr marL="152400" indent="0">
              <a:buNone/>
            </a:pPr>
            <a:endParaRPr lang="en-US" dirty="0"/>
          </a:p>
        </p:txBody>
      </p:sp>
      <p:sp>
        <p:nvSpPr>
          <p:cNvPr id="3" name="Title 2">
            <a:extLst>
              <a:ext uri="{FF2B5EF4-FFF2-40B4-BE49-F238E27FC236}">
                <a16:creationId xmlns:a16="http://schemas.microsoft.com/office/drawing/2014/main" id="{352C44C4-1CA7-9C22-02D9-C285FB89DEC9}"/>
              </a:ext>
            </a:extLst>
          </p:cNvPr>
          <p:cNvSpPr>
            <a:spLocks noGrp="1"/>
          </p:cNvSpPr>
          <p:nvPr>
            <p:ph type="title"/>
          </p:nvPr>
        </p:nvSpPr>
        <p:spPr/>
        <p:txBody>
          <a:bodyPr/>
          <a:lstStyle/>
          <a:p>
            <a:r>
              <a:rPr lang="en-US" dirty="0" smtClean="0"/>
              <a:t>Gross Domestic Product</a:t>
            </a:r>
            <a:endParaRPr lang="en-US" dirty="0"/>
          </a:p>
        </p:txBody>
      </p:sp>
    </p:spTree>
    <p:extLst>
      <p:ext uri="{BB962C8B-B14F-4D97-AF65-F5344CB8AC3E}">
        <p14:creationId xmlns:p14="http://schemas.microsoft.com/office/powerpoint/2010/main" val="13183070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Lom1WlqwS0"/>
          <p:cNvPicPr>
            <a:picLocks noRot="1" noChangeAspect="1"/>
          </p:cNvPicPr>
          <p:nvPr>
            <a:videoFile r:link="rId1"/>
          </p:nvPr>
        </p:nvPicPr>
        <p:blipFill>
          <a:blip r:embed="rId4"/>
          <a:stretch>
            <a:fillRect/>
          </a:stretch>
        </p:blipFill>
        <p:spPr>
          <a:xfrm>
            <a:off x="483705" y="311840"/>
            <a:ext cx="7915228" cy="4452316"/>
          </a:xfrm>
          <a:prstGeom prst="rect">
            <a:avLst/>
          </a:prstGeom>
        </p:spPr>
      </p:pic>
      <p:sp>
        <p:nvSpPr>
          <p:cNvPr id="3" name="Rectangle 2"/>
          <p:cNvSpPr/>
          <p:nvPr/>
        </p:nvSpPr>
        <p:spPr>
          <a:xfrm>
            <a:off x="2591748" y="4764156"/>
            <a:ext cx="3589444" cy="307777"/>
          </a:xfrm>
          <a:prstGeom prst="rect">
            <a:avLst/>
          </a:prstGeom>
        </p:spPr>
        <p:txBody>
          <a:bodyPr wrap="none">
            <a:spAutoFit/>
          </a:bodyPr>
          <a:lstStyle/>
          <a:p>
            <a:r>
              <a:rPr lang="en-AU" dirty="0">
                <a:hlinkClick r:id="rId5"/>
              </a:rPr>
              <a:t>What is GDP? | CNBC Explains - YouTube</a:t>
            </a:r>
            <a:endParaRPr lang="en-AU" dirty="0"/>
          </a:p>
        </p:txBody>
      </p:sp>
    </p:spTree>
    <p:extLst>
      <p:ext uri="{BB962C8B-B14F-4D97-AF65-F5344CB8AC3E}">
        <p14:creationId xmlns:p14="http://schemas.microsoft.com/office/powerpoint/2010/main" val="5949260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7250" y="176212"/>
            <a:ext cx="7429500" cy="4791075"/>
          </a:xfrm>
          <a:prstGeom prst="rect">
            <a:avLst/>
          </a:prstGeom>
        </p:spPr>
      </p:pic>
    </p:spTree>
    <p:extLst>
      <p:ext uri="{BB962C8B-B14F-4D97-AF65-F5344CB8AC3E}">
        <p14:creationId xmlns:p14="http://schemas.microsoft.com/office/powerpoint/2010/main" val="3765020826"/>
      </p:ext>
    </p:extLst>
  </p:cSld>
  <p:clrMapOvr>
    <a:masterClrMapping/>
  </p:clrMapOvr>
</p:sld>
</file>

<file path=ppt/theme/theme1.xml><?xml version="1.0" encoding="utf-8"?>
<a:theme xmlns:a="http://schemas.openxmlformats.org/drawingml/2006/main" name="Flip a Coin Day by Slidesgo">
  <a:themeElements>
    <a:clrScheme name="Simple Light">
      <a:dk1>
        <a:srgbClr val="000000"/>
      </a:dk1>
      <a:lt1>
        <a:srgbClr val="F9EAD5"/>
      </a:lt1>
      <a:dk2>
        <a:srgbClr val="FFFFFF"/>
      </a:dk2>
      <a:lt2>
        <a:srgbClr val="39A5E3"/>
      </a:lt2>
      <a:accent1>
        <a:srgbClr val="EDC833"/>
      </a:accent1>
      <a:accent2>
        <a:srgbClr val="FF3638"/>
      </a:accent2>
      <a:accent3>
        <a:srgbClr val="F14896"/>
      </a:accent3>
      <a:accent4>
        <a:srgbClr val="7F48CF"/>
      </a:accent4>
      <a:accent5>
        <a:srgbClr val="46AB3E"/>
      </a:accent5>
      <a:accent6>
        <a:srgbClr val="FFDCAB"/>
      </a:accent6>
      <a:hlink>
        <a:srgbClr val="1B1A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412</Words>
  <Application>Microsoft Office PowerPoint</Application>
  <PresentationFormat>On-screen Show (16:9)</PresentationFormat>
  <Paragraphs>38</Paragraphs>
  <Slides>12</Slides>
  <Notes>3</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Roboto Condensed Light</vt:lpstr>
      <vt:lpstr>Poppins Black</vt:lpstr>
      <vt:lpstr>Cabin</vt:lpstr>
      <vt:lpstr>Flip a Coin Day by Slidesgo</vt:lpstr>
      <vt:lpstr>ECONOMIC PERFORMANCE</vt:lpstr>
      <vt:lpstr>Economic Goals</vt:lpstr>
      <vt:lpstr>Learning Intentions</vt:lpstr>
      <vt:lpstr>Economic Performance</vt:lpstr>
      <vt:lpstr>The Business Cycle</vt:lpstr>
      <vt:lpstr>The Business Cycle</vt:lpstr>
      <vt:lpstr>The Business Cycle</vt:lpstr>
      <vt:lpstr>PowerPoint Presentation</vt:lpstr>
      <vt:lpstr>PowerPoint Presentation</vt:lpstr>
      <vt:lpstr>Gross Domestic Product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PERFORMANCE</dc:title>
  <cp:lastModifiedBy>DONAVON Rebecca [Narrogin Senior High School]</cp:lastModifiedBy>
  <cp:revision>4</cp:revision>
  <dcterms:modified xsi:type="dcterms:W3CDTF">2022-05-13T07:09:35Z</dcterms:modified>
</cp:coreProperties>
</file>