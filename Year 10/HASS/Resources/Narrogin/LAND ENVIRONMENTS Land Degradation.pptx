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140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79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611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01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24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59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905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95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184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863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4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9E8D1-E200-4FFD-97D8-F11F367BCE46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C94D8-DEA1-4E32-85B2-88E2AEB81E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61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6600" b="1" dirty="0" smtClean="0">
                <a:solidFill>
                  <a:schemeClr val="accent6">
                    <a:lumMod val="50000"/>
                  </a:schemeClr>
                </a:solidFill>
              </a:rPr>
              <a:t>LAND ENVIRONMENTS</a:t>
            </a:r>
            <a:endParaRPr lang="en-AU" sz="6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6" name="Picture 2" descr="C:\Users\e2041615\AppData\Local\Microsoft\Windows\Temporary Internet Files\Content.IE5\P9NYWZ4Z\LandPanorama2_HiRe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76672"/>
            <a:ext cx="302382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2041615\AppData\Local\Microsoft\Windows\Temporary Internet Files\Content.IE5\RFOIFR0U\Flinders_-_over_Desert_plain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6358"/>
            <a:ext cx="2880320" cy="2022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e2041615\AppData\Local\Microsoft\Windows\Temporary Internet Files\Content.IE5\P9NYWZ4Z\Kandarodai_Farm_land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88" y="4005065"/>
            <a:ext cx="4078812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e2041615\AppData\Local\Microsoft\Windows\Temporary Internet Files\Content.IE5\U750XSMG\sheep-land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29" y="4005064"/>
            <a:ext cx="390144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56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is </a:t>
            </a:r>
            <a:r>
              <a:rPr lang="en-AU" b="1" i="1" dirty="0" smtClean="0"/>
              <a:t>‘land degradation’?</a:t>
            </a:r>
          </a:p>
          <a:p>
            <a:pPr marL="0" indent="0">
              <a:buNone/>
            </a:pPr>
            <a:endParaRPr lang="en-AU" b="1" i="1" dirty="0"/>
          </a:p>
          <a:p>
            <a:pPr marL="0" indent="0">
              <a:buNone/>
            </a:pPr>
            <a:r>
              <a:rPr lang="en-AU" b="1" i="1" dirty="0" smtClean="0"/>
              <a:t>Land degradation – the deterioration of land, including its vegetation, topsoil and water resources.</a:t>
            </a:r>
            <a:endParaRPr lang="en-AU" b="1" i="1" dirty="0"/>
          </a:p>
        </p:txBody>
      </p:sp>
      <p:pic>
        <p:nvPicPr>
          <p:cNvPr id="2051" name="Picture 3" descr="C:\Users\e2041615\AppData\Local\Microsoft\Windows\Temporary Internet Files\Content.IE5\1FQ2KZFB\land-deg_sheet-rill-erosion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933056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76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largest land degradation issues or challenge in Australia are related to the </a:t>
            </a:r>
            <a:r>
              <a:rPr lang="en-AU" b="1" dirty="0" smtClean="0"/>
              <a:t>overgrazing </a:t>
            </a:r>
            <a:r>
              <a:rPr lang="en-AU" dirty="0" smtClean="0"/>
              <a:t>in pastoral areas and the </a:t>
            </a:r>
            <a:r>
              <a:rPr lang="en-AU" b="1" dirty="0" err="1" smtClean="0"/>
              <a:t>salinisation</a:t>
            </a:r>
            <a:r>
              <a:rPr lang="en-AU" b="1" dirty="0" smtClean="0"/>
              <a:t> </a:t>
            </a:r>
            <a:r>
              <a:rPr lang="en-AU" dirty="0" smtClean="0"/>
              <a:t>of agricultural soils in the W______________. </a:t>
            </a:r>
            <a:endParaRPr lang="en-AU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074" name="Picture 2" descr="C:\Users\e2041615\AppData\Local\Microsoft\Windows\Temporary Internet Files\Content.IE5\P9NYWZ4Z\220px-Wa_region_wheatbelt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61048"/>
            <a:ext cx="2095500" cy="243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53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Population in these areas, e.g. </a:t>
            </a:r>
            <a:r>
              <a:rPr lang="en-AU" smtClean="0"/>
              <a:t>the </a:t>
            </a:r>
            <a:r>
              <a:rPr lang="en-AU" smtClean="0"/>
              <a:t>Wheat belt </a:t>
            </a:r>
            <a:r>
              <a:rPr lang="en-AU" dirty="0" smtClean="0"/>
              <a:t>– shrinking populations, amongst the least populated in the World.</a:t>
            </a:r>
          </a:p>
          <a:p>
            <a:r>
              <a:rPr lang="en-AU" dirty="0" smtClean="0"/>
              <a:t>So what has happened? Possible issues – over-clearing, over-stocking of the land with grazing animals.</a:t>
            </a:r>
          </a:p>
          <a:p>
            <a:r>
              <a:rPr lang="en-AU" dirty="0" smtClean="0"/>
              <a:t>Problem not caused by – </a:t>
            </a:r>
            <a:r>
              <a:rPr lang="en-AU" i="1" dirty="0" smtClean="0"/>
              <a:t>excessive populations</a:t>
            </a:r>
            <a:endParaRPr lang="en-AU" i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100" name="Picture 4" descr="C:\Users\e2041615\AppData\Local\Microsoft\Windows\Temporary Internet Files\Content.IE5\U750XSMG\4931638848_e8ecf721cc_z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301208"/>
            <a:ext cx="1895872" cy="135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27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Land and soil degradation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7848872" cy="2179016"/>
          </a:xfrm>
        </p:spPr>
        <p:txBody>
          <a:bodyPr>
            <a:noAutofit/>
          </a:bodyPr>
          <a:lstStyle/>
          <a:p>
            <a:r>
              <a:rPr lang="en-AU" sz="2800" b="1" dirty="0" smtClean="0"/>
              <a:t>Land degradation – </a:t>
            </a:r>
            <a:r>
              <a:rPr lang="en-AU" sz="2800" dirty="0" smtClean="0"/>
              <a:t>the decline in the quality of natural land resources, commonly caused by improper use. It includes soil degradation</a:t>
            </a:r>
          </a:p>
          <a:p>
            <a:r>
              <a:rPr lang="en-AU" sz="2800" dirty="0" smtClean="0"/>
              <a:t>It includes the adverse effects of </a:t>
            </a:r>
            <a:r>
              <a:rPr lang="en-AU" sz="2800" i="1" dirty="0" smtClean="0"/>
              <a:t>overgrazing, excessive tillage, erosion, sediment deposition, mining, urbanisation, disposal of industrial wastes, road construction, decline of plant communities and the effects of noxious plants and animals. </a:t>
            </a:r>
          </a:p>
          <a:p>
            <a:r>
              <a:rPr lang="en-AU" sz="2800" dirty="0" smtClean="0"/>
              <a:t>Desertification is a significant impact of soil degradation.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21299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92696"/>
            <a:ext cx="741682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0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4000" dirty="0" smtClean="0"/>
              <a:t>Decline in the quality of the land.</a:t>
            </a:r>
          </a:p>
          <a:p>
            <a:r>
              <a:rPr lang="en-AU" sz="4000" dirty="0" smtClean="0"/>
              <a:t>One of the greatest 21</a:t>
            </a:r>
            <a:r>
              <a:rPr lang="en-AU" sz="4000" baseline="30000" dirty="0" smtClean="0"/>
              <a:t>st</a:t>
            </a:r>
            <a:r>
              <a:rPr lang="en-AU" sz="4000" dirty="0" smtClean="0"/>
              <a:t> century human-induced changes (a_____________) that challenges s__________________.</a:t>
            </a:r>
          </a:p>
          <a:p>
            <a:r>
              <a:rPr lang="en-AU" sz="4000" dirty="0" smtClean="0"/>
              <a:t>Land degradation affects approximately 1.5 billion people.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777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CAUSES OF 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 smtClean="0"/>
              <a:t>Brainstorm examples as a class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670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CAUSES OF 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61069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2041615\AppData\Local\Microsoft\Windows\Temporary Internet Files\Content.IE5\P9NYWZ4Z\Clearing_trees_off_the_road_(6100327560)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12663"/>
            <a:ext cx="4320480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e2041615\AppData\Local\Microsoft\Windows\Temporary Internet Files\Content.IE5\TM8SEV2T\220px-Crop_spraying_at_Rulesmains_Farm,_Duns_-_geograph.org.uk_-_156595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983" y="345828"/>
            <a:ext cx="3902968" cy="227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:\Users\e2041615\AppData\Local\Microsoft\Windows\Temporary Internet Files\Content.IE5\IU11W1OL\Highland_Cattle_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24944"/>
            <a:ext cx="2237997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:\Users\e2041615\AppData\Local\Microsoft\Windows\Temporary Internet Files\Content.IE5\P9NYWZ4Z\Angus_cattle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934" y="2197120"/>
            <a:ext cx="2756017" cy="186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C:\Users\e2041615\AppData\Local\Microsoft\Windows\Temporary Internet Files\Content.IE5\EEEE0WBJ\Kangal_Shepherd_(livestock-guarding_dog)_and_flock_of_goats_in_Namibia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930557"/>
            <a:ext cx="3347864" cy="173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:\Users\e2041615\AppData\Local\Microsoft\Windows\Temporary Internet Files\Content.IE5\RFOIFR0U\Flock_of_sheep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434" y="4659296"/>
            <a:ext cx="1319416" cy="200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C:\Users\e2041615\AppData\Local\Microsoft\Windows\Temporary Internet Files\Content.IE5\EEEE0WBJ\3688901_fd103e32[1]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140405"/>
            <a:ext cx="3251200" cy="252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C:\Users\e2041615\AppData\Local\Microsoft\Windows\Temporary Internet Files\Content.IE5\IU11W1OL\Grain_field_pivot_irrigation_2181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085" y="2749858"/>
            <a:ext cx="2867157" cy="215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47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Impacts – 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Brainstorm as a class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013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accent6">
                    <a:lumMod val="50000"/>
                  </a:schemeClr>
                </a:solidFill>
              </a:rPr>
              <a:t>Impacts – Land Degradation</a:t>
            </a:r>
            <a:endParaRPr lang="en-AU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59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e2041615\AppData\Local\Microsoft\Windows\Temporary Internet Files\Content.IE5\U750XSMG\Erosion_Netzwerk027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4517136" cy="316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e2041615\AppData\Local\Microsoft\Windows\Temporary Internet Files\Content.IE5\IU11W1OL\3764252542_7cb5bfab9c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026" y="3501008"/>
            <a:ext cx="4273957" cy="316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e2041615\AppData\Local\Microsoft\Windows\Temporary Internet Files\Content.IE5\U750XSMG\siccità-italia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530952"/>
            <a:ext cx="3592591" cy="23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:\Users\e2041615\AppData\Local\Microsoft\Windows\Temporary Internet Files\Content.IE5\RFOIFR0U\6308762461_888f57b6a6_z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01" y="3592112"/>
            <a:ext cx="3679957" cy="27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2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240</Words>
  <Application>Microsoft Office PowerPoint</Application>
  <PresentationFormat>On-screen Show (4:3)</PresentationFormat>
  <Paragraphs>25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LAND ENVIRONMENTS</vt:lpstr>
      <vt:lpstr>LAND DEGRADATION</vt:lpstr>
      <vt:lpstr>LAND DEGRADATION</vt:lpstr>
      <vt:lpstr>LAND DEGRADATION</vt:lpstr>
      <vt:lpstr>Land and soil degradation </vt:lpstr>
      <vt:lpstr>PowerPoint Presentation</vt:lpstr>
      <vt:lpstr>Land Degradation</vt:lpstr>
      <vt:lpstr>CAUSES OF LAND DEGRADATION</vt:lpstr>
      <vt:lpstr>CAUSES OF LAND DEGRADATION</vt:lpstr>
      <vt:lpstr>PowerPoint Presentation</vt:lpstr>
      <vt:lpstr>Impacts – Land Degradation</vt:lpstr>
      <vt:lpstr>Impacts – Land Degradation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RINTOUL Brooke</dc:creator>
  <cp:lastModifiedBy>RINTOUL Brooke</cp:lastModifiedBy>
  <cp:revision>8</cp:revision>
  <dcterms:created xsi:type="dcterms:W3CDTF">2018-03-08T00:51:35Z</dcterms:created>
  <dcterms:modified xsi:type="dcterms:W3CDTF">2018-03-12T04:20:16Z</dcterms:modified>
</cp:coreProperties>
</file>