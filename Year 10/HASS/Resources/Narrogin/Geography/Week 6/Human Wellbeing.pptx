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CF04761F-6C45-4782-9337-E93EA6E4FC05}" type="datetimeFigureOut">
              <a:rPr lang="en-AU" smtClean="0"/>
              <a:t>24/08/2017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BEBBDEE-6BFC-41D9-AB8E-0F89D5C23B2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470025"/>
          </a:xfrm>
        </p:spPr>
        <p:txBody>
          <a:bodyPr/>
          <a:lstStyle/>
          <a:p>
            <a:r>
              <a:rPr lang="en-AU" dirty="0" smtClean="0"/>
              <a:t>Human Wellbeing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1052736"/>
            <a:ext cx="6400800" cy="528464"/>
          </a:xfrm>
        </p:spPr>
        <p:txBody>
          <a:bodyPr/>
          <a:lstStyle/>
          <a:p>
            <a:r>
              <a:rPr lang="en-AU" b="1" dirty="0" smtClean="0"/>
              <a:t>Development, Global inequalities and Poverty </a:t>
            </a:r>
            <a:endParaRPr lang="en-AU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7" y="1916831"/>
            <a:ext cx="6864350" cy="455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8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Mini quiz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784976" cy="5112568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en-AU" dirty="0" smtClean="0"/>
              <a:t>1. </a:t>
            </a:r>
            <a:r>
              <a:rPr lang="en-AU" sz="2500" dirty="0" smtClean="0"/>
              <a:t>Name two </a:t>
            </a:r>
            <a:r>
              <a:rPr lang="en-AU" sz="2500" dirty="0"/>
              <a:t>countries that you think of as developed and </a:t>
            </a:r>
            <a:r>
              <a:rPr lang="en-AU" sz="2500" dirty="0" smtClean="0"/>
              <a:t>two </a:t>
            </a:r>
            <a:r>
              <a:rPr lang="en-AU" sz="2500" dirty="0"/>
              <a:t>that you think of as developing. </a:t>
            </a:r>
            <a:endParaRPr lang="en-AU" sz="2500" dirty="0" smtClean="0"/>
          </a:p>
          <a:p>
            <a:pPr marL="118872" indent="0">
              <a:buNone/>
            </a:pPr>
            <a:endParaRPr lang="en-AU" sz="2500" dirty="0" smtClean="0"/>
          </a:p>
          <a:p>
            <a:pPr marL="118872" indent="0">
              <a:buNone/>
            </a:pPr>
            <a:endParaRPr lang="en-AU" sz="2500" dirty="0" smtClean="0"/>
          </a:p>
          <a:p>
            <a:pPr marL="118872" indent="0">
              <a:buNone/>
            </a:pPr>
            <a:endParaRPr lang="en-AU" sz="2500" dirty="0"/>
          </a:p>
          <a:p>
            <a:pPr marL="633222" indent="-51435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1679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Mini quiz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872" indent="0">
              <a:buNone/>
            </a:pPr>
            <a:r>
              <a:rPr lang="en-AU" sz="2500" dirty="0" smtClean="0"/>
              <a:t>2. Poverty </a:t>
            </a:r>
            <a:r>
              <a:rPr lang="en-AU" sz="2500" dirty="0"/>
              <a:t>exists only in developing countries. True or false?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6689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human wellbeing?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Refers to people’s quality of life</a:t>
            </a:r>
          </a:p>
          <a:p>
            <a:r>
              <a:rPr lang="en-AU" dirty="0" smtClean="0"/>
              <a:t>Takes into account the extent to which an individual, group or country can be characterised as being healthy, happy and prosperous.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3861048"/>
            <a:ext cx="4608512" cy="26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9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Development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AU" dirty="0" smtClean="0"/>
              <a:t>It can be defined as the outcome of economic growth </a:t>
            </a:r>
          </a:p>
          <a:p>
            <a:pPr lvl="1"/>
            <a:r>
              <a:rPr lang="en-AU" dirty="0" smtClean="0"/>
              <a:t>or in terms of a socio-economic process, the aim of which is to provide a sustained improvement in people’s quality of life. </a:t>
            </a:r>
          </a:p>
          <a:p>
            <a:pPr lvl="1"/>
            <a:r>
              <a:rPr lang="en-AU" dirty="0" smtClean="0"/>
              <a:t>It is often measured by the rate of economic growth </a:t>
            </a:r>
          </a:p>
          <a:p>
            <a:pPr lvl="1"/>
            <a:r>
              <a:rPr lang="en-AU" dirty="0" smtClean="0"/>
              <a:t>Growth is measured by the consumption of goods and services.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720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However…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There is a belief that wellbeing is dependant on money but this does not necessarily being about happiness. </a:t>
            </a:r>
          </a:p>
          <a:p>
            <a:endParaRPr lang="en-AU" dirty="0"/>
          </a:p>
          <a:p>
            <a:r>
              <a:rPr lang="en-AU" dirty="0" smtClean="0"/>
              <a:t>What do you think is important for happiness?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4515524"/>
            <a:ext cx="3388056" cy="211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9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Developed Countries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rich, industrialised country of the world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557462"/>
            <a:ext cx="5040560" cy="335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55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Developing Countries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 poor or middle-income country often dependent on subsistence farming.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1" y="3287353"/>
            <a:ext cx="6142240" cy="27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3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Map showing developed and developing world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48" y="1628800"/>
            <a:ext cx="8775532" cy="4536504"/>
          </a:xfrm>
        </p:spPr>
      </p:pic>
    </p:spTree>
    <p:extLst>
      <p:ext uri="{BB962C8B-B14F-4D97-AF65-F5344CB8AC3E}">
        <p14:creationId xmlns:p14="http://schemas.microsoft.com/office/powerpoint/2010/main" val="322302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Map showing malnutrition 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16832"/>
            <a:ext cx="8650318" cy="4003242"/>
          </a:xfrm>
        </p:spPr>
      </p:pic>
    </p:spTree>
    <p:extLst>
      <p:ext uri="{BB962C8B-B14F-4D97-AF65-F5344CB8AC3E}">
        <p14:creationId xmlns:p14="http://schemas.microsoft.com/office/powerpoint/2010/main" val="1326595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Map showing probability of dying from communicable diseases 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7649676" cy="4731228"/>
          </a:xfrm>
        </p:spPr>
      </p:pic>
    </p:spTree>
    <p:extLst>
      <p:ext uri="{BB962C8B-B14F-4D97-AF65-F5344CB8AC3E}">
        <p14:creationId xmlns:p14="http://schemas.microsoft.com/office/powerpoint/2010/main" val="214379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patterns can we see?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PATTERN</a:t>
            </a:r>
          </a:p>
          <a:p>
            <a:r>
              <a:rPr lang="en-AU" dirty="0" smtClean="0"/>
              <a:t>QUANTITY </a:t>
            </a:r>
          </a:p>
          <a:p>
            <a:r>
              <a:rPr lang="en-AU" dirty="0" smtClean="0"/>
              <a:t>EXCEPTION</a:t>
            </a:r>
          </a:p>
          <a:p>
            <a:endParaRPr lang="en-AU" dirty="0"/>
          </a:p>
          <a:p>
            <a:pPr marL="633222" indent="-514350">
              <a:buFont typeface="+mj-lt"/>
              <a:buAutoNum type="arabicPeriod"/>
            </a:pPr>
            <a:r>
              <a:rPr lang="en-AU" dirty="0" smtClean="0"/>
              <a:t>With a partner examine the Atlas on page 34-35</a:t>
            </a:r>
          </a:p>
          <a:p>
            <a:pPr marL="633222" indent="-514350">
              <a:buFont typeface="+mj-lt"/>
              <a:buAutoNum type="arabicPeriod"/>
            </a:pPr>
            <a:r>
              <a:rPr lang="en-AU" dirty="0" smtClean="0"/>
              <a:t>Write down two patterns you can see in each of the maps. </a:t>
            </a:r>
          </a:p>
          <a:p>
            <a:pPr marL="633222" indent="-514350">
              <a:buFont typeface="+mj-lt"/>
              <a:buAutoNum type="arabicPeriod"/>
            </a:pPr>
            <a:r>
              <a:rPr lang="en-AU" dirty="0" smtClean="0"/>
              <a:t>Which parts of the world suffer the most from lack of water and food? </a:t>
            </a:r>
          </a:p>
          <a:p>
            <a:pPr marL="633222" indent="-514350">
              <a:buFont typeface="+mj-lt"/>
              <a:buAutoNum type="arabicPeriod"/>
            </a:pPr>
            <a:r>
              <a:rPr lang="en-AU" dirty="0" smtClean="0"/>
              <a:t>Does this also affect health and education?</a:t>
            </a:r>
          </a:p>
          <a:p>
            <a:pPr marL="633222" indent="-514350">
              <a:buFont typeface="+mj-lt"/>
              <a:buAutoNum type="arabicPeriod"/>
            </a:pPr>
            <a:r>
              <a:rPr lang="en-AU" dirty="0" smtClean="0"/>
              <a:t>Find a continent that contains a country that is ‘developing’. Locate the map for it and write down two key facts for that Continent.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577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Poverty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1"/>
            <a:ext cx="8229600" cy="1872208"/>
          </a:xfrm>
        </p:spPr>
        <p:txBody>
          <a:bodyPr>
            <a:normAutofit fontScale="92500" lnSpcReduction="10000"/>
          </a:bodyPr>
          <a:lstStyle/>
          <a:p>
            <a:r>
              <a:rPr lang="en-AU" i="1" dirty="0"/>
              <a:t>A term used to define an individual or group of people who lack the essential resources and services to enjoy a minimum standard of health and wellbeing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573016"/>
            <a:ext cx="4736182" cy="308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9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Key features of developed countries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08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Key features of developing countries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7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Draw up a table with these headings 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630076"/>
              </p:ext>
            </p:extLst>
          </p:nvPr>
        </p:nvGraphicFramePr>
        <p:xfrm>
          <a:off x="457200" y="1774824"/>
          <a:ext cx="8229600" cy="151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510159">
                <a:tc>
                  <a:txBody>
                    <a:bodyPr/>
                    <a:lstStyle/>
                    <a:p>
                      <a:r>
                        <a:rPr lang="en-AU" dirty="0" smtClean="0"/>
                        <a:t>Social</a:t>
                      </a:r>
                      <a:r>
                        <a:rPr lang="en-AU" baseline="0" dirty="0" smtClean="0"/>
                        <a:t> conditions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Environmental conditions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Economic conditions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9592" y="3501008"/>
            <a:ext cx="669674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500" dirty="0" smtClean="0"/>
              <a:t>We will examine a picture of the living conditions in New Delhi in India. Take down notes on what you think life would be like here. </a:t>
            </a:r>
            <a:endParaRPr lang="en-AU" sz="3500" dirty="0"/>
          </a:p>
        </p:txBody>
      </p:sp>
    </p:spTree>
    <p:extLst>
      <p:ext uri="{BB962C8B-B14F-4D97-AF65-F5344CB8AC3E}">
        <p14:creationId xmlns:p14="http://schemas.microsoft.com/office/powerpoint/2010/main" val="1250412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slums of New Delhi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slums of New Delhi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568455"/>
            <a:ext cx="7452320" cy="490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213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73</TotalTime>
  <Words>374</Words>
  <Application>Microsoft Office PowerPoint</Application>
  <PresentationFormat>On-screen Show (4:3)</PresentationFormat>
  <Paragraphs>48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Module</vt:lpstr>
      <vt:lpstr>Human Wellbeing </vt:lpstr>
      <vt:lpstr>Mini quiz</vt:lpstr>
      <vt:lpstr>Mini quiz</vt:lpstr>
      <vt:lpstr>What is human wellbeing?</vt:lpstr>
      <vt:lpstr>Development </vt:lpstr>
      <vt:lpstr>However…</vt:lpstr>
      <vt:lpstr>Developed Countries</vt:lpstr>
      <vt:lpstr>Developing Countries </vt:lpstr>
      <vt:lpstr>Map showing developed and developing world</vt:lpstr>
      <vt:lpstr>Map showing malnutrition </vt:lpstr>
      <vt:lpstr>Map showing probability of dying from communicable diseases </vt:lpstr>
      <vt:lpstr>What patterns can we see?</vt:lpstr>
      <vt:lpstr>Poverty </vt:lpstr>
      <vt:lpstr>Key features of developed countries</vt:lpstr>
      <vt:lpstr>Key features of developing countries</vt:lpstr>
      <vt:lpstr>Draw up a table with these headings </vt:lpstr>
      <vt:lpstr>slums of New Delhi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Wellbeing</dc:title>
  <dc:creator>GOODWIN Nina</dc:creator>
  <cp:lastModifiedBy>GOODWIN Nina</cp:lastModifiedBy>
  <cp:revision>8</cp:revision>
  <dcterms:created xsi:type="dcterms:W3CDTF">2017-08-21T08:44:26Z</dcterms:created>
  <dcterms:modified xsi:type="dcterms:W3CDTF">2017-08-24T00:30:27Z</dcterms:modified>
</cp:coreProperties>
</file>