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2" r:id="rId8"/>
    <p:sldId id="265" r:id="rId9"/>
    <p:sldId id="258" r:id="rId10"/>
    <p:sldId id="266" r:id="rId11"/>
    <p:sldId id="267" r:id="rId12"/>
    <p:sldId id="268" r:id="rId13"/>
    <p:sldId id="270" r:id="rId14"/>
    <p:sldId id="272" r:id="rId15"/>
    <p:sldId id="269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8"/>
    <p:restoredTop sz="94599"/>
  </p:normalViewPr>
  <p:slideViewPr>
    <p:cSldViewPr snapToGrid="0" snapToObjects="1">
      <p:cViewPr varScale="1">
        <p:scale>
          <a:sx n="108" d="100"/>
          <a:sy n="108" d="100"/>
        </p:scale>
        <p:origin x="4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3C633830-2244-49AE-BC4A-47F415C177C6}" type="datetimeFigureOut">
              <a:rPr lang="en-US" dirty="0"/>
              <a:pPr/>
              <a:t>8/9/2022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C633830-2244-49AE-BC4A-47F415C177C6}" type="datetimeFigureOut">
              <a:rPr lang="en-US" dirty="0"/>
              <a:pPr/>
              <a:t>8/9/2022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3C633830-2244-49AE-BC4A-47F415C177C6}" type="datetimeFigureOut">
              <a:rPr lang="en-US" dirty="0"/>
              <a:t>8/9/2022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3C633830-2244-49AE-BC4A-47F415C177C6}" type="datetimeFigureOut">
              <a:rPr lang="en-US" dirty="0"/>
              <a:pPr/>
              <a:t>8/9/2022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19kvUiHvA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Year 10 History</a:t>
            </a:r>
            <a:br>
              <a:rPr lang="en-AU" dirty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World War 2</a:t>
            </a:r>
            <a:r>
              <a:rPr lang="en-AU" sz="3200"/>
              <a:t>: Atomic Bomb </a:t>
            </a:r>
          </a:p>
        </p:txBody>
      </p:sp>
    </p:spTree>
    <p:extLst>
      <p:ext uri="{BB962C8B-B14F-4D97-AF65-F5344CB8AC3E}">
        <p14:creationId xmlns:p14="http://schemas.microsoft.com/office/powerpoint/2010/main" val="443256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70837" y="410822"/>
            <a:ext cx="3833906" cy="4952492"/>
          </a:xfrm>
        </p:spPr>
        <p:txBody>
          <a:bodyPr/>
          <a:lstStyle/>
          <a:p>
            <a:r>
              <a:rPr lang="en-AU" dirty="0"/>
              <a:t>Review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0791" y="250089"/>
            <a:ext cx="8580472" cy="5655156"/>
          </a:xfrm>
        </p:spPr>
        <p:txBody>
          <a:bodyPr>
            <a:noAutofit/>
          </a:bodyPr>
          <a:lstStyle/>
          <a:p>
            <a:r>
              <a:rPr lang="en-AU" sz="3600" dirty="0"/>
              <a:t>The bombing of </a:t>
            </a:r>
            <a:r>
              <a:rPr lang="en-AU" sz="3600" b="1" dirty="0"/>
              <a:t>Pearl Harbour </a:t>
            </a:r>
            <a:r>
              <a:rPr lang="en-AU" sz="3600" dirty="0"/>
              <a:t>by Japan in December 1941 </a:t>
            </a:r>
            <a:r>
              <a:rPr lang="is-IS" sz="3600" dirty="0"/>
              <a:t>was the beginning of WWII in the Pacific. </a:t>
            </a:r>
          </a:p>
          <a:p>
            <a:r>
              <a:rPr lang="is-IS" sz="3600" b="1" dirty="0"/>
              <a:t>First 2 years </a:t>
            </a:r>
            <a:r>
              <a:rPr lang="is-IS" sz="3600" dirty="0"/>
              <a:t>of the war, Japanese forces occupied Malaya, Singapore, Hong Kong, the Philippines, Guam and Wake Island. </a:t>
            </a:r>
          </a:p>
          <a:p>
            <a:r>
              <a:rPr lang="is-IS" sz="3600" dirty="0"/>
              <a:t>Then conquered Burma, French Indochina and the Dutch East Indies to reach </a:t>
            </a:r>
            <a:r>
              <a:rPr lang="is-IS" sz="3600" b="1" dirty="0"/>
              <a:t>Australia’s doorstep </a:t>
            </a:r>
            <a:r>
              <a:rPr lang="is-IS" sz="3600" dirty="0"/>
              <a:t>in New Guinea. </a:t>
            </a:r>
          </a:p>
          <a:p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47276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77" y="0"/>
            <a:ext cx="10792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7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Fall of Singapore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0335" y="208346"/>
            <a:ext cx="6248398" cy="5655156"/>
          </a:xfrm>
        </p:spPr>
        <p:txBody>
          <a:bodyPr>
            <a:noAutofit/>
          </a:bodyPr>
          <a:lstStyle/>
          <a:p>
            <a:r>
              <a:rPr lang="en-AU" sz="3200" dirty="0"/>
              <a:t>Singapore surrendered in 1942 </a:t>
            </a:r>
          </a:p>
          <a:p>
            <a:r>
              <a:rPr lang="en-AU" sz="3200" dirty="0"/>
              <a:t>More than 130 000 allied troops (15000 Australians) became prisoners of war. </a:t>
            </a:r>
          </a:p>
          <a:p>
            <a:r>
              <a:rPr lang="en-AU" sz="3200" dirty="0"/>
              <a:t>Cause of great concern for Australia </a:t>
            </a:r>
          </a:p>
          <a:p>
            <a:pPr lvl="1"/>
            <a:r>
              <a:rPr lang="en-AU" sz="2800" dirty="0"/>
              <a:t>Strong British presence, therefore Australia felt protected</a:t>
            </a:r>
          </a:p>
          <a:p>
            <a:r>
              <a:rPr lang="en-AU" sz="3200" dirty="0"/>
              <a:t>Could no longer depend on Britain, needed new allies against Japan </a:t>
            </a:r>
          </a:p>
        </p:txBody>
      </p:sp>
    </p:spTree>
    <p:extLst>
      <p:ext uri="{BB962C8B-B14F-4D97-AF65-F5344CB8AC3E}">
        <p14:creationId xmlns:p14="http://schemas.microsoft.com/office/powerpoint/2010/main" val="112217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40959" y="233916"/>
            <a:ext cx="7446335" cy="4952492"/>
          </a:xfrm>
        </p:spPr>
        <p:txBody>
          <a:bodyPr/>
          <a:lstStyle/>
          <a:p>
            <a:r>
              <a:rPr lang="en-AU" dirty="0"/>
              <a:t>Darwin Bombings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20" y="1164134"/>
            <a:ext cx="3488789" cy="5411972"/>
          </a:xfrm>
        </p:spPr>
      </p:pic>
      <p:sp>
        <p:nvSpPr>
          <p:cNvPr id="6" name="TextBox 5"/>
          <p:cNvSpPr txBox="1"/>
          <p:nvPr/>
        </p:nvSpPr>
        <p:spPr>
          <a:xfrm>
            <a:off x="4678326" y="1164134"/>
            <a:ext cx="72939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en-AU" sz="2800" dirty="0"/>
              <a:t>After fall of Singapore, there began an evacuation of women and children from Darwin and surrounding areas in fear of an attack. </a:t>
            </a:r>
          </a:p>
          <a:p>
            <a:pPr marL="285750" indent="-285750">
              <a:buFont typeface="Wingdings" charset="2"/>
              <a:buChar char="Ø"/>
            </a:pPr>
            <a:r>
              <a:rPr lang="en-AU" sz="2800" dirty="0"/>
              <a:t>19</a:t>
            </a:r>
            <a:r>
              <a:rPr lang="en-AU" sz="2800" baseline="30000" dirty="0"/>
              <a:t>th</a:t>
            </a:r>
            <a:r>
              <a:rPr lang="en-AU" sz="2800" dirty="0"/>
              <a:t> Feb, 1942, Japan launched assault on Darwin </a:t>
            </a:r>
          </a:p>
          <a:p>
            <a:pPr marL="285750" indent="-285750">
              <a:buFont typeface="Wingdings" charset="2"/>
              <a:buChar char="Ø"/>
            </a:pPr>
            <a:r>
              <a:rPr lang="en-AU" sz="2800" dirty="0"/>
              <a:t>Approx. 250 people killed. </a:t>
            </a:r>
          </a:p>
          <a:p>
            <a:pPr marL="285750" indent="-285750">
              <a:buFont typeface="Wingdings" charset="2"/>
              <a:buChar char="Ø"/>
            </a:pPr>
            <a:r>
              <a:rPr lang="en-AU" sz="2800" dirty="0"/>
              <a:t>By 1943, Darwin had suffered 64 air raids. Other towns in the NT, QLD and WA were also struck. </a:t>
            </a:r>
          </a:p>
          <a:p>
            <a:pPr marL="285750" indent="-285750">
              <a:buFont typeface="Wingdings" charset="2"/>
              <a:buChar char="Ø"/>
            </a:pPr>
            <a:r>
              <a:rPr lang="en-AU" sz="2800" dirty="0"/>
              <a:t>Overall 900 allied troops and civilians killed. </a:t>
            </a:r>
          </a:p>
          <a:p>
            <a:pPr marL="285750" indent="-285750">
              <a:buFont typeface="Wingdings" charset="2"/>
              <a:buChar char="Ø"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55556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323" y="-49655"/>
            <a:ext cx="7528737" cy="690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1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War in Sydney Harbour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May 1942, three Japanese submarines entered the harbour. </a:t>
            </a:r>
          </a:p>
          <a:p>
            <a:r>
              <a:rPr lang="en-AU" sz="3200" dirty="0"/>
              <a:t>Sank a ferry carrying military personnel (killing 21 people). </a:t>
            </a:r>
          </a:p>
          <a:p>
            <a:r>
              <a:rPr lang="en-AU" sz="3200" dirty="0"/>
              <a:t>One week later, two submarines struck several Sydney suburbs </a:t>
            </a:r>
          </a:p>
          <a:p>
            <a:r>
              <a:rPr lang="en-AU" sz="3200" dirty="0"/>
              <a:t>No damage done, but Australia realised that war was close to home.</a:t>
            </a:r>
          </a:p>
        </p:txBody>
      </p:sp>
    </p:spTree>
    <p:extLst>
      <p:ext uri="{BB962C8B-B14F-4D97-AF65-F5344CB8AC3E}">
        <p14:creationId xmlns:p14="http://schemas.microsoft.com/office/powerpoint/2010/main" val="123485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12883E-84C3-42AD-B34A-4D2498251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2618" y="663373"/>
            <a:ext cx="3684644" cy="1608487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The atomic bombings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19" y="639905"/>
            <a:ext cx="6312454" cy="52709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A28D78-0305-4DA2-A78C-EF9ADD366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7543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2618" y="2422689"/>
            <a:ext cx="3684644" cy="3791848"/>
          </a:xfrm>
        </p:spPr>
        <p:txBody>
          <a:bodyPr>
            <a:normAutofit/>
          </a:bodyPr>
          <a:lstStyle/>
          <a:p>
            <a:r>
              <a:rPr lang="en-AU" dirty="0"/>
              <a:t>The dropping of the atomic bombs on the Japanese cities of Hiroshima and Nagasaki is remembered as one of the most significant events of WWII. </a:t>
            </a:r>
          </a:p>
          <a:p>
            <a:r>
              <a:rPr lang="en-AU" dirty="0">
                <a:hlinkClick r:id="rId3"/>
              </a:rPr>
              <a:t>https://www.youtube.com/watch?v=t19kvUiHvAE</a:t>
            </a:r>
            <a:endParaRPr lang="en-AU" dirty="0"/>
          </a:p>
          <a:p>
            <a:endParaRPr lang="en-AU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DC5B7347-E281-4E2C-A95E-6A4A26315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72057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atomic bombings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At the start of WWII in 1939, the atomic bomb had not yet been invented</a:t>
            </a:r>
          </a:p>
          <a:p>
            <a:r>
              <a:rPr lang="en-AU" sz="3200" dirty="0"/>
              <a:t>Scientists made the discovery that a powerful explosion might be possible by splitting an atom</a:t>
            </a:r>
          </a:p>
          <a:p>
            <a:r>
              <a:rPr lang="en-AU" sz="3200" dirty="0"/>
              <a:t>Could destroy large cities in a single blast and would </a:t>
            </a:r>
            <a:r>
              <a:rPr lang="en-AU" sz="3200" u="sng" dirty="0"/>
              <a:t>change warfare forever </a:t>
            </a: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506664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first atomic bomb was trialled by the USA.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3200" dirty="0"/>
              <a:t>July 16, 1945 the first atomic bomb was exploded in the New Mexico desert (in the USA) after three years of research.</a:t>
            </a:r>
          </a:p>
          <a:p>
            <a:r>
              <a:rPr lang="en-AU" sz="3200" dirty="0"/>
              <a:t>Temperature at the centre of the explosion was </a:t>
            </a:r>
            <a:r>
              <a:rPr lang="en-AU" sz="3200" b="1" dirty="0"/>
              <a:t>three times hotter </a:t>
            </a:r>
            <a:r>
              <a:rPr lang="en-AU" sz="3200" dirty="0"/>
              <a:t>than the centre of the sun</a:t>
            </a:r>
          </a:p>
          <a:p>
            <a:r>
              <a:rPr lang="en-AU" sz="3200" dirty="0"/>
              <a:t>Scientists were fearful that they had created something that would cause mass destruction and death.  </a:t>
            </a:r>
          </a:p>
        </p:txBody>
      </p:sp>
    </p:spTree>
    <p:extLst>
      <p:ext uri="{BB962C8B-B14F-4D97-AF65-F5344CB8AC3E}">
        <p14:creationId xmlns:p14="http://schemas.microsoft.com/office/powerpoint/2010/main" val="193896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2327"/>
            <a:ext cx="4907280" cy="1927490"/>
          </a:xfrm>
        </p:spPr>
        <p:txBody>
          <a:bodyPr/>
          <a:lstStyle/>
          <a:p>
            <a:r>
              <a:rPr lang="en-AU"/>
              <a:t>Deciding to drop the Bomb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2800" dirty="0"/>
              <a:t>By the time the first atomic bomb had been made, Germany had already surrendered WWII in Europe</a:t>
            </a:r>
          </a:p>
          <a:p>
            <a:r>
              <a:rPr lang="en-AU" sz="2800" dirty="0"/>
              <a:t>Japan was also defeated, but would not surrender (even after air raids caused the deaths of thousands of </a:t>
            </a:r>
            <a:r>
              <a:rPr lang="en-AU" sz="2800" dirty="0" err="1"/>
              <a:t>civillians</a:t>
            </a:r>
            <a:r>
              <a:rPr lang="en-AU" sz="2800" dirty="0"/>
              <a:t>)</a:t>
            </a:r>
          </a:p>
          <a:p>
            <a:r>
              <a:rPr lang="en-AU" sz="2800" dirty="0"/>
              <a:t>The US was considering invading Japan, however they believed that too many soldiers would die in the process. </a:t>
            </a:r>
          </a:p>
          <a:p>
            <a:r>
              <a:rPr lang="en-AU" sz="2800" dirty="0"/>
              <a:t>President Truman decided to drop the atomic bomb instead.</a:t>
            </a:r>
          </a:p>
        </p:txBody>
      </p:sp>
      <p:pic>
        <p:nvPicPr>
          <p:cNvPr id="1030" name="Picture 6" descr="mage result for president trum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89" y="2509283"/>
            <a:ext cx="4424091" cy="294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85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8171"/>
            <a:ext cx="3833906" cy="4952492"/>
          </a:xfrm>
        </p:spPr>
        <p:txBody>
          <a:bodyPr/>
          <a:lstStyle/>
          <a:p>
            <a:r>
              <a:rPr lang="en-AU" dirty="0"/>
              <a:t>Hiroshima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228" y="1086900"/>
            <a:ext cx="6248398" cy="5655156"/>
          </a:xfrm>
        </p:spPr>
        <p:txBody>
          <a:bodyPr>
            <a:normAutofit/>
          </a:bodyPr>
          <a:lstStyle/>
          <a:p>
            <a:r>
              <a:rPr lang="en-AU" sz="2800" dirty="0"/>
              <a:t>August 6, 1945, ’Little Boy’ was dropped on Hiroshima. </a:t>
            </a:r>
          </a:p>
          <a:p>
            <a:r>
              <a:rPr lang="en-AU" sz="2800" dirty="0"/>
              <a:t>Hiroshima chosen as it was a large, urban, industrial city which was also used for military storage</a:t>
            </a:r>
          </a:p>
          <a:p>
            <a:r>
              <a:rPr lang="en-AU" sz="2800" dirty="0"/>
              <a:t>City destroyed and </a:t>
            </a:r>
            <a:r>
              <a:rPr lang="en-AU" sz="2800" dirty="0" err="1"/>
              <a:t>approx</a:t>
            </a:r>
            <a:r>
              <a:rPr lang="en-AU" sz="2800" dirty="0"/>
              <a:t> 80 000 killed , 70 000 injured</a:t>
            </a:r>
          </a:p>
          <a:p>
            <a:r>
              <a:rPr lang="en-AU" sz="2800" dirty="0"/>
              <a:t>Many people also suffered from burns, radiation, cancer and many other side effects. </a:t>
            </a:r>
            <a:endParaRPr lang="en-AU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58" y="1342082"/>
            <a:ext cx="4862439" cy="422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7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6">
            <a:extLst>
              <a:ext uri="{FF2B5EF4-FFF2-40B4-BE49-F238E27FC236}">
                <a16:creationId xmlns:a16="http://schemas.microsoft.com/office/drawing/2014/main" id="{CBFCA52C-D148-4059-828A-2A164DDA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A727153-C6C9-49EF-ADFE-BCC982335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mage result for hiroshim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4" r="27207" b="-1"/>
          <a:stretch/>
        </p:blipFill>
        <p:spPr bwMode="auto">
          <a:xfrm>
            <a:off x="20" y="10"/>
            <a:ext cx="6095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age result for hiroshim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7" r="29343"/>
          <a:stretch/>
        </p:blipFill>
        <p:spPr bwMode="auto">
          <a:xfrm>
            <a:off x="6096000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Freeform 6">
            <a:extLst>
              <a:ext uri="{FF2B5EF4-FFF2-40B4-BE49-F238E27FC236}">
                <a16:creationId xmlns:a16="http://schemas.microsoft.com/office/drawing/2014/main" id="{BDDF7A9A-BE21-47E3-9D45-A73FF871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48006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5075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02" y="356416"/>
            <a:ext cx="2643813" cy="2875882"/>
          </a:xfrm>
        </p:spPr>
        <p:txBody>
          <a:bodyPr>
            <a:normAutofit/>
          </a:bodyPr>
          <a:lstStyle/>
          <a:p>
            <a:r>
              <a:rPr lang="en-AU" sz="2800"/>
              <a:t>Hiroshima </a:t>
            </a:r>
            <a:r>
              <a:rPr lang="en-AU" sz="2800" dirty="0"/>
              <a:t>before and after the atomic bombing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123" y="-34136"/>
            <a:ext cx="4763682" cy="68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89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Nagasaki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Despite witnessing the terrible destruction of Hiroshima, Japan still refused to surrender. </a:t>
            </a:r>
          </a:p>
          <a:p>
            <a:r>
              <a:rPr lang="en-AU" sz="3200" dirty="0"/>
              <a:t>3 days later, another atomic bomb ‘Fat Man’ was dropped on Nagasaki. </a:t>
            </a:r>
          </a:p>
          <a:p>
            <a:r>
              <a:rPr lang="en-AU" sz="3200" dirty="0"/>
              <a:t>40 000- 70 000 people killed by immediate effects </a:t>
            </a:r>
          </a:p>
        </p:txBody>
      </p:sp>
    </p:spTree>
    <p:extLst>
      <p:ext uri="{BB962C8B-B14F-4D97-AF65-F5344CB8AC3E}">
        <p14:creationId xmlns:p14="http://schemas.microsoft.com/office/powerpoint/2010/main" val="903690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833906" cy="4952492"/>
          </a:xfrm>
        </p:spPr>
        <p:txBody>
          <a:bodyPr/>
          <a:lstStyle/>
          <a:p>
            <a:r>
              <a:rPr lang="en-AU" dirty="0"/>
              <a:t>Japan surrenders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591" y="559678"/>
            <a:ext cx="6248398" cy="5655156"/>
          </a:xfrm>
        </p:spPr>
        <p:txBody>
          <a:bodyPr>
            <a:normAutofit/>
          </a:bodyPr>
          <a:lstStyle/>
          <a:p>
            <a:r>
              <a:rPr lang="en-AU" sz="3200" dirty="0"/>
              <a:t>6 days after Nagasaki, on the 15</a:t>
            </a:r>
            <a:r>
              <a:rPr lang="en-AU" sz="3200" baseline="30000" dirty="0"/>
              <a:t>th</a:t>
            </a:r>
            <a:r>
              <a:rPr lang="en-AU" sz="3200" dirty="0"/>
              <a:t> of August, 1945, Japan surrendered to US forces. </a:t>
            </a:r>
          </a:p>
          <a:p>
            <a:r>
              <a:rPr lang="en-AU" sz="3200" dirty="0"/>
              <a:t>The formal declaration of surrender was signed on the 2</a:t>
            </a:r>
            <a:r>
              <a:rPr lang="en-AU" sz="3200" baseline="30000" dirty="0"/>
              <a:t>nd</a:t>
            </a:r>
            <a:r>
              <a:rPr lang="en-AU" sz="3200" dirty="0"/>
              <a:t> September and the Allies occupied Japan from that date until 1952. </a:t>
            </a:r>
          </a:p>
          <a:p>
            <a:endParaRPr lang="en-AU" sz="3200" dirty="0"/>
          </a:p>
          <a:p>
            <a:endParaRPr lang="en-AU" sz="3200" dirty="0"/>
          </a:p>
        </p:txBody>
      </p:sp>
      <p:pic>
        <p:nvPicPr>
          <p:cNvPr id="4098" name="Picture 2" descr="mage result for japan surrenders w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12" y="1740752"/>
            <a:ext cx="5785015" cy="462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4028" y="425303"/>
            <a:ext cx="3833906" cy="4952492"/>
          </a:xfrm>
        </p:spPr>
        <p:txBody>
          <a:bodyPr/>
          <a:lstStyle/>
          <a:p>
            <a:r>
              <a:rPr lang="en-AU"/>
              <a:t>Debate 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0726" y="1467293"/>
            <a:ext cx="1022852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Immediately after WWII ended, most US citizens supported the use of the atomic bombs. </a:t>
            </a:r>
          </a:p>
          <a:p>
            <a:endParaRPr lang="en-AU" sz="2800" dirty="0"/>
          </a:p>
          <a:p>
            <a:r>
              <a:rPr lang="en-AU" sz="2800" dirty="0"/>
              <a:t>Images of survivors were censored and many were so used to anti-Japanese propaganda that they felt little empathy for the victims. </a:t>
            </a:r>
          </a:p>
          <a:p>
            <a:endParaRPr lang="en-AU" sz="2800" dirty="0"/>
          </a:p>
          <a:p>
            <a:r>
              <a:rPr lang="en-AU" sz="2800" dirty="0"/>
              <a:t>Since then, however, there have been fierce debates over whether the atomic bombings were </a:t>
            </a:r>
            <a:r>
              <a:rPr lang="en-AU" sz="2800" b="1" dirty="0"/>
              <a:t>justified or necessary to end the war. </a:t>
            </a:r>
          </a:p>
        </p:txBody>
      </p:sp>
    </p:spTree>
    <p:extLst>
      <p:ext uri="{BB962C8B-B14F-4D97-AF65-F5344CB8AC3E}">
        <p14:creationId xmlns:p14="http://schemas.microsoft.com/office/powerpoint/2010/main" val="1386833400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Headlines</Template>
  <TotalTime>120</TotalTime>
  <Words>690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Schoolbook</vt:lpstr>
      <vt:lpstr>Corbel</vt:lpstr>
      <vt:lpstr>Wingdings</vt:lpstr>
      <vt:lpstr>Headlines</vt:lpstr>
      <vt:lpstr>Year 10 History </vt:lpstr>
      <vt:lpstr>Review </vt:lpstr>
      <vt:lpstr>PowerPoint Presentation</vt:lpstr>
      <vt:lpstr>Fall of Singapore </vt:lpstr>
      <vt:lpstr>Darwin Bombings</vt:lpstr>
      <vt:lpstr>PowerPoint Presentation</vt:lpstr>
      <vt:lpstr>War in Sydney Harbour </vt:lpstr>
      <vt:lpstr>The atomic bombings </vt:lpstr>
      <vt:lpstr>The atomic bombings</vt:lpstr>
      <vt:lpstr>The first atomic bomb was trialled by the USA.</vt:lpstr>
      <vt:lpstr>Deciding to drop the Bomb</vt:lpstr>
      <vt:lpstr>Hiroshima</vt:lpstr>
      <vt:lpstr>PowerPoint Presentation</vt:lpstr>
      <vt:lpstr>PowerPoint Presentation</vt:lpstr>
      <vt:lpstr>Nagasaki</vt:lpstr>
      <vt:lpstr>Japan surrenders </vt:lpstr>
      <vt:lpstr>Debate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10 History</dc:title>
  <dc:creator>Carly Fazioli</dc:creator>
  <cp:lastModifiedBy>FLAVEL Carly [Narrogin Senior High School]</cp:lastModifiedBy>
  <cp:revision>10</cp:revision>
  <dcterms:created xsi:type="dcterms:W3CDTF">2019-03-05T11:34:04Z</dcterms:created>
  <dcterms:modified xsi:type="dcterms:W3CDTF">2022-08-09T03:12:14Z</dcterms:modified>
</cp:coreProperties>
</file>