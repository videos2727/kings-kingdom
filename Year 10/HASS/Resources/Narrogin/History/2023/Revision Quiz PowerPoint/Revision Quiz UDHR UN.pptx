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sldIdLst>
    <p:sldId id="256" r:id="rId2"/>
    <p:sldId id="286" r:id="rId3"/>
    <p:sldId id="288" r:id="rId4"/>
    <p:sldId id="291" r:id="rId5"/>
    <p:sldId id="293" r:id="rId6"/>
    <p:sldId id="295" r:id="rId7"/>
    <p:sldId id="296" r:id="rId8"/>
    <p:sldId id="297" r:id="rId9"/>
    <p:sldId id="298" r:id="rId10"/>
    <p:sldId id="300" r:id="rId11"/>
    <p:sldId id="311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892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282FE-769F-4905-8D43-556930248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5A5F6-171B-409C-A537-FA9F3CB61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FA000-8052-4D3B-AE3C-A74E4867F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3/21/2023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5DF27-2F15-47FC-BC58-7F0AD02DD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2B92F-DDDD-4F2A-9826-D8C90D1AC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123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576EF-8466-4E61-AAB2-0158E314D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7A56A-BDB5-470E-86E3-4668834F2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FE75B-5198-4D12-9AD4-CC4059E99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3/21/2023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7604E-FB91-4A3F-918C-3F91199B5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8ED3D-4966-44F1-BC6D-3B402A804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668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C70E2-CE21-4315-8254-C4A1064BF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65B25-EB66-45FE-A945-16726CD81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830F7-4E7C-467C-AC1E-49642713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3/21/2023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851E6-4EE4-46DE-9928-8B62F902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48EDD-142A-4A0D-A1E9-39F9CECA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311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22F23-E4BE-4A77-9A40-EE0C65A51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F6475-B326-42A0-89F0-C42280C05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C04ED-A6A7-4B89-8007-3C60B9428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92B38-DB14-4B84-9902-A38ED0DB3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3/21/2023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7D6A6-3362-4256-B8F9-FA00B3941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30648-F274-437F-8C35-D67F837C2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684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7C1DC-DE0A-429B-B912-FE2F2CB67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DDA8E-9796-40C1-B3BA-5DBA343E8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15988-C298-4E9D-8900-71F5D3477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7A352B-A154-40F6-8D76-3A4A5424D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FEA4AE-A6FA-458D-9680-580A0DDAB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CA76D1-5CD0-4765-A00B-9924B82D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3/21/2023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4AECD-2100-434A-972E-69EAB8218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40DE7-54F5-45A5-8869-5DB0F5B3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06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3339-CE01-496A-A9F7-D17CA8FB8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1D097A-11B0-496A-B5BC-A054B3EA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3/21/2023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6643F3-DE48-4B09-988E-870E359F5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47B3F-59EF-44E9-B086-28EA8BDF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541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E8B663-C38B-4B65-B478-C0264011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3/21/2023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16E3B1-8F93-47C3-A80A-9E6A3109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85540-9037-47FA-8278-E7FD62112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9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AC070-6F2B-4086-9959-C47585D6B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FB958-4442-48EF-BB78-1D82FA849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D67AF-4BAD-4E62-8538-124A463E0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04B70-1D77-46BD-8664-00FB8FD8F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3/21/2023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F7569-B6FC-44B4-8909-40D1CAAC5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CC55B-AC4B-4420-9EEC-CAC7DC58B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593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6E50-3B82-4B67-A36B-F25C9DCB1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07CD33-47E3-4DF2-8FA0-B7A88CA0F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DC2E4-9CE5-4D3C-B12A-965AD0039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A7265-FFED-4D93-A551-AE44C5952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3/21/2023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64B51-694B-42E0-A300-3A159F455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FDD02-29E3-45BC-871B-34AA0970C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428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A364D-A971-4259-9C73-9A7677C5B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4AAAD-D03D-4F39-9670-510C6E2B2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4B964-9EED-4F91-BB37-9D28B66D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3/21/2023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5142F-B736-46A0-9437-83D1F6A2D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E512D-A8DB-43A6-919F-62D9BDC6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895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D15F5E-8AFD-4852-94C9-E3FD80C1C2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31CDD-CE45-4FA3-861E-B814DE831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B98A6-123A-4861-930A-F9C072BF6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3/21/2023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2C099-D1B6-4C3E-A50F-B29D97CB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B64B1-BD37-4023-988A-32B4C50EF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555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DAC7CC-8345-4F74-A796-381883B6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31610-E303-40B4-AA8E-8995DA8AF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CE59F-2F6E-481A-BCAB-A1024A7386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3/21/2023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07BD8-0614-4BED-9E67-E2CC991CA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D4B4E-6601-4287-A097-92B1B6A2E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11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530B-D153-45FE-911C-6DB0920D7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791" y="835383"/>
            <a:ext cx="3382832" cy="3499549"/>
          </a:xfrm>
        </p:spPr>
        <p:txBody>
          <a:bodyPr>
            <a:normAutofit/>
          </a:bodyPr>
          <a:lstStyle/>
          <a:p>
            <a:pPr algn="l"/>
            <a:r>
              <a:rPr lang="en-AU" sz="4200"/>
              <a:t>Revision Quiz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2F1E6-A619-4D36-B783-75C3C68473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789" y="4334933"/>
            <a:ext cx="3382831" cy="1185333"/>
          </a:xfrm>
        </p:spPr>
        <p:txBody>
          <a:bodyPr>
            <a:normAutofit/>
          </a:bodyPr>
          <a:lstStyle/>
          <a:p>
            <a:pPr algn="l"/>
            <a:r>
              <a:rPr lang="en-AU" dirty="0">
                <a:solidFill>
                  <a:srgbClr val="7BA9B4"/>
                </a:solidFill>
              </a:rPr>
              <a:t>Year 10</a:t>
            </a:r>
          </a:p>
        </p:txBody>
      </p:sp>
      <p:pic>
        <p:nvPicPr>
          <p:cNvPr id="4" name="Picture 3" descr="Bubble sheet test paper and pencil">
            <a:extLst>
              <a:ext uri="{FF2B5EF4-FFF2-40B4-BE49-F238E27FC236}">
                <a16:creationId xmlns:a16="http://schemas.microsoft.com/office/drawing/2014/main" id="{B4D713C2-D6D5-4433-BF3B-D179202D82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558"/>
          <a:stretch/>
        </p:blipFill>
        <p:spPr>
          <a:xfrm>
            <a:off x="4654297" y="10"/>
            <a:ext cx="753770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02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94A7-CAC1-4F9C-A2E1-BEE9B2081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801688" indent="-801688"/>
            <a:r>
              <a:rPr lang="en-AU" b="1" i="0" dirty="0">
                <a:effectLst/>
                <a:latin typeface="Open Sans" panose="020B0606030504020204" pitchFamily="34" charset="0"/>
              </a:rPr>
              <a:t>1. Why was the Universal Declaration of Human Rights written? 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F157A-3AC3-4053-9AFD-D0B87B119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59880" cy="4351338"/>
          </a:xfrm>
        </p:spPr>
        <p:txBody>
          <a:bodyPr/>
          <a:lstStyle/>
          <a:p>
            <a:pPr marL="514350" indent="-514350" fontAlgn="t">
              <a:buFont typeface="+mj-lt"/>
              <a:buAutoNum type="alphaLcParenR"/>
            </a:pPr>
            <a:r>
              <a:rPr lang="en-AU" b="0" i="0" dirty="0">
                <a:effectLst/>
                <a:latin typeface="Open Sans" panose="020B0606030504020204" pitchFamily="34" charset="0"/>
              </a:rPr>
              <a:t>Because the League of Nations failed</a:t>
            </a:r>
          </a:p>
          <a:p>
            <a:pPr marL="514350" indent="-514350" fontAlgn="t">
              <a:buFont typeface="+mj-lt"/>
              <a:buAutoNum type="alphaLcParenR"/>
            </a:pPr>
            <a:r>
              <a:rPr lang="en-AU" b="0" i="0" dirty="0">
                <a:effectLst/>
                <a:latin typeface="Open Sans" panose="020B0606030504020204" pitchFamily="34" charset="0"/>
              </a:rPr>
              <a:t>As a result of the Civil War</a:t>
            </a:r>
          </a:p>
          <a:p>
            <a:pPr marL="514350" indent="-514350" fontAlgn="t">
              <a:buFont typeface="+mj-lt"/>
              <a:buAutoNum type="alphaLcParenR"/>
            </a:pPr>
            <a:r>
              <a:rPr lang="en-AU" b="0" i="0" dirty="0">
                <a:effectLst/>
                <a:latin typeface="Open Sans" panose="020B0606030504020204" pitchFamily="34" charset="0"/>
              </a:rPr>
              <a:t>As a result of the Holocaust and WWII</a:t>
            </a:r>
          </a:p>
          <a:p>
            <a:pPr marL="514350" indent="-514350" algn="l" fontAlgn="t">
              <a:buFont typeface="+mj-lt"/>
              <a:buAutoNum type="alphaLcParenR"/>
            </a:pPr>
            <a:r>
              <a:rPr lang="en-AU" b="0" i="0" dirty="0">
                <a:effectLst/>
                <a:latin typeface="Open Sans" panose="020B0606030504020204" pitchFamily="34" charset="0"/>
              </a:rPr>
              <a:t>Because Eleanor Roosevelt was a powerful leader</a:t>
            </a:r>
          </a:p>
          <a:p>
            <a:endParaRPr lang="en-AU" dirty="0"/>
          </a:p>
        </p:txBody>
      </p:sp>
      <p:pic>
        <p:nvPicPr>
          <p:cNvPr id="11266" name="Picture 2" descr="United Nations, Universal Declaration of Human Rights - UDHR, History of  Human Rights">
            <a:extLst>
              <a:ext uri="{FF2B5EF4-FFF2-40B4-BE49-F238E27FC236}">
                <a16:creationId xmlns:a16="http://schemas.microsoft.com/office/drawing/2014/main" id="{C8907405-BD07-43CB-A6C1-5E67E278C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64828">
            <a:off x="7898323" y="2256756"/>
            <a:ext cx="2801080" cy="3625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432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2. What is the historical significance of the UDHR?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730218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It started a new country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It established new laws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It abolished slavery around the world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It attempted to get all countries to acknowledge that freedom and equality (among other rights) should be universal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1247E-9007-4B2F-BDF0-7BA4800471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45" r="19931"/>
          <a:stretch/>
        </p:blipFill>
        <p:spPr>
          <a:xfrm>
            <a:off x="7568419" y="1690688"/>
            <a:ext cx="3459549" cy="30032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81204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3. What is name of the Australian who played a significant role in the formation of the United Nations?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Robert Menzies.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Franklin D. Roosevelt.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Paul Keating.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Herbert V. Evatt</a:t>
            </a:r>
          </a:p>
          <a:p>
            <a:endParaRPr lang="en-AU" dirty="0"/>
          </a:p>
        </p:txBody>
      </p:sp>
      <p:pic>
        <p:nvPicPr>
          <p:cNvPr id="14338" name="Picture 2" descr="EVATT Herbert Vere | legalopinions">
            <a:extLst>
              <a:ext uri="{FF2B5EF4-FFF2-40B4-BE49-F238E27FC236}">
                <a16:creationId xmlns:a16="http://schemas.microsoft.com/office/drawing/2014/main" id="{F9512C81-9858-4725-8F9A-0D6B06C67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602" y="2236763"/>
            <a:ext cx="3138941" cy="3766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8793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4. What role did Doc Evatt play in the creation of the Universal Declaration of Human Rights??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He was elected the third President of the General Assembly of the UN.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oversaw the vote by the UN countries to accept the UDHR.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persuaded the then sceptical Australian Government to vote in favour of the Universal Declaration.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All of the above.</a:t>
            </a:r>
          </a:p>
          <a:p>
            <a:endParaRPr lang="en-AU" dirty="0"/>
          </a:p>
        </p:txBody>
      </p:sp>
      <p:pic>
        <p:nvPicPr>
          <p:cNvPr id="15362" name="Picture 2" descr="SBS Language | The Universal Declaration of Human Rights - 70 years on">
            <a:extLst>
              <a:ext uri="{FF2B5EF4-FFF2-40B4-BE49-F238E27FC236}">
                <a16:creationId xmlns:a16="http://schemas.microsoft.com/office/drawing/2014/main" id="{9CFA4B00-30FC-4D01-9590-6F8849123F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782"/>
          <a:stretch/>
        </p:blipFill>
        <p:spPr bwMode="auto">
          <a:xfrm flipH="1">
            <a:off x="7439388" y="2352902"/>
            <a:ext cx="4201068" cy="3394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5076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5. How many articles are written in the Universal Declaration of Human Rights??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20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35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30</a:t>
            </a:r>
            <a:endParaRPr lang="en-AU" dirty="0"/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12</a:t>
            </a:r>
          </a:p>
        </p:txBody>
      </p:sp>
      <p:pic>
        <p:nvPicPr>
          <p:cNvPr id="5" name="Picture 2" descr="United Nations, Universal Declaration of Human Rights - UDHR, History of  Human Rights">
            <a:extLst>
              <a:ext uri="{FF2B5EF4-FFF2-40B4-BE49-F238E27FC236}">
                <a16:creationId xmlns:a16="http://schemas.microsoft.com/office/drawing/2014/main" id="{C8907405-BD07-43CB-A6C1-5E67E278C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64828">
            <a:off x="6485476" y="2260327"/>
            <a:ext cx="2801080" cy="3625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0293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6. What is the name of the organisation which formed in 1945 and developed the UNDHR?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League of Nations</a:t>
            </a:r>
            <a:endParaRPr lang="en-AU" dirty="0"/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Circle of Nations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Unified Nations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United Nations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737" y="2545587"/>
            <a:ext cx="4276490" cy="284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093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7. In which year was the United Nations formed?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1940, during WWII </a:t>
            </a:r>
            <a:endParaRPr lang="en-AU" dirty="0"/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1945, after WWII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1918, after WWI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2020, during the COVID outbreak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887" y="1897561"/>
            <a:ext cx="4365267" cy="373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887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8. Who is this woman?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Eleanor Roosevelt </a:t>
            </a:r>
            <a:endParaRPr lang="en-AU" dirty="0"/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Queen Mary II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 err="1">
                <a:latin typeface="Open Sans" panose="020B0606030504020204" pitchFamily="34" charset="0"/>
              </a:rPr>
              <a:t>Hansa</a:t>
            </a:r>
            <a:r>
              <a:rPr lang="en-AU" dirty="0">
                <a:latin typeface="Open Sans" panose="020B0606030504020204" pitchFamily="34" charset="0"/>
              </a:rPr>
              <a:t> Mehta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Angela Merkel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754" y="1806594"/>
            <a:ext cx="6515986" cy="390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416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9. Which country did Eleanor Roosevelt represent when writing the UNDHR?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England</a:t>
            </a:r>
            <a:endParaRPr lang="en-AU" dirty="0"/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The USA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Australia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Germany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754" y="1806594"/>
            <a:ext cx="6515986" cy="390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62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3BA5B-E50A-47D6-BDD6-3EA5B54234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Answers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65F68-4F2E-4D84-87C8-63F721DD24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012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94A7-CAC1-4F9C-A2E1-BEE9B2081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801688" indent="-801688"/>
            <a:r>
              <a:rPr lang="en-AU" b="1" i="0" dirty="0">
                <a:effectLst/>
                <a:latin typeface="Open Sans" panose="020B0606030504020204" pitchFamily="34" charset="0"/>
              </a:rPr>
              <a:t>1. Why was the Universal Declaration of Human Rights written? 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F157A-3AC3-4053-9AFD-D0B87B119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59880" cy="4351338"/>
          </a:xfrm>
        </p:spPr>
        <p:txBody>
          <a:bodyPr/>
          <a:lstStyle/>
          <a:p>
            <a:pPr marL="514350" indent="-514350" fontAlgn="t">
              <a:buFont typeface="+mj-lt"/>
              <a:buAutoNum type="alphaLcParenR"/>
            </a:pPr>
            <a:r>
              <a:rPr lang="en-AU" b="0" i="0" dirty="0">
                <a:effectLst/>
                <a:latin typeface="Open Sans" panose="020B0606030504020204" pitchFamily="34" charset="0"/>
              </a:rPr>
              <a:t>Because the League of Nations failed</a:t>
            </a:r>
          </a:p>
          <a:p>
            <a:pPr marL="514350" indent="-514350" fontAlgn="t">
              <a:buFont typeface="+mj-lt"/>
              <a:buAutoNum type="alphaLcParenR"/>
            </a:pPr>
            <a:r>
              <a:rPr lang="en-AU" b="0" i="0" dirty="0">
                <a:effectLst/>
                <a:latin typeface="Open Sans" panose="020B0606030504020204" pitchFamily="34" charset="0"/>
              </a:rPr>
              <a:t>As a result of the Civil War</a:t>
            </a:r>
          </a:p>
          <a:p>
            <a:pPr marL="514350" indent="-514350" fontAlgn="t">
              <a:buFont typeface="+mj-lt"/>
              <a:buAutoNum type="alphaLcParenR"/>
            </a:pPr>
            <a:r>
              <a:rPr lang="en-AU" b="0" i="0" dirty="0"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As a result of the Holocaust and WWII</a:t>
            </a:r>
          </a:p>
          <a:p>
            <a:pPr marL="514350" indent="-514350" algn="l" fontAlgn="t">
              <a:buFont typeface="+mj-lt"/>
              <a:buAutoNum type="alphaLcParenR"/>
            </a:pPr>
            <a:r>
              <a:rPr lang="en-AU" b="0" i="0" dirty="0">
                <a:effectLst/>
                <a:latin typeface="Open Sans" panose="020B0606030504020204" pitchFamily="34" charset="0"/>
              </a:rPr>
              <a:t>Because Eleanor Roosevelt was a powerful leader</a:t>
            </a:r>
          </a:p>
          <a:p>
            <a:endParaRPr lang="en-AU" dirty="0"/>
          </a:p>
        </p:txBody>
      </p:sp>
      <p:pic>
        <p:nvPicPr>
          <p:cNvPr id="11266" name="Picture 2" descr="United Nations, Universal Declaration of Human Rights - UDHR, History of  Human Rights">
            <a:extLst>
              <a:ext uri="{FF2B5EF4-FFF2-40B4-BE49-F238E27FC236}">
                <a16:creationId xmlns:a16="http://schemas.microsoft.com/office/drawing/2014/main" id="{C8907405-BD07-43CB-A6C1-5E67E278C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64828">
            <a:off x="7898323" y="2256756"/>
            <a:ext cx="2801080" cy="3625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583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2. What is the historical significance of the UDHR?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730218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It started a new country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It established new laws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It abolished slavery around the world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It attempted to get all countries to acknowledge that freedom and equality (among other rights) should be universal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1247E-9007-4B2F-BDF0-7BA4800471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45" r="19931"/>
          <a:stretch/>
        </p:blipFill>
        <p:spPr>
          <a:xfrm>
            <a:off x="7568419" y="1690688"/>
            <a:ext cx="3459549" cy="30032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01087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3. What is name of the Australian who played a significant role in the formation of the United Nations?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Robert Menzies.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Franklin D. Roosevelt.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Paul Keating.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Herbert V. Evatt</a:t>
            </a:r>
          </a:p>
          <a:p>
            <a:endParaRPr lang="en-AU" dirty="0"/>
          </a:p>
        </p:txBody>
      </p:sp>
      <p:pic>
        <p:nvPicPr>
          <p:cNvPr id="14338" name="Picture 2" descr="EVATT Herbert Vere | legalopinions">
            <a:extLst>
              <a:ext uri="{FF2B5EF4-FFF2-40B4-BE49-F238E27FC236}">
                <a16:creationId xmlns:a16="http://schemas.microsoft.com/office/drawing/2014/main" id="{F9512C81-9858-4725-8F9A-0D6B06C67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602" y="2236763"/>
            <a:ext cx="3138941" cy="3766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665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4. What role did Doc Evatt play in the creation of the Universal Declaration of Human Rights??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He was elected the third President of the General Assembly of the UN.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oversaw the vote by the UN countries to accept the UDHR.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persuaded the then sceptical Australian Government to vote in favour of the Universal Declaration.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All of the above.</a:t>
            </a:r>
          </a:p>
          <a:p>
            <a:endParaRPr lang="en-AU" dirty="0"/>
          </a:p>
        </p:txBody>
      </p:sp>
      <p:pic>
        <p:nvPicPr>
          <p:cNvPr id="15362" name="Picture 2" descr="SBS Language | The Universal Declaration of Human Rights - 70 years on">
            <a:extLst>
              <a:ext uri="{FF2B5EF4-FFF2-40B4-BE49-F238E27FC236}">
                <a16:creationId xmlns:a16="http://schemas.microsoft.com/office/drawing/2014/main" id="{9CFA4B00-30FC-4D01-9590-6F8849123F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782"/>
          <a:stretch/>
        </p:blipFill>
        <p:spPr bwMode="auto">
          <a:xfrm flipH="1">
            <a:off x="7439388" y="2352902"/>
            <a:ext cx="4201068" cy="3394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3482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5. How many articles are written in the Universal Declaration of Human Rights??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20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35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30</a:t>
            </a:r>
            <a:endParaRPr lang="en-AU" dirty="0"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12</a:t>
            </a:r>
          </a:p>
        </p:txBody>
      </p:sp>
      <p:pic>
        <p:nvPicPr>
          <p:cNvPr id="5" name="Picture 2" descr="United Nations, Universal Declaration of Human Rights - UDHR, History of  Human Rights">
            <a:extLst>
              <a:ext uri="{FF2B5EF4-FFF2-40B4-BE49-F238E27FC236}">
                <a16:creationId xmlns:a16="http://schemas.microsoft.com/office/drawing/2014/main" id="{C8907405-BD07-43CB-A6C1-5E67E278C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64828">
            <a:off x="6485476" y="2260327"/>
            <a:ext cx="2801080" cy="3625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323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6. What is the name of the organisation which formed in 1945 and developed the UNDHR?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League of Nations</a:t>
            </a:r>
            <a:endParaRPr lang="en-AU" dirty="0"/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Circle of Nations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Unified Nations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United Nations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737" y="2545587"/>
            <a:ext cx="4276490" cy="284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00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7. In which year was the United Nations formed?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1940, during WWII </a:t>
            </a:r>
            <a:endParaRPr lang="en-AU" dirty="0"/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1945, after WWII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1918, after WWI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2020, during the COVID outbreak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887" y="1897561"/>
            <a:ext cx="4365267" cy="373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620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8. Who is this woman?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Eleanor Roosevelt </a:t>
            </a:r>
            <a:endParaRPr lang="en-AU" dirty="0"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Queen Mary II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 err="1">
                <a:latin typeface="Open Sans" panose="020B0606030504020204" pitchFamily="34" charset="0"/>
              </a:rPr>
              <a:t>Hansa</a:t>
            </a:r>
            <a:r>
              <a:rPr lang="en-AU" dirty="0">
                <a:latin typeface="Open Sans" panose="020B0606030504020204" pitchFamily="34" charset="0"/>
              </a:rPr>
              <a:t> Mehta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Angela Merkel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754" y="1806594"/>
            <a:ext cx="6515986" cy="390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87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08FA-D94E-4065-AEEF-6967D117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0623"/>
          </a:xfrm>
        </p:spPr>
        <p:txBody>
          <a:bodyPr>
            <a:normAutofit fontScale="90000"/>
          </a:bodyPr>
          <a:lstStyle/>
          <a:p>
            <a:pPr marL="801688" indent="-801688"/>
            <a:r>
              <a:rPr lang="en-AU" b="1" dirty="0">
                <a:latin typeface="Open Sans" panose="020B0606030504020204" pitchFamily="34" charset="0"/>
              </a:rPr>
              <a:t>9. Which country did Eleanor Roosevelt represent when writing the UNDHR?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29C2-9910-408C-9204-C1865BC1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6763"/>
            <a:ext cx="6730218" cy="3940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England</a:t>
            </a:r>
            <a:endParaRPr lang="en-AU" dirty="0"/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highlight>
                  <a:srgbClr val="FFFF00"/>
                </a:highlight>
                <a:latin typeface="Open Sans" panose="020B0606030504020204" pitchFamily="34" charset="0"/>
              </a:rPr>
              <a:t>The USA 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Australia</a:t>
            </a:r>
          </a:p>
          <a:p>
            <a:pPr marL="514350" indent="-514350">
              <a:buFont typeface="+mj-lt"/>
              <a:buAutoNum type="alphaLcParenR"/>
            </a:pPr>
            <a:r>
              <a:rPr lang="en-AU" dirty="0">
                <a:latin typeface="Open Sans" panose="020B0606030504020204" pitchFamily="34" charset="0"/>
              </a:rPr>
              <a:t>Germany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754" y="1806594"/>
            <a:ext cx="6515986" cy="390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27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754</TotalTime>
  <Words>599</Words>
  <Application>Microsoft Office PowerPoint</Application>
  <PresentationFormat>Widescreen</PresentationFormat>
  <Paragraphs>93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Open Sans</vt:lpstr>
      <vt:lpstr>Office Theme</vt:lpstr>
      <vt:lpstr>Revision Quiz</vt:lpstr>
      <vt:lpstr>1. Why was the Universal Declaration of Human Rights written? </vt:lpstr>
      <vt:lpstr>2. What is the historical significance of the UDHR?</vt:lpstr>
      <vt:lpstr>3. What is name of the Australian who played a significant role in the formation of the United Nations?</vt:lpstr>
      <vt:lpstr>4. What role did Doc Evatt play in the creation of the Universal Declaration of Human Rights??</vt:lpstr>
      <vt:lpstr>5. How many articles are written in the Universal Declaration of Human Rights??</vt:lpstr>
      <vt:lpstr>6. What is the name of the organisation which formed in 1945 and developed the UNDHR? </vt:lpstr>
      <vt:lpstr>7. In which year was the United Nations formed? </vt:lpstr>
      <vt:lpstr>8. Who is this woman? </vt:lpstr>
      <vt:lpstr>9. Which country did Eleanor Roosevelt represent when writing the UNDHR? </vt:lpstr>
      <vt:lpstr>Answers</vt:lpstr>
      <vt:lpstr>1. Why was the Universal Declaration of Human Rights written? </vt:lpstr>
      <vt:lpstr>2. What is the historical significance of the UDHR?</vt:lpstr>
      <vt:lpstr>3. What is name of the Australian who played a significant role in the formation of the United Nations?</vt:lpstr>
      <vt:lpstr>4. What role did Doc Evatt play in the creation of the Universal Declaration of Human Rights??</vt:lpstr>
      <vt:lpstr>5. How many articles are written in the Universal Declaration of Human Rights??</vt:lpstr>
      <vt:lpstr>6. What is the name of the organisation which formed in 1945 and developed the UNDHR? </vt:lpstr>
      <vt:lpstr>7. In which year was the United Nations formed? </vt:lpstr>
      <vt:lpstr>8. Who is this woman? </vt:lpstr>
      <vt:lpstr>9. Which country did Eleanor Roosevelt represent when writing the UNDHR?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Quiz</dc:title>
  <dc:creator>Wendy Sargeantson</dc:creator>
  <cp:lastModifiedBy>RINTOUL Brooke [Narrogin Senior High School]</cp:lastModifiedBy>
  <cp:revision>22</cp:revision>
  <dcterms:created xsi:type="dcterms:W3CDTF">2021-09-20T11:20:52Z</dcterms:created>
  <dcterms:modified xsi:type="dcterms:W3CDTF">2023-03-21T10:22:58Z</dcterms:modified>
</cp:coreProperties>
</file>