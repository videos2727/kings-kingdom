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56" r:id="rId5"/>
    <p:sldId id="257" r:id="rId6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0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5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33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272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8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88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78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495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3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6A51-CF84-46AD-B986-0ECF9B8DDAD1}" type="datetimeFigureOut">
              <a:rPr lang="en-AU" smtClean="0"/>
              <a:t>13/10/2022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6E860-C0DA-4F09-82AB-EC8481AD41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754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6vfDU37OrI" TargetMode="External"/><Relationship Id="rId2" Type="http://schemas.openxmlformats.org/officeDocument/2006/relationships/hyperlink" Target="https://www.hcourt.gov.au/about/high-court-documentar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F9F23A-F66D-4F7F-87C9-0CBA93A97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3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4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8FF315-D1F9-44E9-9084-C85D29F6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67"/>
            <a:ext cx="12192000" cy="91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7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D0063D-7259-4412-8893-875EA09D83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Impact" panose="020B0806030902050204" pitchFamily="34" charset="0"/>
              </a:rPr>
              <a:t>The High Court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L.I: To examine the role of the High Court in Australia.</a:t>
            </a:r>
          </a:p>
        </p:txBody>
      </p:sp>
    </p:spTree>
    <p:extLst>
      <p:ext uri="{BB962C8B-B14F-4D97-AF65-F5344CB8AC3E}">
        <p14:creationId xmlns:p14="http://schemas.microsoft.com/office/powerpoint/2010/main" val="404722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Impact" panose="020B0806030902050204" pitchFamily="34" charset="0"/>
              </a:rPr>
              <a:t>The Role of the High Court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https://www.hcourt.gov.au/about/high-court-documentary</a:t>
            </a:r>
            <a:r>
              <a:rPr lang="en-AU" dirty="0"/>
              <a:t> </a:t>
            </a:r>
          </a:p>
          <a:p>
            <a:r>
              <a:rPr lang="en-AU" dirty="0"/>
              <a:t>Complete an RIQ321 while watching the documentary</a:t>
            </a:r>
          </a:p>
          <a:p>
            <a:endParaRPr lang="en-AU" dirty="0"/>
          </a:p>
          <a:p>
            <a:r>
              <a:rPr lang="en-AU" dirty="0">
                <a:hlinkClick r:id="rId3"/>
              </a:rPr>
              <a:t>https://www.youtube.com/watch?v=66vfDU37OrI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249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57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The High Court </vt:lpstr>
      <vt:lpstr>The Role of the High Court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High Court</dc:title>
  <dc:creator>DONAVON Rebecca [Narrogin Senior High School]</dc:creator>
  <cp:lastModifiedBy>DONAVON Rebecca [Narrogin Senior High School]</cp:lastModifiedBy>
  <cp:revision>7</cp:revision>
  <cp:lastPrinted>2020-11-09T01:13:26Z</cp:lastPrinted>
  <dcterms:created xsi:type="dcterms:W3CDTF">2020-11-09T00:41:32Z</dcterms:created>
  <dcterms:modified xsi:type="dcterms:W3CDTF">2022-10-13T05:33:25Z</dcterms:modified>
</cp:coreProperties>
</file>