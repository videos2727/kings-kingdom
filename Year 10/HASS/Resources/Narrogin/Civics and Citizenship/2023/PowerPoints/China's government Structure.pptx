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64DFF-92BE-494D-A45C-9AD26ACBE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E8FB8-B77A-4947-88EC-887155B23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BA98A-6C9C-4F13-B4ED-2C35D365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FC799-4CF2-4239-A161-C55AEBEF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3FC70-AA2F-487A-A946-605CA568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386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2409-B87E-4751-9E5D-162E4674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B5109-8CBB-4E1F-A584-842163673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7E17F-C11A-4BBA-9D2A-C854D4355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CBB7-1669-4907-9AE4-23C30FE45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D5210-6267-4A59-9A3D-426D6D8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03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A1CE-9655-4B31-B796-531D60EB9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53787-9743-4258-8383-9C577CAB2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FA429-293D-4E6D-A369-7BD2CD8B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E40E-D226-4E53-9E48-F7C983D94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DA4DF-E79E-474C-8E84-152351C8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42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CDADF-BED1-47F0-A94C-ED79107C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1C70-62C1-4AF1-8B55-86D754D2B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BEED1-2D22-42F1-9E62-8460A1C8F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9855B-2A33-4E32-AA12-F83BC553D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6A4C9-6037-4469-AD7A-051E36C8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176B7-DB7E-4A71-82A0-A65C8A09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333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BEBD-5569-4243-8265-B29BADA0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56CA2-7476-4FB7-B0E0-3D1188BC0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C7B69-A1A9-44AE-8452-EEC182CCA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27F54-5670-483F-BFBD-860D08FE3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411B6-FED5-4656-9F65-8EA800BE6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8864C-1E68-4F8D-A6F3-9D5248E5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87D4C-ADC5-4E03-A107-E5D4C301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35B81-D206-4532-BE34-B4F743CA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534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BF83-E9BB-4A29-BBFF-935F9234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50766-43F5-4188-937C-8EEB3355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7EAA4-EA47-4403-BAE7-4F85B821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A8A9C-7595-4530-83D2-4A8F57E0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06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75D896-3B33-4827-A6AA-FEF9B1A9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57CC8-5276-4274-B1A9-888CEBED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C95A8-8C83-4D46-B180-63CE990C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53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7FB3-B0DB-4381-860D-8A8B02D9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F4242-135A-4AAD-8546-18313BA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7A7D8-99F8-4C1A-9FC5-C332B59D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4E592-C3F2-47F9-8C68-E0C9E68F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81872-29BD-4332-844A-A6A13011F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E2270-F5B1-4C23-8B8D-27099763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436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CA18-48B0-4794-B3D4-E2DE7DE5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13FAC-AD53-41AB-8BA8-0A01FAAA7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B1004-488D-45CF-84D1-DF22EA848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6EB65-C1A9-4A7A-AB64-41730C52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62916-1A48-468F-B78E-85E8AF9B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41913-50F3-4832-831A-C4C7A1220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846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24036-0D5F-4BD0-A3DC-F1F3F29C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63215-CA37-49B3-BC21-254BC2D7C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C87E-F53F-4034-AE65-CBD2C4E2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9F65B-A933-4694-99F9-88A688191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F4FEF-53AB-4F57-A508-F0F077FB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027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ED95D4-17B2-4257-ADB3-B8CB5AE88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9837B-5614-46B6-A537-2FAB72AFD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A0C-417E-4A4E-9E7F-EEE6D833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88656-02EE-45A3-B2EB-1F218791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19231-426A-463A-907E-D92D0198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29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7FE1A7-FD4E-4DA1-A290-165989DC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936DB-3B4E-4F9B-9320-AC1A430A9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8860B-0D6F-42D1-87D7-3F96C67B6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88FFE-109B-4A17-9DE8-FE1481697FEE}" type="datetimeFigureOut">
              <a:rPr lang="en-AU" smtClean="0"/>
              <a:t>15/11/2022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92C98-47BC-4AD2-A389-678A9CA28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D0BC-B43D-4C16-BEFB-B204DD315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6873-9421-4FD2-8611-5DE9C88ACE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36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B3D402-47AF-44A4-A3CA-4579F31D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76" y="0"/>
            <a:ext cx="10098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8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8C9647-7FA5-4A79-B882-A07F6D14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37" y="0"/>
            <a:ext cx="10188125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7E74416-25C5-475C-8116-84A51357F3A9}"/>
              </a:ext>
            </a:extLst>
          </p:cNvPr>
          <p:cNvGrpSpPr/>
          <p:nvPr/>
        </p:nvGrpSpPr>
        <p:grpSpPr>
          <a:xfrm>
            <a:off x="5556282" y="1986700"/>
            <a:ext cx="5528485" cy="3630329"/>
            <a:chOff x="5556282" y="1986700"/>
            <a:chExt cx="5528485" cy="36303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F2A7D1-4FBA-42FC-9877-E7422B648A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2394"/>
            <a:stretch/>
          </p:blipFill>
          <p:spPr>
            <a:xfrm>
              <a:off x="5556282" y="2475723"/>
              <a:ext cx="5528485" cy="314130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A158E0-D800-41CC-B5BD-B362B66EA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64192" y="1986700"/>
              <a:ext cx="3225456" cy="28846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DC50CB-E719-45B0-96E0-22B5F93A388B}"/>
                </a:ext>
              </a:extLst>
            </p:cNvPr>
            <p:cNvSpPr txBox="1"/>
            <p:nvPr/>
          </p:nvSpPr>
          <p:spPr>
            <a:xfrm>
              <a:off x="6832662" y="3428228"/>
              <a:ext cx="31257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25.74 million (2021)</a:t>
              </a:r>
              <a:endParaRPr lang="en-AU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403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B5EEB-292F-4E11-9BEB-8A0D49BD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852" y="0"/>
            <a:ext cx="9970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8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6266C-8151-4A32-928D-ABE9DAED3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20" y="0"/>
            <a:ext cx="10203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69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85B9A-1C66-42E2-8D81-C251B77AE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89" y="0"/>
            <a:ext cx="10314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2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3CB7E-0085-43AB-837B-0F6FDCE7B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83" y="0"/>
            <a:ext cx="101094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8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E55E62-CB2B-4095-8CD3-D6EE6A80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0"/>
            <a:ext cx="10363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FF09B-2DFC-4B90-A310-D91702BF9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699" y="0"/>
            <a:ext cx="9878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96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762831-5AE5-4F5C-BB4B-D62C4AC1C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515" y="0"/>
            <a:ext cx="9854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8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5CA169-71AE-4F58-80BB-66D8DADF8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37" y="0"/>
            <a:ext cx="10054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57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616E5-C2A5-4E74-A200-38F8A650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009" y="0"/>
            <a:ext cx="9987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91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3320F0-7DE8-4359-A184-C3ED68D8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02" y="0"/>
            <a:ext cx="9997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145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7E8A1-FED7-4027-96BB-3E60D96A5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75" y="0"/>
            <a:ext cx="98904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8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DONAVON Rebecca [Narrogin Senior High School]</dc:creator>
  <cp:lastModifiedBy>DONAVON Rebecca [Narrogin Senior High School]</cp:lastModifiedBy>
  <cp:revision>1</cp:revision>
  <dcterms:created xsi:type="dcterms:W3CDTF">2022-11-15T04:18:50Z</dcterms:created>
  <dcterms:modified xsi:type="dcterms:W3CDTF">2022-11-15T04:28:06Z</dcterms:modified>
</cp:coreProperties>
</file>