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0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5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33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272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8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88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78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495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3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6A51-CF84-46AD-B986-0ECF9B8DDAD1}" type="datetimeFigureOut">
              <a:rPr lang="en-AU" smtClean="0"/>
              <a:t>18/10/2021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754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6vfDU37OrI" TargetMode="External"/><Relationship Id="rId2" Type="http://schemas.openxmlformats.org/officeDocument/2006/relationships/hyperlink" Target="https://www.hcourt.gov.au/about/high-court-documentar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>
                <a:latin typeface="Impact" panose="020B0806030902050204" pitchFamily="34" charset="0"/>
              </a:rPr>
              <a:t>The High Court </a:t>
            </a:r>
            <a:endParaRPr lang="en-AU" dirty="0">
              <a:latin typeface="Impact" panose="020B080603090205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221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Impact" panose="020B0806030902050204" pitchFamily="34" charset="0"/>
              </a:rPr>
              <a:t>The Role of the High Court</a:t>
            </a:r>
            <a:endParaRPr lang="en-AU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https://www.hcourt.gov.au/about/high-court-documentary</a:t>
            </a:r>
            <a:r>
              <a:rPr lang="en-AU" dirty="0" smtClean="0"/>
              <a:t> </a:t>
            </a:r>
          </a:p>
          <a:p>
            <a:r>
              <a:rPr lang="en-AU" dirty="0" smtClean="0"/>
              <a:t>Complete an RIQ321 while watching the documentary</a:t>
            </a:r>
          </a:p>
          <a:p>
            <a:endParaRPr lang="en-AU" dirty="0"/>
          </a:p>
          <a:p>
            <a:r>
              <a:rPr lang="en-AU" dirty="0" smtClean="0">
                <a:hlinkClick r:id="rId3"/>
              </a:rPr>
              <a:t>https://www.youtube.com/watch?v=66vfDU37OrI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249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Impact" panose="020B0806030902050204" pitchFamily="34" charset="0"/>
              </a:rPr>
              <a:t>The Role of the High Court</a:t>
            </a:r>
            <a:endParaRPr lang="en-AU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Pearson 10 – read the text and answer the questions below:</a:t>
            </a:r>
          </a:p>
          <a:p>
            <a:pPr marL="514350" indent="-514350">
              <a:buAutoNum type="arabicPeriod"/>
            </a:pPr>
            <a:r>
              <a:rPr lang="en-AU" dirty="0" smtClean="0"/>
              <a:t>Why was a hierarchy created within the judicial system?</a:t>
            </a:r>
          </a:p>
          <a:p>
            <a:pPr marL="514350" indent="-514350">
              <a:buAutoNum type="arabicPeriod"/>
            </a:pPr>
            <a:r>
              <a:rPr lang="en-AU" dirty="0" smtClean="0"/>
              <a:t>List the principle and other functions of the high court.</a:t>
            </a:r>
          </a:p>
          <a:p>
            <a:pPr marL="514350" indent="-514350">
              <a:buAutoNum type="arabicPeriod"/>
            </a:pPr>
            <a:r>
              <a:rPr lang="en-AU" dirty="0" smtClean="0"/>
              <a:t>Outline the composition of the High Court.</a:t>
            </a:r>
          </a:p>
          <a:p>
            <a:pPr marL="514350" indent="-514350">
              <a:buAutoNum type="arabicPeriod"/>
            </a:pPr>
            <a:r>
              <a:rPr lang="en-AU" dirty="0" smtClean="0"/>
              <a:t>How are decisions reached in the high court?</a:t>
            </a:r>
          </a:p>
          <a:p>
            <a:pPr marL="514350" indent="-514350">
              <a:buAutoNum type="arabicPeriod"/>
            </a:pPr>
            <a:r>
              <a:rPr lang="en-AU" dirty="0" smtClean="0"/>
              <a:t>What does unconstitutional mean?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29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83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Impact</vt:lpstr>
      <vt:lpstr>Office Theme</vt:lpstr>
      <vt:lpstr>The High Court </vt:lpstr>
      <vt:lpstr>The Role of the High Court</vt:lpstr>
      <vt:lpstr>The Role of the High Court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High Court</dc:title>
  <dc:creator>DONAVON Rebecca [Narrogin Senior High School]</dc:creator>
  <cp:lastModifiedBy>FAZIOLI Carly [Narrogin Senior High School]</cp:lastModifiedBy>
  <cp:revision>3</cp:revision>
  <cp:lastPrinted>2020-11-09T01:13:26Z</cp:lastPrinted>
  <dcterms:created xsi:type="dcterms:W3CDTF">2020-11-09T00:41:32Z</dcterms:created>
  <dcterms:modified xsi:type="dcterms:W3CDTF">2021-10-18T05:48:24Z</dcterms:modified>
</cp:coreProperties>
</file>