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443" cy="496254"/>
          </a:xfrm>
          <a:prstGeom prst="rect">
            <a:avLst/>
          </a:prstGeom>
        </p:spPr>
        <p:txBody>
          <a:bodyPr vert="horz" lIns="90571" tIns="45286" rIns="90571" bIns="45286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64" y="0"/>
            <a:ext cx="2946443" cy="496254"/>
          </a:xfrm>
          <a:prstGeom prst="rect">
            <a:avLst/>
          </a:prstGeom>
        </p:spPr>
        <p:txBody>
          <a:bodyPr vert="horz" lIns="90571" tIns="45286" rIns="90571" bIns="45286" rtlCol="0"/>
          <a:lstStyle>
            <a:lvl1pPr algn="r">
              <a:defRPr sz="1200"/>
            </a:lvl1pPr>
          </a:lstStyle>
          <a:p>
            <a:fld id="{53D5CA35-6FD5-41E6-BF3C-BE1091143D71}" type="datetimeFigureOut">
              <a:rPr lang="en-AU" smtClean="0"/>
              <a:t>19/07/2016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28809"/>
            <a:ext cx="2946443" cy="496253"/>
          </a:xfrm>
          <a:prstGeom prst="rect">
            <a:avLst/>
          </a:prstGeom>
        </p:spPr>
        <p:txBody>
          <a:bodyPr vert="horz" lIns="90571" tIns="45286" rIns="90571" bIns="45286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64" y="9428809"/>
            <a:ext cx="2946443" cy="496253"/>
          </a:xfrm>
          <a:prstGeom prst="rect">
            <a:avLst/>
          </a:prstGeom>
        </p:spPr>
        <p:txBody>
          <a:bodyPr vert="horz" lIns="90571" tIns="45286" rIns="90571" bIns="45286" rtlCol="0" anchor="b"/>
          <a:lstStyle>
            <a:lvl1pPr algn="r">
              <a:defRPr sz="1200"/>
            </a:lvl1pPr>
          </a:lstStyle>
          <a:p>
            <a:fld id="{92791ABD-FC05-433B-8C8B-6BBCBEE82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63313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6332"/>
          </a:xfrm>
          <a:prstGeom prst="rect">
            <a:avLst/>
          </a:prstGeom>
        </p:spPr>
        <p:txBody>
          <a:bodyPr vert="horz" lIns="95561" tIns="47781" rIns="95561" bIns="47781" rtlCol="0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6332"/>
          </a:xfrm>
          <a:prstGeom prst="rect">
            <a:avLst/>
          </a:prstGeom>
        </p:spPr>
        <p:txBody>
          <a:bodyPr vert="horz" lIns="95561" tIns="47781" rIns="95561" bIns="47781" rtlCol="0"/>
          <a:lstStyle>
            <a:lvl1pPr algn="r">
              <a:defRPr sz="1300"/>
            </a:lvl1pPr>
          </a:lstStyle>
          <a:p>
            <a:fld id="{CB79C7F0-4CCF-476C-909E-0F4136640CC6}" type="datetimeFigureOut">
              <a:rPr lang="en-AU" smtClean="0"/>
              <a:t>19/07/2016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60937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1" tIns="47781" rIns="95561" bIns="47781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5561" tIns="47781" rIns="95561" bIns="47781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3"/>
            <a:ext cx="2945659" cy="496332"/>
          </a:xfrm>
          <a:prstGeom prst="rect">
            <a:avLst/>
          </a:prstGeom>
        </p:spPr>
        <p:txBody>
          <a:bodyPr vert="horz" lIns="95561" tIns="47781" rIns="95561" bIns="47781" rtlCol="0" anchor="b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3"/>
            <a:ext cx="2945659" cy="496332"/>
          </a:xfrm>
          <a:prstGeom prst="rect">
            <a:avLst/>
          </a:prstGeom>
        </p:spPr>
        <p:txBody>
          <a:bodyPr vert="horz" lIns="95561" tIns="47781" rIns="95561" bIns="47781" rtlCol="0" anchor="b"/>
          <a:lstStyle>
            <a:lvl1pPr algn="r">
              <a:defRPr sz="1300"/>
            </a:lvl1pPr>
          </a:lstStyle>
          <a:p>
            <a:fld id="{6C556894-CF0F-4409-AB43-6060D3A9CA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905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C0EE-8293-4853-92D9-9ACDD4CCCA7E}" type="datetime1">
              <a:rPr lang="en-AU" smtClean="0"/>
              <a:t>19/07/2016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6CA9-9D18-4822-9E87-D0138D2F76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7207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0D331-F7CB-4A91-A2D1-491D69624972}" type="datetime1">
              <a:rPr lang="en-AU" smtClean="0"/>
              <a:t>19/07/2016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6CA9-9D18-4822-9E87-D0138D2F76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2903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D2CB3-7B4D-45D6-97B4-E17141C84A1F}" type="datetime1">
              <a:rPr lang="en-AU" smtClean="0"/>
              <a:t>19/07/2016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6CA9-9D18-4822-9E87-D0138D2F76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3161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C431-97A5-42EB-8963-045CFC6C4A3B}" type="datetime1">
              <a:rPr lang="en-AU" smtClean="0"/>
              <a:t>19/07/2016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6CA9-9D18-4822-9E87-D0138D2F76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7161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8AD83-E184-42B2-8D7F-809BE879B732}" type="datetime1">
              <a:rPr lang="en-AU" smtClean="0"/>
              <a:t>19/07/2016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6CA9-9D18-4822-9E87-D0138D2F76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2881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9823F-FD6C-4D2B-8708-AF2DBC59EF99}" type="datetime1">
              <a:rPr lang="en-AU" smtClean="0"/>
              <a:t>19/07/2016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6CA9-9D18-4822-9E87-D0138D2F76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0082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701B8-729C-4B42-AAEF-429E0359F4F2}" type="datetime1">
              <a:rPr lang="en-AU" smtClean="0"/>
              <a:t>19/07/2016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6CA9-9D18-4822-9E87-D0138D2F76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9688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05454-4AA1-44A5-ACD1-0EF8D647CF42}" type="datetime1">
              <a:rPr lang="en-AU" smtClean="0"/>
              <a:t>19/07/2016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6CA9-9D18-4822-9E87-D0138D2F76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953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535CC-C274-44F8-971B-D7D68929C0BD}" type="datetime1">
              <a:rPr lang="en-AU" smtClean="0"/>
              <a:t>19/07/2016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6CA9-9D18-4822-9E87-D0138D2F76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1313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D968-0887-4C9A-A2F4-2AE6830159F8}" type="datetime1">
              <a:rPr lang="en-AU" smtClean="0"/>
              <a:t>19/07/2016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6CA9-9D18-4822-9E87-D0138D2F76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9969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65C45-F004-4FBF-B2B1-7EAD138F1E81}" type="datetime1">
              <a:rPr lang="en-AU" smtClean="0"/>
              <a:t>19/07/2016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6CA9-9D18-4822-9E87-D0138D2F76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8493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9C71AC-53CD-4CD8-8E86-059A60058796}" type="datetime1">
              <a:rPr lang="en-AU" smtClean="0"/>
              <a:t>19/07/2016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46CA9-9D18-4822-9E87-D0138D2F76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3584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ifitweremyhome.com/compare/AU/ID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country-facts.findthedata.com/compare/87-170/Australia-vs-Indonesia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V7fIr-4BDN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indonesia-investments.com/culture/politics/general-political-outline/item385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92697"/>
            <a:ext cx="7772400" cy="1728191"/>
          </a:xfrm>
        </p:spPr>
        <p:txBody>
          <a:bodyPr/>
          <a:lstStyle/>
          <a:p>
            <a:r>
              <a:rPr lang="en-AU" dirty="0" smtClean="0"/>
              <a:t>Comparing </a:t>
            </a:r>
            <a:r>
              <a:rPr lang="en-AU" dirty="0"/>
              <a:t>A</a:t>
            </a:r>
            <a:r>
              <a:rPr lang="en-AU" dirty="0" smtClean="0"/>
              <a:t>ustralia to Indonesia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>
                <a:hlinkClick r:id="rId2"/>
              </a:rPr>
              <a:t>http://www.ifitweremyhome.com/compare/AU/ID</a:t>
            </a:r>
            <a:endParaRPr lang="en-AU" dirty="0" smtClean="0"/>
          </a:p>
          <a:p>
            <a:endParaRPr lang="en-AU" dirty="0"/>
          </a:p>
        </p:txBody>
      </p:sp>
      <p:pic>
        <p:nvPicPr>
          <p:cNvPr id="1026" name="Picture 2" descr="https://s.graphiq.com/sites/default/files/681/media/images/t2/Australia_105949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916832"/>
            <a:ext cx="3524250" cy="1762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916832"/>
            <a:ext cx="2769493" cy="1762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6CA9-9D18-4822-9E87-D0138D2F76A4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5856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More facts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>
                <a:hlinkClick r:id="rId2"/>
              </a:rPr>
              <a:t>http://country-facts.findthedata.com/compare/87-170/Australia-vs-Indonesia</a:t>
            </a:r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6CA9-9D18-4822-9E87-D0138D2F76A4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5602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What type of government does Australia have?</a:t>
            </a:r>
            <a:endParaRPr lang="en-A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28801"/>
            <a:ext cx="6336704" cy="36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6CA9-9D18-4822-9E87-D0138D2F76A4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1036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Democracy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00808"/>
            <a:ext cx="7128792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6CA9-9D18-4822-9E87-D0138D2F76A4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9529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What type of government does Indonesia have?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28800"/>
            <a:ext cx="8424936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6CA9-9D18-4822-9E87-D0138D2F76A4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081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Republic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2"/>
            <a:ext cx="6768753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6CA9-9D18-4822-9E87-D0138D2F76A4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2017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Now watch this about democracy in Australia.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>
                <a:hlinkClick r:id="rId2"/>
              </a:rPr>
              <a:t>https://www.youtube.com/watch?v=V7fIr-4BDNs</a:t>
            </a:r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6CA9-9D18-4822-9E87-D0138D2F76A4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066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Information about the government in Indonesia.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mtClean="0">
                <a:hlinkClick r:id="rId2"/>
              </a:rPr>
              <a:t>http://www.indonesia-investments.com/culture/politics/general-political-outline/item385</a:t>
            </a:r>
            <a:r>
              <a:rPr lang="en-AU" smtClean="0"/>
              <a:t>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6CA9-9D18-4822-9E87-D0138D2F76A4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1030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Government in Indonesia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Indonesia is a constitutional republic. In 1945, it proclaimed its independence from the Netherlands. Indonesia’s federal system was abolished the following year, and the country became a Unitary Republic.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6CA9-9D18-4822-9E87-D0138D2F76A4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86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is a Unitary Republic?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 </a:t>
            </a:r>
            <a:r>
              <a:rPr lang="en-AU" b="1" dirty="0"/>
              <a:t>unitary</a:t>
            </a:r>
            <a:r>
              <a:rPr lang="en-AU" dirty="0"/>
              <a:t> state is a state governed as a single power in which the central government is ultimately supreme and any administrative divisions (sub-national units) exercise only powers that the central government chooses to delegate. The majority of states in the world have a </a:t>
            </a:r>
            <a:r>
              <a:rPr lang="en-AU" b="1" dirty="0"/>
              <a:t>unitary</a:t>
            </a:r>
            <a:r>
              <a:rPr lang="en-AU" dirty="0"/>
              <a:t> system of government.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6CA9-9D18-4822-9E87-D0138D2F76A4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1945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Three provisional constitutions define Indonesia’s governmental structure.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The first was proclaimed in 1945</a:t>
            </a:r>
          </a:p>
          <a:p>
            <a:r>
              <a:rPr lang="en-AU" dirty="0" smtClean="0"/>
              <a:t>The second was issued in February 1950</a:t>
            </a:r>
          </a:p>
          <a:p>
            <a:r>
              <a:rPr lang="en-AU" dirty="0" smtClean="0"/>
              <a:t>The third was passed 1950 </a:t>
            </a:r>
          </a:p>
          <a:p>
            <a:endParaRPr lang="en-AU" dirty="0"/>
          </a:p>
          <a:p>
            <a:r>
              <a:rPr lang="en-AU" dirty="0" smtClean="0"/>
              <a:t>In 1959 the constitution of 1945 was reinstated by presidential decree. 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3140968"/>
            <a:ext cx="1143000" cy="261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6CA9-9D18-4822-9E87-D0138D2F76A4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39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Indonesia has 3 divisions of government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 smtClean="0"/>
              <a:t>The executive branch – led by the president, who is elected to a five year term by the legislative body, called the Peoples Consultative Assembly.</a:t>
            </a:r>
          </a:p>
          <a:p>
            <a:r>
              <a:rPr lang="en-AU" dirty="0" smtClean="0"/>
              <a:t>The People's Consultative Assembly – made up of 400 directly elected and 100 appointed members, plus an additional 500 legislators.</a:t>
            </a:r>
          </a:p>
          <a:p>
            <a:r>
              <a:rPr lang="en-AU" dirty="0" smtClean="0"/>
              <a:t>The Judiciary branch – which hears civil and criminal cases in district courts. </a:t>
            </a:r>
          </a:p>
          <a:p>
            <a:endParaRPr lang="en-AU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533" y="908720"/>
            <a:ext cx="2627923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6CA9-9D18-4822-9E87-D0138D2F76A4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5643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Indonesia has 3 major political parties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Indonesia’s armed forces come under the supreme command of the president. </a:t>
            </a:r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0927"/>
            <a:ext cx="3635896" cy="4077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59" y="2914463"/>
            <a:ext cx="4951365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6CA9-9D18-4822-9E87-D0138D2F76A4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0600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6CA9-9D18-4822-9E87-D0138D2F76A4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8639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286</Words>
  <Application>Microsoft Office PowerPoint</Application>
  <PresentationFormat>On-screen Show (4:3)</PresentationFormat>
  <Paragraphs>42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Comparing Australia to Indonesia</vt:lpstr>
      <vt:lpstr>More facts</vt:lpstr>
      <vt:lpstr>What type of government does Australia have?</vt:lpstr>
      <vt:lpstr>Democracy</vt:lpstr>
      <vt:lpstr>What type of government does Indonesia have?</vt:lpstr>
      <vt:lpstr>Republic</vt:lpstr>
      <vt:lpstr>Now watch this about democracy in Australia.</vt:lpstr>
      <vt:lpstr>Information about the government in Indonesia.</vt:lpstr>
      <vt:lpstr>Government in Indonesia</vt:lpstr>
      <vt:lpstr>What is a Unitary Republic?</vt:lpstr>
      <vt:lpstr>Three provisional constitutions define Indonesia’s governmental structure. </vt:lpstr>
      <vt:lpstr>Indonesia has 3 divisions of government </vt:lpstr>
      <vt:lpstr>Indonesia has 3 major political parties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Comparing Australia to Indonesia</dc:title>
  <dc:creator>WATSON Vicke</dc:creator>
  <cp:lastModifiedBy>WATSON Vicke</cp:lastModifiedBy>
  <cp:revision>8</cp:revision>
  <cp:lastPrinted>2016-07-19T05:08:03Z</cp:lastPrinted>
  <dcterms:created xsi:type="dcterms:W3CDTF">2016-07-10T15:04:12Z</dcterms:created>
  <dcterms:modified xsi:type="dcterms:W3CDTF">2016-07-19T05:12:37Z</dcterms:modified>
</cp:coreProperties>
</file>