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6" d="100"/>
          <a:sy n="86" d="100"/>
        </p:scale>
        <p:origin x="-196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19D85-A24F-4F2B-8F97-4BA26E836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3AB8D-2A3F-4827-AF9F-CCA8DD038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DB534-EC0E-4434-BA74-68BB8BF6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28/03/2019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ABC8A-4967-41E0-873F-4B745EC9B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A030D-9592-4047-B527-397D908E7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337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84777-A54E-415C-A74C-D31F2F0E9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355CE-758F-4C63-8751-E1C592F13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0DF22-D54D-41DD-99DA-72BB965F3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28/03/2019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0F8D3-28C3-4698-801B-BC525FE1D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476CD-91F4-42C8-8FF3-3A2ED11D2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0585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C7203-15A9-410A-97B9-390E5AFE4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2EB4B-8538-4199-8AF0-EA28E15B2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6448D-BCCF-4E0E-AF9A-DBA69D32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28/03/2019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66190-263D-4487-B626-1EA64203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4447A-C386-45D7-914B-A41766DC9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9646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CC0A9-B951-4517-85C9-268312993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DF5-D671-470B-9512-57D399FA0B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C40E4-AEBD-48B6-A388-D02418013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5FA8F-2C4B-4704-91BD-50A019D8A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28/03/2019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F35DC4-273C-41D3-B400-B7B7500E9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F5CF6-108D-4DE5-B8C8-564086157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8527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38C6A-069F-41BA-A461-A1C92DF92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3DA13-70D7-4D97-AC01-C1F5EC583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9C1DC-B68B-4CE0-B5F8-D3A702CC2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3DC3B5-3126-494F-8B19-2AC5D82C99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742172-E3F7-46FF-A5D2-40B792CE28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B46A99-ABE3-42E6-A7FF-BC6E9649B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28/03/2019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EFF1A1-263D-4C4C-806A-9E5D25678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3B3BD7-1F20-449B-B17D-1B6A8BCCD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6184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BB67-4E6D-46E6-92BE-A41F3FCD0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CBCA50-C495-4B2E-B46C-296D1DF9A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28/03/2019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71AC05-0959-422E-844A-9277EACBE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0A24B-5D5E-40C4-9038-3F6B1A88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4080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892D55-B1F7-4086-B992-648D2C7C8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28/03/2019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2DCC71-4115-4AA1-859F-716724B8D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6695D-F489-46E7-86D5-D63900EB3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1876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F9530-EB6E-409C-8A99-63C1D4C0F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CEF00-AC7B-49AC-AB8D-A9DA2AD44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4B0708-985A-4B67-9E9C-CA4BC4DA6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9C906-4277-4530-A05A-CB41A6B01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28/03/2019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12AB7-65F7-42D9-B3E1-31A44BC5A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8D267-92CE-42A6-921F-5CFA2C873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2368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55C86-77C4-4671-8D30-B7E59A2C7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D2EC76-9472-4ACB-8FD2-FCC2D29144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EEBAD-436B-4671-B044-1761E27C3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55CA0-2622-4C21-8E7E-BE255801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28/03/2019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89DF0-D744-43B9-BEAD-83816D864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B9C31-B2F9-4AE5-9FED-BED1169A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142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7D60D-D3B1-4BCC-AD44-039356B66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4020FC-E15B-4229-9B61-C688C7147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7A316-A13A-45B8-BF55-9F775B3BD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28/03/2019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43FBE-9F66-4F12-B822-EE3DCC76C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1365C-A898-479D-82DC-2965A9627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07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F0A970-218A-43E7-8C0B-F5A3AF948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60E5F2-C27F-4313-977A-C77418657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F8E47-E829-49FA-BD1C-67A2A4151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5EAC-9DD2-4A0A-A5C2-7CA2272BC972}" type="datetimeFigureOut">
              <a:rPr lang="en-AU" smtClean="0"/>
              <a:t>28/03/2019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907B9-198C-4A48-8833-07F08E212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12575-223A-485B-A3D8-302C40BBB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45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5542A8-FC0E-4E77-8B7C-16CD1140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EB37E-CD5C-497E-B6A3-64BD6953B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DD30F-5181-41C4-B37C-89C421EBC1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B5EAC-9DD2-4A0A-A5C2-7CA2272BC972}" type="datetimeFigureOut">
              <a:rPr lang="en-AU" smtClean="0"/>
              <a:t>28/03/2019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C03F6-B99F-411F-BB9A-12364644B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9AEE8-A25C-435E-847E-415092939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1E01E-0DA8-4611-9048-C57EF6542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473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89081-8FBC-479C-A526-732966C015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Topic: Investigation 1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01881C-7751-4F69-BF96-0EF8CD4A82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can I plan for and undertake the investigation on the Robot water bottle?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46238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6611AF-60C3-42F9-ACC4-B8328CB4D0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440" y="764426"/>
            <a:ext cx="10515600" cy="5402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FDDBB3-9315-464C-9872-26E4BAAD6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707" y="1455102"/>
            <a:ext cx="2486025" cy="9810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74EA54-DEEA-4F62-8D3B-E0D2CA730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6842" y="1304721"/>
            <a:ext cx="2428875" cy="1457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ACF775-6569-45ED-AB33-D99569EB88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392" y="1304721"/>
            <a:ext cx="2457450" cy="1781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B26003-8F30-4DE1-92F0-5C62609579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261" y="1535884"/>
            <a:ext cx="2400300" cy="619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29D817-7540-4E50-A5B5-F5CF6202A5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3600" y="1455102"/>
            <a:ext cx="2447925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738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39884-5369-4F58-9835-E2E0C49C8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550"/>
            <a:ext cx="10515600" cy="6391275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Spend 5 mins reading through this task- no questions or calling out during this time.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Planning sheet</a:t>
            </a:r>
          </a:p>
          <a:p>
            <a:r>
              <a:rPr lang="en-US" dirty="0">
                <a:highlight>
                  <a:srgbClr val="FFFF00"/>
                </a:highlight>
              </a:rPr>
              <a:t>I NEED TO…</a:t>
            </a:r>
          </a:p>
          <a:p>
            <a:pPr lvl="1"/>
            <a:r>
              <a:rPr lang="en-US" dirty="0"/>
              <a:t>On your planning sheet write down in 2 sentences what you are being asked to do</a:t>
            </a:r>
          </a:p>
          <a:p>
            <a:r>
              <a:rPr lang="en-US" dirty="0">
                <a:highlight>
                  <a:srgbClr val="FFFF00"/>
                </a:highlight>
              </a:rPr>
              <a:t>TOOLS:</a:t>
            </a:r>
          </a:p>
          <a:p>
            <a:pPr lvl="1"/>
            <a:r>
              <a:rPr lang="en-US" dirty="0"/>
              <a:t>Identify the resources that you have worked on in class that can help you complete this task?</a:t>
            </a:r>
          </a:p>
          <a:p>
            <a:r>
              <a:rPr lang="en-US" dirty="0">
                <a:highlight>
                  <a:srgbClr val="FFFF00"/>
                </a:highlight>
              </a:rPr>
              <a:t>REQUIRMENTS</a:t>
            </a:r>
          </a:p>
          <a:p>
            <a:pPr lvl="1"/>
            <a:r>
              <a:rPr lang="en-US" dirty="0"/>
              <a:t>Identify the key directions on the task sheet that you need to follow</a:t>
            </a:r>
          </a:p>
          <a:p>
            <a:r>
              <a:rPr lang="en-US" dirty="0">
                <a:highlight>
                  <a:srgbClr val="FFFF00"/>
                </a:highlight>
              </a:rPr>
              <a:t>WHAT WILL MY FINAL COPY HAVE WHEN I HAND IT IN</a:t>
            </a:r>
            <a:endParaRPr lang="en-AU" dirty="0">
              <a:highlight>
                <a:srgbClr val="FFFF00"/>
              </a:highlight>
            </a:endParaRPr>
          </a:p>
          <a:p>
            <a:pPr lvl="1"/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FIRST SKETCH AND MEASURMENTS</a:t>
            </a:r>
          </a:p>
        </p:txBody>
      </p:sp>
    </p:spTree>
    <p:extLst>
      <p:ext uri="{BB962C8B-B14F-4D97-AF65-F5344CB8AC3E}">
        <p14:creationId xmlns:p14="http://schemas.microsoft.com/office/powerpoint/2010/main" val="3877378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E8B979-0BEA-4061-A128-5D24365EC6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994207"/>
              </p:ext>
            </p:extLst>
          </p:nvPr>
        </p:nvGraphicFramePr>
        <p:xfrm>
          <a:off x="114299" y="767291"/>
          <a:ext cx="11801475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1">
                  <a:extLst>
                    <a:ext uri="{9D8B030D-6E8A-4147-A177-3AD203B41FA5}">
                      <a16:colId xmlns:a16="http://schemas.microsoft.com/office/drawing/2014/main" val="145802563"/>
                    </a:ext>
                  </a:extLst>
                </a:gridCol>
                <a:gridCol w="7610474">
                  <a:extLst>
                    <a:ext uri="{9D8B030D-6E8A-4147-A177-3AD203B41FA5}">
                      <a16:colId xmlns:a16="http://schemas.microsoft.com/office/drawing/2014/main" val="102794936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I need to …</a:t>
                      </a: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300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Tools:</a:t>
                      </a:r>
                    </a:p>
                    <a:p>
                      <a:endParaRPr lang="en-US" b="1" dirty="0"/>
                    </a:p>
                    <a:p>
                      <a:endParaRPr lang="en-US" b="1" dirty="0"/>
                    </a:p>
                    <a:p>
                      <a:endParaRPr lang="en-US" b="1" dirty="0"/>
                    </a:p>
                    <a:p>
                      <a:endParaRPr lang="en-US" b="1" dirty="0"/>
                    </a:p>
                    <a:p>
                      <a:endParaRPr lang="en-US" b="1" dirty="0"/>
                    </a:p>
                    <a:p>
                      <a:endParaRPr lang="en-A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What will my final copy include when I hand it in: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267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Requirements: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b="1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Draft 1: (First sketch and measurements)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85795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07FE1A9-B40D-41A7-A705-CC6DA5A4B397}"/>
              </a:ext>
            </a:extLst>
          </p:cNvPr>
          <p:cNvSpPr txBox="1"/>
          <p:nvPr/>
        </p:nvSpPr>
        <p:spPr>
          <a:xfrm>
            <a:off x="400050" y="238125"/>
            <a:ext cx="384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Planning sheet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77178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832F82-CB41-4799-8737-BEC965A33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780189"/>
              </p:ext>
            </p:extLst>
          </p:nvPr>
        </p:nvGraphicFramePr>
        <p:xfrm>
          <a:off x="1139823" y="538691"/>
          <a:ext cx="9912354" cy="549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787230220"/>
                    </a:ext>
                  </a:extLst>
                </a:gridCol>
                <a:gridCol w="1170518">
                  <a:extLst>
                    <a:ext uri="{9D8B030D-6E8A-4147-A177-3AD203B41FA5}">
                      <a16:colId xmlns:a16="http://schemas.microsoft.com/office/drawing/2014/main" val="3913846176"/>
                    </a:ext>
                  </a:extLst>
                </a:gridCol>
                <a:gridCol w="1652059">
                  <a:extLst>
                    <a:ext uri="{9D8B030D-6E8A-4147-A177-3AD203B41FA5}">
                      <a16:colId xmlns:a16="http://schemas.microsoft.com/office/drawing/2014/main" val="3371524661"/>
                    </a:ext>
                  </a:extLst>
                </a:gridCol>
                <a:gridCol w="1652059">
                  <a:extLst>
                    <a:ext uri="{9D8B030D-6E8A-4147-A177-3AD203B41FA5}">
                      <a16:colId xmlns:a16="http://schemas.microsoft.com/office/drawing/2014/main" val="1468139673"/>
                    </a:ext>
                  </a:extLst>
                </a:gridCol>
                <a:gridCol w="1652059">
                  <a:extLst>
                    <a:ext uri="{9D8B030D-6E8A-4147-A177-3AD203B41FA5}">
                      <a16:colId xmlns:a16="http://schemas.microsoft.com/office/drawing/2014/main" val="958542717"/>
                    </a:ext>
                  </a:extLst>
                </a:gridCol>
                <a:gridCol w="1652059">
                  <a:extLst>
                    <a:ext uri="{9D8B030D-6E8A-4147-A177-3AD203B41FA5}">
                      <a16:colId xmlns:a16="http://schemas.microsoft.com/office/drawing/2014/main" val="3761999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5 marks</a:t>
                      </a:r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4 marks</a:t>
                      </a:r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3 marks</a:t>
                      </a:r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2 marks</a:t>
                      </a:r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 mark</a:t>
                      </a:r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019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Uses and communicates correct formula to calculate surface area</a:t>
                      </a:r>
                    </a:p>
                    <a:p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Draws a diagram that meets the requirements of the drink bottle design </a:t>
                      </a:r>
                      <a:endParaRPr lang="en-AU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Correct formula stated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Clear  intermediary steps included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Uses area and TSA formulas correctly 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Diagram must  contain cubes, rectangular prisms, triangular prisms and cylinders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Includes correct units on diagram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Clear and neat diagram shows measurements  that meet requirements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Correct formula stated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Most intermediary steps included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Uses area and/or  TSA  </a:t>
                      </a:r>
                      <a:r>
                        <a:rPr lang="en-AU" sz="900">
                          <a:solidFill>
                            <a:sysClr val="windowText" lastClr="000000"/>
                          </a:solidFill>
                        </a:rPr>
                        <a:t>formulas correctly</a:t>
                      </a: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Diagram must  contain cubes, rectangular prisms, triangular prisms and cylinders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Includes correct units on diagram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Neat diagram shows measurements  that meet requirements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Correct formula stated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Limited intermediary steps included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Minor mistake in the use of area and/or TSA  formulas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Diagram contains a selection of cubes, rectangular prisms, triangular prisms and cylinders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Includes correct units on diagram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Diagram shows measurements  that mostly meet the  requirements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Disjointed steps in communication</a:t>
                      </a:r>
                    </a:p>
                    <a:p>
                      <a:endParaRPr lang="en-US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Use of area </a:t>
                      </a: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formulas </a:t>
                      </a:r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 is incorrect/ not consistent</a:t>
                      </a:r>
                    </a:p>
                    <a:p>
                      <a:endParaRPr lang="en-US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Diagram only contains cubes or rectangular prisms 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Incorrect units  on diagram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Diagram does not meet the  requirements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No communication provided</a:t>
                      </a:r>
                    </a:p>
                    <a:p>
                      <a:endParaRPr lang="en-US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No diagram/ incomplete diagram</a:t>
                      </a:r>
                    </a:p>
                    <a:p>
                      <a:endParaRPr lang="en-US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No units </a:t>
                      </a: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units on diagram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73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Uses and communicates correct formula to calculate volume and capacity</a:t>
                      </a:r>
                      <a:endParaRPr lang="en-AU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Correct formula stated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Clear  intermediary steps included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Uses volume and capacity formulas correctly 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Correct formula stated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Most intermediary steps included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Minor mistake in the use of volume and/or  capacity  formulas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Correct formula stated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Limited intermediary steps included</a:t>
                      </a:r>
                    </a:p>
                    <a:p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Minor mistake in the use of volume and/or  capacity  formulas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Disjointed steps in communication</a:t>
                      </a:r>
                    </a:p>
                    <a:p>
                      <a:endParaRPr lang="en-US" sz="9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Use of volume </a:t>
                      </a:r>
                      <a:r>
                        <a:rPr lang="en-AU" sz="900" dirty="0">
                          <a:solidFill>
                            <a:sysClr val="windowText" lastClr="000000"/>
                          </a:solidFill>
                        </a:rPr>
                        <a:t>and/ or capacity  formulas</a:t>
                      </a:r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formula is incorrect</a:t>
                      </a: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ysClr val="windowText" lastClr="000000"/>
                          </a:solidFill>
                        </a:rPr>
                        <a:t>No communication provided</a:t>
                      </a:r>
                      <a:endParaRPr lang="en-AU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086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626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418</Words>
  <Application>Microsoft Office PowerPoint</Application>
  <PresentationFormat>Widescreen</PresentationFormat>
  <Paragraphs>108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Topic: Investigation 1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Investigation 1</dc:title>
  <dc:creator>Sarah James</dc:creator>
  <cp:lastModifiedBy>Sarah James</cp:lastModifiedBy>
  <cp:revision>11</cp:revision>
  <dcterms:created xsi:type="dcterms:W3CDTF">2019-03-15T06:06:19Z</dcterms:created>
  <dcterms:modified xsi:type="dcterms:W3CDTF">2019-03-28T02:59:44Z</dcterms:modified>
</cp:coreProperties>
</file>