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94" r:id="rId2"/>
    <p:sldId id="296" r:id="rId3"/>
    <p:sldId id="295" r:id="rId4"/>
    <p:sldId id="297" r:id="rId5"/>
    <p:sldId id="298" r:id="rId6"/>
    <p:sldId id="299" r:id="rId7"/>
    <p:sldId id="300" r:id="rId8"/>
    <p:sldId id="293" r:id="rId9"/>
    <p:sldId id="284" r:id="rId10"/>
    <p:sldId id="301" r:id="rId11"/>
    <p:sldId id="267" r:id="rId12"/>
    <p:sldId id="302" r:id="rId13"/>
    <p:sldId id="303" r:id="rId14"/>
    <p:sldId id="278" r:id="rId15"/>
    <p:sldId id="305" r:id="rId16"/>
    <p:sldId id="304" r:id="rId17"/>
    <p:sldId id="273" r:id="rId18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4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-43 149 280,'23'-27'104,"-5"19"-56,-18-11-41,0 12 26,22-6-12,-22 0 0,0 0-10,0 6-2,0 1-5,0-1-3,0 1 2,14-1-7,-14 7 1,0 20-87,59 39-52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5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34-32 260,'-72'-24'99,"72"24"-54,0-24-26,0 24 26,0-12-17,0 0-3,0 0-15,0 12-6,0-12-3,0 12-10,0 0-4,72-12-29,-15-25-10,-57 37-77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6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-93-102 256,'15'-26'96,"-15"16"-52,20 0-43,-4-9 19,4 0-9,-5 10 1,1-11-7,4 11-1,-5-1-2,5-18 1,-20 28-24,0 0-8,0 0-175,-35 57 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7"/>
    </inkml:context>
    <inkml:brush xml:id="br0">
      <inkml:brushProperty name="width" value="0.53333" units="cm"/>
      <inkml:brushProperty name="height" value="1.06667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-21 13 244,'-32'0'93,"64"-18"-50,-7 10-44,-25-1 18,0 9-12,25-11-3,1 2-4,-1 0 1,-25 9 1,0-7 4,0 7 5,0-9-3,0 9-1,0-9-18,0 9-6,0 0-62,-25 0-57,-1-46 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8"/>
    </inkml:context>
    <inkml:brush xml:id="br0">
      <inkml:brushProperty name="width" value="0.53333" units="cm"/>
      <inkml:brushProperty name="height" value="1.06667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-104-335 192,'-20'-12'74,"40"12"-40,-20-13-31,0 1 17,18 0-6,-18-1 0,21 1-2,-21-1 2,0 1-7,0-1 11,0 1 5,0 12 4,16 0 1,-16 0-11,0 0-5,0 0-23,-16 0-10,-23 0-51,-16 0-21,18-37-18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1483 125 96,'0'0'35,"4"0"-18,-4-17-5,0 13 13,0 1-2,0-1 0,0 4-1,0 7 1,0-10-13,0 10 3,0-7 1,-4-4 8,1 1 4,-1-1-6,-4 1-1,0 3-9,0 0-2,1 0 0,-1 0 0,-4 0 0,0-4 2,1 1-1,-1-1 0,-7 1-3,-9-4 1,5 3 0,4 0 1,-1 1 0,1-1 0,-1 1 0,5-1 2,-1 4-3,-3 0 1,3 0-3,0-3 0,-3 3-3,3-4 1,1 1 0,-8-1 1,7 1 0,-4 0 2,1-1 1,3 1 1,1 3-4,-1-4-1,1 4 1,-1-3 2,1 3-3,-1 0 0,0 0 3,1-4 1,-1 1-3,1 3-1,-1 0 1,1-4 0,3 4 0,-4 0 0,5-3-7,-9 3 0,-3 0 5,2 3 4,2-3-3,3 4-2,1-4 2,-1 3 0,1-3-1,-1 4 1,1-1-4,-1-3 0,0 4 1,1-4 0,-1 0 2,5 0 1,-1 0-1,-4 0 1,5 0-2,-5 0-1,1 0 1,3 0-1,-4-4 2,1 4 1,-1 0-1,5 0-2,-1 0 1,0 0 1,0 0-1,1 0-1,-1 0 1,0 0-1,1 0-3,-1 0 2,0 0 1,1 0 2,-1 0-1,0 0-1,1 0 3,-1 4 0,0-4-4,5 0 1,-5-4-2,4 4 0,0-3 4,1 3 1,-1 0-4,0 0-1,4 0 1,-4 0 2,-3 0 0,-1 0-1,4 3 3,-7 1-4,11-4-2,0 0-1,0 0 3,4 0-11,0 0-2,-8 3-13,0-3-5,8 0-16,-7-3-5,-1-1-10,-8 1 0,1-1-12,-5 1-6,1-8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5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1309 132 88,'0'0'33,"4"0"-18,-4 0 0,0 0 15,0 0-5,0 0 0,0 0-8,0 0-2,0 0-9,0 0 3,0 0 1,0 0 1,0 0 3,0 0-1,0 0 0,0 0-3,0 0 1,0 3 0,-4-3 1,0 0 0,0 0 2,0 0-3,-4 0-1,0 0-4,1 0 1,-1 0-2,-4 0 0,0 0-3,1 0-2,-1 0 1,0 0 1,1 0 5,-9 0 4,-7-3-4,4-1-2,-1 4 0,5-3-1,-4 3 0,3-4 2,1 1-3,3-1 0,0 4 1,1 0 0,-1-3 0,1-1 0,3 1 0,-3-1 2,-1 1-1,0 3 0,-3-4-3,-1 1 1,5 0-2,-1-1-1,5 4 1,-5 0 1,4 0-3,-3 0 0,3 0 5,-3 0 2,3 0-2,-4 0-1,5 0 1,-1 0 2,-4-3-3,6 3-2,-2-4 2,0 4 0,1 0 1,-1 0 0,-7 0-2,3 0-2,-7 0 1,3 0-1,5 0 0,-1 0 0,1 0 0,3 0 0,0 0 0,1 0 2,-1 0-1,0 0-1,0 0 1,1 0-1,-1 0 0,0 0 2,1 0-1,-1 0 2,0 0-2,5 0-1,-5 0 1,4 0-1,-3 0 0,-1 0 2,0 0 1,0 0 1,1-4-2,-1 0-2,0 4 1,5 0-1,-5 0 0,4-3 0,0 3 0,1 0 0,-1 0 0,0 0 0,0 0 2,1 0 1,-1-4-4,0 4 1,-4 0 2,4 0 1,1 0-4,-1 0-1,0 0 1,0 0 0,1-3 1,-1 3 0,0 0 0,0-4 2,4 4-1,0 0 2,1 0-4,-1 0 0,0 0-1,0 0 0,0-3 2,0 3 0,0 0-3,0 0 2,0 0-1,1 0 0,-1-4 2,4 4 0,-4 0-5,4 0-1,-4 0-4,4-3 1,-4 3 0,4 0 1,-4 0-2,4 0 1,0 0 0,0 0 1,0 0-6,0-3-4,0-1-19,4 1-9,0-4-50,8-4-56,-1-6 49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5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1180 107 80,'7'24'30,"-3"-48"-16,4 38 5,-4-7 16,4-4-8,-4 1-3,-4-4-6,4 3 1,-4-3-10,0 0 1,0 0 1,0 0-4,0 0-2,0 0 2,0 0 0,0 0 3,0 0 1,0 0-1,0 0-1,0 0 3,-4 4 3,4-4-4,-4 0-1,0 0-2,0 0 2,0 3 6,0-3-7,-4 0-2,1 0-2,-1 4-1,0-4 2,0 0 1,-3 0-3,3 0-1,-8 0 3,1-4 1,-1-6 1,-3 6 0,-1-6-2,5 3 1,-1 0 0,1 0 3,-1 0-7,0 0-2,1 4-1,-1-7 2,1-1-1,-1 4 2,4 0 0,1 4 3,-1-1-1,0 1 0,-3 0-6,-1-1 1,1 1 0,-1 3 0,-3 0 2,3 0 3,4 0-2,-3 0-2,3 0-3,-3 0 1,-1 0 1,1 0 2,-1 0-1,0 0-1,1 0 1,-1 0 1,1 0-1,-1 0 2,1 0-2,-1 0-1,-3 0 1,-1 0 1,-3 10-3,3-3 0,1 0 1,-1-11-3,5 11 2,3-3 3,0-1 3,1 1 0,-1-1 0,0-3 1,5 4 1,-5-4-3,4 0-3,0 3 2,1 7 0,-1-17-4,0 7 1,0 0 0,0 0 2,1 0-1,-1 11-1,0-15-2,4 4 1,-4 0 1,1 0 2,-5 0-1,4 0-1,0 0 1,1 0-1,-5 0 0,0 0 0,4 0-3,1 0 2,-1 0 1,0 0 2,0 0-1,4 0-1,1 0 1,-1 0-1,0 0-3,0 0 2,0 0 1,0 0 2,0 0-1,0 0 2,0 0-4,1 0-2,-1 0 2,0 0 0,0 0 3,0 0-3,4 0 0,-4 0 1,0 0 0,0 0 0,0 0 2,0 0-3,1 0 0,-1 0-1,0 0-2,4 0-8,0 0-3,0 0-12,0 0 8,0 0 5,-4 0-2,0 0 0,0-10 9,0 10 3,0-10 1,0 3 2,1 0-6,-1 0 0,-4 3 1,4 1 1,0 0 0,0-1 1,0 1 3,4-1 2,-4 4 0,4 0-1,0 0-2,0 0 1,0 0 1,0 0 0,0 0 2,0 0 1,0-3-6,0 3 0,0 0-6,0 0-1,0 0-9,0 0 0,0 0-45,8-4-18,19-13-9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1227 24 136,'0'14'52,"4"-14"-28,0 0-28,-4 0 23,0 0-5,0 0-5,0 0 0,0 0-6,0 0 3,0 0 0,0 0 6,0 4 3,-4-1 0,0 7-1,-4-10 1,1 0-6,-1 7-3,-4-7-3,1 7-3,-1 0 3,0 0 0,1-3 1,-9-1 2,1 0 1,-5-3 1,1 0 0,0 0 2,3-3-1,1 3 2,-1 0-2,1-3 0,-1-1-5,1 1-3,-1-1 2,5 1 0,-1-1-4,-3 1 1,-8-1 0,3 1 0,-3-1 0,4 1 0,-1 3 0,1 0 2,3 0-1,1 0-1,-1 0 1,1 0 1,0 0-1,-1 0-1,-7 0 1,-4-3 1,0-4-1,3 3 2,5 1 0,4-1 3,-1 1-3,5 3 0,-1 3-1,0-3-2,5 0 1,-5 4 1,1-1 1,-1-3-4,4 4-1,1-1 1,-1 1 0,0-4 1,1 0 2,-1 0-3,0 0 0,4 0 1,-7 0 2,-1 0-1,1 0-3,-1-7 1,1 0 1,3 10 2,0-3-1,1 0 2,-1-7-4,4 11 0,0-1 1,1-3 2,-1 0-1,0 0-1,0-7 1,0 4-4,1-1 0,3 1 2,0 3 2,0-4-2,0 4 0,0 0-17,0-3-8,0-1-41,4-6-81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1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1091 80 68,'0'0'27,"0"-4"-14,0 4-7,0 0 11,0 0 0,0 0 1,0 0 0,0 0 0,-4 0-3,0 0 1,0 0-5,0 0-1,0 0-6,0 0-1,-3 0 3,-1 0-1,0 0 2,0 0 0,-3 0 1,-1 0 2,0 0 1,1 0-1,-1 0 1,0 0-2,-3 0 2,3-3-4,0 3-2,1 0 0,-17-3-1,5-1 0,0 1 0,-1-1 2,5 4-1,-1-3 0,1 3 3,0 0 3,3-4-2,0 4 2,1 0-4,-1 0-2,5 0-2,-5 0-3,-3 0 1,-5 4 1,5-1-1,-1-3 2,1 0 0,-1 0 1,1 0 2,3 0 3,1 0-2,-1-3-2,-3 3 0,3 0-1,1 0 0,-1 0 2,0 0-5,1 0-1,-1 0 2,-3 0 1,-1-4-1,5 4-2,-5-3 1,1-1-1,-1 1 0,1-4 0,3 0-3,1 7 2,-1-7 1,1 11 0,3-4 0,-4-4 2,5 1-1,-5 6-1,5-6 1,-1 6-1,0 1 0,1-4 0,3-4 0,0 8 0,-4-1 0,4-6 0,5-1-3,-1 1 0,0-1-7,-4 1-37,8-1-10,8-3-70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2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1111 62 112,'3'-4'44,"-3"8"-24,0-4-10,0 0 12,0 0-8,0 0-1,0 0-3,0 0-1,0 0-5,0 0-1,0 0 3,-3 0 3,3 0 5,-4 0 1,0 0 0,-4 0-3,0 0-2,0 0-2,1 0 0,-1 0-4,0 0-1,0 0 3,-3 0 1,-1 0 1,0 0 0,-3 0 0,-1-4 0,1 4-4,-1-3-1,0 3 1,-11 0 2,8 0-1,-8 0 0,3 0-1,0 3 2,4 1-3,1-4-2,-4 3 2,-1-3 0,5 0 3,-1 0 1,1 0 1,-1 0 2,-3 0-1,-4-3 2,3 3-4,1 0 1,4 0-5,-1 0 0,1 0-1,-1 0-2,1 0 1,-1 0 1,1 0-1,-1 0 2,1 0-2,-1 0 2,5 0 7,-1 0 3,-3 3-13,-1-3-4,-4 4 3,5-1 5,3 1-4,-3-1 0,3-3 0,0 0 2,1 4-1,-1-4-1,1 0 1,-1 0 1,4 0-3,1 0 0,-1 3 1,0-3 0,5 0 0,-1 0 2,0 0-3,-4 3-2,5-3 4,-1 0 1,0 0-5,0 0 0,0-3-54,8-11-79,12-14-55,8-20 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7:34:32.945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15812 1346 72,'0'-8'27,"0"12"-14,0-8-4,0 4 11,0 0-7,0 0 0,-5-4-3,1-4-1,-5 0-5,-4-4-3,-5-3 6,0-1 5,-13 0 0,-5-8 1,1-7 4,-1 3 1,-4 0-9,0 1 3,-4 3 2,-9-3-1,-5-1 2,0 0-4,1 1 1,-1 3-3,-4-8 2,-1-7-6,-3 7-3,4 1-4,0-1 1,-10 4 1,-3 1 2,4-1 1,4 5 3,1-1 1,-5 0 3,4 4 1,0-3 1,1-5-4,-1 8 0,-17-3-3,8-1 0,5 4-3,-4 1 1,4-5-2,-5 4-1,1 4 1,-5-3-1,-5-1 0,1-4 2,4 4-1,5 5 2,3-1 0,-7 4 3,-1-12-3,0 5-2,4 3-3,-13-8-1,0 4 2,10 1 2,3 3 0,-8 0-1,-1 0 1,1 4 1,0 1-1,-10 3 2,1 0-2,9 0-1,4 0 1,-5 0-1,-4 0 0,1 0 0,-14 4-3,-1 0 2,6 0 1,3 0 0,-3 4 0,-1 0 0,0 0 0,-13 0 2,9 0-1,4 4-1,-4 0 1,0 0-1,-4 0-3,-1 0 2,-4 0 3,4 0 1,5 0-4,-4 0 1,-1 0 0,0 0 2,-8-4 3,4 4 2,-5 0 1,10 0 0,-1 0-2,1 0 1,-14 0-4,13 0-2,5-1 0,-9-3-1,4 4 0,1 0 2,-36 8-3,13 0 0,18-4 1,-5 0 0,14 0 0,0 0 2,4-4-3,-8 7 0,8 1 1,0-4 0,5 0 0,-5 0 2,-4 0-3,9-4 0,-9-4 1,4 4 2,5-4-1,4 8-1,0 0-2,0-1 1,1 1 1,-6 0 2,-3 4-1,8-4-1,5 0 1,-5 4 1,4-4-3,1 0 0,4-1-1,-9 1 0,0 0 4,9 4 1,5-4-1,-1 4 1,1-4-2,-1 0 2,1 11-2,4-3-1,4 0 1,-13-4 1,0 0-1,9 3-1,5-3-2,-14 4-1,9-4 2,0 0 2,0 0 0,4-1-1,-4 1 1,-5 0 1,5 4-1,5-4-1,4 3 1,-10 1-1,6-4 0,-1 4 0,-4 0 4,5-4 5,-1 3-10,-9 1-3,10 8 4,-1-4 1,5 7 1,0 5-2,0 3-2,4-11 1,0 4 3,0-1 1,1-3-1,-5 0-2,-1 3 1,10 5-1,0 3 4,4 1 2,5-5-7,-1 1-1,-8 4 0,4-1 3,0 1 0,5 3 2,-1-7-2,1 23-1,0-8-2,4-3 1,-5-5 1,-4-3 0,9 3 0,0-3 2,5 3 1,-1 5 1,1-1-5,4 1-1,-5-1 1,1 0 2,-10 1-2,5 15 0,0 4 1,0-4 0,0-3 2,0-5 1,5 8-4,-1 0 1,1 1 0,-5-1 0,0 4 0,-5 4 0,14 8 0,0-4 2,5-8-3,-1 0 0,0 5-1,5-1 0,0-4 2,0 0 2,-5 0-1,5 8-1,4 4-2,-9 4 1,1-16 1,-1 12 2,0-4-1,5-7-1,-4-1-2,-5 4 1,-1-4 1,1 20 2,5-4-3,-10-8 0,1 0 3,-1-4 1,1 4-6,4-4 0,4 0 3,0 0 4,1 12-3,3-4-1,1 4 0,4-8 2,1 8-1,3-11-1,1-1 1,-5 4-1,0-4-3,5 8 0,0 0 2,4 0 0,4-8 1,1-4 0,0 12 0,4-8 0,0 0 0,8 0 0,6-3 0,-5 11 0,0-4-3,4 0 2,0-8 1,1-4 2,-1 0-1,5 4-1,-5-7-2,5-1 1,-1 0-1,1-3-2,0 7 3,9 4 2,4-4 0,-5 0-1,1-3 1,0 3-1,-1 0 0,1-8 0,4 1 0,0 3 0,0 0 0,0-3 2,0 7-3,5 4-2,-1-4 2,1 4 0,-5-7 1,0-5 2,0 8-1,0-4-1,0-3 1,1-1-1,7 0-5,6-3 1,-5 7 4,0 4 2,4-4 0,1 1 1,-1-1-4,0 4 0,5 0 1,5-3 2,-6-1-1,1 0-1,0 1 1,0 7-1,13-8 0,0 4 0,1-4-3,-1-3 2,0-5 5,0-3 2,9 7-7,-4-8-1,-5 1 0,0-5 1,0-3 3,18-1 1,-4 1-1,4 3 1,0 1-2,4 3-1,5 5 1,-5-5-1,14 4-3,4-3 2,0 3 1,9-7 2,-9-1-3,1 1 0,8 3 3,0-8 1,-5 1-1,1 0-2,-1-1 1,-4 1 1,1-5-1,8 1-1,0-5 3,-5 1 0,5 4-4,-13 3 1,-5-3 0,14-5 2,-5 1-1,0-4-1,-4-1 3,0-7 0,-5-4-1,-4 4 1,13-4-4,-5-1 0,6-3 1,-6 0 2,1 0-1,-9 0-1,-5 0 1,14-8-1,-5 4 2,0 0 1,-4 0-1,9 0-2,-9 0-2,-5 0 1,-4 0 3,18-4 1,-5 0-1,-4 4-2,4-1-2,0 1-1,-4 4 2,-4 0 2,17 4 0,0 0-1,0-4 1,0 0-1,0 4 0,1-5 0,-6 9 0,10-4 0,-5-4 0,-4 0 0,8 0 0,-12 0 2,-1-4-1,4 0-1,6-1 1,3 1 1,1 0-3,4 4-2,-13-4 2,-5 0 2,18 0 0,0-4-1,0 4 3,4 0 0,-8 0-1,-5 0-2,18-4 1,0 4-1,9-4 2,-14 4 1,1 0-1,12 0-2,1-4-2,-4 4 1,8 4 1,-9-1 0,14 1 2,-1 0 1,-3-4-4,3 4-1,-8-4 1,13-4 0,-8 0 1,-1-4 0,4 0 0,-12-4 0,8-4 0,0-3 2,1-1-1,-10 0-1,0-8 5,-8-7 4,-32 7-10,58-11-1,-13-1-1,0 0 1,-40 13 1,30-17 3,15-15-3,-10 4 0,-35 15 1,35-11 2,-35 11-1,27-15-1,12 4-2,-3 3-1,-10-11 4,5 8 1,-36 15 0,27-19-2,-31 11 1,45-23-1,-5-4 0,-9 4 2,0 4-1,-9-1-1,-22 17-2,35-24 1,-4-8 3,-9 8 3,9 3-4,-17-7-3,-5-8 1,-5 4 2,9-3-2,-4 6 0,-5-14-1,-4 11 0,-9 0 2,5 4 2,-23 19-3,18-39 0,-4 5 3,-9-1 1,-5 0-1,9 0 1,-9 8-4,-4-8 0,-13 24-1,4-40-2,0 1 3,-9 7 2,-9 24 0,5-28-1,-1-3 1,-4-5 1,-4 4-1,-4 9-1,-6-13-2,1 12-1,-4 5 4,-1-5 1,-4 24-3,0-40-1,0 13 3,-4-13 1,-1 36-3,1-16-1,-1-4 3,1-3 3,-5 3-3,0 4-1,-4-7 0,0 3 0,-5 4 0,0-8 0,-4 1 0,0 3 0,-9 4-3,4-4 0,-4 8 2,0 5 2,0-1 0,0-16-1,8 28-2,-8-28 1,0 8 1,-9-11 2,-4 11-1,4 8-1,9 24 1,-14-44-1,1 5-3,-5 7 0,5 4 2,-10-4 0,-12 12 1,12 4 2,1-8-3,9 0 0,-5 8-1,9 0 0,-13 8 0,4 4 0,0-16 2,0 16 2,-4 4-1,4 7-1,-9 5-2,-4-12 1,4-4 1,1 7 2,3 1-1,5 4-1,-8 3-2,3 1 1,1 4 1,0-1 0,-9 9 0,8-9 0,-3 5 0,-6-1 2,1 1-1,9 3-1,4 1-2,-4-9 1,0-3 3,-1 8 1,5 3-1,1 0 1,-1 1-2,0-1 2,0 5-2,-9-1 2,-8-3-2,8-1 2,0-3-4,0 3 0,-4 1-1,0 3 0,4 1 2,1 3 2,-6 0-6,-3 1 1,-27-17-34,-10-15-16,-30-16-113,-18-40-54,0-19 113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7:35:20.836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3086 57 72,'0'-4'27,"0"4"-14,5 0-7,-5 0 9,0 0 5,0 0 2,0 0 6,0 0 3,4 4 0,0 0 1,1-1-4,-1 5-3,1-4-13,-5-4 1,0 8 3,0 4 1,0 0-1,0-4 0,-5 0 3,1 7-7,-1-3-2,1 0-1,0 0 1,-5 0-5,0 0-1,0 0 2,-4-1 3,-1 1-2,-4 4 1,1 0-3,-6 0 2,1 3-4,-4 1 0,-1 0-1,0 0 1,-4-1-2,0 21-1,0-5 1,0-3 1,4-1-1,-8-3-1,-5 0 1,0-1 1,0 1 1,0 0 3,0 3-5,0 1-1,0-1 0,-4 1 2,-1-4 1,1-1 1,4 5-2,0-1-2,-5-3 1,5 4-1,5-1-3,-9 5 2,-5 3 1,4 1 2,5-1-1,0-7 2,5-1-2,-1 1 2,5-5-4,-4 1 0,4 8 1,-5 3 2,5-7 1,0-1 1,0 1-5,4-4 1,-4 3 0,4 1 2,1-1-1,-1 1 2,0-1-4,1 25 0,-5-13 3,4 1 1,-4-1-4,4-8-1,-4 1 1,5-4 2,-1-5-2,0 17 0,1-1 1,-1-3 2,5-1-1,0 1-1,-5 3 1,0 0-1,-4 5-3,5 11 2,-1-8 1,5-3 2,0-5-1,-1 0 2,1-3-2,0 3-1,0 5-2,-1-5 1,1-3 1,0-1 0,0 1 0,0 3 2,-5-3-1,5 15 2,-5-4-4,5 0-2,-5-7 2,10 3 0,-1 1 1,4 3 2,1 0-1,-5-3-1,5 3 1,0-4-1,-5 1 0,5-1 0,-5 16-3,0 0 2,0 1 3,1-9 1,-6 0-4,6 8-1,-6-4 3,1-3 1,4-1-3,-4 16 1,4-4-2,1 16 0,3-4 2,1-12 0,0-4 0,-1 16 0,1-12 0,0 0 0,-1 4 2,1 1 1,0-1-4,-1 8-1,1 0 1,0-12 0,4 12-2,0-8 2,0 0 1,0 0 0,5 0 2,4 16 3,0-4-4,4-4-3,1-12 1,4 12 0,0-8 3,-1 0 1,6 4-1,-1-4 1,0 16-4,1-5 0,-1-3 1,0-15 2,1 11-3,-1-4-2,0 0 4,1-4 1,8 0-3,4 16-1,-3-8 1,-1-4 0,0 0-2,0-4 2,0 0 1,1-4 0,-6-3-3,6-1 2,-1 0 1,0 4 2,9 4-3,9-4 0,-4-11 1,-5 3 0,0 4 0,0 0 0,0-11 2,0-1 1,0 1-4,0-1-1,-4 0 1,8 1 2,-3 15 0,3-8-1,-4-8 1,5 1 1,-5 3-1,4-11-1,-4-1 1,0 1-1,-4-1-3,9 1 2,4-5 1,0 1 2,0-1-3,0 1 0,0-5 1,4 5 0,-4-5-3,4 5 0,5-5 2,-9 9 2,5-1-2,-5 1 0,-1 3 1,-3-11 0,13 3 0,4-7 0,-4 12-3,-5-1 2,1-3 3,-5-5 1,0 1-1,0-1-2,0 1-2,0 3 1,13 1 1,-13 7 2,0-7-3,-5 7 0,1-7 1,-5-1 0,0-7 0,-4 4 0,8-1 0,5-7 0,-4-4 0,-5-1 0,-4 1 0,-1 0 0,-4 7 0,1-3 2,-1 4-3,0-5 0,-4-3 1,4 0 2,0 0-1,-4-1 2,4 1-4,-4 0-2,9 0 2,-5-1 0,4 1 1,-3 0 0,-6-4 0,1-1 2,-5-3-1,1-4 2,-5 0-4,0-4 0,-9-4 1,0 0 2,0 0-1,0 0-1,0 0 3,8 4 2,-8-4 0,0 0 0,0 0-3,0 0-2,9 0-2,-9 0 1,0 0-1,0 0 0,5-4 2,-1 0 2,-4 0-3,5 0 0,-1 0 1,1 0 2,3 0-1,-3-4-1,4 1 1,-5-5 1,5 0-1,0 0-1,0-4-2,0 0 1,4 1 1,0-5 0,1 0 0,8-4 0,0 5 0,9-13 0,-4 4 2,-1 1 1,1 3-4,4 0 1,-4-3 0,0 3 0,4-3 0,-5-9 0,5-11-3,0 11 0,5 1 6,-1-1 3,-3 1-6,-1-1 1,0 0-1,0 1 0,4-1 0,-4-7 0,9 4 0,9-5 0,-4 9 0,-1-5 2,-4 1-1,0-9-1,0-3-2,-4 0 1,-1 3 1,-4 1 0,0 3 0,5 1 0,-5 0 0,0-1 0,-4 5 0,-1-5 2,1 1-1,0-1-1,-5 1 3,4 3 2,10-7-2,8-8 0,-8 7-6,-5-3 0,0 4 3,0-1 4,-4 1-1,-1 4-2,1-1-3,0-7 1,-5 0-1,0 3 0,0 1 0,1 3 0,-1-7 2,4 0 2,1 3-1,0-3-1,-5 4 1,0-1-1,0 5 0,0-4 2,-4-5-1,0 5-1,4-1-2,-4 1 1,0 0-1,0 3 0,-1-11 2,10 0 0,-5-1 0,9-7 0,-4 8 0,-5 4 0,0-5 0,-4-3 0,0 8 0,0 0 0,-1-1 0,-3-7 0,-1-4 0,0 4 0,1-1-3,-1-3 2,0 4 1,-4 8 0,0-12 0,0 3 0,0 1 0,0 4 2,0-12-3,-1-4-2,1 8 2,0-1 2,0-3 0,0 8 2,0-16-4,4 16 0,-4 4 1,9-1 2,-5 1-1,-4-4-1,0-4-2,9 0 1,-9-1 1,-1-3 2,1 8-3,-4-8 0,4 4 1,-9 0 0,4-1 0,-4 5 0,0-12 0,0 4 2,0 4-3,0 0 0,-4 0 1,4 3 2,0-3-3,-5 4-2,5 8 2,-4-9 0,4-3 1,-5-8 2,5 4-1,-4 4-1,4 0 1,-5 0 1,1 0-1,-5-1-1,-4 5-2,4 0-1,0 0 2,-4-1 0,-1-11-2,1 8 2,4 0 3,-4 4 3,0-8-4,-5 4-1,0 3-2,-4 1-2,0 8 0,-5-12 0,0-8 5,5 4 1,-5-1-3,-4 5 1,-4 8-2,4-4 0,4-4 4,0 11 1,5 1-1,0 0-2,-5-1 1,1-3-1,-5-4 0,-5 4 0,1-1-3,-1 5 2,1 0 1,-1 3 0,-4 5 0,0-12 0,0 7-3,5 9 2,-10-5 1,-4 5 2,5-1-1,4 1-1,0-1 1,4-7-1,-4 4 0,9 3 0,0-3 0,0 7 0,-4 1 0,4-1 2,4 5-3,0 3-2,-4 4 2,0-7 2,-4-9-2,-1 9 0,1 3 1,-1 0 2,-4 1-3,-9-1 0,9 4-1,0 1 0,5-1 2,4-11 2,0 7-1,4-12 2,0 5-4,-4 3 0,5 1 1,-6 3 2,1-4-3,0 5 0,0-1 3,5 1 1,-6 3-4,6 4-1,-1-4 1,0 5 0,1-9 1,-1 4 0,-4 5-3,0 3 2,-5 4 1,5-4 2,0 0-6,9 5-1,0-1-1,4 4 2,5 0-14,4 0-5,0 4-39,80-16-116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28:12.87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 2758 72,'5'-8'27,"-5"0"-21,0-4 14,0 8 4,0 0-1,0-4-2,0 4-5,0 0-2,0-4-4,0-7-1,0 3-5,4 0 4,1 0 4,-1-4-2,1 0 0,4 1-2,-5-1 2,0 0 6,5-4 2,5 1-5,-5-1-3,-1 0-1,1-4-1,5 1 0,-1-1 0,-4 0-2,4-3-1,0-1-1,5-3 0,0-1-2,0-8-2,0 5 3,4 3 2,0-3 2,5-1 1,-5 5-2,0-1-1,5-3-3,-1-1 1,1 1 0,0-1 3,-1 0-3,-8 9-2,-5 3 2,10-11 0,8-17 1,-5 5 0,1 4 0,0-1 2,-5 1 3,4 3 2,5 1-5,-4 3-4,4 5-1,0-5 1,0 5-1,5-5-1,-1 0 3,1 1 0,0-1-1,-1 5-2,5-1 1,-4-3-1,4 3 2,-1 1 1,1-1-1,0 0 1,5 1-4,-1 3 0,-4-3 1,0 3 2,0 0-1,0 1-1,0-1-2,0 4 1,0 1 1,0-1 0,0 4 2,0-3 1,0-1-1,0 4-2,0 0 3,0-3 0,0 3-1,0 0-2,0-3 1,-5 3-1,5 0-3,0 0 2,-4 1 1,-1-5 2,1 0-1,4 1 2,0-1-2,0-4 2,0 1-2,0-1-1,4 0 1,-4 1 1,0 7-1,13-4-1,-4 5 1,0 3-1,0 0 0,0 0 0,-5 4 0,5 0 2,0 1-6,0-1 1,0 4 3,4 4 4,0 0-3,0 0-3,1 4 3,-1 0 1,0 0 0,1 0-2,-1 0 1,0 0-1,0-4 0,5 4 2,0 0-1,0 0-1,-1 4 1,-3 4-1,-1 0 0,-4 0 0,0 0-3,-9 0 2,4-5 1,0 1 2,-4 0-3,5 0 0,-1 0 1,1 4 0,-1-4-5,-4 4 1,0 0 2,0 0 1,0 0 3,0 0 3,0-1-7,-5 1 0,1 0 2,-5 0 4,5 0 1,-5 0 0,4 0-6,-4 0-1,0-4 1,-4 0 2,0 4 0,-1 3-1,1-3-2,4 0 1,0 0-4,0 4 1,0 0 6,0 0 4,0-1-3,1 1 0,-6 0-1,1 0 1,0 0-4,-1 0 0,1-1 1,-5 1 2,0 0-3,0 0-2,1-4-1,-1 4 3,0 0-2,5-1 1,-1 5 2,1 4 2,0 0-3,-1-1-2,-4-3-1,1 0 3,-1-4 0,0 0 1,0 0 0,-4-5 0,4 1 0,0 0 2,1-4 1,-1 0 1,0 0-2,0 0-2,1-4-2,-6 4 1,5-4 1,-4 4 0,4 0 2,1-4 3,-1 0 0,0 0 0,0 0-3,0 0-2,1 0 1,-1-4-1,0-4 0,0 0 2,5 0 1,-14 4 1,1 0-2,3-4-2,19-3 3,-5-5 0,0 4 1,0 0 0,0 0-2,0 0-2,5 1 1,-1 3-1,1-4-3,-1 0 2,5 0 1,0 4 2,-4 0-1,-1 0-1,1 1 1,-1-5-1,5 4 0,0 0 2,0 0-1,0 0-1,0 0-2,5 0 1,4 4-1,-1-3 0,6-1 2,-5 0 2,-1 0-3,-3 0 0,-1 0 3,5 0 1,0 4-1,0 0-2,0 0-2,4 4 1,5 0 1,-1 4 2,1 0-3,0 4-2,0 0 2,-1 0 0,-3 4 1,-1 0 2,0 3-3,1-3-2,-1 0 2,0 4 0,5-4 1,-5 0 0,0-1 0,1 1 0,-1 0 2,0-4 1,-4 0-4,0 4 1,-5 0 0,1-1 0,4-3 0,-5 4 0,5 0 0,-5 0 2,1 0-1,4-4-1,-5-1 1,5 5-1,0-4-3,-5 4 2,5 0 1,-5 4 0,1-1-3,-5 1 2,9 4-1,-5-4 0,0 0 4,-4 3 1,0-3-4,0 4 1,5 0 0,-1 3 0,1 5-3,-1 0 2,5 7 1,0-7 0,-5-1 0,1 1 2,-1 0-1,0 3-1,1-3 1,-1 3-1,5 1 0,-5 0 2,1-5-1,-1 1-1,1-5-2,-1 5 1,-4-4 1,0 3 2,-4 1-3,8 0 0,-8-1 1,-1 5 2,-4 0-3,0-5 0,0 5 1,-4-5 0,0 5 0,-1-4 0,1-1 0,-5 1 0,0-1-3,1 1 2,3 0 1,1 7 2,-1-3-3,1-1 0,0 1 1,-1 0 0,6-1 0,-6 1 0,1 3 0,-1 5 0,1 3-3,0 5 2,-1-1 1,1 0 2,0 5-3,-5-5 0,0-4 3,0 1 1,-4-9-4,0 5 1,0-9 0,-5 5 2,0-1-1,1 1-1,-1 0-2,-4 3-1,0 0 2,0 1 2,-1-1 0,-3 1-1,-1-5 1,1 5-1,-1-5-3,1 1 2,-5-4 1,4 3 0,0 5 0,-4-5 0,5 1-3,-5-5 2,-5 1-1,5-1 0,0 1 2,-4 3 2,0 1-1,-1 0-1,1-1 1,-1 5 1,1-1-1,-1 4-1,1 1 1,0-5 1,-1-3-1,1-1 2,-1 5-2,-4-5 2,5-3-2,-1 0-1,1-1 1,-5 1-1,0-1 2,5 1 1,-5 3-1,0 1-2,0 3 1,0 1-1,-4 3 0,0-3 0,-5 3 2,0 1 3,0-9-4,-4 1-1,0-1-2,0 1 0,-1-5 2,1 1 2,-4 0-1,-1-1-1,0-3 1,1 3 1,-5 1-1,4 3-1,-4-3 1,0 4-1,0-1 2,0 1 1,0-1-6,4 1 0,-4 3 1,0 5 3,0-5 0,0-3-1,-1-1 1,1-3-1,0-5 2,0 1 1,-4-4-1,-5-1-2,9 1-2,0 0 1,-1-1 1,1-3 0,5 4 2,-1-1 1,5 1-4,-5 0 1,1 0-2,3-5 0,1 5 2,0-4 2,0 3-1,0-7 2,4 4-2,-4-4-1,-1-1 1,1 1-1,4 0 0,-4 8 0,0-8 0,-5-1 2,1 1-1,-1 0 2,0-4-2,1 0 2,-1-1-2,-4 1 2,0 0-2,4 4-1,-4-4-2,5 4-1,-6-5 4,6 1 1,-5 4 0,4 0-2,-8-4 1,3 3-1,1-3 0,0 0 0,-4 0-3,-1-4 2,1 0 3,-5 4 1,0-4-4,0 3 1,0-3 0,0 4 2,0 0-1,0 0-1,0 4 1,0-5-1,4 1 0,1 0 0,-1 0 0,5 0 0,-4 0 0,4-1 2,0 1-1,-1-4-1,6 0 1,-5 0-1,0 0-3,0 0 0,4 0 4,-4-4 1,4 4 0,-4-1 1,0 1-4,-5 0 0,1-4 1,-1 0 2,1 4-3,-1-4 0,1 4 1,-10-4 0,5 0 0,0 4 0,5 0 0,-9 3 0,-1 1-3,1 0 0,-1 0 2,1 4 2,-5-4 0,0-1-1,5-3-2,-1 4 1,1-4 1,0 0 2,-1 0-1,1 0-1,-1 0 1,1-4-1,4 3 0,0-7 0,0 0-3,4 0 2,1 0 1,-1-4 2,1 4-3,-1-3 0,1-1 1,-1-4 0,-8 4 0,8-4 0,1 0 0,-1 0 0,1 0 0,-1-4 0,5 0-3,0 1 2,0-5 1,0 4 2,0-4-1,0-4-1,9 9-2,-18-17-1,0 0 4,0 1 1,0 3-3,0 0 1,9 5-2,-1-1-2,1 4 3,0 0 0,9 4 1,-5 1 2,5 3-3,0-4 0,0-4 3,4 4 1,-4 4-6,0-3 0,8-1 1,-3 0 1,-1 4 1,0-4 0,5 4 0,-1 0 0,1 0 0,0 1 0,-1-1 0,1 0-3,4 0 2,5 4 1,-1-4 0,1 4-3,-1 4 2,1 0 1,0-4 0,-1 4 0,5 0 0,0-4-3,-4 8 2,-1 0 3,1-4 1,-1 0-4,5 0-1,-4 4-2,4-4 3,-5 4 2,1-4 2,4 8-1,-4-8-2,-1 4 1,1 0-1,-1 4 0,-4-4 2,1 0-1,-1-4-1,0 3-2,-5-3 1,6 4-1,-1 0 0,0 4 4,0-4 1,0 4-1,0 0 1,0 0-4,-4 0 0,0 0 1,-1 4 0,1-1 0,0 1 0,-5 0 0,0 4 2,0 0-3,1-1 0,-6 5 5,1 0 5,0 0-10,0-5-1,0 1 1,-1 0 2,6-4 0,-10 8-1,5-5 1,-5 9 1,5-8-3,-9 4 0,9-5 1,-14 5 0,1-4 0,-1 4 2,-4-1 1,-4-3 1,-1-4-5,1 0 1,-1 0 0,-3-4 0,-1 3 0,0-3 2,0 4-1,-4 0 2,4 0-4,-4-4 0,-1-4 1,1 4 2,0 0-3,-1-5-2,1 1 4,0 4 1,4 0-3,0-4-1,-4 4 3,-1-8 3,1 4-3,4-4-3,0 0 1,1 0 2,-1 4-2,0-4-2,0 0 2,-4-4 0,0 4 1,4-4 2,0 4-1,4-4 2,-8 0-4,13 0 0,0 0 1,0-4 0,0 0 0,0 5 0,-4-5 0,-1 0 0,1 0 0,0 0 0,-1 0 0,1 0 0,-5 0 0,5 0 0,-5 0 0,0 1 2,4-5-3,1 4 0,0-4 1,-1 0 0,5 4 0,0-4 2,0 1-1,0-1-1,5-4 1,-5 4-1,4-4 0,1 0 2,-5 1-3,0-5 0,0 0 1,0 0 2,-5 1-3,5-1 0,1 0 1,3 1 2,0-1-1,-4 0 2,1 0-4,-6 1 0,1-1 1,-1 0 0,-4 0 0,1 5 2,-1-1-1,4 4 2,5-4-2,0 4-1,0-3 1,0-5 1,5 0-1,-1-4 2,5 1-2,0 3-1,-4-4 1,-1 1-1,-4-1 0,0-4 0,5 1 0,4-9 0,-1 4 0,1 1 0,0-5 0,0 5 2,0-5-1,4 5-1,1-1 1,-1 4 1,1 1-3,-1-1 0,-4 1 1,0-5 2,0-4-3,4 5 0,0-1 1,5 1 0,-5-5-3,5 1 2,-4-5 1,-1-3 0,-4-5-3,0 1 2,0 0-1,4 3-2,0 5 3,5-1 2,0 9 0,0-1-1,0 1 1,4-9 1,0 5-1,-4-5 2,0-3-4,4-1 0,0 1-1,5-5 0,0-3 4,4 8 1,-5-1-1,5 5 1,1-1-4,-1 9-2,4-5 2,1 16 0,-1 5 1,5-9 2,-4-16-3,-1 1 0,1 3 3,0 1 1,-1 3-4,1 1-1,-1-1 1,1 1 0,4-1 1,-5 0 2,5 1-1,0-5-1,-4 5 1,4-1 1,-5-3-3,1 3 0,0 0 3,4 1 1,-5 3-4,5 1-1,-4-1 1,4 0 2,0 1 0,0 7-1,0 4-2,0-7 1,0-21 1,0 5 0,4-1 0,1-3 0,-1 3 0,0 1 0,1-5 0,4 5 0,-5-1 0,5 1 0,0-1-7,0 5 0,4-5-10,5 1-2,0-1-23,8-7-8,10-8-49,13-8-21,4-4-1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0:34.86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36 11 28,'-5'-4'13,"10"8"-10,-5-4 13,0 0 4,0 0 1,0 0-1,4 0-8,-4-4-3,0 4-3,0-4 1,0 4 5,0-4 2,0 4 1,0 0 4,0 0-5,0 0 0,0 0-4,0 0 1,0 0-6,0 0 1,0 0 4,0 0-4,-4 0 2,4 0 1,-5 0 2,5 0-1,0 0 1,-4 8-4,4-4-2,-5 4-2,5 0 0,-4 4-2,-1-1 2,1 1-4,4 0 0,-4 0 5,4 0 2,0 0 2,0 3 2,0 1-1,0 0 2,0 4-4,0 0-2,0-1-2,0 1-3,0-4 1,0 4 1,0-5-1,0 1 2,0-4 0,0 8 1,4-5-2,0 1 1,-4 0-4,0 0 0,5 0 3,-5-1 3,4-3-2,-4 8-2,0-4 0,0 0 1,0-1 1,5-3-1,-5 0-2,4 0 1,-4 0 1,5 0 1,-5 3 1,4-3-2,-4 0 1,0 0-4,0 0 0,5-4 3,-5 0 1,4 3 1,-4 1 0,4 0 0,-4 0 0,0 0-2,5 0-2,-1-4-4,-4-1-2,5 1 0,-5 0 4,0 0-1,0-4-1,0-4-4,0 4-2,0-4-13,0 0-5,0 0-38,0-4-17,13-4-8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0:48.658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7 138 40,'-9'-4'16,"18"4"-12,-9 0 16,0 0 9,0 0 2,0 0 2,0 0-1,0-4 0,0 0-15,0 0-5,0 1-6,0-1 1,0-4-4,-9 0 0,9 0 1,0 0 4,0 0 3,9-4 2,-9 0 5,4 5-1,5-1-1,0 0-4,0 0-2,0 0-6,4 4-1,5 0 1,-5 4 2,0-4 1,1 4 1,3 0-2,-3 0-1,-1 4-1,5 0 0,0 0-5,4 4 1,-9 0 2,0 0 1,5 3-1,-9 1 1,4 4 0,-4 0 1,0 4-5,0-1 1,-4 1-2,-1 4-2,-4-1 3,0 1 2,-4 0 2,4 0 1,-5-1-5,1 1 1,-1-4 0,1-1 2,-1 1-1,-4 0 2,1 0-2,-1-5-1,-9 5-2,5 0 1,-5-4-1,0 3-2,5-3 3,-5 4 0,0 0-2,9-1 2,-8 1-1,8 0 0,-5-4 0,5-1-2,1 1-2,-1-4-1,0-4 4,0 0 1,5 0-1,-1 0 2,1-4 1,4 0 2,0 0-1,-5-4-1,5 0 1,0 0 1,0-4 1,5 0 3,-1 0-3,5 0-2,4 0 0,-4 0-1,4 0 0,5 0 0,-4 0-3,3 0 2,6 0-1,-1 0 0,0 0 0,0 0 0,0 4 2,5 0 0,0 0-3,-5 4 2,0 0-1,-4 0 0,0 0-7,-5 0-2,0-4-10,-4 0-1,0 0-11,-9 0-2,0 0-25,0 0-38,0 0 24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11.567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3 61 80,'-4'-4'33,"4"0"-26,4 0 7,-4 4 1,5-4-6,-1 0-3,0 0-1,5 0-1,0 0 4,0 0 3,0 0-4,0 0 1,0 0-5,0 0 0,4 0-3,0 0-1,5 4 1,0 0 0,0 0 2,-1-3 3,1 3 4,0 0 2,0 0 1,-1 0-2,-3 3-1,3 1-3,-3 4 1,4 0-2,-5 4 0,0 0-3,1 4-2,-1-1 1,-4 1-1,0 0 2,-5 4 3,1-8 0,-5 0 0,0-2-1,0 6 2,-5 0-3,1-4-2,-5 0 0,0-1-1,0 1 0,0 0 0,-4 0 0,-1-4 2,6 0 3,-6-4 4,1-4 0,0 4 2,-1-8-2,1 4 0,0 0-8,-1-4-2,1 0 0,4 0 2,0 4-2,5-4 0,-1 4 1,1 0 2,4 0-1,0 0 2,0 0-4,0 0 0,4 4 1,1-4 0,-1 4 0,5 0 0,0 4 0,4-4 2,-4 4-1,5-1 2,-1 1-2,0-4-1,0 4 1,1 0 1,-1 0-1,0 0 2,-4 0-2,5 0 2,-1 0-2,-4-1-1,0 5 1,0-4-1,0 0 0,-1 0 0,-3 0 0,-1 0 0,1 0 4,-1 0 2,-4-2 0,5 2-1,-5 0-3,0 0 1,0 0-4,0 0 0,0 0 1,0 0 0,-5 0 0,1-1 0,-1 1 2,-4 0 3,1 0 0,-6 0 2,1-4-4,0 4-2,-1-4 0,1 0 1,-5 0-1,5 0 2,-5 0-2,5 0-1,-1 0 1,1-1-1,0 1 2,-1-4 1,1 0-1,4 0-2,0 0-2,-4 0 1,4 0 1,0 0 2,0 0-3,0 0-2,1-4-27,3 1-10,1 3-79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24.302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0 4 24,'0'0'11,"4"0"-9,-4-4-11,0 4-4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24.97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0 0 140,'0'0'52,"0"0"-41,0 0 11,0 0 1,0 0-5,0 0 2,0 0-7,0 0-3,5 4-5,-1 4 3,1 0 4,-1 0-2,1 3 0,-1-3-4,-4 4 1,4 0-4,-4 0 0,0 0-1,0 4 1,0-1 2,5 5 2,-5 0 1,0 0 2,0-1-5,0 1-3,0 0-4,0-4-1,4 3-1,-4-3 3,0 0 0,5-4 3,-5 0 1,0-5 1,0 1-2,0 0 1,0-4-9,0 4-3,0 0 7,0 0 3,4 0-3,1 0 2,-1-4 0,0 4 0,-4-8 0,5 7 0,-5-7 0,9 4 2,-9-4 1,0 0 1,4 0 2,5 0 1,4 0-1,1 0-1,-1 0-3,0 0 1,1-4-2,4 0-1,-1 1 3,1-5 0,0 4-4,-5 0 1,5 0 0,0-4 0,-1 4-3,1 0 2,0 0-1,0 0 0,-1 0 2,1 0 0,0 0-3,0 0 2,-5 0-1,0 4 0,1 0-3,-1 0-1,0 0-4,5 0-1,-9 0-1,0 0 2,0 0-3,-5 0-2,1 0-18,-5 0-6,0 0-31,0 0-28,9-4 37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25.99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-1-7 100,'-4'0'38,"4"4"-29,0-4 10,0 0 3,0 0-6,0 0-1,0 0-3,0 0 2,0 0-7,0 0 5,0 0 1,0 0 0,0 0 0,0 0-3,0 0 1,4 8-4,1 0-2,-1 4 2,-4 0 2,5 4 0,-5 3 2,0 1-4,4 0-2,-4 4-2,4-1 0,5 1-2,-9 0 2,5 3 0,-1 1 3,1-4-1,4-1 2,-5 5-4,0-8 0,1-1-1,-1 1-2,-4-4 1,0 0-1,0-1-3,0 1 2,0 0 1,0 0 0,0-4 2,0 0 1,0-1-4,0-3-1,0 0-4,0 0 1,0-8-4,0 4-1,0-4-13,0 0-5,0 4-10,0 0-1,0 0-19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45.75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334-1 80,'-5'0'33,"5"0"-26,-4 4 18,4-4 6,0 0-3,0 0-2,0 8-12,-5-4-6,1 0-3,-1 0 1,1-1-3,-5 1 0,0 0 3,-4-4-1,0 4 0,-5-4 3,0 0 3,0 0 0,0 0 3,1 0-5,3 0-1,-3 0-2,3-4 1,1 4-2,0 0 0,-1 0 1,1 0 1,0 0 3,-1-4 4,5 0-4,1 4 0,-1 0-9,0 0 0,4 0-1,1 0 0,-1 0 0,5 0 2,0 0 5,0 0 4,0 0-6,0 0-1,0 0-2,0 0 1,0 0-4,0 8 0,0 0 1,0 0 0,0 4-3,0 0 0,5 0 2,-1 0 0,-4 3-2,5 1 2,-1 0 3,-4 0 1,0-1-1,0 1-2,0 0 1,0 0-1,0-4 0,0 0 0,0-5 0,0 1 0,0 0 0,0-8 2,0 0-1,0 0-1,0 0 5,0 0 4,9 0-1,0-4 1,0-4-10,0 0-1,0 1 0,0-1 3,-1 0-5,1 4 1,5 0 1,-1 0 1,5 0 1,-1 4 0,6 0-3,-1 0 2,0 4-1,0 0 0,1 4 2,-1 4 2,0-1-3,0 5-2,-4 0 2,0 4 2,-1 0-2,1-1 0,0 1-1,-5 4 0,1-5 2,-6 1 0,1 4-5,0 0 1,-4-5 2,-1 1 3,-4 0 2,0 0 1,0-5-5,0 1 1,-4 0-2,-1-4 0,1 0 2,-5-1 0,0 1 0,0 0 0,-4 0 0,4-4 2,-4 0-1,-1 0-1,1-4 1,0 0 1,-1-1-1,1-3-1,0 4 1,-1-4-1,1 0-3,4 0 0,0 0-3,0-4 1,5 1-10,0-1-3,-1 0-26,1-4-10,4 4-46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58.122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466 20 64,'5'0'27,"-10"-8"-21,1 8 16,4 0 6,0 0-4,-5-4 0,1 0-2,0 4-2,-1-4 1,1 4 1,-1 0-12,-4 0 3,5 4 3,-5-4 1,5 4-1,-5 4-6,0-4-2,-5 4-6,1 0-2,0 4 0,-1 0 2,1-1 1,-5 1 1,1 4 2,-1 0-1,0 4 0,-4-1-3,4 1 1,0 4-2,1-1-1,-1 5 1,0 0 1,5-1-1,-1 1-1,1 0-2,0-1-1,4 1 6,-4-4 3,4-1-10,0-3-2,0 4 9,0-5 5,0 1-6,0 0-2,5 0-4,-1-1 0,1 1 0,4 0 0,0-4 7,0-4 5,0-1-6,0 1-1,4 0-3,1 0-2,-1 0 3,1-4 0,-1 3 1,5 1 0,0-4-3,0 0 2,0 0 5,4 0 2,0-4 2,5 0 2,4-4-5,-4 0-1,4 0-2,1 0-2,-1 0 1,-5 0-1,6-4 0,-10 0 0,0-4 0,-4 0 0,0-4-3,0 0 0,-5 1 2,1-1 2,-5 0-2,0-4 0,0 0-1,-5 1 0,1 3 2,0-4 0,-1 4-3,-4 0 2,0 0-6,0 0-3,1 1 6,-1 3 3,-9 0 2,5 4-1,-1-4 3,1 4 2,0-4-7,-1 4-3,1-4 0,0 4 3,-1 0-6,5 0-2,1 1-1,-1-1-1,0 4 0,0 0 2,0 0-3,0 0-2,0 0-9,0 0-5,1 0-33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2:17.248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-7561 165 88,'-9'0'33,"9"-4"-26,0 4 9,0 0 3,0 0 0,-4 0 1,4 0-3,0 0 0,-5 0-1,5 0 0,0 0-8,0 0-1,0 0 3,0 0-4,0 0 2,0 0-5,0 0 0,0 0 1,9 0 0,0 0 0,0 0 2,4 0-1,1 0 0,-1 0-1,5 0 0,4 0 2,0 0 1,0 4 1,5-4 0,0 0 0,-1 4 0,-3-4 0,-1 0 2,0 0-3,-4 0 1,0 0-3,-5 0 2,0 0-4,1 0 0,-6 0-1,1 0-2,0-4 3,0 4 2,-5 0 0,1 0 0,-5 0-1,4-4 0,-4 4 0,0 0 0,0 0-5,0 0-1,0 0-2,0 0 0,5 8 3,-5 0 0,0 4 1,0 0 2,0 3-1,0 1-1,0 0-2,0 4 1,-5 3 3,1 5 1,-1 4-1,1-1 1,0 5-4,-5-1 0,0 1 3,0-1 1,0 1-4,0-1-1,5-7 3,-5 0 1,0-5 0,0 1-2,5-4 1,-1 0-1,1-5 0,-1-3 0,1 0-3,-1-4 0,1 0-3,4-4-1,0-4-5,0 0 0,0 0-7,0 0-3,-4 0-48,4-4-19,4-4 0</inkml:trace>
  <inkml:trace contextRef="#ctx0" brushRef="#br0" timeOffset="749.9875">-7010 449 120,'-5'-4'46,"5"8"-35,-8-8 12,3 4 5,1 0-12,-5 0-1,0 0-7,0 0 0,-4 0-5,-1 0 5,1 0 2,0 4 3,-5-4 3,0 0-3,0 0 2,1 0-4,-1 0 1,0 0-7,0 0-3,1 0 1,-1 0 0,0 0-1,0 4 1,5 0-2,0 0-1,-1 0-4,1 0-2,0 0-4,-5 0 1,5 0-2,-5-4 2,0 0 0,0 0 3,1-4-18,-1 0-9,5 0-52</inkml:trace>
  <inkml:trace contextRef="#ctx0" brushRef="#br0" timeOffset="31797.7003">-3297 201 52,'4'-8'22,"1"8"-18,-5 4 7,0-4 2,0 0 6,0 0 5,0 0 1,0 0 2,0 0-9,4 8 0,-4-1-9,4 1-3,1 4-3,4 0-3,-5 4 3,1 8 2,-1-1 4,1 5 0,3 3 2,-3 5 0,-1-4 1,1 3-6,-1-3-2,1-5-2,-1 1-2,1 3 3,-5-3 0,0 0-4,0-5-1,0 1 1,-5-4 0,1-4-4,4-4 1,0-5-18,0-3-6,0-4-14,0-4-43,0-3 8</inkml:trace>
  <inkml:trace contextRef="#ctx0" brushRef="#br0" timeOffset="32995.6395">-2644 141 96,'-5'0'38,"5"0"-29,0 4 3,0-4 3,0 0 6,-4 0 5,-1 4 1,1 0 3,-5 0-12,-4 0-3,-1-4-9,-4 4-4,1 0 1,-1-4-2,0 4-1,0 0 3,1 0 0,3 0 1,1-4 0,0 0 4,-1 0 5,5 0-3,1 0 0,-1 0-6,4 0-1,-4 4-1,5 0-2,0 0-2,-1 0 1,-4 0-1,0 0 0,5 3 2,-1-3 2,-3 0-3,3 0 0,1-4 3,-1 4 3,1 0 7,-1-4 4,5 0-4,-4 0-2,4 0-3,0 0-2,0 0-8,0 0-2,0 0-3,0 4 0,0 0 2,0 4 4,0 0-4,0 4 2,0 0 2,0 3 3,0-3 0,0 4-1,0-4 1,0 0 1,0-4-1,0-1 2,4-3 0,-4-4 1,0 0 0,0 0 0,9 0-5,0 0 1,0 0 0,4 0 0,1 0-3,-1 0 2,5 0 1,-1 0 2,1 4-1,0 0-1,0 0-2,-5 0-1,5 0 2,-5 4 0,1 4-2,-1 0 0,0 3 4,0 1 1,1 4-5,-1 0 0,-4-1 3,0 5 4,-5-4-1,1 4-2,-1-5 0,-4 1 1,-4 0-3,-1 0 0,1-1 3,-5-3 3,-4 0 0,-1-4 0,-3 4-1,-6-5 0,1 1-5,-4 0-1,-1 0-2,0-4 3,1 0 0,-1-4 1,5-4-3,0 0 0,-1 0-5,6 0 0,-1-4-16,4-4-4,6-4-41</inkml:trace>
  <inkml:trace contextRef="#ctx0" brushRef="#br0" timeOffset="11244.0368">-4394 359 88,'-9'0'33,"9"0"-26,-5 0 14,5 0 6,0 3-4,-4 1-1,0 0-10,-1-4-5,1 0-4,-1 0-3,-4 0 1,-4 0-1,4 0 2,0 0-1,0 0 2,-4 0 2,0 0 2,4 0 3,0 0 4,0 0-6,0-4 0,0 0-2,0 1-1,1-1-1,-1 0 0,0 0 2,4 0 1,1-4-1,-1 4 1,1-4-2,0 0 2,-1 0-2,5 0 0,0 0-1,0 1 0,0-1 0,0 0 0,5 0-2,-1 0-2,-4 0 1,4 0-1,1 0-3,-1 0 2,-4 0 1,5 1 2,-1 3-1,1 0-1,-1 0 1,5 0-1,0 0 0,0 4 2,0-4-1,0 0-1,-1 4 3,1 0 2,0 0-2,0 0-2,0 0 0,0 0-1,0 0 0,-9 0 0,9 0 0,-1 4 0,-8-4 0,14 4 2,-5 4-1,0 0-1,-5 0 3,5-1 2,-5 1 0,1 0 0,-1 0-3,1 0-2,-1 0-2,0 0 1,1 4 1,-1-1 0,1-3 0,4 4 0,-5 0-3,1 0 2,-1 0 1,0 0 0,1 3 0,-1 1 0,1 0 2,-1 4 1,1-5-4,-1 5-1,1 0 1,-5 0 2,0-1-2,0-3 0,0 0 1,0 0 0,0 7-5,0-7-1,0 0 0,0 4 4,0 0-4,0-1 2,0 1 2,0 0 1,0-4-2,-5 3-2,1-3 0,4 0-8,-5 0-2,5-4-19,0-1-5</inkml:trace>
  <inkml:trace contextRef="#ctx0" brushRef="#br0" timeOffset="19786.2342">2 11 116,'5'-12'44,"-5"16"-35,0-4 18,0 0 5,0 0-13,4-4-5,-4 4-9,0 0-4,0 0 0,0 8-4,0 0 2,0 4 3,0 4 1,0 0 3,0-1 3,5 1 0,-5 4 2,0 0-4,0-1 1,-5 1-3,5 4 0,0-1-6,0 5-1,-4 0 3,4 3 1,0 5 0,0-1-2,0 5 3,0-5 0,0 5 1,0-5 2,0 1-5,0 7-1,0-7 0,0-1 0,0 1 0,0-5 0,-5-3-3,5-4 0,0-4-1,0-5 3,0-3-9,0 0-1,0-4-10,0-8-4,0 0-37,9-4-35,5-4 33</inkml:trace>
  <inkml:trace contextRef="#ctx0" brushRef="#br0" timeOffset="20895.0919">193 165 104,'0'-8'41,"5"8"-32,-1-4 2,-4 4-2,5-4-3,-1-4-1,5 1 5,-5-1 6,1 4 3,4 0 3,0 0-3,4 0-2,-4 0-9,0 0-5,0 0 0,0-4-4,-1 4 0,1 0-1,0 0-2,0 4 0,0-4 3,0 4 4,0-4 3,0 4 0,-1 0 1,-3 4-4,-1 0 0,1 8-3,-1-4-1,-4 8 1,0 0 0,-4-1 0,-1 1 0,1 4 0,-1 0 2,1-1 1,-5 5-4,0 4 1,0-1 0,-4 5 0,0-1 0,-1 1 0,1 0 2,0-1 1,-1-3-1,-3-1-2,3 1 3,1-4 2,4 3-4,0-7-3,0-4 1,1 0 2,3 0 0,1-1 2,-1 1 0,1-4 3,4 0-1,0-4 0,0 0-3,0 0 1,0-5 7,0-3 3,4 0 5,5 0 1,4 0-4,5 0 1,4-3-7,5 3-3,-5 0-6,5-4-2,0 4-4,-1 0-1,1 4-1,-1-1 0,-3 5 2,-1 0 2,0 0-7,-4 0-1,-5 0-22,-4-4-10</inkml:trace>
  <inkml:trace contextRef="#ctx0" brushRef="#br0" timeOffset="41554.9705">1153 118 52,'0'4'19,"0"-8"-15,4 4 8,-4 0 2,0 0-1,0 0 2,5 0 3,-5 0 1,0 0-4,4 0-1,-4 0-2,0 0 0,4 8-2,1 0 1,-5-1-6,4 1-3,-4 4 1,5 0-2,-5 4-1,0 4 5,0-1 1,0 1 2,0 4 2,0-1-1,0 1 0,0 0-5,0-1-3,0 1-3,0 0 1,0-1 1,0 1 2,-5 0 3,5 0 2,0-1-6,-4 1 0,-1 4-1,1-9 0,4-3-3,0 0 0,0 0-1,-4-8 0,4-1-8,0 1-3,0-4-12,0-4-3,0 0-17,0 0-28,0 0 21</inkml:trace>
  <inkml:trace contextRef="#ctx0" brushRef="#br0" timeOffset="42755.6928">1566 78 28,'-9'-4'11,"4"8"-9,1-12 0,4 8 1,-5 0 11,1 0 8,0 0 15,-1 4 9,1 0-4,-5 0-3,0 4-16,0-4-6,0 4-15,-4 0-4,4 0 1,0 0-9,0 0-3,0-1 0,5 1 2,-1 0 13,1 4 6,-5-4 1,9 0 2,0 0-4,0 0-2,9 3-2,0-3-3,0 4 1,0 0-1,4 0 0,5 4 2,0-1-1,-1 5 2,1 4 2,4 0 2,0-1-6,-4 5 0,0 0-1,0-5 2,0 1-3,-5 0 0,0-1 1,-4-3 0,-5-4 0,1 7 2,-5-7-1,0-4-1,-5 0 3,1 0 0,0 0-1,-5-4-2,0-1 1,-4-3-1,-1 0 0,-4 0 0,1 0-3,-1-4 2,0 0-1,0-4 0,1 0 4,-1 0 1,5 0-1,-1-3-2,1-1 1,0-4 1,-1 0-1,5 0-1,5-4-2,-1 1 1,5-9 1,0 4 0,0 0 0,5 1 0,-1-5 0,1 0 0,-1 1 4,5 3 2,0 0-2,0-4-1,0 5-3,0-1-1,4 4 1,-4 0 0,4 5-3,0-1 0,1 0 2,-1 0 2,0 0 0,5 4 2,-4 0-2,-1 0-1,0-3 1,1 3 1,-1 0-3,-4 0-2,-5 0-7,1 0-4,-10 0-10,-8-4-5,-9-3-13,-9-5-41,-14-4 11</inkml:trace>
  <inkml:trace contextRef="#ctx0" brushRef="#br0" timeOffset="16453.2198">-9439 1511 52,'0'-4'19,"0"8"-15,4-4 17,-4 0 6,0 0 1,0 0 3,0 0-8,0 0-4,0 0-7,5 4 0,-5 4-7,4 0 6,-4 4 2,0 4 0,0 3 0,0 5-5,0 0-3,4 3-5,-4 5 0,0 3 0,0 1 0,0 3-3,0 1 2,5 3 3,-1 1 3,1-1-2,-5-3 0,4-5-1,-4-3 1,0-5-9,0-3-3,0-4-4,0 0-2,0-5-1,0-3 2,0 0-5,0-4-1,0 0-20,-4-4-33,4-8 14</inkml:trace>
  <inkml:trace contextRef="#ctx0" brushRef="#br0" timeOffset="17173.7843">-9253 1499 76,'0'-4'30,"5"8"-24,-5-4 19,0 0 6,0 0-3,0 0 0,0 0-13,0 0-6,0 0-2,0 0 0,0 0-3,4 4-1,0 4 1,1 0 0,-1 0 0,1 0 6,-1 4 6,1 0-4,-1-1 1,1 5-6,-1 4 1,0 4-5,1-1-2,-1 5 0,1 4-1,-1 3 0,1 1 2,-5-1-1,4-3 2,-4-1-2,0 1-1,5-1 1,-5-3-1,0-4-3,0 3 2,0-7 1,0 4 0,0-4 0,-5-1 0,5-3-3,0 0 2,0-4-8,0-4-2,0 0-10,0-1-1,0-3-22,-4 0-49,-1 0 8</inkml:trace>
  <inkml:trace contextRef="#ctx0" brushRef="#br0" timeOffset="25506.4979">-8489 1405 92,'0'-4'35,"0"8"-27,0-4 5,0 0-1,0 0 8,0 0 5,0 8 0,0-1 0,0 1-8,0 0 0,0 0-10,0 0 0,0 4 3,4 4 0,1-1 2,-1 5-2,1 0 1,-1 4-4,1 3-2,-1 1-2,-4 3-3,5 1-2,-5 0 1,0 3 1,0 1 0,0-5 0,0 1 2,0-5-1,0 1-1,0 0-2,0-1 1,0-7-6,0-4 0,0 0-8,0-4-1,0-5-11,0-3-3,0-4-35,0-4-30,4-3 34</inkml:trace>
  <inkml:trace contextRef="#ctx0" brushRef="#br0" timeOffset="26662.3962">-8227 1440 96,'0'-16'35,"5"16"-27,3-4 9,-8 4 2,5-4 0,4 1 1,-5-1-7,5 0-3,0 0-5,0 0-2,0 0-1,0 0 1,-1 4 2,1 0 0,0 4 0,0 0 5,4 4 6,1 0-4,-5-1 1,-1 1-10,1 0-2,0 0-1,-4 4 0,-1-4 0,-4 4 0,0 0 0,0-1 0,-4 1 2,-1 4 1,1 0-4,-1 0 1,-4-5 0,1 1 2,-6 0-1,5 0-1,1-4 1,-1 0-1,0-4 2,0 0 1,4 0 1,1-4 2,0 0-1,4 0 2,0-4-4,4 0 0,0 4-1,5-4-2,0 4 1,0 0-1,4 0 0,1 0 2,-1 0-1,0 4 2,1 0 0,-1 0 1,0 4-5,-4-1 1,0 5 0,0 0 2,0 4-1,0 0 2,0-1-4,0 5 0,-5-4 1,-4 4 2,0-1-1,0 1-1,0-4 1,0 4 1,-4-1-1,-5-3 2,4 0-4,1 0 0,-1 0-1,1-1-2,-5-3 3,0 0 2,0-4-2,-4 4 0,0-4-1,-5-4-2,4 4-13,1-8-4,-5 0-16,1 0-6,3 0-39</inkml:trace>
  <inkml:trace contextRef="#ctx0" brushRef="#br0" timeOffset="38267.2072">-7245 1318 96,'0'-4'38,"0"4"-29,4 0 6,-4 0 2,0 0-3,0 0 0,0 0-6,0 0 0,0 0-3,0 0 2,0 8-4,0 0 0,0 0 3,0 3 3,0 5 2,0 0 3,0 0 2,4 3-5,-4 1-1,0 0-9,5 0 0,-1-1-1,1 5 2,-1 0 1,1 3 1,4 1 0,-5 4 2,0-1-1,1 5 2,-1-5-6,-4 1-3,0-4 1,0-1 0,0 1 1,0-4 0,0-1-3,0-3 2,0 0-4,0 3-25,0-11-7,0-4-47</inkml:trace>
  <inkml:trace contextRef="#ctx0" brushRef="#br0" timeOffset="39668.8861">-6619 1590 120,'-5'4'46,"5"-4"-35,-4 4 9,-1 0 3,1 0 0,-5 0 1,0-4-11,-4 4-3,0 0-6,-5 0 2,0 0 0,0 0 2,1 0 2,-1 0-3,-4-4-2,4 0-5,0 0-2,-4 0-8,0-4-2,-1 0-2,1 0-1,0 0-3,4 0-2,0 0-37,5 4-30,4 0 29</inkml:trace>
  <inkml:trace contextRef="#ctx0" brushRef="#br0" timeOffset="39196.5205">-6975 1314 108,'-4'0'41,"8"-4"-32,-4 8 13,0-4 3,0 0-9,0 0-4,9 0-5,0 0 0,5 0-4,-1 0 5,5 0 2,-1 0 3,6 0 5,-1 0-6,0 0 1,0 0-4,5 0 2,-5 0-6,0 0-3,-4 0-1,0 0 1,0 0 1,-5 0 3,0 0-3,-4 0-2,0 0 2,-5 0 0,-4 0 1,0 0 0,0 0-5,0 0 1,0 8 0,0 0 0,-4 0-3,0 3 2,-1 1-1,1 0 0,-1 4 2,1 4 2,-1-1-1,1 5-1,-5 0-2,0 3 1,0 5 1,0 0 0,0-1 0,1 5 2,3-5-1,-4 1 2,0-1-2,1 1-1,3-4 1,-4-1-1,0-3 0,0-4 0,1-5-3,3 1 2,1-4-1,-1-4 0,1 0 0,-1-4-2,1-4-15,4-4-5,0-4-54,4 0-39,1-4 43</inkml:trace>
  <inkml:trace contextRef="#ctx0" brushRef="#br0" timeOffset="138748.0455">-4150 1630 108,'0'0'44,"-4"0"-35,8 0 5,-4 0-1,4-4-4,-4 0 0,5 0-3,-1 0-1,1-4 1,-1 4 1,1-4-3,4 0 6,-1 0 5,1 0-1,0 1 0,0 3-6,0-4 0,0 4-7,0 0-1,0 0 2,-1 0 3,1 4-2,0 0-2,0 4-3,0 4 1,0 0 1,0 4 0,0-1 2,-5 1 1,1 4-1,-1 0 1,0 0 0,-4-1 1,0 5-5,0 0-1,0 0 1,-4 3 0,0 1 1,-5 0 2,0 3-1,0-3 2,0 0-4,-4-1-2,-1-3-3,1 4 1,4-1 3,-4-3 1,-1 0-2,6 0 2,-1-5 1,0 5 2,0 0-1,0-4-1,5-1 1,-1 1-1,1 0 0,4-8 0,0 0 0,4 4 4,5-4 5,0-4 1,0 3 2,4-7 0,0 4 0,1-4-4,-1 0 0,5 0-7,0 0-1,-1 0-2,1 0-2,0 0-4,0 4 0,-1-4-9,1 4-2,-4 0-10,-1 0-2,0-4-16,1 0-43,-6 0 15</inkml:trace>
  <inkml:trace contextRef="#ctx0" brushRef="#br0" timeOffset="139514.9853">-3710 1574 140,'4'-4'55,"-4"4"-43,0 4 1,0-4-3,0 0-4,0 0 1,0 0 0,5 4 1,-1 4-4,0 4 4,1 0 4,-1 4-4,1 3-2,-1 5 1,1 0 2,-1 3-4,1 5-3,-1 4-1,0-1-1,1 1 2,-1-5 1,1 1 1,-5-1 0,4 1-7,-4-8 0,5-1 1,-5-3 3,0 0-7,0-4-1,0-1-23,0-3-10,0 0-37</inkml:trace>
  <inkml:trace contextRef="#ctx0" brushRef="#br0" timeOffset="147170.0893">-819 1894 84,'4'-12'33,"-4"12"-26,9-8 14,-9 8 6,5-4-2,-1 1 3,5-1-12,-5-4-2,5-4-6,0 0-3,0 0-2,0-4 6,0 1 4,0 3 2,0 0 4,-1 0 0,6 0 1,-1 4-5,0 0-1,1 4-8,-1 1-2,0 3-7,1 0-2,-1 3 2,0 5 3,1 4-1,-1 4 0,0 4 1,-4-1 0,0 1-3,0 0 2,-5 0 1,1 3 0,-5-3 0,0 4 0,-5 3-3,-4-3 0,1 4-3,-1-1-1,-5 1 1,1 0 2,0-5-3,-1 1 0,1 0 4,4-5 1,0 1 2,0-4 0,1 0 2,3-4 1,1-1-4,-1 1 1,-4-4-2,9 0 0,-4 0 2,4-4 0,0 0 0,0-4 0,-5 0-3,5 0 2,0 0 5,9 0 5,0-4 1,5 0 2,3-4 0,1 4 0,0 0-9,4 0-1,0 4-2,0 0 0,1 4-9,-1 0-4,0 4-2,-4 0 1,0 4-16,-5 0-6,0-1-34,-4-3-33,0 0 40</inkml:trace>
  <inkml:trace contextRef="#ctx0" brushRef="#br0" timeOffset="148011.3033">-180 1638 80,'-4'-4'30,"8"4"-24,-4 4 2,0-4-1,0 0-2,0 0 2,0 0 7,0 4 5,0-4 2,0 11 2,5 1-9,-5 4-3,0 4-4,0 3 0,0 5-4,4 0 5,1-1 2,-1 1-5,1 0-1,3-1 0,-3 1 2,4-1-1,-5-3 0,5-4-1,-4 0 2,-1-1-3,5-3 0,0-4 3,0 4 3,-1-8 0,6 0 2,-1-1 0,0 1 1,1-4-4,-1-4 0,0 0 1,5 0 2,0 0-5,4 4-2,0-4 2,1 4 1,3 0-3,1 0-1,-5 0-1,0 0-2,0-4-2,1 0 1,3 0-4,-8 0 1,0 0-7,-5 0-1,-4-4-11,0 4-5,0 0-12,-5-4-2,1 0-40,-1 0-23,-4 0 48</inkml:trace>
  <inkml:trace contextRef="#ctx0" brushRef="#br0" timeOffset="148243.8189">105 1792 52,'-9'0'22,"9"3"-18,0-3-4,0 0-5</inkml:trace>
  <inkml:trace contextRef="#ctx0" brushRef="#br0" timeOffset="148371.7256">96 1807 149,'0'16'67,"4"4"-22,1 4-14,-1 3-20,0 9-5,1 11-4,4-4 1,0 5 0,0-1-8,-1 1-2,1-1-9,0-8-5,5-3-58</inkml:trace>
  <inkml:trace contextRef="#ctx0" brushRef="#br0" timeOffset="130881.079">-8955 2688 72,'-9'-4'27,"9"8"-21,-5-8 3,5 4 2,0 0-1,0 0 4,0 0 2,-4 0 2,4 0-1,0 0 1,0 8 0,4-1-2,1 1-4,-1 0 0,1 4-7,-5 0 1,0 0 4,4 8-2,-4-5 3,0 5-2,0 4 0,0-1 1,-4 5 4,-1 0-6,5 3 0,0 5-4,0-1-1,0 1 1,0 3 2,0-3 1,0-1 3,5 1-3,-1-1-2,-4-3-2,5 0 0,-1-1-4,0-7 0,1 0-1,-1-5-2,1-3-6,-5-4-4,4 0-34,-4-4-16,0-8-31</inkml:trace>
  <inkml:trace contextRef="#ctx0" brushRef="#br0" timeOffset="131841.5527">-8627 2944 72,'5'4'30,"-5"0"-24,0 0 4,0-4-2,0 0-2,0 4 1,-5-4-2,1 0 0,-5 0 1,-4 0 1,4-4 3,-4 0 4,4 0 5,0-4 3,0 0 0,0 1-2,0-1-10,0-4-4,5 0-4,-1 0-4,1-4-1,4 4 2,0 1 2,0-1 11,4 0 4,1 0 1,4-4 2,0 4-8,4-3-4,0-1-4,1 0-3,-1 0 1,0 4 1,0 1 3,-4 3 4,0 0-2,0 4-2,0 0-5,0 0 0,0 4-2,0 0 0,0 8 2,-1 0 2,-3 8-1,-1 3-1,1 5 1,-1 4-1,1 3 2,-1 5 1,1-1-1,-1 5 1,0-1-2,1 1-1,-1-5 3,1 1 0,-1-5-1,-4 1 1,5-4-2,-5-5 2,0 1-4,0 0 0,4-5 1,-4 1 0,4 0-3,1-4 0,-5 3-16,0-11-7,4 0-163,5-20 89</inkml:trace>
  <inkml:trace contextRef="#ctx0" brushRef="#br0" timeOffset="144121.7351">-7632 2778 140,'-4'-7'52,"13"3"-41,-5 4 13,-4-4 2,0 0-12,0 0-3,4 0-5,-4-4-1,5 0-3,-1 0-2,5-4 1,0 4 3,4 0 2,5-3 4,0 3 1,0 0 1,-5 4 2,5 0-7,-5 4-4,0 0-2,1 0-1,-1 0-3,0 4 2,1 0 3,-1 4 3,-4 0 4,0 3 2,0 5-5,0 0-2,0 4-4,-5 3-1,0 5-1,-4 8 0,0 3 0,-4 5-2,0 3 0,-1 0 0,1-3 3,-5-1 0,0-7 3,0-1 1,0-3-4,0-9 1,5 1-5,-5-4 1,4-4 4,1-4 2,0 3 2,-1-7 0,1 0-2,4-4 1,-5 0-2,5-4-1,0 0 1,0 0 1,5 4 1,4 0 3,8 0-1,6 0 0,-1 0-6,4-4 1,1 0-5,0 0 1,-1-4-14,-3 4-5,-1-4-21,-4 0-8,-5-4-32</inkml:trace>
  <inkml:trace contextRef="#ctx0" brushRef="#br0" timeOffset="145235.6882">-7090 2778 76,'-4'-7'30,"4"7"-24,0 0 2,0 0-3,4-4-6,0 4 1,1-4 15,4 4 7,0-4 7,0 0 5,-1 0-8,6 4-1,-1 0-12,0 0-3,1 0-6,3 4 4,-3-8 2,-1 0-3,0 4 1,-4 0-1,0 0 3,0 0-5,0 4-1,0 0-4,0 4-1,-5 0-1,1 3 0,-5 1 0,0 4-2,0 0 3,-5 4 0,1-1 3,-1 1 3,-4 0-2,1-4 0,-1-1-1,0 1-2,0-4 1,4 0-1,1-4 0,0 0 0,-1-4 2,1 0 1,4-1-1,-5 1-2,5 0 3,0-4 2,0 0 0,5 0 0,4 4-3,-1-4 1,6 4 0,-1 0 1,5 4 0,-5 0 2,5 0-5,0 0-1,-5 4 0,0-1 2,1 5-8,-5 0-1,4 4 10,-4 0 5,-5-1-1,1 1-2,-5-4-2,0 0 0,-5-1 2,-4 1 2,-8-4-3,-1 0-3,0 0 2,0 0 0,-4-1-4,4-3 1,5 0-16,0 0-6,4-4-38,0-4-14,4-8-23</inkml:trace>
  <inkml:trace contextRef="#ctx0" brushRef="#br0" timeOffset="8752.0574">-12024 5597 120,'0'-4'46,"0"4"-35,0 0 7,0 0 2,0 0-10,-5-3-1,1-1-5,0 0-1,-1 0-1,1 0 7,-5 0 4,4 0 5,-8 0 1,4 0-2,-4 0 0,0 0-5,-1 0 0,1 0-5,4 0-2,0 0-2,0 4 0,0 0-2,-4-4-1,4 0 5,-4 4 1,0 0 0,4 4-1,-5-4-6,1 4 1,0 4-2,-1 0-2,1 0 0,0 0 0,-1 0 3,5 0 0,1 0-2,-1-1 0,0 1 2,4 0 2,-3 0-2,3 0-2,1 0-1,4-4 0,0 4 3,0 0 0,0-8 1,9 12 4,-1 0 2,1-1-2,0-3-1,0 0-1,0 0 1,0 0-4,0 0 0,4 0-1,-4-4 0,4 4 2,1-4 0,-1 4 0,0 0 2,1 0-1,-1-1-1,0 1 1,0 4-1,1 0 0,-1 0 2,5 4-3,-9 0 0,4 0-1,-4-1 0,0 1 4,0 0 3,0-4-2,-5 0-2,1 0 0,3 0-1,-8-1-3,5-3 2,-1 4 1,1-4 0,-5 0 2,0 4 1,0-4-4,-5 4 1,1-4-2,-1 4 0,-3-5 0,-1 1 0,0 0 2,0 0 2,0 0-1,0-4-1,-4 0 1,4 0-1,-4-4 0,-1 4 0,1-4 0,0 0 2,-1 0-3,5 0 0,1 0 1,-1-4 2,0 0-3,0 0 0,0 4 3,0-4 1,0 0-1,5 0-2,-1 0 1,1-4-1,4 0 0,-9 4 2,5 0 1,4-3 1,-5-1-7,5 0 0,0-4-1,5 4 2,-1 0 1,5 0 1,-5-4 0,5 4 2,0 0-1,0 0 2,0 1-4,0-1 0,4 0-1,0 0 0,1 0 4,-1 4 3,0-4-4,1 4-1,-1-4-2,0 0-2,1-4-2,-1-4 1,0-3-6,1-5-3,3 0-1,-8 0 1,5 1 8,-6 3 5,1 4 11,0 4 3,0 0-2,-4 0-1,-1 4-9,5-3 0,-9 3-6,0 0 1,0 0-5,0-4-1,0 4-2,0 0 0,0 0-7,0 0 0,-9 0-34,5 0-42,-5 1 22</inkml:trace>
  <inkml:trace contextRef="#ctx0" brushRef="#br0" timeOffset="13647.1227">-11425 5590 76,'0'-8'30,"0"8"-24,0 0 26,0 0 11,0 0-6,0 0 1,0 0-15,0 0-4,0 0-11,0 0-1,0 0 3,0 0 0,0 0 4,0 0-1,0 0 0,0 0-3,0 4-1,0 3 1,0 5 4,0 0-6,0 0-2,5 4-1,-5 4-1,4 3-2,1 1 1,-1 4-2,1 0 2,-1 3 0,1 1 3,-1 0-3,0-5 0,1 1-3,-1 0-1,-4-4 1,5-1 0,-5-3 0,4 0 0,1 4 0,-1-8 2,-4-1-3,9-3 0,-9 0 1,0 0 0,0-4-3,0 0 2,0 0-4,0-8-1,0 0-11,0 0-3,0 0-17,0 0-6,0 0-59,0 0-26,4-4 64</inkml:trace>
  <inkml:trace contextRef="#ctx0" brushRef="#br0" timeOffset="14817.0596">-10785 5495 76,'-9'0'30,"5"3"-24,-1-3 4,5 0-2,-4 4 9,-1-4 6,1 4 1,-1-4 3,-3 4-6,3 0-3,-4 0-6,0 0 0,0 0-7,-4 4-1,0 0 0,0 0 0,-1 4 0,1 0-2,0 4 1,-1-5-2,1 5 2,4 0-2,0 0 2,0 4-4,0-1-2,0 1 2,5 0 2,0 4 2,-1 0 3,1-1-3,4 1-2,0-4 0,4 0-1,1-1 0,-1-3 2,5 0 3,0 0 2,0-4 1,4 0 0,0 0-4,5-4-1,0-1 1,0 1 0,-1 0-2,1-4 1,0 0-2,4-4 2,0 0 2,1 0 2,-1-4-3,0 0-1,0 0-3,0-4-1,1 0-1,-1-3-2,-4-1 5,-1-4 1,1 0 0,0-4 1,0-3-2,-1-1-1,-3 0 1,-1 0-1,-4 1 2,0-1 3,-5 0-2,-4 0 0,0 4-6,-4-3-2,-1-1-3,-4 4 2,1 0-1,-1 5 2,0-1-2,-5 4 2,1 0 1,-5 0-1,-4 4-10,-4 0-5,-6 4-33,-3 0-58,-1 0 19</inkml:trace>
  <inkml:trace contextRef="#ctx0" brushRef="#br0" timeOffset="28643.9076">-9817 5495 108,'5'-8'41,"3"4"-32,-3 0-5,-1 4-2,1-4 7,-1 0 3,1 0 12,-1 0 7,1 4-1,3 0 0,-8 0-15,0 0-4,0 8-7,5 0-5,-5 4-2,4 7-1,-4 1 0,0 8 5,0 7 3,0 5 1,0 4 2,0-1 0,5 1 1,-1 3-4,1 1-1,-5-1-1,4-3-2,1-5 1,-5-3 1,0 4-3,0-9-2,0-7-9,0-4-5,-5-4-27,5-4-11</inkml:trace>
  <inkml:trace contextRef="#ctx0" brushRef="#br0" timeOffset="29304.7014">-9528 5558 72,'4'8'27,"-4"0"-21,5 0-15,-5-4-6,0 3 16,0 1 7,0 0 28,-5 0 12,5 0-5,-4 0 0,-1 0-21,5 0-8,-4 0-8,4 0-7,-5 4-2,5 3 2,0 5 2,0 0 4,0 4 2,0 0 3,5-5 4,-5 1-4,4-4 0,1 0-4,4 0 1,0-1 2,-1-3 2,6 0 1,4-4 2,-1 0-3,1-4-1,-5 0-6,10-4-3,3 0 0,1 0-1,0 0 2,-1 0 1,1 0-4,-1 0 1,-3 0 0,-1 0 2,-4-4-6,-1 0-1,-3 4-9,4 0-4,-10 0-12,1-4-4,0 0-28</inkml:trace>
  <inkml:trace contextRef="#ctx0" brushRef="#br0" timeOffset="29650.4834">-9275 5768 140,'-4'4'52,"4"-4"-41,0 0-18,0 0-9,0 0-10,0 0 1,0 0 16,0 4 7,0 4 18,0 3 9,0 5-1,0 0-2,0 4-12,4 4-6,0-1-3,5 1-1,0 0-7,0 4 0,-5-1-30,1-3-13,-1 0 4,1 4 4</inkml:trace>
  <inkml:trace contextRef="#ctx0" brushRef="#br0" timeOffset="35864.0495">-8351 5538 88,'0'-4'35,"0"0"-27,0 0 9,0 4 2,0 0-7,0 0 1,0-4 3,0 4 4,0 0-1,0 0-2,0 0-3,0 0-1,0 8-7,0 0 0,0 4 1,0 4-3,0 4-1,0 3 3,0 1 3,0 0 2,0 4 1,0-1-6,0 1-2,0 0-2,0-1-2,0 1 1,0 0-1,0 0 0,0-1 2,0 1-1,-5 0-1,1-5-2,4-3-1,0 0-1,0-8 0,0 4-6,0-8-4,0 0-25,0-1-10</inkml:trace>
  <inkml:trace contextRef="#ctx0" brushRef="#br0" timeOffset="36735.8131">-7894 5542 20,'-9'4'11,"5"-4"-9,-1 0-2,5 0-3,-4 4 13,-1 0 7,-3-4 16,-1 4 9,0 0-9,-4 0-4,-5 4-17,4 0-5,1 3-5,0 1-2,-1 4 1,1 0-1,0 4 0,-1 0 4,1-1 5,0 1 4,0 4 2,4-4-6,0 0-3,0-1-3,0 1 0,0 0 0,5 0 3,-1-4-1,5-1 0,0 1-3,5 0 1,-1 0 2,1 0 2,3 0-3,1-5-1,0-3-1,0 4 1,0 0-2,-5-4 2,1-4-2,4 0-1,4 0 5,0-4 1,1 0 0,-1-4 1,5 0-6,-5 0-1,0 0 0,1-4 2,-5 4-3,4-4 0,-4 0 1,-5 0 0,-4-3-7,-4-1-3,-5-4-3,-9 0-2,5 0-6,-5 4 1,0 0 9,1 1 3,-1-1 3,0 0 1,0 4-11,1 0-2,3 4-43,1 4-20,8-4 39</inkml:trace>
  <inkml:trace contextRef="#ctx0" brushRef="#br0" timeOffset="135235.4683">-7046 5640 80,'5'0'30,"-5"0"-24,0 0-3,0 0-4,0 0-11,0-3-3,0-1 10,4 0 5,-4-4 20,5 4 10,-5-4 7,4 0 2,1 0-10,-1 0-3,0 0-11,1 0-4,4 1-4,0-1-2,0 4-1,-1 0 2,10 4 3,-4 0 0,3 4 0,1 0-1,-5 0 0,1 3-2,-1-3 1,-4 4 0,0 0 1,-5 0-4,1 0-1,-1 8-3,-4 4-1,-4 7 1,-1 5 0,1 3-3,-5 1 0,0 3-5,-4-3 0,-1-1-1,1-3 3,4 3-1,-4-7 2,4-4 5,0-8 2,5-1 0,-1-3-2,1 0 1,-1-4-1,5-8 6,0 0 4,0 0-3,9 0 1,0 0-3,4 4 0,5 0-1,0 0 0,0 0-2,-1-4 1,-3 0-4,-1 0-2,0 0-3,1-4-1,-5 0-12,0 0-3,4-4-32,0 4-15,1-8-11</inkml:trace>
  <inkml:trace contextRef="#ctx0" brushRef="#br0" timeOffset="136412.5702">-6397 5554 88,'0'0'33,"-5"-4"-26,1 4 5,4 0 2,0 0 1,-5 0 0,1 0-3,0 0 0,-1 4-7,1 0-3,-5 3-1,0 1 1,0 4-1,0 0-3,0 4 1,0 0 1,-4-1 2,0 5-1,4 0-1,0 0 1,0-1 1,0 1-1,0 0 2,0 0-2,1-1 2,3 1 0,1-4 3,-1 0-3,5-1 0,0 1-1,0 0-2,5-4 1,-1 0 1,5 0 1,0-1 1,0-3-5,0 0 1,0 0 2,-5 0 1,5-4 3,-9-4 1,9 4 3,0 0 4,-5-4-6,5 0 0,0 0-4,-5 0-3,1 0-3,4 0 1,0-4 1,-5 4 0,5-4 4,0 0 5,0 0-5,-1 0-2,1 0-1,0 0 1,0-4-3,0 0 0,0 1 3,0-1 3,0 0-2,0-4 0,-5 0-1,5 0 1,0 4-2,-5-4-1,1 1-2,-1-1 1,0 0-1,-4 0 0,0 4 2,5-4 0,-5 0-3,0 1 0,0-1-1,-5-4 3,1 0-7,-5 0-2,0 1 1,0-5 3,1 4-2,-1 0 3,0 1-4,0-1 1,4 4-29,1 0-53,-5 0 8</inkml:trace>
  <inkml:trace contextRef="#ctx0" brushRef="#br0" timeOffset="141180.3792">-5282 5708 60,'0'-4'24,"4"4"-18,0-4-4,-4 0-2,5 0 11,-1 0 5,1 0 16,-1 0 9,1 0-1,-1 0-2,0 0-15,1-4-6,4 0-10,0 0-3,0-3 0,-1-1 2,6-4 1,-1 4 1,0 0 0,1 0 2,-1 5 4,0-1-2,1 4 1,-1 0-5,0 4-3,1 4-7,-1 4-1,0-1-4,1 5 2,-1 4 1,-4 4 2,0 0-1,0 3 1,0 5 2,-5 0 0,0 3-3,-4 1 0,-4-1-5,0 5-2,-1-5-4,-4 1 1,0 0 5,-4 3 2,0-3 4,-1-1 3,1 5-2,0-9 0,-1-3 1,1-4 0,4-4 0,0-5 2,0 1-1,5-4 2,0 0 4,4-4 4,0-4-4,0 0-2,8 4 0,6-4 1,-1 0 1,0 4 1,5-4-4,-5 0-3,5 0-3,-4 0 1,-1-4-4,0 0 1,1 0-9,-1 0-4,-4 0-24,0 0-9,-1-4-34</inkml:trace>
  <inkml:trace contextRef="#ctx0" brushRef="#br0" timeOffset="142125.3853">-4758 5613 104,'0'-8'38,"4"4"-29,0 0 3,-4 4 3,5-4 0,-1 0 0,5 0 8,0 0 3,0 0-1,0 0 0,0-4-14,0 5 0,0-1 0,-1 0-9,1 0 0,0 0 0,0 0 1,0 0 5,0 4 3,0 4-4,0 0-2,-1 4-5,1 0-2,0 3-2,0 1 3,-4 4-2,-1 0-1,0 0 0,1 3 3,-1 1 0,-4 4 3,0-1-1,0 1-1,-4 0-4,-1-1-2,-3 5-2,-1-4 2,0 3-3,-5 1 1,1-4 4,0-1 2,-1 1 2,1-4 0,0 0 0,0-5 0,-1-3 0,1 4 0,4-4-5,0-4 1,0 0 2,0 0 1,5-4-2,-1-1 2,1 1-4,0-4 1,4 0 2,0 0 1,0 0 5,0 0 2,8-4 0,1 4 1,5 0-4,3 0-2,1 0 2,4 0 0,-4 0-1,0 0 1,0 0-7,-1 4-1,1-4-12,0 4-3,0 0-15,0 0-2,-1 0-30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6:38.966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-1 142 132,'5'-4'49,"-5"0"-38,0-4 1,0 4 1,0 0-7,0 0-1,0-4 6,0 1 3,4-1-7,0-4 7,5 0 3,0 0-1,4 0 1,5 0-5,0 1 0,4 3-7,5 0-1,0 4 4,-1 4 5,1 0-5,-5 4-2,0 0 3,0 4 2,-4 3-4,0 5-2,0 0-5,-1 4 0,-3 3 0,-1 5 0,-4 0 0,-5 3 0,1-3 0,-5 0 2,-5-1-3,-3-3-2,-1 0-1,-5-1 3,1 1 2,0 0 2,-1-1-1,6 1 1,-1-4-2,0-1-1,4-3 1,1 0 1,-1-4 1,5-4 1,0 0 6,0-8 4,9 0-3,5 0-1,-1-4-6,5 0-3,4 0 0,0 0 1,0 0-6,5 4-1,0 0-1,-1-4 2,-4 4-7,1 0-3,-1-4-14,-4 0-8,-5 0-46,0 0-53,-4-4 40</inkml:trace>
  <inkml:trace contextRef="#ctx0" brushRef="#br0" timeOffset="1218.8437">1043-166 160,'-5'0'60,"1"4"-47,-5-4 8,5 4 2,-1 0-8,-4 0 2,-4 0-10,0 0-2,-5 4-3,0-4 1,-4 3 0,0 1 3,-1 0 1,-3 0 3,4 0 1,-5-4 1,5 0 2,-5 0-3,5-4-1,0 0 0,-1 0 4,6 0-2,-1 0 1,5-4-7,-1 4-4,5-4-1,0 4 1,5 0-1,0 0-1,-1 0 1,1 4-1,-1 0 0,5 0 0,0 4-3,0 0 2,0 3-1,0 5 0,0 0 2,0 0 0,0 4-3,0-1 2,0 1-4,0 0 1,0 0 4,0-1 2,0-3 0,0-4-2,0 0 1,0-4-1,0-4 2,0-4 3,5 0 0,-1-4 2,5 0-2,0 0 0,-5 0-6,10-4 1,3 4-5,1 0 1,4 0 2,1 0 3,-1 4-2,4 4 0,1-4 1,0 4 2,-1 4-3,1 0 0,0 0-1,-1 4-2,1-5 5,-5 9 3,0-4 1,-4 4 0,0 0-3,-5-1-2,-4 1 1,-4 0 1,-5 0-1,-5 0-1,1-5 3,-10 1 0,-3 0 3,-6-4 1,1 0-3,0 0-1,-5-4-6,1 0 0,-1-4-26,5 0-10,0-4-93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6:10.99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7585 915 56,'-18'0'24,"9"-4"-18,-9-4 11,14 8 6,-9-12 5,-9 0 3,4 0-5,-4-3-2,-5-1-2,0 0 1,1-4-13,-5 1 1,-1-5 0,1 0-4,-4-3-2,-5-1-2,-5 0 0,1-3 2,-5 3 2,0 0 3,-4 5 1,-5-1 3,5 4 2,0 1-12,-5-9-1,-4 4 3,0 1 4,-5 3-5,-4 0-1,-5 0 0,5 1 2,-9 3 3,9-8 2,0 4-3,5 1 0,-1 3-3,0-8 0,1 0-1,-5 5 2,0-5-3,0 4 0,0 1 1,0 3 2,4 0-1,-4 4 2,0 4 0,0-8 1,-9 5-2,4 3-1,1 0-3,-1 4-2,5 0 1,5 4 1,-1 0-1,-4 0 2,0 0-4,0 8 0,0 0 1,4 0 2,1 0-1,-1 3 2,5 1-2,4 4 2,-13-4-2,-4 0-1,3 0 1,1-1 1,5 1-3,-5-4 0,0 0 3,4 0 1,0 0-1,5 8 1,5-12-2,3 11 2,1-11 0,0 12 1,-1-8-2,1 4-2,0 0 1,-1-4-1,-3 3 0,3 1 2,-3 0-1,8-4-1,-4 0 5,4-4 1,4 8-2,1-12-3,-1 8 0,-3-5-1,-1 5 0,0-8 2,0 8-1,0 0-1,0 0-2,5 0 1,0 4 1,-1 0 0,5 3 2,0 1 1,5 0-1,-1 0 1,1 4-2,-1-5-1,1 1-2,-5 0-1,0 4 2,0-1 0,0 5 1,-5 0 2,5-1 1,0 1 1,5 0-5,-5 0 1,4-1 0,1 5 0,-5-8 2,4-1 1,1 5-4,-1 0 1,5-1 0,0 1 2,0 0-3,0-5 0,0 5 1,-5-4 0,1 4 0,-1-1 0,5 1 2,-4 0 1,3 3-1,1 5-2,0 3-2,0 5 1,5-5-1,-1 5-2,5-5 5,-5 5 3,0-1-3,1 5-3,-1-5 3,0 1 1,5-5-3,-4-3 1,-1 3-2,0 1 0,1-1 2,-5 9 0,4-1 2,0 5 1,1 7-4,-1-8 1,0 1 0,5-1 0,0 0 0,0 1 0,0-1 0,4-3 0,0-1 0,0 4 0,0 5 0,5 3 0,-5 8-3,5 4 0,0-4 2,4-3 0,-4 3 1,4-8 0,0 0 0,-5-7 0,1-1-3,4 4 0,0 1 4,5-1 3,4 4-3,-5 1-3,5 7-2,0-4 3,-4-8 0,4 4 3,0-7-1,4 3 2,1-3-4,-1-1 0,1 4-1,4 1 0,0 3 2,-1 0 2,1 8-3,5-7-2,-1 3 2,0-4 2,1 0-2,3-3 0,1-5 1,0 0 0,0 1 0,4 3 0,0 8 0,0 0 0,5 1-3,0-1 2,-1-12 1,-4 1 0,5-5 0,-5 0 0,1-3 0,-1-5 2,0 1-1,5 0-1,-1-1 1,1 1-1,-1-1 0,6 1 0,-1-1 0,0 1 0,0-1-3,0-3 2,0-1 3,5 5 1,-1-8-1,1 3-2,4-3 3,0-1 0,4-3-4,0 12-1,1-13 1,-5 9 2,4-8-2,5-1-2,-5 1-1,5-4 3,0-1 0,4 1 3,1 0-1,-1 0-1,5 3 1,-5 5-1,5 0-3,-5-1 2,-4 1 1,0-4 2,0-1-3,-1 5-2,1-4 2,0 3 2,0 1-2,4-1 0,1-3 1,-6 0 2,6 0-3,-5-5 0,-5 1 1,0 0 2,1-1-3,-5 1 0,4 0 1,-4 0 2,5-5-1,-5 1 2,0-4-2,4 0-1,0 0-2,5-4 1,-4 0 1,-5-1 2,0 1-1,0-4-1,4 4 1,-4 0-1,0 0 0,4 0 0,1 0 0,4 0 2,-1-4-3,6 0 0,-1 0 1,0-4 2,1 0-3,-1 0 0,0 3 1,0 1 2,1 4 1,-5-4 1,4 4-5,5-4-1,-5-4-2,9 0 3,-4-4 0,0 0 1,-1-4 0,1 4 2,0-4-1,-5 5-1,5-1 1,-5 0 1,-4 0-1,4 0 2,1-4-2,-1 0 2,5-4-2,-1 4-1,1-4-4,0 1 0,0 7 4,-1-4 2,-3 4-3,-1 0-1,5-4 3,-10 0 3,1 0-6,5-4 0,-1-4 2,0 5 2,0-1 0,1 4-2,-5 0 1,4-4-1,-4 4-3,0-4 2,-5 5 1,-4-5 2,-4 0 1,3 0 3,1 0-3,5-4 0,-5 1-1,4-1-2,-4 0 1,5 0-1,-1 0 0,0 1 0,1-5 0,4 4 0,-5-8 0,-4 9 2,0-1-1,-4-4-1,-1 0 1,1 1 1,-1-5-1,1 4-1,-10 4 3,10-3 2,-1-5-7,1 4 0,-1 0 0,1 5 3,0-1-2,-1 0 0,1 0 3,-1-3 1,1 7-4,-1-8 1,1 0 0,-5 1 0,0-1 2,0 0 1,4-4-4,-3 1 1,-6 7 0,10-8 2,4-3-3,-5-1-2,1-4 2,-5 1 0,0-5 1,9 5 2,-5-1-1,1 1 2,0-1-2,-1 4 2,1-3-2,-1 3-1,-4 0-2,0 1 1,0-13 1,0 9 0,1-5-3,-1 1 2,4 3 1,1-3 0,-1-1 0,1 1 2,-1-5-1,-4-3-1,0-1 1,1-3 1,-1-1-1,0 5-1,0 0-2,-5 3-1,1 5-1,-5-5 3,0 1 0,1-1 1,-1 1 0,-4-1 2,-1-3-1,1-5 2,0 1-4,-5-4-2,1-5 2,-6 9 2,1 4-2,-4-1-2,-1 5-1,-4-5 3,0 5 0,0-5 3,0 5-1,0-4 2,-4-1-4,4-3 0,-5-5 1,1-3 0,-1 4-3,1-4 2,0 7 1,-5 1 0,4 7 0,-4-3 0,1 3 0,-1-7 0,4 4 2,-4-5 3,0-3-7,1-4 0,-1-5 0,0 1 3,-5 4 0,6 0-1,-1 7 1,0 5-1,0 3 0,0-3 2,-4 0-1,-1 3 2,6-3-4,-6-1-2,1-3 2,0 0 2,4-1 0,0 1-1,0-1 1,0 5-1,0-4 2,0 7 3,0 9-2,0-5 0,1 4-3,-6 1-1,1-5 3,0 1 1,-1-1-4,1 1-1,0 7-2,-1-15 3,-3 7 0,-1-3 3,-4-1-1,-1 1-1,-3-1 1,-1-3-1,0-1 0,-4 1 0,0 4 0,-4 7 0,-1-4 0,1 9 0,-1-5 0,1 5 2,-5 3-3,0-12 0,-5 5 1,1-5 0,-9 1 0,-5-5 2,0-3-1,0-5-1,14 13-4,-36-20 0,0 7-5,-4-3 1,-1 0-20,-3-5-9,-1-7-61,-5-20-23,14-4-9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7:06.274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3 75 84,'-5'-11'33,"5"11"-26,0 0 5,0 0 2,0-4 5,0 0 5,0 0 5,0 0 5,5-4-10,-1 4-2,5-4-13,0 0-5,0 0-1,4 4-2,5 0-1,0 0 3,-1 4 0,1 0 3,0 4 1,4 0-1,-4-4 1,0 4-2,-5 0 0,0 0-1,1 4 2,-5 0-1,-1-4 2,1 4 0,-4 4-6,-1-4 0,-4 3-3,0 1 0,0 4 4,-4 0 1,-1 4-1,1-1 1,-5 1-2,0 0-1,0 3 1,0 1-1,1 0 2,-1 0 1,0-1-4,0 1-1,4 0 1,1-5 0,4 1 1,0-4 2,0 0 12,0-4 6,0-5-6,0 1-3,0-8-2,0 0 1,9 4-5,0-4-1,4 0-2,0 0 1,1-4 0,3 0 1,1 4-5,0 0 1,0 0 0,-5 0 0,0 0-3,-4 0 2,0-4-6,0 4-3,-4 0-19,-1 0-6,-4 0-48,0 0-61,0 0 36</inkml:trace>
  <inkml:trace contextRef="#ctx0" brushRef="#br0" timeOffset="1116.1625">855-94 132,'-22'-8'49,"13"4"-38,-8 0 4,8 4-2,0-4-8,-4 4-3,-1 0 7,1 0 4,-5 4-6,5 0 5,-1 0 1,1 0 2,0 0 1,0 0-8,-1 0-3,5 0-1,0 0 0,5-1-2,0 1 1,-1 4 2,5-4 4,0 0-2,0 0-2,0-4-2,-4 4 0,4 0 0,-5 0 1,5 4-2,0 0-2,-4 0 5,4 4 1,0-1-2,0 5-1,0 0-1,0 0 1,0 0 0,0-1 1,0-3-5,-5 0-1,5-4 3,0 0 3,0-4 3,0 0 3,0-4 4,0 0 1,0 0-4,9 0-1,0-4-6,4 0-1,1-4-1,4 4-2,-1 0-2,1 4 1,4-4 1,0 8 0,1 4 0,-1-4 2,0 4-3,0 0 0,0 0 1,-4 3 0,0 1 0,-5 0 2,1 0-1,-5-4-1,-1 4 1,1 3 1,-4 1-1,-5 0 2,0 0-2,-5 0-1,1-1 1,-5 1 1,-4 0-1,-1 0-1,-3-4 1,-1-1 1,-4 1-3,-5 0 0,0-4-4,1 0 1,-1-4-25,5-4-8,0-8-89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9:27.649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1831 59 120,'0'0'46,"0"8"-35,0-8 3,0 0 1,4 4-9,-4 4-3,5 0-2,-5 0-1,4 3 13,0 1 6,5 0 4,-4-4 1,4-8-7,-5 8-2,5 0-5,0 0-1,0-4 3,-5 4 3,1-4 0,-5-4 1,4 3 0,-4-3 0,0 0-4,0 0-2,0 0 0,0 0 1,0 0-1,0 0-1,0 0-3,0 0 1,0 0-2,0 0 0,0 0-1,0 4 2,-4-4-5,-1 8-1,-4-8 0,0 8 0,1-4 0,-6 4 2,-4 0 1,5 4 1,-5 0-2,1-1-2,-1 5 3,-4 0 0,-1-4-1,1 8 1,-9-9-2,5 5-1,-6 0 1,1 0 1,0 4 1,0-1 1,0 1-2,4 0 1,1 7-4,-1-7 0,1 4-1,-1 0-2,0 3 5,1 5 3,-1-9-1,0 5-2,-4-4 0,0-1-1,4 1 0,-4 4 2,5-1-1,-1-3 2,0 0-4,1-1 0,-5 5-1,4-4 0,0-1 2,1-3 0,4 0 0,-1 4 2,1-1-1,4 5-1,1-8 1,-1 3 1,0 5-3,0 4-2,1-5 2,-1-3 2,0 0 0,0-1-1,-4 5 1,4-4-1,1 3 0,-1-3 2,0 0-3,0-1 0,0 1 3,1 0 1,-1-1-1,5 1-2,-1 0-6,1-1-4,0 1 6,-5 0 1,5-4 7,-5 3 2,0 1-2,0 0-3,0 3 0,1 1 1,-1-1-1,5 5-1,-5 0-2,0 3 1,5-3 1,-1-5 0,1 5 0,-5 7 0,1-7 2,-1 4 1,0-5-4,5 5-1,-1-5 1,1 5 2,0-5 0,-1-3-1,1 0 1,0-1 1,4 5-3,0-1-2,0 1 4,0 0 3,0-1-3,1 5-1,3 3 0,-4-3 0,5-1 0,-5 1 2,4-1-1,1 1-1,0-5-2,-1 5 1,5-4 1,0-1 2,0 1-3,0-1 0,0 1 1,5 3 2,-1 1-3,0 3 0,1 1 1,-1-1 0,1 1 0,-1 3 0,1-3 0,-5-5 0,4 5 0,1-5 0,-1 1 0,0-1 0,1 1-3,-1-1 2,1-3 1,-1 3 2,5-3-1,0 4-1,0-1-2,0 1 1,0 3 1,-1 1 2,6-5-1,-1 5-1,0-1-2,1 1-1,-1-5 4,0 1 1,5-5-3,-5 1 1,5-1 2,0 1 1,0-1-4,0-3 1,-1 0-2,6-1 0,3-3 4,-4 4 1,5-1-1,0 1-2,-1 0-2,1 3 1,0 1 1,-5 3 0,4 1 0,-3-5 0,-1 5 0,0-4 0,0-1-3,9 1 0,-8-1 2,-1 1 0,4 3 1,-3 1 0,3-8 2,1 3 1,0 1-4,-5-1-1,0-3 1,0 0 0,0-1-2,1 5 2,-1-1 1,0 1 0,0 0-5,0 3 1,1 1 4,-1 3 2,0-3-3,0-5 1,0 1-2,1-5 0,-1 1 2,0 0 0,0-1 0,0 1 0,1 0-7,-1-1 0,0 1 5,0 3 6,-4-3-7,0 4-2,0-1 5,4 1 1,-4 3-2,4-3-1,0 3-2,5 1 3,-5-1-2,0 1-1,0-4 5,0-1 3,1-3-3,-1-1-3,0-3 1,-4 0 2,0-1 0,-1-3-1,1 0-2,0 0 1,0-5 1,-1 1 0,-3-4 0,-1 0 0,5 0 0,-5-4 0,0 0 0,1-1 0,-1 1 0,0 0 0,-4 0 2,5-4 1,-5 0-4,-1 0-1,-8-4 1,9 4 0,-9-4 1,0 0 2,0 0-1,0 0-1,0 0 1,0 0 1,0 0-3,0 0 0,0 0 1,9 0 2,-9 0 1,0 0 1,0 0-5,0 0 1,0 0-2,9 0 0,-9 0 0,0 0 0,0 0 4,0 0 1,9 0-1,-5-4-2,1 4 3,4 0 0,-5-4-4,1 0 1,-1 0 2,0 0 1,5 0-4,0-4-1,0 4 1,0-3 0,0-1-2,4 0 2,-4 0 1,4 0 2,-4-4-1,5 0-1,-1 0 1,5 1 1,-1-5-1,1 0 2,0 0-4,4-4 0,0 9 1,1-9 2,-1 0-3,4 0 0,1-3 1,0-1 0,-1-4 2,5-3 1,-4-9-4,4 5 1,0-1-2,-4 1 0,4-1 2,0 5 2,0 3-1,-4 0 2,0 1-4,4-5 0,0 1 1,-5-1 2,1-4-1,4 1-1,0-1-2,0 5 1,-4-1 3,0-3 1,-1-1-4,5-3 1,-4-5 2,4 1 1,0-1 1,0 5 0,0 3-5,0 1 1,0 3-2,1 1 0,-1 3 2,0-3 2,0-1-1,-5-4 2,1 5-4,0-5 0,-1-3 1,1-1 0,0 1 0,4-1 0,0-3 0,-5-4 2,1 3-1,0 1-1,-1-1 1,1 1 1,0 0-3,-5-5 0,0 5 1,0-1 0,-4-3 0,0-4 0,0-9 2,-1-3 1,-3 0 1,-1 0 0,0 4 0,-4 3 0,0-3-5,0 4 1,0 0 0,-5-5 2,5-3-3,-4-4 0,-1-4 1,1 4 2,-1 0-1,-4 4-1,0 4 1,0-1-1,0 5-3,0 0 2,0-4 3,4-5 1,-4-3-4,0 0-1,5 4 3,-5 0 1,4 4 0,-4 7 1,0 1 0,-4 0 1,-1-1-5,1 5 1,-5 0 0,0-9 0,0 1-3,0 0 2,1-4 1,-6 7 2,1-3-3,-5 8-2,0-1 2,-4 1 0,0 0 1,0 3 0,4 1 0,-4-1 0,0 1 0,-1-5 0,-3 1-3,-1 0 2,0-1 1,-4 5 0,0-1 2,0-3 1,5 8-4,-6-1 1,1 5-2,0-5 0,-4 5 2,-1-1 0,1 1-3,-1-1 2,-4 1 1,0-1 0,5 0 0,-5 1 0,4-1 0,1 9 2,4-9-1,-9 5-1,4 3-2,1-4 1,3 1 1,1 3 2,-4 1-3,4-1 0,0 4 1,-5 1 2,5 3-3,0 4 0,-5-4 1,5 5 0,-4-5 0,-1 4 0,1 0 0,4 8 0,0-7-3,0 3 2,-5 0 1,9 0 0,-4 0-3,0 4 2,5-4 1,-1 1 0,5 3 0,-1 0 0,6 0 0,-1 4 0,0 0 0,5 4 0,-5-8-3,5 4 2,-1 4-4,1 0-1,0-4-4,-1 4-1,6 0-19,3 0-5,5-4-81,9-12-63,13-11 69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4:00:26.799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6068 429 132,'-5'0'49,"5"-8"-38,-4 4 8,4 4 1,-5-4-10,1 0-1,-5-4-3,0 0 1,-4 0-4,-5-4 5,0 0 2,-4 1-3,-4-5 1,-6 4-1,1-8 3,-4 0-3,-1 5-2,1-1 2,-1 0 2,-4 0 0,-4 0 0,4 1-3,0-5-1,0 8-1,0-4 2,-4 1 1,-1-1 3,1 0-3,-5 4 1,-4 0-1,4 4 3,4 0-3,1 5 1,0-5-3,4 4 0,0 0-3,0 0 1,0 4 0,0-8 3,4 4-1,1 0 0,-5 0 1,0 4 1,0-8-6,0 8-2,-5-4 2,1 4 3,0 0-1,-1 0-2,1 0 0,-5 0 1,0 4-1,5-4 2,-1 0 0,-4 0 1,0 0 0,-4 0 0,4 0 0,0 8 2,1-8-3,-1 4 0,0 4-1,0 0 1,0-4-2,5 4 2,-5 0-4,5-1-2,-1 1 4,1 0 1,-1 0 0,1-4-2,-1 0 1,1 4-1,-5 0 0,0 4 0,1-8 0,3 3 2,1 1-1,-1 0-1,1 4 3,-1-8 0,1 4-1,4 4 1,0-4-2,0-4 2,0 0-4,5 0 0,-1-1 1,1 5 0,-1 0 2,1 0 1,-1 0-4,0 0 1,1 0 0,-1 4 2,1-4-1,-1 3-1,1-3-2,4 4 1,0 0 1,0 0 2,-9 0-8,4 0-1,5-1 10,4 5 5,1 0-3,-1-4-1,0 4-4,1-1-3,-5 1 2,0 0 0,-1-4 1,1 4 2,0-5-3,0 1 0,0 4 3,0 0 1,0 0 1,4-1 0,-4 1-5,9 0 1,-5 0 0,1 0 2,-1-1-3,0 1 0,1-4 1,-1 4 2,0 0-1,1-5-1,-5 1 1,0 0 1,-5 0-1,1 0-1,-1 0 1,-4 0-1,5 3 0,-1 1 2,1 4-3,-1 4 0,5-1 1,0 1 0,0 4-3,4-1 2,0 5 1,1-9 2,-5 1-3,4 4 0,-4-1 1,4-3 2,1 0-3,3 3 0,1 5 3,0-4 1,0-1-1,0-7-2,-1 8 1,1-13-1,-4 9-3,3 0 0,1-1 2,0 1 2,0 4-2,0 3 0,-1 5 3,1 7 3,0 1-4,0-1-1,0 1 0,-1-5 0,6 1-3,-6 3 2,6 0 1,-1-3 0,0-5 0,0 1 0,1-1 0,-1 5 2,4-5-1,1 5-1,0-1-2,-1 5 1,1 3 1,0-3 2,4-1-1,-4 0-1,4-3 1,0 7 1,0 1-3,0-5 0,5-7 1,-5-1 2,4-3-1,1-1-1,-1 1 1,5 3-1,0 1 0,-4 0 2,0-1-1,-1 1-1,5 3 1,0-3-1,0 3 0,0-3 0,0-5 0,-4 1 2,4-1-3,0 1 0,0 0 1,0-5 2,0-3-3,0 3 0,0-3 1,0 0 2,4 3-1,1 1-1,-1 0 1,0 3-1,1 1 0,4 3 2,0 1-1,0-1-1,-1 9 3,1-5 0,5 5-1,-1-1-2,-4-3 1,4-1-1,0 5 0,1-5 0,-5-3 0,4-5 0,0 1 0,1-1 2,-1-3-1,0 4 2,1-1-4,-1 5 0,5-1 1,-1 1 2,1 3-1,0-3-1,4-1 1,0 1-1,1-1 0,-1-3 2,0 3-1,0 1-1,5-4 1,-5-1-1,5-3 2,-1-1 3,1 1-4,0 4-3,-5-1 1,5 1 0,-1 3 1,5 1 2,-4-1-1,4 5-1,-4-5-2,4 5 1,-5-9 3,1 5 1,0-4-4,-1-1-1,-3-7 5,8 7 3,-5-7-8,1 4 0,0-5 0,-5 1 1,0-4 1,5 0 2,-1-1-1,1-3 2,-5 4-4,5 0-2,-5 3 2,5-3 2,-5 4 0,4-1-1,1 1 1,0 0 1,-1-1-3,1 1 0,0 0-1,4 3 0,0 1 4,0 0 1,0-1-4,5 1 1,-5-4-2,4-1 0,1 1 4,-1 0 3,-4-5-7,0 5 0,-4-8 2,4 4 4,0-1-6,-4 1 0,0-4 2,-1 4 4,1-5-1,-1 1-2,-8-4 0,13 0-1,0 4-3,-4-4 2,4 3-1,0 1 0,0-4 2,0 4 2,1 0-1,-1 3-1,4 1 1,1 0-1,-10-4 0,10 7 0,-1 1 0,-4-4 0,5 3-3,-5 5 2,-9-12 1,9 7 2,0-3-3,-4 0 0,-5-4 1,9 3 2,-8-3-1,8 4-1,4 4 1,-4-5-1,9 5-3,-9-4 2,0 0 1,5-5 2,-9-3-1,8 8-1,1 0-2,-1-5-1,1 1 2,-1 0 2,1 0 2,-1 4 1,1-1-2,8-3-2,-13-4-2,14 4 1,-14-4 1,13 3 0,-4-3 2,5 0 1,-1 0-4,0 0 1,1 0 0,-1-1 2,5 1-3,-4 0 0,-1-4 1,-4 0 0,0 0 0,0 0 2,9-4-3,-9 0 0,4-4 1,-4 0 0,4 4 0,5 0 0,-13-4-3,17 7 2,-13-3 1,13 0 0,1-4 0,-10 0 2,1 0-1,-1-4 2,0 0-2,5 0 2,-9 4-7,9 0 1,0-3 3,0-1 2,0 0 0,-1 0 1,1-4-2,0 0-1,0 0 1,-9 0 1,4 0-3,-4-4 0,0 4 1,5-3 2,-1-1-1,1 0-1,-5-4 1,8 0 1,1 1-3,0-1-2,0 0 2,0 0 0,4 4 1,-4 0 2,0 1-1,0-1 2,-1 0-2,1-4 2,0 0-4,0 1 0,4-5 1,1-4 2,-1 4-3,0-3 0,5-5 1,-5-3 0,1 3 0,-6-4 0,-3-3 0,-1-1 0,1 1 0,-1-5 0,0 1-3,1-1 2,-1 1 1,1-1 2,-1 5-1,0-5-1,1 5-2,-1-5 1,1 1 1,-5-5 2,4 1-3,-4-4 0,-4-5 1,-1 1 0,1-4 0,-1-4 2,1 7-1,-1 1-1,1 4 1,-5-1-1,4-3 0,-4 3 2,5-3-1,-5 0-1,5-4-2,-5-5 1,0 1-1,-5-4 0,1 0 0,-5 4 0,1 7 0,-6-3 0,1 0 0,0-1 0,0 1 4,-1 0 1,-3-4 1,-1-8 0,0-1-5,1 5 1,-1 0 0,-4 4 0,0 0-3,4 0 2,-4-5 1,0 1 2,0 0-3,0 0-2,-1 0 2,1 0 2,-9-1 0,5 1-1,-5 4 1,4 0 1,-4 0-3,0-1 0,0 5 1,0 0 0,0 0-3,0-1 0,0 5 2,-4 0 2,-1-1 0,1 1 2,-1 4-7,-3 3 1,-1 1 1,0-1 1,0 1-2,-4 0 0,-1-1 4,-3 1 1,-6-5-3,1 1 1,0-4 0,0 3 0,-5 1 0,5 3 2,-5-3-3,5 8-2,0 3 2,0 4 2,-1-3 0,1 3-1,-4-7 1,-1 3 1,0-3-1,1-1-1,-6-3-4,1 0 0,-4 3 2,4-7 3,4 7-2,5 1 0,0 3 1,0 5 2,4-5 1,0 8 1,0 5-5,0-5 1,-4 4-2,0-3 0,0 3 2,0-3 0,-5-1 0,0-4 0,1 5 0,-1-5 2,0 1-3,1-5 0,-5 0 1,4 1 0,-4-1 0,0 1 0,0-1-3,0 5 2,-5-1 3,5 1 3,-4-1-4,3 4-3,1 5 1,-4-1 0,-1 0 3,1 1 3,-5-1-4,0-4-3,0 5 1,-5-5 2,5 4-2,-4-7-2,-5 3 4,5-3 1,-1-5 0,1 4-2,0 1-2,4-1 1,0 5-1,0 3 0,0-4 0,-5 5 0,1 3 4,-5 0 1,0 4-4,0 1-1,-4-1-10,4 0-5,-4 4-5,0-4-1,-1-3-27,1-1-12,0 0-81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emf"/><Relationship Id="rId17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10.png"/><Relationship Id="rId10" Type="http://schemas.openxmlformats.org/officeDocument/2006/relationships/image" Target="../media/image6.emf"/><Relationship Id="rId19" Type="http://schemas.openxmlformats.org/officeDocument/2006/relationships/image" Target="../media/image14.png"/><Relationship Id="rId4" Type="http://schemas.openxmlformats.org/officeDocument/2006/relationships/image" Target="../media/image3.emf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12" Type="http://schemas.openxmlformats.org/officeDocument/2006/relationships/customXml" Target="../ink/ink11.xml"/><Relationship Id="rId2" Type="http://schemas.openxmlformats.org/officeDocument/2006/relationships/customXml" Target="../ink/ink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2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8.emf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customXml" Target="../ink/ink13.xml"/><Relationship Id="rId4" Type="http://schemas.openxmlformats.org/officeDocument/2006/relationships/image" Target="../media/image2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5.png"/><Relationship Id="rId7" Type="http://schemas.openxmlformats.org/officeDocument/2006/relationships/customXml" Target="../ink/ink1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39.emf"/><Relationship Id="rId18" Type="http://schemas.openxmlformats.org/officeDocument/2006/relationships/customXml" Target="../ink/ink22.xml"/><Relationship Id="rId3" Type="http://schemas.openxmlformats.org/officeDocument/2006/relationships/image" Target="../media/image17.png"/><Relationship Id="rId21" Type="http://schemas.openxmlformats.org/officeDocument/2006/relationships/image" Target="../media/image43.emf"/><Relationship Id="rId7" Type="http://schemas.openxmlformats.org/officeDocument/2006/relationships/image" Target="../media/image36.emf"/><Relationship Id="rId12" Type="http://schemas.openxmlformats.org/officeDocument/2006/relationships/customXml" Target="../ink/ink19.xml"/><Relationship Id="rId17" Type="http://schemas.openxmlformats.org/officeDocument/2006/relationships/image" Target="../media/image41.emf"/><Relationship Id="rId2" Type="http://schemas.openxmlformats.org/officeDocument/2006/relationships/image" Target="../media/image16.png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23" Type="http://schemas.openxmlformats.org/officeDocument/2006/relationships/image" Target="../media/image44.emf"/><Relationship Id="rId10" Type="http://schemas.openxmlformats.org/officeDocument/2006/relationships/customXml" Target="../ink/ink18.xml"/><Relationship Id="rId19" Type="http://schemas.openxmlformats.org/officeDocument/2006/relationships/image" Target="../media/image42.emf"/><Relationship Id="rId4" Type="http://schemas.openxmlformats.org/officeDocument/2006/relationships/customXml" Target="../ink/ink15.xml"/><Relationship Id="rId9" Type="http://schemas.openxmlformats.org/officeDocument/2006/relationships/image" Target="../media/image37.emf"/><Relationship Id="rId14" Type="http://schemas.openxmlformats.org/officeDocument/2006/relationships/customXml" Target="../ink/ink20.xml"/><Relationship Id="rId22" Type="http://schemas.openxmlformats.org/officeDocument/2006/relationships/customXml" Target="../ink/ink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emf"/><Relationship Id="rId3" Type="http://schemas.openxmlformats.org/officeDocument/2006/relationships/image" Target="../media/image19.png"/><Relationship Id="rId7" Type="http://schemas.openxmlformats.org/officeDocument/2006/relationships/image" Target="../media/image48.emf"/><Relationship Id="rId12" Type="http://schemas.openxmlformats.org/officeDocument/2006/relationships/customXml" Target="../ink/ink28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51.png"/><Relationship Id="rId5" Type="http://schemas.openxmlformats.org/officeDocument/2006/relationships/image" Target="../media/image47.emf"/><Relationship Id="rId10" Type="http://schemas.openxmlformats.org/officeDocument/2006/relationships/image" Target="../media/image50.emf"/><Relationship Id="rId4" Type="http://schemas.openxmlformats.org/officeDocument/2006/relationships/customXml" Target="../ink/ink25.xml"/><Relationship Id="rId9" Type="http://schemas.openxmlformats.org/officeDocument/2006/relationships/customXml" Target="../ink/ink27.xml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identify mutually exclusive events.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883865"/>
            <a:ext cx="2302202" cy="31414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264560" y="2776249"/>
              <a:ext cx="45719" cy="45719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162" y="2575231"/>
                <a:ext cx="201596" cy="409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1609372" y="3878482"/>
              <a:ext cx="45719" cy="45719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0014" y="3697406"/>
                <a:ext cx="228235" cy="395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/>
              <p14:cNvContentPartPr/>
              <p14:nvPr/>
            </p14:nvContentPartPr>
            <p14:xfrm>
              <a:off x="1940321" y="3046642"/>
              <a:ext cx="45719" cy="45719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6163" y="2870966"/>
                <a:ext cx="207715" cy="367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2138611" y="3676530"/>
              <a:ext cx="45719" cy="45719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67333" y="3528933"/>
                <a:ext cx="200516" cy="341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1005187" y="3624489"/>
              <a:ext cx="45719" cy="45719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0468" y="3446653"/>
                <a:ext cx="195836" cy="370072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45" y="1745009"/>
            <a:ext cx="3327657" cy="3612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42848" y="2392935"/>
            <a:ext cx="33378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M		A</a:t>
            </a:r>
            <a:endParaRPr lang="en-AU" sz="4000" b="1" dirty="0"/>
          </a:p>
          <a:p>
            <a:r>
              <a:rPr lang="en-AU" sz="4000" b="1" dirty="0" smtClean="0"/>
              <a:t>T	H	E</a:t>
            </a:r>
          </a:p>
          <a:p>
            <a:r>
              <a:rPr lang="en-AU" sz="4000" b="1" dirty="0" smtClean="0"/>
              <a:t>M	A	T</a:t>
            </a:r>
          </a:p>
          <a:p>
            <a:r>
              <a:rPr lang="en-AU" sz="4000" b="1" dirty="0"/>
              <a:t> </a:t>
            </a:r>
            <a:r>
              <a:rPr lang="en-AU" sz="4000" b="1" dirty="0" smtClean="0"/>
              <a:t>    I     C     S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-1737065" y="859842"/>
            <a:ext cx="10515600" cy="1325563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u="sng" dirty="0" smtClean="0"/>
              <a:t>Number of successful outcomes</a:t>
            </a:r>
            <a:br>
              <a:rPr lang="en-AU" u="sng" dirty="0" smtClean="0"/>
            </a:br>
            <a:r>
              <a:rPr lang="en-AU" dirty="0" smtClean="0"/>
              <a:t>Number of outcomes in total</a:t>
            </a:r>
            <a:br>
              <a:rPr lang="en-AU" dirty="0" smtClean="0"/>
            </a:br>
            <a:endParaRPr lang="en-AU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6680689" y="1177665"/>
            <a:ext cx="33011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err="1" smtClean="0"/>
              <a:t>Pr</a:t>
            </a:r>
            <a:r>
              <a:rPr lang="en-AU" sz="2400" b="1" dirty="0" smtClean="0"/>
              <a:t>(red)</a:t>
            </a:r>
          </a:p>
          <a:p>
            <a:endParaRPr lang="en-AU" sz="2400" b="1" dirty="0" smtClean="0"/>
          </a:p>
          <a:p>
            <a:r>
              <a:rPr lang="en-AU" sz="2400" b="1" dirty="0" err="1" smtClean="0"/>
              <a:t>Pr</a:t>
            </a:r>
            <a:r>
              <a:rPr lang="en-AU" sz="2400" b="1" dirty="0" smtClean="0"/>
              <a:t>(blue)</a:t>
            </a:r>
          </a:p>
          <a:p>
            <a:endParaRPr lang="en-AU" sz="2400" b="1" dirty="0"/>
          </a:p>
          <a:p>
            <a:r>
              <a:rPr lang="en-AU" sz="2400" b="1" dirty="0" err="1" smtClean="0"/>
              <a:t>Pr</a:t>
            </a:r>
            <a:r>
              <a:rPr lang="en-AU" sz="2400" b="1" dirty="0" smtClean="0"/>
              <a:t>(H)</a:t>
            </a:r>
          </a:p>
          <a:p>
            <a:endParaRPr lang="en-AU" sz="2400" b="1" dirty="0"/>
          </a:p>
          <a:p>
            <a:r>
              <a:rPr lang="en-AU" sz="2400" b="1" dirty="0" err="1" smtClean="0"/>
              <a:t>Pr</a:t>
            </a:r>
            <a:r>
              <a:rPr lang="en-AU" sz="2400" b="1" dirty="0" smtClean="0"/>
              <a:t>(M)</a:t>
            </a:r>
          </a:p>
          <a:p>
            <a:endParaRPr lang="en-AU" sz="2400" b="1" dirty="0"/>
          </a:p>
          <a:p>
            <a:r>
              <a:rPr lang="en-AU" sz="2400" b="1" dirty="0" err="1" smtClean="0"/>
              <a:t>Pr</a:t>
            </a:r>
            <a:r>
              <a:rPr lang="en-AU" sz="2400" b="1" dirty="0" smtClean="0"/>
              <a:t>(vowel)</a:t>
            </a:r>
          </a:p>
          <a:p>
            <a:endParaRPr lang="en-AU" sz="2400" b="1" dirty="0"/>
          </a:p>
          <a:p>
            <a:r>
              <a:rPr lang="en-AU" sz="2400" b="1" dirty="0" err="1" smtClean="0"/>
              <a:t>Pr</a:t>
            </a:r>
            <a:r>
              <a:rPr lang="en-AU" sz="2400" b="1" dirty="0" smtClean="0"/>
              <a:t>(consonant)</a:t>
            </a:r>
          </a:p>
          <a:p>
            <a:endParaRPr lang="en-AU" sz="2400" b="1" dirty="0"/>
          </a:p>
          <a:p>
            <a:r>
              <a:rPr lang="en-AU" sz="2400" b="1" dirty="0" err="1" smtClean="0"/>
              <a:t>Pr</a:t>
            </a:r>
            <a:r>
              <a:rPr lang="en-AU" sz="2400" b="1" dirty="0" smtClean="0"/>
              <a:t>(letter)  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052095" y="1050665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1050665"/>
                <a:ext cx="726440" cy="63478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052095" y="1812454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1812454"/>
                <a:ext cx="726440" cy="63478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052095" y="2574243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2574243"/>
                <a:ext cx="726440" cy="63478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052095" y="3294178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3294178"/>
                <a:ext cx="726440" cy="63478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704367" y="4047956"/>
                <a:ext cx="726440" cy="60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7" y="4047956"/>
                <a:ext cx="726440" cy="609911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704367" y="4767891"/>
                <a:ext cx="726440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7" y="4767891"/>
                <a:ext cx="726440" cy="6090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704366" y="5486992"/>
                <a:ext cx="118334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6" y="5486992"/>
                <a:ext cx="1183345" cy="610936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355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501456" y="8725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2123229" y="2297690"/>
              <a:ext cx="534960" cy="450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8686" y="2060090"/>
                <a:ext cx="692894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3687429" y="2277890"/>
              <a:ext cx="473400" cy="478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0869" y="2068596"/>
                <a:ext cx="657360" cy="46138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/>
          <p:cNvSpPr/>
          <p:nvPr/>
        </p:nvSpPr>
        <p:spPr>
          <a:xfrm>
            <a:off x="4718304" y="783259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2400" b="1" dirty="0"/>
              <a:t>If I was to choose a pupil at random, what is the probability of selecting a Year 8 pupil</a:t>
            </a:r>
            <a:r>
              <a:rPr lang="en-GB" sz="2400" b="1" dirty="0" smtClean="0"/>
              <a:t>?</a:t>
            </a:r>
          </a:p>
          <a:p>
            <a:pPr algn="ctr"/>
            <a:endParaRPr lang="en-GB" sz="2400" b="1" dirty="0" smtClean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(Year 8) =</a:t>
            </a:r>
          </a:p>
          <a:p>
            <a:pPr algn="ctr"/>
            <a:endParaRPr lang="en-GB" sz="2400" b="1" dirty="0" smtClean="0"/>
          </a:p>
          <a:p>
            <a:pPr algn="ctr"/>
            <a:r>
              <a:rPr lang="en-GB" sz="2400" b="1" dirty="0"/>
              <a:t>What is the probability that a pupil selected at random will be a boy</a:t>
            </a:r>
            <a:r>
              <a:rPr lang="en-GB" sz="2400" b="1" dirty="0" smtClean="0"/>
              <a:t>?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(boy) =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smtClean="0"/>
              <a:t>If a Year 7 pupil is selected, what is the probability that they are a girl?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(girl if Year 7) = 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482497" y="2673146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" name="Ink 51"/>
              <p14:cNvContentPartPr/>
              <p14:nvPr/>
            </p14:nvContentPartPr>
            <p14:xfrm>
              <a:off x="3688630" y="3159092"/>
              <a:ext cx="438840" cy="550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7910" y="2952812"/>
                <a:ext cx="6087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3" name="Ink 52"/>
              <p14:cNvContentPartPr/>
              <p14:nvPr/>
            </p14:nvContentPartPr>
            <p14:xfrm>
              <a:off x="3689710" y="4108052"/>
              <a:ext cx="443880" cy="3384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0790" y="3925753"/>
                <a:ext cx="600480" cy="39043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2" name="Table 61"/>
          <p:cNvGraphicFramePr>
            <a:graphicFrameLocks noGrp="1"/>
          </p:cNvGraphicFramePr>
          <p:nvPr>
            <p:extLst/>
          </p:nvPr>
        </p:nvGraphicFramePr>
        <p:xfrm>
          <a:off x="482497" y="45301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3" name="Ink 62"/>
              <p14:cNvContentPartPr/>
              <p14:nvPr/>
            </p14:nvContentPartPr>
            <p14:xfrm>
              <a:off x="1411630" y="5464250"/>
              <a:ext cx="393120" cy="284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9110" y="5275250"/>
                <a:ext cx="5396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4" name="Ink 63"/>
              <p14:cNvContentPartPr/>
              <p14:nvPr/>
            </p14:nvContentPartPr>
            <p14:xfrm>
              <a:off x="1420630" y="5936570"/>
              <a:ext cx="400680" cy="3204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0190" y="5753330"/>
                <a:ext cx="56628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571799" y="1739042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9" y="1739042"/>
                <a:ext cx="1380015" cy="7861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68828" y="3544430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𝟐𝟗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828" y="3544430"/>
                <a:ext cx="1380015" cy="7861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571799" y="5376578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9" y="5376578"/>
                <a:ext cx="1380015" cy="7861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3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73" y="2262790"/>
            <a:ext cx="6591300" cy="438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5992" y="1486647"/>
            <a:ext cx="507600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Anything you can tell me about whales OR fish is the </a:t>
            </a:r>
            <a:r>
              <a:rPr lang="en-AU" sz="2800" b="1" dirty="0">
                <a:highlight>
                  <a:srgbClr val="FFFF00"/>
                </a:highlight>
              </a:rPr>
              <a:t>union</a:t>
            </a:r>
            <a:r>
              <a:rPr lang="en-AU" sz="2800" dirty="0"/>
              <a:t> of whales and fish.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Anything that is common to whales AND fish is the </a:t>
            </a:r>
            <a:r>
              <a:rPr lang="en-AU" sz="2800" b="1" dirty="0">
                <a:highlight>
                  <a:srgbClr val="FF00FF"/>
                </a:highlight>
              </a:rPr>
              <a:t>intersection</a:t>
            </a:r>
            <a:r>
              <a:rPr lang="en-AU" sz="2800" dirty="0"/>
              <a:t> of whales and fish.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The </a:t>
            </a:r>
            <a:r>
              <a:rPr lang="en-AU" sz="2800" b="1" dirty="0"/>
              <a:t>union</a:t>
            </a:r>
            <a:r>
              <a:rPr lang="en-AU" sz="2800" dirty="0"/>
              <a:t> of A and B is everything in A </a:t>
            </a:r>
            <a:r>
              <a:rPr lang="en-AU" sz="2800" b="1" dirty="0"/>
              <a:t>or</a:t>
            </a:r>
            <a:r>
              <a:rPr lang="en-AU" sz="2800" dirty="0"/>
              <a:t> B.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The </a:t>
            </a:r>
            <a:r>
              <a:rPr lang="en-AU" sz="2800" b="1" dirty="0"/>
              <a:t>intersection</a:t>
            </a:r>
            <a:r>
              <a:rPr lang="en-AU" sz="2800" dirty="0"/>
              <a:t> of A and B is everything that’s in </a:t>
            </a:r>
            <a:r>
              <a:rPr lang="en-AU" sz="2800" b="1" dirty="0"/>
              <a:t>both</a:t>
            </a:r>
            <a:r>
              <a:rPr lang="en-AU" sz="2800" dirty="0"/>
              <a:t> A </a:t>
            </a:r>
            <a:r>
              <a:rPr lang="en-AU" sz="2800" b="1" dirty="0"/>
              <a:t>and</a:t>
            </a:r>
            <a:r>
              <a:rPr lang="en-AU" sz="2800" dirty="0"/>
              <a:t> 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14036" y="2470722"/>
              <a:ext cx="6566760" cy="38260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842" y="2285665"/>
                <a:ext cx="6789228" cy="4239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2528316" y="2589522"/>
              <a:ext cx="2065680" cy="37231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7815" y="2386502"/>
                <a:ext cx="2290281" cy="4151479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5B093335-D1CF-4D7A-883A-513A6ABE44EA}"/>
              </a:ext>
            </a:extLst>
          </p:cNvPr>
          <p:cNvSpPr txBox="1">
            <a:spLocks/>
          </p:cNvSpPr>
          <p:nvPr/>
        </p:nvSpPr>
        <p:spPr>
          <a:xfrm>
            <a:off x="4052205" y="0"/>
            <a:ext cx="81397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+mn-lt"/>
              </a:rPr>
              <a:t>Unions and Intersections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5" y="1135538"/>
            <a:ext cx="4859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highlight>
                  <a:srgbClr val="FFFF00"/>
                </a:highlight>
              </a:rPr>
              <a:t>OR = Union (all circles) </a:t>
            </a:r>
            <a:r>
              <a:rPr lang="en-AU" sz="2800" dirty="0" smtClean="0"/>
              <a:t>  </a:t>
            </a:r>
          </a:p>
          <a:p>
            <a:pPr algn="ctr"/>
            <a:r>
              <a:rPr lang="en-AU" sz="2800" b="1" dirty="0" smtClean="0">
                <a:highlight>
                  <a:srgbClr val="FF00FF"/>
                </a:highlight>
              </a:rPr>
              <a:t>AND = Intersection (overlap)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8029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A5432-5DD5-4EFB-AC97-3D88CC5A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61" y="1689994"/>
            <a:ext cx="6992002" cy="3354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92930" y="1219097"/>
            <a:ext cx="46185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There are </a:t>
            </a:r>
            <a:r>
              <a:rPr lang="en-AU" sz="2400" b="1" dirty="0" smtClean="0"/>
              <a:t>5 </a:t>
            </a:r>
            <a:r>
              <a:rPr lang="en-AU" sz="2400" b="1" dirty="0"/>
              <a:t>areas to this Venn diagram.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>
                <a:solidFill>
                  <a:srgbClr val="CC0066"/>
                </a:solidFill>
              </a:rPr>
              <a:t>This is the intersection of A and B. It is where both A and B occur</a:t>
            </a:r>
            <a:r>
              <a:rPr lang="en-AU" sz="2400" b="1" dirty="0" smtClean="0">
                <a:solidFill>
                  <a:srgbClr val="CC0066"/>
                </a:solidFill>
              </a:rPr>
              <a:t>. </a:t>
            </a:r>
            <a:endParaRPr lang="en-AU" sz="2400" b="1" dirty="0">
              <a:solidFill>
                <a:srgbClr val="CC0066"/>
              </a:solidFill>
            </a:endParaRPr>
          </a:p>
          <a:p>
            <a:pPr algn="ctr"/>
            <a:endParaRPr lang="en-AU" sz="2400" b="1" dirty="0"/>
          </a:p>
          <a:p>
            <a:pPr algn="ctr"/>
            <a:r>
              <a:rPr lang="en-AU" sz="2400" b="1" dirty="0">
                <a:solidFill>
                  <a:srgbClr val="002060"/>
                </a:solidFill>
              </a:rPr>
              <a:t>This is the remainder of A. It is where A occurs but B does not.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This is the remainder of B. It is where B occurs but A does not. </a:t>
            </a:r>
          </a:p>
          <a:p>
            <a:pPr algn="ctr"/>
            <a:endParaRPr lang="en-AU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AU" sz="2400" b="1" dirty="0">
                <a:solidFill>
                  <a:srgbClr val="0070C0"/>
                </a:solidFill>
              </a:rPr>
              <a:t>This is any outcomes which do not fit into A or B.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4F3CC3-63AA-41C9-9622-EA92C9A29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79" y="1613942"/>
            <a:ext cx="7218539" cy="34896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539DF4-8132-4716-8D01-CF8600797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79" y="1613942"/>
            <a:ext cx="7207045" cy="3489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6DD026-7F40-49B5-983D-705BDD033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40" y="1613942"/>
            <a:ext cx="7201284" cy="3481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2AE879-AB64-4DA7-9197-016D2681FC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35" y="1613942"/>
            <a:ext cx="7201283" cy="34839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1665816" y="2184103"/>
              <a:ext cx="4194720" cy="2366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2736" y="1974191"/>
                <a:ext cx="4375800" cy="281166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769988" y="5589319"/>
            <a:ext cx="595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This is the union of A and B.</a:t>
            </a:r>
          </a:p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It is anything within A or B.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4465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6" y="772285"/>
            <a:ext cx="11725275" cy="1981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3" y="2872789"/>
            <a:ext cx="7859122" cy="38367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2173234" y="4280296"/>
              <a:ext cx="29880" cy="2743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2247" y="4262296"/>
                <a:ext cx="68653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/>
              <p14:cNvContentPartPr/>
              <p14:nvPr/>
            </p14:nvContentPartPr>
            <p14:xfrm>
              <a:off x="418594" y="6208456"/>
              <a:ext cx="156240" cy="2606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674" y="6187216"/>
                <a:ext cx="1904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/>
              <p14:cNvContentPartPr/>
              <p14:nvPr/>
            </p14:nvContentPartPr>
            <p14:xfrm>
              <a:off x="4071514" y="3863056"/>
              <a:ext cx="152280" cy="2199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61458" y="3847936"/>
                <a:ext cx="183526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/>
              <p14:cNvContentPartPr/>
              <p14:nvPr/>
            </p14:nvContentPartPr>
            <p14:xfrm>
              <a:off x="683194" y="6215656"/>
              <a:ext cx="1800" cy="18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994" y="6208816"/>
                <a:ext cx="1620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/>
              <p14:cNvContentPartPr/>
              <p14:nvPr/>
            </p14:nvContentPartPr>
            <p14:xfrm>
              <a:off x="687874" y="6211336"/>
              <a:ext cx="196560" cy="15336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0954" y="6194456"/>
                <a:ext cx="227160" cy="191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/>
              <p14:cNvContentPartPr/>
              <p14:nvPr/>
            </p14:nvContentPartPr>
            <p14:xfrm>
              <a:off x="785794" y="6256336"/>
              <a:ext cx="25560" cy="20340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8514" y="6240496"/>
                <a:ext cx="637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/>
              <p14:cNvContentPartPr/>
              <p14:nvPr/>
            </p14:nvContentPartPr>
            <p14:xfrm>
              <a:off x="2366554" y="4261936"/>
              <a:ext cx="173160" cy="25596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44234" y="4249336"/>
                <a:ext cx="2174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/>
              <p14:cNvContentPartPr/>
              <p14:nvPr/>
            </p14:nvContentPartPr>
            <p14:xfrm>
              <a:off x="4999954" y="4218736"/>
              <a:ext cx="168480" cy="2898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79434" y="4202176"/>
                <a:ext cx="1983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Ink 39"/>
              <p14:cNvContentPartPr/>
              <p14:nvPr/>
            </p14:nvContentPartPr>
            <p14:xfrm>
              <a:off x="965074" y="4194976"/>
              <a:ext cx="5068080" cy="223596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5994" y="4179496"/>
                <a:ext cx="5104080" cy="22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/>
              <p14:cNvContentPartPr/>
              <p14:nvPr/>
            </p14:nvContentPartPr>
            <p14:xfrm>
              <a:off x="2988994" y="5505376"/>
              <a:ext cx="379080" cy="25236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76034" y="5491696"/>
                <a:ext cx="415080" cy="2890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1221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2" y="4239150"/>
            <a:ext cx="5972175" cy="2524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949" y="272335"/>
            <a:ext cx="7829217" cy="38115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4918594" y="1030216"/>
              <a:ext cx="3088080" cy="22978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8074" y="826456"/>
                <a:ext cx="3313440" cy="27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5940634" y="2927056"/>
              <a:ext cx="342360" cy="2109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25514" y="2912296"/>
                <a:ext cx="3808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31505" y="4763587"/>
                <a:ext cx="1542700" cy="63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  <m:r>
                        <a:rPr lang="en-AU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505" y="4763587"/>
                <a:ext cx="1542700" cy="63664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/>
              <p14:cNvContentPartPr/>
              <p14:nvPr/>
            </p14:nvContentPartPr>
            <p14:xfrm>
              <a:off x="6532834" y="1029856"/>
              <a:ext cx="1447560" cy="22759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6247" y="837256"/>
                <a:ext cx="1663254" cy="26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938092" y="5400236"/>
                <a:ext cx="1542700" cy="611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092" y="5400236"/>
                <a:ext cx="1542700" cy="61177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/>
              <p14:cNvContentPartPr/>
              <p14:nvPr/>
            </p14:nvContentPartPr>
            <p14:xfrm>
              <a:off x="6566314" y="885496"/>
              <a:ext cx="2947320" cy="25214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56514" y="689988"/>
                <a:ext cx="3174840" cy="2949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31505" y="6097995"/>
                <a:ext cx="1542700" cy="63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505" y="6097995"/>
                <a:ext cx="1542700" cy="63664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298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identify mutually exclusive events.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r>
              <a:rPr lang="en-AU" b="1" dirty="0" smtClean="0"/>
              <a:t>Decide whether events are mutually exclusive or not.</a:t>
            </a:r>
          </a:p>
          <a:p>
            <a:r>
              <a:rPr lang="en-AU" b="1" dirty="0" smtClean="0"/>
              <a:t>Calculate probabilities from mutually exclusive events.</a:t>
            </a:r>
          </a:p>
          <a:p>
            <a:r>
              <a:rPr lang="en-AU" b="1" dirty="0" smtClean="0"/>
              <a:t>Calculate probabilities from events that are not mutually exclusive.</a:t>
            </a:r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268493"/>
              </p:ext>
            </p:extLst>
          </p:nvPr>
        </p:nvGraphicFramePr>
        <p:xfrm>
          <a:off x="8575040" y="0"/>
          <a:ext cx="361696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1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 mutually exclusive events?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7640" y="868680"/>
                <a:ext cx="1164336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two events cannot occur at the same time, they are called mutually exclusive events. 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For example: if you roll a dice, the sample space is 1, 2, 3, 4, 5, 6.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Possible events include: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 smtClean="0"/>
                  <a:t>rolling an even number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 smtClean="0"/>
                  <a:t>rolling an odd number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These events are mutually exclusive because it is impossible for both of them to occur at the same time.</a:t>
                </a:r>
              </a:p>
              <a:p>
                <a:endParaRPr lang="en-AU" sz="2400" dirty="0"/>
              </a:p>
              <a:p>
                <a:r>
                  <a:rPr lang="en-AU" sz="2400" dirty="0" err="1" smtClean="0"/>
                  <a:t>Pr</a:t>
                </a:r>
                <a:r>
                  <a:rPr lang="en-AU" sz="2400" dirty="0" smtClean="0"/>
                  <a:t>(A) = ½</a:t>
                </a:r>
              </a:p>
              <a:p>
                <a:r>
                  <a:rPr lang="en-AU" sz="2400" dirty="0" err="1" smtClean="0"/>
                  <a:t>Pr</a:t>
                </a:r>
                <a:r>
                  <a:rPr lang="en-AU" sz="2400" dirty="0" smtClean="0"/>
                  <a:t>(B) = ½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BUT </a:t>
                </a:r>
                <a:r>
                  <a:rPr lang="en-AU" sz="2400" dirty="0" err="1" smtClean="0"/>
                  <a:t>Pr</a:t>
                </a:r>
                <a:r>
                  <a:rPr lang="en-AU" sz="2400" dirty="0" smtClean="0"/>
                  <a:t>(A and B) = 0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" y="868680"/>
                <a:ext cx="11643360" cy="5632311"/>
              </a:xfrm>
              <a:prstGeom prst="rect">
                <a:avLst/>
              </a:prstGeom>
              <a:blipFill rotWithShape="0">
                <a:blip r:embed="rId2"/>
                <a:stretch>
                  <a:fillRect l="-838" t="-867" r="-785" b="-15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842" y="1605250"/>
            <a:ext cx="1589345" cy="180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8575040" y="0"/>
          <a:ext cx="361696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1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 mutually exclusive events?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7640" y="868680"/>
                <a:ext cx="1164336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two events </a:t>
                </a:r>
                <a:r>
                  <a:rPr lang="en-AU" sz="2400" b="1" dirty="0" smtClean="0"/>
                  <a:t>can</a:t>
                </a:r>
                <a:r>
                  <a:rPr lang="en-AU" sz="2400" dirty="0" smtClean="0"/>
                  <a:t> occur at the same time, they are </a:t>
                </a:r>
                <a:r>
                  <a:rPr lang="en-AU" sz="2400" b="1" dirty="0" smtClean="0"/>
                  <a:t>not</a:t>
                </a:r>
                <a:r>
                  <a:rPr lang="en-AU" sz="2400" dirty="0" smtClean="0"/>
                  <a:t> mutually exclusive.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For example: if you roll a dice, the sample space is 1, 2, 3, 4, 5, 6.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Possible events include: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 smtClean="0"/>
                  <a:t>rolling an even number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 smtClean="0"/>
                  <a:t>rolling a square number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These events are </a:t>
                </a:r>
                <a:r>
                  <a:rPr lang="en-AU" sz="2400" b="1" dirty="0" smtClean="0"/>
                  <a:t>not</a:t>
                </a:r>
                <a:r>
                  <a:rPr lang="en-AU" sz="2400" dirty="0" smtClean="0"/>
                  <a:t> mutually exclusive because it is possible for both of them to occur at the same time.</a:t>
                </a:r>
              </a:p>
              <a:p>
                <a:endParaRPr lang="en-AU" sz="240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" y="868680"/>
                <a:ext cx="11643360" cy="4524315"/>
              </a:xfrm>
              <a:prstGeom prst="rect">
                <a:avLst/>
              </a:prstGeom>
              <a:blipFill rotWithShape="0">
                <a:blip r:embed="rId2"/>
                <a:stretch>
                  <a:fillRect l="-838" t="-10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842" y="1605250"/>
            <a:ext cx="1589345" cy="18034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89" y="4674235"/>
            <a:ext cx="3873225" cy="189420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80267" y="5039360"/>
            <a:ext cx="653288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4 is both an even number and a square number, so A and B can occur at the same time.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22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08280" y="833120"/>
            <a:ext cx="11689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events cannot occur at the same time, they are called mutually exclusive events</a:t>
            </a:r>
            <a:r>
              <a:rPr lang="en-AU" sz="2400" dirty="0" smtClean="0"/>
              <a:t>.</a:t>
            </a:r>
          </a:p>
          <a:p>
            <a:r>
              <a:rPr lang="en-AU" sz="2400" dirty="0"/>
              <a:t>If two events </a:t>
            </a:r>
            <a:r>
              <a:rPr lang="en-AU" sz="2400" b="1" dirty="0"/>
              <a:t>can</a:t>
            </a:r>
            <a:r>
              <a:rPr lang="en-AU" sz="2400" dirty="0"/>
              <a:t> occur at the same time, they are </a:t>
            </a:r>
            <a:r>
              <a:rPr lang="en-AU" sz="2400" b="1" dirty="0"/>
              <a:t>not</a:t>
            </a:r>
            <a:r>
              <a:rPr lang="en-AU" sz="2400" dirty="0"/>
              <a:t> mutually exclusive.</a:t>
            </a:r>
          </a:p>
          <a:p>
            <a:r>
              <a:rPr lang="en-AU" sz="2400" dirty="0" smtClean="0"/>
              <a:t> </a:t>
            </a:r>
            <a:endParaRPr lang="en-AU" sz="2400" dirty="0"/>
          </a:p>
          <a:p>
            <a:r>
              <a:rPr lang="en-AU" sz="2400" dirty="0" smtClean="0"/>
              <a:t>Decide whether the following events are mutually exclusive or not.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08280" y="2570480"/>
            <a:ext cx="1056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Tossing a coin and getting a heads and tossing a coin and getting a tails.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08280" y="3056990"/>
            <a:ext cx="1056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Winning a football game and losing the same football game.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08280" y="3563265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Picking a red card from a deck of cards and picking a black card from a deck of cards.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08280" y="402493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Picking a red card from a deck of cards and picking a Jack, Queen or King.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08280" y="455605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Catching a bus and missing the same bus.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08280" y="5017715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Watching a comedy movie and watching a romantic movie.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8280" y="547938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Rolling the number 2 on a dice and rolling a number less than 4 on a dice.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8280" y="588578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traffic light being red and a traffic light being green.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08280" y="629218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traffic light being red and the pedestrian crossing being green.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0835640" y="2570479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3032144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563264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4556049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5945450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56240" y="3955474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Not ME</a:t>
            </a:r>
            <a:endParaRPr lang="en-AU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0556240" y="4948260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Not ME</a:t>
            </a:r>
            <a:endParaRPr lang="en-AU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0556240" y="5413679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Not ME</a:t>
            </a:r>
            <a:endParaRPr lang="en-AU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518140" y="6272814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Not ME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3954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08280" y="833120"/>
            <a:ext cx="11689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events cannot occur at the same time, they are called mutually exclusive events</a:t>
            </a:r>
            <a:r>
              <a:rPr lang="en-AU" sz="2400" dirty="0" smtClean="0"/>
              <a:t>.</a:t>
            </a:r>
          </a:p>
          <a:p>
            <a:r>
              <a:rPr lang="en-AU" sz="2400" dirty="0"/>
              <a:t>If two events </a:t>
            </a:r>
            <a:r>
              <a:rPr lang="en-AU" sz="2400" b="1" dirty="0"/>
              <a:t>can</a:t>
            </a:r>
            <a:r>
              <a:rPr lang="en-AU" sz="2400" dirty="0"/>
              <a:t> occur at the same time, they are </a:t>
            </a:r>
            <a:r>
              <a:rPr lang="en-AU" sz="2400" b="1" dirty="0"/>
              <a:t>not</a:t>
            </a:r>
            <a:r>
              <a:rPr lang="en-AU" sz="2400" dirty="0"/>
              <a:t> mutually exclusive.</a:t>
            </a:r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842" y="1605250"/>
            <a:ext cx="1589345" cy="1803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8280" y="1699985"/>
                <a:ext cx="11531600" cy="51580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 smtClean="0"/>
                  <a:t>If you </a:t>
                </a:r>
                <a:r>
                  <a:rPr lang="en-AU" sz="2400" dirty="0"/>
                  <a:t>roll a dice, the sample space is 1, 2, 3, 4, 5, 6.</a:t>
                </a:r>
              </a:p>
              <a:p>
                <a:endParaRPr lang="en-AU" sz="2400" dirty="0"/>
              </a:p>
              <a:p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an even number</a:t>
                </a:r>
              </a:p>
              <a:p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</a:t>
                </a:r>
                <a:r>
                  <a:rPr lang="en-AU" sz="2400" dirty="0" smtClean="0"/>
                  <a:t>a 5</a:t>
                </a:r>
                <a:endParaRPr lang="en-AU" sz="2400" dirty="0"/>
              </a:p>
              <a:p>
                <a:r>
                  <a:rPr lang="en-AU" sz="2400" dirty="0"/>
                  <a:t>These events are mutually </a:t>
                </a:r>
                <a:r>
                  <a:rPr lang="en-AU" sz="2400" dirty="0" smtClean="0"/>
                  <a:t>exclusive.</a:t>
                </a:r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" y="1699985"/>
                <a:ext cx="11531600" cy="5158015"/>
              </a:xfrm>
              <a:prstGeom prst="rect">
                <a:avLst/>
              </a:prstGeom>
              <a:blipFill rotWithShape="0">
                <a:blip r:embed="rId3"/>
                <a:stretch>
                  <a:fillRect l="-793" t="-9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321" y="2217405"/>
            <a:ext cx="3190136" cy="161799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32354" y="5659120"/>
            <a:ext cx="610616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Addition rule for mutually exclusive events:</a:t>
            </a:r>
          </a:p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(A or B) = </a:t>
            </a:r>
            <a:r>
              <a:rPr lang="en-AU" sz="2400" dirty="0" err="1" smtClean="0"/>
              <a:t>Pr</a:t>
            </a:r>
            <a:r>
              <a:rPr lang="en-AU" sz="2400" dirty="0" smtClean="0"/>
              <a:t>(A) + </a:t>
            </a:r>
            <a:r>
              <a:rPr lang="en-AU" sz="2400" dirty="0" err="1" smtClean="0"/>
              <a:t>Pr</a:t>
            </a:r>
            <a:r>
              <a:rPr lang="en-AU" sz="2400" dirty="0" smtClean="0"/>
              <a:t>(B)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6947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08280" y="833120"/>
            <a:ext cx="11689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events cannot occur at the same time, they are called mutually exclusive events</a:t>
            </a:r>
            <a:r>
              <a:rPr lang="en-AU" sz="2400" dirty="0" smtClean="0"/>
              <a:t>.</a:t>
            </a:r>
          </a:p>
          <a:p>
            <a:r>
              <a:rPr lang="en-AU" sz="2400" dirty="0"/>
              <a:t>If two events </a:t>
            </a:r>
            <a:r>
              <a:rPr lang="en-AU" sz="2400" b="1" dirty="0"/>
              <a:t>can</a:t>
            </a:r>
            <a:r>
              <a:rPr lang="en-AU" sz="2400" dirty="0"/>
              <a:t> occur at the same time, they are </a:t>
            </a:r>
            <a:r>
              <a:rPr lang="en-AU" sz="2400" b="1" dirty="0"/>
              <a:t>not</a:t>
            </a:r>
            <a:r>
              <a:rPr lang="en-AU" sz="2400" dirty="0"/>
              <a:t> mutually exclusive.</a:t>
            </a:r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842" y="1605250"/>
            <a:ext cx="1589345" cy="1803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8280" y="1699985"/>
                <a:ext cx="11531600" cy="5128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 smtClean="0"/>
                  <a:t>If you </a:t>
                </a:r>
                <a:r>
                  <a:rPr lang="en-AU" sz="2400" dirty="0"/>
                  <a:t>roll a dice, the sample space is 1, 2, 3, 4, 5, 6.</a:t>
                </a:r>
              </a:p>
              <a:p>
                <a:endParaRPr lang="en-AU" sz="2400" dirty="0"/>
              </a:p>
              <a:p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an </a:t>
                </a:r>
                <a:r>
                  <a:rPr lang="en-AU" sz="2400" dirty="0" smtClean="0"/>
                  <a:t>odd </a:t>
                </a:r>
                <a:r>
                  <a:rPr lang="en-AU" sz="2400" dirty="0"/>
                  <a:t>number</a:t>
                </a:r>
              </a:p>
              <a:p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</a:t>
                </a:r>
                <a:r>
                  <a:rPr lang="en-AU" sz="2400" dirty="0" smtClean="0"/>
                  <a:t>a square number</a:t>
                </a:r>
                <a:endParaRPr lang="en-AU" sz="2400" dirty="0"/>
              </a:p>
              <a:p>
                <a:r>
                  <a:rPr lang="en-AU" sz="2400" dirty="0"/>
                  <a:t>These events are </a:t>
                </a:r>
                <a:r>
                  <a:rPr lang="en-AU" sz="2400" dirty="0" smtClean="0"/>
                  <a:t>not mutually exclusive.</a:t>
                </a:r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 smtClean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" y="1699985"/>
                <a:ext cx="11531600" cy="5128520"/>
              </a:xfrm>
              <a:prstGeom prst="rect">
                <a:avLst/>
              </a:prstGeom>
              <a:blipFill rotWithShape="0">
                <a:blip r:embed="rId3"/>
                <a:stretch>
                  <a:fillRect l="-793" t="-9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213" y="2225914"/>
            <a:ext cx="3329646" cy="16044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77514" y="5603240"/>
            <a:ext cx="610616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General addition rule:</a:t>
            </a:r>
          </a:p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(A or B) = </a:t>
            </a:r>
            <a:r>
              <a:rPr lang="en-AU" sz="2400" dirty="0" err="1" smtClean="0"/>
              <a:t>Pr</a:t>
            </a:r>
            <a:r>
              <a:rPr lang="en-AU" sz="2400" dirty="0" smtClean="0"/>
              <a:t>(A) + </a:t>
            </a:r>
            <a:r>
              <a:rPr lang="en-AU" sz="2400" dirty="0" err="1" smtClean="0"/>
              <a:t>Pr</a:t>
            </a:r>
            <a:r>
              <a:rPr lang="en-AU" sz="2400" dirty="0" smtClean="0"/>
              <a:t>(B) – </a:t>
            </a:r>
            <a:r>
              <a:rPr lang="en-AU" sz="2400" dirty="0" err="1" smtClean="0"/>
              <a:t>Pr</a:t>
            </a:r>
            <a:r>
              <a:rPr lang="en-AU" sz="2400" dirty="0" smtClean="0"/>
              <a:t>(A and B)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4025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27000" y="1085612"/>
            <a:ext cx="11750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standard dice is rolled. Find the probability of rolling each of the following numbers.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A 2 or a 5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An odd number or a number greater than 3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Odd or a 4.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971040" y="1409223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" y="3037840"/>
            <a:ext cx="336296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a)</a:t>
            </a:r>
            <a:endParaRPr lang="en-AU" sz="2400" dirty="0"/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(A) = 1/6</a:t>
            </a:r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(B) = 1/6</a:t>
            </a:r>
          </a:p>
          <a:p>
            <a:endParaRPr lang="en-AU" sz="2400" dirty="0" smtClean="0"/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</a:t>
            </a:r>
            <a:r>
              <a:rPr lang="en-AU" sz="2400" dirty="0" err="1" smtClean="0"/>
              <a:t>AorB</a:t>
            </a:r>
            <a:r>
              <a:rPr lang="en-AU" sz="2400" dirty="0" smtClean="0"/>
              <a:t>) = 1/6 + 1/6   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    = 2/6 = 1/3 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3825340" y="3037840"/>
            <a:ext cx="342900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b) </a:t>
            </a:r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(A) = 3/6</a:t>
            </a:r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(B) = 3/6</a:t>
            </a:r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</a:t>
            </a:r>
            <a:r>
              <a:rPr lang="en-AU" sz="2400" dirty="0" err="1" smtClean="0"/>
              <a:t>AandB</a:t>
            </a:r>
            <a:r>
              <a:rPr lang="en-AU" sz="2400" dirty="0" smtClean="0"/>
              <a:t>) = 1/6</a:t>
            </a:r>
          </a:p>
          <a:p>
            <a:endParaRPr lang="en-AU" sz="2400" dirty="0"/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</a:t>
            </a:r>
            <a:r>
              <a:rPr lang="en-AU" sz="2400" dirty="0" err="1" smtClean="0"/>
              <a:t>AorB</a:t>
            </a:r>
            <a:r>
              <a:rPr lang="en-AU" sz="2400" dirty="0" smtClean="0"/>
              <a:t>) = 3/6 + 3/6 - 1/6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   = 5/6</a:t>
            </a:r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7426960" y="2996447"/>
            <a:ext cx="342900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c</a:t>
            </a:r>
            <a:r>
              <a:rPr lang="en-AU" sz="2400" dirty="0" smtClean="0"/>
              <a:t>) </a:t>
            </a:r>
            <a:endParaRPr lang="en-AU" sz="2400" dirty="0"/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(A) = 3/6 </a:t>
            </a:r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(B) = 1/6</a:t>
            </a:r>
          </a:p>
          <a:p>
            <a:endParaRPr lang="en-AU" sz="2400" dirty="0"/>
          </a:p>
          <a:p>
            <a:r>
              <a:rPr lang="en-AU" sz="2400" dirty="0" err="1" smtClean="0"/>
              <a:t>Pr</a:t>
            </a:r>
            <a:r>
              <a:rPr lang="en-AU" sz="2400" dirty="0" smtClean="0"/>
              <a:t>(</a:t>
            </a:r>
            <a:r>
              <a:rPr lang="en-AU" sz="2400" dirty="0" err="1" smtClean="0"/>
              <a:t>AorB</a:t>
            </a:r>
            <a:r>
              <a:rPr lang="en-AU" sz="2400" dirty="0" smtClean="0"/>
              <a:t>) = 3/6 + 1/6 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  = 4/6 = 2/3</a:t>
            </a:r>
          </a:p>
          <a:p>
            <a:endParaRPr lang="en-AU" sz="2400" dirty="0" smtClean="0"/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6172200" y="1800383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Not ME</a:t>
            </a:r>
            <a:endParaRPr lang="en-AU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077720" y="2193607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ME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35300" y="84027"/>
            <a:ext cx="434594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Addition rule for mutually exclusive events: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7690514" y="98106"/>
            <a:ext cx="373440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General addition rule: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 – </a:t>
            </a:r>
            <a:r>
              <a:rPr lang="en-AU" dirty="0" err="1" smtClean="0"/>
              <a:t>Pr</a:t>
            </a:r>
            <a:r>
              <a:rPr lang="en-AU" dirty="0" smtClean="0"/>
              <a:t>(A and B)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186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" y="882996"/>
            <a:ext cx="9631595" cy="1484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35300" y="84027"/>
            <a:ext cx="434594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Addition rule for mutually exclusive events: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690514" y="98106"/>
            <a:ext cx="373440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General addition rule: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 – </a:t>
            </a:r>
            <a:r>
              <a:rPr lang="en-AU" dirty="0" err="1" smtClean="0"/>
              <a:t>Pr</a:t>
            </a:r>
            <a:r>
              <a:rPr lang="en-AU" dirty="0" smtClean="0"/>
              <a:t>(A and B)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468360" y="1731457"/>
                <a:ext cx="3491340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means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360" y="1731457"/>
                <a:ext cx="3491340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618" t="-24590" r="-3490" b="-49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41360" y="2193737"/>
                <a:ext cx="3710759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means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60" y="2193737"/>
                <a:ext cx="3710759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299" t="-26667" r="-3448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1160" y="2977317"/>
                <a:ext cx="113944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60" y="2977317"/>
                <a:ext cx="113944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0360" y="3653175"/>
                <a:ext cx="11394440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+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− 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" y="3653175"/>
                <a:ext cx="11394440" cy="90178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66994" y="4707598"/>
                <a:ext cx="1068306" cy="9002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994" y="4707598"/>
                <a:ext cx="1068306" cy="90024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6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2" y="993110"/>
            <a:ext cx="9903836" cy="14766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35300" y="84027"/>
            <a:ext cx="434594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Addition rule for mutually exclusive events: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690514" y="98106"/>
            <a:ext cx="373440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General addition rule: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 – </a:t>
            </a:r>
            <a:r>
              <a:rPr lang="en-AU" dirty="0" err="1" smtClean="0"/>
              <a:t>Pr</a:t>
            </a:r>
            <a:r>
              <a:rPr lang="en-AU" dirty="0" smtClean="0"/>
              <a:t>(A and B)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468360" y="1731457"/>
                <a:ext cx="3491340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means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360" y="1731457"/>
                <a:ext cx="3491340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618" t="-24590" r="-3490" b="-49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41360" y="2193737"/>
                <a:ext cx="3710759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means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60" y="2193737"/>
                <a:ext cx="3710759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299" t="-26667" r="-3448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1160" y="2977317"/>
                <a:ext cx="113944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60" y="2977317"/>
                <a:ext cx="113944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1160" y="3670430"/>
                <a:ext cx="11394440" cy="93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=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+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−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    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60" y="3670430"/>
                <a:ext cx="11394440" cy="9389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102940" y="4693750"/>
                <a:ext cx="4160113" cy="936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−  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940" y="4693750"/>
                <a:ext cx="4160113" cy="9361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02940" y="5685844"/>
                <a:ext cx="3485378" cy="898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940" y="5685844"/>
                <a:ext cx="3485378" cy="89896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9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208280" y="833120"/>
            <a:ext cx="11689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events cannot occur at the same time, they are called mutually exclusive events</a:t>
            </a:r>
            <a:r>
              <a:rPr lang="en-AU" sz="2400" dirty="0" smtClean="0"/>
              <a:t>.</a:t>
            </a:r>
          </a:p>
          <a:p>
            <a:r>
              <a:rPr lang="en-AU" sz="2400" dirty="0"/>
              <a:t>If two events </a:t>
            </a:r>
            <a:r>
              <a:rPr lang="en-AU" sz="2400" b="1" dirty="0"/>
              <a:t>can</a:t>
            </a:r>
            <a:r>
              <a:rPr lang="en-AU" sz="2400" dirty="0"/>
              <a:t> occur at the same time, they are </a:t>
            </a:r>
            <a:r>
              <a:rPr lang="en-AU" sz="2400" b="1" dirty="0"/>
              <a:t>not</a:t>
            </a:r>
            <a:r>
              <a:rPr lang="en-AU" sz="2400" dirty="0"/>
              <a:t> mutually exclusive.</a:t>
            </a:r>
          </a:p>
          <a:p>
            <a:r>
              <a:rPr lang="en-AU" sz="2400" dirty="0" smtClean="0"/>
              <a:t> </a:t>
            </a:r>
            <a:endParaRPr lang="en-AU" sz="2400" dirty="0"/>
          </a:p>
          <a:p>
            <a:r>
              <a:rPr lang="en-AU" sz="2400" dirty="0" smtClean="0"/>
              <a:t>Decide whether the following events are mutually exclusive or not.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12420" y="2761187"/>
            <a:ext cx="434594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Addition rule for mutually exclusive events: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4967634" y="2775266"/>
            <a:ext cx="373440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General addition rule:</a:t>
            </a:r>
          </a:p>
          <a:p>
            <a:pPr algn="ctr"/>
            <a:r>
              <a:rPr lang="en-AU" dirty="0" err="1" smtClean="0"/>
              <a:t>Pr</a:t>
            </a:r>
            <a:r>
              <a:rPr lang="en-AU" dirty="0" smtClean="0"/>
              <a:t>(A or B) = </a:t>
            </a:r>
            <a:r>
              <a:rPr lang="en-AU" dirty="0" err="1" smtClean="0"/>
              <a:t>Pr</a:t>
            </a:r>
            <a:r>
              <a:rPr lang="en-AU" dirty="0" smtClean="0"/>
              <a:t>(A) + </a:t>
            </a:r>
            <a:r>
              <a:rPr lang="en-AU" dirty="0" err="1" smtClean="0"/>
              <a:t>Pr</a:t>
            </a:r>
            <a:r>
              <a:rPr lang="en-AU" dirty="0" smtClean="0"/>
              <a:t>(B) – </a:t>
            </a:r>
            <a:r>
              <a:rPr lang="en-AU" dirty="0" err="1" smtClean="0"/>
              <a:t>Pr</a:t>
            </a:r>
            <a:r>
              <a:rPr lang="en-AU" dirty="0" smtClean="0"/>
              <a:t>(A and B)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3400" y="3854897"/>
                <a:ext cx="3491340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means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854897"/>
                <a:ext cx="3491340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797" t="-24590" r="-3497" b="-49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6400" y="4317177"/>
                <a:ext cx="3710759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 smtClean="0"/>
                  <a:t> means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4317177"/>
                <a:ext cx="3710759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467" t="-24590" r="-3454" b="-49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410200" y="4942840"/>
            <a:ext cx="6416040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err="1" smtClean="0"/>
              <a:t>Mathspace</a:t>
            </a:r>
            <a:r>
              <a:rPr lang="en-AU" sz="2400" b="1" dirty="0" smtClean="0"/>
              <a:t> – Year </a:t>
            </a:r>
            <a:r>
              <a:rPr lang="en-AU" sz="2400" b="1" smtClean="0"/>
              <a:t>10 </a:t>
            </a:r>
            <a:r>
              <a:rPr lang="en-AU" sz="2400" b="1" smtClean="0"/>
              <a:t>Mainstream </a:t>
            </a:r>
            <a:r>
              <a:rPr lang="en-AU" sz="2400" b="1" dirty="0" smtClean="0"/>
              <a:t>Mutually Exclusive Events CLASS WORK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53203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2588</TotalTime>
  <Words>1862</Words>
  <Application>Microsoft Office PowerPoint</Application>
  <PresentationFormat>Widescreen</PresentationFormat>
  <Paragraphs>305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137</cp:revision>
  <cp:lastPrinted>2017-04-18T22:41:05Z</cp:lastPrinted>
  <dcterms:created xsi:type="dcterms:W3CDTF">2017-01-28T08:32:28Z</dcterms:created>
  <dcterms:modified xsi:type="dcterms:W3CDTF">2021-08-02T00:16:54Z</dcterms:modified>
</cp:coreProperties>
</file>