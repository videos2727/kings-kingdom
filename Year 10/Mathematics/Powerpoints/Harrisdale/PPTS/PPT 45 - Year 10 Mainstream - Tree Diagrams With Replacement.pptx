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notesSlides/notesSlide2.xml" ContentType="application/vnd.openxmlformats-officedocument.presentationml.notesSlide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310" r:id="rId2"/>
    <p:sldId id="304" r:id="rId3"/>
    <p:sldId id="314" r:id="rId4"/>
    <p:sldId id="315" r:id="rId5"/>
    <p:sldId id="316" r:id="rId6"/>
    <p:sldId id="317" r:id="rId7"/>
    <p:sldId id="318" r:id="rId8"/>
    <p:sldId id="324" r:id="rId9"/>
    <p:sldId id="319" r:id="rId10"/>
    <p:sldId id="320" r:id="rId11"/>
    <p:sldId id="321" r:id="rId12"/>
    <p:sldId id="322" r:id="rId13"/>
    <p:sldId id="323" r:id="rId14"/>
    <p:sldId id="269" r:id="rId15"/>
    <p:sldId id="325" r:id="rId16"/>
    <p:sldId id="326" r:id="rId17"/>
    <p:sldId id="327" r:id="rId18"/>
    <p:sldId id="328" r:id="rId19"/>
    <p:sldId id="329" r:id="rId20"/>
    <p:sldId id="330" r:id="rId21"/>
    <p:sldId id="331" r:id="rId22"/>
  </p:sldIdLst>
  <p:sldSz cx="12192000" cy="6858000"/>
  <p:notesSz cx="6797675" cy="99266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27" autoAdjust="0"/>
    <p:restoredTop sz="94660"/>
  </p:normalViewPr>
  <p:slideViewPr>
    <p:cSldViewPr snapToGrid="0">
      <p:cViewPr varScale="1">
        <p:scale>
          <a:sx n="89" d="100"/>
          <a:sy n="89" d="100"/>
        </p:scale>
        <p:origin x="147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0:58:35.326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-5 3137 52,'4'4'22,"-4"4"-18,4-4 2,-4-4 1,0 0 0,0 0 1,0 0-2,0 0-1,0 0 10,0 0 7,0 0 0,0 0-1,0 0-3,0 0-1,0 0-9,0 0-3,0 0-3,0 0 1,0 0 0,0 0-4,0 0 1,0 0 9,0 0 5,5 0-2,-1 0-2,-4 0-3,5 0-2,-1 0-1,1 0 0,-1 3 0,5 1 0,-9-4-2,4 0 1,5 0 2,-9 0 2,5 0 1,-1-4 0,1 4 0,-1-3 2,0-1-3,1 0 1,-5 4-3,4-4 0,-4 0-3,0-4 1,5 4-2,-1-4-1,1 4-2,-1-4 1,1 0 5,-1 0 2,0 0 0,1 1-1,-1-1 1,1-8 3,-1 4-6,5 0-4,0-4 0,4 5 2,-4-1 2,0-4 3,-5 0-5,5 0-1,0 1 2,0-1 3,-4 0 0,3 0 0,-3-4-1,4 1 2,-5-1-3,5 4-2,-4-4 2,3 5 0,1-1-1,0 0-2,5-4 1,-1 1 1,0-1-1,0 0 2,1 0 0,-5 1 1,4-5 0,-4 0 2,4 5-3,1-1-2,-1 0 2,5-4 0,-1 5-4,1-5-1,0 0 3,0 1 1,-1-9-3,1 4 1,0 1 0,-5-1 0,1 0 2,-1 1 1,0-1-1,1 1 1,-1 3-4,0 0-2,5 1 4,0-1 3,0 0-3,-1 0-3,-3 1 3,3-1 1,-3-4 0,-1 5-2,5-5 1,0 1 1,-1-1-3,1 0 0,0 1 1,4-1 2,0 0-1,0 1 2,1-9 0,-1 5 1,0-1-5,0 0-1,-4 1 3,0-1 1,0 1-3,-1-1 1,1 4 2,0 1 1,4 3-1,0 0 1,0 1-4,1-1 0,-6 0 3,1 1 1,0 3-4,0 0-1,0 1 1,4-5 2,-5 0 0,1 4 2,0 1-2,0-5-1,0 4 1,-1-3-1,1-1 0,0 0 2,0 4-3,-5 1 0,0-1 3,5 0 1,0-3 1,0-1 0,-5 0-5,0 4 1,5 1 0,0-1 0,-5 0 0,0 4 2,5-3-3,-5 3 0,1 0 1,-1 0 0,0 1 0,-4-5 0,5 4 2,-5-4 1,-1 4-1,1 1-2,5-1 1,-6 4 1,1-4-3,0 0 0,0 5 1,0-1 0,0 0-3,0 0 2,0 0 1,0-4 0,-1 5 0,1-5 0,0 4 0,0-4 0,0 0 2,0 1 1,0-1-4,0-4 1,-1 4 0,1 4 0,0 1 0,0-5 0,4 4-3,-4 0 2,0 0-1,0 0-2,4 1 5,1 3 1,-1 0 0,-4 0-2,4 0 3,-4 0 0,0 4-6,0-4-2,0 4 2,0-4 3,0 4 1,-1 1 2,1-5-4,0 0 0,0 4-1,0 0 0,4-4 4,-4 4 3,5 0-2,-6 0-2,6 0-3,-5-4 1,4 4-1,0 0 0,1 0 0,3 0 0,-3-3 2,3 3 2,1 0-1,0 0-1,-5 0 3,5 0 0,4 0-4,-4 0 1,4 0 0,0 0 2,5 0-3,0 0 0,-1 4 1,1-4 0,0 4 0,-1 0 0,1 0 0,0-4 2,-5 4-1,4 0-1,-3 0 1,3 0 1,1 4-3,-5-4 0,5 4 1,-5 0 2,5-4-3,-1 0 0,1 0 1,0 0 2,-5 0-1,0 0 2,5-4-2,-5 4 2,4-4-2,1 4-1,0-4 1,-1 4-1,-3 0 0,3 0 0,1 0 0,-5 0 0,0 4 0,5-4 0,-5 0 0,5 4 2,-1 0-1,1-4 2,-5 4 2,5-4 2,-5 4-6,5 0 0,-1 0-1,1-4 0,0 0 0,-1 0 0,6 4 0,-6 0 0,1-4 0,-1 0 2,1 4-3,0-4 0,-1 0 1,5 0 0,1 4 0,-1-4 2,0 4-3,-5-4 0,5 4 1,-4 0 2,0-4-1,-1 0-1,-3 0 1,3 3-1,-4-3 2,1 0 1,3 4-4,-3-4 1,3 4 0,1-4 0,-1 0 0,-3 0 0,-1 0 0,5 0 0,-1 0 0,1 0 2,-1 0-1,1 0-1,0 0 1,-1 0 1,1 0-1,0 0-1,-1 0-2,1 0 1,0 0 1,-1 0 2,5 0-1,-4 4 2,0 0-2,-1 0-1,5 0 1,-4 0 1,-5 0-1,0-4-1,5 0 1,0 4-1,-1-4 0,1 0 0,-9 0 2,8 0 1,6 0-4,-6 0 1,-4 0 0,9 0 2,-8 0-1,12 4-1,-4 0 1,0 0 1,0 0-1,1 0-1,-1 0 3,-5 0 0,1 0 1,0 0 0,-5-4-5,4 3 1,1 1-2,-5 0 0,5 0 2,0-4 2,-1 4-1,1 0-1,0 0 1,-1-4 1,1 0-3,-1 4 0,1-4 1,0 4 0,-1 0 2,5 0 1,1 0-4,-6 0 1,1 0 0,4 0 2,-4 0-1,-1 0-1,1 0 1,0 0 1,-1-1-1,-4 1-1,1-4-2,-1 4 1,0 0 1,0 0 2,0 0-1,5 0 2,-5 0-2,5 0-1,4 0 1,-4 0-1,4 0-3,-5 0 2,1 0 1,0 0 2,4 0-1,-5-4-1,1 4-2,0 0 1,-1-4 1,5 4 2,-4 0-1,0-1-1,-1 1-2,1 0 1,0 0 1,-1 0 2,1 0-1,-5 0-1,-4 0 1,0-4-1,-1 8 0,6-4 0,-6-4-3,6 0 2,-6 4-1,6 0 0,-1 0 2,0 0 0,0 0 0,0 0 2,1 0-1,3 0-1,-3-1 1,-1 1-1,0 0 0,0 0 0,0 0 0,1 0 0,-1 0 0,0 0 0,0-4-3,0 4 2,1 0 1,-1-4 2,0 4-1,0 0-1,0 0-2,1-4 1,-6 0 1,6 0 0,-1 4 0,-4 0 2,4 4-3,0-4 0,0 0 1,0-4 2,1 3-1,-1-3-1,0 4 1,0 0-1,-4 0-3,4 0 2,0 4 1,1-8 0,-1 4 0,0-4 2,0 4-3,0 0 0,1-4 1,-6 4 0,1-4 0,0 4 2,0-4 1,-1 4 1,1-4-5,0 4 1,0-4-2,-1 4-2,1 0 3,-4 0 0,3 0 3,6-4-1,-6 4-1,1-4 1,-5 0-1,1 0 0,-1 0 2,5 0-1,-5 3 2,9 1-2,-4-4-1,-5 4 1,5-4-1,0 0 0,0 0 0,-1 0 0,1 0 0,0 0 0,0 0 0,0 0 0,-5 0 2,5 0-1,-5 4-1,0-4-2,5 0 1,0 0 1,0 0 2,-1 0-3,1 0 0,0 0 1,0 0 2,-1 0-3,-3 0 0,-1 4 1,5-4 2,0 0-3,-5 4 0,5 0 1,-1 0 0,1-4 0,-5 4 0,5-4 0,-4 0 2,-1 4-1,0 0-1,1-4-2,-1 4 1,0-4 1,-4 4 0,0 0-3,0 0 0,0 4-9,0-4-3,-9-4-8,4 7 0,0 1-17,-4-8-4,9 4-76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0:59:44.752"/>
    </inkml:context>
    <inkml:brush xml:id="br0">
      <inkml:brushProperty name="width" value="0.07938" units="cm"/>
      <inkml:brushProperty name="height" value="0.15875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-7-6 72,'-5'-3'27,"5"6"-21,0-3 12,0 0 5,0 0-1,0 0 1,0 0-1,0 0-2,0 0-4,0 0-2,0 0-8,5 0 3,-1 0 1,0 4 1,1 0 3,-1 0-7,1 0-2,4 4-1,-5 4 0,5 0 0,0 0 2,0 4-1,4-1 2,5 5-2,0 0 0,-1 0-3,1-1 1,4 1 4,-4 4 4,0-1-2,0 1 2,-5 0-6,0-1-3,5 1-1,-5 0 1,1 3-3,-1-3 0,0 4 1,5-1 2,0 1 1,0 4 1,-1-5 0,1 5 0,0 3-2,4-3-2,0-4 3,0-1 0,1 1 1,-1-1 2,0 1-1,-4-4 2,0-1-2,-1 5 0,1 0-3,0-1-2,0 1-2,-1 0 1,1-1 1,0 1 0,0 0 0,-1-1 2,1-3-1,0 0-1,0-1 3,0 5 0,-1-4-1,1 3-2,4 1 1,0 3 1,1-3-1,-6 0-1,1-1 1,0-3-1,-5-4-3,10 3 2,-1 1 1,0 0 2,0 3 1,0 1 1,1 0-2,-1 3-2,0-3 1,-4 0 1,-1-1-3,1 1 0,0-5 3,0 1 1,0 0-4,-1 0 1,1-5 0,0 1 2,4 0-3,-4 3 0,0-3 1,-5 0 2,0 0-3,1 3 0,-1-3 1,0-4 2,-4 0-3,0-1 0,0 1 1,0 0 2,0-8-1,-1 4-1,1 0 1,0-1-1,0 1 0,0 0 0,0 4 0,0-4 2,-5 0-3,5-1 0,0 1 1,0 0 2,-5 0-3,5 0 0,-4 4 1,4-5 0,-1 5 0,1 0 2,0 0-3,0-4 0,0 0 1,0-5 2,0 1-1,0 4-1,-1-4-2,-3 4 1,4 4 1,0-1 2,0 1-3,-1 0-2,1 0 2,0 0 2,-4-5-2,4 1 0,-1 0 1,1-4 2,0 4-3,0-4 0,4 0 1,1 0 2,-1 3-3,-4 1-2,4 0-1,-4 0 3,0 0 0,0-4 3,0 0-1,0-1-1,-9-7-2,9 12 1,-1-8 1,1 4 2,0 0-1,0 0-1,0 0 1,0 0-1,4 0-3,-4 3 2,0 1 1,0-4 0,0 0 0,0 0 0,-1 0 0,-8-8 2,9 4-1,0 0 2,0 0-2,0 0-1,0 4-2,0-4 1,0-1 1,-1 5 2,1 0-3,0 0 0,0 0 1,0-4 0,0 0 2,0 0 3,0-4 4,0 0 2,-1 0-5,1 0-4,0 0-4,1 0 1,-1 0 1,4 0 0,1 4 0,-1 0 2,0-4-1,1 4 2,3-4-2,-3 0 2,-1 0-2,0 0-1,1 0 1,-1 0-1,5 0 0,-5 0 0,5 4 0,0-4 0,-5 0 0,0 0 0,5 0 2,4 0-3,-4 0 0,-5 0-1,5 0 0,-5 0 2,5 0 0,0 0 0,0 0 0,-5 0-3,5 0 2,-1 0 3,-3 0 1,4 0-4,-1 0-1,1 0 1,0 0 2,0 0 0,-1 0 2,-3 0-2,3 0 2,-3 0-4,4-4 0,-5 4 1,0 0 2,1-4-1,-1 4-1,0 0 1,5 0-1,0-4 2,-1 4 1,6-4-4,-6 4 1,1 0 2,0 0 1,0-4-4,0 4 1,-1 0 2,1-4 1,0 4-4,4-4 1,0 4 0,0-4 2,1 0-1,-1 0 2,0 4-2,5-4 2,-5 0 0,0 4 3,5 0-3,-5-4-2,0 4-3,0-4-1,1 0-1,-1 1 3,0 3 0,0-4 1,-4 0 0,0 4 2,-1 0-1,1 0-1,-4-4 1,3 0-1,-3 0 0,3 4 2,6-4-6,-6 4-1,1-4-1,-5 0 2,5 4 4,-4-4 2,3 4 0,-3 0-2,-1-4 1,0 0 1,1 4-3,-1-4 0,0 4 3,1-4 3,-1 0-2,0 0 0,1 4-3,3 0-3,-3 0-1,-1 0 0,0 0 3,1 0 2,-1 0 2,0 0 1,-4 0-5,4 0-1,1 0-2,-5 0 3,4 0 0,-4 0 3,4-4-1,1 4-1,-6 0 1,1 0-1,0 4 0,0 0 2,4 0-3,-4-4 0,0 0 3,0 0 1,0 0-6,0 4 0,0-4 1,0 4 3,4 0-2,-4 0 0,0 0 1,0 0 0,-1 0 0,1 0 2,-9-4-1,9 0 2,4 0-2,1 4-1,-1 0 1,0 0 1,1 0-1,-1 0-1,5-1-2,-5 1-1,1 0 4,3 0 1,1 0-5,0 0 0,-5-4 1,5 4 1,0 0 5,-5-4 2,5 4-2,0 0-1,-5 0-3,5 0-1,-1 0 3,1 4 1,0-4-1,0 4 1,-1-1-7,6-3 1,-6 4 3,6 0 4,-1-4-1,0 4-2,0-4-3,-4 0 1,0 0-1,0 4-2,-5-4 3,5 4 2,-1 0 0,1-1 2,-5 1-2,5 0 2,0 0-4,-5 0 0,5 0 1,0 0 0,0-4 0,-1 0 0,1 0 0,-5 0 2,5 4-3,0-5-2,0 1 2,0 4 2,-1-4 0,-3 4-1,3 0 1,1 0-1,0-4 2,-5 4 1,5 0-1,0 0 1,0-1-4,-1 1 0,1 0 3,-5 0 1,5 0-4,-5 0 1,5 0 0,0 0 0,0-4-3,0 4 2,-5-4 1,5-1 0,-1 5 0,-3 0 0,3 0 0,1 0 2,-4 0-1,-1 0 2,0 0-2,5 0-1,-5 0 1,5-1-1,0-3 0,0 4 0,4-4-3,-4 0 2,-1 4 1,1 0 2,0 0-1,0 0 2,-1-4 0,1 0 1,0 0-5,0 0-1,-1-1 1,6 1 2,-6 4 0,6-4-1,-1 4 1,-4-4 1,-1 4-3,6-4 0,-6 0 1,5 0 2,-4 0-3,4 4 0,-4-4 3,4 0 1,-4 3-4,4-3-1,-4 0 1,0 0 0,0 4 1,-1 0 2,1-4-3,0 4 0,0 0 1,0 0 2,-1-4-1,5 0-1,-4 4-2,4-5 1,1 1 1,-1 0 2,0 4-1,0-4 2,0 0-4,1 0 0,-1 0-1,0 0 0,0 4 2,6-4 0,-6 4 0,0-4 2,1 4-3,-1-1 0,0 1 1,0 0 0,0 4 0,1-4 2,-1 4-3,-4-4 0,-1 0 1,1 0 0,4 3-3,-4-3 2,0 0 1,0 0 2,-1 0-1,1 0-1,4 0-2,1 4 1,-1-5 3,0 1 1,0 4-1,5-4-2,-5 0 1,5 0 1,4 0-3,-5 4 0,1 0 1,0-1 0,-1 1 0,-3-4 2,3 4-1,-4 0-1,1 0-2,-1-4 1,0-1 1,0 1 0,0 0 0,1 0 2,-6 0-3,6 0 0,-1 0 3,-4 0 1,-1 0-1,1-1-2,0 1-2,4 0 1,0 0 1,0 0 0,1 0 0,-1 0 2,0 0-3,5 0 0,-1 0-1,-3-1 0,-1 1 2,0 4 2,0 0-3,0-8 0,1 4 1,-6 0 2,1-4-1,0 4-1,0-1 1,4-3-1,-4 4 2,-1 0 1,1-4-1,0 0-2,0 4 1,-1-4-1,1 4 0,-4-4 0,3 0 0,-3 0 0,-1 0 0,0 0 0,5 0-3,-5-1 2,1 1 1,-1 0 2,0 0-1,1 0-1,-5 0 3,13 0-2,4 0-1,-3 0 3,-1 0-2,0 0-1,0 0-2,-4 0-1,0 4 2,0-8 2,-1 4 0,-3-4 2,-1 0-4,5 0 0,-1 4 1,1 0 0,-4 0 0,3-1 0,1 5-3,-5-4 2,1 0 1,-1 0 0,0 0 0,1 0 2,-5 0-6,-1 0-1,1 0-5,0 0-1,0 0-8,0-4 0,-9 0-25,9 0-10,0-12-86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0:30.228"/>
    </inkml:context>
    <inkml:brush xml:id="br0">
      <inkml:brushProperty name="width" value="0.07938" units="cm"/>
      <inkml:brushProperty name="height" value="0.1587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0 4465 104,'4'0'41,"1"0"-32,-1 0 11,-4 0 2,0 0-4,5 0 0,-1 0-4,1-4 1,-1 0-8,0 0 0,1 0 3,-1-3-2,1-1 1,-1 0 1,1 0 4,-1 0-2,0 0 3,1 0-2,-1-4 2,1 0-6,4 1-1,-5-1 0,5 0 0,0 0-2,0-4 1,4 0-2,0 1 2,1-5-2,-1 0 2,9 0-4,-4 1 0,0-1 1,4 0 0,0 1 0,0-1 0,-4 0 0,4-4 0,-4 1 0,0 3 0,0 0 0,-1 0 2,1 1-3,0-1 0,0 0 1,-1 1 2,6-1-3,-6 0 0,1 4-3,0-3-1,0-1-1,0 0 0,-1 0 2,-3 1 0,-1-1 0,0-4 2,5 4-3,0-3 0,-5-1 1,5-4 2,0 1-3,-1-5 0,1 5 1,-5-1 2,5-4-1,-4 1-1,-1-1 1,0 1 1,1-1-3,-1 4-2,0 1 2,1-1 0,3 0 1,1-3 2,0 3-1,0-3-1,-1 3 1,1 0 1,0 1-1,-5-1-1,1 1 1,-1-5-1,0 0-7,0 1 0,1-1-2,-1 5 3,0 3 2,1-4 2,-1 5 3,0-5 4,1 4-2,-1 1 0,0-1 1,1 0 2,-5 0-3,-1 5-2,1-1 2,-4-4 0,-1 1-1,1 3-2,4-8 5,-1 9-3,1-5-1,5-4 0,-5 1 1,4 3-1,-4 0-1,4 1 3,-4-1 0,9 0-4,-9 4 1,-1 1-2,1-1-2,0-4 3,0 8 2,0 1 0,0-1-1,0-4 1,0 0 1,0 1 1,-1-1 1,1 4-5,0-4 1,0 1 0,0 3 0,0 0-3,0 0 2,-5 0 1,5 1 0,0-1-3,0 0 2,0 0-1,-5 4 0,1-3 2,3-1 2,1 4 3,0-4 4,0-3-2,0-1 1,0 4-5,4 0-2,1 0-3,-1 1-1,0-1 2,0 0 0,-4 4 1,0-4 0,0 1 6,0 3 4,0 0-5,0 0-1,0-4-2,0 1 1,-1 3-2,6-4-1,-5-4-2,4 8 1,-4 0-4,4-3-1,-4 3 0,4 0 2,-4 0 2,0 0 3,0 4 2,0-3 1,0-1-2,0 0-2,0 0-2,-1 0-1,1 4 4,0-4 3,0 5-1,-4-1 0,3 0-3,-3 0-1,-1 0-1,5 0-2,-4 0 0,3 4 0,1-4 5,0 4 1,0 0 0,-4-3-2,3 3 1,-3 0-1,4 0 0,-5 0 2,1 0-1,-1 0-1,5 0 1,-5 4-1,-4 0 0,9 0 2,-4 0-3,-1-4 0,-4 4 3,0 0 1,0 0-1,9 0-2,0 0 1,0 0-1,0 0-3,-9 0 0,9 0 4,-1 4 1,1-4 0,0 0-2,5 4-2,-1-4-1,0 4 2,5 0 0,0 0-2,4 4 0,-4-4-1,4-1 3,5 1 0,-1 0 3,1 0-3,-5-4 0,0 0 3,0 0 1,1 0-6,3 0 0,1-4 1,4 4 3,-4 0 0,-1 0-1,1 4-2,0 0 1,-1-4 1,1 4 0,-5 0 0,0 0 0,1 0-3,-1-4 2,0 0 1,-4 0 2,-1 0-3,-3 0 0,-1 0 1,0 0 2,1 4-3,-1-4 0,0 0 1,1 0 0,-1 4 0,0-4 2,-4 0-1,0 0-1,4 0-2,1 0 1,-1 0 3,0-4 1,1 4-1,-1-4-2,0 4 1,1-4-1,-1 4-3,0 0 2,-4-4-1,5 4-2,-1-4 3,0 4 2,1 0-2,-1-4-2,0 4 2,1 0 2,-1-4 0,0 0 2,1 4-2,-1 0-1,5-4 1,-1 4-1,1 0-3,0 0 2,0 0 1,-5 0 2,5 0-1,0 0-1,-5 0-2,0 0 1,5 0-1,0 4 0,-5-4 2,0 4 2,1 0-1,-1-4-1,0 4 1,1 0-1,-5 0 0,-1-4 0,1 0 0,0 0 2,0 0-1,0 0-1,0 0 1,0 0-1,0 0-3,4 0 2,-4 0 1,4 0 2,0 4-3,1-4 0,4 0 1,-5 0 2,-4 0-1,0 0 2,-1 0-2,1 0-1,0 0 1,0 0-1,0 0 0,0-4 2,0 4-3,0-4 0,0 4 1,-1 0 2,1 0-3,-4-4-2,4 4 2,0-4 2,-1 4 0,1-4-1,0 4 1,4-4-1,1 4 0,-1 0 0,0 0 0,-4 0 0,5 0 0,-5 0 0,4 0 0,0 0 0,-4 0 0,0 0 0,0 0 0,0 0 2,0 0-1,-1 0-1,1 0-2,0-4 1,0 4 1,0 0 2,0 0-3,0 0 0,0 0 1,-5 0 0,5 0 2,0 0 3,-5 0-2,5 0-2,0 0-3,0 0 1,-5 0 1,5 0 0,-4-4 0,-1 1 2,-4 3-1,9 0-1,0 0 1,0 0-1,0 0 0,0 0 2,-1 0-3,-8 0 0,9 0 1,0 0 2,-9 0-6,9 0 1,0 0 3,-5 0 2,5 0 0,0 0-2,0 0 1,0-4 1,-9 4-3,9 0 0,0-4 3,0 4 1,-5-4-4,5 4-1,0-4 1,0 4 0,0-4 3,-1 0-1,1 0-1,0 4 1,5-4-1,-6 0 0,1 0 0,5 4 0,-6-4 0,6 4 0,-5-4 0,4 4 0,0-4 0,1 4 0,-1 0 0,0-4 0,1 0 0,3 4 0,-3 0 2,3-4-1,-3 0-1,4 4 1,-1-4-1,-3 1-7,-1 3-3,0 0 6,1 0 1,-1 0 11,0-4 5,1 0-6,-1 0-4,0 4-2,1-4 1,-1 4-3,5 0 0,-5 0 1,0 0 0,5-4-3,0 4 2,-5 0 1,0-4 2,5 4-1,-4 0-1,-1-4 1,0 4 1,5-4-1,-5 4 2,5-4-2,0 0 2,0 4-2,-1-4-1,1 0-2,4 0 1,-4 0 1,4 0 2,1 0-1,-1-4 2,0 5-4,5-5-2,-5 0 4,0 0 1,0 4-3,5 0 1,-5 0 0,5-4 2,-5 0-1,5 0-1,-1 0 1,1 1-1,-1-1 0,-3 0 0,-1 0 0,0 0 0,0 0 0,1-4 2,3 0 1,1 1 1,-1 3-2,1 0 1,0 0-4,-1 0-2,1-4 2,0 0 0,-1 0 1,1 1 2,4-5-1,0 4-1,0-8-2,0 4 1,5 1-1,-5-1 0,0 0 4,0 4 3,0 0-2,0-3 0,-4 3 1,0 0 0,-1-4-5,5 4-1,0-4 1,0 5 0,1-5 1,3 4 2,-4 0-1,5 0-1,-1-4 1,1 5 1,-1-1-1,1 0 2,-5 0-4,4 0-2,-3-4 2,-1 5 0,0-1-2,0 0 2,-5-4 1,1 4 0,0 4 2,-5-3 1,5-1-1,-1 0-2,1-4 1,4 8-1,0-4-3,0 4 2,5-3 1,-5 3 0,4 0 0,-4 0 0,0 4 2,1-4 1,-1 0-1,-5 0-2,5 0 1,-4-3-1,4-1 0,-4 4 2,-1 0-1,1 0-1,0 0-2,-1 0 1,1 0 1,-5 0 2,0-3-1,1 3-1,-6 0 5,10-4 1,0 4-2,-1-4-1,-3 4-3,-1 0-3,0-3 2,5 3 0,-1-4 1,-4 4 0,1 0 0,-1 0 0,0 0 2,0 0 1,0 1-4,1-1 1,-1 0 2,0 0 1,-4 4-1,0 0-2,4-4 1,-4 4 1,4 0-1,-9 0-1,5 0 1,-5 0-1,1 0 0,-6 4 2,1 0-6,-9 0 1,5-4-8,-5 4-3,0 0-8,0 0-1,0 0-26,0 12-10,-5 8-90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0:32.649"/>
    </inkml:context>
    <inkml:brush xml:id="br0">
      <inkml:brushProperty name="width" value="0.07938" units="cm"/>
      <inkml:brushProperty name="height" value="0.1587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9 7 80,'-4'-8'33,"-1"4"-26,10 4 11,-5 0 6,0 0-7,0 0-2,0 0-4,0 0 0,4 0 0,-4 0 3,0 0-7,5 0 5,3 0 1,1 0 2,0 0 1,-9 0-4,9 0-2,0 0-4,4 0 1,1 0-6,3 0-1,1 0 4,0 0 5,4 4-1,0 0 3,1 0-2,3 4 0,1 0-3,-1 0-1,6 0-3,3 3 1,1 1-2,-1 0-1,1 0 7,-1 0 5,1 0-4,-1-4 0,1 3 0,-5-3 0,0 0-2,5 0 1,-1 4-2,1-4 2,-1 4-4,1-4 0,-1 3-1,1-3 1,-1 0 0,0 0 3,-4 0-1,4-4 2,-4 0-2,5 0 0,0 0-1,-5 0 0,0 0-2,0 0-2,0 0 3,0 0 0,0-1-4,0 1 1,0 0 0,0 0 0,0 0 2,0 0 3,5 0 0,0 0 0,-1 4-3,-4-4-2,0-4 3,0 4 2,5-4-2,-5 4-2,0-4 0,0 0 1,0 0-1,-4 0-1,4 4 3,-4-4 2,4 4 0,-5-4 0,5 4-3,-4-4-2,4 4-2,-4-4 1,-1 4 1,1-4 0,4 0 0,0 0 0,0 0 0,0 4 2,1-4-1,-1 3 2,-5-3-2,1 4 2,0 0-4,-1-4 0,5 4 1,-4-4 2,0 4-1,-1-4-1,1 0 1,-5 0-1,5 0 4,-5 0 2,5 4-2,-1 0-1,1 0-3,4 0-1,-4 0 1,8 0 0,-4 0-3,4 0 2,-4 0 1,0 0 0,-4 0 2,-1 0 3,1 4-2,0-5-2,-1 1-3,-4 0 1,1 0 1,3 0 2,-4 0-1,1-4 2,-1 0-2,0 4-1,-4-4 1,0 4 1,-1-4 1,1 4 1,0-4-5,0 4 1,-1 0-2,6 0-2,-1 0 3,0 0 0,0 0-2,0 0 2,-4 0 1,0-4 2,0 4-1,-1 0 2,1-1-2,0 1-1,0 0 3,0-4 0,-5 0-4,5 4 1,-5-4-2,5 0 0,-5 0 2,0 4 2,1-4-1,-1 4-1,0 0 1,1-4 1,-5 4-1,-1-4-1,1 8 1,0-4-1,0 0-5,0-4-1,-9 0-4,0 0-1,0 0-12,9 4-3,-5 4-2,-4-8 0,5 8-4,-1 0 0,-4-8-7,5 7-1,-1 1 4,0 0 5,-4 0-3,-4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0:34.680"/>
    </inkml:context>
    <inkml:brush xml:id="br0">
      <inkml:brushProperty name="width" value="0.07938" units="cm"/>
      <inkml:brushProperty name="height" value="0.1587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4 31 72,'-5'4'30,"10"-12"-24,-1 8 6,-4 0 2,0 0 1,4-4 3,-4 0 1,0 4 3,0-4-1,0 0 2,0 0-4,0 0-2,0 0-9,0 4-3,-4 0 1,4 0-3,-4 0 0,8 0-3,-4 0-1,4 4 5,1 0 2,-5 4 6,9 0 3,-5 0-2,5 0 0,0-1-3,4 1 1,-4 0-2,4 0 2,1 4-2,-1 0 0,5 4-5,0-1-3,-1 5 0,1 0 1,0 0 3,0-1 4,4 1-2,0 0 1,0 0-1,5-5 3,0 5-1,-1-4 2,1 0-6,0 3-1,-1-3-2,1 4 1,4-4 0,-4 4 1,4 3-2,0-3-2,0 4 3,4-5 0,1 1-1,-1 0 1,1 0-2,0-1 2,3-3 0,-3 0 1,0 0 0,-1-1 2,0 1-1,0 0 0,1 0-6,-1 0 1,1 3 0,-1 1 0,-4 0 0,5 0 2,-5-1-1,0 1 2,5 0 0,-1 0 1,1-1-2,-1 5-2,1 0 1,4-1-1,0 1-3,0 0 2,0-1 3,4 5 3,-4 0-2,-5-5-2,1-3 0,0 4 1,-1-1-1,-4 5-1,5-4 1,-1-1 1,1 1-1,-1 0 2,1-4-2,-1 3-1,1-3 1,-1 0 1,1-1-1,-1 1-1,1 0 1,-1 0 1,1-1-1,0 1-1,-5 0 1,4 4 1,-4-1-1,5 1 2,-5 0-2,9 7-1,4-3 1,-4-1 1,0-3-1,0 4-1,0-8 1,0 3-1,0-3 0,-5 0 2,0-4 1,1-1 3,-1 1-5,-4 0-1,0 0 0,0-1 2,-4 1-3,0 0 0,-1-4 1,1 0 2,-5 0-1,0-1-1,-4 1 3,9 0 0,-1 0-1,1 0 1,0 0 0,-5-1 1,-4-3-7,4 8 0,-4-4 1,4 4 1,-4-4 1,4 3 0,0-3 4,0 0 2,1 0-7,-1 4-1,0 0 0,0-1 1,0 1-2,1-4 0,-1 4 2,0-4 2,-4 3-5,-1-3 1,1 0-6,-4-4 1,-1 0-7,-4-4-3,0 0-19,0-4-9,-1 4-48,-3-8-20,-5-16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1:49.934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5 51 124,'0'-4'46,"0"4"-35,4 0 16,-4 0 5,0 0-11,0 0-4,0 0-8,0 0-1,0 0-5,0-4 3,0 4 3,0 0-1,0 0 1,0-4-1,0 4 0,0 0-2,0 0 1,0 0-2,0 0 2,0-4 0,0 4 3,0-4-1,0 0 0,-4 0-1,4 0 0,-5 0-2,5 0 1,0 0 0,0 0 3,0 0-1,0 4 0,0 0-1,0 0 0,0 0-2,5 8 1,4 0 0,-1 4 1,6 4 0,-1 3 0,0 1 2,5 4 1,0 7-3,0 1-3,-5 3-2,0-3 0,5 4-2,-5-1 2,10 1 0,-6-1 1,1 1 0,0-1 0,0-3 0,4 3 2,-4 1-3,4 3 0,-4-7-1,-1-1 1,1 1-2,4-4 2,-4-5-7,4 5 1,0-4 1,1-1 3,-1 1 0,0 4 2,0-1-2,5 1 2,-5 0 0,0-1 1,1 1-5,-1 0 1,-4-1-2,-1 1-2,1-5 3,4 5 2,-4-4 2,4-1 1,0-3-5,1 0 1,-1 0 0,-4 3 0,4-3 0,0 0 2,0 0-3,0-1 0,1 1 1,3 0 2,1 0-1,0-1 2,-5 1-2,4 0-1,-3-1 5,3 1 1,-3 0-5,3 0 0,-4-1 1,1 1 1,3 0-4,1 4 1,0-1 0,-1 1 2,-4 0-1,1 3 2,-1-3 0,-4 0 1,-1-1 0,1-3 0,0 0-5,-5 0 1,0-5 0,1 5 0,4-4 0,-1 4 0,-3 3 0,3-3 2,1 0 1,0 0 1,0-5-2,-1 5-2,-3 0-2,-1 0 1,0-5 1,1 1 2,-1 0-1,0 0-1,-4-1 1,5 1-1,-5 4 0,4 0 0,0 0 0,0-1 0,1 1-3,-1 0 0,0-1 2,-4 1 0,5 0 1,-5-4 2,-1 0-1,1 3-1,0-3 1,5 0-1,-6 0-5,1-1-1,5 1 5,-6 0 2,1 0 1,0-4-2,5-1 1,-6 1-1,1 0-3,0 0 2,0 0 1,0-4 0,0 0 2,-5 0 1,5-5-4,-4 9-1,-1-4 1,1-4 0,3 0 1,-3 4 2,4 0-3,0 0 0,-1 0 1,1 0 2,0-1-3,-4 1 0,-1-4-1,1 4 0,-1 0 4,0 0 1,1 0-4,-1 0 1,1 0-2,-1 0 0,1-1 2,4 1 2,-5-4-3,0 4-2,1-4-1,-1 0 3,1 4 0,-1-4 1,-4-4 2,5 8 1,-1-4-4,1 0 1,-1 0 0,0 0 0,1 4 0,-5-8 0,0 0 0,4 7 0,-4-7-3,5 4 2,-1 0 3,1 4 1,-5-8-4,4 4 1,0 0-5,1 4 1,-5-8 0,4 8 2,-4-8 1,0 0 3,5 4-1,-5-4-1,0 0 1,4 4 1,1 0-1,-5-4-1,9 4 1,-5 0-1,5-4 0,-9 0 2,4 0-3,-4 0-2,9 0 2,0 4 0,0-4 1,0 4 0,0-1 0,0-3 0,4 4 0,-4 0 0,4-4-3,0 0 2,5 4 1,-4-4 0,3 0 0,1 4 2,0-4-1,8 0-1,-3 0 1,-1 4-1,0-4-3,0 0 2,1 4 3,-1-4 1,4 0-1,1 4 1,-9-4 0,8 4 1,-3 0-5,-1-4 1,0 4 0,0-4 2,0 0-3,1 0 0,-1 0 3,0 0 1,0 0-6,5 0 0,-5 0 1,5 4 3,-1-4 0,1 0 2,-9 0-2,8 0-1,1-4-2,0 0 1,-1 0 1,1 0 0,-5 0 0,9 0 2,0 4-1,-4 0 2,0 0-7,-1 0 1,-3 0 3,3 0 2,1 0 0,0 0-2,-1 0 1,-4 0-1,1 0 2,-1 0 1,0 0-6,0-4 0,5 0 1,0 0 1,-5 0 1,0 0 2,5 4-3,-5 0 0,4-3-1,-3 3-2,-1 0 3,0 0 2,0 0 2,-4 0 1,0 0-2,0 0-2,-1 0 3,1 0 0,-5 0-6,5 0 0,-5 0-1,1 0-1,4 0 1,-5 0 3,0 0 0,1 0 3,-1 0 1,0 0 3,0 0-5,-4 0-3,0 0 3,5-4 1,-6 0-3,1 0-1,0 4 1,0-4 0,-4 4 1,3 0 2,1-4-1,-4 4-1,4-4-2,-9 4 1,4-4 1,1 0 0,-5 4-3,4 0 2,-4 0 3,9 0 1,0-4-4,-9 4 1,9-4 0,-9 4 0,8 0-3,1 0 0,0 0-1,0 0 3,0 0 2,-9 0 4,4-4-2,-4 4-2,5 0-3,4 0 1,-9 0 1,4-4 0,5 4 0,-4-4 2,3 0-1,-3 4-1,-5 0 1,4-4 1,5 0-3,0 0 0,0 0-1,4 4 0,1-3 0,-1-1-2,0-4 3,1 4 2,-1-4 0,0 0-1,5 0-2,0 0-1,4 0 2,0 0 2,0-3 2,1 3 3,-1 0-3,0 0-2,0-4 0,0 0-1,1 0-3,3 0 2,1 1-1,0-1 0,-1 0 2,5 0 2,-4 0-1,-5-4 2,5 5-2,-5-5 2,0 4-4,5 0-2,-1 0-1,1 0 3,0 1-2,-1-1-1,6 0 5,-6 0 1,5 0 0,-4 0 1,0 1-2,-1-5-1,1 0 1,-1 0-1,1 0 0,0 1 2,-1-1-3,1-4 0,0 4 1,-1-3 0,1 3 0,-5 0 0,0 4 0,5-4 2,0 5-1,4-5-1,-5 0-2,6 0-1,-6 0 4,5 1 1,0 3 0,0-8 1,1 0-2,-6 4 2,1 1 0,4 3 1,-4 0-2,-1-4-2,5 0 1,0 1 1,-4-1-1,0-4-1,-1 4 1,1-11 1,0 3-1,-1 0-1,1 1 1,0 3 1,-1 0 1,5 4 3,0 1-5,0-1-3,1 0 3,-1 0 1,0 0-3,-5 1 1,1-5 0,0 4 2,-1-4-1,1 1 2,0 3-2,-1 0-1,1 0 1,0 0 1,4 1-3,0 3 0,0 0-4,0 4 1,-4-4 2,-1 4 1,1 0 1,-1 0 0,-3 1 2,3-1 1,1-4-4,-5 0-1,5 0 1,-5 4 2,0-4-2,5 5-2,0-1 2,4 0 2,-5-4 0,1 4-1,0-4 1,-1 4-1,-4-4-3,1 1 2,-1-1 1,0 0 0,0-4 0,0 0 0,5-7 0,-5 7 2,1-4-1,-1 4-1,4-3-2,-3 3 1,-1 0 1,0 0 0,0 0 0,0 1 2,1 3-1,-1-4-1,-4 0-2,4 0 1,0 1 3,5-5 1,-1 0-4,1 4 1,-5 1 0,5-1 2,-1 0-1,1 4 2,-5 0-2,0 0-1,1 1 1,-6-1-1,1 4-3,0 0 2,0 0 1,-1 0 2,-3 4-1,-1-4 2,0 4-2,1-3-1,-1 3 1,-4 0-1,0 0 0,0 0 0,-5 0-3,1 0 2,4 0 1,-5 0 0,-4 4 0,4-4 0,1 4 0,-1-4 0,-4 4 2,5-4 1,-5 4-1,0 0-2,0 0 1,0-4-1,0 4 0,0 0 0,0 0 0,0 0 0,0 0-3,0 0 2,0 0 1,-5 4 0,-4 0-3,1 0 2,-1 0 3,-5 4 1,-3 0-1,-1 0 1,-4 0-2,-1 3-1,1-3 1,0 0-1,-5 0 0,1 0 0,3 4 0,1-4 2,0 0-1,0 3 2,0 1 0,4 4 1,-4 0-2,-1 0-2,1-5 1,0 5-1,0-4 0,0 0 2,-1 0-1,6-4 2,-1 0-2,0-1 2,5 1-2,-1 4 2,1 0-2,0 0-1,-5 0 1,5 4 1,-5-1-3,0 1 0,0-4 1,-4 0 0,0 0 0,0-1 2,0 1 1,-1-4 3,1 0-8,-4 0 0,-1 0 0,0 0 3,1 0 0,-1 7-1,0-7 1,1 0-1,-1 0 2,0 4 1,-4 0-4,5 0-1,-1 0 1,0 3 0,1-3 1,4 0 0,-1 0 0,1 0 2,0 0-3,-5-1-2,5 1 4,-5-4 1,1 4 0,4 0-2,-5-4-2,0 4 1,1-1 1,-1 1 2,0 0-3,-4 0 0,0 0 1,5 0 2,-1-1-1,5 5-1,-1 0-2,-3 0-1,-1 0 6,1-1 3,-1 1-6,0 0 1,1 0-3,3-4 0,1 3 2,4-3 2,1 4-1,-6 0-1,6 0 1,-1-1-1,-4 1 0,-1 0 0,6 0-5,-1 0 1,0-5 2,-4 1 1,4 0 3,-4 0 3,4 0-2,-4-4-2,4 0 2,1 3 0,-6-3-1,6 0-2,-1 4 1,-4-4-1,-1 4-7,1-4-3,0 0 12,4 3 5,0-3 0,1 4-2,-6 0-2,1-4-3,0 0-2,0 0 1,0 4 1,4-5 0,-4 5 0,4 0 0,0 0 0,-4 0 2,0 0-3,0-1 0,-1 1 1,1 0 0,-5 0-3,1-4 2,-1 0-6,1 4-3,-1 0 12,0-1 8,1 5-5,-1 0-2,0 0-5,1 0 1,3 3-1,-3 1 0,4-4 0,-5 0 0,5-1 0,0-3-2,-1 4 3,-3-4 2,3 0 0,1 3 2,0 1-4,4 0 0,1 0 1,-1 0 0,0-1 0,5-3 0,-5 0 0,5 0 0,-5 0 0,0 0 2,-4-4-1,4 3-1,0-3-4,1 0 0,-1 4 2,4-4 1,1 4 3,0 0 3,-5-5-4,0 1-3,5 0 1,-5 0 0,0 0 1,5 4 0,0-4-3,-5 0 2,5 0 3,-1-1 3,1 1-7,4 0 0,0 0 0,0-4 3,-4 4-2,0 0 0,4 0 1,0 0 0,0 0 0,0-1 0,-4 1-3,8-4 2,1 0 1,0 4 0,-5-4 0,0 0 0,0 4 0,5-4 2,-5 0-3,4 4-2,-4 0-1,0-4 3,5 3 0,0-3 1,-5 0-3,4 0 2,1 0 3,4-4 1,0 0-4,0 0-1,0 0 1,0 0 0,0 0-2,0 0 0,4 8-1,10-4 3,-1 0 2,0 0 2,5 0-1,0 0 1,-1-4-2,6 0 2,3 0-7,5-4 1,1-4 1,3 0 1,1-4 3,-1 0 1,1 1-1,-1-1-2,-4 0 1,0 0-1,0 0 0,5 4 0,-9-3 0,-1-1 2,5 0-1,0 0-1,-4 0 3,0 0 0,4-3-1,-5-1-2,1 0 1,4 0-1,0 0 0,0 5 0,0-1 0,1 0 0,-1 0 0,0 0 2,0 0-1,-5-3-1,1 3 3,0 0 2,-1 4-2,-3-4 0,3 0-3,1 0-1,-5 1 1,0-1 2,5 0-1,0 0 2,4 0 0,0 4 1,-5 0-2,6 1 1,-1-1-2,0 0 2,4-4-2,1 0-1,-1 0 1,1 0-1,-1 1 2,5-1 1,-4 0-1,-5 0 1,0 0 0,0 0 1,-4 0-2,-1 1 1,1-5-2,-5 4-1,5 0 1,0 0-1,-1 0 0,1 1 0,4-1 0,0 0 2,0 0-1,0 0 2,0 4-7,0-4 1,0 1 3,1-1 2,-6 4 0,1-4-2,-1 4 1,1 0-1,0 0-3,-1 0 2,1 5 3,0-9 1,-1 0-4,1 4 1,-5-4 0,0 0 0,-4 0-3,4 1 0,1 3 4,-1-4 1,4 4 0,1-4-2,0 4 1,4 0-1,0 0 0,4-3 0,-3 7-3,3-4 2,-4 0 1,0 0 2,-4 0-3,0 0 0,-1-4-1,-4 0 0,1 5 2,-1-5 2,0 0-1,0 0 2,0 4-4,5 0 0,-5 0 1,0 0 0,1 1-3,-1 3 0,-4 0 2,-1 0 2,-3 0 0,-1 0-1,0 0 1,1 0-1,-1 0 0,0 0 2,1 0-1,-1 0 2,0 0-4,5-4-2,-5 0 2,1 4 0,-1 1 3,0-1-1,1 0-1,-5 0-2,4 0 1,-4 0 1,4 0 2,-4 0-1,4 0-1,1 0-2,-6 0-1,1 0 2,0 0 2,0 0 0,4 0-1,1 0 1,-1-4 1,0 4-1,1-3-1,-1-1 1,0 0 1,-4 0-3,5 0 0,-1 4-1,0 0 0,1-4 2,-6 4 0,6 0 2,-5 0 1,4 0-6,-4 4 0,-5 0-4,1 0 2,-1-4-6,-4 4-3,0 0-14,0 0-5,0 0-62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2:38.040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9 133 64,'0'-4'24,"0"-8"-18,0 5 2,0 7 3,0-4 2,0 4 4,0-4-3,-4 0 2,4 0 2,0 0 1,0-4 3,-5 0 1,5 0-6,0 0 0,0 0-10,0-4 2,0 5 2,0-1 2,0 4 3,0 0-3,0 0 0,0 0-3,0 0 1,0 4 0,0-4 1,0 4-4,0 0 0,5 4 1,-1 4 2,0 4-3,1-1-3,4 5 2,0 4 0,4 0 1,0 0 2,1 3-3,-1 1 1,0 4-1,5-1 3,-5 1-1,10 3 2,-6 1-6,1 0-1,4-1-2,-4 1-2,4-1 3,1 1 0,-1-1-4,0 1 1,0 0 2,0-1 3,1 1-2,-1-1-2,0 1 0,0-4 1,0-1-1,5-3-1,0 0 1,-1-1 1,1 1-1,0 4-1,-5-1 3,4 5 0,1 3-4,-5 1-1,0-1 1,1 1 2,-1-1-2,0 1 0,0-4 1,1-1 2,-1-3-1,0-1 2,5-3-2,-5 0 2,0 7-2,0-3-1,0-4-2,1-1 1,-1 1 1,0 0 0,-4-5 0,4 1 2,0 0-1,0 0-1,1 3 3,-1 1 0,0 0-1,-4-1-2,4 5-2,0 0-1,0-5 2,5 5 0,-5-4 3,-4 3 1,0-3-4,0 0 1,-1-1 2,1 1 1,0 0-4,0-5-1,-1 5 1,1-4 0,0 4 3,0-1 1,4 5-1,0-4-2,0 3-2,-4-3-1,4 0 2,-4-5 0,0 1 3,4 0 1,-4 3-4,0-3-1,-1 4 1,1-4 0,-5-5-2,1 1 2,-1 4 3,0-4 3,1 4-2,-1-1-2,0 1-5,1 4-2,-1-1 0,0-3 4,1 0-1,-1 0 1,0-5 4,-4 1 3,0 0-2,0 0-2,0-4-3,0-1 1,-5 1 1,5 0 0,-5-4 0,1 0 2,-1 0-3,1 0 0,4-4 3,0 0 3,-1 0 0,1-1 0,0 5-6,0 0 1,4-4 0,-4 0 0,0 0 0,0 4 0,0 0 0,0-4 0,0 0 2,0 0 1,-1 0-4,1 0-1,0 0-2,0 3 3,0 1 2,0 0 4,4-4-2,-4 0-2,0 4 0,-9-8-1,9 0 2,-5 8 1,5-4-4,0 0 1,0 0 0,0 4 2,-9-8-1,13 4-1,-4 0 1,4 0-1,1-1 0,-6-3 0,1 0 0,5 4 0,3 0 0,-3-4 2,4 4-3,-5 0 0,5-4 1,-5 4 0,9-4 0,-9 0 0,5 0 2,0 0 3,-5 0-2,5 0-2,0 0-3,0 0 1,-1 0-1,1 4 0,0 0 2,0-4 2,-1 0-3,1 0 0,0 4 1,0-4 2,0 0-1,-1 4-1,1-4 1,0 4 1,0-4-1,-1 0-1,-3 0-2,3 0 1,1 0 1,4 4 0,-4-4-3,0 4 2,4-4 1,-4 0 0,4 0-3,-4 0 2,0 0 1,-1-4 2,1 4-3,0 0 0,0-4 1,-1 4 2,1 0-3,0 0-2,0 0-1,0 0 3,-5 0 2,5 0 2,-5 0-1,0 0-2,1-4 3,3 4 0,-3 0-1,-1 0 1,0 0-4,5-4-2,0 4 2,-5 0 2,5 0-2,0 0 0,-5 0-1,0 0 0,1 0 2,-1 0 0,0 0 0,1 0 0,-1 0-3,0 4 0,1-4 2,-1 0 0,0 0 1,1 0 0,-1 0 0,0 0 0,5 0 0,0 0 0,8 4 2,-8-4 1,0 0-1,-5 0-2,1-4-2,-1 4-1,0-4 2,5 0 2,0 4 0,0 0-1,-1 0 1,1 0 1,4 0-1,0 0-1,1 0-4,-6 0 0,6 0 2,-6 0 1,1 0-2,0-4 2,0 4 1,-1 0 2,1 0-1,-4 0-1,-1 0 1,5 0-1,-5-4 0,0 4 0,1 0-3,-1 0 2,0 0-1,1 0 0,-1 0 2,0 0 0,1 0 0,-1 0 0,-4 0 0,4 0 2,0 0-1,-4 0-1,9 0 1,-5 0-1,1 0 0,-1-4 0,0 4 0,5-4 0,-5 4 2,1-4 1,-5 0 1,4 4-2,0-4-2,1 4 1,-1-3-1,0-1-3,1 4 0,-1 0 2,0 0 0,1 0 1,-1-4 0,0 0 2,0 4 1,1-4 1,-1 0 0,0 4-2,5 0-2,0-4-2,-5 0-1,1 4 2,-1 0 2,5-4 0,-5 4-1,0-4 1,1 4 1,-1-4-1,0 4-1,1 0 1,-1-4-1,0 4 0,-4-4 2,5 4-1,-6 0-1,1 0-2,0 0 1,0 0 1,0 0 0,4-4 0,-4 4 0,0 0 0,0 0 0,4 0 2,1 0-1,-6 0 2,-8 0-2,9 0-1,5 0 1,-1 0-1,-4 0-3,4 0 0,0 4 2,1-4 0,-1 4 1,0-4 2,1 0-3,-1 0 0,0 0 1,1 0 0,-1 0 0,0 0 2,1 0 1,-1-4 1,0 0 2,1 4-5,-1 0-1,0-4-2,1 0 0,3 0 2,1 4 0,-4-4 0,3 4 2,1 0-3,0 0-2,0 0 2,-5 0 0,5-4 1,-1 4 2,-3 0-1,4 0-1,-1-3 1,1 3 1,0-4-1,-5 4-1,0 0 3,5 0 0,0-4-4,0 4 1,-5 0 0,5-4 0,0 4-3,-1-4 2,-3 0 3,8 0 1,0 0 1,0 4 2,-4-4-8,4 0 0,0 0-2,1 0 2,-1 4-1,0 0 1,0-4 2,0 4 0,1 0-3,-1 0 2,0-4 1,0 4 2,5 0-1,0 0 2,-5-4-2,0 0 2,5 0-4,-1-4-2,-3 8-1,-1-3 3,0-1 0,0 0 1,0 0 2,1 0 1,-1 4-1,4-4-2,1 4 1,0-4-1,-1 4-3,1 0 2,0 0 1,-1 4 0,5 0 0,-4-4 2,0 4 1,4-4 1,-9 0-5,9-4 1,0 0 0,0 0 0,-4-4-3,4 4 2,0-4-1,0 4 0,-4 0 0,-1 0 0,1 0 4,0 0 1,-1 0-4,1 0-1,0 1 1,-1-1 2,1 0 0,-5 0 2,-4 0-2,4 0 2,0 0-2,-4 0-1,0 0 1,4 0-1,0 0-3,0 0 0,1 0-1,-1 0 3,-4 0-2,-1-4-1,1 0 3,4 1 2,-4-1 0,0 0-1,0 0 1,4 0 1,-4 4-3,4-4-2,-4 4-3,4 0 1,-4 0-2,-1 0 2,1 0 5,4 4 2,-4 0 0,4-4-2,0 4 1,1 0 1,-1 0-1,5 0-1,-5 0 1,0 0-1,5 0-3,-1 0 0,1 0 4,0 0 1,-1 0 0,-4 0 1,1 0-2,-1-3-1,0 3-2,0 0 1,-4-4 1,0 0 2,0 4-3,-1-4 0,1 0-1,0 4 0,0-4 2,-5 0 2,0 4-1,1-4 2,-6 4-2,1 0-1,0-4-2,0 4 1,-4-4 1,3 4 0,-8 0 0,0 0 2,0 0-1,5 0 2,-5 0-4,0 0 0,4 0 1,-4 0 0,0 0-3,0 0 2,0 0 1,0 0 2,0 0-3,0 0 0,0 0 1,0 0 0,0 0 0,0 0 2,0 0-3,0 0 0,-4 0 3,-1 0 1,1 4-4,4-4 1,0 0 0,0 0 2,-4 4-1,-1-4-1,5 0 1,-4 0 1,-1 0-1,5 0 2,-4 4-4,4-4 0,-5 0 3,1 0 1,-1 4-1,1-4-2,-5 4 3,0 0 0,0 0-4,-4 0 1,0 0 0,-1-1 2,5 1-1,-8 0 2,-1 0 0,-4-4 3,-5 0-3,5 0-2,0 4-3,-5 0 1,5 0 1,0 4 2,-5 0-1,5 0 2,0 0-4,-1-4 0,1 0 1,0 0 2,0 0-1,-5-4-1,5 0 1,0 0 1,4 0-1,0 0 2,5 3-2,-5-3-1,0 0-2,1 4 1,-1 0 1,-4 0 2,-1 0-1,1-4 2,0 4-2,0-4-1,0 0 3,-5 0 0,0 0-4,-4 0 1,0 0 0,0-4 0,0 0-3,0 4 2,0 0 1,-5 0 2,5 4-1,0-4-1,0 4 1,0 0-1,0 4-3,0-4 0,0 4 4,0-4 1,-1 4 0,1 0-2,0-4-2,-4 3 1,-1 1 1,1 0 2,4-4-3,-5 0 0,5 4 1,-5 0 2,1 0-1,-1 0-1,5 4 1,-4 3-1,4-7 0,0 0 2,4 0-3,-4 0-2,0 4 4,0-8 3,4 4-1,-4-4 0,0 0-1,0-1 1,0 1-2,-5 0-1,5 0-2,-4 0-1,-1 0 4,0 4 1,5-4 0,-4 4 1,4 0-4,-5-4-2,1 0 2,4 0 2,0-4 0,-1 0-1,1 0 1,5 0 1,-1 0-1,0 0 2,-4 0-2,0 0-1,0 0 1,0 0-1,0 0 0,0 0 2,0 0-3,0 0 0,0 0 1,4 4 0,0 0 0,1 0 0,-1-1 0,0 1 0,1-4 0,-1 0 0,0 4 0,1-4 0,-1 4 0,1-4 2,-1 0-1,5 0-1,-1 0-2,1 0 1,0 0 1,4 0 2,-4 4-3,-5 0 0,5 0 1,0 0 0,0 0 0,0 0 0,-1 0 0,1 0 2,-4-4-3,3 4 0,1-4 3,0 4 3,0-4-7,4 4 0,0 0 0,0 0 1,1 0 1,3 0 0,-3-1 0,-1 1 2,4 0-1,1 0-1,-5-4 1,5 0 1,-5 4-3,5-4 0,0 0 3,4 0 1,4 0-1,1 0-2,-1 0 1,1 0-1,4 0 0,-4 0 2,4 0-3,0 0 0,0 0 3,8 0 1,1 0-1,0-4 1,5 0-4,-6 0 0,6 0 1,-1 1 0,5 3-3,4 0 2,0-4-1,5 4 0,0 0 2,4 0 2,0 0-3,0 0 0,4 4 1,-4-1 0,1-3-3,-1 4 2,0 0 3,0 0 1,-5 0-1,6 0 1,-6 0-4,-4 0 0,1 0-1,-1 0 0,0-4 2,5 0 2,-5 0-1,4 0-1,6 0 1,-1 0-1,0 0 0,0 0 0,4 0 0,1 4 0,-5 0 0,0 0 0,0 4 0,0 0 0,0-4 0,0 3 0,1-3 0,-1 0 0,0 0 0,0 0 2,0 0-1,0 0 2,0-4-4,0 0 0,5 0 3,-5 0 1,4 0-1,1 4-2,-1 0-4,5 0 0,0 0 2,0 4 3,0-4 0,0 4 2,-4 0-2,-1 0 2,1-5 0,-5 1 1,0-4-2,0 4-2,0-4-2,5 0 1,-1 4 1,-4 0 0,5 0 0,-5 0 0,0 4-3,0 0 2,0-4-1,0 4 0,5-4 0,-5 0 0,0 0 2,0 0 0,0 0 0,0-1 2,0 1-1,0 0-1,0 0 1,1 0-1,-6 0-3,1 0 2,-1 0 1,1 0 0,0 4-3,-1 0 2,1-4 1,0 4 0,-1-4 0,1 0 0,0 0 0,4-1 0,-5 1 0,1 0 0,0 4 0,-1-4 0,1 0 0,0 0 0,-1 0-3,1 0 2,-5 0 3,0-4 1,1 4-1,-1 0-2,-4-4 1,-1 0-1,1 0-3,0 0 2,0 0 1,-1 0 0,1 0 0,0 0 0,0 4 0,4 0 0,-4-4-3,4 4 0,-4 0 2,-1 0 0,1 0 1,0-4 0,-5 3-3,0-3 2,5 0-1,0 4 0,0-4 2,0 0 2,-1 4-1,1 0-1,0 0-2,0 0 1,-1 0-1,1-4 0,0 0 2,0 0 0,-1 4 0,-3-4 0,4 4 0,-5-4 0,5 0 0,-5 4 0,0-4 0,1 4 2,-1-4-3,-4 4 0,0-4-1,0 4-2,-1-4 0,1 4 3,0 0 0,-9-4 1,0 0-3,0 0 2,0 0 1,0 0 0,0 0-3,0 0 2,0 8-1,0-4 0,-4 3 2,-1-3 0,-4-4-3,1 8 2,-6-8-1,1 4 0,-5-4 2,0 4 2,1-4-1,-6 0-1,1 0 1,-4 0-1,-1 0 0,0 0 2,-4-4 1,0 0 3,-4-4-3,-1 1-2,0-1 0,1-4 1,-1 4-1,5 0 2,0-4-2,0 4 2,5 0-2,-6-3-1,1 3 1,0 0 1,0-4-1,0 4-1,0 0 1,0 0-1,-5 0 0,1 0 2,-1 1-1,5-1-1,-4-4 1,-1 4-1,-4-4 0,5 4 0,-1 0 0,1 0 0,4 0 0,-1 5 0,1-1 0,0 0 0,0 0 0,-4 0 0,-1 0 2,1 0 1,-1 0-4,-4 0-1,0 0 1,0 0 2,5 0-2,-5 0 0,0 0 3,0 0 1,4 0-1,-4 0-2,0 0 1,0-3 1,0-1-3,-4 4-2,-1 0 4,1 0 1,0 4-3,-5 0 1,0 4 0,-4 0 0,8 0 0,-4-4 0,1 0 0,3 0 0,1-4 0,4 0 2,0 0-3,0-4 0,0 0 1,0 0 0,0 0 0,0 4 2,0 0-1,0 0-1,-4-4 1,-1 4-1,5 1-3,-4-5 2,8 4-1,-4 0 0,5-4 2,-1 4 0,5-4 2,0 0 1,0 0-1,0 0-2,0-4 1,0 5 1,-9-1-3,9-4-2,0 4 2,-1 0 0,1 0 1,0 0 2,0 4-3,0 0 0,4 0 1,1 0 2,-1 1-3,1-1 0,3 4 1,1 0 2,0-4-1,4 0 2,-4 0-4,4 4 0,5 0-1,-5 0 0,5 0 2,-1 0 2,6 0-1,-1 4-1,4 0 1,1-4-1,-1 0 0,5 0 2,-4 0-6,4 0 1,0 0-1,0 0 2,0 8 3,4-1 2,1 1-1,4 0-2,4 0-2,0 0-1,-4 0 4,5 0 1,3-4 0,1 4-2,0 0-2,8-1 1,1 1 1,0 0 2,4 4-1,0 0-1,0 0-2,0 0-1,0 3 2,5-3 2,-1 0 0,1 0 2,-5 4-2,0-4-1,5-1 1,-5 1 1,0 0-3,0-4 0,0 0 1,0 4 0,0-4 0,0 3 2,0-3-1,5 4-1,-1 0-2,-4-4 1,5 4-1,-5-4 0,5 0 2,-5 3 2,4-3-1,1 0 2,-1 4-4,1 0 0,-1-4 1,-4 4 0,5-1 0,-5 1 0,9 0-3,-5 0 2,1 0 1,0 0 2,-1 0-1,1 3 2,-1-3-2,5 4-1,0-4 1,0 4 1,4-5-1,-4 5-1,0-4 1,0 0-1,-4 0 0,-5 0 0,4-1-3,1-3 2,-5 4 1,0-4 2,5 0-1,-1 0-1,1 0 1,-1 0 1,1 0-3,-1-1 0,1 1 3,-1 0 1,1 0-1,-1 4-2,-3 0 3,3 0 0,-4-1-4,0 5 1,0-4 0,-4 4 0,0-4 2,-1 0 1,5-1-4,0 1-1,1 0 1,-1 0 0,0 0 1,0-4 0,-5 4 2,6-1 3,3 1-2,-4 0-2,0 0 0,0 0-1,0 0-5,5-1 1,-5 1 0,0 0 2,0 0 1,0 0 3,-4-4-1,0 4-1,-1-1 3,1-3 0,-5 0-4,5 0-1,-1 4 1,1-4 0,0 0-2,4 0 2,0 3 1,-5-3 0,1 4 0,0-4 2,-1 4-1,1-4-1,0-4-2,4 4-1,-5 4 2,1-5 0,0 1 1,-1 0 0,-3 0 0,-1 0 2,-4-4-3,-1 0-2,1 4 2,0 0 0,0 0-2,-5-1 2,0-3 1,1 4 0,-1 0 0,0-4 0,1 4 0,-1-4 0,-4 0-3,0 0 2,0 0-1,4-4 0,-4 0 4,0 0 1,-9 0-1,0 0-2,0 0 1,0 0-1,0 0-3,0 0 2,0 0-1,-5 0-2,1 0 3,-5 0 0,-9 0-2,5-4 0,-5 0 4,-4-4 1,-5-4 0,-8 0-2,-5-3 3,-5-5 0,-4 4-1,1-4-2,-1 1 1,-5-1-1,1 0 0,0 0 0,4 5 0,0 3 0,0 0 0,-4-4 0,0 4 0,-5-4 2,-4-3-3,0-5 0,-1-4 1,1 1 0,0-1 0,0 4 0,9 1 0,-1-1 0,1 0 0,0 1 0,-1-1 0,-3 0 0,-5 1 0,-1 3 0,1 0 0,4 4 2,1 1-1,3-1-1,6 0 1,-1 0-1,0 0 0,-4 1 0,-1-5 0,-3 0 0,-1-4 2,-4-3 1,-1-1-4,6-3 1,-1 3 0,0 0 0,5 5 2,4-1 1,0 0-4,0 1-1,1-1 1,-6 0 0,1 1 1,-5-1 0,5 0 0,-5 1 0,0-1 0,1 4 2,3 0-1,6 1-1,3-1 1,1 4-1,-1 0 0,5 0 0,0 5 4,-4-1 5,4 0-7,4 0-3,-3 0-3,3 0 0,5 1 3,4-1 0,1 4 1,3 0 0,1 4 0,0 0 0,0 0 0,4 0 0,5 4 0,-1 0 0,1 0 0,4 0 2,0 0-1,0 0 2,1 0-4,3 4 0,5-4 1,-4 4 0,4-4 0,0 0 0,4 8-3,1 0 2,-1 0 1,5 0 2,4 3-1,0 1 2,5 0-4,0 0 0,4 4-1,0 0 0,1-1 4,3 1 3,1 4-7,4 4 0,0-1 2,5 5 4,-1 0-1,1-1-2,-1 1-3,-4-4-1,5-1 6,-5 1 3,0-4-10,0-1-4,0 1 8,0-4 4,5 0-1,-1 3-2,1 1-5,4 0-2,-5 0 9,5 3 7,-4-7-4,-1 0-1,5 4-5,-4-1-3,4 1 2,0-4 0,-5 4-2,1-1 2,4 1 1,0 0 2,0 4-1,0-1-1,0-3 1,0 4 1,4 3-1,1 1 2,-1 3-4,5 1 0,-5 4 1,5-5 2,-5 1-1,1-1 2,-1-3-2,-4 4 2,5-5-2,-5 1 2,4 3-4,0 1 0,1-4 1,-1-5 2,1 1-1,4 0 2,-5-5-4,0 1-2,-4 0 2,0 0 2,0-1 0,0 1 2,-4 4-2,-1-1-1,1 1 1,-1 0-1,5 0-3,0-1 2,0 1 1,-4 0 0,-1-1 0,5 1 0,-4-4 2,-1-1 1,1 1-1,-1-4-2,1 0 1,-1-4-1,-3-1-3,-1 1 2,0 0 1,0 0 2,-5 4-1,1-4-1,0 3 1,-1 5 1,1-4-1,0-4-1,-1 0-2,5-1 1,-4 1 1,4 0 0,-4 0 0,-1 0 0,1-4 0,0 4 0,-5-5 0,0 1 0,0 0-3,1 0 2,-1 0 1,0 0 2,-4 0-3,0 0 0,-1 0 1,1 0 0,0-1-3,-5 1 2,0 0 1,1 0 2,-1 0-1,0 0-1,1-4-2,-5 4-1,0-4 2,-1 4 0,1-4 1,0-1 0,-9-3-3,5 4 2,-5-4 1,4 4 0,0 0 0,-4-4 0,9 8 0,-4-4 2,-5-4-3,9 4-2,-5 0 2,1 0 2,-1 0 0,-4-4 2,0 0-4,0 0 0,0 0 1,4 4 0,-4-4-3,0 0 2,0 0 1,0 0 0,0 0 0,0 0 2,0 0-3,0 0-2,0 0 2,0 0 0,5 4-6,-5-4-3,0 0-1,0 0 1,0 0-12,-13-8-3,-5-4-44,-4-8-20,-5-3-78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7:29.193"/>
    </inkml:context>
    <inkml:brush xml:id="br0">
      <inkml:brushProperty name="width" value="0.07938" units="cm"/>
      <inkml:brushProperty name="height" value="0.15875" units="cm"/>
      <inkml:brushProperty name="color" value="#00FFFF"/>
      <inkml:brushProperty name="tip" value="rectangle"/>
      <inkml:brushProperty name="rasterOp" value="maskPen"/>
      <inkml:brushProperty name="fitToCurve" value="1"/>
    </inkml:brush>
  </inkml:definitions>
  <inkml:trace contextRef="#ctx0" brushRef="#br0">-2 5625 56,'-4'0'22,"8"-4"-18,-4 0 4,0 4 3,5 0-3,-1 0 1,1-4 1,-1 4 4,1 0 7,3 0 5,1 0-12,0 0-5,0 0-6,0-3-3,0-1 1,0 0 10,0 0 5,-1 0 0,1 0 3,5-4 1,-1 4 2,0 0-6,1 0 1,-1-4-6,5 0-1,-1 0-4,6-3 1,-1-5-4,0-4 0,-4-4 5,4 1 3,0-5-2,-4 0 0,4 1-1,0-5 0,5 5 0,4-5 2,0 4-1,5-3 2,-5-5-4,4 5 1,1-5-5,-1 1-2,1 3 2,0 0 2,4 5 0,-5-1 2,1 0 0,4 1 1,-5-1 0,1 1 2,4-1-3,4 0-2,0 1-2,1-5 0,-1 4 0,1-3 1,-1-5-2,0 1-2,5-5 5,5 1 4,-6-5-5,1 9-2,0-1 1,0 1 2,0-1-4,4 5-1,0-5 0,1-3 0,-1-1 0,0 5 0,1-1 0,-1 1 0,0-5 2,0 1 3,-4-1 0,0-3 0,-4 3-3,-1 1 1,5-5-4,0 5 0,0 3 1,-5-7 2,5 8-1,-5-5 2,1 4-2,-1-3-1,0 3 1,1 1-1,-1 3 0,1 1 2,-1-5-1,1 1 2,-1-1-4,-4 1 0,-9 7 3,13-7 1,-4-1-4,0-3 1,-4 7 2,-1 4 1,10-7 1,-5 3 0,-5 5-2,1 3-2,-5 0-2,0 4 1,-4 1 1,-1 3 2,1-8-3,-5 4 0,0 1 3,1-1 1,-1 4-1,0-4 1,9 5-4,-9-5 0,5 4-1,-5-4 0,-4 1 0,0 3 0,-1 0 2,6 0 2,-6 4-1,6 1-1,-6-1 1,1 0-1,0 4-3,0 0 2,-1 0-1,1 0-2,0 0 3,-5 1 2,1-5 0,-6 4-1,1 0 3,0 0 0,0 0 1,0 0 0,0-4-2,0 8-2,-5 1-2,1-1-1,-1 0 2,1 0 0,-5 4-2,4-4 2,0 0 1,5 0 2,0 0-3,0 0-2,-4 0 2,-1 0 2,0 0 0,5 0 2,0 0-2,-4 0 2,3 0-4,1 0-2,5 0 2,-1 0 2,0 1-7,1-1-1,3 0 4,1 0 3,0 0 1,0 0-1,-1 0 1,6 4-1,-1-4 0,5 4 2,-1-4-3,5 0-2,5 0 2,4-4 0,0 0 1,0-4 2,0 5-1,4-5-1,5 4 3,0-4 0,0 0-4,8 0 1,-8-4 0,0 9 0,4-9-3,1 4 0,3-4 6,-3 0 5,-1 1-6,5-1-1,-1 4-1,1-4 0,0 0-3,0-3 2,-1-1 1,-3-4 0,3-3 2,1 3 1,0-4-4,0 1 1,4-1 0,4 0 2,-3 1-1,-1-1 2,0-4-4,-4 9 0,-5-1 1,0 0 2,5 1-3,4-1-2,0 4 2,1 1 2,-1-5 0,4 8 2,-4-4-2,1 5 2,-1-1-4,-4 4 0,-1 4 1,1-4 0,0-4 0,0 1 0,-5-1 0,0 0 2,-4 0-3,0 4 0,0-3 1,0-1 2,-5 0-1,0 0 2,-4 0-4,-4-3 0,-1-1 1,-4 0 2,1 0-6,-6 1 1,-4-1 3,5 0 4,-5 4-3,5 1-3,0-1-2,-5 0 0,0 0 3,5-3 0,-1 7 1,1 0 2,0 0-3,-1 0 0,1 4 1,-1-4 0,1 5 0,0-1 2,-5 0-3,0 0 0,0 4 1,1-4 2,-6 4-1,1 0-1,-5 0 1,5-4-1,-4 0-3,-6 4 2,1 1 1,0-1 0,-4 4 0,-1-4 2,0 0-1,1 0-1,-1 0 1,-4 4 1,0 0-1,0 0-1,5-4 1,-5 4 1,0 0-3,9 0 0,-9 0-1,0 0-2,4-4 3,-4 4 0,0 0 1,9 4 2,0-4-1,-9 0-1,0 0-2,9-4 1,0 8 1,-5-8 2,-4 4-1,9-4 2,-5 0-2,5 4 2,0-4-2,5 0-1,-1 0-2,0 0 1,5 0 1,0 0 2,4-4 1,0 4 1,5 1-5,-1-9 1,5 4 0,1-4 0,3 4 0,5-4 0,0 0 0,0 1 0,4-5 0,1 4 0,-1 0-3,-4 0 2,9-4 1,0 5 0,0-5 0,4 4 2,0-4-1,5 4-1,0-4 1,4 1 1,5-5-3,-5 0 0,-4 0 1,-1 1 0,10-1 0,-5-4 2,5 1-1,-1-1-1,5-4 1,0 1-1,0 7-3,1 0 2,-6 8-1,5-3 0,5-1 4,-5 0 1,4 0-4,5 0 1,-9 1 0,0-1 2,0 0-1,-4 0-1,0 8 1,4-7-1,4 3 0,1 0 0,4 0 0,0 0 2,-5 4-1,-4-4 2,-4 5-4,-1-5-2,-3 0 2,8 4 0,-9 0 3,0 0 1,0 0-1,0 0 1,0 1-2,-4-1-1,0 4 3,-5 0 0,-4 0-1,0 0 1,-5 4-2,-4-4-1,5 0 1,-5 4-1,0 0 2,-5 0 1,1 0 1,-5 0 2,-5 0-1,-3 0 2,-1-4-4,-4 0-2,-5 0-3,-4 4-1,0 0-9,-9 0-3,0 0-30,0 0-12,-9 12-123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8:05.373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21-5 132,'-5'0'49,"5"4"-38,0-8-3,0 4-4,0 0-2,0 0 3,-4 0 7,-1 0 4,1 0-8,-1 0 9,5 0 3,0 0 5,0 0 4,0 0 0,0 0 0,0 0-16,0 0-8,5 8-3,-1 0 0,1 8-1,4 0 2,-1 4 0,10 7 1,-5 5 2,5 3 3,4 1 0,5-1 2,4 1-6,5-1-1,8 5 2,1-5 3,-1 1 0,5 0 2,0-5 0,0 1 1,-1-1-6,6 1-4,-1 3-1,0 1 1,1-1-1,-6 1-1,6-1 3,-5 1 0,-1-4-1,1 3-2,0-3 1,-5-1 1,5 1 3,0-1 2,4-3-3,-4 4-1,0-5-3,0 1-1,0 4 1,0-1 2,0 1 1,-1-1 3,1-3-3,0 0-2,0-1 2,0 1 0,0 3-1,0 1 1,-1 3-2,1 1-1,0 3 3,0 1 0,0-1-1,4-3-2,-4 3-2,0 1 1,0 7 1,0-7 2,-1-5-1,-3-3-1,-1-1 1,1-3 1,-1 0-1,0-1-1,1 1 1,-1 4-1,5-1 0,-4 5 2,-1-1-3,0 1 0,-4 3 1,0-3 2,0-1-3,-4-3 0,-1-1 3,1-3 1,-1 4-4,1-5-1,-1 1 1,1-4 2,-1 3 0,1-3 2,0 0-2,-1-1-1,1 1-2,-1 0-1,-4-1 2,0-3 0,0 0 1,-4 0 0,-5-1 2,5 1 1,0 0-4,-1 3 1,1 1-2,4 8 0,0-5-3,-4 1 1,-1-8 0,-3-1-1,-1 1 4,-5-4 0,1-4 1,0 0 2,0 0 1,-5-5 3,0 5-3,1-4-2,-1 0-3,-4 0 1,0 0-1,0 0 0,0 4 0,-1-8-2,1-1 3,-4 1 2,4 0 0,0 0 2,-1 0-2,1 0 2,0 0 0,0 4 1,0-4-2,0 4-2,0 0-2,0 0-1,0-4-1,4 0 0,0 0 5,0 3 3,5-3 1,0 0 2,4 0-6,0 4-1,5 0 2,4 4 1,5-4-6,-1 4 0,5-4 1,5 3 1,3 1 1,1 0 0,5 0 0,-1 0 0,5 0 0,-5 3 2,0 1-1,0 0 2,5 0-2,4-4-1,1 3 1,3 1-1,1 0 2,4 4 1,-5-1-1,1 5-2,-9 0 3,4 0 0,-4-5-1,4 5-2,-4-4-2,4-1 1,4 1 3,6 0 3,-10-4-4,4-1-1,-17-3 2,13 4 3,-13-4-2,22 4-2,-17 0 0,21 7-1,1 1 0,-5 0 2,0-5-3,-5 1 0,-4 0 1,1 0 0,-1-5 0,-4 5 2,-1 0-1,10 0 2,-5-1-4,-4 1 0,4-4 1,-4 4 2,-5-1-1,0 1-1,1 0-2,-6 0 1,1-1 1,-4 1 2,-5 4-1,9-5 2,-5 5-2,0-4-1,-4 0 1,0-1 1,0 1-3,0-4 0,-4 0 1,-1-1 2,1 1-3,-1-4-2,1-4 2,-5 0 2,0 4 0,0-4 2,0-1-2,-9 1-1,1 0-2,-6-4 1,1 0-1,0 4 0,0-4 0,-5 4 0,5 4-3,-5-4 1,0 0 2,1-1 1,-5 1 1,4 0 0,0 4 0,-4-4 2,0 0-3,0-4-2,0 4 2,0-4 2,0 4 0,-1-5 2,1 1-4,0-4-2,5 4 4,-14-4 1,0 0 0,8 0 1,1 4-4,0 0 0,0 4 1,0-8 0,0 4 0,0 0 0,4 0 0,0 0 2,-4 0-1,5 0-1,-1 0 1,5 0-1,4 0-3,0-4 0,0 0 6,5 4 3,0 0-3,4 3-2,4 1 2,1 4 0,-1-4-1,5 4-2,5 4 1,-1-4-1,5-1 0,0 1 0,0 0 0,4 0 0,5 0-3,8 0 2,1 0 1,-5 3 2,0 1-3,0 0 0,5 0 1,0-1 0,4 1 0,-5 0 2,1 0-1,-1 0 2,1-5-7,-5 1 1,-4 0 1,0 0 1,8 0 1,1 0 0,0 0 0,4 3 2,-5 1-1,1-4-1,0-4 1,-5 0 1,-5-4-1,1 0-1,4 4 1,1 3-1,3 1-3,1-4 2,-1 4 1,1 0 0,0 0-3,-1-1 2,-4 1 3,-4 0 1,0 4-4,4-4 1,0-4 0,-4 4 2,0-1-1,-1-3-1,1 0 1,-5 0 1,-4 0-1,0 0-1,-4 0-2,-1 4 1,-4-1 1,0 1 2,-5 0-3,-3-4 0,-1 0 1,0 0 0,-5 0 0,5-4 0,-4 0 0,0 0 0,-1-1-3,-3 1 2,-6 0-1,1 0-2,-5-4-13,-4 0-4,-13-4-51,-27-7-22,-31-21-56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8:57.955"/>
    </inkml:context>
    <inkml:brush xml:id="br0">
      <inkml:brushProperty name="width" value="0.07938" units="cm"/>
      <inkml:brushProperty name="height" value="0.15875" units="cm"/>
      <inkml:brushProperty name="color" value="#00FF00"/>
      <inkml:brushProperty name="tip" value="rectangle"/>
      <inkml:brushProperty name="rasterOp" value="maskPen"/>
      <inkml:brushProperty name="fitToCurve" value="1"/>
    </inkml:brush>
  </inkml:definitions>
  <inkml:trace contextRef="#ctx0" brushRef="#br0">-7 5458 136,'0'0'52,"0"0"-41,0 0 0,0 0-2,0 0-13,0-4-2,0 0 3,0 0 3,0 0 1,0 0 13,0 0 7,0 0 3,0 1 1,0 3-10,0-4-2,0 4-3,0-4-1,0 4-3,5-4 1,-5 0 0,4 0 1,0 0 0,1 0 2,-1 0 4,1-4 1,-1 0-4,1 0 1,-1 0-5,1 4 1,-1-3-5,0 3-2,10-4 2,-5 0 0,4 0 1,0 0 2,5 0 1,0 0 1,4 0-4,-4-4-1,4 1 3,0-1 1,0 0 1,5-4 0,4 0-4,0-3-1,5 3-1,-1-4 1,1 0-2,-1-3-1,1-1 1,4-4-1,-5 1 2,5-1 1,-4 0 3,-1-3 1,1-1 3,-1 5 4,1-1-8,-1 0-3,1 1-5,4-1 1,0 0-1,0 1 0,4-1 2,1 1 2,-1 3-1,1-4-1,-1 1 1,5-1-1,-5 0 2,1 1 1,-1-5-4,0 1 1,-4-5 0,0 1 0,5-1 0,-1 0 0,5 1 0,-5-5 0,1 1-3,4 3 2,0-3 1,-1 3 2,1 1 1,0-1 1,-4 1-5,-1-5 1,0 1 2,1-1 1,4 1-1,0-1 1,-1 1-2,6 0-1,-1-5 1,-4 1-1,0-9-5,0 5 1,-5 0 2,0 3 3,1 5 0,-1-1 2,-4-3-2,0 7-1,0-3 1,0 3 1,0 1-1,0-1 2,0 1-2,9-13-1,0 5 1,-1-4-1,1-1-3,0 1 2,-4 3 1,-5 9 0,0-1 0,-5 5 2,1 3-3,-1 0 0,-4 5-1,0-5 0,0 0 2,-4-3 2,0 7-3,-1-3 0,-3-1 1,3 4 0,-4 1 0,1 3 0,-1 0 0,0 4 0,0 1-3,-4 3 2,4-4-1,-4 4 0,4 0 0,-4 0-2,0 4 3,-5-3 2,0 3 2,1 0 3,-1 0-5,-4 0-1,0 0 0,0 4 0,0 0-3,-1 0 0,1-4 2,-9 8 2,9 0 0,-9 0-1,0 0 1,9 0-1,-9 0 0,4-4 2,-4 4-1,0 0-1,5 0-2,-5 0 1,0 0 1,9 0 0,-9 0 0,0 0 0,9 0 0,-9 0 0,9 0 2,-1 0 1,1 0-1,0 0 1,0 0-2,4 0-1,1 0 1,4-3 1,-1-1-6,5 0 1,1-4 1,-1 4 1,5-4 1,4 4 2,4-4-3,5 0 0,0 0 1,9 0 2,0-3-1,4-1-1,5 0 1,0 0-1,4 0 0,0 0 0,-4 0-3,-1 1 0,6-1 4,-1 0 3,0-4 1,0 4 0,0-3-3,0-1-2,1 0 1,-6 0 1,1 4-3,0-3 0,-5-1 1,5-4 0,-5 0 2,5 0 1,0 1 1,-1 3 0,10 0-5,-9 0 1,-1 1-2,1-1 0,0-4 0,-5 0-2,-4 1 3,4-5 0,-4 4 1,0-4 0,0 1 0,0-5 0,0 1 2,-1-1 1,1 4-1,-4 1-2,-1 3-2,5 0 1,-5 0-1,-4 5 0,0-1 2,0 0 0,0 4 0,0-4 0,5 4 0,-5-3 2,0 3-1,0-4-1,0 0 1,-1 0-1,1 1 0,0-1 0,0 4-3,0 4 2,0-4-1,-4 4 0,-1 1 4,1-5 3,-5 4-2,-4-4-2,-1 4-3,1-4-1,0 4-1,-1-4 3,1 5 0,-5-5 1,0 0-3,1 0 2,-6-4 1,5 4 2,-4 1-1,0-1 2,4 0-4,-4 0 0,4 0-1,0 0 0,1 0 0,-1 1 0,0-1 2,-4 0 0,0 0 0,-1 0 0,1 0 0,0-3 2,0 3-3,-1 0 0,1 0 1,4 4 2,-8 0-1,-1 0-1,0 1-2,-4-1-1,4 0-1,-4 0 3,0 4 0,0 0 1,0-4 0,-5 4 0,5-4 0,-4 4 2,4 0-3,-5 0-2,1 0-1,-1 0 3,0 1 2,1-1 2,-1 0-4,1 0 1,-5 4-2,9-4 0,-5 0 2,1 4 2,3-4-1,1 4-1,-4-4 1,-1 0-1,5 0 0,0 0 0,0 0-3,0 0 2,0 4-1,4 0 0,0 0 0,1-4 0,-1 4 2,5-4 0,-1 0-3,1 0 2,0-4-1,4 5-2,5-5 3,-1 4 0,1 0 1,4 0 2,0 4-3,5-4-2,-1 0 4,5 0 1,0 0-3,0-4 1,5 0 0,3-4 0,1-3 2,5-1 1,-1 0-1,5 4 1,-1 0-2,6 0 2,3 1-2,-4-5 2,1 0-4,-6-4-2,10 4 4,0 1 1,-1-1-3,5 0 1,0 0 0,5 1 2,-1-1-1,-4 0-1,-4 0 1,4 4 1,0 0-1,5 1 2,-1-1-4,5 0 0,-5 4 1,1 0 2,-5 0-1,-4 0-1,-1 4 1,1-3 1,-1-5 3,1 4 2,0 0-3,4 0-1,0 0-1,0 4-2,0 0 1,-9 4-1,-4-4-3,-5 0 0,9 0 4,-8 0 1,-1-3 2,-4-1 2,4 0-5,0 0-1,-4 0 0,0 0 2,0 4-1,-9 0-1,4-4 1,-4 4 1,-4 0-1,-5 0 2,0 0-4,-4 1 0,-1-1-1,-4 4-2,-4 0-6,0 0-4,-5 0-14,-4 0-8,0 0-42,4 0-20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09:40.307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12-1 96,'0'0'38,"0"4"-29,0-4 19,0 0 7,0 0-11,-4 3-1,0-3-13,4 0-4,0 4-4,-5-4-2,5 0 1,0 0 7,0 0 7,0 0-1,0 0 2,0 0 0,0 0-1,0 0-3,0 0-2,0 0-4,5 4-1,-5-4-3,4 4-2,-4-4 5,0 0 4,0 0-3,0 0 2,0 0-1,0 0 3,0 0 1,0 0 1,0 0-4,0 0-3,0 0-2,4 4-3,1 0-2,4 0 1,0 0 1,0 0 2,-1 0 1,1 0 3,0 0-1,0 0 2,0 4-2,9 0 0,-5 0-1,0-1 0,5 5-2,0 0 1,0 0-4,4 4 0,0 3 1,0 1 0,0 4 2,1 0 1,3-1-1,1-3-2,0 4 1,4-1-1,0 1 0,0 4 0,4-5 0,1 1 2,-1 0-1,1-1 2,0 1-2,-1 0 2,1 3-4,-5 1 0,0-4 1,4 3 2,-4-3-3,0 4 0,5-1 1,0 1 0,-1 4 0,5-1 0,0 1 0,-4-5 2,-1 1-1,1 0 2,-1-1-4,1-3 0,4 4 1,-5-5 2,1 1-1,4 4-1,0-5 1,0 5-1,0 0 0,0 3 0,-5 1-3,5-1 2,-4 1 1,4-4 2,-5-1 1,1-3 1,-1 0-5,1-1 1,4 1-2,0 0-2,0 3 5,4 1 1,0-1-3,1 1 1,-1 0 0,-4-1 0,0 1 2,0 0 1,0-1 1,0 1 0,0 3-5,0-3-1,4 0 1,1-1 0,-1 1 1,-4 0 0,0-1 2,0 1 1,5 0-1,-1-1-2,-4 1 1,4-1-1,1 1-3,-5 0 2,4-1 3,-4 1 1,9 8-1,-5-1 1,-4-3-2,0-1-1,0-3 1,0-1 1,-4-3-3,4 0 0,-5 3 1,1-3 0,4-4 0,-5 0 0,1-1 0,-1 5 2,-4 0-1,5-4-1,-5-1 1,-4 1-1,-1 0-5,-3-1 1,3-3 4,1 0 4,-1 0-3,-3 0-3,-1-1 1,0 5 2,0-4-2,1 4 0,-6-1 1,1-3 2,0 0 1,0 0 1,-5-4-5,0-4 1,1-1 0,-1 1 0,0 0-3,1 0 2,-1 0 1,0 0 0,0 4 2,1 0 1,-1-1-6,0 1 0,1-4-1,-5 0 2,0 0 3,-1 0 4,1 0-2,0-4-2,0 0 0,0 0 1,0 0-3,0-1-2,0 1 2,-5 0 0,-4-4-2,0 0 2,4 8 1,-4-8 0,0 0 0,0 0 2,0 0-1,0 0 2,5 8-4,-5-8 0,0 0-1,0 0-2,0 0 5,0 0 1,0 0 0,4 8-2,-4-8 1,0 0-1,0 0 2,0 0 1,0 0-1,0 0 1,9 4 0,-9-4 1,9 0-2,-9 0 1,0 0-4,0 0-2,9 0 2,0 0 0,0 0 3,0 0 3,0 0-2,4 0 0,0-4-1,1 4-2,-1 0 5,0 0 1,0-4-2,1 0-3,4 0 2,-1 0 0,1 0-1,4 0-2,1 0 1,-1 0 1,0 1-1,0-5 2,5 0-2,-1 4 2,1-4-2,0 0-1,4 0 1,0 0-1,4 0 0,1 0 0,-5-3 0,5-1 2,-5 0-1,0 0-1,0 0 1,0 0-1,4 1 0,1-1 0,4 0-3,0 0 0,0 0 4,4 4 1,5-4 2,0 1 0,-13 3 0,12-4 0,1 0 0,0 0 0,0 0-2,-5 0 1,5-3-4,0 3 0,4 0 1,-4-4 2,0 4-1,0-3-1,4-1 1,-4 0 1,0 0-3,-5 0 0,5-3 1,-4-1 0,3-4 0,-3 4 2,4 1-1,-5-1 2,9 4-2,-4 0-1,0 5 1,0-9 1,0 4-3,0 0 0,-1 0-1,1-3 0,0-1 2,0 0 2,0 1-1,-5-1-1,5 0 1,-4 0 1,8-3-1,-9-1-1,1 0-2,-1 1 1,1-1-1,-1 0 0,0 1 2,5 3 0,-4 4-3,-1 0 2,0 0 1,1 5 2,-5 3-1,0-4-1,-5 0 3,10 0 0,-5-4-6,0 5 0,-5-1-1,1 0 2,-5 0 1,4 4 3,1 0-3,-5 4 0,0 0 1,-4 0 2,-1 0-1,-3 0-1,-1 1 1,-4-1-1,-1-4-3,1 4 2,-5 4-1,1-4-2,-1 0 3,5 0 2,-9 0-2,0 0 0,-1 0 1,1 0 0,-4 0 0,-1 0 0,-4 4-5,0 0-1,0 0 3,0 0 3,5-4 3,-1 0 1,-4 4-2,0-4-2,0 4-2,0-4 1,0 0 1,0 0 0,0 1-3,0-1 0,0 0 2,0 0 2,0 0 0,0-4 2,0 4-2,0 0-1,4 0 1,-4 0-1,5 0 0,-1-4 2,1 4-3,-1 0 0,1 0 1,-1-4 0,1 5 0,-1-1 2,5 0-1,0 0-1,0-4-2,0 0 1,4 4 1,0 0 2,1 0-1,-1 0-1,9-4 1,0 4-1,5 0 0,-5-4 2,5 4-3,-1-3 0,5-1 1,1 0 0,-1-4 0,0 0 0,4 4 0,1-4 0,-1 1 2,1-1 3,4 0-4,-5 0-1,1 4 0,-1 0 0,5 0-3,-4 0 2,-1 1 1,1-5 2,0 4-1,-1-4 2,5 4-4,0 0 0,4 0 1,1 0 0,8 0 0,-4 1 0,0 3 0,0 0 0,-5 0 0,0 0 0,1 4 0,4-4 0,0 0 0,-1 0 0,1 0-3,0-4 0,0 0 4,4 4 1,-4 4 0,4-4-2,-17 0 1,13 0-1,0 0 0,-5 1 2,0-5-1,1 0-1,-1 4-2,1 0-1,4 0 2,-1 0 2,1 0 0,0 4-1,0-4-2,-5 4-1,1 0 2,-1-4 2,1 0 0,-5 4 2,0-4-2,4 0 2,0-4-4,1 4 0,-1 0 3,1 1 1,-1-5-4,0 0 1,1 4 0,-1 0 0,1-4 0,-1 4 0,-13 0-3,14-4 0,-5-4 2,0 4 0,-9 1 3,4-5 1,1 4-4,-5 0 1,4 0-2,1 0-2,-5 0 5,0 0 1,0 0-3,0 4 1,0-3-2,0-1 0,0 4 2,-4-4 0,4-4-3,-4 4 2,-1 0 3,1 0 1,4 0-1,-4 0-2,-1 1-2,1-1-1,-5 0-1,1 0 3,-1-4 0,0 4 3,5 0-1,-5 0-1,-4 4 3,4 0 0,-4 1-1,4-5-2,-4 4 1,4-4 1,-5 4-1,1-4-1,0 0-2,0 4 1,0-4-1,-1 4 0,-3 0 2,3 0 2,-3-4-1,-1 5-1,5-1 1,-5 0-1,0 0-3,-4 0 2,0 0 1,0 0 2,0 4-3,-9 0-2,0 0 4,9 0 1,-9 0-3,0 0-1,0 0 3,0 0 1,0 0-3,0 0-1,0 0-2,0 0 0,0 0-2,0 0 1,-5 0-6,1 0-1,-5 0 0,0 0 2,0 4-5,-4 0-1,0 0 4,-1 0 5,1-4-1,0 4 3,-1-4-10,1 0-3,0-4-44,-1-8-19,14-8-35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0:06.416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-1 3217 80,'0'-4'30,"5"0"-24,-5 4 8,0 0 1,0 0 0,0 0 4,4 0 0,1 0 1,-1 0-7,1 0-3,-1 0 3,5 0 4,-5 0-9,10-4 0,-10 4 2,5-4 0,0 0 4,0 0-3,0 0-1,0 0-2,4 0 0,0-3-2,1-1 1,-1-4-4,5 0 0,-1 0-1,6 0-2,-1-3 1,4-1 1,-3 0-3,3 0 0,1 0 3,0 1 3,-1-1 0,1 0 2,0 0 0,-5 0 1,4 1-2,-3-1 1,3 0-2,-4-4 0,5 1-1,-5-1 0,1-4-2,-1 4-2,0-3 1,0 3-1,0 0 2,1 0 1,-1 1 1,0-1 0,0 4 0,0-4 0,-4 1-2,0 3 1,0 0 0,-1-4 1,1 1-2,0 3-2,4-4 1,-4 0 1,4 1-1,0 3 2,1 0 0,-1 0 1,-5 1-2,1 3 1,4-4 0,-4 0 1,4 4-2,-4-4-2,4 1 1,5-1-1,-5 0 2,0 0 1,5 4 1,0-3 0,-1-1 0,1 0 0,0 0-2,-1 1-2,1-1-2,0 0 1,-1-4 1,1 4 2,0 1-1,-1-5-1,1 4 1,0-4 1,-1 1 1,1-1 3,-1 0-5,1 0-3,0 1 1,-1-1 0,5-4-2,-4 4 2,4-3 1,0 3 0,0-4-3,0 1 2,1 3 1,3 0 0,1 0-3,4-3 2,0-1 1,-5 0 2,-4 1-1,5-1 2,-5 0-4,0 1 0,0-1 1,0 0 0,-4 1 0,-1-1 0,1 0-3,0 5 2,-1-5 1,1 4 0,0 0 0,-5 1 2,0-5-1,0 4 2,0 0-4,1 1 0,-1-5-1,0 4 0,0 1 0,0-1 0,1-4 2,3 4 2,-4-3-3,5-1 0,-5 4 1,1 1 2,-6-1-1,1-4-1,0 0-2,0 5-1,-1-5 4,6 0 3,-1 1-3,0-1-3,0 0 1,0 1 0,-4-1 1,0 0 2,0-3-1,-1 3-1,1-4-2,0 1 1,4 3-1,0 0-2,1 1 0,3-1 3,1 4 0,0 0 3,-1 5-6,1-1 1,-5 0-4,0 4 2,0 0 1,-4-3-1,0 3 1,0 0 3,0 0 0,-1 0 3,1 4-1,0-4-1,4 1 1,0 3-1,5 0-3,0 0 0,-5 0-1,0 0 3,0 0-2,-4 0 1,0 0 0,-5 1 0,0-1 2,1 0 2,3 4-1,-3-4 2,3 0-4,-3 0 0,4 0-1,-5 0 0,0 0 0,1 1-2,-1-5 0,0 0 3,-4 0 0,4-4 3,1 0-1,-5 5-1,4-1 1,0 0-1,1 0-3,-1 0 2,0-4 1,-4 5 0,0 3 0,0 0 0,0-4 2,0 4 1,-5 0-1,1 0 1,-1 0-2,0 0 2,1 5-2,-1-1 2,-4 0-4,5 0 0,-5 4 1,0 0 2,0 0-1,0 0-1,0 0-2,0 0 1,0 0 1,0 0 2,0 0-3,0 0 0,0 0 1,0 0 2,0 0 1,4 8 3,-4-8-1,5 7 0,3-3-3,-3 4 1,-1 0-2,-4-8-1,9 8 1,0-4-1,-4 0 0,3 0 2,1 4-1,0 0-1,0 0 5,0 0 1,4-1 0,1 5-1,-1-4-3,0 0 1,9 0 0,1 4 3,-1-4-3,0 0 0,0-1-1,1 5 1,-1-4-2,0 4 2,0 0-2,0 0 2,5 0-2,0-5 2,-1 1-2,5 0-1,0 4-2,5-4 1,-5 0 3,0 0 1,0 4-1,0-4 1,-4-1-2,0 1 2,-1 0 0,1-4 1,0 0-2,-1 4-2,1 0-2,4 0-1,4 0 2,-3 4 0,-1-1 1,-5-3 2,1 4 1,4-4 1,0 4-5,0-4 1,0 4 0,0-5 0,0 5-3,1-4 2,3 4 1,1 0 0,-5 0-3,4 0 2,1-1 1,-1 5 2,1 0-1,-1 0 2,1 0-4,-1-1 0,1 1-1,-1 0 0,10 0 2,-5 4 0,0-1 2,0 1 1,0 0-4,0-1 1,0 5 0,0-4 0,-5 0-3,1-5 2,-1 1 1,5 0 0,0 0 0,0 4 2,0-5-3,5 5 0,-1-4 1,0 4 0,1-1 0,-5 1 0,0 0-5,0 0-1,0-1 5,0-3 5,0 0-4,0 4-2,0-5 1,-1 5 2,1-4 0,5 0-1,-5-1 1,-5 1-1,1 0-3,-5 0 2,5-4 1,-5 0 2,4-1-3,-4 1 0,0 0 3,0 4 1,0-4-4,1 4 1,-1-1 0,0 1 0,0-4-3,0 4 2,0-4 1,0-1 2,-4 1-3,4 4-2,0-4 2,4 0 2,-3 4 0,-1-5-1,0 1 1,0 4-1,0-4-3,-4 0 0,-1 0 2,1-1 2,-1 1-2,1-4-2,0 4 2,-5-4 2,0-4-2,0 0-2,-4 0 4,0 0 1,0 0-3,-1 3 1,1-7 0,-4 4 0,-6-4 0,1 0 2,0 0-3,0 0 0,0 0 1,-9 0 0,0 0 0,0 0 2,9 0 1,-5 0 1,-4 0-5,5-4 1,-1 1 0,-4 3 0,0 0-3,5-4 2,-1 0 1,-4 4 2,4-4-1,1 0-1,-1 0-2,1 0 1,-1 0 1,-4 4 2,5-4-1,-5 4-1,0-4 1,4 0 1,-4 4-3,9-4-2,-5 4 2,5 0 0,0-4 1,0 4 2,0-4-1,4 4 2,1 0-4,-1 0 0,0-4 1,5 4 0,0 0 0,0 0 2,-1 0-1,1-4-1,4 4-2,0 0-1,5 0 4,0 0 1,-1 0 0,1 0-2,0 0-2,-1 0 1,1 0 1,0 0 2,-1 0-3,1-4 0,4 4 1,-4 0 0,-1-4 0,1 4 0,0-4 0,-1 4 0,5-3 2,0 3 1,1 0-4,-1 0 1,0 0 0,0 0 2,0 0-3,-4-4-2,4 4 2,0-4 2,0 0-2,0 0 0,4 0 3,-3 0 3,-6 0-2,1 0-2,-1-4 0,6 4 1,-6-4-3,1 0 0,-1 0-1,1 1-2,-5-1 5,5 0 1,0 0 0,-1 4-2,1-4 1,0 0 1,-1-4-1,1 8-1,0 0 1,4 0-1,0-3-3,0-1 0,0 0 2,0 0 2,0 0 2,-4-4 1,4 0-2,0 0 1,0 1-4,0-1-2,0 4 4,0-4 1,0 4 0,0 0-2,-4 0-2,4 0 1,0 1 1,5-1 2,-5-4-3,0 0 0,4 4 1,-3-4 2,-1 4-1,4-4-1,1 5 1,-1-1 1,1 0-3,-1 0-2,1 4 4,-1-4 1,1 4-3,-1 0 1,-4 0-2,1 0 0,-1-4 2,4 0 0,1 4 0,4-3 2,-5-1-3,1 0-2,-5 0 4,4 0 1,-4 0 0,1 0-2,-1 4 1,0-4 1,0 0-10,0 1-2,-4 3 9,4-4 7,0 4-2,0 0 0,0 0-2,-4-4-2,-1 4 1,1 0-1,8 0 0,-8-4 0,4 0-3,0 0 0,-4 1 4,-1-1 1,1 0-3,0 4-1,-1 0 3,1-4 1,0 0-3,-1 0 1,1 0 0,0 0 0,-1 4 0,1-3 2,4-1-1,-4 0-1,4 4-2,-5-4 1,1 0 3,0-4 3,-1 4-7,-3 0 0,-1 1 2,0-1 2,5 0-3,-1 4 1,5 0-2,-4 0 0,0-4 2,-5 4 2,0 0-1,0-4 2,0 4-2,-4-4-1,4 4 1,-4 0-1,-5 1-7,1-1-3,-5 4-32,-9 0-15,-9-4-87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0:23.486"/>
    </inkml:context>
    <inkml:brush xml:id="br0">
      <inkml:brushProperty name="width" value="0.07938" units="cm"/>
      <inkml:brushProperty name="height" value="0.15875" units="cm"/>
      <inkml:brushProperty name="color" value="#FF00FF"/>
      <inkml:brushProperty name="tip" value="rectangle"/>
      <inkml:brushProperty name="rasterOp" value="maskPen"/>
      <inkml:brushProperty name="fitToCurve" value="1"/>
    </inkml:brush>
  </inkml:definitions>
  <inkml:trace contextRef="#ctx0" brushRef="#br0">-8 4871 64,'0'0'24,"0"0"-18,0-4 0,0 4-1,0-4-10,0-4-2,0 0 2,0 0 2,-5 0 13,5 1 8,0 3 11,0 0 4,0 0-4,0 0-1,5 4-11,-5 0-5,4-4 1,1 4 2,-5 0-8,4 0 0,0-4 3,1 0-2,-1 4 3,1-4-2,4 4 2,0-4-4,-1 0 1,6 0-3,-5 0 2,-1-4 2,1 0 5,0 1-4,5-1 0,-1-4 0,0 4 4,5-4-8,0 0-1,4 0-3,0 1 1,0-1-4,5 0-2,0-4 2,-1 4 0,1 0 3,0-3 3,-1-1 2,1 4 3,0 0-3,4 0-2,0 0 0,0 1 1,0-1-3,0 0 0,0 0-3,0 0-1,-4-4 1,-1 1 0,-3-1 4,-1-4 2,0 0 0,-4 1 1,4 3 0,0 0 1,0 0-4,1 0-1,-1 1-3,0-1-1,0 0-1,5 0-2,-5 0 3,5 1 0,-5-5 3,0 0 1,5 0 1,-5 5 2,5-5-3,-1 0 0,1 4-3,4-3-3,-4 3 4,-1-4 3,5 0-6,1 1 0,3-1 0,1 0 3,-1 0-2,-4 1 0,0-1 5,0 0 2,-4 1 0,4-1-1,-4 0-3,4 0 1,-5 1-2,6-1 2,-6 0-4,1-8 0,0 5-1,-1-1-2,1 0 5,-1 5 1,1-1-3,0 0 1,-1 0 2,-3 5 3,8-5-4,0 0-1,0 4-2,-4-3-2,-1 3 3,5 0 0,-4 0 1,0 4 0,-5-3 0,0 3 2,0-4-1,-4-4-1,4 1-4,-4-1 0,4 0 2,0 0 1,5 1-2,-5-5 2,0 4 1,1 0 0,-1 5 0,0-1 2,0 0-6,0 0 1,1-3-1,-1-1 2,0 0 1,0-8 3,0 5 1,1-1 1,-1 0-2,-4-3 1,4 3-7,0 0-1,0 5 6,0-1 4,5 0-2,0 4-2,-1 1 0,-3 3-1,3-8 0,-4 4 2,5-4-1,-5 1-1,0-1 3,1 0 0,-6 0 3,1 1 1,0 3-1,0-4-1,-1 4-3,1 1 1,-4 3-4,-1-4-2,9-4-1,0-7 3,1-1-2,-1 0 1,0-3 4,-4-1 3,-1-3 0,6 7 0,-1 0-6,0 5 1,0-1 0,5 4 2,-5 1-3,0 3-2,5-4 2,-5 4 0,0 0 1,-4 1 0,0-1 0,0-4 2,-5 0 1,0 1 3,1 7-3,-1-8-2,0 4-3,5-7-5,9-1-1,-5 8 2,0-4 5,-4 9 3,0-1 0,-1 4 1,-3 0-4,-1-4 0,0 4 1,1 0 0,-1 0-3,0 0 0,1 5 2,-5-5 2,-1 4-2,6-4 0,-5 0 3,0 0 1,-1 0-1,1 0-2,0-4 1,0 4 1,0 1-3,0-1 0,0 0-1,0 0 0,-1 0 2,-3 0 0,-1 0 0,5 0 0,-4-4-3,-1 9 2,1-5 3,-1 4 1,0 0-1,1 0 1,-1-4-4,1 0 0,-1 4-4,-4 0 1,0 0 2,5-4 1,-1 4-2,-4 0 2,5 0 1,-5 0 2,4 1-1,-4-1-1,0 0 1,0 4-1,0-4 2,0 4 1,4-4-4,-4 4-1,0 0-2,0 0 3,9 0 0,0 0 1,-9 0-3,9 0 2,0 0 3,0 0 3,0 0-2,4 0-2,0 0 0,1 0-1,3 0 0,1 4 0,4 0 0,1 0 0,-1 0 0,0 3 2,0-7-1,0 0-1,1 0 1,3 0-1,-3 0-3,3 0 2,1 0 1,-1 0 0,1 0 0,0 0 2,-1 0-1,1-4-1,0 1 1,-1-1-1,5 0 0,-4 0 0,-5-4 2,5 0 1,0 0 1,-5 0 0,0 4-5,0-4-1,-4 0 3,4-3 1,0 3 0,1 0-2,-1-4 1,0 0-1,0-4 0,0 4 2,1 1 1,-1-1 1,0-4-2,0 4-2,5-4 1,-5 4-1,5 5-3,-1-5 2,1-4 3,0 4 1,-1 0-4,1 0 1,4-3 0,0 3 2,0-4-1,0 4-1,0 0 5,0-4 1,1 1-2,3 3-3,1-4-5,-1 0 0,1 0 4,4 1 2,-5-1 0,1-4 1,-5 0 0,9 5 1,-5-5-2,1 4 1,-1 0-4,1-3 0,-1 3 1,5 0 0,-4 0 0,-1 0 2,-3 1-3,-1 3 0,-5 0 3,1 0 1,0 0-1,-1 0 1,1 1-2,-1-1 2,6 4-4,-1-4-2,0 0-1,0 4 3,-5-4 0,1 1 3,4-1-3,-4 4 0,-1-4 1,1 0 2,0 4 1,-1-4 1,6 1-5,-1 3-1,0 0 1,-5-4 0,1 0 1,0 4 2,-1-4-1,1 1 2,-5-1-4,5 0 0,4 0 1,-4 0 0,-1 0 0,1 0 2,-1 1-1,6-1-1,-1 4 1,0-4 1,0 0-1,-5 0-1,1-3-2,4 3-1,0-4 2,0 4 0,-4-4 1,4 4 2,0 1-1,0-1 2,-4 4-4,0-4 0,-1 0 1,1 0 2,-5 4-3,5-7-2,-5 3 2,0 0 2,5 0 0,-5 0-1,-4 0 1,4 1-1,-4-1-3,-1 4 2,1 0-1,0 0 0,-5-4 2,5 4 0,-5 0-3,1 1 2,-1-1 1,5 0 0,-5 0 0,0 4 2,1 0-1,-1 0-1,0 0-2,-4 0 1,0 0 1,0 0 0,0 0 0,0 0 2,0 4-3,0-4 0,0 0 1,-1 0 0,1 1 0,0-1 2,0 0-3,0 0 0,4-4 1,-4 4 2,0-4-6,4 4 1,-4 0 1,5 0 3,-1 0 0,0 4-1,0-4 3,-4 4-2,0-8-1,0 4 1,0 0 1,-5 0-3,1 1 0,-1-1 1,-4 4 0,0 0-3,0 0 0,0 0 2,0 0 0,0 0-2,0 0 2,5 7 1,-5-7 0,0 0 2,0 0 1,0 0-1,0 0-2,4 4 1,-4-4-1,9 4-3,0 0 2,-5 0 1,10 0 2,-1-4-1,5 8-1,0 0 1,8 0-1,5 0 2,-4 0 1,0 0-1,4-4-2,4 3 1,1 1-1,-1 0 0,5 0 0,0 0 0,0 4 2,0 0-3,0 0 0,0-1 1,-4 1 0,4 0 0,-5 0 2,1 0-3,-1-4 0,1 0 1,-1-1 0,-4-3 2,5 0 1,-5 4-1,5-4-2,-1 0 1,-4 4 1,5-4-1,-1 4-1,1 0-2,-1-4 1,1 4 1,-1 3 2,1-3-3,-1 0 0,-4-4 1,5 0 2,0 0-1,-1 0-1,1 0 1,-1-4 1,1 4-1,-1 0 2,5 0-4,0 0-2,0 4 4,-4-4 3,-1 0-3,1 3-1,-1-3 0,1 0 2,-1 0-1,1 4-1,-1-4 1,1 0-1,-1 0 2,5 4 1,0 0-1,0 0-2,5 0 1,-5-1-1,4 1-3,-4 4 2,4-4 3,-4 0 1,5 0-4,-1 0 1,1 0-2,-5 0 0,0-1 2,0 1 0,0 0 0,-1 4 2,1-4-1,0 4 2,0-4-4,0 0 0,-4 0 1,4-1 0,0 1 0,0 0 0,0-8 0,-5 8 0,1-4 0,-1 4 0,1-4 0,-1 4 0,-8-8 0,4 8 0,-4 0 0,4 0 0,-9-5 0,9 5 0,0-4 0,-4 0 0,0 0 0,-5 0 0,4 0 0,-3-4-3,3 4 2,-4-4 1,1 4 2,-1-4-3,0 4 0,0 0 3,0 0 1,1-4-1,3 0-2,-3 4-2,-1-4 1,0 4 1,0-4 2,0 0-1,1 4-1,-1 0 1,-4-4-1,-1 4 0,1 0 0,4-4 0,-4 0 0,0 3 2,0 1 1,4 0-4,-4 0 1,-1 0 0,1-4 0,0 4 0,4 0 0,-4 0 0,0-4 0,-1 4-3,-3-4 2,-5 0 1,-1 0 2,-3 0-3,4 0 0,-5-4-1,-4 4-2,0 0 0,0 0 0,0 0-11,0 0-5,0 0-38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27.038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-5 5662 148,'4'4'57,"-4"-4"-44,0 0-10,0 0-9,0-4-16,0-4-6,0-4 8,-4 0 4,4 1 21,-5-1 10,5 4 20,0 0 10,0 0-17,0 0-6,0 4-11,0 0-3,0-4-4,0 0-1,-4 1 3,-1-1-3,1 0-2,4 0 6,-5 4 3,5-4 1,0 0 3,5 4 2,-5 0 2,4 0-6,1 0 1,4 0-6,-1 4-2,1-4-2,0 4-3,0-4 5,0 4 1,4 0 2,1 0 0,-1-3 2,-4 3 1,0 0 1,0-4 0,0 4 0,-1-4 2,6 0-3,-5 0-1,4 0-4,0 0-1,1 0-1,-1 0 2,5-4-3,-1 0 0,1-4-1,4 0 1,1-3 0,3-1 1,-4-4 2,5 0 3,0 1 0,4-5 0,-5 0-3,6 1-1,-1-1-6,0-4 1,4 1-2,1-5 0,-1-3 4,5-5 3,5 5-4,-1-5-1,1 5 2,3-1 3,1 0 2,5 5 1,3-1-7,1-3 0,0 3-1,-1 1 0,1-1 0,4 0 0,-4-3 0,-5-1 0,1 1 2,-1-1 1,-4-3 1,4 3 0,-4 1-2,4-5-2,1 1 1,-6-1-1,1 0-3,0 4 2,0-3 1,-5 3 0,1-3 0,-1 3 0,1 1 0,-1-1 2,0 5-1,1-1 2,4 1-4,-5 3-2,1 4 2,3 1 2,-3-5 0,-1 0-1,-4 1 1,0-1-1,0-4-3,0 5 0,0-1-1,0 5 3,-4-1 0,-1 4 3,-4 0 1,0 1 1,0 3-5,-4-8-1,0-4-2,-1 5 0,-4-5 0,5 1 3,-5-1-5,5 0 0,-5 5 5,5 3 2,-5 0 1,5 0 1,-5 5-2,13-21-1,1 4-2,-1-3 1,1-1-1,-5 5-2,0-1 3,-4-3 0,4 7 1,-4 0 2,-5 5-1,0-1-1,0 4 1,0-3-1,-4 3 0,0-4 0,0 8 0,-1-3 0,6-1 0,-10-4 0,5 1 0,-5-1 2,0 4-3,5 0 0,0-3 3,0 3 1,-5 4-6,0 0 0,5 5 1,-5-1 3,1 0 0,-1 0-1,0 0-2,1 4 1,-1-4 1,0 1 2,5-1-1,0 0 2,-5 0-4,5 0 0,-5 0 1,1 5 2,-1-1-1,0 0-1,1 0-2,-6 0-1,1 4 2,0 0 2,0-4 0,0 4-1,0 0 1,4 0 1,-4-4-1,0 4 2,0-3 0,0 3 3,0-4-5,0 4-1,-1-4-5,1 0-1,0 4 3,0-4 1,0 0 2,4 0 0,1 0 4,-1 1 2,5 3-5,-1-4 0,1 4-1,4-4 2,5 0-3,9 0-2,-1-4-1,1 4 3,4 0-2,8-3-1,1-1 5,0 0 1,4 0 0,5-4 1,0 4-2,0-3 2,-5-1 0,9 0 1,-4-8-2,0 5 1,-1-5-2,1 4-1,0 0 1,0 1-1,-5-5 2,0 0 3,0 1-2,-4-5-2,0-4-3,0 1 1,0-1 1,0 1 0,0-1 0,-1 1 2,1-1-1,5 8-1,-1 1-2,0-1 1,0 0 1,5 5 0,0-1-3,-5 0 2,1 4 1,0-4 2,-1 0-1,0 0-1,1-4 1,3 5-1,1-1 0,0 4 2,4-4-1,0 5-1,-4-1 1,0-4-1,-1 0 0,1 4 0,4 1 0,-8-1 2,-1 0-1,-4-4-1,0-3 1,-1-1 1,1 0-1,-4 1-1,-1-1 1,1 4-1,-1-7-3,-4 7 2,0 4-1,0-4 0,0 5 2,-5-5 2,1 4-1,-1-4-1,-4 4 1,5-3-1,-5 3-3,0 0 2,0 4 1,0 0 0,0-3-3,1 3 2,-6 4 1,1 0 2,-5 0-3,0 0 0,0 0-1,1 0 0,-6 5 2,1-5 2,0 0-1,-5 0-1,-4 4-2,9 0 1,-5 4 1,-4-4 0,4 4 2,1-4-3,-5 4 0,0 0-1,-1-4 0,1 8 2,5-4 0,3 8 0,1-8 0,0 0 0,0 0 2,-5 0-3,9 0 0,5 0 1,-1 0 0,6 0 2,3 0-3,1-4 0,8 0-1,5 0 0,0 4 4,0-4 1,4 4-1,0-8-2,5 0 1,0 0 1,-1 1-1,6-1-1,-1 0 3,0 0 0,9 0-4,-4 0-1,-5 0 1,0-4 2,0 4 0,0 1-1,0-1 1,-4 0 1,4 0-1,1-4 2,3 4-2,1-4-1,-5 0 3,-4 1 0,-1-1-4,1 0 1,0 0 0,0 4 2,-1-4 1,6 0 1,-6 1-5,-3-1-1,-1 0 1,5 0 2,-5 0 0,0 0-1,0 5 1,1-5 1,-1 4 1,0 0 1,1 0-5,-5-4 1,-1 0 2,1 4 1,0 1-4,0-1 1,0 0 0,0 0 2,-1 4-1,1 0 2,-4 0 0,-1 0 1,5 0-2,-5-4 1,-4 0-2,0 0-1,0 1 1,-4-1-1,-1 0 0,5-4 2,0 0-1,0 0-1,0 4 1,0 0 1,0 1-3,0-1 0,0 0 1,-4 4 2,4 4-3,-5-4 0,1 0 1,-1 0 2,-4 0-3,0-4 0,-4 4 1,-5 0 2,0 4-1,-4-4 2,0 0-7,-5 4-1,1 0-20,-5 8-9,-9 4-64,-5 4-28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29.287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-1 3 88,'0'4'33,"5"-8"-26,-5 0 14,0 4 3,0 0-1,0 0-2,4 4-7,-4-4-1,9 4-4,0 4 0,0 0-5,0 0 4,4-4 2,0 3-1,5 1 0,4 0 1,5 0 4,4-4-4,0 0 2,5 0-1,3 4 3,6 0-3,4 0-1,4 4 0,5 3 1,0 1-3,-1 0-3,5 0-2,1-1-3,-1-3 1,-4 0 1,4 0 3,0 0 2,0 0 1,5 3 0,-5-7 2,-4 4 1,-1-4-1,1 4-1,0-4-1,0 4 0,-5 0-4,0-1-3,0 1 0,1 0-1,-1 0 0,-4 0 2,0 0-3,0-5 0,-1 1 3,1-4 1,5 4 3,-1-4 3,0 4 0,-4 0 2,0 0-4,4 0 1,-4 0-7,0 0-3,0-5 1,0 1 0,-1 4 1,1 0 0,0 0-3,0 0 2,0 0 1,0 0 2,-1 0 1,-3 0 3,-1 3-5,1-7-1,-1 4 0,1-4 0,-1 4 0,0 0 2,5 0-1,0 4-1,0 0 1,-5 3-1,1-3 0,-1 0 2,5 0-3,-5 0-2,1 0 4,-5-4 1,0 3 0,0-3-2,4 4 1,-4-4-1,0 0 0,0 0 2,0 0-1,-4-4-1,-1 0 1,1 0 1,-1-1 1,1 1 1,-1 0-2,1 0-2,-1 0 1,-4 0 1,-4 0-1,0 0-1,-1 0 1,5 0-1,-4 0-3,-5 0 0,0-4-3,-4 4-1,-4-4-5,-1 0 0,-4 4-18,-9-4-8,0 8-68,-9 4-71,-4-5 51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31.866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0 0 80,'0'0'30,"0"0"-24,0 0 6,0 0 2,0 0-2,0 0 3,0 0-2,0 0 0,0 0 6,0 0 2,0 0 3,5 4 2,4 0-14,0 0 6,-1 3 3,1 1-3,0 0 0,5-4-10,-1 4-3,5 0-3,-1 0 1,6 0-2,3 4 2,5-1 0,0 5 1,5 0 4,4 0 5,4 4-3,5-1 2,0-3-5,9 4-2,-1-4-2,1 3 0,4 5-2,5-4 2,-5 3 0,5 1 3,-1 0-1,1-4 2,-5-1-4,0 1 0,1 0-1,-6 0-2,5-5 1,-4 1 1,0 0-1,0 0 2,-1-4 0,1-1 3,4 5-1,-4 0 2,0 0-2,0 3 2,-5 1-6,0 0-1,5 0 0,-5-1 2,5 5-3,-5-4 0,5 4 1,-5-5 2,5-3-1,-5 0-1,0 0 7,1-1 3,-1 1-5,-4 0-3,0-4 1,0 4 0,-5-5-4,0 5-1,5 0 1,-9-4 0,0 4 3,0-4 1,0-1 1,0-3 2,-4 4-1,-1-4 0,1 0-3,4 0-2,0 0-2,0 4 1,0-1-1,-5 1-2,1 0 3,-1 0 0,5 0 1,-4 0 0,-1-1 0,1 1 2,-1 0-1,-4 0 2,0 0-4,1 4 0,-1-1 1,9 1 0,-5 0-3,-4 0 0,-4 0-1,0-1 3,-1-3 0,-4 0 3,1 0-1,-1 0-1,0-4 1,0 0 1,0 3-1,-4 5 2,0-4-7,0 0 1,4 0 1,-4 0 1,-1-1-2,1 1 2,0 0 1,0-4 2,-5 0-3,0 0 0,1-4 3,-1 0 3,0-4-2,-4 4-2,-9-4 0,9 4 1,-4-4-1,3 0-1,1 0 3,0-4 0,0 0-1,0 0-2,0 0 1,4-4 1,0 0 1,1-4 1,4 0-2,-1 0-2,6-3-2,3 3 1,5 0 1,0 0 0,5-4 2,4 1 1,0 3-1,4-4 1,5 4-2,4-4 2,5 0 0,0-3 1,4 3-2,5-4 1,-1-3-2,10 7-1,-5-4 3,0 8 0,4-4-4,1 4-1,-5-3 1,4-1 2,1 4 0,4 0 2,0 4-4,-5 0 0,1 4 1,4-3 0,0-5 0,0 4 0,0-4 0,4 4 0,-4 4 0,0 0 2,-9-4-3,4 8 0,1-4 3,-1 0 1,-8 4-1,0-4-2,-1 4 1,1-3 1,-1-5-3,-3 4-2,-1-4 2,-4-4 2,4 4 0,-9 0-1,0 0 5,1 4 4,-6-4-5,-3 4 0,-5-3-2,4-1 1,-4 0-2,0 0 2,0-4-4,0 4 0,0 0 1,-4 0 2,-1 0-1,1 1-1,-5 3-2,0-4 1,-4 4 1,-1 0 2,-8 0-3,4 0 0,-4-4-1,0 4 0,-5 0-5,-4 0 0,0 4 1,0 0 1,0 0-2,-5-4 2,5 0-2,-9 4 2,0 0-4,0 0-1,9-4-28,4 0-13,14-3-101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33.084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3 52 112,'-5'-4'44,"10"4"-35,-5 0 14,0 0 2,0 0-5,0-4-1,0 0-9,0-4-4,0 0-3,4 1 8,-4-1 6,0 4 8,0 0 7,5 0-11,-1 4-4,5 0-6,4 4 0,5 4-4,0 0 1,4-1-1,5 5 3,4-4-1,4 4 2,5 0-2,9 4 2,0-5-2,9 5 0,-1 0-1,6 4 2,3-4-1,1-5 0,4 1-3,0 0 1,4 0 0,5 0 1,-4 0-4,-1-1-1,1-3 1,-1 0 0,5 0-2,0 0 1,0 0 0,0 0 1,-4 0 0,-1 4 0,1-5-2,-1 1-2,1 0 1,-5 0-1,4-4 4,-4 4 2,-4 0 0,-1 0-1,1 4-3,-5-1 1,0 1 0,1-4 1,-6 0-2,1 0-2,4 4 1,-4 0-1,0 0 2,4-1 3,0 9-2,0-4 0,-4 4-1,4-1 1,-4 5-2,4-4-1,-9 0 1,1-1-1,-6-3 0,1 0 2,0 0-3,0-4 0,0-1 1,0 1 2,0 0-3,-1-4 0,1 0 1,0 4 0,-4 0-3,-1 3 2,0 1-4,-4-4-1,-4 4-4,-5-4-1,-9-1-16,0 1-8,-4 0-61,-9 0-25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37.086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91 83 60,'-4'-8'24,"4"4"-18,-5-4 7,5 5 3,-4-1 9,0 0 5,-1 0-1,1-4 2,-1 4-6,-4-4-1,0 0-13,1 0-4,-1 4-5,-5 0-2,6 0 3,3 0 4,1 0 4,-1 0 5,1 1 2,4 3 4,0 0 3,0 0-4,9 3-3,0 5-6,4 0-2,13 4-4,6 4-1,3 4-3,5 3-2,4 5 3,5 4 0,5 7 3,3 4 1,6 1 1,3 3 2,5 9-5,5-5-1,-1 4-2,5-4-2,5 5 1,-6-1-1,1 4 2,0 4 1,0-3-1,0-1-2,-4 0 1,-5-4 1,4 4-1,-4-7 2,-4-5-4,0-3 0,-1-5 3,1 1 3,-1-1-4,-3 0-1,-1 1 0,-4 3 2,-1-3 3,1 3 2,-5-3-6,1-1 0,-1 1-3,5-5 0,-5 9 2,-4-9 0,0 1 0,-1-1 0,1 1 2,0-1 1,-4 1-1,-1-1-2,0-3 1,1 3-1,-1-3 0,-4 0 0,0-5 0,-4 1 0,-1 0 0,1-1 0,-5 5 0,0-5 2,0 1-3,0 0 0,0-1 1,0 1 2,0 0-6,-4-5 1,4 1-1,-4 0 2,4-1 1,-5-3 1,1 0 0,0 0 2,4-1-1,-5 5 2,6-4-2,-6 3-1,1-3 3,0 0 0,-1 0-6,-4-1-2,1-3-3,-6 0 2,6 4 6,-6-1 2,6-3 0,-6 4 1,1-4-2,-5-1-1,1 1 1,-1 0-1,0 0-3,-4-4 2,0 0 1,0-5 2,0 1-1,0 0 2,0 0-2,0 0-1,-1-4-2,1 0 1,-4 0 1,4 0 2,-1 0-3,-8-4 0,9 4 3,0-4 3,0 0-2,0 0 0,0-4 5,0 4 3,4-4-6,0 0-1,5 0-2,0 4 1,4-4-2,0 4 2,1-4-7,-1 0 1,0 0 1,0 4 1,0-4 1,1 4 0,-1 0 0,0 0 2,0 0 1,-4 0 3,0 0-3,-5 0 0,0 0-3,1 0-1,-1 0 1,0 0 2,1 0-1,-1 0 2,0-4 0,5 0 3,4 0-1,0-4 0,5 1-1,4-1 0,5-4-5,8 0 1,1 0 0,3 0 2,-12 4-1,13-7 2,4-1 0,0 0 3,1-4-3,-1 1 0,0-1-1,5-4-2,0 4 1,-1-3 1,6 3-1,-6 0 2,6-7-2,-1 3-1,0 0 1,0 4 1,0 1-3,5-1 0,4 0 3,-4-3 3,-1-1-2,1 0-2,-5 0 0,0-3-1,5-1 0,-5 5 0,0-5-3,0 4 2,0-3 3,1-1 1,-6 0-1,1 1-2,-5-1 1,1 4-1,-5 1-3,-1 3 2,1 0-1,0 0-2,0 1 3,-5 3 0,1 0 1,-1 0 0,1 1 0,-1-1 0,-4 0-3,4 0 2,-4 0 5,0 5 2,0-1-5,0 0 0,-4 0-1,-1 0 0,1 0-3,-1 1 0,1-1 4,-5 0 1,0-4-5,0 4 0,0 0 1,0 0 3,-4 5-2,4-1 0,0-4 1,-4 4 2,-1 0-3,1 4 0,-5-4 1,1 0 0,-1 0-3,0 1 2,-4-1-1,4 0 0,-4 4 2,-1 0 0,6-4 0,-10 4 2,0-4-3,1 4 0,-6 0-1,1 0-2,-4 0 0,-1 0 3,5 0 0,-4 0 3,-1 1-1,-4 3-1,0 0-2,4-4 1,-4 4-1,0 0 0,0 0 2,0 0 2,0 0-1,0 0-1,0 0-2,5-4 1,-5 4-1,4-4 0,5 4 2,-4-4 0,-1 0 2,1 0 1,-1 0-1,5 4-2,0 0-2,0-4 1,4 0 1,0 0 0,9 0 0,1 0 0,-1 0 0,0 0 0,0 0 0,1 0-3,-1 0 2,0 0 3,0-3 1,0 3-6,5-4 0,0 4 1,4-4 3,0 4 0,4 0 2,1 0-4,-1 0 0,5 4 3,-4-4 1,-1 4-4,5-4-1,0 0 3,0 0 3,0-4-1,5 1-2,-1-1 0,1-4-1,-1 0-3,5 4 2,4 0-1,-4 0-2,0 0 5,0 4 1,-5 0 0,0 1-2,1-5 1,4 0 1,-5 0-1,1 0-1,-1-4 1,0 4-1,5 0 0,0-4 2,0 1-1,-5-1 2,5 4-4,-4-4-2,-1-4 2,0 4 0,1 1 1,-5-1 2,9 0-1,-5 0-1,5 0 1,-5 0 1,5 4 1,-4-3 1,-1-1-2,5 0-2,0 0 1,0-4-1,-1 4 0,1-3 0,0-1-3,-4-4 2,3 8 1,1 0 0,-4-3 0,-1 3 2,0 0-1,5 0-1,0 0 3,0 4 0,0 0-6,0-3 0,0 3 1,-1 0 3,-3 4 0,-1-4-1,5 4-2,-4 0 1,-1 0 3,0 0 1,-4 0-1,5 0 1,-5 0-4,0-4 0,0 5 1,0-5 0,0 4-3,0 0 2,0-4 3,-5 4 3,1 0-2,-1 0-2,1 4-3,-1 0 1,-4 0-1,0 0 0,0-4 4,-4 0 1,0 4-1,-1-4-2,1-4 1,-5 4 1,0 0-3,1-4 0,-1 5 1,-4-5 0,-1 4-5,1 0 1,-5 0-5,1 0 1,-5 0-14,0 0-5,-9 4-33,0 0-13,0 8-79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39.085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83 10 36,'4'-8'16,"-4"8"-12,0 0-2,0 0 2,0 0 6,0 0 3,0 8 13,0 0 6,-4 0 1,4-4 2,-5 4-4,1-4-1,-1 0-11,-4 0-4,1-4-8,-1 0-3,0-4 0,0 0 0,0 0 2,5 4 8,-1 0 3,1 0 5,-1 0 3,5 4-4,0-4-1,0 4-7,0-4-3,0 0-1,9 4-1,0 0 0,4 0 0,5-1-4,4 5-1,5-4-1,4 8-2,5 0 3,4 0 0,4 8 1,5-9 2,0 5-1,4-4 2,0 0-6,5 4-1,0-4 0,-1 3 0,1 1 2,-5 0 1,1-4 5,-1 0 5,0-4-5,1-1 0,-5 1-4,4 4-1,0-4-3,-4 0-1,4 4 1,1 0 0,-1-4 0,0-1 0,0-3 0,-4 4 0,0 0 0,0-4 2,0 4-1,0 0-1,0 0 1,-1 0 1,1 4-1,0-1-1,4 1 1,-4 0 1,0 0-1,-5-4-1,1 0 3,4 0 2,-5-4-2,1-1 0,-1 5-1,0-4-2,1 0 1,-1 0-1,1 0 0,-1 0 2,0 0-1,1 0 2,-1 0-4,1 0 0,-5-4 1,4 0 0,0 4 0,1 0 2,-1 0-1,1 4 2,-1-4-4,1 3 0,-1-3 1,-4 4 2,4 0-1,-4-4 2,0 4-2,9-4-1,-4 4-2,-1 0-1,5 0-1,-5 0 3,5-1 2,-5 1 4,1 0-4,8 4-3,0 0 1,-4 0 0,0-4 1,-4 0 0,-5-1 0,-5 1 2,1-4-1,-1 0-1,5 0 3,-9 0 2,0 0-4,0-4-1,0 0 2,1 4 1,-6-4-1,1 4-2,-1-4-2,-3 4 1,-6 0-15,-3 0-4,-1 0-34,-8 8-13,-14-1-84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ax="9600" units="cm"/>
          <inkml:channel name="Y" type="integer" max="7200" units="cm"/>
          <inkml:channel name="F" type="integer" max="1024" units="dev"/>
        </inkml:traceFormat>
        <inkml:channelProperties>
          <inkml:channelProperty channel="X" name="resolution" value="369.51501" units="1/cm"/>
          <inkml:channelProperty channel="Y" name="resolution" value="415.70438" units="1/cm"/>
          <inkml:channelProperty channel="F" name="resolution" value="0" units="1/dev"/>
        </inkml:channelProperties>
      </inkml:inkSource>
      <inkml:timestamp xml:id="ts0" timeString="2019-11-13T01:11:41.819"/>
    </inkml:context>
    <inkml:brush xml:id="br0">
      <inkml:brushProperty name="width" value="0.07938" units="cm"/>
      <inkml:brushProperty name="height" value="0.15875" units="cm"/>
      <inkml:brushProperty name="color" value="#FFFF00"/>
      <inkml:brushProperty name="tip" value="rectangle"/>
      <inkml:brushProperty name="rasterOp" value="maskPen"/>
      <inkml:brushProperty name="fitToCurve" value="1"/>
    </inkml:brush>
  </inkml:definitions>
  <inkml:trace contextRef="#ctx0" brushRef="#br0">-4-1 64,'0'0'24,"0"-4"-18,0 4 7,0 0 3,0 0 3,0 0 1,0 0 2,0 0 3,0 0 0,0 0 2,0 0-6,0 0-1,0 0-11,0 0 1,0 0 3,0 0-1,9 4 1,0 0-3,0 0 1,4 0-4,5 4 1,4 0 1,0 0 2,5 0 1,4 7 2,0-3-7,5 8-2,-1 0-1,5 3 2,5 1-1,4 0 0,4 0-3,5 3-2,4 5 1,4-1-1,5 1 4,-4 0 2,4-1-2,0-3-1,0-1-1,-4 1-2,4-4 5,-5-1 4,1 1-3,0-4 2,-5 0-5,5-5-2,-5 1 0,0 0 1,0-4-1,0 4 2,0-1-2,5 5 2,4 0-4,-9 3 0,0-7 1,1 0 2,-1 0-3,0 4 0,0-1 1,-4 1 0,0 0 4,-1-4 2,1-5-5,0 5 0,0 0-1,-1 0 2,-3 0-1,-1-1-1,0 1-2,-4 0 1,4 0 1,-4 0 2,-4-1 1,3 1 1,-3 0 2,-5 0 1,0 0-1,4-1-1,1 1-6,-1 0-1,0 0-2,-4-1 3,0 1 2,0 0 4,-4 4-2,-1-4 0,1-1-1,-1 1 1,1 0-2,-1 0-1,-3 0 1,-1-1 1,-5-3-3,1 0 0,0 4 1,-5-4 2,0 3 1,0-7 1,0 4 0,1-4 2,-1 4-8,0 0 0,0 0 0,0-1 1,1 1 1,-1-4 0,0 4 0,0-4 2,0 0-1,1 0 2,3 0-4,-8-1-2,0 1 2,0-4 2,4 4 0,-4-4 2,-1 4-2,1-8-1,-5 4 1,1 0 1,-5 0-1,0-4 2,-1 0-2,1 0 2,0 0-4,-9 0 0,9 0 1,0 0 0,4 0 2,-4 0 3,0 0-2,0 0 0,0 0-1,0-4-2,0 4 5,-1-4 1,1 0-2,5 0-1,-5 0 1,4 0 2,0 0-3,5-4-2,4 0 0,5 1-1,4-1 0,4 4 2,5-4-1,5 0 2,4 4-2,-1-4-1,1 0 1,0 0 1,4 0-1,1 1-1,-1-5-2,0 0 1,5 4 3,0-4 1,4 4-1,5-4 1,-1-3-2,1 3-1,-5-4 1,0 4 1,0 0-1,-4 0 2,0 1-2,0-1-1,-1 0 3,1 0 0,0-4 1,0 0 0,-5 5-2,0-1-2,0 0 3,1 4 0,-1 0-4,-4 0 1,0 0 2,8-3 1,-3 3-1,-5-4-2,-1 0 3,1 4 0,5 0-1,-6 0 1,1 4-2,0 0-1,-4 0 1,3 0 1,1 1-1,-4-5 2,-1 0-2,0 0 2,1 0 0,-1 0 1,1 0-2,-1 0-2,-4 0 1,0 0 1,0 1-1,0 3-1,0-4-2,0 0 1,0 4 1,4 0 2,-4 0-1,0-4 2,-4 0-2,-1 0-1,1 4 1,-5 0 1,4-4-3,1 5 0,0-1 1,-5 0 0,4 0-3,-4 0 2,0 0 1,0 0 2,0 4-1,1-4 2,-6-4-2,1 4-1,0 0 1,-1 4 1,1-4-3,-1 0 0,1 0 1,0 4 0,-1-4 0,-3 4 2,-6-4-3,1 4 0,-5-4-1,1 4-2,-1 0 0,0 0 3,-4-4 0,0 4 3,0 0-3,4 0 0,1-3-1,-5 3 0,4-4-7,0 4-4,-4 0 0,0 0 2,0 0-13,0 0-4,0-4-50,-5-12-19,9-12-60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48DDC9-EE1B-4238-AF4F-EC4BED82B090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E09D49-C3DF-4409-9424-F88924EDC461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32036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8802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237663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937426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29794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14067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56608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26834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20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418619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AE09D49-C3DF-4409-9424-F88924EDC461}" type="slidenum">
              <a:rPr lang="en-AU" smtClean="0"/>
              <a:t>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78884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87533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26621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56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5898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21949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67444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51131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794731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15311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1504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1426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0E633B-4FB6-44B9-9A8C-4793665C69FD}" type="datetimeFigureOut">
              <a:rPr lang="en-AU" smtClean="0"/>
              <a:t>6/08/2021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C34F43-4CE1-4ACB-B6C7-6F537067DA58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339569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emf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emf"/><Relationship Id="rId4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5.png"/><Relationship Id="rId7" Type="http://schemas.openxmlformats.org/officeDocument/2006/relationships/image" Target="../media/image7.e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5" Type="http://schemas.openxmlformats.org/officeDocument/2006/relationships/image" Target="../media/image6.emf"/><Relationship Id="rId4" Type="http://schemas.openxmlformats.org/officeDocument/2006/relationships/customXml" Target="../ink/ink3.xml"/><Relationship Id="rId9" Type="http://schemas.openxmlformats.org/officeDocument/2006/relationships/image" Target="../media/image8.e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0.png"/><Relationship Id="rId4" Type="http://schemas.openxmlformats.org/officeDocument/2006/relationships/image" Target="../media/image44.png"/><Relationship Id="rId9" Type="http://schemas.openxmlformats.org/officeDocument/2006/relationships/image" Target="../media/image9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emf"/><Relationship Id="rId3" Type="http://schemas.openxmlformats.org/officeDocument/2006/relationships/customXml" Target="../ink/ink11.xml"/><Relationship Id="rId7" Type="http://schemas.openxmlformats.org/officeDocument/2006/relationships/customXml" Target="../ink/ink13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emf"/><Relationship Id="rId5" Type="http://schemas.openxmlformats.org/officeDocument/2006/relationships/customXml" Target="../ink/ink12.xml"/><Relationship Id="rId4" Type="http://schemas.openxmlformats.org/officeDocument/2006/relationships/image" Target="../media/image15.e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emf"/><Relationship Id="rId13" Type="http://schemas.openxmlformats.org/officeDocument/2006/relationships/customXml" Target="../ink/ink19.xml"/><Relationship Id="rId3" Type="http://schemas.openxmlformats.org/officeDocument/2006/relationships/customXml" Target="../ink/ink14.xml"/><Relationship Id="rId7" Type="http://schemas.openxmlformats.org/officeDocument/2006/relationships/customXml" Target="../ink/ink16.xml"/><Relationship Id="rId12" Type="http://schemas.openxmlformats.org/officeDocument/2006/relationships/image" Target="../media/image22.emf"/><Relationship Id="rId2" Type="http://schemas.openxmlformats.org/officeDocument/2006/relationships/image" Target="../media/image9.png"/><Relationship Id="rId16" Type="http://schemas.openxmlformats.org/officeDocument/2006/relationships/image" Target="../media/image24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emf"/><Relationship Id="rId11" Type="http://schemas.openxmlformats.org/officeDocument/2006/relationships/customXml" Target="../ink/ink18.xml"/><Relationship Id="rId5" Type="http://schemas.openxmlformats.org/officeDocument/2006/relationships/customXml" Target="../ink/ink15.xml"/><Relationship Id="rId15" Type="http://schemas.openxmlformats.org/officeDocument/2006/relationships/customXml" Target="../ink/ink20.xml"/><Relationship Id="rId10" Type="http://schemas.openxmlformats.org/officeDocument/2006/relationships/image" Target="../media/image21.emf"/><Relationship Id="rId4" Type="http://schemas.openxmlformats.org/officeDocument/2006/relationships/image" Target="../media/image18.emf"/><Relationship Id="rId9" Type="http://schemas.openxmlformats.org/officeDocument/2006/relationships/customXml" Target="../ink/ink17.xml"/><Relationship Id="rId14" Type="http://schemas.openxmlformats.org/officeDocument/2006/relationships/image" Target="../media/image23.e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99DDC62D-BC4A-4A69-84F2-CF2A22E4E446}"/>
              </a:ext>
            </a:extLst>
          </p:cNvPr>
          <p:cNvSpPr txBox="1"/>
          <p:nvPr/>
        </p:nvSpPr>
        <p:spPr>
          <a:xfrm>
            <a:off x="723872" y="934008"/>
            <a:ext cx="10759627" cy="70788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AU" sz="4000" b="1" dirty="0" smtClean="0">
                <a:cs typeface="Arial" panose="020B0604020202020204" pitchFamily="34" charset="0"/>
              </a:rPr>
              <a:t>I will calculate probabilities from tree diagrams.</a:t>
            </a:r>
            <a:endParaRPr lang="en-AU" sz="4000" b="1" dirty="0">
              <a:cs typeface="Arial" panose="020B0604020202020204" pitchFamily="34" charset="0"/>
            </a:endParaRPr>
          </a:p>
        </p:txBody>
      </p:sp>
      <p:sp>
        <p:nvSpPr>
          <p:cNvPr id="137" name="TextBox 136"/>
          <p:cNvSpPr txBox="1"/>
          <p:nvPr/>
        </p:nvSpPr>
        <p:spPr>
          <a:xfrm>
            <a:off x="0" y="-6605"/>
            <a:ext cx="3424403" cy="584775"/>
          </a:xfrm>
          <a:prstGeom prst="homePlate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/>
              <a:t>Learning Objective</a:t>
            </a:r>
          </a:p>
        </p:txBody>
      </p:sp>
      <p:sp>
        <p:nvSpPr>
          <p:cNvPr id="264" name="Title 1"/>
          <p:cNvSpPr txBox="1">
            <a:spLocks/>
          </p:cNvSpPr>
          <p:nvPr/>
        </p:nvSpPr>
        <p:spPr>
          <a:xfrm>
            <a:off x="-15373" y="1641894"/>
            <a:ext cx="12207373" cy="107098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3200" b="1" i="1" dirty="0">
                <a:ln>
                  <a:solidFill>
                    <a:sysClr val="windowText" lastClr="000000"/>
                  </a:solidFill>
                </a:ln>
                <a:solidFill>
                  <a:sysClr val="windowText" lastClr="000000"/>
                </a:solidFill>
              </a:rPr>
              <a:t>Enter quietly, please be ready with the following on your desk:</a:t>
            </a:r>
          </a:p>
        </p:txBody>
      </p:sp>
      <p:sp>
        <p:nvSpPr>
          <p:cNvPr id="265" name="Content Placeholder 2"/>
          <p:cNvSpPr txBox="1">
            <a:spLocks/>
          </p:cNvSpPr>
          <p:nvPr/>
        </p:nvSpPr>
        <p:spPr>
          <a:xfrm>
            <a:off x="1980020" y="2972878"/>
            <a:ext cx="7921679" cy="30071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Whiteboard marker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Exercise Book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Pencil, pen, </a:t>
            </a:r>
            <a:r>
              <a:rPr lang="en-AU" b="1" dirty="0"/>
              <a:t>ruler and red pen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Diary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 smtClean="0"/>
              <a:t>Calculator</a:t>
            </a:r>
            <a:endParaRPr lang="en-AU" b="1" dirty="0"/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AU" b="1" dirty="0"/>
              <a:t>Device – charged or borrowed from Library before maths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9214" y="2712882"/>
            <a:ext cx="3649887" cy="2617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0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46" y="1190819"/>
            <a:ext cx="1581150" cy="29432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93330" y="762871"/>
            <a:ext cx="11714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If we toss a coin once, we can create the following tree diagram to represent the probability of each outcome.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2288612" y="1632438"/>
            <a:ext cx="6191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two equally likely outcomes, </a:t>
            </a:r>
          </a:p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(T) = ½ </a:t>
            </a:r>
            <a:endParaRPr lang="en-AU" sz="2400" dirty="0"/>
          </a:p>
        </p:txBody>
      </p:sp>
      <p:sp>
        <p:nvSpPr>
          <p:cNvPr id="26" name="TextBox 25"/>
          <p:cNvSpPr txBox="1"/>
          <p:nvPr/>
        </p:nvSpPr>
        <p:spPr>
          <a:xfrm>
            <a:off x="2799288" y="2662432"/>
            <a:ext cx="90560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If we toss a coin twice, we can create the following tree diagram to represent the probability of each outcome.</a:t>
            </a:r>
            <a:endParaRPr lang="en-AU" sz="2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4591" y="3493429"/>
            <a:ext cx="1973988" cy="316959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958579" y="3908927"/>
            <a:ext cx="61917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four equally likely outcomes, </a:t>
            </a:r>
          </a:p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(HH)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(HT) = </a:t>
            </a:r>
            <a:r>
              <a:rPr lang="en-AU" sz="2400" dirty="0" err="1" smtClean="0"/>
              <a:t>Pr</a:t>
            </a:r>
            <a:r>
              <a:rPr lang="en-AU" sz="2400" dirty="0" smtClean="0"/>
              <a:t>(TH)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(TT) = ¼ 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90541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6" grpId="0"/>
      <p:bldP spid="2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  <p:sp>
        <p:nvSpPr>
          <p:cNvPr id="14" name="Rectangle 13"/>
          <p:cNvSpPr/>
          <p:nvPr/>
        </p:nvSpPr>
        <p:spPr>
          <a:xfrm>
            <a:off x="8269616" y="2240042"/>
            <a:ext cx="619973" cy="69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201114" y="895488"/>
            <a:ext cx="6188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coin is flipped and a dice is rolled.</a:t>
            </a:r>
          </a:p>
          <a:p>
            <a:r>
              <a:rPr lang="en-AU" sz="2400" b="1" dirty="0" smtClean="0"/>
              <a:t>Draw a tree diagram showing the results.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80109" y="-20052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1</a:t>
            </a:r>
            <a:r>
              <a:rPr lang="en-AU" b="1" dirty="0" smtClean="0"/>
              <a:t>: draw 2 lines for the outcome of the 1</a:t>
            </a:r>
            <a:r>
              <a:rPr lang="en-AU" b="1" baseline="30000" dirty="0" smtClean="0"/>
              <a:t>st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80108" y="626279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2</a:t>
            </a:r>
            <a:r>
              <a:rPr lang="en-AU" b="1" dirty="0" smtClean="0"/>
              <a:t>: draw 12 lines for the outcome of the 2</a:t>
            </a:r>
            <a:r>
              <a:rPr lang="en-AU" b="1" baseline="30000" dirty="0" smtClean="0"/>
              <a:t>nd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1" y="2240042"/>
            <a:ext cx="1616467" cy="36235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58" y="2096519"/>
            <a:ext cx="1896674" cy="4528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1269" y="2009209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611268" y="265554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 4?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109830" y="265331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8" name="Ink 27"/>
              <p14:cNvContentPartPr/>
              <p14:nvPr/>
            </p14:nvContentPartPr>
            <p14:xfrm>
              <a:off x="386194" y="3297136"/>
              <a:ext cx="3259440" cy="1138320"/>
            </p14:xfrm>
          </p:contentPart>
        </mc:Choice>
        <mc:Fallback xmlns="">
          <p:pic>
            <p:nvPicPr>
              <p:cNvPr id="28" name="Ink 2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9714" y="3264726"/>
                <a:ext cx="3278160" cy="1192697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0081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0" grpId="0"/>
      <p:bldP spid="15" grpId="0"/>
      <p:bldP spid="1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269616" y="2240042"/>
            <a:ext cx="619973" cy="69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201114" y="895488"/>
            <a:ext cx="6188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coin is flipped and a dice is rolled.</a:t>
            </a:r>
          </a:p>
          <a:p>
            <a:r>
              <a:rPr lang="en-AU" sz="2400" b="1" dirty="0" smtClean="0"/>
              <a:t>Draw a tree diagram showing the results.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80109" y="-20052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1</a:t>
            </a:r>
            <a:r>
              <a:rPr lang="en-AU" b="1" dirty="0" smtClean="0"/>
              <a:t>: draw 2 lines for the outcome of the 1</a:t>
            </a:r>
            <a:r>
              <a:rPr lang="en-AU" b="1" baseline="30000" dirty="0" smtClean="0"/>
              <a:t>st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80108" y="626279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2</a:t>
            </a:r>
            <a:r>
              <a:rPr lang="en-AU" b="1" dirty="0" smtClean="0"/>
              <a:t>: draw 12 lines for the outcome of the 2</a:t>
            </a:r>
            <a:r>
              <a:rPr lang="en-AU" b="1" baseline="30000" dirty="0" smtClean="0"/>
              <a:t>nd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1" y="2240042"/>
            <a:ext cx="1616467" cy="36235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58" y="2096519"/>
            <a:ext cx="1896674" cy="4528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1269" y="2009209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611268" y="265554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 4?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109830" y="265331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3742" y="333776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a 5?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112304" y="3335543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386914" y="4435456"/>
              <a:ext cx="3181320" cy="1530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77554" y="4417456"/>
                <a:ext cx="3201120" cy="1579680"/>
              </a:xfrm>
              <a:prstGeom prst="rect">
                <a:avLst/>
              </a:prstGeom>
            </p:spPr>
          </p:pic>
        </mc:Fallback>
      </mc:AlternateContent>
      <p:sp>
        <p:nvSpPr>
          <p:cNvPr id="19" name="TextBox 18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18677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269616" y="2240042"/>
            <a:ext cx="619973" cy="69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201114" y="895488"/>
            <a:ext cx="6188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coin is flipped and a dice is rolled.</a:t>
            </a:r>
          </a:p>
          <a:p>
            <a:r>
              <a:rPr lang="en-AU" sz="2400" b="1" dirty="0" smtClean="0"/>
              <a:t>Draw a tree diagram showing the results.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80109" y="-20052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1</a:t>
            </a:r>
            <a:r>
              <a:rPr lang="en-AU" b="1" dirty="0" smtClean="0"/>
              <a:t>: draw 2 lines for the outcome of the 1</a:t>
            </a:r>
            <a:r>
              <a:rPr lang="en-AU" b="1" baseline="30000" dirty="0" smtClean="0"/>
              <a:t>st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80108" y="626279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2</a:t>
            </a:r>
            <a:r>
              <a:rPr lang="en-AU" b="1" dirty="0" smtClean="0"/>
              <a:t>: draw 12 lines for the outcome of the 2</a:t>
            </a:r>
            <a:r>
              <a:rPr lang="en-AU" b="1" baseline="30000" dirty="0" smtClean="0"/>
              <a:t>nd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1" y="2240042"/>
            <a:ext cx="1616467" cy="36235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58" y="2096519"/>
            <a:ext cx="1896674" cy="4528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1269" y="2009209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611268" y="265554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 4?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109830" y="265331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3742" y="333776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a 5?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112304" y="3335543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1022" y="3981874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an even?</a:t>
            </a:r>
            <a:endParaRPr lang="en-A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560808" y="3979650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3/12 = 1/4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367738" y="2884148"/>
              <a:ext cx="2989440" cy="160344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978" y="2849588"/>
                <a:ext cx="3012480" cy="1655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1" name="Ink 10"/>
              <p14:cNvContentPartPr/>
              <p14:nvPr/>
            </p14:nvContentPartPr>
            <p14:xfrm>
              <a:off x="1938154" y="3303976"/>
              <a:ext cx="1390680" cy="220320"/>
            </p14:xfrm>
          </p:contentPart>
        </mc:Choice>
        <mc:Fallback xmlns="">
          <p:pic>
            <p:nvPicPr>
              <p:cNvPr id="11" name="Ink 1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2034" y="3282016"/>
                <a:ext cx="1406520" cy="25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2" name="Ink 11"/>
              <p14:cNvContentPartPr/>
              <p14:nvPr/>
            </p14:nvContentPartPr>
            <p14:xfrm>
              <a:off x="1956154" y="3276976"/>
              <a:ext cx="1387800" cy="848160"/>
            </p14:xfrm>
          </p:contentPart>
        </mc:Choice>
        <mc:Fallback xmlns="">
          <p:pic>
            <p:nvPicPr>
              <p:cNvPr id="12" name="Ink 11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947874" y="3256816"/>
                <a:ext cx="1406520" cy="897480"/>
              </a:xfrm>
              <a:prstGeom prst="rect">
                <a:avLst/>
              </a:prstGeom>
            </p:spPr>
          </p:pic>
        </mc:Fallback>
      </mc:AlternateContent>
      <p:sp>
        <p:nvSpPr>
          <p:cNvPr id="21" name="TextBox 20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243590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269616" y="2240042"/>
            <a:ext cx="619973" cy="69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201114" y="895488"/>
            <a:ext cx="6188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coin is flipped and a dice is rolled.</a:t>
            </a:r>
          </a:p>
          <a:p>
            <a:r>
              <a:rPr lang="en-AU" sz="2400" b="1" dirty="0" smtClean="0"/>
              <a:t>Draw a tree diagram showing the results.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80109" y="-20052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1</a:t>
            </a:r>
            <a:r>
              <a:rPr lang="en-AU" b="1" dirty="0" smtClean="0"/>
              <a:t>: draw 2 lines for the outcome of the 1</a:t>
            </a:r>
            <a:r>
              <a:rPr lang="en-AU" b="1" baseline="30000" dirty="0" smtClean="0"/>
              <a:t>st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80108" y="626279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2</a:t>
            </a:r>
            <a:r>
              <a:rPr lang="en-AU" b="1" dirty="0" smtClean="0"/>
              <a:t>: draw 12 lines for the outcome of the 2</a:t>
            </a:r>
            <a:r>
              <a:rPr lang="en-AU" b="1" baseline="30000" dirty="0" smtClean="0"/>
              <a:t>nd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1" y="2240042"/>
            <a:ext cx="1616467" cy="36235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58" y="2096519"/>
            <a:ext cx="1896674" cy="4528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1269" y="2009209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611268" y="265554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 4?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7104452" y="2491953"/>
                <a:ext cx="646434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4452" y="2491953"/>
                <a:ext cx="646434" cy="7838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4611267" y="3497338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a 5?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7112305" y="3335543"/>
                <a:ext cx="638582" cy="7838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en-AU" sz="2400" b="1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𝟏𝟐</m:t>
                          </m:r>
                        </m:den>
                      </m:f>
                    </m:oMath>
                  </m:oMathPara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12305" y="3335543"/>
                <a:ext cx="638582" cy="7838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4611267" y="438692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an even?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7515584" y="4294073"/>
                <a:ext cx="4145653" cy="6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</m:t>
                        </m:r>
                      </m:num>
                      <m:den>
                        <m:r>
                          <a:rPr lang="en-AU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AU" sz="2400" b="1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</m:den>
                    </m:f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5584" y="4294073"/>
                <a:ext cx="4145653" cy="647357"/>
              </a:xfrm>
              <a:prstGeom prst="rect">
                <a:avLst/>
              </a:prstGeom>
              <a:blipFill>
                <a:blip r:embed="rId6"/>
                <a:stretch>
                  <a:fillRect b="-46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TextBox 20"/>
          <p:cNvSpPr txBox="1"/>
          <p:nvPr/>
        </p:nvSpPr>
        <p:spPr>
          <a:xfrm>
            <a:off x="4611267" y="5163011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less than 3?</a:t>
            </a:r>
            <a:endParaRPr lang="en-AU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7560808" y="5070164"/>
                <a:ext cx="4145653" cy="64735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num>
                      <m:den>
                        <m:r>
                          <a:rPr lang="en-AU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den>
                    </m:f>
                  </m:oMath>
                </a14:m>
                <a:r>
                  <a:rPr lang="en-AU" sz="2400" b="1" dirty="0" smtClean="0">
                    <a:solidFill>
                      <a:srgbClr val="FF0000"/>
                    </a:solidFill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AU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𝟔</m:t>
                        </m:r>
                      </m:den>
                    </m:f>
                  </m:oMath>
                </a14:m>
                <a:endParaRPr lang="en-AU" sz="2400" b="1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0808" y="5070164"/>
                <a:ext cx="4145653" cy="647357"/>
              </a:xfrm>
              <a:prstGeom prst="rect">
                <a:avLst/>
              </a:prstGeom>
              <a:blipFill>
                <a:blip r:embed="rId7"/>
                <a:stretch>
                  <a:fillRect b="-5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" name="Ink 2"/>
              <p14:cNvContentPartPr/>
              <p14:nvPr/>
            </p14:nvContentPartPr>
            <p14:xfrm>
              <a:off x="379354" y="4442296"/>
              <a:ext cx="2985480" cy="106236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5312" y="4414576"/>
                <a:ext cx="3017524" cy="1127520"/>
              </a:xfrm>
              <a:prstGeom prst="rect">
                <a:avLst/>
              </a:prstGeom>
            </p:spPr>
          </p:pic>
        </mc:Fallback>
      </mc:AlternateContent>
      <p:sp>
        <p:nvSpPr>
          <p:cNvPr id="23" name="TextBox 22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534362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8269616" y="2240042"/>
            <a:ext cx="619973" cy="69950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TextBox 4"/>
          <p:cNvSpPr txBox="1"/>
          <p:nvPr/>
        </p:nvSpPr>
        <p:spPr>
          <a:xfrm>
            <a:off x="201114" y="895488"/>
            <a:ext cx="61884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coin is flipped and a dice is rolled.</a:t>
            </a:r>
          </a:p>
          <a:p>
            <a:r>
              <a:rPr lang="en-AU" sz="2400" b="1" dirty="0" smtClean="0"/>
              <a:t>Draw a tree diagram showing the results.</a:t>
            </a:r>
            <a:endParaRPr lang="en-AU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6880109" y="-20052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1</a:t>
            </a:r>
            <a:r>
              <a:rPr lang="en-AU" b="1" dirty="0" smtClean="0"/>
              <a:t>: draw 2 lines for the outcome of the 1</a:t>
            </a:r>
            <a:r>
              <a:rPr lang="en-AU" b="1" baseline="30000" dirty="0" smtClean="0"/>
              <a:t>st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880108" y="626279"/>
            <a:ext cx="54166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Step 2</a:t>
            </a:r>
            <a:r>
              <a:rPr lang="en-AU" b="1" dirty="0" smtClean="0"/>
              <a:t>: draw 12 lines for the outcome of the 2</a:t>
            </a:r>
            <a:r>
              <a:rPr lang="en-AU" b="1" baseline="30000" dirty="0" smtClean="0"/>
              <a:t>nd</a:t>
            </a:r>
            <a:r>
              <a:rPr lang="en-AU" b="1" dirty="0" smtClean="0"/>
              <a:t> event</a:t>
            </a:r>
          </a:p>
          <a:p>
            <a:r>
              <a:rPr lang="en-AU" b="1" dirty="0"/>
              <a:t> </a:t>
            </a:r>
            <a:r>
              <a:rPr lang="en-AU" b="1" dirty="0" smtClean="0"/>
              <a:t>            (ensure they are lined up)</a:t>
            </a:r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91" y="2240042"/>
            <a:ext cx="1616467" cy="362355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458" y="2096519"/>
            <a:ext cx="1896674" cy="45286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11269" y="2009209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15" name="TextBox 14"/>
          <p:cNvSpPr txBox="1"/>
          <p:nvPr/>
        </p:nvSpPr>
        <p:spPr>
          <a:xfrm>
            <a:off x="4611268" y="265554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 4?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7109830" y="265331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613742" y="333776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a 5?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112304" y="3335543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1/12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91022" y="3981874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head and an even?</a:t>
            </a:r>
            <a:endParaRPr lang="en-AU" sz="24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7560808" y="3979650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3/12 = 1/4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91022" y="4688971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less than 3?</a:t>
            </a:r>
            <a:endParaRPr lang="en-AU" sz="24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7560808" y="4686747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>
                <a:solidFill>
                  <a:srgbClr val="FF0000"/>
                </a:solidFill>
              </a:rPr>
              <a:t>2</a:t>
            </a:r>
            <a:r>
              <a:rPr lang="en-AU" sz="2400" b="1" dirty="0" smtClean="0">
                <a:solidFill>
                  <a:srgbClr val="FF0000"/>
                </a:solidFill>
              </a:rPr>
              <a:t>/12 = 1/6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91022" y="546654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 tail and more than 2?</a:t>
            </a:r>
            <a:endParaRPr lang="en-AU" sz="24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7650565" y="5464323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4/12 = 1/3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/>
              <p14:cNvContentPartPr/>
              <p14:nvPr/>
            </p14:nvContentPartPr>
            <p14:xfrm>
              <a:off x="393754" y="4421056"/>
              <a:ext cx="3010680" cy="1821600"/>
            </p14:xfrm>
          </p:contentPart>
        </mc:Choice>
        <mc:Fallback xmlns="">
          <p:pic>
            <p:nvPicPr>
              <p:cNvPr id="9" name="Ink 8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1154" y="4395856"/>
                <a:ext cx="3042000" cy="188532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06576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193330" y="762871"/>
            <a:ext cx="11714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If we toss a coin three times, we can create the following tree diagram to represent the probability of each outcome.</a:t>
            </a:r>
            <a:endParaRPr lang="en-AU" sz="2400" dirty="0"/>
          </a:p>
        </p:txBody>
      </p:sp>
      <p:sp>
        <p:nvSpPr>
          <p:cNvPr id="27" name="TextBox 26"/>
          <p:cNvSpPr txBox="1"/>
          <p:nvPr/>
        </p:nvSpPr>
        <p:spPr>
          <a:xfrm>
            <a:off x="5899105" y="1792865"/>
            <a:ext cx="61917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eight equally likely outcomes, </a:t>
            </a:r>
          </a:p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(HHH)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(HHT) = </a:t>
            </a:r>
            <a:r>
              <a:rPr lang="en-AU" sz="2400" dirty="0" err="1" smtClean="0"/>
              <a:t>Pr</a:t>
            </a:r>
            <a:r>
              <a:rPr lang="en-AU" sz="2400" dirty="0" smtClean="0"/>
              <a:t>(HTH)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(HTT) </a:t>
            </a:r>
          </a:p>
          <a:p>
            <a:pPr algn="ctr"/>
            <a:r>
              <a:rPr lang="en-AU" sz="2400" dirty="0" smtClean="0"/>
              <a:t>= </a:t>
            </a:r>
            <a:r>
              <a:rPr lang="en-AU" sz="2400" dirty="0" err="1" smtClean="0"/>
              <a:t>Pr</a:t>
            </a:r>
            <a:r>
              <a:rPr lang="en-AU" sz="2400" dirty="0" smtClean="0"/>
              <a:t>(THH)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(THT) = </a:t>
            </a:r>
            <a:r>
              <a:rPr lang="en-AU" sz="2400" dirty="0" err="1" smtClean="0"/>
              <a:t>Pr</a:t>
            </a:r>
            <a:r>
              <a:rPr lang="en-AU" sz="2400" dirty="0" smtClean="0"/>
              <a:t>(TTH) = </a:t>
            </a:r>
            <a:r>
              <a:rPr lang="en-AU" sz="2400" dirty="0" err="1" smtClean="0"/>
              <a:t>Pr</a:t>
            </a:r>
            <a:r>
              <a:rPr lang="en-AU" sz="2400" dirty="0" smtClean="0"/>
              <a:t>(TTT) = 1/8  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819" y="1792865"/>
            <a:ext cx="6134006" cy="45929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43323" y="3072384"/>
            <a:ext cx="556477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Because all the outcomes are equally likely, we can just count how many successful ones there are.</a:t>
            </a:r>
            <a:endParaRPr lang="en-AU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6343323" y="4233377"/>
            <a:ext cx="556477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We could also calculate the probability by multiplying along the branches.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212613" y="5206265"/>
                <a:ext cx="5564778" cy="118500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Eg. </a:t>
                </a:r>
                <a:r>
                  <a:rPr lang="en-AU" sz="2400" dirty="0" err="1" smtClean="0"/>
                  <a:t>Pr</a:t>
                </a:r>
                <a:r>
                  <a:rPr lang="en-AU" sz="2400" dirty="0" smtClean="0"/>
                  <a:t>(HHH)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AU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AU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</m:oMath>
                  </m:oMathPara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2613" y="5206265"/>
                <a:ext cx="5564778" cy="1185004"/>
              </a:xfrm>
              <a:prstGeom prst="rect">
                <a:avLst/>
              </a:prstGeom>
              <a:blipFill rotWithShape="0">
                <a:blip r:embed="rId4"/>
                <a:stretch>
                  <a:fillRect t="-41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746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heads?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797314" y="1544296"/>
              <a:ext cx="4652640" cy="20246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92274" y="1506496"/>
                <a:ext cx="4676400" cy="207432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87495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heads?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tails?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851674" y="3539776"/>
              <a:ext cx="4573440" cy="19555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9434" y="3515301"/>
                <a:ext cx="4602240" cy="2014549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699958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heads?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tails?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1532" y="349943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 tails?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30340" y="349720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45554" y="1637176"/>
              <a:ext cx="4536720" cy="19652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4754" y="1603702"/>
                <a:ext cx="4558680" cy="2014911"/>
              </a:xfrm>
              <a:prstGeom prst="rect">
                <a:avLst/>
              </a:prstGeom>
            </p:spPr>
          </p:pic>
        </mc:Fallback>
      </mc:AlternateContent>
      <p:sp>
        <p:nvSpPr>
          <p:cNvPr id="13" name="TextBox 12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583041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heads?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tails?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1532" y="349943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 tails?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30340" y="349720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11532" y="420652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Exactly one tail?</a:t>
            </a:r>
            <a:endParaRPr lang="en-A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250586" y="4241398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3/8 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828994" y="3535816"/>
              <a:ext cx="4646880" cy="109728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7474" y="3515656"/>
                <a:ext cx="4675680" cy="11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7" name="Ink 16"/>
              <p14:cNvContentPartPr/>
              <p14:nvPr/>
            </p14:nvContentPartPr>
            <p14:xfrm>
              <a:off x="848074" y="2392816"/>
              <a:ext cx="4602600" cy="1157040"/>
            </p14:xfrm>
          </p:contentPart>
        </mc:Choice>
        <mc:Fallback xmlns="">
          <p:pic>
            <p:nvPicPr>
              <p:cNvPr id="17" name="Ink 16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842314" y="2365824"/>
                <a:ext cx="4623122" cy="11998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8" name="Ink 17"/>
              <p14:cNvContentPartPr/>
              <p14:nvPr/>
            </p14:nvContentPartPr>
            <p14:xfrm>
              <a:off x="844474" y="1825816"/>
              <a:ext cx="4584240" cy="1753920"/>
            </p14:xfrm>
          </p:contentPart>
        </mc:Choice>
        <mc:Fallback xmlns="">
          <p:pic>
            <p:nvPicPr>
              <p:cNvPr id="18" name="Ink 17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36194" y="1790896"/>
                <a:ext cx="4610880" cy="180000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107103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87" y="1341129"/>
            <a:ext cx="5858924" cy="438649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31779" y="1526765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What is the probability of getting:</a:t>
            </a:r>
            <a:endParaRPr lang="en-AU" sz="2400" b="1" dirty="0"/>
          </a:p>
        </p:txBody>
      </p:sp>
      <p:sp>
        <p:nvSpPr>
          <p:cNvPr id="7" name="TextBox 6"/>
          <p:cNvSpPr txBox="1"/>
          <p:nvPr/>
        </p:nvSpPr>
        <p:spPr>
          <a:xfrm>
            <a:off x="6731778" y="2173096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heads?</a:t>
            </a:r>
            <a:endParaRPr lang="en-AU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9230340" y="2170872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34252" y="285532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Three tails?</a:t>
            </a:r>
            <a:endParaRPr lang="en-AU" sz="24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9232814" y="2853099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11532" y="3499430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No tails?</a:t>
            </a:r>
            <a:endParaRPr lang="en-AU" sz="24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9230340" y="3497206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1/8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11532" y="4206527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Exactly one tail?</a:t>
            </a:r>
            <a:endParaRPr lang="en-AU" sz="2400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9250586" y="4241398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3/8 </a:t>
            </a:r>
            <a:endParaRPr lang="en-AU" sz="2400" b="1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711532" y="4984103"/>
            <a:ext cx="66644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/>
              <a:t>At least one head?</a:t>
            </a:r>
            <a:endParaRPr lang="en-AU" sz="24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9250586" y="4965413"/>
            <a:ext cx="41456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dirty="0" smtClean="0">
                <a:solidFill>
                  <a:srgbClr val="FF0000"/>
                </a:solidFill>
              </a:rPr>
              <a:t>7/8 </a:t>
            </a:r>
            <a:endParaRPr lang="en-AU" sz="2400" b="1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817834" y="1595776"/>
              <a:ext cx="4613760" cy="203652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06674" y="1557616"/>
                <a:ext cx="4642560" cy="209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9" name="Ink 18"/>
              <p14:cNvContentPartPr/>
              <p14:nvPr/>
            </p14:nvContentPartPr>
            <p14:xfrm>
              <a:off x="3855514" y="1840216"/>
              <a:ext cx="1584000" cy="316080"/>
            </p14:xfrm>
          </p:contentPart>
        </mc:Choice>
        <mc:Fallback xmlns="">
          <p:pic>
            <p:nvPicPr>
              <p:cNvPr id="19" name="Ink 18"/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9034" y="1824016"/>
                <a:ext cx="1605240" cy="35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0" name="Ink 19"/>
              <p14:cNvContentPartPr/>
              <p14:nvPr/>
            </p14:nvContentPartPr>
            <p14:xfrm>
              <a:off x="2384194" y="2419816"/>
              <a:ext cx="3017880" cy="544680"/>
            </p14:xfrm>
          </p:contentPart>
        </mc:Choice>
        <mc:Fallback xmlns="">
          <p:pic>
            <p:nvPicPr>
              <p:cNvPr id="20" name="Ink 19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375193" y="2401816"/>
                <a:ext cx="3038042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1" name="Ink 20"/>
              <p14:cNvContentPartPr/>
              <p14:nvPr/>
            </p14:nvContentPartPr>
            <p14:xfrm>
              <a:off x="3921394" y="2960896"/>
              <a:ext cx="1499400" cy="321480"/>
            </p14:xfrm>
          </p:contentPart>
        </mc:Choice>
        <mc:Fallback xmlns="">
          <p:pic>
            <p:nvPicPr>
              <p:cNvPr id="21" name="Ink 20"/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913474" y="2936803"/>
                <a:ext cx="1518120" cy="3678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2" name="Ink 21"/>
              <p14:cNvContentPartPr/>
              <p14:nvPr/>
            </p14:nvContentPartPr>
            <p14:xfrm>
              <a:off x="858154" y="3542296"/>
              <a:ext cx="4611960" cy="1073880"/>
            </p14:xfrm>
          </p:contentPart>
        </mc:Choice>
        <mc:Fallback xmlns="">
          <p:pic>
            <p:nvPicPr>
              <p:cNvPr id="22" name="Ink 21"/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5553" y="3517464"/>
                <a:ext cx="4641122" cy="11296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/>
              <p14:cNvContentPartPr/>
              <p14:nvPr/>
            </p14:nvContentPartPr>
            <p14:xfrm>
              <a:off x="3906994" y="4112896"/>
              <a:ext cx="1566360" cy="294480"/>
            </p14:xfrm>
          </p:contentPart>
        </mc:Choice>
        <mc:Fallback xmlns="">
          <p:pic>
            <p:nvPicPr>
              <p:cNvPr id="23" name="Ink 22"/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93314" y="4101376"/>
                <a:ext cx="1593720" cy="329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/>
              <p14:cNvContentPartPr/>
              <p14:nvPr/>
            </p14:nvContentPartPr>
            <p14:xfrm>
              <a:off x="2305714" y="4629856"/>
              <a:ext cx="3170880" cy="578160"/>
            </p14:xfrm>
          </p:contentPart>
        </mc:Choice>
        <mc:Fallback xmlns="">
          <p:pic>
            <p:nvPicPr>
              <p:cNvPr id="24" name="Ink 23"/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294914" y="4608256"/>
                <a:ext cx="3192120" cy="63360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/>
          <p:cNvSpPr txBox="1"/>
          <p:nvPr/>
        </p:nvSpPr>
        <p:spPr>
          <a:xfrm>
            <a:off x="0" y="-20052"/>
            <a:ext cx="2429041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Daily Review</a:t>
            </a:r>
            <a:endParaRPr lang="en-AU" sz="3200" dirty="0"/>
          </a:p>
        </p:txBody>
      </p:sp>
    </p:spTree>
    <p:extLst>
      <p:ext uri="{BB962C8B-B14F-4D97-AF65-F5344CB8AC3E}">
        <p14:creationId xmlns:p14="http://schemas.microsoft.com/office/powerpoint/2010/main" val="744256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0"/>
            <a:ext cx="3433207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Learning Objective</a:t>
            </a:r>
            <a:endParaRPr lang="en-AU" sz="3200" dirty="0"/>
          </a:p>
        </p:txBody>
      </p:sp>
      <p:sp>
        <p:nvSpPr>
          <p:cNvPr id="7" name="TextBox 6"/>
          <p:cNvSpPr txBox="1"/>
          <p:nvPr/>
        </p:nvSpPr>
        <p:spPr>
          <a:xfrm>
            <a:off x="0" y="2548141"/>
            <a:ext cx="2956373" cy="584775"/>
          </a:xfrm>
          <a:prstGeom prst="homePlate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sz="3200" dirty="0" smtClean="0"/>
              <a:t>Success Criteria</a:t>
            </a:r>
            <a:endParaRPr lang="en-AU" sz="3200" dirty="0"/>
          </a:p>
        </p:txBody>
      </p:sp>
      <p:graphicFrame>
        <p:nvGraphicFramePr>
          <p:cNvPr id="22" name="Table 21"/>
          <p:cNvGraphicFramePr>
            <a:graphicFrameLocks noGrp="1"/>
          </p:cNvGraphicFramePr>
          <p:nvPr>
            <p:extLst/>
          </p:nvPr>
        </p:nvGraphicFramePr>
        <p:xfrm>
          <a:off x="9505808" y="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1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>
            <p:extLst/>
          </p:nvPr>
        </p:nvGraphicFramePr>
        <p:xfrm>
          <a:off x="9505808" y="995680"/>
          <a:ext cx="2686192" cy="7366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686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3527">
                <a:tc>
                  <a:txBody>
                    <a:bodyPr/>
                    <a:lstStyle/>
                    <a:p>
                      <a:r>
                        <a:rPr lang="en-AU" dirty="0" smtClean="0"/>
                        <a:t>CFU 2</a:t>
                      </a:r>
                      <a:endParaRPr lang="en-AU" dirty="0"/>
                    </a:p>
                  </a:txBody>
                  <a:tcPr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What will we learn?</a:t>
                      </a:r>
                    </a:p>
                  </a:txBody>
                  <a:tcP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" name="Content Placeholder 1"/>
          <p:cNvSpPr>
            <a:spLocks noGrp="1"/>
          </p:cNvSpPr>
          <p:nvPr>
            <p:ph sz="half" idx="1"/>
          </p:nvPr>
        </p:nvSpPr>
        <p:spPr>
          <a:xfrm>
            <a:off x="203200" y="795929"/>
            <a:ext cx="8873482" cy="22852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 smtClean="0"/>
              <a:t>I will calculate probabilities from tree diagrams.</a:t>
            </a:r>
            <a:endParaRPr lang="en-AU" dirty="0" smtClean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6498" y="2159553"/>
            <a:ext cx="3058494" cy="3058494"/>
          </a:xfrm>
          <a:prstGeom prst="rect">
            <a:avLst/>
          </a:prstGeom>
        </p:spPr>
      </p:pic>
      <p:sp>
        <p:nvSpPr>
          <p:cNvPr id="14" name="Content Placeholder 1"/>
          <p:cNvSpPr txBox="1">
            <a:spLocks/>
          </p:cNvSpPr>
          <p:nvPr/>
        </p:nvSpPr>
        <p:spPr>
          <a:xfrm>
            <a:off x="214418" y="3467783"/>
            <a:ext cx="10573257" cy="2891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list sample spaces.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calculate probabilities of multiple events.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interpret tree diagrams.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 smtClean="0"/>
              <a:t>I will be able to calculate probabilities of multiple events that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AU" b="1" dirty="0"/>
              <a:t>a</a:t>
            </a:r>
            <a:r>
              <a:rPr lang="en-AU" b="1" dirty="0" smtClean="0"/>
              <a:t>re not equally likely.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118922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4023093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Concept Development</a:t>
            </a:r>
            <a:endParaRPr lang="en-AU" sz="3200" dirty="0"/>
          </a:p>
        </p:txBody>
      </p:sp>
      <p:sp>
        <p:nvSpPr>
          <p:cNvPr id="11" name="TextBox 10"/>
          <p:cNvSpPr txBox="1"/>
          <p:nvPr/>
        </p:nvSpPr>
        <p:spPr>
          <a:xfrm>
            <a:off x="193330" y="762871"/>
            <a:ext cx="117147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If the outcomes are not equally likely, we cannot just count how many successful outcomes there are.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365761" y="1687721"/>
            <a:ext cx="110355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Peach and Mario play a game of golf. Peach’s chance of winning any single game is 3/5. 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458" y="2437719"/>
            <a:ext cx="2190750" cy="6762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1" y="2964508"/>
            <a:ext cx="2768425" cy="373230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06062" y="2549009"/>
            <a:ext cx="69033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two outcomes, Peach wins or Peach loses (Mario wins). However, they are not equally likely.</a:t>
            </a:r>
            <a:endParaRPr lang="en-AU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4106062" y="3683735"/>
            <a:ext cx="69033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(W) = 3/5 and </a:t>
            </a:r>
            <a:r>
              <a:rPr lang="en-AU" sz="2400" dirty="0" err="1" smtClean="0"/>
              <a:t>Pr</a:t>
            </a:r>
            <a:r>
              <a:rPr lang="en-AU" sz="2400" dirty="0" smtClean="0"/>
              <a:t>(L) = 2/5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00391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5" name="TextBox 4"/>
          <p:cNvSpPr txBox="1"/>
          <p:nvPr/>
        </p:nvSpPr>
        <p:spPr>
          <a:xfrm>
            <a:off x="376211" y="924247"/>
            <a:ext cx="11542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Peach and Mario play two games of golf. Peach’s chance of winning any single game is 3/5.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5396496" y="1781207"/>
            <a:ext cx="582080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four outcomes. Peach wins both games, Peach wins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game and loses the 2</a:t>
            </a:r>
            <a:r>
              <a:rPr lang="en-AU" sz="2400" baseline="30000" dirty="0" smtClean="0"/>
              <a:t>nd</a:t>
            </a:r>
            <a:r>
              <a:rPr lang="en-AU" sz="2400" dirty="0"/>
              <a:t>,</a:t>
            </a:r>
            <a:r>
              <a:rPr lang="en-AU" sz="2400" dirty="0" smtClean="0"/>
              <a:t> Peach loses the 1</a:t>
            </a:r>
            <a:r>
              <a:rPr lang="en-AU" sz="2400" baseline="30000" dirty="0" smtClean="0"/>
              <a:t>st</a:t>
            </a:r>
            <a:r>
              <a:rPr lang="en-AU" sz="2400" dirty="0" smtClean="0"/>
              <a:t> game and wins the 2</a:t>
            </a:r>
            <a:r>
              <a:rPr lang="en-AU" sz="2400" baseline="30000" dirty="0" smtClean="0"/>
              <a:t>nd</a:t>
            </a:r>
            <a:r>
              <a:rPr lang="en-AU" sz="2400" dirty="0" smtClean="0"/>
              <a:t> and Peach loses both games. 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010" y="2207951"/>
            <a:ext cx="3607432" cy="53524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867" y="2893853"/>
            <a:ext cx="2997131" cy="381098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469341" y="3716381"/>
                <a:ext cx="6191794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Pr(WW):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9341" y="3716381"/>
                <a:ext cx="6191794" cy="616964"/>
              </a:xfrm>
              <a:prstGeom prst="rect">
                <a:avLst/>
              </a:prstGeom>
              <a:blipFill>
                <a:blip r:embed="rId5"/>
                <a:stretch>
                  <a:fillRect l="-14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517751" y="4516102"/>
                <a:ext cx="6191794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Pr(WL):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751" y="4516102"/>
                <a:ext cx="6191794" cy="616964"/>
              </a:xfrm>
              <a:prstGeom prst="rect">
                <a:avLst/>
              </a:prstGeom>
              <a:blipFill>
                <a:blip r:embed="rId6"/>
                <a:stretch>
                  <a:fillRect l="-14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517751" y="5315823"/>
                <a:ext cx="6191794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err="1" smtClean="0"/>
                  <a:t>Pr</a:t>
                </a:r>
                <a:r>
                  <a:rPr lang="en-AU" sz="2400" dirty="0" smtClean="0"/>
                  <a:t>(LW):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751" y="5315823"/>
                <a:ext cx="6191794" cy="616964"/>
              </a:xfrm>
              <a:prstGeom prst="rect">
                <a:avLst/>
              </a:prstGeom>
              <a:blipFill>
                <a:blip r:embed="rId7"/>
                <a:stretch>
                  <a:fillRect l="-14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517751" y="6036046"/>
                <a:ext cx="6191794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400" dirty="0" smtClean="0"/>
                  <a:t>Pr(LL):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AU" sz="24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 smtClean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7751" y="6036046"/>
                <a:ext cx="6191794" cy="616964"/>
              </a:xfrm>
              <a:prstGeom prst="rect">
                <a:avLst/>
              </a:prstGeom>
              <a:blipFill>
                <a:blip r:embed="rId8"/>
                <a:stretch>
                  <a:fillRect l="-1476"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672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3310182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Skill Development</a:t>
            </a:r>
            <a:endParaRPr lang="en-AU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5592131" y="1505350"/>
            <a:ext cx="5820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eight outcomes: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5961009" y="1899468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Pr(WWW): </a:t>
                </a:r>
                <a:r>
                  <a:rPr lang="en-AU" sz="2400" dirty="0"/>
                  <a:t>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1009" y="1899468"/>
                <a:ext cx="5408023" cy="616964"/>
              </a:xfrm>
              <a:prstGeom prst="rect">
                <a:avLst/>
              </a:prstGeom>
              <a:blipFill>
                <a:blip r:embed="rId3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787196" y="2542119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Pr(WWL):</a:t>
                </a:r>
                <a14:m>
                  <m:oMath xmlns:m="http://schemas.openxmlformats.org/officeDocument/2006/math">
                    <m:r>
                      <a:rPr lang="en-AU" sz="24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196" y="2542119"/>
                <a:ext cx="5408023" cy="616964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5787197" y="3152393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Pr(WLW):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7197" y="3152393"/>
                <a:ext cx="5408023" cy="616964"/>
              </a:xfrm>
              <a:prstGeom prst="rect">
                <a:avLst/>
              </a:prstGeom>
              <a:blipFill>
                <a:blip r:embed="rId5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706516" y="3747009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Pr(WLL):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6516" y="3747009"/>
                <a:ext cx="5408023" cy="616964"/>
              </a:xfrm>
              <a:prstGeom prst="rect">
                <a:avLst/>
              </a:prstGeom>
              <a:blipFill>
                <a:blip r:embed="rId6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376211" y="924247"/>
            <a:ext cx="115423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Peach and Mario play three games of golf. Peach’s chance of winning any single game is 3/5. </a:t>
            </a:r>
            <a:endParaRPr lang="en-AU" sz="24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38" y="1385912"/>
            <a:ext cx="5536163" cy="538704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763865" y="4301397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Pr(LWW):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3865" y="4301397"/>
                <a:ext cx="5408023" cy="616964"/>
              </a:xfrm>
              <a:prstGeom prst="rect">
                <a:avLst/>
              </a:prstGeom>
              <a:blipFill>
                <a:blip r:embed="rId8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68863" y="4887074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Pr(LWL):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863" y="4887074"/>
                <a:ext cx="5408023" cy="616964"/>
              </a:xfrm>
              <a:prstGeom prst="rect">
                <a:avLst/>
              </a:prstGeom>
              <a:blipFill>
                <a:blip r:embed="rId9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668862" y="5551643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Pr(LLW):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8862" y="5551643"/>
                <a:ext cx="5408023" cy="616964"/>
              </a:xfrm>
              <a:prstGeom prst="rect">
                <a:avLst/>
              </a:prstGeom>
              <a:blipFill>
                <a:blip r:embed="rId10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592131" y="6135018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Pr(LLL):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125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131" y="6135018"/>
                <a:ext cx="5408023" cy="616964"/>
              </a:xfrm>
              <a:prstGeom prst="rect">
                <a:avLst/>
              </a:prstGeom>
              <a:blipFill>
                <a:blip r:embed="rId11"/>
                <a:stretch>
                  <a:fillRect b="-8824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113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130629" y="746592"/>
            <a:ext cx="1174089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At Coles, cartons of eggs are inspected for broken shells before they are put on the shelves. The probability a carton of eggs is rejected is 1/10. Two cartons of eggs are inspected.</a:t>
            </a:r>
          </a:p>
          <a:p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(use R for rejected and A for accepted).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that both cartons are rejected.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that one carton is rejected. 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51" y="3189820"/>
            <a:ext cx="3561235" cy="36025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9541" y="409128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1/10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530051" y="53043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r>
              <a:rPr lang="en-AU" dirty="0" smtClean="0"/>
              <a:t>/10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365834" y="3653247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1/10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2310668" y="4460620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r>
              <a:rPr lang="en-AU" dirty="0" smtClean="0"/>
              <a:t>/10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404169" y="5222816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1/10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2349003" y="603018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r>
              <a:rPr lang="en-AU" dirty="0" smtClean="0"/>
              <a:t>/10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2884280" y="3097277"/>
            <a:ext cx="5820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four outcomes.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2837251" y="3609555"/>
                <a:ext cx="5408023" cy="9862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Pr(RR):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lang="en-AU" sz="2400" dirty="0"/>
              </a:p>
              <a:p>
                <a:pPr algn="ctr"/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7251" y="3609555"/>
                <a:ext cx="5408023" cy="9862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2869423" y="4387602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Pr(RA):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69423" y="4387602"/>
                <a:ext cx="5408023" cy="616194"/>
              </a:xfrm>
              <a:prstGeom prst="rect">
                <a:avLst/>
              </a:prstGeom>
              <a:blipFill>
                <a:blip r:embed="rId5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2815195" y="5178001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Pr(AR):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195" y="5178001"/>
                <a:ext cx="5408023" cy="616194"/>
              </a:xfrm>
              <a:prstGeom prst="rect">
                <a:avLst/>
              </a:prstGeom>
              <a:blipFill>
                <a:blip r:embed="rId6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2815195" y="5985012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Pr(AA):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5195" y="5985012"/>
                <a:ext cx="5408023" cy="616194"/>
              </a:xfrm>
              <a:prstGeom prst="rect">
                <a:avLst/>
              </a:prstGeom>
              <a:blipFill>
                <a:blip r:embed="rId7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826393" y="3305279"/>
            <a:ext cx="4284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that both cartons are rejected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(RR) = 1/100.</a:t>
            </a:r>
            <a:endParaRPr lang="en-AU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7745405" y="4922194"/>
            <a:ext cx="4446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c) The probability that one carton is rejected is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(RA)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(AR) </a:t>
            </a:r>
          </a:p>
          <a:p>
            <a:pPr algn="ctr"/>
            <a:r>
              <a:rPr lang="en-AU" sz="2400" b="1" dirty="0" smtClean="0"/>
              <a:t>= 9/100 + 9/100 </a:t>
            </a:r>
          </a:p>
          <a:p>
            <a:pPr algn="ctr"/>
            <a:r>
              <a:rPr lang="en-AU" sz="2400" b="1" dirty="0" smtClean="0"/>
              <a:t>= 18/100 simplified to 9/50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46754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2" grpId="0"/>
      <p:bldP spid="23" grpId="0"/>
      <p:bldP spid="24" grpId="0"/>
      <p:bldP spid="26" grpId="0"/>
      <p:bldP spid="27" grpId="0"/>
      <p:bldP spid="5" grpId="0"/>
      <p:bldP spid="3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spinner numbered 1 to 3 is spun twice. Let T represent the </a:t>
            </a:r>
          </a:p>
          <a:p>
            <a:r>
              <a:rPr lang="en-AU" sz="2400" dirty="0" smtClean="0"/>
              <a:t>spinner lands on 2 and N represent the spinner does not land on 2.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spinning 2 twice.		</a:t>
            </a:r>
            <a:r>
              <a:rPr lang="en-AU" sz="2400" dirty="0"/>
              <a:t>c</a:t>
            </a:r>
            <a:r>
              <a:rPr lang="en-AU" sz="2400" dirty="0" smtClean="0"/>
              <a:t>) Find the probability of spinning 2 once. </a:t>
            </a:r>
          </a:p>
          <a:p>
            <a:r>
              <a:rPr lang="en-AU" sz="2400" dirty="0" smtClean="0"/>
              <a:t>d)   Find the probability of spinning 2 at least once.	e) Find the probability of not spinning 2.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72" y="3039078"/>
            <a:ext cx="3726861" cy="3488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954" y="58688"/>
            <a:ext cx="1818186" cy="17520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486" y="356441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185320" y="43717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2185320" y="535091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2130154" y="6158291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593183" y="3432376"/>
                <a:ext cx="5408023" cy="6169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Pr(TT):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83" y="3432376"/>
                <a:ext cx="5408023" cy="616964"/>
              </a:xfrm>
              <a:prstGeom prst="rect">
                <a:avLst/>
              </a:prstGeom>
              <a:blipFill>
                <a:blip r:embed="rId5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2593182" y="4351926"/>
                <a:ext cx="5408023" cy="615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Pr(TN):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82" y="4351926"/>
                <a:ext cx="5408023" cy="615810"/>
              </a:xfrm>
              <a:prstGeom prst="rect">
                <a:avLst/>
              </a:prstGeom>
              <a:blipFill>
                <a:blip r:embed="rId6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593181" y="5192552"/>
                <a:ext cx="5408023" cy="9851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Pr(NT):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2400" dirty="0"/>
              </a:p>
              <a:p>
                <a:pPr algn="ctr"/>
                <a:endParaRPr lang="en-AU" sz="2400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81" y="5192552"/>
                <a:ext cx="5408023" cy="98514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2593181" y="6085813"/>
                <a:ext cx="5408023" cy="6158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Pr(NN):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3181" y="6085813"/>
                <a:ext cx="5408023" cy="615810"/>
              </a:xfrm>
              <a:prstGeom prst="rect">
                <a:avLst/>
              </a:prstGeom>
              <a:blipFill>
                <a:blip r:embed="rId8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7776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3" grpId="0"/>
      <p:bldP spid="34" grpId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2945880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Guided Practice</a:t>
            </a:r>
            <a:endParaRPr lang="en-AU" sz="3200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678665"/>
            <a:ext cx="1174089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A spinner numbered 1 to 3 is spun twice. Let T represent the </a:t>
            </a:r>
          </a:p>
          <a:p>
            <a:r>
              <a:rPr lang="en-AU" sz="2400" dirty="0" smtClean="0"/>
              <a:t>spinner lands on 2 and N represent the spinner does not land on 2.</a:t>
            </a:r>
            <a:endParaRPr lang="en-AU" sz="2400" dirty="0"/>
          </a:p>
          <a:p>
            <a:pPr marL="457200" indent="-457200">
              <a:buAutoNum type="alphaLcParenR"/>
            </a:pPr>
            <a:r>
              <a:rPr lang="en-AU" sz="2400" dirty="0" smtClean="0"/>
              <a:t>Draw a tree diagram that represents this situation </a:t>
            </a:r>
          </a:p>
          <a:p>
            <a:pPr marL="457200" indent="-457200">
              <a:buAutoNum type="alphaLcParenR"/>
            </a:pPr>
            <a:r>
              <a:rPr lang="en-AU" sz="2400" dirty="0" smtClean="0"/>
              <a:t>Find the probability of spinning 2 twice.		</a:t>
            </a:r>
            <a:r>
              <a:rPr lang="en-AU" sz="2400" dirty="0"/>
              <a:t>c</a:t>
            </a:r>
            <a:r>
              <a:rPr lang="en-AU" sz="2400" dirty="0" smtClean="0"/>
              <a:t>) Find the probability of spinning 2 once. </a:t>
            </a:r>
          </a:p>
          <a:p>
            <a:r>
              <a:rPr lang="en-AU" sz="2400" dirty="0" smtClean="0"/>
              <a:t>d)   Find the probability of spinning 2 at least once.	e) Find the probability of not spinning 2.</a:t>
            </a:r>
            <a:endParaRPr lang="en-AU" sz="24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572" y="3039078"/>
            <a:ext cx="3726861" cy="348854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58954" y="58688"/>
            <a:ext cx="1818186" cy="175207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240486" y="356441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3" name="TextBox 32"/>
          <p:cNvSpPr txBox="1"/>
          <p:nvPr/>
        </p:nvSpPr>
        <p:spPr>
          <a:xfrm>
            <a:off x="2185320" y="43717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4" name="TextBox 33"/>
          <p:cNvSpPr txBox="1"/>
          <p:nvPr/>
        </p:nvSpPr>
        <p:spPr>
          <a:xfrm>
            <a:off x="2185320" y="535091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1/3</a:t>
            </a:r>
            <a:endParaRPr lang="en-AU" dirty="0"/>
          </a:p>
        </p:txBody>
      </p:sp>
      <p:sp>
        <p:nvSpPr>
          <p:cNvPr id="35" name="TextBox 34"/>
          <p:cNvSpPr txBox="1"/>
          <p:nvPr/>
        </p:nvSpPr>
        <p:spPr>
          <a:xfrm>
            <a:off x="2130154" y="6158291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2/3</a:t>
            </a:r>
            <a:endParaRPr lang="en-AU" dirty="0"/>
          </a:p>
        </p:txBody>
      </p:sp>
      <p:sp>
        <p:nvSpPr>
          <p:cNvPr id="36" name="TextBox 35"/>
          <p:cNvSpPr txBox="1"/>
          <p:nvPr/>
        </p:nvSpPr>
        <p:spPr>
          <a:xfrm>
            <a:off x="1851213" y="3412521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(TT) = 1/9</a:t>
            </a:r>
            <a:endParaRPr lang="en-AU" sz="2400" dirty="0"/>
          </a:p>
        </p:txBody>
      </p:sp>
      <p:sp>
        <p:nvSpPr>
          <p:cNvPr id="37" name="TextBox 36"/>
          <p:cNvSpPr txBox="1"/>
          <p:nvPr/>
        </p:nvSpPr>
        <p:spPr>
          <a:xfrm>
            <a:off x="1851212" y="4332071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(TN) = 2/9</a:t>
            </a:r>
            <a:endParaRPr lang="en-AU" sz="2400" dirty="0"/>
          </a:p>
        </p:txBody>
      </p:sp>
      <p:sp>
        <p:nvSpPr>
          <p:cNvPr id="38" name="TextBox 37"/>
          <p:cNvSpPr txBox="1"/>
          <p:nvPr/>
        </p:nvSpPr>
        <p:spPr>
          <a:xfrm>
            <a:off x="1851211" y="5172697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(NT) = 2/9</a:t>
            </a:r>
            <a:endParaRPr lang="en-AU" sz="2400" dirty="0"/>
          </a:p>
        </p:txBody>
      </p:sp>
      <p:sp>
        <p:nvSpPr>
          <p:cNvPr id="39" name="TextBox 38"/>
          <p:cNvSpPr txBox="1"/>
          <p:nvPr/>
        </p:nvSpPr>
        <p:spPr>
          <a:xfrm>
            <a:off x="1851211" y="6065958"/>
            <a:ext cx="54080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err="1" smtClean="0"/>
              <a:t>Pr</a:t>
            </a:r>
            <a:r>
              <a:rPr lang="en-AU" sz="2400" dirty="0" smtClean="0"/>
              <a:t>(NN) = 4/9</a:t>
            </a:r>
            <a:endParaRPr lang="en-AU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5399314" y="2805119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of spinning 2 twice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(TT): 1/9</a:t>
            </a:r>
            <a:endParaRPr lang="en-AU" sz="24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5399314" y="3611372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c</a:t>
            </a:r>
            <a:r>
              <a:rPr lang="en-AU" sz="2400" b="1" dirty="0" smtClean="0"/>
              <a:t>) The probability of spinning 2 once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(TN)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(NT): 2/9 + 2/9 = 4/9</a:t>
            </a:r>
            <a:endParaRPr lang="en-AU" sz="24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5399314" y="4521816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d) The probability of spinning 2 at least once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(TT)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(TN)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(NT)  = 1/9 + 2/9 + 2/9 = 5/9</a:t>
            </a:r>
            <a:endParaRPr lang="en-AU" sz="24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5399314" y="5474539"/>
            <a:ext cx="67926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/>
              <a:t>e</a:t>
            </a:r>
            <a:r>
              <a:rPr lang="en-AU" sz="2400" b="1" dirty="0" smtClean="0"/>
              <a:t>) The probability of not spinning 2 is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(NN) = 4/9</a:t>
            </a:r>
            <a:endParaRPr lang="en-AU" sz="2400" b="1" dirty="0"/>
          </a:p>
        </p:txBody>
      </p:sp>
    </p:spTree>
    <p:extLst>
      <p:ext uri="{BB962C8B-B14F-4D97-AF65-F5344CB8AC3E}">
        <p14:creationId xmlns:p14="http://schemas.microsoft.com/office/powerpoint/2010/main" val="3887248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18" grpId="0"/>
      <p:bldP spid="1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/>
          <p:cNvSpPr txBox="1"/>
          <p:nvPr/>
        </p:nvSpPr>
        <p:spPr>
          <a:xfrm>
            <a:off x="0" y="-20901"/>
            <a:ext cx="3895468" cy="584775"/>
          </a:xfrm>
          <a:prstGeom prst="homePlate">
            <a:avLst/>
          </a:prstGeom>
          <a:solidFill>
            <a:srgbClr val="00206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en-AU" sz="3200" dirty="0" smtClean="0"/>
              <a:t>Independent Practice</a:t>
            </a:r>
            <a:endParaRPr lang="en-AU" sz="32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051" y="3189820"/>
            <a:ext cx="3561235" cy="360256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9541" y="4091288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1/10</a:t>
            </a:r>
            <a:endParaRPr lang="en-AU" dirty="0"/>
          </a:p>
        </p:txBody>
      </p:sp>
      <p:sp>
        <p:nvSpPr>
          <p:cNvPr id="21" name="TextBox 20"/>
          <p:cNvSpPr txBox="1"/>
          <p:nvPr/>
        </p:nvSpPr>
        <p:spPr>
          <a:xfrm>
            <a:off x="530051" y="5304392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r>
              <a:rPr lang="en-AU" dirty="0" smtClean="0"/>
              <a:t>/10</a:t>
            </a:r>
            <a:endParaRPr lang="en-AU" dirty="0"/>
          </a:p>
        </p:txBody>
      </p:sp>
      <p:sp>
        <p:nvSpPr>
          <p:cNvPr id="22" name="TextBox 21"/>
          <p:cNvSpPr txBox="1"/>
          <p:nvPr/>
        </p:nvSpPr>
        <p:spPr>
          <a:xfrm>
            <a:off x="2365834" y="3653247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1/10</a:t>
            </a:r>
            <a:endParaRPr lang="en-AU" dirty="0"/>
          </a:p>
        </p:txBody>
      </p:sp>
      <p:sp>
        <p:nvSpPr>
          <p:cNvPr id="23" name="TextBox 22"/>
          <p:cNvSpPr txBox="1"/>
          <p:nvPr/>
        </p:nvSpPr>
        <p:spPr>
          <a:xfrm>
            <a:off x="2310668" y="4460620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r>
              <a:rPr lang="en-AU" dirty="0" smtClean="0"/>
              <a:t>/10</a:t>
            </a:r>
            <a:endParaRPr lang="en-AU" dirty="0"/>
          </a:p>
        </p:txBody>
      </p:sp>
      <p:sp>
        <p:nvSpPr>
          <p:cNvPr id="24" name="TextBox 23"/>
          <p:cNvSpPr txBox="1"/>
          <p:nvPr/>
        </p:nvSpPr>
        <p:spPr>
          <a:xfrm>
            <a:off x="2404169" y="5222816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1/10</a:t>
            </a:r>
            <a:endParaRPr lang="en-AU" dirty="0"/>
          </a:p>
        </p:txBody>
      </p:sp>
      <p:sp>
        <p:nvSpPr>
          <p:cNvPr id="26" name="TextBox 25"/>
          <p:cNvSpPr txBox="1"/>
          <p:nvPr/>
        </p:nvSpPr>
        <p:spPr>
          <a:xfrm>
            <a:off x="2349003" y="6030189"/>
            <a:ext cx="705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  <a:r>
              <a:rPr lang="en-AU" dirty="0" smtClean="0"/>
              <a:t>/10</a:t>
            </a:r>
            <a:endParaRPr lang="en-AU" dirty="0"/>
          </a:p>
        </p:txBody>
      </p:sp>
      <p:sp>
        <p:nvSpPr>
          <p:cNvPr id="27" name="TextBox 26"/>
          <p:cNvSpPr txBox="1"/>
          <p:nvPr/>
        </p:nvSpPr>
        <p:spPr>
          <a:xfrm>
            <a:off x="2837251" y="3232198"/>
            <a:ext cx="58208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There are four outcomes.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/>
              <p:cNvSpPr txBox="1"/>
              <p:nvPr/>
            </p:nvSpPr>
            <p:spPr>
              <a:xfrm>
                <a:off x="3007368" y="3653247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err="1" smtClean="0"/>
                  <a:t>Pr</a:t>
                </a:r>
                <a:r>
                  <a:rPr lang="en-AU" sz="2400" dirty="0" smtClean="0"/>
                  <a:t>(RR):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8" name="TextBox 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368" y="3653247"/>
                <a:ext cx="5408023" cy="616194"/>
              </a:xfrm>
              <a:prstGeom prst="rect">
                <a:avLst/>
              </a:prstGeom>
              <a:blipFill>
                <a:blip r:embed="rId4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3007368" y="4423307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Pr(RA):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29" name="Text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368" y="4423307"/>
                <a:ext cx="5408023" cy="616194"/>
              </a:xfrm>
              <a:prstGeom prst="rect">
                <a:avLst/>
              </a:prstGeom>
              <a:blipFill>
                <a:blip r:embed="rId5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007368" y="5279221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Pr(AR):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7368" y="5279221"/>
                <a:ext cx="5408023" cy="616194"/>
              </a:xfrm>
              <a:prstGeom prst="rect">
                <a:avLst/>
              </a:prstGeom>
              <a:blipFill>
                <a:blip r:embed="rId6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/>
              <p:cNvSpPr txBox="1"/>
              <p:nvPr/>
            </p:nvSpPr>
            <p:spPr>
              <a:xfrm>
                <a:off x="3054397" y="6034652"/>
                <a:ext cx="5408023" cy="6161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AU" sz="2400" dirty="0" smtClean="0"/>
                  <a:t>Pr(AA):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AU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8</m:t>
                        </m:r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sz="2400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AU" sz="2400" dirty="0"/>
              </a:p>
            </p:txBody>
          </p:sp>
        </mc:Choice>
        <mc:Fallback xmlns="">
          <p:sp>
            <p:nvSpPr>
              <p:cNvPr id="31" name="TextBox 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397" y="6034652"/>
                <a:ext cx="5408023" cy="616194"/>
              </a:xfrm>
              <a:prstGeom prst="rect">
                <a:avLst/>
              </a:prstGeom>
              <a:blipFill>
                <a:blip r:embed="rId7"/>
                <a:stretch>
                  <a:fillRect b="-990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826393" y="3305279"/>
            <a:ext cx="42846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b) The probability that both cartons are rejected is </a:t>
            </a:r>
          </a:p>
          <a:p>
            <a:pPr algn="ctr"/>
            <a:r>
              <a:rPr lang="en-AU" sz="2400" b="1" dirty="0" err="1" smtClean="0"/>
              <a:t>Pr</a:t>
            </a:r>
            <a:r>
              <a:rPr lang="en-AU" sz="2400" b="1" dirty="0" smtClean="0"/>
              <a:t>(RR) = 1/100.</a:t>
            </a:r>
            <a:endParaRPr lang="en-AU" sz="2400" b="1" dirty="0"/>
          </a:p>
        </p:txBody>
      </p:sp>
      <p:sp>
        <p:nvSpPr>
          <p:cNvPr id="32" name="TextBox 31"/>
          <p:cNvSpPr txBox="1"/>
          <p:nvPr/>
        </p:nvSpPr>
        <p:spPr>
          <a:xfrm>
            <a:off x="7745405" y="4922194"/>
            <a:ext cx="44465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b="1" dirty="0" smtClean="0"/>
              <a:t>c) The probability that one carton is rejected is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(RA) + </a:t>
            </a:r>
            <a:r>
              <a:rPr lang="en-AU" sz="2400" b="1" dirty="0" err="1" smtClean="0"/>
              <a:t>Pr</a:t>
            </a:r>
            <a:r>
              <a:rPr lang="en-AU" sz="2400" b="1" dirty="0" smtClean="0"/>
              <a:t>(AR) </a:t>
            </a:r>
          </a:p>
          <a:p>
            <a:pPr algn="ctr"/>
            <a:r>
              <a:rPr lang="en-AU" sz="2400" b="1" dirty="0" smtClean="0"/>
              <a:t>= 9/100 + 9/100 </a:t>
            </a:r>
          </a:p>
          <a:p>
            <a:pPr algn="ctr"/>
            <a:r>
              <a:rPr lang="en-AU" sz="2400" b="1" dirty="0" smtClean="0"/>
              <a:t>= 18/100 = 9/50</a:t>
            </a:r>
            <a:endParaRPr lang="en-AU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465039" y="872599"/>
            <a:ext cx="6215460" cy="83099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AU" sz="2400" dirty="0" err="1" smtClean="0"/>
              <a:t>Mathspace</a:t>
            </a:r>
            <a:r>
              <a:rPr lang="en-AU" sz="2400" dirty="0" smtClean="0"/>
              <a:t> – Year 10 Mainstream Tree Diagrams With Replacement CLASSWORK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340994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1" grpId="0"/>
      <p:bldP spid="22" grpId="0"/>
      <p:bldP spid="23" grpId="0"/>
      <p:bldP spid="24" grpId="0"/>
      <p:bldP spid="26" grpId="0"/>
      <p:bldP spid="27" grpId="0"/>
      <p:bldP spid="5" grpId="0"/>
      <p:bldP spid="3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943</TotalTime>
  <Words>2033</Words>
  <Application>Microsoft Office PowerPoint</Application>
  <PresentationFormat>Widescreen</PresentationFormat>
  <Paragraphs>256</Paragraphs>
  <Slides>21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HarrisdaleSHS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Back! </dc:title>
  <dc:creator>Megan Levitt</dc:creator>
  <cp:lastModifiedBy>YOST Amie [Harrisdale Senior High School]</cp:lastModifiedBy>
  <cp:revision>60</cp:revision>
  <cp:lastPrinted>2019-11-11T06:40:49Z</cp:lastPrinted>
  <dcterms:created xsi:type="dcterms:W3CDTF">2019-11-04T23:32:38Z</dcterms:created>
  <dcterms:modified xsi:type="dcterms:W3CDTF">2021-08-06T03:41:45Z</dcterms:modified>
</cp:coreProperties>
</file>