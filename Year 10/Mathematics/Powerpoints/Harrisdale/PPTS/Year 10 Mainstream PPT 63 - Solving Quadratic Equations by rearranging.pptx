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94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FCB49-B75D-48F9-965E-F5B41389C131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83C16-0E4E-4EED-91E3-77B4695E1C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99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20/09/2021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12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7.png"/><Relationship Id="rId9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57.png"/><Relationship Id="rId9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57.png"/><Relationship Id="rId9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solve quadratic equations by factorising.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4139531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596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(10) and multiply to make the constant (16).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10 and multiplies to make 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3912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0857" y="2819411"/>
            <a:ext cx="3048541" cy="3429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6153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(3) and multiply to make the constant (2).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3 and multiplies to make 2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</a:t>
            </a:r>
            <a:r>
              <a:rPr lang="en-AU" sz="2400" b="1" dirty="0"/>
              <a:t>1</a:t>
            </a:r>
            <a:r>
              <a:rPr lang="en-AU" sz="2400" b="1" dirty="0" smtClean="0"/>
              <a:t>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4720" y="2483058"/>
            <a:ext cx="4074321" cy="3910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0144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881255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5965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(-6) and multiply to make the constant (-16).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-6 and multiplies to make -16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-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5178084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 smtClean="0">
                <a:solidFill>
                  <a:srgbClr val="7030A0"/>
                </a:solidFill>
              </a:rPr>
              <a:t>-</a:t>
            </a:r>
            <a:r>
              <a:rPr lang="en-AU" sz="2400" i="1" dirty="0">
                <a:solidFill>
                  <a:srgbClr val="7030A0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124"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6520" y="2723197"/>
            <a:ext cx="3921893" cy="373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0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" y="878555"/>
                <a:ext cx="3650423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344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(-3) and multiply to make the constant (2).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629400" y="0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0" t="-27500" r="-548" b="-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264160" y="20675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-3 and multiplies to make 2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- </a:t>
            </a:r>
            <a:r>
              <a:rPr lang="en-AU" sz="2400" b="1" dirty="0"/>
              <a:t>1</a:t>
            </a:r>
            <a:r>
              <a:rPr lang="en-AU" sz="2400" b="1" dirty="0" smtClean="0"/>
              <a:t> and -2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289" y="3101836"/>
                <a:ext cx="4964885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64160" y="40558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18" y="4039834"/>
                <a:ext cx="3214983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936" y="4520588"/>
                <a:ext cx="1813560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2402336" y="45014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136" y="4534215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829056" y="4941227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75256" y="4941226"/>
            <a:ext cx="574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i="1" dirty="0">
                <a:solidFill>
                  <a:srgbClr val="7030A0"/>
                </a:solidFill>
              </a:rPr>
              <a:t>+</a:t>
            </a:r>
            <a:r>
              <a:rPr lang="en-AU" sz="2400" i="1" dirty="0" smtClean="0">
                <a:solidFill>
                  <a:srgbClr val="7030A0"/>
                </a:solidFill>
              </a:rPr>
              <a:t>2</a:t>
            </a:r>
            <a:endParaRPr lang="en-AU" sz="2400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76" y="5295457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556" y="5924823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871" t="-5882" r="-3950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56" y="4968625"/>
                <a:ext cx="543560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1124" r="-89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136" y="4947305"/>
                <a:ext cx="54356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124" r="-101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6" y="5339145"/>
                <a:ext cx="1813560" cy="461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000" y="2464419"/>
            <a:ext cx="4386375" cy="40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8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9505808" y="196088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3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</a:t>
                      </a:r>
                      <a:r>
                        <a:rPr lang="en-AU" baseline="0" dirty="0" smtClean="0"/>
                        <a:t> we know if we’ve been successful?</a:t>
                      </a:r>
                      <a:endParaRPr lang="en-AU" dirty="0" smtClean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9505808" y="317500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4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How will we know if we’ve been successful?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7158104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solve quadratic equations </a:t>
            </a:r>
            <a:r>
              <a:rPr lang="en-AU" b="1" dirty="0" smtClean="0"/>
              <a:t>by rearranging and factorising</a:t>
            </a:r>
            <a:r>
              <a:rPr lang="en-AU" b="1" dirty="0" smtClean="0"/>
              <a:t>.</a:t>
            </a:r>
            <a:endParaRPr lang="en-AU" dirty="0" smtClean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49168" y="3635312"/>
            <a:ext cx="10312152" cy="24996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Rearrange quadratic equations.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Factorise </a:t>
            </a:r>
            <a:r>
              <a:rPr lang="en-AU" b="1" dirty="0" err="1" smtClean="0"/>
              <a:t>monic</a:t>
            </a:r>
            <a:r>
              <a:rPr lang="en-AU" b="1" dirty="0" smtClean="0"/>
              <a:t> quadratic expressions with positives and negatives.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Solve quadratic equations using the null factor law.</a:t>
            </a:r>
          </a:p>
        </p:txBody>
      </p:sp>
    </p:spTree>
    <p:extLst>
      <p:ext uri="{BB962C8B-B14F-4D97-AF65-F5344CB8AC3E}">
        <p14:creationId xmlns:p14="http://schemas.microsoft.com/office/powerpoint/2010/main" val="9769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3880" y="1188435"/>
                <a:ext cx="319254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1188435"/>
                <a:ext cx="3192541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7457" t="-23377" b="-50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229986" y="154198"/>
                <a:ext cx="5904372" cy="73866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AU" sz="2400" dirty="0" smtClean="0"/>
                  <a:t>Solving a quadratic equation means working </a:t>
                </a:r>
              </a:p>
              <a:p>
                <a:pPr algn="ctr"/>
                <a:r>
                  <a:rPr lang="en-AU" sz="2400" dirty="0" smtClean="0"/>
                  <a:t>out where the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400" dirty="0" smtClean="0"/>
                  <a:t>intercepts are (where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 smtClean="0"/>
                  <a:t>)</a:t>
                </a:r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986" y="154198"/>
                <a:ext cx="5904372" cy="738664"/>
              </a:xfrm>
              <a:prstGeom prst="rect">
                <a:avLst/>
              </a:prstGeom>
              <a:blipFill rotWithShape="0">
                <a:blip r:embed="rId3"/>
                <a:stretch>
                  <a:fillRect l="-2683" t="-12397" r="-2477" b="-247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54600" y="1696112"/>
            <a:ext cx="615188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As this equation does not equal zero, we need to rearrange it so that it does!</a:t>
            </a:r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5532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-16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588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-16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041266" y="2264212"/>
                <a:ext cx="3053080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266" y="2264212"/>
                <a:ext cx="3053080" cy="47211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843192"/>
                  </p:ext>
                </p:extLst>
              </p:nvPr>
            </p:nvGraphicFramePr>
            <p:xfrm>
              <a:off x="6629400" y="2973705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(-6) and multiply to make the constant (-16).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2: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843192"/>
                  </p:ext>
                </p:extLst>
              </p:nvPr>
            </p:nvGraphicFramePr>
            <p:xfrm>
              <a:off x="6629400" y="2973705"/>
              <a:ext cx="5562600" cy="183388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10" t="-27386" r="-548" b="-66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60960" y="30073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-6 and multiplies to make -16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-</a:t>
            </a:r>
            <a:r>
              <a:rPr lang="en-AU" sz="2400" b="1" dirty="0" smtClean="0"/>
              <a:t>8 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54089" y="4041636"/>
                <a:ext cx="51780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89" y="4041636"/>
                <a:ext cx="5178084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0960" y="49956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−8=0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199136" y="54412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blipFill rotWithShape="0">
                <a:blip r:embed="rId10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90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3" grpId="0"/>
      <p:bldP spid="24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3880" y="1188435"/>
                <a:ext cx="324864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1188435"/>
                <a:ext cx="3248646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7331" t="-23377" b="-50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5532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+3x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588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+3x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110592" y="2218154"/>
                <a:ext cx="2822247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92" y="2218154"/>
                <a:ext cx="2822247" cy="472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6708461"/>
                  </p:ext>
                </p:extLst>
              </p:nvPr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Rearrange the equation so that it equals zero.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2: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and multiply to make the constant.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3: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6708461"/>
                  </p:ext>
                </p:extLst>
              </p:nvPr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3158" r="-548" b="-561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60960" y="30073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</a:t>
            </a:r>
            <a:r>
              <a:rPr lang="en-AU" sz="2400" dirty="0"/>
              <a:t>3</a:t>
            </a:r>
            <a:r>
              <a:rPr lang="en-AU" sz="2400" dirty="0" smtClean="0"/>
              <a:t> and multiplies to make </a:t>
            </a:r>
            <a:r>
              <a:rPr lang="en-AU" sz="2400" dirty="0"/>
              <a:t>2</a:t>
            </a:r>
            <a:endParaRPr lang="en-AU" sz="2400" dirty="0" smtClean="0"/>
          </a:p>
          <a:p>
            <a:r>
              <a:rPr lang="en-AU" sz="2400" dirty="0"/>
              <a:t> </a:t>
            </a:r>
            <a:r>
              <a:rPr lang="en-AU" sz="2400" dirty="0" smtClean="0"/>
              <a:t>             1 </a:t>
            </a:r>
            <a:r>
              <a:rPr lang="en-AU" sz="2400" b="1" dirty="0" smtClean="0"/>
              <a:t>and 2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0960" y="49956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199136" y="54412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3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3880" y="1188435"/>
                <a:ext cx="371031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𝟑𝟎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" y="1188435"/>
                <a:ext cx="3710311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6414" t="-23377" b="-506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5532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+30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588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+30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110592" y="2218154"/>
                <a:ext cx="3283912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92" y="2218154"/>
                <a:ext cx="3283912" cy="472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Rearrange the equation so that it equals zero.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2: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and multiply to make the constant.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3: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3158" r="-548" b="-561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60960" y="30073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-11 and multiplies to make 30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-5 </a:t>
            </a:r>
            <a:r>
              <a:rPr lang="en-AU" sz="2400" b="1" dirty="0" smtClean="0"/>
              <a:t>and -6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54089" y="4041636"/>
                <a:ext cx="539128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−11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+30=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89" y="4041636"/>
                <a:ext cx="5391284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0960" y="49956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199136" y="54412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3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608642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Development/Guided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97393" y="1189130"/>
                <a:ext cx="324864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93" y="1189130"/>
                <a:ext cx="3248646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7129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5532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+4x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9260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+4x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691169" y="1945344"/>
                <a:ext cx="2133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169" y="1945344"/>
                <a:ext cx="2133533" cy="472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Rearrange the equation so that it equals zero.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2: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and multiply to make the constant.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3: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3158" r="-548" b="-561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60960" y="30073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</a:t>
            </a:r>
            <a:r>
              <a:rPr lang="en-AU" sz="2400" dirty="0"/>
              <a:t>4</a:t>
            </a:r>
            <a:r>
              <a:rPr lang="en-AU" sz="2400" dirty="0" smtClean="0"/>
              <a:t> and multiplies to make -5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5 </a:t>
            </a:r>
            <a:r>
              <a:rPr lang="en-AU" sz="2400" b="1" dirty="0" smtClean="0"/>
              <a:t>and -1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−5=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0960" y="49956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199136" y="54412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01040" y="2330892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-5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38320" y="2330892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-5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28885" y="2528220"/>
                <a:ext cx="2822247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885" y="2528220"/>
                <a:ext cx="2822247" cy="47211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51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/>
      <p:bldP spid="2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97393" y="1189130"/>
                <a:ext cx="3248646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3000" dirty="0" smtClean="0">
                    <a:solidFill>
                      <a:schemeClr val="tx1"/>
                    </a:solidFill>
                  </a:rPr>
                  <a:t>Solve</a:t>
                </a:r>
                <a:r>
                  <a:rPr lang="en-AU" sz="3000" b="1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93" y="1189130"/>
                <a:ext cx="3248646" cy="472117"/>
              </a:xfrm>
              <a:prstGeom prst="rect">
                <a:avLst/>
              </a:prstGeom>
              <a:blipFill rotWithShape="0">
                <a:blip r:embed="rId2"/>
                <a:stretch>
                  <a:fillRect l="-7129" t="-21795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5532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+4x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92600" y="1742278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+4x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691169" y="1945344"/>
                <a:ext cx="2133533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169" y="1945344"/>
                <a:ext cx="2133533" cy="47211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1: Rearrange the equation so that it equals zero.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Step 2: Factorise</a:t>
                          </a:r>
                          <a:r>
                            <a:rPr lang="en-AU" b="0" i="0" baseline="0" dirty="0" smtClean="0">
                              <a:latin typeface="+mn-lt"/>
                            </a:rPr>
                            <a:t> the quadratic equation by finding a pair of numbers that add to make the coefficient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 smtClean="0">
                              <a:latin typeface="+mn-lt"/>
                            </a:rPr>
                            <a:t> and multiply to make the constant.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dirty="0" smtClean="0">
                              <a:latin typeface="+mn-lt"/>
                            </a:rPr>
                            <a:t>Step 3: Set the factorise</a:t>
                          </a:r>
                          <a:r>
                            <a:rPr lang="en-AU" baseline="0" dirty="0" smtClean="0">
                              <a:latin typeface="+mn-lt"/>
                            </a:rPr>
                            <a:t>d equation equal to zero and solve using the null factor law.</a:t>
                          </a:r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629400" y="0"/>
              <a:ext cx="5562600" cy="2108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5626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Steps: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0" t="-23158" r="-548" b="-561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9" name="TextBox 38"/>
          <p:cNvSpPr txBox="1"/>
          <p:nvPr/>
        </p:nvSpPr>
        <p:spPr>
          <a:xfrm>
            <a:off x="60960" y="3007360"/>
            <a:ext cx="66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1: Adds to make </a:t>
            </a:r>
            <a:r>
              <a:rPr lang="en-AU" sz="2400" dirty="0"/>
              <a:t>4</a:t>
            </a:r>
            <a:r>
              <a:rPr lang="en-AU" sz="2400" dirty="0" smtClean="0"/>
              <a:t> and multiplies to make -5</a:t>
            </a:r>
          </a:p>
          <a:p>
            <a:r>
              <a:rPr lang="en-AU" sz="2400" dirty="0"/>
              <a:t> </a:t>
            </a:r>
            <a:r>
              <a:rPr lang="en-AU" sz="2400" dirty="0" smtClean="0"/>
              <a:t>             5 </a:t>
            </a:r>
            <a:r>
              <a:rPr lang="en-AU" sz="2400" b="1" dirty="0" smtClean="0"/>
              <a:t>and -1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−5=</m:t>
                      </m:r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89" y="4041636"/>
                <a:ext cx="496488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60960" y="4995681"/>
            <a:ext cx="668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Step </a:t>
            </a:r>
            <a:r>
              <a:rPr lang="en-AU" sz="2400" dirty="0"/>
              <a:t>2</a:t>
            </a:r>
            <a:r>
              <a:rPr lang="en-AU" sz="2400" dirty="0" smtClean="0"/>
              <a:t>: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3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AU" sz="3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518" y="4979634"/>
                <a:ext cx="3214983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36" y="5460388"/>
                <a:ext cx="1813560" cy="461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2199136" y="5441299"/>
            <a:ext cx="64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OR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36" y="5474015"/>
                <a:ext cx="1813560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The two solutions are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=−5 </m:t>
                    </m:r>
                  </m:oMath>
                </a14:m>
                <a:r>
                  <a:rPr lang="en-AU" sz="2400" dirty="0" smtClean="0"/>
                  <a:t>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sz="2400" dirty="0" smtClean="0"/>
                  <a:t> .</a:t>
                </a:r>
                <a:endParaRPr lang="en-AU" sz="2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86" y="5949726"/>
                <a:ext cx="2933700" cy="830997"/>
              </a:xfrm>
              <a:prstGeom prst="rect">
                <a:avLst/>
              </a:prstGeom>
              <a:blipFill rotWithShape="0">
                <a:blip r:embed="rId9"/>
                <a:stretch>
                  <a:fillRect l="-1660" t="-5882" r="-3942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01040" y="2330892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-5</a:t>
            </a:r>
            <a:endParaRPr lang="en-AU" b="1" dirty="0">
              <a:solidFill>
                <a:srgbClr val="7030A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38320" y="2330892"/>
            <a:ext cx="89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-5</a:t>
            </a:r>
            <a:endParaRPr lang="en-AU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28885" y="2528220"/>
                <a:ext cx="2822247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3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885" y="2528220"/>
                <a:ext cx="2822247" cy="47211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78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1618</Words>
  <Application>Microsoft Office PowerPoint</Application>
  <PresentationFormat>Widescreen</PresentationFormat>
  <Paragraphs>203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141</cp:revision>
  <cp:lastPrinted>2017-04-18T22:41:05Z</cp:lastPrinted>
  <dcterms:created xsi:type="dcterms:W3CDTF">2017-01-28T08:32:28Z</dcterms:created>
  <dcterms:modified xsi:type="dcterms:W3CDTF">2021-09-20T02:13:45Z</dcterms:modified>
</cp:coreProperties>
</file>