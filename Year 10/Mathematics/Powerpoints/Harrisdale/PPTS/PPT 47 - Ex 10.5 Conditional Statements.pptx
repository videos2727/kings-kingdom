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2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3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4.xml" ContentType="application/vnd.openxmlformats-officedocument.presentationml.notesSlide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6"/>
  </p:notesMasterIdLst>
  <p:handoutMasterIdLst>
    <p:handoutMasterId r:id="rId17"/>
  </p:handoutMasterIdLst>
  <p:sldIdLst>
    <p:sldId id="448" r:id="rId2"/>
    <p:sldId id="527" r:id="rId3"/>
    <p:sldId id="528" r:id="rId4"/>
    <p:sldId id="529" r:id="rId5"/>
    <p:sldId id="530" r:id="rId6"/>
    <p:sldId id="531" r:id="rId7"/>
    <p:sldId id="449" r:id="rId8"/>
    <p:sldId id="526" r:id="rId9"/>
    <p:sldId id="518" r:id="rId10"/>
    <p:sldId id="532" r:id="rId11"/>
    <p:sldId id="520" r:id="rId12"/>
    <p:sldId id="539" r:id="rId13"/>
    <p:sldId id="534" r:id="rId14"/>
    <p:sldId id="273" r:id="rId15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40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4:24:09.879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525C51E1-CEE2-4E64-9C2F-B95A77A8B65C}" emma:medium="tactile" emma:mode="ink">
          <msink:context xmlns:msink="http://schemas.microsoft.com/ink/2010/main" type="writingRegion" rotatedBoundingBox="1915,7345 3402,7421 3371,8029 1884,7953"/>
        </emma:interpretation>
      </emma:emma>
    </inkml:annotationXML>
    <inkml:traceGroup>
      <inkml:annotationXML>
        <emma:emma xmlns:emma="http://www.w3.org/2003/04/emma" version="1.0">
          <emma:interpretation id="{0C8919BF-38A3-442E-8B5F-B1FC00425633}" emma:medium="tactile" emma:mode="ink">
            <msink:context xmlns:msink="http://schemas.microsoft.com/ink/2010/main" type="paragraph" rotatedBoundingBox="1915,7345 3402,7421 3371,8029 1884,795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82DC8A5-CBE5-4168-8CC7-405C41910E5E}" emma:medium="tactile" emma:mode="ink">
              <msink:context xmlns:msink="http://schemas.microsoft.com/ink/2010/main" type="line" rotatedBoundingBox="1915,7345 3402,7421 3371,8029 1884,7953"/>
            </emma:interpretation>
          </emma:emma>
        </inkml:annotationXML>
        <inkml:traceGroup>
          <inkml:annotationXML>
            <emma:emma xmlns:emma="http://www.w3.org/2003/04/emma" version="1.0">
              <emma:interpretation id="{2E5D492D-656C-4595-8075-5B4935B00C6A}" emma:medium="tactile" emma:mode="ink">
                <msink:context xmlns:msink="http://schemas.microsoft.com/ink/2010/main" type="inkWord" rotatedBoundingBox="1915,7345 3402,7421 3371,8029 1884,7953"/>
              </emma:interpretation>
              <emma:one-of disjunction-type="recognition" id="oneOf0">
                <emma:interpretation id="interp0" emma:lang="en-AU" emma:confidence="0">
                  <emma:literal>M=z</emma:literal>
                </emma:interpretation>
                <emma:interpretation id="interp1" emma:lang="en-AU" emma:confidence="0">
                  <emma:literal>hi-2</emma:literal>
                </emma:interpretation>
                <emma:interpretation id="interp2" emma:lang="en-AU" emma:confidence="0">
                  <emma:literal>Mezz</emma:literal>
                </emma:interpretation>
                <emma:interpretation id="interp3" emma:lang="en-AU" emma:confidence="0">
                  <emma:literal>pi-2</emma:literal>
                </emma:interpretation>
                <emma:interpretation id="interp4" emma:lang="en-AU" emma:confidence="0">
                  <emma:literal>Mozz</emma:literal>
                </emma:interpretation>
              </emma:one-of>
            </emma:emma>
          </inkml:annotationXML>
          <inkml:trace contextRef="#ctx0" brushRef="#br0">-2 599 633,'0'0'28,"0"0"6,0 0-34,0 0 0,0 0 0,0 0 0,0 0 184,0 0 31,0-5 5,0-9 2,6-1-112,-6 1-22,0 14-5,0-15-1,0 0-15,11-4-3,-11-1-1,5-4 0,1 4-19,5 1-3,-6 4-1,6 1 0,-5-6-24,-1 1-4,1-1-2,5-4 0,0-1 4,5 1 1,-10 0 0,10-1 0,-10 1-15,4 4 0,-4 1 0,5-5 0,0 4 0,0 1-16,-11 4 3,5 0 1,1 1 12,-1 4 0,-5 0 0,6 0 0,-1 1 0,-5 9 0,0 0 0,0 0 0,0 0 0,0 0 0,0 0 0,0 0 0,0 0 0,0 0 0,0 0 0,0 0 0,11 9 0,-11 1 0,6 5 0,5-1 0,-11 1 0,5 5 0,1-6 0,-1 6 0,1-6 0,-1 6 0,-5-1 0,11 1 0,-11-10 0,6 4 0,-1 6 0,1-1 0,5 1 0,-11-6 0,10 6 0,-10-6 0,17 1 0,-17-5 0,5 0 0,6-1-9,-5-4 18,-6-5 4,16-5 1,-16 5 0,0 0-14,6 0-16,5-5 3,0 1 1,0-1 12,-6-5 0,6 5 0,0-10 0,-5 6 0,-1-1 0,1-5 0,5 6 0,-11-1 0,5 0 0,1 0 0,-6 1 0,5 4-10,-5 5-6,0-10 0,0 10-1,0 0-40,0 0-8,5-10-2,-5 10 0,0 0-33,0 0-8,0 0 0,0 0-1,0 0 19,0 0 4,0 0 1,0 0 0,0 0 44,6-10 9,-6 10 1,0 0 1,0 0 30,0 0 0,0 0 13,0 0-4,0 0 31,0 0 5,0 0 2,0 0 0,0 0 2,0 0 1,0 0 0,0 0 0,0 0 7,0 0 2,0 0 0,0 0 0,0 0 1,0 0 0,0 0 0,0 0 0,0 0-2,0 0 0,0 0 0,0 0 0,0 0-18,0 0-4,0 0-1,0 0 0,0 0-7,0 0-2,0 0 0,0 0 0,11 10-41,-11 0-8,5 5-1,6-1-1,-11-4 45,6 5 8,5-6 3,-6 1 0,1 5-50,-6-1-9,11-4-3,-11-10 0,0 0 50,0 0 9,5 10 3,1 4 0,-1 1-51,-5-15-9,0 0-3,0 0 0,11 10-58,-11-10-12,0 0-2</inkml:trace>
          <inkml:trace contextRef="#ctx0" brushRef="#br0" timeOffset="321.2052">695 175 1094,'0'0'97,"0"0"-77,0 0-20,0 0 0,0 0 93,0 0 15,0 0 4,0 0 0,0 0-12,11 0-1,-6-5-1,6 0 0,0 5-46,6-4-10,-6-1-2,0 0 0,5 0-19,-5 0-4,0 5-1,6-5 0,-7 5-16,1-5 0,0 5 0,6-5 0,-12 5-51,6-4-13,0-1-4,-11 5-776</inkml:trace>
          <inkml:trace contextRef="#ctx0" brushRef="#br0" timeOffset="534.207">750 360 1497,'5'20'66,"-5"-20"14,0 0-64,0 0-16,0 0 0,11 0 0,6-5 108,5 5 19,-22 0 3,11 0 1,0-5-50,5 0-9,-5 0-3,11 1 0,-17 4-40,6-5-8,0 0-1,6 0-1,-1-5-19,-5 5-17,11 0 3,-5 1-656,-12-1-131</inkml:trace>
          <inkml:trace contextRef="#ctx0" brushRef="#br0" timeOffset="935.9455">1156 185 288,'0'0'12,"0"0"4,11-10-16,-1 5 0,1 0 0,11-4 0,-16 4 339,5 0 65,11 5 12,-11-5 4,5 0-280,1 0-56,-6 5-12,0 0-1,0 0-43,5 5-9,-16-5-2,11 10 0,-6 0-17,6-1 10,-5 1-10,-1 10 8,-5-1-8,-5 1-14,-1 4 3,1-4 1,-6 4-38,0-5-7,0 11-1,0-1-1,0-5-9,6 1-2,-17-1 0,11-4 0,5-6 33,-5-4 7,6 5 0,-12-11 1,17-4 11,-11 5 3,11-5 0,0 0 0,0 0 37,0 0 7,0 0 1,0 0 1,0 0-1,0 0-1,0 0 0,0 0 0,0 0 45,0 0 8,11 0 3,6-5 0,-6 1-37,0-1-7,5 10-2,1-10 0,-1-5 5,6 5 1,-16-5 0,10 5 0,6 5-33,-6-4-6,6 4-8,-5 0 11,-6-5-51,5 5-11,6-5-1,-22 5-621,6-5-124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4:29:11.511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  <inkml:brush xml:id="br1">
      <inkml:brushProperty name="width" value="0.03528" units="cm"/>
      <inkml:brushProperty name="height" value="0.03528" units="cm"/>
      <inkml:brushProperty name="fitToCurve" value="1"/>
    </inkml:brush>
    <inkml:brush xml:id="br2">
      <inkml:brushProperty name="width" value="0.03528" units="cm"/>
      <inkml:brushProperty name="height" value="0.03528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D1D325C0-FBE5-45AF-9D3B-93C94F66799B}" emma:medium="tactile" emma:mode="ink">
          <msink:context xmlns:msink="http://schemas.microsoft.com/ink/2010/main" type="writingRegion" rotatedBoundingBox="4438,9758 9081,10042 9031,10864 4388,10581"/>
        </emma:interpretation>
      </emma:emma>
    </inkml:annotationXML>
    <inkml:traceGroup>
      <inkml:annotationXML>
        <emma:emma xmlns:emma="http://www.w3.org/2003/04/emma" version="1.0">
          <emma:interpretation id="{9248272C-DFD3-4C83-9644-F23BCB20F834}" emma:medium="tactile" emma:mode="ink">
            <msink:context xmlns:msink="http://schemas.microsoft.com/ink/2010/main" type="paragraph" rotatedBoundingBox="4438,9758 9081,10042 9031,10864 4388,1058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E2D36E0-E9B4-458A-AD07-6D081F6B4816}" emma:medium="tactile" emma:mode="ink">
              <msink:context xmlns:msink="http://schemas.microsoft.com/ink/2010/main" type="line" rotatedBoundingBox="4438,9758 9081,10042 9031,10864 4388,10581"/>
            </emma:interpretation>
          </emma:emma>
        </inkml:annotationXML>
        <inkml:traceGroup>
          <inkml:annotationXML>
            <emma:emma xmlns:emma="http://www.w3.org/2003/04/emma" version="1.0">
              <emma:interpretation id="{2F455632-FC03-46E5-A74A-B2EC8A85174E}" emma:medium="tactile" emma:mode="ink">
                <msink:context xmlns:msink="http://schemas.microsoft.com/ink/2010/main" type="inkWord" rotatedBoundingBox="4537,9734 5395,10273 5055,10815 4197,10276"/>
              </emma:interpretation>
              <emma:one-of disjunction-type="recognition" id="oneOf0">
                <emma:interpretation id="interp0" emma:lang="en-AU" emma:confidence="0">
                  <emma:literal>42</emma:literal>
                </emma:interpretation>
                <emma:interpretation id="interp1" emma:lang="en-AU" emma:confidence="0">
                  <emma:literal>t12</emma:literal>
                </emma:interpretation>
                <emma:interpretation id="interp2" emma:lang="en-AU" emma:confidence="0">
                  <emma:literal>tl2</emma:literal>
                </emma:interpretation>
                <emma:interpretation id="interp3" emma:lang="en-AU" emma:confidence="0">
                  <emma:literal>(12</emma:literal>
                </emma:interpretation>
                <emma:interpretation id="interp4" emma:lang="en-AU" emma:confidence="0">
                  <emma:literal>tI2</emma:literal>
                </emma:interpretation>
              </emma:one-of>
            </emma:emma>
          </inkml:annotationXML>
          <inkml:trace contextRef="#ctx0" brushRef="#br0">-3603-416 518,'-11'-14'23,"11"14"5,-6-5-28,6 5 0,0-10 0,0 5 0,0 5 174,-11-5 30,11 5 5,0 0 2,0 0-75,0 0-14,0 0-3,0 0-1,0 0-35,0 0-7,0 0-2,0 0 0,0 0-29,-10 10-5,4-5-2,1 9 0,-1-4-22,6 5-4,0 4 0,0 1-1,-5-1 1,5 1 0,-6 4 0,6 1 0,-5 9-12,5-10 0,5 5 0,-5 1 0,0-1-8,0 0-4,6 0-1,-6-4 0,5-1 4,-5 5 1,6-9 0,-1-1 0,1 6 0,4-16 0,1 1 0,-11-10 0,0 10 8,0-10 0,11 5-9,6 0 9,-17-5 0,11 0 0,0 0 10,0-5-10,0-5 0,5 5 0,-10 0 0,10 0-12,-5 1 12,0-1 0,-11 5 0,17-10 0,-7 10 8,7-5-8,-17 5 0,11-5 0,0 5 28,-11 0 0,0 0-1,11-5 0,-11 5-75,0 0-16,16 0-2,-16 0-1</inkml:trace>
          <inkml:trace contextRef="#ctx0" brushRef="#br0" timeOffset="275.3205">-3482-240 1900,'0'0'42,"0"0"9,0 0 1,0 0 1,0 0-42,0 0-11,0 0 0,0 0 0,0 0 66,0 0 11,0 0 3,0 0 0,0 0-64,0 14-16,0 1 0,5 4 0,-5 6 34,6-1 4,-6 1 1,5-1 0,0 5-31,1 0-8,-1 1 0,1 4 0,-1-5 0,1 0 0,5 1 0,-11-6 0,0 0 0,5 1 0,1 4-8,-1-10 8,6-4-53,-11-5-6,0-1-1,0-9-908</inkml:trace>
          <inkml:trace contextRef="#ctx0" brushRef="#br0" timeOffset="760.3173">-3345-231 633,'0'0'56,"0"0"-44,0 0-12,0 0 0,5-9 200,-5-1 37,0 10 8,6-5 2,-1-5-101,-5 1-20,6-6-4,5 5-1,0 0-45,0 1-10,-1 4-2,1 0 0,6 0 0,-6 0 0,0 0 0,0 5 0,5 0-22,1 5-5,-1-5-1,1 5 0,-6 5-6,0-5-2,5 4 0,-16 1 0,16 0-28,-5 5 0,6-1 0,-12 1-10,6 4 10,-5-4 0,-6 4 0,5 6 0,1 4 0,-6 0 9,0-4-9,-6 9 0,6-5 0,-5 5 0,-6 0 0,5-9-9,1-1-10,-1 0-1,-10-9-1,5 0 0,5-1-3,1-4-1,-6 0 0,0-5 0,-5-5 9,5 0 1,-6 0 1,6-5 0,0 0 14,6-5-12,-6 0 12,0 6-12,0-6 12,5 0 0,1 0 0,-1 1-9,6 9 9,0 0 11,0-10-3,0 10 0,6-15-8,-6 15 0,11-5 0,0-4 0,0 4 47,5 0 4,1 0 1,-1 5 0,-16 0-32,17 0-7,-1 0-1,6 5 0,-11 0 27,16-5 5,-10 9 0,5-4 1,0 5-33,-6 0-12,1-5 0,-1 0 9,6-1-9,-6 6 0,6-5 0,-5 0 8,-6 0-37,5-5-8,1 5-2,-6-5-776,0 5-155</inkml:trace>
        </inkml:traceGroup>
        <inkml:traceGroup>
          <inkml:annotationXML>
            <emma:emma xmlns:emma="http://www.w3.org/2003/04/emma" version="1.0">
              <emma:interpretation id="{E51666D2-72DA-42A0-9A91-706373FC2766}" emma:medium="tactile" emma:mode="ink">
                <msink:context xmlns:msink="http://schemas.microsoft.com/ink/2010/main" type="inkWord" rotatedBoundingBox="6743,10107 6747,10693 6384,10695 6380,10110"/>
              </emma:interpretation>
              <emma:one-of disjunction-type="recognition" id="oneOf1">
                <emma:interpretation id="interp5" emma:lang="en-AU" emma:confidence="0">
                  <emma:literal>8</emma:literal>
                </emma:interpretation>
                <emma:interpretation id="interp6" emma:lang="en-AU" emma:confidence="0">
                  <emma:literal>9</emma:literal>
                </emma:interpretation>
                <emma:interpretation id="interp7" emma:lang="en-AU" emma:confidence="0">
                  <emma:literal>g</emma:literal>
                </emma:interpretation>
                <emma:interpretation id="interp8" emma:lang="en-AU" emma:confidence="0">
                  <emma:literal>G</emma:literal>
                </emma:interpretation>
                <emma:interpretation id="interp9" emma:lang="en-AU" emma:confidence="0">
                  <emma:literal>O</emma:literal>
                </emma:interpretation>
              </emma:one-of>
            </emma:emma>
          </inkml:annotationXML>
          <inkml:trace contextRef="#ctx0" brushRef="#br1" timeOffset="12164.3653">-1371-26 633,'0'-10'56,"0"1"-44,0 9-12,-6-5 0,6-5 240,-5-5 45,-6-4 10,6 4 1,-1 1-112,1 4-24,-6 0-4,5 0 0,6 1-61,-11-1-12,6 0-3,-6 0 0,-11 1-41,11 4-9,-6 0-2,6 5 0,-5 0-8,-6 5-3,0 0 0,6 4 0,-1-4-17,1 5-17,-1 5 3,1-1 1,5 1-15,0 0-4,0-1 0,0 6 0,5-1 12,6 1 3,-5-6 0,5 1 0,0 0-2,5-1 0,6-4 0,-5 5 0,-1-6 19,6 6 0,0-10 8,6 0-8,5 9 0,-6-4 0,6 0 0,-5 0-10,4-1 10,1 1 0,0-5 0,-5 5 0,-6-5 0,11-1 0,-17 6 0,12 0 8,-6 0-8,5-1 0,-10 1 0,-6 0 0,5 4 0,0-4 8,-5 5-8,-5-1 8,-6 1-8,0 0 8,6-1-8,-1 1 8,1-5-8,-6-1-16,0 6 4,0-10 0,0 0 12,-6-5 12,6-5-2,0 0-1,-5 0-9,5 0-12,0 0 2,-5 1 1,10-6 9,-5 0 12,11-5-2,0 1-1,-5-6-9,5 1 0,5 4 0,1-4 8,-1-1 12,-5-4 1,6 0 1,4-1 0,7-4 10,-1 5 3,1-6 0,-1 1 0,6-5-10,-5 5-1,-12 4-1,6 1 0,6 4-23,-1 1 0,-5-1 0,0 6 0,0-1-128,0 5-29,0 1-7</inkml:trace>
        </inkml:traceGroup>
        <inkml:traceGroup>
          <inkml:annotationXML>
            <emma:emma xmlns:emma="http://www.w3.org/2003/04/emma" version="1.0">
              <emma:interpretation id="{FD2A7226-1505-4FAD-A6BF-8190BD26A2F2}" emma:medium="tactile" emma:mode="ink">
                <msink:context xmlns:msink="http://schemas.microsoft.com/ink/2010/main" type="inkWord" rotatedBoundingBox="8123,9983 9081,10042 9031,10864 8073,10806"/>
              </emma:interpretation>
              <emma:one-of disjunction-type="recognition" id="oneOf2">
                <emma:interpretation id="interp10" emma:lang="en-AU" emma:confidence="0">
                  <emma:literal>25</emma:literal>
                </emma:interpretation>
                <emma:interpretation id="interp11" emma:lang="en-AU" emma:confidence="0">
                  <emma:literal>is</emma:literal>
                </emma:interpretation>
                <emma:interpretation id="interp12" emma:lang="en-AU" emma:confidence="0">
                  <emma:literal>2s</emma:literal>
                </emma:interpretation>
                <emma:interpretation id="interp13" emma:lang="en-AU" emma:confidence="0">
                  <emma:literal>2's</emma:literal>
                </emma:interpretation>
                <emma:interpretation id="interp14" emma:lang="en-AU" emma:confidence="0">
                  <emma:literal>n's</emma:literal>
                </emma:interpretation>
              </emma:one-of>
            </emma:emma>
          </inkml:annotationXML>
          <inkml:trace contextRef="#ctx0" brushRef="#br2" timeOffset="5955.018">5 213 460,'0'0'20,"0"0"5,0 0-25,0-10 0,-5-4 0,5-1 0,0 15 260,0-10 46,11-9 10,-6 4 1,1 1-175,5-1-35,-6 5-7,12-4-2,-1-1-41,1-5-8,-6 11-1,5-1-1,12 0-10,-7 0-1,-4 10-1,5-4 0,-6 4-13,1 0-2,-6 4-1,5 1 0,1 0 6,-6 5 2,0 0 0,0 4 0,-6 1-35,6 4-8,-11-4 0,5 5-1,1-1 17,-6 1 0,-6 4 0,6 0 0,0-4-20,-5-1-8,-6 10 0,0 1-1,6-6-44,-1 0-9,-5 1-2,0-6 0,0 6 59,6-6 11,5 1 2,-11-6 1,0-4-2,5 5-1,6-15 0,-11 5 0,11-5 14,0 0 0,0 0 0,0 0 0,0 0 20,0 0 1,0 0 0,0 0 0,0 0 22,0 0 4,0 0 1,0 0 0,11-5 2,0 5 1,-5-10 0,5 5 0,0 0-1,0 0 0,0 0 0,5 1 0,-5 4-20,5-5-4,6 0-1,-5 0 0,-6 5-15,5-5-10,1 5 12,-1 0-12,-5-5 0,6 0 0,-1 5 0,-5 0 0,5 0-37,1-5-8,-6 1-2,-6 4 0,12-5-181,-12-5-36</inkml:trace>
          <inkml:trace contextRef="#ctx0" brushRef="#br2" timeOffset="6321.385">548-45 1324,'0'0'118,"0"0"-94,0 0-24,0 0 0,0 0 120,0 0 19,0 0 4,0 0 1,11-15-16,-5 5-2,5 1-1,-6-1 0,6 0-43,-5 0-9,5 1-1,5-1-1,-10 0-35,5 0-6,0 1-2,0-1 0,0 0 1,5-5 0,-5 6 0,5-1 0,-5 0 5,0 0 1,0 1 0,0-1 0,-5 5-75,5-5-14,-6 1-3,6-1-1,-5 5-104,-6 5-21,0 0-4</inkml:trace>
          <inkml:trace contextRef="#ctx0" brushRef="#br2" timeOffset="6684.6042">603-60 921,'0'0'82,"0"0"-66,0 0-16,0 0 0,0 0 180,0 0 32,0 0 6,0 0 2,-5-5-60,5 5-11,0 0-2,0 0-1,0 0-77,0 0-15,0 0-3,0 0-1,0 0 11,0 0 3,0 0 0,0 0 0,-6 15-64,6-1 0,0 1-14,6 0 2,-6-1 12,0 1 0,5 4-9,1-4 9,5-10 0,-6 10 0,1-6-9,5 1 9,0 0 9,0-5 6,0 4 1,-1-4 0,1 5-29,0 0-6,6-10-1,-6 0 0,-11 0 20,16 10 0,1-10 0,-1 4 0,-5-4 12,0 0 7,6 5 1,-1-5 0,0-5-20,-5 10 0,-11-5-13,0 0 5,22 5 8,-11-5 9,0 10-1,6-5-8,-12 5 32,-5-10-1,0 0 0,11 14 0,-5 6 1,-1-6 1,-5-14 0,0 10 0,0 9-17,0-4-3,0-15-1,-5 15 0,-1-6-12,1 6-16,-6 0 3,0-6 1,5 1 12,-5 0 0,-11 5 0,6-1 0,10-4 48,-10 5 13,-6-1 3,6 1 0,-6-1-103,5-4-20,6-5-4,-5 5-1,5-5-9,-6 0-3,17-5 0,0 0-1128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4:29:32.100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FEC1449-C981-401B-99BA-27B8F6A3A55D}" emma:medium="tactile" emma:mode="ink">
          <msink:context xmlns:msink="http://schemas.microsoft.com/ink/2010/main" type="writingRegion" rotatedBoundingBox="4238,9072 4385,8488 4744,8579 4597,9162"/>
        </emma:interpretation>
      </emma:emma>
    </inkml:annotationXML>
    <inkml:traceGroup>
      <inkml:annotationXML>
        <emma:emma xmlns:emma="http://www.w3.org/2003/04/emma" version="1.0">
          <emma:interpretation id="{12729FE2-63B4-4123-81F3-D823A91CE220}" emma:medium="tactile" emma:mode="ink">
            <msink:context xmlns:msink="http://schemas.microsoft.com/ink/2010/main" type="paragraph" rotatedBoundingBox="4238,9072 4385,8488 4744,8579 4597,91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D891EA4-C746-4F74-9BCC-26CA82BF3512}" emma:medium="tactile" emma:mode="ink">
              <msink:context xmlns:msink="http://schemas.microsoft.com/ink/2010/main" type="line" rotatedBoundingBox="4238,9072 4385,8488 4744,8579 4597,9162"/>
            </emma:interpretation>
          </emma:emma>
        </inkml:annotationXML>
        <inkml:traceGroup>
          <inkml:annotationXML>
            <emma:emma xmlns:emma="http://www.w3.org/2003/04/emma" version="1.0">
              <emma:interpretation id="{583717D1-8A92-4B3B-925A-9638A1E24AFB}" emma:medium="tactile" emma:mode="ink">
                <msink:context xmlns:msink="http://schemas.microsoft.com/ink/2010/main" type="inkWord" rotatedBoundingBox="4238,9072 4385,8488 4744,8579 4597,9162"/>
              </emma:interpretation>
              <emma:one-of disjunction-type="recognition" id="oneOf0">
                <emma:interpretation id="interp0" emma:lang="en-AU" emma:confidence="0">
                  <emma:literal>A</emma:literal>
                </emma:interpretation>
                <emma:interpretation id="interp1" emma:lang="en-AU" emma:confidence="0">
                  <emma:literal>=</emma:literal>
                </emma:interpretation>
                <emma:interpretation id="interp2" emma:lang="en-AU" emma:confidence="0">
                  <emma:literal>I</emma:literal>
                </emma:interpretation>
                <emma:interpretation id="interp3" emma:lang="en-AU" emma:confidence="0">
                  <emma:literal>*</emma:literal>
                </emma:interpretation>
                <emma:interpretation id="interp4" emma:lang="en-AU" emma:confidence="0">
                  <emma:literal>E</emma:literal>
                </emma:interpretation>
              </emma:one-of>
            </emma:emma>
          </inkml:annotationXML>
          <inkml:trace contextRef="#ctx0" brushRef="#br0">0 0 748,'0'0'33,"0"0"7,0 0-32,0 0-8,0 0 0,0 0 0,0 0 188,0 0 36,0 0 8,0 0 0,0 0-113,0 0-23,0 0-5,11 15-1,0-1-30,0-4-7,-11-10-1,11 15 0,0 4-19,0-9-4,0 0-1,0-1 0,-5 1-12,5 5-2,0-1-1,0 1 0,0 0-13,0 4 0,-1-4 8,1-1-8,-11 1 0,11 0 0,-5 4 0,5-9 0,0 5-11,-11-6-5,0 1 0,0-10-1,11 15-39,-11-15-7,0 0-1,0 0-547,0 0-109</inkml:trace>
          <inkml:trace contextRef="#ctx0" brushRef="#br0" timeOffset="418.2616">0 10 1249,'0'0'55,"0"0"12,0 0-54,0 0-13,0 0 0,0 0 0,0 0 129,22-5 23,-16-5 5,-1 5 1,6-4-43,0 4-9,0-5-2,0-5 0,-5 6-35,5-1-7,11-5-2,-11-4 0,5 4-15,-5 0-3,5 1-1,-5-6 0,6 6-21,-6-1-4,0 0 0,5 1-1,1-1-15,-6 5 0,0 1 8,0-1-8,5 5 0,-16 5-12,0 0 3,0 0 0,0 0-51,0 0-11,0 0-1,11 10-650,-11-10-130</inkml:trace>
          <inkml:trace contextRef="#ctx0" brushRef="#br0" timeOffset="490.7523">116 122 460,'0'0'41,"0"0"-33,0 0-8,0 0 0,0 0 232,0 0 45,0 0 9,0 0 2,0 0-77,0 0-15,0 0-4,0 0 0,11 0-64,0 0-12,0-10-4,-1 0 0,7 6-28,-6-6-7,11 0-1,-11-5 0,5 6-32,-5-6-8,6 10 0,-1-5-1,-5-4-23,6 4-4,-1 0 0,0 1-8,1-1-15,-1-5-9,-5-4-3,6 4-1287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4:29:35.753"/>
    </inkml:context>
    <inkml:brush xml:id="br0">
      <inkml:brushProperty name="width" value="0.03528" units="cm"/>
      <inkml:brushProperty name="height" value="0.03528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BDBFC460-3887-432F-A614-7224463927B0}" emma:medium="tactile" emma:mode="ink">
          <msink:context xmlns:msink="http://schemas.microsoft.com/ink/2010/main" type="writingRegion" rotatedBoundingBox="8516,8187 8826,8825 8333,9064 8023,8426"/>
        </emma:interpretation>
      </emma:emma>
    </inkml:annotationXML>
    <inkml:traceGroup>
      <inkml:annotationXML>
        <emma:emma xmlns:emma="http://www.w3.org/2003/04/emma" version="1.0">
          <emma:interpretation id="{409210F8-4043-48B2-8AC7-432E871C8421}" emma:medium="tactile" emma:mode="ink">
            <msink:context xmlns:msink="http://schemas.microsoft.com/ink/2010/main" type="paragraph" rotatedBoundingBox="8516,8187 8826,8825 8333,9064 8023,84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6C32ACD-1544-4660-8B85-B0C8BF6A0B35}" emma:medium="tactile" emma:mode="ink">
              <msink:context xmlns:msink="http://schemas.microsoft.com/ink/2010/main" type="line" rotatedBoundingBox="8516,8187 8826,8825 8333,9064 8023,8426"/>
            </emma:interpretation>
          </emma:emma>
        </inkml:annotationXML>
        <inkml:traceGroup>
          <inkml:annotationXML>
            <emma:emma xmlns:emma="http://www.w3.org/2003/04/emma" version="1.0">
              <emma:interpretation id="{31B008FA-ECD0-4319-80CC-84474A61ED54}" emma:medium="tactile" emma:mode="ink">
                <msink:context xmlns:msink="http://schemas.microsoft.com/ink/2010/main" type="inkWord" rotatedBoundingBox="8516,8187 8826,8825 8333,9064 8023,8426"/>
              </emma:interpretation>
              <emma:one-of disjunction-type="recognition" id="oneOf0">
                <emma:interpretation id="interp0" emma:lang="en-AU" emma:confidence="0">
                  <emma:literal>W</emma:literal>
                </emma:interpretation>
                <emma:interpretation id="interp1" emma:lang="en-AU" emma:confidence="0">
                  <emma:literal>w</emma:literal>
                </emma:interpretation>
                <emma:interpretation id="interp2" emma:lang="en-AU" emma:confidence="0">
                  <emma:literal>A</emma:literal>
                </emma:interpretation>
                <emma:interpretation id="interp3" emma:lang="en-AU" emma:confidence="0">
                  <emma:literal>t</emma:literal>
                </emma:interpretation>
                <emma:interpretation id="interp4" emma:lang="en-AU" emma:confidence="0">
                  <emma:literal>*</emma:literal>
                </emma:interpretation>
              </emma:one-of>
            </emma:emma>
          </inkml:annotationXML>
          <inkml:trace contextRef="#ctx0" brushRef="#br0">214 39 806,'0'0'36,"0"0"7,0 0-35,0 0-8,0 0 0,0 0 0,0 0 207,0 0 39,-11 0 8,5 4 2,6-4-85,-11 0-17,0 0-3,0-4-1,0-1-86,0 5-18,0-5-3,6-5-1,-12 5 18,1 0 3,16 5 1,0 0 0,-5-5-52,-6 1-12,11 4 0,0 0 0,0 0 28,0 0 2,-11 4 1,0 6 0,11-10 1,-6 10 1,-5 0 0,0 9 0,6 1-53,-1 4-10,1 0-2,5-4-1,-6 4 23,1 1 10,5-1-8,0 5 8,0 1-11,5 4 11,6-10-13,-5 15 5,5-15 8,-6 6-10,6-1 10,0-5-10,11-4 10,-11-6 0,0 11-9,0-11 9,0-4-11,0 0 3,0-5 0,0 0 0,0 0 8,0-5 0,0-5 0,-11 5 0,0 0 0,5-10 0,1-5-10,-1 1 10,-5-1 0,6 0 0,-6 6 0,5-6 0,6-4 0,-5 4 0,-1 5 0,-5 0 0,0 1 0,0 9 0,0 0 0,0 0 0,0 0 0,0 0 9,0 0 1,0 0 0,11 9-10,-5 6 0,5-5 0,-1 4 0,1 1 0,-5 5-12,-1-6 0,6-4 1,0 0 19,0 4 4,-5 6 1,5-6 0,-11-14-13,5 10 0,1 0-9,5 0 9,-6-1-33,-5-9-1,0 0 0,0 0 0,6 10-40,-6-10-8,0 0-2,0 0 0,0 0-140,0 0-29</inkml:trace>
          <inkml:trace contextRef="#ctx0" brushRef="#br0" timeOffset="347.296">77 326 1479,'16'0'65,"-16"0"15,0 0-64,0 0-16,0 0 0,0 0 0,0 0 160,0 0 30,0 0 6,0 0 0,6-5-105,4 5-22,-10 0-4,11 0-1,0 0 0,6-5 0,5 1 0,-6 4 0,-5 4 0,0-4 0,6 0 0,10 0 0,0-4-16,1 4-3,-6 0-1,-6 0 0,-5 0-26,6 4-6,5-4 0,0 5-1,-11-5-11,0 0 0,10 0 0,1 0 0,0 0-10,-5 0-7,-6-5-2,5 5 0,6-4-117,-5-1-24,-17 5-5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34:39.331"/>
    </inkml:context>
    <inkml:brush xml:id="br0">
      <inkml:brushProperty name="width" value="0.10583" units="cm"/>
      <inkml:brushProperty name="height" value="0.211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895 726 1465,'0'0'64,"0"0"15,-17-5-63,6 1-16,-5 4 0,-1 0 0,6 0 36,-5 4 5,-1-4 1,1 5 0,-1 0-18,-4 0-3,-7 0-1,6 10 0,0 4-20,0 1 0,-5-1 0,-1 10 0,-4 1 0,-1-1-8,-6 5 0,1 5 0,-6 0-10,6 0-2,-1-5 0,6 5 0,0-5 20,-5 5-12,5-5 12,0 0-10,6 1 10,-1-6 0,1 5 10,5-10-10,6-9 24,-1 0 0,6-1-1,0-4 0,11-10 10,0 0 3,0 0 0,6-10 0,-1 0-10,12-14-2,5 0 0,5-10 0,11-5-13,1-5-3,5-10-8,5 0 12,17-9-4,0 0 0,-1-6-8,7-4 12,4 5-4,7-5 0,-1-5-8,0 5 12,1 0-12,-1 9 0,0 1 8,6 0-8,-6 4 0,-5 10 0,-11 1 0,-1 9 0,-4 0 0,-17 9 0,0 6 0,-6 4 0,-5 6 12,-6 9-1,-10 0 0,-1 5 0,-16 0-2,11 10 0,6 4 0,-12 6 0,-10-1-1,-1 11-8,-5 9 12,-11 5-4,0-1-8,-11 11 10,-11 9-10,-5 11 10,-6 4-10,0 9-11,-16 6 3,5 0 0,-5 4 8,0 1-12,5-1 12,0 1-12,0-1 12,0 1 0,-5-1 0,5-9-8,6-5 8,11-5 0,-1-5 0,12-10 0,0-4 0,5-11 0,5 1 0,1-15 0,-1 0 0,12-9 0,5-1 0,6-9 0,5-15 0,0 0 0,0 0 0,16 0 0,6-15 0,0-4 0,0-11 8,11-4-8,16-15 12,0 1-3,1-16 0,10-9 0,0-5 0,6-5 0,0-4 0,0 4 0,0-5 2,5 0 0,6 1 0,-1-1 0,1 0 0,-5 5 0,-7 0 0,1 5 0,-6 0 1,-10 10 1,-1 14 0,-5 1 0,-11 9-1,-6 10 0,1 5 0,-12 4 0,-16 11-4,11-1 0,-11 15-8,0 0 12,-11 5 2,-5 5 0,-6 4 0,-6 15 0,-10 10-14,-11 10 0,-6 10 8,-5 9-8,-12 5 0,1 5 0,-11 10 0,-1 4-10,1 6 10,0-1-8,0 11 8,-6-1-8,6 0 8,-6-4 0,11-1 0,-11-5-8,17-4 0,0-5 0,5-5 0,6-5 0,10-10 8,6-10 0,12-9 0,-1-5 0,11-15 0,0-4 0,11-6 0,5-9 0,6-10 0,0 0 0,11-20 0,6-9-8,5-10 8,11-10 0,10-9 0,7-10-8,16-10 8,-1-5 0,7-5 0,4-9 0,7-11 0,4 6 11,1-10-3,5 5 0,1-1 4,-1-4 0,6 0 0,-6 5 0,6 0 3,-6 9 1,-5 1 0,-6 9 0,0 10-4,-11 10 0,-10 4 0,-1 11 0,-16 4-12,0 10 0,-6 14 8,-10 1-8,-12 9 0,0 11 9,6-1-9,-16 10 8,-12 9-8,-5 6 0,-5 9 0,-11 10 8,-1 10-8,-16 9 0,-5 15 0,-6 10 0,-5 15 0,-6 4-11,-11 5 3,-5 10 0,0 0-4,-6 5 0,-5 5 0,5-5 0,6 5-3,-6-6-1,6 1 0,5-5 0,6 0 4,-6-10 0,6 1 0,10-11 0,17-14 12,0-10 0,12-9 0,-1-11 0,5-9 0,12-10 0,5-9 0,5-6 0,6-4 0,0-15-9,17-5 9,5-15-8,0-4 8,16-10 0,6-20 0,11-14-8,11-10 8,5-5 11,-5-14-3,16-6 0,6-4 7,5-5 1,0-5 0,11-5 0,-5-5 1,0 5 1,-6 5 0,6 0 0,5 0 2,-11 10 0,-5 0 0,-6 9 0,0 6-6,-5 9-1,-17 5 0,-10 15 0,-6 9-13,-6 5 11,0 10-11,-10 10 10,-17 5-10,0 9 10,0 0-10,-11 15 10,0 0-10,-11 5 10,-11 5-10,0 14 10,-5 10-10,-17 10 0,-11 10-10,-5 14 10,-1 15-16,-10 5 2,-11 4 1,-1 6 0,1 4 1,0 6 0,-6-1 0,0 5 0,-5 0 12,5 0-9,-5 5 9,11-10-8,5 1-7,6-1-1,5-5 0,0 1 0,0-11 16,12-4-9,-1-5 9,5-10-8,12-10 8,0-4 0,21-15 0,-10-5 0,10-10 0,6-10 0,6-4 0,5-15 0,16 5 0,6-10-8,0-10 8,11-9-8,5-10 8,12-10 0,-6-19 8,16-6-8,-5-9 20,16-4 0,6-11 0,5 0 0,0-4-20,6-1 0,-6-4 0,6 0 0,0-6 9,0 6-9,-1-5 12,-4 9-12,10 1 16,-5-1-4,-6 6-1,-5 9 0,-12-5-11,1 10 12,0 5-12,-11 10 12,-11 9-12,-6 10 8,1 10-8,-6 10 8,-12-1-8,-4 6 0,-6 9 0,0 5-11,0 10 11,-11 10 0,-11 4 0,0 15 0,-11 10 0,-5 15 0,-17 14 0,-6 0 0,-10 15-11,0-1 0,-1 11 0,-15 4 0,-12 15-2,0 0-1,6-5 0,-6 10 0,0 0 0,1 0 0,-7 0 0,7 4 0,-1 1 2,6-5 0,5-10 0,0-9 0,11-1 1,6-9 1,11-11 0,5-4 0,5-9 10,12-16-8,-1-4 8,6-15-8,6-5 8,5-4-12,6-15 12,5-10-12,0 0 2,16-15 0,6-9 0,5-15 0,6-10 10,17-15 0,-1-4 0,17-10 0,5-10 16,6-9-2,0-10 0,10-1 0,12-9 6,-6 5 2,1-5 0,4-5 0,6 1 3,1-1 1,-1 0 0,-11 5 0,0 10-13,-5-5-2,0 9-1,-6 6 0,-16 9 1,0 5 0,5 10 0,-11 5 0,-10 9-11,-6 10 12,-17 10-12,0 10 12,6 10-3,-11 9 0,-22 10 0,0 0 0,6 10-9,-6 9 0,-22 10 0,-17 20 0,-4 10 0,-7 4 0,1 10-9,-12 10 9,-10 5-11,-6 9 2,-5 11 0,0 4 0,-6 10-1,-5-1 0,0-4 0,-6 15 0,6-5-1,0 4 0,-1 1 0,-4-5 0,4-5 3,7-10 0,-1 0 0,11-5 0,6-9 8,5-11 0,11-4 0,6-15-8,10-4 8,12-11 0,-6-9 0,17-5 0,5-14 0,0-6 0,5-9 0,6-10 0,0 0 0,17-10 0,-1-14 0,12-10 0,4-15 0,18-5 0,5-14 0,10-10 0,7-5 11,4-5-3,1-9 0,0-5 0,5-11-8,12 1 0,4-5 0,-5 5 0,-10-5 11,10 0 0,17 0 0,-1 0 0,-15-5 2,4 5 1,-4 10 0,-1 5 0,0 4-6,-11 11 0,-16 4-8,0 10 12,11-1-12,-23 21 0,-15 4 8,-1 5-8,-5 15 0,-5 5 11,-12 14-11,-16 10 10,0 0 5,0 0 1,0 14 0,-16 16 0,-17 14-16,-6 4-13,1 16 2,-6 4 1,-11 15 10,-5 9 0,-6 11 0,-5 4-8,5 5 8,-11 5-13,-16 5 5,5 10 8,6 4-14,-11 5 5,-12 1 1,1-6 0,6 1-6,10-6-1,6-4 0,-1 0 0,7-15 7,10-5 8,11-9-13,0-15 5,0-5 8,17-15 0,5-9 0,11-15-8,11-5 8,-5-10 0,10-9 0,6-15 0,0 0 0,22-10-8,0-9 8,11-11-8,5-14 8,12-14 0,4-15 0,1-15-8,17-5 8,4-9 0,12 0 8,-6-10-8,-5-5 10,16 0-2,6-5-8,5 0 12,-11 0-1,6 0-1,0 5 0,5 0 0,0-10-10,-5 10 12,-6 5-12,-5 5 12,11 10-12,-23 9 0,-4 10 9,-12 10-9,-5 4 0,0 15 8,-6 6-8,-10 8 0,-23 11 10,0 9-2,12 1-8,-17 14 12,-11 0-12,-11 19 0,5 6 8,-5 14-8,-16 5 0,-6 14 0,-5 10 0,-6 15 0,0 10 0,-16 4 0,-12 1-9,7 9 9,4 5-12,-10 5 12,-11 5-13,-1 5 5,-4-1-8,10-4-2,6-5 0,-1 5 0,-10-10 4,11 0 1,16-4 0,0-6 0,-5-14 13,10-5 0,12-15 0,11-5 10,10-9-10,1-15 0,-1 0-12,12-15 12,16-4-11,-6-10 11,-5-10-8,17-5 8,5-10 0,5-9 0,6-10 0,5-20 0,12-9 0,10-15 0,11-5 0,1-5 0,-12-10 9,17-4 1,10-5 0,7 0 0,-1-6 1,0-4 0,-5 0 0,11 0 0,-1 10-3,-10 0 0,-6 0 0,6 4 0,5 1 0,-11 14-8,-10 1 12,-12 9-4,-5 9-8,0 11 0,-11 4 0,-11 15 8,-11 10-8,-1 5 12,-4 9-12,-12 5 12,-5 10-12,-11 10 0,-5 5 0,-11 9 0,-6 15-11,-11 15 3,-28 14 0,12 10 0,0 10-8,-6 9-2,-16 5 0,-1 6 0,7 9 5,-7 4 1,-4 6 0,-1 5 0,-11-1 12,11 1-12,6 0 12,0-6-12,0 1 12,10-10 0,7-5 0,4-4 0,6-16 0,6-9 0,0-10 0,16-5 0,11-9 0,0-10 0,0-15 0,6-10 0,16-4 0,0-20 0,0 0 0,11-15 0,10-9 0,7-15 0,5 0 0,5-20 0,1-9 0,10-10 0,17-10 12,0-9-12,-12-11 19,18 1-3,15-5-1,7-5 0,-1 0-6,0 0-1,-5-5 0,11 0 0,10 10 0,-16 5-8,-10 5 12,-1 9-4,0 5-8,-10 5 8,-7 10-8,-10 10 8,-5 14-8,-12 5 8,-5 10-8,-11 10 8,-6 4-8,-5 11 10,-11 9-10,0 0 10,-11 19-10,-11 10 0,-5 5 0,-6 15 8,-5 5-8,-12 14 0,-10 5 0,-6 10-11,6 5 2,-12 9 0,-10 10 0,5 1 0,1-1 9,4 5-10,-4 0 10,-7-5-10,-4 6 10,15-6-8,12 0 8,0-9-8,-6-6 8,16-14-8,18-5 8,-1-14-8,0-1 8,0-19-8,11-9 8,11-6-8,5-5-1,1-9 0,-6-10 0,11 0 0,16-14 1,1-16 0,-1-4 0,6-15 0,6-9 8,10-10 0,6-5 0,0-15 0,5-10 0,6 1 11,11-1-3,0-4 0,-6-5-8,0-1 0,6-4 0,0 5 8,0 10-8,0-1 8,-12 10-8,1 10 8,11 5-8,-17 5 0,-21 14 0,-1 6 0,6 9 12,-11 9-4,-11 11 0,-11 4 0,-5 10 4,-12 10 1,1 15 0,-17 4 0,-6 15-13,1 10 9,-6 9-9,-5 11 8,-6 9-8,-5 9-11,-6 11 3,0 4 0,6 5 8,-12 6 0,-10-6 0,11 5 0,16-5 0,-5 0 0,-6-4 0,6-11 0,10-9 0,12-10 0,5-9 0,0-15 0,0-6 0,11-13-8,17-6 8,-6-9 0,0-10-17,11-5 1,11-10 1,5-15 0,12-4 15,-1-10-9,11-14 9,12-6-8,10-4 8,-5-10 0,0-1 10,11-4-10,5 0 17,0 0-2,-5 0-1,0 0 0,0-4-4,5 8-1,0 1 0,-11 10 0,-10-5-1,-1 9 0,11 10 0,-10 6 0,-12 8 2,-10 11 0,-1 5 0,-5 4 0,0 10 3,-22 5 1,0 0 0,5 15 0,-5 14-6,-11 5 0,-21 5-8,4 10 12,1 9-12,-17 11 11,-6 4-11,-4 5 10,-7 5-10,1-1 0,5 1 0,-5 5 0,-6 0 0,6 0 0,5-10 0,0-5 0,6 0 0,-1-10 0,12-9 0,5-5 0,6-10-8,-1-5 8,-10-5-10,16-14 10,11-1 0,11-14 0,0 0-8,0 0 8,-11-14-10,16-11 1,12 1 0,-12-10 0,-10-5 0,21-5 0,23-15 0,-1 6 0,-11-6 9,12-4 0,5-5 0,5 4 0,0-4 0,-5 5 0,-5 4 0,5 1 0,-1 9 0,-10 5 0,-11 5 0,0 10 0,0 4 10,-5 6-2,-6 9-8,-11 10 12,0 0 6,0 0 1,0 0 0,-17 15 0,-16 9-6,6 10-1,-1 0 0,-4 5 0,-7 10-12,-5 5 0,6 9 0,-6 5 0,0 1 0,-11-1 0,6 5 8,0 0-8,5-5 0,0 1-8,-6-6 8,1-5-13,5-4-19,6-10-4,10-5-1,-4-5-777,-7-5-155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35:19.370"/>
    </inkml:context>
    <inkml:brush xml:id="br0">
      <inkml:brushProperty name="width" value="0.05292" units="cm"/>
      <inkml:brushProperty name="height" value="0.05292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325AA49-1311-4367-904B-FD837007E445}" emma:medium="tactile" emma:mode="ink">
          <msink:context xmlns:msink="http://schemas.microsoft.com/ink/2010/main" type="inkDrawing" rotatedBoundingBox="8959,12151 9547,12629 9151,13116 8563,12638" shapeName="None"/>
        </emma:interpretation>
      </emma:emma>
    </inkml:annotationXML>
    <inkml:trace contextRef="#ctx0" brushRef="#br0">8 618 806,'-11'20'72,"11"-15"-58,0-5-14,0 0 0,0 0 88,0 0 16,0 0 2,0 0 1,0 0-7,0 0-2,0 0 0,0 0 0,0-20-37,6 1-7,-1-1-2,0 1 0,-5-1-7,6-4-1,-1 0-1,1 4 0,-6-4-7,5-1-2,6 1 0,-5 4 0,-1-4-14,1 5-4,-1-6 0,6 1 0,0-1 15,-5 6 2,-1-5 1,1 4 0,10-4-50,-10 4-11,-1-4-1,6-1-1,-5 6 29,-1 4 0,6-4 0,-5-1 0,-6 11 0,5-1 0,0 0 0,-5 10 0,0 0-29,0 0-7,6-5 0,5 0-1,-11 5 69,0 0 13,0 0 3,0 0 1,0 0-27,0 0-6,5 15 0,6-5-1,0-1-15,0-4 0,-11-5 0,6 15 0,5 4 0,0-4 0,5 0 0,1-1 0,-1 6 0,1-1 0,4 6 0,-4-6 0,-6-4 21,0 4 2,5 6 0,6 4 0,0 0-37,0-4-7,0 4-2,-11-10 0,16 11 23,-10-1 0,-1-5 0,1-4 0,-1-1 0,1-4 0,-1-1 0,1 1 0,-1 0 0,-5-6 0,0 1 8,-11-10-8,0 0-52,0 0-16,0 0-4,0 0-538,0 0-108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35:20.068"/>
    </inkml:context>
    <inkml:brush xml:id="br0">
      <inkml:brushProperty name="width" value="0.05292" units="cm"/>
      <inkml:brushProperty name="height" value="0.05292" units="cm"/>
      <inkml:brushProperty name="color" value="#ED1C24"/>
      <inkml:brushProperty name="fitToCurve" value="1"/>
    </inkml:brush>
  </inkml:definitions>
  <inkml:trace contextRef="#ctx0" brushRef="#br0">50-6 345,'0'0'15,"0"0"4,0 0-19,0 0 0,0 0 0,0 0 0,-11 4 211,11-4 38,0 0 8,0 0 2,-11 5-123,0 0-24,11-5-4,0 0-2,-5 5-29,5-5-5,0 0-2,-6 15 0,1-6-46,5-9-8,0 0-3,0 10 0,0 10 37,5-6 7,-10 1 2,10 0 0,-5-1-37,6 1-7,-6 4-2,5 6 0,-5-1-1,11 0 0,-5 6 0,-6-1 0,5-5-2,1 15-1,-6-5 0,5 5 0,1 5-9,-1 0 12,1 0-12,-1-5 12,6 5-12,-5 0 8,5 5-8,0-1 8,0-4-8,0 0 0,-6 5 0,0-1 8,6 1-8,0 5 0,0-1 0,-11 6 0,-5-1 20,10 1 3,12-1 0,-6 1 0,-6-5-23,1-1 0,5 1 0,0-5 0,5-6-12,1 6-8,-1 0 0,1 0-1,-1 4 33,-5 1 8,5 4 0,6 6 1,-5-1-33,-1-4-8,1-6 0,-1 6-1,6-10 33,-5-1 8,-1 6 0,0 0 1,1-15-21,-6 0 0,5 9 0,1-9 0,-1 5-11,6-5-6,-5 0-2,5 5 0,-1 0 19,-4-5 0,-6 0 0,5-5 0,1 0 16,5-5 1,-11 1 0,11-1 0,0-5-17,-6 1 0,0 4 0,1-10 0,-6-4 0,5 4 0,6 6 0,0-11 0,-11-4 0,6 5-9,-6-5 9,0 4 0,0-4-20,-6 0 2,-5-10 0,0 0 0,16 5-47,1-1-10,-17-4-1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35:47.79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87B09D7-0C5E-4615-9F0F-38213618CE61}" emma:medium="tactile" emma:mode="ink">
          <msink:context xmlns:msink="http://schemas.microsoft.com/ink/2010/main" type="writingRegion" rotatedBoundingBox="10187,15180 16573,15001 16680,18801 10294,18980"/>
        </emma:interpretation>
      </emma:emma>
    </inkml:annotationXML>
    <inkml:traceGroup>
      <inkml:annotationXML>
        <emma:emma xmlns:emma="http://www.w3.org/2003/04/emma" version="1.0">
          <emma:interpretation id="{4B2B7AB6-84A4-4534-B544-91F3FDFB2C32}" emma:medium="tactile" emma:mode="ink">
            <msink:context xmlns:msink="http://schemas.microsoft.com/ink/2010/main" type="paragraph" rotatedBoundingBox="10187,15180 15935,15019 15984,16740 10236,169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BD9CE08-668F-4F16-B2F3-B03682C2793E}" emma:medium="tactile" emma:mode="ink">
              <msink:context xmlns:msink="http://schemas.microsoft.com/ink/2010/main" type="line" rotatedBoundingBox="10187,15180 15935,15019 15984,16740 10236,16901"/>
            </emma:interpretation>
          </emma:emma>
        </inkml:annotationXML>
        <inkml:traceGroup>
          <inkml:annotationXML>
            <emma:emma xmlns:emma="http://www.w3.org/2003/04/emma" version="1.0">
              <emma:interpretation id="{DC4D035A-EDE7-41E1-9E96-6F7C6D9FACD7}" emma:medium="tactile" emma:mode="ink">
                <msink:context xmlns:msink="http://schemas.microsoft.com/ink/2010/main" type="inkWord" rotatedBoundingBox="10187,15180 11896,15132 11940,16737 10232,16785"/>
              </emma:interpretation>
              <emma:one-of disjunction-type="recognition" id="oneOf0">
                <emma:interpretation id="interp0" emma:lang="en-AU" emma:confidence="0">
                  <emma:literal>only</emma:literal>
                </emma:interpretation>
                <emma:interpretation id="interp1" emma:lang="en-AU" emma:confidence="0">
                  <emma:literal>Only</emma:literal>
                </emma:interpretation>
                <emma:interpretation id="interp2" emma:lang="en-AU" emma:confidence="0">
                  <emma:literal>0nly</emma:literal>
                </emma:interpretation>
                <emma:interpretation id="interp3" emma:lang="en-AU" emma:confidence="0">
                  <emma:literal>on1y</emma:literal>
                </emma:interpretation>
                <emma:interpretation id="interp4" emma:lang="en-AU" emma:confidence="0">
                  <emma:literal>onb</emma:literal>
                </emma:interpretation>
              </emma:one-of>
            </emma:emma>
          </inkml:annotationXML>
          <inkml:trace contextRef="#ctx0" brushRef="#br0">93 11 1645,'-22'0'72,"11"5"16,5-5-70,-5 5-18,0 0 0,11-5 0,-5 10 69,5-10 11,-11 9 1,5 1 1,1 0-25,-1 0-5,6 4 0,0 6-1,0-6-26,0 6-5,6 4 0,-1 1-1,6 4-19,-5 0 10,5 5-10,0 0 8,5-4-8,1 4 0,-6-5-10,5-5 10,6-4 0,-6 4 0,1-9 0,-1-1 10,1-4-10,-1 0 0,1-10-10,-6 0 10,5-5 0,-5-5 0,-5-4 0,5-6 10,-1-4-10,-4-5 0,-6-1 0,0-4 0,0-5 0,0 5 0,-6 0-10,1 0 10,-6 5 8,6-1 8,-6 1 2,0 5 0,0-1-29,-6 6-5,12-1-2,-12 11 0,1-6 52,-1 5 10,1 5 3,-1 0 0,1 5-38,0 5-9,-1 0 0,6 10 0,0 4-35,0 6-9,0-1-1,0 0-1,11 6-41,-5-1-8,5-5-1,5 6-782</inkml:trace>
          <inkml:trace contextRef="#ctx0" brushRef="#br0" timeOffset="424.5321">455 75 1756,'0'0'39,"0"0"8,0 0 1,0 0 1,-6 0-39,6 0-10,-11 4 0,11-4 0,0 0 98,0 0 18,-5 10 3,-1 0 1,12 5-46,-6-1-9,0 1-1,5 4-1,6 6-50,0-1-13,-6 5 0,6 1 0,-5-1 0,-1 5 0,1 0 0,5-5 0,-6-4 0,1-1 0,5-4 0,0-1 0,-11-4 19,5-1-2,1-9 0,-6-5 0,0 0-27,0 0-6,0 0 0,5-14-1,-5-1 3,6-5 1,-1-9 0,1 5 0,-6-5 1,0-1 0,5 1 0,-5 0 0,0-5 12,0 4 0,0 1 0,11 5-9,-5-1 9,-1 1 0,6 5 0,-5 4-8,5 0 8,-6 6 0,-5-1 8,0 10-8,11-5 25,0 0 1,-11 5 0,0 0 0,11 10 6,5 0 2,-5-1 0,0 11 0,0-6-14,0 11-2,0-1-1,0 1 0,0 4-9,0 5-8,0 0 9,0-5-9,0 1 8,0-1-8,-6 0 0,1 0 0,5-9 0,0 4 0,-6-9-8,6-1 8,-5 1-53,-1-5-4,-5-10-1,0 0 0,0 0-178,0 0-35</inkml:trace>
          <inkml:trace contextRef="#ctx0" brushRef="#br0" timeOffset="816.8513">948-457 1555,'0'0'68,"0"0"16,-11 0-68,11 0-16,0 0 0,-11 5 0,6 5 162,-1 5 29,1-1 5,5 1 2,0 9-98,5 5-20,1 1-4,-1 9-1,1 0-41,5 0-8,-6 4-2,12 6 0,-6-5-8,-1 10-3,1-1 0,0 6 0,6 4-13,-6-4 11,11-1-11,-6 1 10,1-11-90,-1-4-17,6-5-4,-5-5-635,4-9-126</inkml:trace>
          <inkml:trace contextRef="#ctx0" brushRef="#br0" timeOffset="1248.9666">1184 114 1890,'0'0'41,"0"0"9,0 0 2,0 14 1,0 6-42,0-1-11,0 6 0,5 4 0,-5 0 66,11 5 11,0 0 3,0 0 0,-5 1-62,10-1-18,1-10 8,5 0-8,-6 1 31,6-11 1,-6 1 1,6-10 0,0-5-21,0 5-12,-5-10 12,-1 5-12,1-10-24,-6-4-12,0-1-3,-6-5 0,1-4 39,-1-5 0,-5-5 0,5 0 0,-5-1 0,0 6 0,-5 0 0,0 0 0,-1 4 0,1 6 0,5 4 0,-6 5 0,1-4 0,5 14 0,0 0 0,0 0 0,0 0 0,0 0 0,11 14 12,0 6-4,-1 4-8,1 6 0,11-1 0,-5 5 0,5 0 0,-6 5 0,1 0 0,-1 0 0,6 0 0,-5 5 0,-1-5 14,-5 5-4,0 0 20,0-5 4,0 0 1,-6 0 0,1-5 35,-6 0 7,0-5 2,-6 0 0,1 1-42,-12-6-8,6 0-1,-11 1-1,-5-1 17,0-4 4,-1-1 1,-5 1 0,-5-6-18,5 1-4,-11-5-1,6-1 0,-6-4-26,0-5 0,6-5 0,5 1 0,0-1-103,0-10-25,6 0-6,5-4-678,0-1-136</inkml:trace>
        </inkml:traceGroup>
        <inkml:traceGroup>
          <inkml:annotationXML>
            <emma:emma xmlns:emma="http://www.w3.org/2003/04/emma" version="1.0">
              <emma:interpretation id="{6185F08C-4E9C-4918-B391-D2F32F04D1F4}" emma:medium="tactile" emma:mode="ink">
                <msink:context xmlns:msink="http://schemas.microsoft.com/ink/2010/main" type="inkWord" rotatedBoundingBox="12248,15135 15160,15712 14931,16868 12019,16291"/>
              </emma:interpretation>
              <emma:one-of disjunction-type="recognition" id="oneOf1">
                <emma:interpretation id="interp5" emma:lang="en-AU" emma:confidence="0">
                  <emma:literal>looking</emma:literal>
                </emma:interpretation>
                <emma:interpretation id="interp6" emma:lang="en-AU" emma:confidence="0">
                  <emma:literal>holding</emma:literal>
                </emma:interpretation>
                <emma:interpretation id="interp7" emma:lang="en-AU" emma:confidence="0">
                  <emma:literal>Holding</emma:literal>
                </emma:interpretation>
                <emma:interpretation id="interp8" emma:lang="en-AU" emma:confidence="0">
                  <emma:literal>loading</emma:literal>
                </emma:interpretation>
                <emma:interpretation id="interp9" emma:lang="en-AU" emma:confidence="0">
                  <emma:literal>lording</emma:literal>
                </emma:interpretation>
              </emma:one-of>
            </emma:emma>
          </inkml:annotationXML>
          <inkml:trace contextRef="#ctx0" brushRef="#br0" timeOffset="1673.0311">2072-374 1209,'-16'10'53,"10"0"12,-5-5-52,6-1-13,-6 1 0,5 5 0,1 5 233,5-1 44,-5 1 9,5 4 2,5 1-192,0 4-39,-5 5-7,11 1-2,-5-1-32,5 10-8,0-5 0,0 5-8,5-5 0,1 5 0,-1 0-10,1 0 10,-1 0-15,1 0 5,-1-5 1,6 5-703,-6-9-140</inkml:trace>
          <inkml:trace contextRef="#ctx0" brushRef="#br0" timeOffset="1982.4616">2325 99 403,'0'0'36,"0"0"-36,0 0 0,0 0 0,0 0 296,0 10 52,0 4 10,5 1 2,1 4-216,-1 1-43,6 4-9,0 1-1,0-1-43,5 10-8,1 0-1,5-4-1,-6-1-12,6-10-2,-5 6-1,5-16 0,0 6 8,-6-10 1,6 0 1,-11-5 0,5-5-14,1 0-3,-6-10-1,0 1 0,-6-6 6,1-4 2,-6 0 0,0-1 0,0-4 0,-6 0 0,1 4 0,-6-4 0,0 5 5,-6-1 0,1 1 1,-1 4 0,-5 6-10,1-6-3,-1 6 0,-6 4 0,6 0-16,0 5 0,0 0 8,6 1-8,-6 4-42,6 0-12,-1 9-2,1-4-1,5 5-129,5 0-26,1-1-4,5-9-699</inkml:trace>
          <inkml:trace contextRef="#ctx0" brushRef="#br0" timeOffset="2344.0985">2736 11 2188,'0'0'48,"0"0"11,0 0 1,-6 10 1,1 0-49,-1-1-12,1 1 0,-6 0 0,11 5 54,-5-1 8,5 6 2,0 4 0,0 0-52,5 6-12,0-1 0,6 5 0,-5 5 0,5-5 0,5 0 0,-5-4 0,6 4 0,-1-10 0,1-4 0,-1-1 0,6 1 0,0-6 0,-6-4 0,1 0 0,-1-5 0,1-5 0,-1-5 0,1-5 0,-6-5 0,0-4 0,-6-6 0,6 1 0,-11-5 0,0-5 0,0 0 0,0-5 0,-5 0 32,-1 0 3,-10 4 1,5 6 0,0 0-8,-6 0 0,-5 4-1,0-4 0,6 5-27,0 4 0,-6 1 8,5 4-8,-5 5 0,6 5 0,-6 10 0,5 5 0,1 0-49,5 4-12,0 11-3,0-1 0,0 1-102,6 4-21,5 0-4,0 0-692</inkml:trace>
          <inkml:trace contextRef="#ctx0" brushRef="#br0" timeOffset="2651.375">2911-291 1036,'-11'-15'92,"11"15"-73,0 0-19,0 0 0,0 0 208,0 0 39,0 0 7,0 0 2,0 0-84,6 15-17,-6 5-3,5-1-1,6 5-76,0 1-15,0-1-4,6 10 0,-1 0-26,1 5-6,5-5 0,0 10-1,-1-5 2,-4 5 1,5 0 0,-6 5 0,-5-5-26,6-5 0,5-5 0,5 5 0,-5-10-144,-6-5-35,1-9-6,-1 0-556,1-6-111</inkml:trace>
          <inkml:trace contextRef="#ctx0" brushRef="#br0" timeOffset="2857.6833">3394 21 1926,'0'0'85,"-11"0"18,0 5-83,0-5-20,0-5 0,0 5 0,6 5 124,-6 0 21,0 0 4,0-5 1,0 9-56,0-4-11,-6 10-3,6-1 0,-5 1-36,5 0-7,5 9-1,-4 0-1,4 1-35,1 4 0,5 0 0,5 1 0,-5-1 0,6 5 0,-6-5 0,10 0 0,1 1 0,6-11 0,-6 1 0,0-1 0,0-4 0,5-5 0,1-1 0,-6 1 0,5-5 0,1-5 0,-6 0 0,5-10 0,-5 0-47,5 1-13,-5-11-2,0-4-1,0-1-52,0 1-10,0-10-3,0 5-580,0-1-116</inkml:trace>
          <inkml:trace contextRef="#ctx0" brushRef="#br0" timeOffset="3033.2116">3520 65 1713,'0'0'37,"0"0"8,0 0 2,0 0 2,0 0-39,0 0-10,0 14 0,0 1 0,0 0 108,6-1 19,-6 6 4,11-1 1,-6-4-27,1 9-5,5 6 0,-6-1-1,6 0-60,0-5-12,0 6-3,5-1 0,-5-5-24,0 1 0,0-6-9,0 1 9,0-6-165,0-4-27,6 10-4,-17-20-2</inkml:trace>
          <inkml:trace contextRef="#ctx0" brushRef="#br0" timeOffset="3162.3604">3531-179 1036,'0'0'92,"0"0"-73,0 0-19,0 0 0,0 0 259,0 0 48,0 0 9,0 0 3,0 0-233,0 0-46,0 0-10,0 0-2,0 0-53,11 5-11,6 0-3,-17-5-615,10 0-123</inkml:trace>
          <inkml:trace contextRef="#ctx0" brushRef="#br0" timeOffset="3493.4482">3761 75 1422,'6'24'63,"-6"-24"13,5 15-61,6-1-15,0 11 0,6-1 0,-6 0 71,5 10 11,1 1 2,-1-1 1,1 5-13,-1 0-2,-5-5-1,0 0 0,-6-10-19,6 1-4,-5-11-1,5 1 0,-11 0-10,5-6-3,-5-9 0,0 0 0,0 0-13,-5-14-3,-1-6-1,6 1 0,-5-6-15,-6-4 9,0-10-9,0 5 8,5-5 2,-4 0 0,-1 5 0,5 0 0,1 4 2,-1 1 0,1 0 0,-1 5 0,6 4-12,6 10 8,-6-4-8,0 4 8,5-5-8,-5 15 0,0 0 0,0 0 0,11 5 56,0 0 5,5 5 2,-5 9 0,6 1-23,-6-1-4,0 11 0,5-1-1,1 0-4,-6 5-1,0-5 0,5 10 0,6-9-75,0-1-15,0-5-4,0 1 0,5-6-139,1 6-28</inkml:trace>
          <inkml:trace contextRef="#ctx0" brushRef="#br0" timeOffset="3956.5297">4420 99 230,'0'0'20,"0"0"-20,0 0 0,-6-10 0,1-4 428,5 14 82,0 0 16,-11-5 3,5-5-303,6 10-61,-11 5-12,6 0-2,-6 9-75,5-4-14,6 5-3,-5 9-1,10-4-48,-5 4-10,6 0 0,-1 6 0,1-6 0,-1 0 0,6-4 0,0 4 0,0-9 0,0-1 0,0 1 9,0-5-9,0-5-11,0 0-8,0-5-1,0-5-1,0 0-8,-6-10-2,6 1 0,-5-6 0,-1 1 2,1-1 0,-6-4 0,-6-1 0,12 1 18,-12 0 11,6-1-12,-5 1 12,5-1 0,-6 6 8,1-1 0,5 1 1,-6-1 11,1 6 1,5 9 1,0 5 0,-6-10-7,6 10-2,0 0 0,0 0 0,0 0-4,0 0-1,11 15 0,-5 4 0,5-4-8,0 9 0,5 1 0,-5-1 0,6 5 0,-6 5 0,5 5 0,-5 5 0,0 0-9,5 0 9,1 5 0,-1 0 0,-5-10 0,0 4 0,6 1 0,-1-5 0,1 0 28,-1 0 4,-5-5 0,0 5 0,-6-4-32,1-1 0,-6-10 0,0 0 0,-6 1 56,1-1 4,-6-4 2,-5-1 0,5 6-9,-11-6-1,0 1-1,0 4 0,0-9-19,-6-1-3,1 6-1,-6-6 0,0-4-28,0-5 0,-5 5 0,-1-5 0,-4-5-60,-1 0-12,-6 0-3,1-10-881,0 5-177</inkml:trace>
        </inkml:traceGroup>
        <inkml:traceGroup>
          <inkml:annotationXML>
            <emma:emma xmlns:emma="http://www.w3.org/2003/04/emma" version="1.0">
              <emma:interpretation id="{C349AE92-0EB8-4409-AD50-CB9AFF96C057}" emma:medium="tactile" emma:mode="ink">
                <msink:context xmlns:msink="http://schemas.microsoft.com/ink/2010/main" type="inkWord" rotatedBoundingBox="15127,15730 15567,14995 16219,15386 15779,16120"/>
              </emma:interpretation>
              <emma:one-of disjunction-type="recognition" id="oneOf2">
                <emma:interpretation id="interp10" emma:lang="en-AU" emma:confidence="0">
                  <emma:literal>at</emma:literal>
                </emma:interpretation>
                <emma:interpretation id="interp11" emma:lang="en-AU" emma:confidence="0">
                  <emma:literal>ate</emma:literal>
                </emma:interpretation>
                <emma:interpretation id="interp12" emma:lang="en-AU" emma:confidence="0">
                  <emma:literal>act</emma:literal>
                </emma:interpretation>
                <emma:interpretation id="interp13" emma:lang="en-AU" emma:confidence="0">
                  <emma:literal>art</emma:literal>
                </emma:interpretation>
                <emma:interpretation id="interp14" emma:lang="en-AU" emma:confidence="0">
                  <emma:literal>abt</emma:literal>
                </emma:interpretation>
              </emma:one-of>
            </emma:emma>
          </inkml:annotationXML>
          <inkml:trace contextRef="#ctx0" brushRef="#br0" timeOffset="38860.0032">5220-67 460,'0'0'41,"0"0"-33,0 0-8,-5-10 0,-1 1 199,1-1 37,-1 5 8,1-5 2,-1 1-85,1 4-17,-1-5-3,1 5-1,5 5-44,-11-5-10,0 0-2,5 0 0,6 5-28,-11-4-5,0 4-2,1 4 0,-1-4-29,0 10-7,0-5-1,5 5 0,1 0-12,-1 4 0,1 6 0,5-1 0,0 1 0,0-1 0,5 6 0,1-1-10,-6-5 2,11 6 0,-11-1 0,11 1 0,0-1 8,0 0-8,-6 1 8,11-1-8,-5-4-22,6-1-4,-6-4-1,5-6 0,-5 1 35,0-5 0,-11-5 0,11 0 0,0-5 0,0-5 0,-5 1 0,5-11 0,-6 1 8,1-1 8,-1 1 1,1-6 1,-6 6-18,5-6 0,-5 6 0,0-1 0,-5 1 0,5-1 0,0-4 0,-6 5 0,6-1 0,0 5 0,-5 1 0,-1-1 0,6 5 0,0 10 0,0 0 0,0 0 0,0 0 12,0 0 0,0 0-1,0 0 0,-5 15-11,5 0 12,5-6-12,-5 11 12,6-5-12,-1 9 8,1-9-8,4 4 8,-4-4-8,-1 9 0,6-4 0,6-1 0,-12 1 0,6-1 0,0 1 0,0-6 8,6 6-23,-6-6-5,0-4 0,0 0-1,5-5-159,-5-5-32</inkml:trace>
          <inkml:trace contextRef="#ctx0" brushRef="#br0" timeOffset="39070.4309">5396-228 691,'0'0'30,"0"0"7,0 0-29,0 0-8,0 0 0,0 0 0,0 0 238,0 0 46,0 0 10,0 0 2,11 15-161,-6-5-32,6-1-7,6-4 0,-1 0-31,6-5-5,-6 0-2,6 0 0,-5 0-14,5 0-4,0 0 0,-6-5 0,-5 5-20,0-5-5,5 1-1,1-1 0,-1 5-14,-5-5 0,6 0 0,-1 0-10,1-5-161,-1 6-32</inkml:trace>
          <inkml:trace contextRef="#ctx0" brushRef="#br0" timeOffset="39286.8519">5423-579 1267,'0'0'56,"0"0"12,0 0-55,-11 0-13,0 0 0,11 0 0,-11 10 184,11-10 35,0 0 6,0 15 2,0 9-123,6 1-24,5 9-4,5 14-2,-5-4-43,6 5-9,4 5-2,7 4 0,-1-4-20,1-1 0,-1 6 0,1-1 0,-1-4-24,6 4-5,0 1-2,5-5-1013</inkml:trace>
        </inkml:traceGroup>
      </inkml:traceGroup>
    </inkml:traceGroup>
    <inkml:traceGroup>
      <inkml:annotationXML>
        <emma:emma xmlns:emma="http://www.w3.org/2003/04/emma" version="1.0">
          <emma:interpretation id="{290F3760-D87B-4839-AF16-AEAD5F354DF7}" emma:medium="tactile" emma:mode="ink">
            <msink:context xmlns:msink="http://schemas.microsoft.com/ink/2010/main" type="paragraph" rotatedBoundingBox="11154,16922 16672,17049 16631,18861 11112,1873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BFF0927-EC06-40DC-B485-AE4FDFA4E055}" emma:medium="tactile" emma:mode="ink">
              <msink:context xmlns:msink="http://schemas.microsoft.com/ink/2010/main" type="line" rotatedBoundingBox="11154,16922 16672,17049 16631,18861 11112,18734"/>
            </emma:interpretation>
          </emma:emma>
        </inkml:annotationXML>
        <inkml:traceGroup>
          <inkml:annotationXML>
            <emma:emma xmlns:emma="http://www.w3.org/2003/04/emma" version="1.0">
              <emma:interpretation id="{5A9587C6-5C21-4701-A2F0-848D2FDD5E0F}" emma:medium="tactile" emma:mode="ink">
                <msink:context xmlns:msink="http://schemas.microsoft.com/ink/2010/main" type="inkWord" rotatedBoundingBox="11154,16922 13992,16987 13963,18231 11125,18165"/>
              </emma:interpretation>
              <emma:one-of disjunction-type="recognition" id="oneOf3">
                <emma:interpretation id="interp15" emma:lang="en-AU" emma:confidence="0">
                  <emma:literal>shaded</emma:literal>
                </emma:interpretation>
                <emma:interpretation id="interp16" emma:lang="en-AU" emma:confidence="0">
                  <emma:literal>Shaded</emma:literal>
                </emma:interpretation>
                <emma:interpretation id="interp17" emma:lang="en-AU" emma:confidence="0">
                  <emma:literal>shoaded</emma:literal>
                </emma:interpretation>
                <emma:interpretation id="interp18" emma:lang="en-AU" emma:confidence="0">
                  <emma:literal>shad</emma:literal>
                </emma:interpretation>
                <emma:interpretation id="interp19" emma:lang="en-AU" emma:confidence="0">
                  <emma:literal>shacked</emma:literal>
                </emma:interpretation>
              </emma:one-of>
            </emma:emma>
          </inkml:annotationXML>
          <inkml:trace contextRef="#ctx0" brushRef="#br0" timeOffset="40105.946">1283 1966 979,'0'0'87,"0"0"-70,-17 5-17,12-5 0,-12 0 123,6-5 21,6 0 4,-6 0 0,-6-4-12,6 4-2,0-5-1,0 0 0,0 5-63,1-4-13,-7-1-2,1 5-1,5 0-10,0 5-3,-6 0 0,1 5 0,5 0-28,0 0-5,-6 4-8,1 6 11,-1 0-11,7-1 0,-1 11 0,5-6 0,-5 6 0,0-6-11,6 1 11,5-1-8,0-4-27,5-1-5,1 1 0,-1 0-1,6-1 49,0-4 9,0 0 3,0-1 0,0-4-32,0 0-7,0 0-1,5 0 0,-5 0 20,6-5 0,-6 0 0,5 5 0,-16-5 0,11 4 0,6 1 0,-6-5 0,-11 0 0,0 0 0,11 10 0,-11-10 0,10 10 29,-4 0 10,-6-10 1,0 14 1,5 1-20,-5-5-4,-5 4-1,-1-4 0,6 5-8,-5-6-8,-6 6 12,6 0-12,-6-1 8,0 6-8,0-11 0,-6 11 0,1-5 0,5-1 0,0-4 0,0 0 0,0-5-32,11-5-9,-11 0-3,11 0 0,-6-10-164,1-5-32</inkml:trace>
          <inkml:trace contextRef="#ctx0" brushRef="#br0" timeOffset="40534.8226">1343 1430 1688,'0'0'75,"0"0"15,0 0-72,0 0-18,0 0 0,-17 5 0,7 0 92,10-5 14,0 9 3,-6 6 1,6 0-34,-5-1-6,5 6-2,5 4 0,6 5-28,-6 1-7,6-1-1,0 5 0,0 5-32,6 5 0,-6 5-10,5 4 10,1 1 44,-1 4 16,-5-4 3,6 4 1,-1-9-52,0-5-12,1-5 0,-6 0 0,0-5-48,0 0-13,5-9-3,1-1 0,-6-9 52,0-1 12,-6-4 0,-5-10 0,11 5 0,-11-5 0,0 0 0,6-10 0,-1-5-54,1 1-8,-6-6-2,0-4 0,0 0 52,5-1 12,-5 6 0,-5-11 0,5-4 0,0 5 13,0 0-2,0 0-1,5-1-10,1 1 0,-1 0 0,1 9 0,-1 1 0,0 4 0,1 1 0,-1 9 0,-5 5 14,0 0 1,11 5 0,0 9 0,0 1 9,0 9 1,6 1 1,-6 9 0,0 0-8,0 0-2,0 0 0,0 0 0,5 0-16,1 0 10,-6 1-10,5-1 8,0-5-8,1-5-14,-1 1 3,1-6 1,-1-4-52,1-1-10,-1-4-3,1 0-593,-1-5-120</inkml:trace>
          <inkml:trace contextRef="#ctx0" brushRef="#br0" timeOffset="40961.6826">2220 2098 1958,'-5'9'43,"-6"-4"9,5 5 1,-5-5 3,1-5-45,4 5-11,-5 0 0,6-5 0,-12-10 107,6 10 19,11 0 4,-11 5 1,0 0-65,0-5-13,0 5-2,11-5-1,-11 9-22,6 6-5,-1-5-1,-5 4 0,11-4-22,-5 5 8,5 4-8,0-4 0,5 4 0,-5 1 0,0 4 0,6 5-12,-1-4 3,6-1 0,0-4 0,6 4 0,-6-5-3,5 1-1,1-1 0,-1-4 0,6-5 21,-6 4 5,1-4 1,-1-5 0,-5-5-60,0 0-12,6 0-2,-1-5-1,-10-9 39,-1-1 8,1 0 2,-1-4 0,1-1 12,-6 1-9,0-1 9,5-4-8,-5 0 8,0-1 0,-5 1 0,-1-1 0,6-4 0,-11 10 0,6-6 8,-1 6-8,1-1 24,-1 6 0,1 4 0,-6 5 0,11 5 20,0 0 4,0 0 0,0 0 1,0 0-39,0 15-10,0-1 0,0 1 0,5 9 0,6 1 0,6-6-10,-1 10 10,1-4 0,-6 4 0,-11-9 0,0-1 10,11-4-10,-6-1-12,6 1 2,5 0 1,1-1-31,-1-4-7,1 0-1,-1-5 0,6-5-188,-5 0-39</inkml:trace>
          <inkml:trace contextRef="#ctx0" brushRef="#br0" timeOffset="41631.6786">2725 2288 1209,'0'0'53,"-11"5"12,0-5-52,-5-5-13,5 5 0,-6 0 0,1-5 232,-1 5 43,6 5 9,-5 0 1,5-1-159,-6 1-32,6 0-6,0 5-2,6 0-46,-1-1-10,1 1-2,0 0 0,5 5-28,5 4 0,-5-4 0,5 4 0,6-4 0,0-1-8,0 1-1,6 0 0,-1-6-37,1 6-7,-1-5-2,1 0 0,-6-6-7,5 1-2,1-5 0,-1-5 0,-11-4 0,6-1 0,0 0 0,-5-4 0,-1-1 27,-5-5 5,0 1 0,0-1 1,0-4-1,0 0-1,0-6 0,-5-4 0,-1 0-25,1-5-5,-6-5-1,5 15 0,-5-10 52,1 0 12,-1 0 0,0-10 0,-11 6 48,0-6 13,5 10 3,-10-15 0,5 5 0,0 10 0,-5 0 0,5 0 0,0 10 21,11 5 5,-6 4 1,12 6 0,-12-1-30,12 5-5,-6 10-2,11 0 0,0 0-6,0 0 0,0 0-1,5 20 0,6-1-47,0 11-10,6 4-2,-1 0 0,6 5 12,0 5 0,0 9 0,5 11-8,1-6 8,-1 6 0,1-1 0,5 0-8,-1 1 8,1-6 0,0 1 0,0-6-8,0-9 0,-5-5 0,4-5 0,1 0 0,-5-9-14,5-6-2,-6 1-1,0-6 0,1 1-11,-12-5-1,-5-5-1,-11-5 0,17 0 15,-6-10 3,-6 0 1,1-5 0,5-9 19,-11 5-10,-6-11 10,6-4-8,-11 5-7,11 0-1,0-5 0,-5 4 0,-6-4 51,0 5 9,0 5 3,-6-6 0,6 6-24,-5 5-5,0-1-1,-1 10 0,6 10 38,0-9 7,0 4 2,0 0 0,0 10-64,6 9 0,-6-4-9,11 5 0,0 9 9,0 5 12,5 0-2,1-4-1,5 4-23,0 0-5,5 1-1,1-1 0,-1-10 10,6 1 2,0 4 0,-6 1 0,-16-6-23,17 1-4,5-11-1,0 1 0,0 0-22,5-5-5,0-5-1,1 0 0,-6 0-7,0-5-1,-6 0-1,6 0-827</inkml:trace>
          <inkml:trace contextRef="#ctx0" brushRef="#br0" timeOffset="42051.7224">3262 1469 1497,'-16'-15'32,"-6"1"8,6-11 0,-1 11 4,6-1-36,0 5-8,6 0 0,-6 6 0,11 4 146,-6 4 27,-5 6 6,11 5 1,0-1-73,11 11-15,0 4-2,6 10-1,10 0-25,-5 10-6,11 4-1,-6 11 0,6 4-25,0 0-6,6 10-1,-1-5 0,-11-9-25,12 9 0,-1-5 0,0-5 0,-5-14-139,6 0-33,27 44-6,-12-30-2</inkml:trace>
          <inkml:trace contextRef="#ctx0" brushRef="#br0" timeOffset="42010.8306">3493 2078 460,'-6'34'41,"6"-19"-33,-5-5-8,-1-1 0,1 1 330,-6 0 64,0 5 13,5-6 2,-5 6-255,6-5-51,5-10-11,0 19-1,-11 1-39,11-6-7,0 1-1,5-1-1,1 6-20,-1-1-4,6 1-1,0-5 0,0 4-18,6 1 0,-6-1 0,5 1 0,1-11-12,-1-4 0,-5-5 0,0 5 0,5 0-27,1-5-5,-6-5 0,0-5-1,-6-4-31,1-1-5,-1 0-2,1-9-539,-6 5-108</inkml:trace>
        </inkml:traceGroup>
        <inkml:traceGroup>
          <inkml:annotationXML>
            <emma:emma xmlns:emma="http://www.w3.org/2003/04/emma" version="1.0">
              <emma:interpretation id="{0827A7DF-0392-47F0-95A7-B9E1661B0CCD}" emma:medium="tactile" emma:mode="ink">
                <msink:context xmlns:msink="http://schemas.microsoft.com/ink/2010/main" type="inkWord" rotatedBoundingBox="14405,17310 16665,17362 16631,18861 14371,18809"/>
              </emma:interpretation>
              <emma:one-of disjunction-type="recognition" id="oneOf4">
                <emma:interpretation id="interp20" emma:lang="en-AU" emma:confidence="0">
                  <emma:literal>region</emma:literal>
                </emma:interpretation>
                <emma:interpretation id="interp21" emma:lang="en-AU" emma:confidence="0">
                  <emma:literal>regions</emma:literal>
                </emma:interpretation>
                <emma:interpretation id="interp22" emma:lang="en-AU" emma:confidence="0">
                  <emma:literal>regrown</emma:literal>
                </emma:interpretation>
                <emma:interpretation id="interp23" emma:lang="en-AU" emma:confidence="0">
                  <emma:literal>Legion</emma:literal>
                </emma:interpretation>
                <emma:interpretation id="interp24" emma:lang="en-AU" emma:confidence="0">
                  <emma:literal>legion</emma:literal>
                </emma:interpretation>
              </emma:one-of>
            </emma:emma>
          </inkml:annotationXML>
          <inkml:trace contextRef="#ctx0" brushRef="#br0" timeOffset="42774.8998">4217 2205 1497,'0'-24'133,"-6"9"-106,6 15-27,0 0 0,-11 10 106,6 4 16,-1 1 3,6 4 1,0 1-52,0-1-10,0 1-3,6-1 0,-1-4-45,6 4-16,-5 1 9,-1-5-9,1-1 10,-1-4-10,-5-10 12,0 0-12,6 10 14,-6-10-4,0 0-1,0 0 0,0 0 7,5-10 0,1 0 1,-6-4 0,0-1-4,0-9-1,-6-1 0,1 1 0,-1-1-12,1 1 9,-1-10-9,1 5 8,5-5-8,-6 4 0,6 6 0,0 5 0,0-1 0,6 5 0,-1 1 0,1 4 0,5-5 0,-6 6 0,6 9-9,5 0 9,-5 0 0,6 9-10,-6 1 10,11 5-8,-6-1 8,6 6 0,-5-1 0,5-4 0,-1 0 0,-4-1 0,-1 1 0,6-5 0,0-5 0,-5 4 0,-1 1 0,1-5 0,-6-5 0,5 5 0,-16-5 0,0 0 0,0 0 0,16-10 0,-5 0 0,0 1 0,-5-1 9,-6-5-9,5-4 12,-5-1-12,0 6 13,-5-6-4,-1-4-1,-5-1 0,6 6 5,-1-1 1,-4 1 0,-7-1 0,12 1-14,-12 9 0,6-5-9,0 6 9,0-6 11,-5 5 8,5 10 1,0 0 1,0 0-21,0 0 0,0 10 0,5 5 0,1-1-17,5 6-2,0 4 0,0 1 0,5 9 27,6-5 6,-5 10 1,10 0 0,1-5-24,-1 0-5,-5 0-1,11 0 0,0-4 15,6-1 0,-7 0-10,7-5 10,-1 6-60,6-11-8,0 1-2,-5-1-930</inkml:trace>
          <inkml:trace contextRef="#ctx0" brushRef="#br0" timeOffset="43276.934">4946 1966 1209,'0'0'108,"-16"5"-87,5-5-21,-6 0 0,6 5 180,0 0 32,0-5 7,6 9 1,-12 1-75,1 0-14,5 0-3,0 4-1,0 1-67,5 0-12,6 9-4,0-5 0,0 6-28,6 28-7,5-19-1,0-19 0,0 5-8,5-1 0,6 1 0,0-6-11,0 6 11,6-6 0,-7-4 10,1-5-10,-5 0-15,5 0-9,-11-5-1,5 0-1,1-5 6,-6 0 0,-6-5 1,6-4 0,-11 4 4,6-5 1,-6-4 0,-6-1 0,6 1 14,-5-6-12,-6 1 12,5 0-12,-5-1 12,6 11 0,-6-11 0,0 6 0,5-1 0,1 6 0,-6 4 0,0 5 0,5 0 13,6 5-1,0 0 0,0 0 0,0 0-1,6 5-1,-1 15 0,1-1 0,5 5-10,0 1 0,5 4 0,1 5 0,5 5 0,-6-5 0,6 0 0,-6 5 0,1 0 0,5 5 0,-6 0 0,-5 0 0,6 0 0,-1 5 0,1-1 10,-6 11-10,5-1 24,0-4-3,-5-5 0,-5-5 0,5-1-4,-6 1-1,-5-10 0,6 1 0,-6-6 0,0-5-1,0-4 0,-6-1 0,1 1 5,-1-11 0,-5 6 1,0-5 0,-5-5-3,0-5-1,-6-5 0,0 0 0,0-10-17,-6 1-19,-5-11 4,6 1 1,-6-10-42,6-5-9,-6 0-2,5-5 0,6 5-122,6-5-25,5-5-5</inkml:trace>
          <inkml:trace contextRef="#ctx0" brushRef="#br0" timeOffset="43449.7294">5220 2161 1612,'0'34'144,"0"-19"-116,0-15-28,6 14 0,-6 6 136,5-1 22,1 1 4,-1-1 1,6 6-79,0-6-16,-5 1-4,5-1 0,-1 1-51,1-6-13,0-4 0,0 0 0,-5 0-44,10-6-12,-10-4-3,-6 0-962</inkml:trace>
          <inkml:trace contextRef="#ctx0" brushRef="#br0" timeOffset="43864.9729">5281 1883 655,'0'0'28,"0"0"8,0 0-36,0 0 0,0 0 0,0 0 0,0 0 31,0 0-1,10 5 0,-10-5 0,11 10 6,0 4 2,6 1 0,-1 5 0,-5-1 30,0 1 7,0 4 1,6 0 0,-6 1 12,5 4 4,-10-5 0,10 1 0,-5 4-20,5-5-3,1 1-1,-1-1 0,1-5-12,-1 6-2,1-11-1,-6 6 0,5-5-7,-5-6-2,6 1 0,-6-5 0,5 5-5,-5-10-2,0 0 0,-11 0 0,0 0 8,0 0 2,0 0 0,0 0 0,0 0 17,5-15 4,-5 5 1,6-9 0,-12 4-4,1 1-1,-1-1 0,-5 0 0,-5 1-24,5-1-4,-5 5-2,-1-4 0,6 9-13,-5-10-2,-1 1-1,1-1 0,-6 5-18,5 1 8,1 9-8,5-5 0,0 0 0,0 5-16,0 5 2,11-5 0,0 0-30,0 0-7,0 0-1,0 0 0,0 0-43,0 0-9,0 0-1,11 9-1,-11-9-54,11 5-10,5-5-2</inkml:trace>
          <inkml:trace contextRef="#ctx0" brushRef="#br0" timeOffset="44169.3921">5686 2025 1267,'-11'0'56,"11"0"12,17-5-55,-6 5-13,5 0 0,1 0 0,5 5 54,-6-1 8,6 6 2,0 0 0,0 0 66,-6 4 14,6 1 2,-5 0 1,5 4-62,-6-4-12,1 4-2,5 1-1,-6-6-22,-5 6-5,0-6-1,5 1 0,1 0-10,-12-6-1,-5-9-1,11 5 0,-11-5-3,0 0-1,0 0 0,0 0 0,0 0 5,0-10 1,0 1 0,0-6 0,-5-9-11,-1-1-1,1 1-1,-1-10 0,1-5-6,-6 0-1,5-5 0,1 0 0,-1 5-12,6 0 11,0 5-11,0 5 10,0 4-10,6 6 0,-1 4 9,1 6-9,5 4 17,0 0-1,0 10 0,5 4 0,-5 1 3,6 10 0,5 4 0,-6 5 0,0 5-10,6 1-1,6 4-8,-1 4 12,1-4-12,-1 5-18,6-5 4,-6 0 1,6-9-129,-5 4-26,-1-10-4,-10-5-2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49:06.231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FEC4232-B7FE-43FC-A7B6-439914BA883D}" emma:medium="tactile" emma:mode="ink">
          <msink:context xmlns:msink="http://schemas.microsoft.com/ink/2010/main" type="inkDrawing" rotatedBoundingBox="20390,3758 29490,3628 29495,3963 20394,4093" shapeName="Other"/>
        </emma:interpretation>
      </emma:emma>
    </inkml:annotationXML>
    <inkml:trace contextRef="#ctx0" brushRef="#br0">36 388 1670,'-17'-14'74,"12"4"15,-6 5-71,5 0-18,1-4 0,-1 4 0,1-5 52,5 0 6,0 0 2,0 10 0,0 0-34,0-9-6,0 9-2,5-10 0,6 0-18,0 5 0,0 0 0,0-4 0,0 4 0,6-5 0,-6 0-12,5 5 3,0 5 9,1-4 0,-1-1 0,1 0-8,5-5 8,0 0 12,0 1-2,5 4-1,-5-5 15,5 5 4,-5-5 0,11 1 0,-5-1 2,5 0 1,-1 0 0,1 5 0,11-4-5,0 4-1,-11 0 0,0 0 0,5 0-9,-5 0-3,0 5 0,-5 0 0,4-5-4,1 5-1,0-4 0,-5-1 0,5 10-8,-1-5 0,1-5 0,-5 5 8,10-5-8,-5 0 8,5 0-8,-5 5 8,6-5-8,5 0 8,-6 5-8,6-5 8,5 5-8,1-4 12,-7 4-12,1 0 12,-5 4-12,-1 1 12,1-5-12,-1 5 12,0-5-12,1 5 12,-1-5-12,0 0 12,-5 0-12,6 0 12,-1 0-12,1 0 12,-1 0-2,0 0 0,1 5 0,10-5 0,6 0-2,0 0 0,-11 5 0,5-5 0,-5 5 1,5-5 0,-5 5 0,0-1 0,0-4 1,-6 0 0,6 0 0,-6 0 0,6 0-10,0 0 8,0 0-8,0 0 8,0 0-8,5 0 10,1 0-10,4 0 10,-4 0-10,-1 5 0,-5-5 0,-6 0 0,6 5 0,0 0 0,-6 0-8,1-5 8,-1 0 0,1 0 0,-1 0 0,0 0 0,1 0 21,-1 0 9,-5-5 2,6 5 0,-1 0-32,6 5-15,5-5 2,-5 5 0,0 0 13,-6 0 16,1-1-3,-1 1-1,0 0-12,1 0 0,-1 5 0,-5-5 0,5-5 0,-10 5 0,5-5 0,0 0 0,-6 0 0,12 0 0,-1 0 0,-5 0 0,5-5 0,1 0 0,4 0 0,7 0 0,-1 5 8,6-5 0,-6 5-8,1 0 12,-6-5-12,-1 5 9,7-5-9,-6 5 8,-6 0-8,0 0 0,6 0 0,-5 0 8,-1 0-8,6 0 0,-6-4 0,6-1 0,6 5 0,-1-5 0,0 5 0,1-5 0,16 0 0,-12 5 0,-10-5 0,0 0 0,0 10 8,5-5 0,-5 0 0,-5-5 0,-1 0-8,0 5 8,6-9-8,0 9 8,0-5-8,0 5 0,11-5 0,11 0 0,-1 5 0,-4 0 0,-7 0 0,1 0 0,11 0 0,-6 0 0,-16 0 0,0 5 0,6 0 0,-7-5 0,1 5 0,-5-5 0,-6 0 0,5 0 0,6 0 0,-6 0 0,-5 0 0,6 0 0,4 0 0,7 0 0,-1 0 0,0 0 8,1 9-8,-6-9 8,0 5-8,-1-5 0,-10 5 0,6-5-11,-1 0 11,1 0 11,-7 0-3,1 0 0,0 0-8,0-5 0,6 0 0,-12 1 0,11 4 0,-5-5 0,11 5 0,0 0 0,0 0 15,5 0 1,-5 0 0,-6 0 0,6 0-1,0 0 0,-5 0 0,-6 0 0,5 5-15,-5-5 0,-6-5 0,6 5 0,-5 0 0,4 0 0,-4-5 0,-1 5 0,1-10 0,-1 10 0,-5-5 0,0 0 0,5-4 12,-5 4-4,0 5-8,0-5 12,0 0-12,-5 5 0,-1-5 0,1 0 0,-1 0 0,6 5 8,11-5-8,0 5 0,-11-4 0,0 4 0,-6 0 0,-5 0 0,5 0 0,-5 0 0,0 0 0,-5 0 0,-6 0 0,11 0 0,-11 0 0,0 0 0,0 0-34,0 0-6,0 0-2,0 0 0,0 0-109,0 0-21,0 0-5,-22 4-901</inkml:trace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4T00:57:01.795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B41280FE-86BC-44F6-938C-487AE8722985}" emma:medium="tactile" emma:mode="ink">
          <msink:context xmlns:msink="http://schemas.microsoft.com/ink/2010/main" type="writingRegion" rotatedBoundingBox="10693,12504 11983,11769 12362,12435 11073,13170"/>
        </emma:interpretation>
      </emma:emma>
    </inkml:annotationXML>
    <inkml:traceGroup>
      <inkml:annotationXML>
        <emma:emma xmlns:emma="http://www.w3.org/2003/04/emma" version="1.0">
          <emma:interpretation id="{F24F483D-ADFF-40CA-AB0C-2D3800139D52}" emma:medium="tactile" emma:mode="ink">
            <msink:context xmlns:msink="http://schemas.microsoft.com/ink/2010/main" type="paragraph" rotatedBoundingBox="10693,12504 11983,11769 12362,12435 11073,1317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AA19E45-6490-44FA-BEE5-9A948B9891BE}" emma:medium="tactile" emma:mode="ink">
              <msink:context xmlns:msink="http://schemas.microsoft.com/ink/2010/main" type="line" rotatedBoundingBox="10693,12504 11983,11769 12362,12435 11073,13170"/>
            </emma:interpretation>
          </emma:emma>
        </inkml:annotationXML>
        <inkml:traceGroup>
          <inkml:annotationXML>
            <emma:emma xmlns:emma="http://www.w3.org/2003/04/emma" version="1.0">
              <emma:interpretation id="{7E481CC9-9FAF-4BBB-A2A2-43AFA978034D}" emma:medium="tactile" emma:mode="ink">
                <msink:context xmlns:msink="http://schemas.microsoft.com/ink/2010/main" type="inkWord" rotatedBoundingBox="10693,12504 11983,11769 12362,12435 11073,13170"/>
              </emma:interpretation>
              <emma:one-of disjunction-type="recognition" id="oneOf0">
                <emma:interpretation id="interp0" emma:lang="en-AU" emma:confidence="0">
                  <emma:literal>125</emma:literal>
                </emma:interpretation>
                <emma:interpretation id="interp1" emma:lang="en-AU" emma:confidence="0">
                  <emma:literal>12 5</emma:literal>
                </emma:interpretation>
                <emma:interpretation id="interp2" emma:lang="en-AU" emma:confidence="0">
                  <emma:literal>R 5</emma:literal>
                </emma:interpretation>
                <emma:interpretation id="interp3" emma:lang="en-AU" emma:confidence="0">
                  <emma:literal>22 5</emma:literal>
                </emma:interpretation>
                <emma:interpretation id="interp4" emma:lang="en-AU" emma:confidence="0">
                  <emma:literal>I25</emma:literal>
                </emma:interpretation>
              </emma:one-of>
            </emma:emma>
          </inkml:annotationXML>
          <inkml:trace contextRef="#ctx0" brushRef="#br0">0 0 345,'0'0'15,"0"0"4,0 0-19,0 0 0,0 0 0,0 0 0,0 0 172,0 0 32,0 0 5,0 0 2,4 8-142,1 4-28,-5-12-5,4 8-2,1 4-13,-5-12-2,0 0-1,4 12 0,5 0 5,-4-4 1,-5 4 0,4-4 0,1 4 4,-1 0 2,5 4 0,5 4 0,-5 0-14,4 0-4,-4 4 0,0 0 0,9-4-4,-4 4 0,-1 4-8,1-4 12,-1 0-12,-4 0 0,5 0 8,-6-4-8,6 0 0,-1 4 0,1-4 8,-5 4-8,0-8 0,0 4 0,0 0 0,-5 0 0,5-4 0,-9 0 0,5 0 0,-1 0 0,1-9 0,-1 5 0,1-4 0,-5 4-10,0-12-19,0 0-4,0 0-1,0 0 0,0 0-42,0 0-8</inkml:trace>
          <inkml:trace contextRef="#ctx0" brushRef="#br0" timeOffset="736.9512">341 4 172,'0'0'16,"0"0"-16,-9 8 0,0 0 0,5 0 132,4-8 23,-9 4 5,9-4 0,0 0-86,-5 4-18,-4 0-3,9-4-1,0 0-13,-9-4-3,0 0-1,5 0 0,4 4-8,0 0-2,-9-8 0,9 4 0,-5-8-4,5 8-1,-4-4 0,8 0 0,1 4 6,-1-4 1,1 0 0,-1 0 0,5 4 1,-4-4 0,4 0 0,-5 0 0,5-4-6,0 4-1,0-4 0,0 4 0,0-8-12,-4 4-9,4 0 12,0 0-12,0 4 10,-5-4-10,5 4 8,0-4-8,0 8 9,-4-4-9,4 4 10,-9 4-10,9-4 9,-9 4-9,9-4 8,0 0-8,4 4 10,-13 0-10,0 0 12,9 8-12,0-4 13,0 4-4,-9 4-1,9 0 0,-4 0 0,-5 0 0,4 8 0,1-4 0,-10 4-8,5-4 0,5 4 0,-5-4 8,0 4-8,-5 0 0,5-4 0,5 0 0,-1 0 0,-4 0 0,0 0 0,0 4-11,9-4-1,-9 0 0,0 0 0,5 4 0,-5 0-12,4 0-4,-4-4 0,5 0 0,-5 0 28,4 0 0,1-4 0,-1 0 0,1 0 0,-1 0 0,1-4 0,4 0 0,-5 0 0,5 0 0,-9-8 0,9 8 0,5-4 0,-1 4 0,-4-4 0,0-4 0,5 8 0,-1-8 0,-4 0 12,0 0-4,-9 0-8,14 0 11,-1 0-11,1-4 12,-5 0 0,4-4 1,1 0 0,-1 0 0,5 0 1,-4-4 0,3 0 0,-3 0 0,-1 0-5,1 0-1,-5-4 0,4 0 0,1 0-8,-5 0 0,4 0 0,-4-4 0,0 0-43,5 0-10,-10 4-3</inkml:trace>
          <inkml:trace contextRef="#ctx0" brushRef="#br0" timeOffset="1424.5081">1061-555 460,'0'0'41,"0"0"-33,0 0-8,0 0 0,-5 4 149,-4-1 28,0 1 6,9-4 1,-4 4-101,4-4-20,-9 8-4,4 0-1,5-8-24,-9 12-5,5-4-1,-5 4 0,9 0-14,-5 0-3,5 4-1,0-4 0,0 4-1,0 0 0,5 0 0,-5-4 0,0 4-9,4 0 8,1-4-8,-1 4 8,1-8-8,-1 4 0,5 0 0,-4-4 0,-1 0 0,5 4 0,-9-12 0,9 8 0,-4-4 0,4 0 0,-9-4-10,9 4 10,0 0 0,4-4 0,-8-4-8,8 4 8,-4-4 0,0 0 0,0 0 0,0-4 0,-9 8 0,9-4 0,0-4 0,5 0 0,-5 4 0,0-4 0,0 0 0,4 0 0,1 0 0,-5 4 0,0-4 0,4 4 0,1 0 0,-1 0 0,1-4 0,-5 4 0,-9 4 0,13 0 12,1-4-4,-1 0-8,-4 4 8,0 4-8,5-4 0,-5 4 0,-9-4 12,0 0-4,0 0 0,0 0-8,4 12 13,1 0-4,-5 0-1,0 4 0,4-8 0,0 8 0,-4-4 0,0 4 0,0-4 0,0 4 0,-4 0 0,4 0 0,4 0 2,-4 0 0,0 0 0,0 0 0,-8 0 2,8 0 1,-5 0 0,1 0 0,-1-4-5,-4 0-8,0-4 11,0 4-11,0-4 0,0-4 0,0 4 0,-4-4-9,8 0 9,-4 0 0,-4 0 0,4-8 0,0 4-56,0-4-5,0-4-2,0 4 0,0 0 23,0-4 4,4 0 0</inkml:trace>
          <inkml:trace contextRef="#ctx0" brushRef="#br0" timeOffset="1712.889">993-488 748,'0'0'33,"-4"12"7,-1-4-32,1 4-8,4-12 0,0 0 0,0 0 132,0 0 24,0 0 4,0 0 2,0 0-106,0 0-20,0 0-5,9-4-1,4 0-4,1-4-1,-5-4 0,4 0 0,-4 0-1,5 0-1,-5-4 0,4 4 0,1 5-14,-1-5-9,1-4 12,-1 4-12,1 4 10,-1 0-10,5 0 8,5 0-8,-5-4-28,4 4-12,-4-8-1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49:57.992"/>
    </inkml:context>
    <inkml:brush xml:id="br0">
      <inkml:brushProperty name="width" value="0.10583" units="cm"/>
      <inkml:brushProperty name="height" value="0.211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1277 673 1364,'0'0'60,"0"0"13,0 0-58,0 0-15,-6-10 0,6 10 0,0 0 60,0 0 10,-5-5 2,-1-5 0,6 10-23,-11 0-4,0 0-1,-5 5 0,5 5-25,-11 5-6,6 9-1,-12 0 0,6 1-12,-5 4 0,-6 10 0,0 0 0,-5 10 0,-1 4 0,-5 6-9,1 4 9,4 1 0,-16-1 0,6 0 0,0-4 0,5 4 0,0-9-9,0-1 9,6-4 0,5-5 0,5-5 0,1 0 0,5-10 0,0 1 0,6-6 0,5-9 0,0 4 0,0-9 0,11-10 9,0 0-9,0 0 10,0 0-10,0 0 10,5-10-10,1-5 10,5-4-2,5-5-8,11-11 12,-5-4-4,11-4-8,11-6 0,5-5 0,1-4 0,5-1 0,-6-4 0,6-5-10,0-6 10,-6 6 0,6-5 0,-6 5 0,1 0 0,-7 9 0,-4 1 0,5 4 0,-6 5 0,1 0 0,-7 10 0,-4 0 0,-1 10 0,-5 10 0,-5-1 0,-6 6 11,0 4-3,-11 10 12,0 0 4,0 0 0,-6 10 0,1 9-4,-12 5 0,-5 11 0,0 4 0,-11 4-10,-5 6-2,0 10-8,-12 14 12,-5 5-12,1 5 0,-12 4 8,-6-4-8,1 0 0,0 0 11,-11 0-11,5 5 10,6-1 2,5 1 0,0 0 0,6-5 0,-1-15-2,12-5 0,0-9 0,10-10 0,12-5-10,-1-10 12,12-9-12,-1-1 12,6-9 6,1-5 2,4 0 0,6-5 0,0 0-20,16-20-19,1-9 4,10-10 1,6-5 14,11-14 15,-5-11-3,15-9-1,-4 0-11,16 0 0,5-5 0,6 1 8,-6-6-8,6-5-14,5 1 3,-5-1 1,-1 0 10,-4 6 0,-1 9 0,-5 0 0,0 4 0,-6 6 0,0 5 8,1 9-8,-12 5 16,0 6 0,1 8-1,-12 6 0,-10 15-3,-12-1 0,6 10 0,-11 0 0,-11 5-1,11 15-1,-6 4 0,-10 11 0,-1 4-10,-10 10 12,-11 9-12,-12 6 12,-5 14-12,-5 0 12,0 10-12,-6 9 12,-6 11-12,1-1 8,-6 1-8,0-1 8,-5 0-8,-6 6 0,6-1 0,0 0 0,-6 0 0,17-9 0,-6-10 0,11-15 0,6-5 0,10-10 0,12-9 0,-6-10 0,11-5 0,6-9 0,-1-11 0,12 1 8,5-15-8,0 0 0,0 0 0,5-15 0,12-9-9,-1-5 9,11-15-12,12-15 12,5-4-10,11-15 10,5-10-8,6-4 8,10-6 0,1-4 0,5 4 0,-5-4 0,11-1 0,0-9-8,10-5 8,7 0 0,-1-5 0,-5 10 0,-6 5 0,-5 0 0,-6 4 0,-5 6 0,-1-1 0,-10 16 0,-5 8 0,-1 11 0,0 14 0,-16 10 0,-17 10 0,-10 10 8,5 4-8,0 10 8,-6 10-8,-10 5 8,-6 14-8,-11 15 8,-11 10 8,-6 19 1,-15 15 1,-7 10 0,-5-1-18,-10 15-19,-7 1 4,-5 9 1,-10 9 14,-7 1 0,-10 5 0,6-5 0,-1-1 0,0 11 0,0 4 0,1 1 0,-1-11 0,6-9 0,5-5 0,0-10 0,11-4 13,12-11-1,15-14 0,6-14 0,6-11-12,11-14-13,5-5 2,5-9 1,6-6 10,0-4 0,6-10 0,5-5 0,0 0 12,11-15-1,-6-4-1,12-16 0,16-18-10,5-11 0,6 1 0,5-10 0,6-5 0,11-5-11,0-10 11,0-9-8,5-5 8,6 0 0,5 4 8,6 1-8,10 0 0,-4 4 8,-1 5-8,-5 1 0,-6-1 0,0 5 0,-5 1 0,0 9 0,-12 5 0,-4 14-8,10 5 0,-11 11 0,-10 4 8,-6 9 11,-6 6-3,0 9 0,-5 1-8,-16 14 12,-17 0-12,11 9 12,11 6-12,-22 9 0,-28 11 0,6 13 0,-11 6 0,-5 19 12,-17 5-12,0 15 12,-5-1-12,-11 11 0,-1-6 0,-10 15 8,-6 5-8,-10 10 0,-1 5 0,6-6 0,5-9 0,6-5 0,-1-4 0,12-1 8,0 0-8,11-9 0,-1-20 0,12-10 0,5-10 0,6-14 0,21-10 0,-10-9 0,10-6 0,6-9 8,6 0-8,-1-15 0,12-5 0,5-14 0,5-10 0,17-15 0,-5-19 0,10-10 0,6-5 0,11-5 0,10-5 0,1-9 0,6-10 0,15 0 0,12-10 0,-6 5 0,6 0 0,0 10 0,-1-5 0,1 4 0,5-9-9,-5 10 9,-6 5 0,0 9 0,6 1 0,-17 9 0,-10 5 0,-6 14 11,-1 6-11,-10 9 10,-11 5 2,-6 15 0,-10 0 0,-1 14 0,-5 5-3,-5 10 0,-12 5 0,6 10 0,-11 9-9,-5 10 0,-17 15 0,-6 5 8,-5 14-8,-10 10 0,-7 19 9,-21 6-9,-11 4 16,-6 5 0,6-5-1,-6 20 0,-16 10-24,-1 9-5,7-5-1,-12 6 0,0-11 15,1 15 0,5 5 0,5-10 0,11-14 0,6-10 0,16-15-13,0-14 5,17-15 8,5-10 0,6-10 0,10-9 0,1-20 0,5 1 0,5-16 0,12-4 0,5-10 0,0 0 0,5-10 0,6-9 0,11-15 0,0-10 0,17-10 0,-1-9-8,6-10 8,16-20 0,11-9 0,6-15 0,16 0 0,1 5 0,-1-5 0,0 4 0,0-4 0,6-4 0,5 4 0,0 5 0,-5 4 0,5 11 0,-5 9 0,-11 0 0,-6 10 0,-5 0 0,5 0 0,-11 10 0,-5 10 0,-11 14 9,5 0-9,-5 10 0,-5 9 12,-12 11-12,-22 4 12,6 10-12,6 0 10,-12 10-10,-21 14 8,-6 10-8,0 10 8,-17 15-8,1-1 0,-22 10 8,-6 10-8,0 5 0,0 5 0,-11 14 0,-16 10 0,0 5 0,-6 5 0,0 0 0,-5 0-9,0 5 9,0 4 0,5 6 0,6-15-10,-1-5 10,1-10-8,5-5 8,11-14 0,1 0 14,-1-10-2,11-10 0,11-14-12,11-15-13,0-5 2,11-15 1,6 1 10,5-10 0,0-10 0,11-15 0,0-5 0,11-14 0,11-10 0,11-4-8,11-16 8,11-4-10,-1-15 10,12-5-10,5-4 10,1-15-8,5-10 8,10 4-8,7 6 8,4 0 0,1 0 0,-6-5 0,0 0 0,-5 9 0,0 1 0,0 14 0,-6 0 0,-5 15 0,10 5 0,-4 5 0,-7 9 15,-10 10 5,-16 0 0,4 15 1,-4 5-21,-6 4-15,-22 10 3,0 5 0,0 1 12,-12 13 0,-10-9 12,-5 20-12,-6 4 0,0 10 0,-11 5 0,-11 10 0,-27 14 13,-6 11-4,6 13-1,-6 16 0,-16-1-8,5 10-17,-11 0 4,6 15 1,-11 9 12,-12 6 13,-10-1-2,11-4-1,5-11-23,6 1-5,0 5-1,11-15 0,5-10 19,6-9 0,10-16 0,6-13 0,12-16 12,4-9 5,12-15 2,5-4 0,5-11-19,6-9 0,6-5 0,5-9 0,11-11 0,5-14 0,12-15 8,5-9-8,5-20-12,11-5-5,6-10-2,11-4 0,11-6 19,5-9 0,6-15-8,11-4 8,5-1 0,-6 10 0,7 0 0,-7 1 0,-10-6 0,16 5 0,12 10 0,-12 10 0,-17 9 0,-4 10 0,4 5 8,-4 15-8,-12 4 8,-5 15-8,-17 5 0,1 5 0,4 5 8,-15 5-8,-17 4 0,0 10 0,0 5 0,-6 10 0,0 0 0,-16 10 0,-10 9 0,-1 15 0,-6 0 0,-10 15 0,-17 9 0,0 10 0,0 20 0,-16 9 0,-12 10 9,-10 1 3,-6 8 0,1 11 0,4 14-27,1 0-5,-11-9 0,11-5-1,5-11 21,0 1 0,-5 0 0,5-10 0,6-9 0,16-20 0,0-5 0,6-15 0,5-9 0,5-11 0,18-13 9,-1-6-9,0-4 17,11-6-1,0-9 0,11-5 0,0 0-16,11-10-9,-6-9 1,17-6 0,22-14 8,-6-9 11,1-21-3,16-4 0,5 0-21,6-10-5,0 5-1,-1-5 0,1 1 19,11-6 0,0 0 0,5 0 0,0-4 0,-5 4 0,11 10 0,-6 5 0,-16 9 0,0 11 0,-12 4 0,1 10 0,0 0 0,-16 15 0,-7 4 0,1 6 0,0-1 0,-5 5 0,-17 10 0,0 5 0,5 0 0,-10 10 0,-6-1 0,-6 11 0,-5 4 8,-5 10-8,-1 0 0,-5 19 0,-16 20 17,5 0-2,-5 5-1,-6 0 0,-6 5-14,-4-5 0,-12 9 0,5 6 0,7 9 0,-12 0 0,0 1 0,0-6 0,17-9-11,-1-6-5,-4-9 0,10-9-1,5-16 17,12-4 0,5-20 0,0-4 0,0-11 8,6-9 1,16-5 1,-6-10 0,6-4-10,0-16 0,17-9 0,5-9 0,5-11-11,6-9 3,0-25 0,11-4 0,21 4 8,1 1 0,-11-6 0,11 1 0,11-1 0,-1-4-8,1-10 8,-5 4 0,-7 11 0,7 4 0,4 5 0,-4 10 0,-17 0 0,16 10 0,6 5 0,-6 9 0,-16 6 0,-6 9 0,-5 4 0,-6 16 0,-5-1 0,-5 11 0,-12-1 0,1 10 0,-6 5 0,0 9 0,-11 6 0,-6 9 0,-5 5 0,0 5 8,-11 15-8,-16 4 0,-6 11 17,-11 9-1,6 19 0,-6 1 0,-16 4-25,5-5-6,5 6-1,1-6 0,0-4 16,-6 4 0,-5 6 0,10-6 0,12-14 8,-11 0 5,-12-20 1,18-4 0,15-10-14,1-10 0,-1-10-12,1-10 12,11-4 0,-1-10 0,12-5 0,-1-10 9,1-9-9,5-11 0,16-4 9,-5-19-9,6-16 0,5-4 0,11-10 0,16 1 8,0-16-8,1 1-8,-1-11 8,17-4-12,5-10 12,-10 5 8,-1 10-8,0 10 11,6-1-11,-5 10-12,-6 10 2,-6 5 1,-11 15 9,1-1 0,10 1 0,-10 14-8,-17 5 8,0 10 11,0 14-3,-1 0 0,-10 6-17,0 9-4,-10 14-1,-1 11 0,0-1 6,-11 10 8,-17 5-13,1 5 5,-1 10 8,-4-1-8,-23 11 8,-6 4-8,-10 10 8,-6 5 0,-5 14 0,0 6 0,-11-6-12,11-4 4,5-6 0,-11-4 0,-11-5-3,6-5 0,17-9 0,4-11 0,6-9-5,6-10-2,11-14 0,5-1 0,11-9-2,0-5 0,6-10 0,5-9 0,6-11 20,5 1 0,5-15-8,1-5 8,10-10 0,1-14 0,10-5 11,12-10-11,-6-29 18,16 5-3,1-5-1,15-1 0,1 1-5,6-5-1,10 0 0,6 5 0,11 5-8,-12 10 0,-10 9 0,5 10 8,1 10-8,-6 9 8,-17 10-8,-5 10 8,-6 10-8,-5 5 8,-5 9-8,-12 5 8,-5 10-8,-5 15 0,-1 0 0,-10 14 0,-17 10-9,-5 14 9,-6 11-12,0 19 12,-11 9-37,-5 16-1,-12 4 0,1 5 0,0 9-142,-1 16-29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50:01.961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98827B6-348B-4165-80D1-B3BB5A4EE13B}" emma:medium="tactile" emma:mode="ink">
          <msink:context xmlns:msink="http://schemas.microsoft.com/ink/2010/main" type="inkDrawing" rotatedBoundingBox="7655,4896 7835,9074 7445,9091 7265,4913" shapeName="Other">
            <msink:destinationLink direction="with" ref="{595A89CE-57C5-47D6-A686-A202F272E70C}"/>
          </msink:context>
        </emma:interpretation>
      </emma:emma>
    </inkml:annotationXML>
    <inkml:trace contextRef="#ctx0" brushRef="#br0">554 4167 1152,'-5'9'102,"5"-9"-82,-11-4-20,11 4 0,-11-5 137,0 0 23,0-5 5,5 5 1,6 5-38,-11-10-7,-5-4-1,10-1-1,-5 10-44,6-4-9,-11-1-2,5 0 0,5-5-24,1 6-4,-6-11-2,5 6 0,-10-6-15,5-4-3,0-1-1,-6-9 0,1-10-7,-1 0-8,12-9 11,-6-6-11,5-4 9,-10 0-9,11-1 0,-12-4 9,6 0-9,0-1 0,0 6 0,6-15 0,-6 0 0,5-5 13,-5-9-1,11-1-1,-5 10-32,5-5-7,0 6 0,0-6-1,5 5 12,1-5 2,-1-4 1,1-1 0,-1 5 5,1 5 1,-1 0 0,1 5 0,5 10 8,-6-5 0,-5 10 0,0-6-8,11 6 8,-11 5-12,-11-11 12,11 6-12,0 0 2,6 4 0,-6 5 0,-6 6 0,6-1-6,0 10-2,-5 0 0,-1 0 0,1 0-1,-1 5 0,1 0 0,-1 0 0,6 4-3,-5 1-1,5 0 0,-6 0 0,6 4 3,0 1 0,0 0 0,6 4 0,-6-4 2,0-1 1,11 1 0,-6 0 0,6-1 6,-5-4 2,-1 5 0,6 4 0,-5-9 9,-1 4-10,6 1 10,0 0-10,-11 4 10,5 1 0,12-1 0,-6 1 0,-6 4 0,1 5 0,-1-4 0,6-1 0,-5 5 0,-1 1 12,1-6-2,-1 10-1,1-5 6,-1-4 1,-5 4 0,0 0 0,0 5 0,-5 0 1,5 1 0,0 4 0,0 0-3,0 0-1,0-10 0,0 10 0,0 0-1,-6 0-1,6 0 0,0 0 0,0 0-11,0 0 12,-16 0-12,16 0 12,0 0-3,0 0 0,-17 5 0,12 4 0,5-9-9,0 0 12,-17 5-12,12 0 12,-6 5-12,0-5 8,0 5-8,6-1 8,-12 1-8,6 0 0,0 0 0,0-1 0,0 1 0,-5 5 0,-1-1 0,6 1 8,-5-5-8,5 4 0,0-4 0,0 5 0,-5-1 0,-1 1 0,6 0 0,0-6 0,0 1 0,6-5-11,-6 5 11,5 4-8,-5 11-22,6-1-4,-1-9-1,6-1 0,0-14 50,0 0 9,0 10 3,0-10 0,0 0-27,0 0 0,0 0 0,0 0-11,0 0 11,0 0 0,0 0 0,0 0-8,0 0 8,0 0 0,6-5 0,-1 0 0,6 0 0,-11 5 0,0 0 10,0 0-10,0 0 11,0 0-11,0 0 12,11-4-12,0-1-18,-11 5-10,0 0-3,0 0 0,0 0 31,6-5 0,5-5 0,-6 0 0,6 5-73,-5-4-9,-6 9-2,11-10 0</inkml:trace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50:02.183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95A89CE-57C5-47D6-A686-A202F272E70C}" emma:medium="tactile" emma:mode="ink">
          <msink:context xmlns:msink="http://schemas.microsoft.com/ink/2010/main" type="inkDrawing" rotatedBoundingBox="7723,4786 7963,5240 7952,5245 7713,4791" semanticType="callout" shapeName="Other">
            <msink:sourceLink direction="with" ref="{D98827B6-348B-4165-80D1-B3BB5A4EE13B}"/>
          </msink:context>
        </emma:interpretation>
      </emma:emma>
    </inkml:annotationXML>
    <inkml:trace contextRef="#ctx0" brushRef="#br0">8-8 979,'-11'0'87,"11"0"-70,0 0-17,0 0 0,0 0 147,0 0 25,0 0 6,0 0 1,0 0-68,0 0-14,5 9-2,1 6-1,-1-5-38,6 4-7,0 1-1,-6 4-1,6 1-9,0-1-2,6 6 0,-6 4 0,5 0-20,-5-4-4,6 4 0,-1 0-1,1-4-11,-1 4 0,0 15-12,6-5-668,-5-10-132</inkml:trace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47:41.504"/>
    </inkml:context>
    <inkml:brush xml:id="br0">
      <inkml:brushProperty name="width" value="0.03528" units="cm"/>
      <inkml:brushProperty name="height" value="0.03528" units="cm"/>
      <inkml:brushProperty name="fitToCurve" value="1"/>
    </inkml:brush>
  </inkml:definitions>
  <inkml:traceGroup>
    <inkml:annotationXML>
      <emma:emma xmlns:emma="http://www.w3.org/2003/04/emma" version="1.0">
        <emma:interpretation id="{F8B1BB29-ACC2-4E63-8E42-F6FF0C9C2BA4}" emma:medium="tactile" emma:mode="ink">
          <msink:context xmlns:msink="http://schemas.microsoft.com/ink/2010/main" type="writingRegion" rotatedBoundingBox="1899,7228 3586,7186 3605,7927 1918,7969"/>
        </emma:interpretation>
      </emma:emma>
    </inkml:annotationXML>
    <inkml:traceGroup>
      <inkml:annotationXML>
        <emma:emma xmlns:emma="http://www.w3.org/2003/04/emma" version="1.0">
          <emma:interpretation id="{9A23A0B7-A4F2-444C-A959-7C0A1ED9EA8A}" emma:medium="tactile" emma:mode="ink">
            <msink:context xmlns:msink="http://schemas.microsoft.com/ink/2010/main" type="paragraph" rotatedBoundingBox="1899,7228 3586,7186 3605,7927 1918,79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EE4D324-5E7E-4F90-AB93-10865716F5DF}" emma:medium="tactile" emma:mode="ink">
              <msink:context xmlns:msink="http://schemas.microsoft.com/ink/2010/main" type="line" rotatedBoundingBox="1899,7228 3586,7186 3605,7927 1917,7969"/>
            </emma:interpretation>
          </emma:emma>
        </inkml:annotationXML>
        <inkml:traceGroup>
          <inkml:annotationXML>
            <emma:emma xmlns:emma="http://www.w3.org/2003/04/emma" version="1.0">
              <emma:interpretation id="{2E403AEB-FE0F-428F-8FD4-FBF38227C5A1}" emma:medium="tactile" emma:mode="ink">
                <msink:context xmlns:msink="http://schemas.microsoft.com/ink/2010/main" type="inkWord" rotatedBoundingBox="1899,7228 3586,7186 3605,7927 1917,7969"/>
              </emma:interpretation>
              <emma:one-of disjunction-type="recognition" id="oneOf0">
                <emma:interpretation id="interp0" emma:lang="en-AU" emma:confidence="0">
                  <emma:literal>f-6</emma:literal>
                </emma:interpretation>
                <emma:interpretation id="interp1" emma:lang="en-AU" emma:confidence="0">
                  <emma:literal>Me 6</emma:literal>
                </emma:interpretation>
                <emma:interpretation id="interp2" emma:lang="en-AU" emma:confidence="0">
                  <emma:literal>r-6</emma:literal>
                </emma:interpretation>
                <emma:interpretation id="interp3" emma:lang="en-AU" emma:confidence="0">
                  <emma:literal>t-6</emma:literal>
                </emma:interpretation>
                <emma:interpretation id="interp4" emma:lang="en-AU" emma:confidence="0">
                  <emma:literal>M. 6</emma:literal>
                </emma:interpretation>
              </emma:one-of>
            </emma:emma>
          </inkml:annotationXML>
          <inkml:trace contextRef="#ctx0" brushRef="#br0">-6 731 345,'0'10'31,"0"-10"-31,0 0 0,0 0 0,0 0 161,0 0 27,0 0 4,0 0 2,0 0-61,0 0-12,0 0-2,0 0-1,0 0-13,0 0-2,0 0-1,0 0 0,0 0-18,5-15-3,-5-4-1,6-1 0,-6 6-32,5-6-6,1 6-2,-1-21 0,-5-8-18,11 4-4,-5 4-1,5 1 0,-11 5 1,11-5 0,-6 5 0,6-5 0,0 4-5,0 1-1,-5 5 0,5-6 0,-1 6-12,-4 0 0,5 4-9,0-4 9,-6 4 0,1 6 18,-1-1-2,6 0-1,-11-4-15,6 9 0,-6-4 0,5 4 0,1 5 0,-6 5 0,0 0 8,0 0-8,0 0 0,0 0 0,0 0 8,0 0-8,0 0 8,0 0-8,0 19 11,0-4-11,0 0 12,5-1-12,1 1 12,-6 0-12,11 4 8,-11-4-8,0 4 0,0 6 0,5-11 8,6 11-8,-11-1 0,11 0 0,-5 1 0,5-1 0,0-4 0,-6 9 0,1 10 0,-1-5 0,6 0 0,0-10 0,-6-4 0,6-1 0,-5-4 0,5 0 0,0-1 8,0-9-8,0 0 0,-11-5 0,0 0 0,11-5 10,5 0-10,1-9 8,-17-11 0,11 6 0,-6-6 0,6 1 0,-11-10-8,11 5 10,-11-1-10,6 1 10,-6 5-10,5-5 8,-10 4-8,5 6 8,-6-6-8,6 11 8,0-6-8,0 6 8,-11-6-8,0 5 0,11 6 0,0-6 0,-5 5 0,5-4 0,0 14 0,0 0 0,5-5 0,-5 5 0,0 0 0,0 0 0,0 0 0,0 0 0,0 0-9,11 10 9,0 4 0,-5-4 0,-6-10 0,10 19 0,-4-9 0,10 10 0,-10-6 0,5 1 0,-11-15 0,5 15 0,6 4 0,0-4 0,6-1 0,-12-4 0,6 5 0,6-6 0,-12 6 0,6-5-12,-11-10 12,17 5-10,-6 0-28,5-5-6,-5 0 0,0 0-1,0 4-111,5 1-23,-16-5-4</inkml:trace>
          <inkml:trace contextRef="#ctx0" brushRef="#br0" timeOffset="506.7981">849 151 1486,'0'0'66,"0"0"14,0 0-64,0 0-16,0 0 0,0 0 0,0 0 108,0 0 18,0 0 4,0 0 1,0 0-21,0 0-4,0 0-1,0 0 0,11 0-45,6 0-10,-6-5-2,0 0 0,0 0-23,5 5-5,-10-4 0,5 4-1,11-5-19,-17 0 10,-5 5-10,11 0 8,5 0-8,-5 0 0,-11 0 0,11 0 0,0 0-15,-11 0-5,0 0 0,11 0-1,6-5-56,-17 5-11,5-5-3,-5 5-600,0 0-120</inkml:trace>
          <inkml:trace contextRef="#ctx0" brushRef="#br0" timeOffset="730.3107">888 229 1504,'0'0'67,"0"0"13,0 0-64,0 0-16,0 0 0,0 0 0,0 0 104,0 0 18,0 0 3,0 0 1,16 5-6,-16-5 0,11 5-1,0-5 0,-5 0-37,5-5-7,11 5-2,-17 0 0,6 0-58,0-5-15,5 0 0,-5 0 0,6 0 30,-6 1 3,-11 4 1,11-5 0,5 0-55,1 0-11,-6 5-3,-11 0-1162</inkml:trace>
          <inkml:trace contextRef="#ctx0" brushRef="#br0" timeOffset="1444.0746">1590-34 748,'0'0'67,"0"0"-54,0 0-13,0 0 0,0 0 205,0 0 39,0 0 7,0 0 1,0 0-88,-11 0-17,0-5-4,5 5-1,-5 5-51,0-5-11,6 10-1,-6-6-1,0 6-31,0 0-7,6 5 0,-6-1-1,11 1-23,-17-1-4,6 6 0,0 4-1,11-4-11,-5 4 0,-1 1 0,6 4 0,0-5 0,0 10 0,0-9 0,0 9 0,11 0 0,0 0 0,0 0 0,6-5 0,-17 1 0,11-16 0,5-4-9,-5 0 9,0 0 0,5-6 0,-5 1 0,6 0 0,-6-5 0,5-5 0,-5 0 0,0-4 0,0-1 0,6-5 0,-17-19 0,5 5 9,6 0 9,-11 9 2,0 6 0,0-6 0,0 1 3,-11 4 1,11 0 0,-5 1 0,-12 4-7,6 5-1,6-5 0,-1 10 0,-16 0-6,6 0-2,-1 5 0,-10 0 0,5 5-8,-5 4 0,10-4 0,-10 15 0,16 4-16,0 0-4,0-9-2,0 4 0,5-5-25,6 1-5,0-1 0,6 1-1,5-5-116,11-1-23,-6 1-5</inkml:trace>
        </inkml:traceGroup>
      </inkml:traceGroup>
    </inkml:traceGroup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47:54.703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561F4CBB-E8E6-4704-9D02-E9DC5DD4BA8A}" emma:medium="tactile" emma:mode="ink">
          <msink:context xmlns:msink="http://schemas.microsoft.com/ink/2010/main" type="writingRegion" rotatedBoundingBox="8680,8359 9179,8359 9179,8856 8680,8856"/>
        </emma:interpretation>
      </emma:emma>
    </inkml:annotationXML>
    <inkml:traceGroup>
      <inkml:annotationXML>
        <emma:emma xmlns:emma="http://www.w3.org/2003/04/emma" version="1.0">
          <emma:interpretation id="{A091CF34-A76C-4C66-B9A5-326885C02603}" emma:medium="tactile" emma:mode="ink">
            <msink:context xmlns:msink="http://schemas.microsoft.com/ink/2010/main" type="paragraph" rotatedBoundingBox="8680,8359 9179,8359 9179,8856 8680,885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6844E1E-F1B6-4020-8837-A250AC49D02E}" emma:medium="tactile" emma:mode="ink">
              <msink:context xmlns:msink="http://schemas.microsoft.com/ink/2010/main" type="line" rotatedBoundingBox="8680,8359 9179,8359 9179,8856 8680,8856"/>
            </emma:interpretation>
          </emma:emma>
        </inkml:annotationXML>
        <inkml:traceGroup>
          <inkml:annotationXML>
            <emma:emma xmlns:emma="http://www.w3.org/2003/04/emma" version="1.0">
              <emma:interpretation id="{B045D23D-6262-4D83-8E4B-AF3278DE05D4}" emma:medium="tactile" emma:mode="ink">
                <msink:context xmlns:msink="http://schemas.microsoft.com/ink/2010/main" type="inkWord" rotatedBoundingBox="8680,8359 9179,8359 9179,8856 8680,8856"/>
              </emma:interpretation>
              <emma:one-of disjunction-type="recognition" id="oneOf0">
                <emma:interpretation id="interp0" emma:lang="en-AU" emma:confidence="0">
                  <emma:literal>B</emma:literal>
                </emma:interpretation>
                <emma:interpretation id="interp1" emma:lang="en-AU" emma:confidence="0">
                  <emma:literal>b</emma:literal>
                </emma:interpretation>
                <emma:interpretation id="interp2" emma:lang="en-AU" emma:confidence="0">
                  <emma:literal>T</emma:literal>
                </emma:interpretation>
                <emma:interpretation id="interp3" emma:lang="en-AU" emma:confidence="0">
                  <emma:literal>D</emma:literal>
                </emma:interpretation>
                <emma:interpretation id="interp4" emma:lang="en-AU" emma:confidence="0">
                  <emma:literal>H</emma:literal>
                </emma:interpretation>
              </emma:one-of>
            </emma:emma>
          </inkml:annotationXML>
          <inkml:trace contextRef="#ctx0" brushRef="#br0">4209-215 1152,'0'0'102,"0"0"-82,0 0-20,0 0 0,0 0 132,0 0 23,0 0 4,0 15 1,-6-5-77,6 4-15,0 1-4,0 0 0,0 9-13,6-5-3,-6 1-1,0-1 0,0 6-24,5-6-5,-5 6-1,6-6 0,-6 1-17,0 4 0,5-9 0,1 4 0,-6-4 0,0-1 0,5-4 0,-5-10 0,0 0-58,0 0-15,0 0-3,0 0-820</inkml:trace>
          <inkml:trace contextRef="#ctx0" brushRef="#br0" timeOffset="541.8443">4154-234 345,'0'0'15,"0"0"4,0 0-19,0 0 0,0 0 0,0 0 0,0 0 260,0 0 48,0 0 9,0 0 3,0 0-170,11 0-34,0 0-6,5 0-2,-5 5-44,6-5-10,-6 0-2,0 0 0,5 5-15,0-1-3,1-4-1,-1 10 0,1-5-4,-6 5-1,5 0 0,1-1 0,-6-4-11,5 5-2,-5 5-1,5-6 0,-5-4-14,0 5 9,0 0-9,0-5 8,-11-5-8,11 4 8,-11-4-8,0 0 8,11 5-8,-5 5 12,-6-5-12,0-5 12,0 0-12,0 0 12,-6 10-12,1 4 12,-6-4-12,0 5 0,5-1 0,-10 1 8,5-5-8,0-5-17,0 4 4,6 1 1,-6-5 1,5 5 1,6-10 0,0 0 0,0 0 10,0 0-12,0 0 12,0 0-12,0 0-20,0 0-4,0 0 0,17 5-1,-6-1 37,-1 1 0,-4 0 0,10 0 0,-5 0 0,0 0 0,0 0 0,6 0 0,-6-1 0,0 6 0,5 0 0,1 0 0,-6-1 20,5 1 12,0 0 3,1 0 0,-12-5-5,-5-5-1,11 9 0,-11-9 0,11 10-29,-5 0 0,5 0 0,-11-10 0,0 0 57,0 0 6,0 0 1,-11 9 0,0 1-52,-6 5-12,6-10 0,-10-1 0,-1 1 32,0 0 3,0 0 1,5-5 0,-5 0-14,0 0-2,6 0-1,-6-5 0,6 0-19,-1 0 8,-5-4-8,11 9 0,-5-10 0,5 5 0,0 0 0,-6 0 0,12 5-32,5 0-4,-11 0-1,11 0-785,-6 5-157</inkml:trace>
        </inkml:traceGroup>
      </inkml:traceGroup>
    </inkml:traceGroup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48:17.539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CC65774C-520A-48EA-8933-9D3A24BEEB4C}" emma:medium="tactile" emma:mode="ink">
          <msink:context xmlns:msink="http://schemas.microsoft.com/ink/2010/main" type="writingRegion" rotatedBoundingBox="8465,9410 9285,11540 8895,11690 8075,9560"/>
        </emma:interpretation>
      </emma:emma>
    </inkml:annotationXML>
    <inkml:traceGroup>
      <inkml:annotationXML>
        <emma:emma xmlns:emma="http://www.w3.org/2003/04/emma" version="1.0">
          <emma:interpretation id="{5463DAC6-6B75-4FEA-9F8D-ACC51E170CDE}" emma:medium="tactile" emma:mode="ink">
            <msink:context xmlns:msink="http://schemas.microsoft.com/ink/2010/main" type="paragraph" rotatedBoundingBox="8465,9410 9285,11540 8895,11690 8075,956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9469582-F8CB-4DEB-A8B8-4807656BEBCD}" emma:medium="tactile" emma:mode="ink">
              <msink:context xmlns:msink="http://schemas.microsoft.com/ink/2010/main" type="line" rotatedBoundingBox="8465,9410 9285,11540 8895,11690 8075,9560"/>
            </emma:interpretation>
          </emma:emma>
        </inkml:annotationXML>
        <inkml:traceGroup>
          <inkml:annotationXML>
            <emma:emma xmlns:emma="http://www.w3.org/2003/04/emma" version="1.0">
              <emma:interpretation id="{F2D599FE-D3B8-4320-8275-90E34031B422}" emma:medium="tactile" emma:mode="ink">
                <msink:context xmlns:msink="http://schemas.microsoft.com/ink/2010/main" type="inkWord" rotatedBoundingBox="8232,9976 8313,9458 8607,9504 8526,10022"/>
              </emma:interpretation>
              <emma:one-of disjunction-type="recognition" id="oneOf0">
                <emma:interpretation id="interp0" emma:lang="en-AU" emma:confidence="0">
                  <emma:literal>~</emma:literal>
                </emma:interpretation>
                <emma:interpretation id="interp1" emma:lang="en-AU" emma:confidence="0">
                  <emma:literal>`</emma:literal>
                </emma:interpretation>
                <emma:interpretation id="interp2" emma:lang="en-AU" emma:confidence="0">
                  <emma:literal>r</emma:literal>
                </emma:interpretation>
                <emma:interpretation id="interp3" emma:lang="en-AU" emma:confidence="0">
                  <emma:literal>v</emma:literal>
                </emma:interpretation>
                <emma:interpretation id="interp4" emma:lang="en-AU" emma:confidence="0">
                  <emma:literal>T</emma:literal>
                </emma:interpretation>
              </emma:one-of>
            </emma:emma>
          </inkml:annotationXML>
          <inkml:trace contextRef="#ctx0" brushRef="#br0">3786 877 748,'0'0'67,"17"-5"-54,-1 5-13,-5 0 0,-11 0 110,11 5 19,0 10 4,6-5 1,-6-1-73,0-9-14,-11 0-3,0 0-1,10 0-16,-10 0-3,11 10-1,-11-10 0,6 10-7,-1 5 0,1-6-1,-1 6 0,-16 0-15,6-1-8,-1 1 8,-5 4-13,6 1-3,-6 4-1,6 1 0,-6 4 0,0-5-32,-6 1-7,1-1 0,5-5-1,0 1 37,0-5 8,0-1 2,0 1 0,0-5 24,0 4 5,0 11 1,0-11 0,11-14 35,0 0 7,-5 15 2,-1-5 0,1-1 0,5-9 0,0 0 0,0 0 0,0 0 0,0 0 0,5-19 0,11 9 0,-5 15 0,6-10 0,-1-10 0,-5 6 0,6-1 0,-6 5 0,0-5 0,0 5 0,-11 5-40,11 0-7,5 0-1,-5 0-1,-11 0-15,17 5 0,-1 0 0,0 0 0,1 5-15,-1-5-5,-5 4-2,0-4 0,6 5-143,-1-5-29</inkml:trace>
        </inkml:traceGroup>
        <inkml:traceGroup>
          <inkml:annotationXML>
            <emma:emma xmlns:emma="http://www.w3.org/2003/04/emma" version="1.0">
              <emma:interpretation id="{AB58A0F3-EB02-47B0-BAD2-AE977D7C8AF0}" emma:medium="tactile" emma:mode="ink">
                <msink:context xmlns:msink="http://schemas.microsoft.com/ink/2010/main" type="inkWord" rotatedBoundingBox="8884,10498 9285,11540 8944,11671 8543,10629"/>
              </emma:interpretation>
              <emma:one-of disjunction-type="recognition" id="oneOf1">
                <emma:interpretation id="interp5" emma:lang="en-AU" emma:confidence="0">
                  <emma:literal>is</emma:literal>
                </emma:interpretation>
                <emma:interpretation id="interp6" emma:lang="en-AU" emma:confidence="0">
                  <emma:literal>a</emma:literal>
                </emma:interpretation>
                <emma:interpretation id="interp7" emma:lang="en-AU" emma:confidence="0">
                  <emma:literal>u</emma:literal>
                </emma:interpretation>
                <emma:interpretation id="interp8" emma:lang="en-AU" emma:confidence="0">
                  <emma:literal>as</emma:literal>
                </emma:interpretation>
                <emma:interpretation id="interp9" emma:lang="en-AU" emma:confidence="0">
                  <emma:literal>Is</emma:literal>
                </emma:interpretation>
              </emma:one-of>
            </emma:emma>
          </inkml:annotationXML>
          <inkml:trace contextRef="#ctx0" brushRef="#br0" timeOffset="674.8124">4379 1959 1382,'0'0'123,"0"0"-99,0 0-24,0 0 0,-6-14 123,6 14 19,0 0 4,0 0 1,0 0-56,-5-15-11,-6-9-3,11 24 0,-11 24-24,0 5-5,5-14 0,1 9-1,-6 1-28,5 4-6,6-5-1,-5 1 0,-1-1-12,6 10 0,0-4 0,6 9 0,-6-5 0,5 10 8,1-1-8,5 1 12,0-5-12,0 0 0,5 0 0,-5 44 0,6 44-16,-1-20-5,0-39-2,6-29 0,-11-29-14,6 0-3,-1-5-1,1 14 0,-1 1 33,-5-10 8,0-15 0,0 5 0,0 19 21,-5-48 7,-1-64 0,6 15 1,-11 44-10,5 0-3,-10-5 0,5 0 0,0 0 12,-5 5 1,-1 10 1,-5 4 0,0 10-5,0 5-1,-5 1 0,-1 8 0,1 11-13,-1 5-3,-5-6-8,6 11 12,-1-1-29,1 39-7,5 35 0,6-45-1,-6-67-23,5 28-5,6 60-1,0-45 0,0-58-132,11 9-26</inkml:trace>
        </inkml:traceGroup>
      </inkml:traceGroup>
    </inkml:traceGroup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47:52.534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  <inkml:brush xml:id="br1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8E2F85E2-F383-4125-B556-5A22167D772D}" emma:medium="tactile" emma:mode="ink">
          <msink:context xmlns:msink="http://schemas.microsoft.com/ink/2010/main" type="writingRegion" rotatedBoundingBox="4640,8479 7176,10075 6843,10606 4306,9009"/>
        </emma:interpretation>
      </emma:emma>
    </inkml:annotationXML>
    <inkml:traceGroup>
      <inkml:annotationXML>
        <emma:emma xmlns:emma="http://www.w3.org/2003/04/emma" version="1.0">
          <emma:interpretation id="{DF987DA1-303E-4F30-A1DE-BC7E22F23815}" emma:medium="tactile" emma:mode="ink">
            <msink:context xmlns:msink="http://schemas.microsoft.com/ink/2010/main" type="paragraph" rotatedBoundingBox="4640,8479 7176,10075 6843,10606 4306,900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B8E3E23-E5D3-4F5A-835F-201287390388}" emma:medium="tactile" emma:mode="ink">
              <msink:context xmlns:msink="http://schemas.microsoft.com/ink/2010/main" type="line" rotatedBoundingBox="4640,8479 7176,10075 6842,10606 4306,9009"/>
            </emma:interpretation>
          </emma:emma>
        </inkml:annotationXML>
        <inkml:traceGroup>
          <inkml:annotationXML>
            <emma:emma xmlns:emma="http://www.w3.org/2003/04/emma" version="1.0">
              <emma:interpretation id="{225E5E2E-8EFC-4EEA-9F01-A6AE2CE48A59}" emma:medium="tactile" emma:mode="ink">
                <msink:context xmlns:msink="http://schemas.microsoft.com/ink/2010/main" type="inkWord" rotatedBoundingBox="4590,8559 5051,8849 4837,9189 4376,8898"/>
              </emma:interpretation>
              <emma:one-of disjunction-type="recognition" id="oneOf0">
                <emma:interpretation id="interp0" emma:lang="en-AU" emma:confidence="0">
                  <emma:literal>J</emma:literal>
                </emma:interpretation>
                <emma:interpretation id="interp1" emma:lang="en-AU" emma:confidence="0">
                  <emma:literal>A</emma:literal>
                </emma:interpretation>
                <emma:interpretation id="interp2" emma:lang="en-AU" emma:confidence="0">
                  <emma:literal>j</emma:literal>
                </emma:interpretation>
                <emma:interpretation id="interp3" emma:lang="en-AU" emma:confidence="0">
                  <emma:literal>a</emma:literal>
                </emma:interpretation>
                <emma:interpretation id="interp4" emma:lang="en-AU" emma:confidence="0">
                  <emma:literal>T</emma:literal>
                </emma:interpretation>
              </emma:one-of>
            </emma:emma>
          </inkml:annotationXML>
          <inkml:trace contextRef="#ctx0" brushRef="#br0">-3 73 979,'0'0'87,"0"0"-70,0 0-17,0 0 0,0 0 88,5 10 13,-10 4 3,10 1 1,1 4-33,-1 1-6,-5-5-2,6 4 0,-6-4-31,5 4-6,1 1-2,-1-1 0,-5 1-9,0 4-1,6-4-1,-1 4 0,1-9-14,-6-1 0,5 1 0,1-1 0,-6 1 54,0-5 8,0-10 2,0 0 0,5 14-64,-5-14-13,0 0-3,0 0 0,0 0 16,0 0 8,0 0 0,0 0-8,0 0 20,-5-9-2,-1-1-1,1-10 0,5 1-17,-6-1-9,1 1 1,5-1 0,0-4 8,0 0 0,0 4 0,0 1 0,0-1 28,5 1 7,-10-6 1,10 6 1,1 4-19,-6-4-4,0-1-1,5 6 0,1-6 1,-1 5 0,6 1 0,-11 4 0,0-5-14,6 11 0,5-6 0,-11 10 0,0 0 32,0 0 4,16 0 1,-5 5 0,0 0-26,0 4-11,0 6 8,5-5-8,-5 9 10,0-4-10,0 4 12,0 1-12,0 4 10,0-4-10,0 4 8,6 0-8,-12 1 16,6 4-3,5-5 0,-5-4 0,-11-20-13,11 10 0,6 4 0,-6 11 0,0 4-14,0-5-6,0-14 0,0 0-1,-11-10-31,0 0-5,0 0-2,0 19-600,0 1-120</inkml:trace>
          <inkml:trace contextRef="#ctx0" brushRef="#br0" timeOffset="196.278">128 370 1209,'0'0'108,"0"0"-87,0 0-21,0 0 0,0-5 120,0-4 19,0-1 4,0 10 1,0 0 15,11-5 3,-5-10 1,5 6 0,5-1-83,-10 0-16,5 5-3,5 0-1,1-4-21,-1 4-5,12 5-1,-17-5 0,10 0-33,1 0 0,17 5 0</inkml:trace>
        </inkml:traceGroup>
        <inkml:traceGroup>
          <inkml:annotationXML>
            <emma:emma xmlns:emma="http://www.w3.org/2003/04/emma" version="1.0">
              <emma:interpretation id="{638C9357-17D7-4F97-BEA7-FBC7EDD466CA}" emma:medium="tactile" emma:mode="ink">
                <msink:context xmlns:msink="http://schemas.microsoft.com/ink/2010/main" type="inkWord" rotatedBoundingBox="6569,9693 7176,10075 6843,10606 6236,10223"/>
              </emma:interpretation>
              <emma:one-of disjunction-type="recognition" id="oneOf1">
                <emma:interpretation id="interp5" emma:lang="en-AU" emma:confidence="0">
                  <emma:literal>X</emma:literal>
                </emma:interpretation>
                <emma:interpretation id="interp6" emma:lang="en-AU" emma:confidence="0">
                  <emma:literal>x</emma:literal>
                </emma:interpretation>
                <emma:interpretation id="interp7" emma:lang="en-AU" emma:confidence="0">
                  <emma:literal>4</emma:literal>
                </emma:interpretation>
                <emma:interpretation id="interp8" emma:lang="en-AU" emma:confidence="0">
                  <emma:literal>5</emma:literal>
                </emma:interpretation>
                <emma:interpretation id="interp9" emma:lang="en-AU" emma:confidence="0">
                  <emma:literal>+</emma:literal>
                </emma:interpretation>
              </emma:one-of>
            </emma:emma>
          </inkml:annotationXML>
          <inkml:trace contextRef="#ctx0" brushRef="#br1" timeOffset="21975.4218">2048 1116 1422,'0'0'63,"0"0"13,0 0-61,0 0-15,0 0 0,-6 5 0,6-5 122,0 0 22,-11 0 4,11 0 0,0 0-85,-5 10-18,5-10-3,-6 14-1,1-4-14,-1 5-3,6-1-1,-5 6 0,0-1-23,5 1 0,-6-1 0,6 6 0,-5-1 0,5 5 0,0-4 0,0-1 0,0 1-9,0-1-7,0-5 0,0 1-1,0 14-24,-6-10-5,6 1-1,0-6 0,0-4 38,6 0 9,-1-6 0,1 1 0,-6-10 0,0 0 0,0 0 0,0 0 0,0 0 0,0 0 0,0 0 0,10-5 0,7 5 26,-6 0 7,5-5 2,1 5 0,-1-5-19,1 1-4,-17 4-1,11-5 0,5 0 0,1 0 0,-1 0 0,0 0 0,1 5-11,-6-5 8,11 5-8,-6 0 8,-5-5-8,6 5-9,-1-4 9,-5 4-13,-11 0-119,11 0-24,22-5-5,-11 0-1</inkml:trace>
          <inkml:trace contextRef="#ctx0" brushRef="#br1" timeOffset="22201.7273">2278 1248 1267,'-16'10'56,"16"-10"12,-11 4-55,11-4-13,0 0 0,-11 10 0,5 0 131,1 5 23,-1 4 5,1-4 1,5 4-70,0 1-14,0 4-2,5 10-1,-5 15-37,6 0-8,-6-5-2,5-5 0,1 0-14,-1 0-2,1-5-1,5 14 0,0-9-22,5 15-5,-5 24-1,6-5-954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48:23.57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D5084329-FFD9-4200-9B71-110E543271C2}" emma:medium="tactile" emma:mode="ink">
          <msink:context xmlns:msink="http://schemas.microsoft.com/ink/2010/main" type="writingRegion" rotatedBoundingBox="9225,12959 11230,12819 11301,13829 9295,13969"/>
        </emma:interpretation>
      </emma:emma>
    </inkml:annotationXML>
    <inkml:traceGroup>
      <inkml:annotationXML>
        <emma:emma xmlns:emma="http://www.w3.org/2003/04/emma" version="1.0">
          <emma:interpretation id="{1B4591CE-245A-4652-B459-2F58603EE289}" emma:medium="tactile" emma:mode="ink">
            <msink:context xmlns:msink="http://schemas.microsoft.com/ink/2010/main" type="paragraph" rotatedBoundingBox="9225,12959 11230,12819 11301,13829 9295,139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3070BA6-F509-45CB-B824-435FD1C94D14}" emma:medium="tactile" emma:mode="ink">
              <msink:context xmlns:msink="http://schemas.microsoft.com/ink/2010/main" type="line" rotatedBoundingBox="9225,12959 11230,12819 11301,13829 9295,13969"/>
            </emma:interpretation>
          </emma:emma>
        </inkml:annotationXML>
        <inkml:traceGroup>
          <inkml:annotationXML>
            <emma:emma xmlns:emma="http://www.w3.org/2003/04/emma" version="1.0">
              <emma:interpretation id="{1EFBB37D-8954-486A-B871-CC09FC97C2C6}" emma:medium="tactile" emma:mode="ink">
                <msink:context xmlns:msink="http://schemas.microsoft.com/ink/2010/main" type="inkWord" rotatedBoundingBox="9225,12959 11230,12819 11301,13829 9295,13969"/>
              </emma:interpretation>
              <emma:one-of disjunction-type="recognition" id="oneOf0">
                <emma:interpretation id="interp0" emma:lang="en-AU" emma:confidence="0">
                  <emma:literal>1,375</emma:literal>
                </emma:interpretation>
                <emma:interpretation id="interp1" emma:lang="en-AU" emma:confidence="0">
                  <emma:literal>1,315</emma:literal>
                </emma:interpretation>
                <emma:interpretation id="interp2" emma:lang="en-AU" emma:confidence="0">
                  <emma:literal>11375</emma:literal>
                </emma:interpretation>
                <emma:interpretation id="interp3" emma:lang="en-AU" emma:confidence="0">
                  <emma:literal>11315</emma:literal>
                </emma:interpretation>
                <emma:interpretation id="interp4" emma:lang="en-AU" emma:confidence="0">
                  <emma:literal>4315</emma:literal>
                </emma:interpretation>
              </emma:one-of>
            </emma:emma>
          </inkml:annotationXML>
          <inkml:trace contextRef="#ctx0" brushRef="#br0">5426 4377 990,'0'0'44,"0"0"8,0 0-41,0 0-11,0-9 0,0 9 0,0-5 64,0 5 10,11-10 2,0 0 1,-6 1-10,6 4-3,-11 5 0,17-5 0,-1 0-1,1 0-1,-6 0 0,5 5 0,6 0-28,0 0-6,-5 0 0,-6 5-1,5-5-7,-5 5 0,5-10-1,1 5 0,-6 5-8,0-5-2,0 0 0,-11 0 0,0 0-9,11 0 10,-11 0-10,0 0 10,0 0-10,0 0 0,0 0 0,0 0 8,11 10-19,-11-1-4,-11 6-1,5 0 0,6-1-24,0-14-4,0 0-2,-11 15 0,-5 4 18,5-9 3,11-10 1,0 0 0,0 10 8,0-10 3,-6 10 0,6-10 0,0 0 13,0 0-11,0 0 11,11 4-10,0 1 10,-11-5 0,6 10 0,5 0 8,0-5 1,5 0 1,-5-1 0,0 6 0,0 0 4,0 0 1,0-10 0,5 5 0,-10 4 7,5 1 2,5-5 0,-5 0 0,0 0-2,-5 0 0,-6-5 0,11 9 0,-11-9 1,0 0 0,5 5 0,-5-5 0,0 0-3,6 15-1,-6-1 0,-6 6 0,6-10-19,-5 4-9,5-14 1,-11 10 0,5 5 34,-10-6 7,5 1 2,0 0 0,-6-5-35,7 5 0,-1-6 0,0 1 0,0 0 0,0-5 0,-6 0-10,12 0 10,5 0-81,0 0-9,0 0-2,0 0-463,0 0-93</inkml:trace>
          <inkml:trace contextRef="#ctx0" brushRef="#br0" timeOffset="241.5254">6123 4675 1504,'0'0'67,"5"0"13,1-5-64,-6 5-16,0 0 0,0 0 0,0 0 97,0 0 16,0 0 3,0 0 1,0 0-36,5 14-7,6 6-2,-6-1 0,1 1-35,5 4-7,-11-9-2,5 9 0,-5 1-20,6-1-8,-1 0 0,1-4 0,-1-1-13,1 1-9,-1-1-2,1-4 0,-6-15-189,5 10-39,-5-10-7,17 292-1</inkml:trace>
          <inkml:trace contextRef="#ctx0" brushRef="#br0" timeOffset="-1876.7191">4724 4441 1533,'0'0'33,"0"0"7,0 0 2,0 0 2,0 0-35,0 0-9,0 0 0,0 0 0,0 0 96,0 0 18,0 0 3,0 0 1,0 14-37,-5 6-7,-6-6-2,11-14 0,5 15-12,1 5-4,-6-1 0,0 1 0,11-6-44,-6 6-12,-5-1 0,0 6 0,6-6 0,-1 5 0,1 1 0,-1-6 0,-5 1-49,5-1-12,6-4-3,-5-5 0,-1 4-102,-5-14-21,0 0-4,17 0-1</inkml:trace>
          <inkml:trace contextRef="#ctx0" brushRef="#br0" timeOffset="-1573.6788">5141 4631 1497,'0'0'66,"0"0"14,0 0-64,0 0-16,0 0 0,0 0 0,0 10 106,0-1 18,0-9 3,5 10 1,-5 5-68,0-6-14,0 6-2,6 0-1,-1-1-18,-5 1-3,6 9-1,-6-4 0,5-1-21,-5 11 0,0-6 0,0 5 0,6-4 0,-6 4 0,0 0 0,5-5-652,-5 1-124</inkml:trace>
          <inkml:trace contextRef="#ctx0" brushRef="#br0" timeOffset="517.7779">6347 4353 1728,'-11'10'38,"6"-10"8,5 0 2,0 0 0,0 0-39,0 0-9,0 0 0,0 0 0,11-15 76,-11 15 12,0 0 4,0 0 0,11-14-24,-11 14-4,11-10 0,-11 10-1,11-10-21,5-5-4,-5 11-1,6-1 0,-17 5-25,11-5-12,0 0 10,5 0-10,1 0 8,-1 0-8,-5 5 0,5 0 0,-5-9 0,6 4 0,-6 5-11,5 0 11,1-5-48,-6 0-1,0 5-1,-11 0 0,11 0-156,-11 0-31</inkml:trace>
          <inkml:trace contextRef="#ctx0" brushRef="#br0" timeOffset="915.5986">6457 4309 1486,'0'0'66,"0"0"14,0 0-64,0 0-16,0 0 0,0 0 0,0 0 97,0 0 17,-5 10 3,-6-5 1,5 5-60,6-10-12,0 0-2,-5 14-1,-1 1-24,1-6-5,5-9-1,0 0 0,0 15-13,0 5 11,5-11-11,1 1 10,-6-10-10,11 10 0,0 4 0,-6 1 0,6-5 0,0 0 0,0-1 0,5-4 0,1 0 0,-6 5 0,5-5 0,1 0 0,-1 4 0,-5 1 0,0-10 0,6 5 0,-6 5 0,5-5 0,-5-1 0,0 1 8,0 0 12,0 0 1,0 0 1,0-5 0,-11 0 4,0 0 1,11 10 0,-11-10 0,0 0 4,0 0 1,5 5 0,-5 4 0,0-9 4,0 0 0,0 15 1,-11 0 0,6-1-14,-6-4-3,0 0-1,0 4 0,-6 1-19,7 0 0,-1-1 8,-6-4-8,1 0-16,5-1-8,-6 1 0,6 0-1,0-5-39,6 0-7,-6 0-1,11-5-640,0 0-127</inkml:trace>
        </inkml:traceGroup>
      </inkml:traceGroup>
    </inkml:traceGroup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49:40.802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90DE563-B18C-4974-9DD0-050C5C9284FC}" emma:medium="tactile" emma:mode="ink">
          <msink:context xmlns:msink="http://schemas.microsoft.com/ink/2010/main" type="inkDrawing" rotatedBoundingBox="20862,3450 24983,3318 24985,3399 20865,3531" shapeName="Other"/>
        </emma:interpretation>
      </emma:emma>
    </inkml:annotationXML>
    <inkml:trace contextRef="#ctx0" brushRef="#br0">0 180 1148,'0'0'51,"0"0"10,0 0-49,0-9-12,0-1 0,0 10 0,0 0 63,0-5 9,0-5 3,0 0 0,0 10-24,0 0-5,0 0-1,0 0 0,0 0-10,0-9-3,6-1 0,-6 10 0,0 0-10,0 0-2,0 0-1,0 0 0,0 0-2,11 0 0,5 0 0,1 0 0,-6 5-4,5 0-1,1-5 0,5 5 0,0-1 2,-1-4 0,1 0 0,-5 0 0,10 5 19,-5-5 4,6 0 1,-6 0 0,-1 5-10,7-5-1,-1 0-1,1 5 0,-1 0 1,6-5 0,-6 0 0,6 5 0,-5-5-10,-1 0-1,6 0-1,6 5 0,-7 0-3,1-5 0,0 0 0,6 0 0,-1 0-4,0 0-8,6-5 11,-5 0-11,-1 5 34,0 0 0,6 0 0,0-5 0,-5 0-21,-1 0-4,-5 10-1,5-10 0,6 0-8,-5 5 8,-1 0-8,0-5 8,1 5-8,5-4 10,-1-1-10,1 0 10,-5 0 0,10 0 0,11 0 0,-5 0 0,-5 5-1,4-5 0,-10 1 0,6-1 0,-6 0-1,-1 0 0,1 0 0,0 0 0,0 0-8,-6 5 0,6 0 9,0 0-9,-5-5 8,4 1-8,1 4 8,6 4-8,10-4 8,-5 5-8,-6 0 10,1-5-10,-7 0 13,7 0-3,-6 0-1,-1 0 0,1 5 3,6 0 0,-6-5 0,-1 0 0,1 0-3,0 0 0,6-5 0,-1 5 0,0-5 4,1 5 1,4-5 0,1 5 0,-5 0 2,5-5 0,-6 1 0,-5-1 0,0 5-7,-6-5-1,0 0 0,1 5 0,-6-5-8,0 5 10,0-5-10,-6 5 10,0 0-10,1 0 0,-6 0 0,0-5 0,0 0-8,-6 5-4,-5-4-1,0 4 0,-11 0-31,0 0-5,0 0-2,0 0 0,0 0-130,-11-10-27,-11 5-4</inkml:trace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5:49:42.036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24B0AFA-624F-4042-8C5B-FFBCB28A8D16}" emma:medium="tactile" emma:mode="ink">
          <msink:context xmlns:msink="http://schemas.microsoft.com/ink/2010/main" type="inkDrawing" rotatedBoundingBox="1712,4104 8541,4069 8543,4526 1715,4561" shapeName="Other"/>
        </emma:interpretation>
      </emma:emma>
    </inkml:annotationXML>
    <inkml:trace contextRef="#ctx0" brushRef="#br0">31 474 979,'0'0'43,"0"0"9,-11-4-41,11 4-11,0 0 0,-6-10 0,6 0 131,-11-5 24,6 1 5,5-1 0,0 1-92,0 4-20,5 5-3,-5 5-1,0 0-19,0 0-4,0-10-1,0 10 0,0 0-20,0 0 8,0 0-8,11 5 0,6 5 0,-12 0 0,12 4 0,-1-9 0,-5 0-12,6 0-8,10 0 0,-5 0-1,-6-1 21,12 1 15,-1-5-3,12 5 0,-12-5 20,6-5 3,0 0 1,5-9 0,1-1 8,-1-4 1,6 9 1,0 0 0,5-9-6,6 4 0,-6 0-1,6 6 0,0-6-12,0 5-3,0 1 0,5-6 0,-16 0-9,11 6-3,5-6 0,-5 5 0,0 0-1,0-4-1,5 4 0,6 0 0,5 5 3,-5-4 1,0-1 0,0 5 0,-1-5-14,1 1 0,-6-1 8,1 5-8,-6 0 12,10 0 0,1-5 0,-5 6 0,10-6 0,-5 5 0,5 0 0,-5 0 0,-6-5-4,11 10-8,-16-4 11,0-6-11,0 5 17,-6 0-3,17 5-1,-17-5 0,12-5 2,5 6 0,-1 4 0,1 0 0,5 0 7,-5 4 2,0-4 0,-6 5 0,6 0-24,-5 0-8,-1 5 0,0-5 0,1 4 8,-1 1 8,6 0-8,5 0 11,-5 4-11,0-4 0,5 5 0,-5-10 8,-1 4-8,-4 1 0,-1 5-12,-5-6 12,0 1 0,0 0 0,0 0 0,5-1 0,0 1 0,0 0 0,-5 0 14,0-1-4,5 1-1,1-5 0,-1 5 0,-11-5 0,6 0-9,-5 4 10,-1 6-10,0 4 10,-5-9-2,6 0-8,-6-5 12,5 0-4,6 4 4,0-9 0,-1 5 0,-4-5 0,-1 5-12,0 0 0,1 0 0,-6 0-11,0-5 35,-1 5 6,-4-5 2,-1 0 0,6 5-32,-6-5-10,-5 0 0,6 0 0,5 0 10,-6-10 12,-5-5-2,0 5-1,5 1-9,6 4 0,-11 0 0,5 0 0,-16-10 0,11 11 0,0-1 0,-5-5 0,-12 5 0,6 0 0,5-5 0,-5 6 0,-11 4-27,0-5 3,-11 5 0,11 0 0,6-5-52,-17 5-9,0 0-3,0 0-703,0 0-141</inkml:trace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4:22.694"/>
    </inkml:context>
    <inkml:brush xml:id="br0">
      <inkml:brushProperty name="width" value="0.03528" units="cm"/>
      <inkml:brushProperty name="height" value="0.03528" units="cm"/>
      <inkml:brushProperty name="fitToCurve" value="1"/>
    </inkml:brush>
  </inkml:definitions>
  <inkml:traceGroup>
    <inkml:annotationXML>
      <emma:emma xmlns:emma="http://www.w3.org/2003/04/emma" version="1.0">
        <emma:interpretation id="{BC7013FA-DA6B-4F5C-8E7F-2A27E2F6B9E6}" emma:medium="tactile" emma:mode="ink">
          <msink:context xmlns:msink="http://schemas.microsoft.com/ink/2010/main" type="writingRegion" rotatedBoundingBox="1324,8287 3032,8155 3094,8958 1386,9090"/>
        </emma:interpretation>
      </emma:emma>
    </inkml:annotationXML>
    <inkml:traceGroup>
      <inkml:annotationXML>
        <emma:emma xmlns:emma="http://www.w3.org/2003/04/emma" version="1.0">
          <emma:interpretation id="{823CB177-561B-47F2-8418-E2413670CC1E}" emma:medium="tactile" emma:mode="ink">
            <msink:context xmlns:msink="http://schemas.microsoft.com/ink/2010/main" type="paragraph" rotatedBoundingBox="1324,8287 3032,8155 3094,8958 1386,909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1FB81F5-E9F2-4662-9F2E-538141938571}" emma:medium="tactile" emma:mode="ink">
              <msink:context xmlns:msink="http://schemas.microsoft.com/ink/2010/main" type="line" rotatedBoundingBox="1324,8287 3032,8155 3094,8958 1386,9090"/>
            </emma:interpretation>
          </emma:emma>
        </inkml:annotationXML>
        <inkml:traceGroup>
          <inkml:annotationXML>
            <emma:emma xmlns:emma="http://www.w3.org/2003/04/emma" version="1.0">
              <emma:interpretation id="{0AE0CB76-18B4-4E31-BA85-6E9E74B486BD}" emma:medium="tactile" emma:mode="ink">
                <msink:context xmlns:msink="http://schemas.microsoft.com/ink/2010/main" type="inkWord" rotatedBoundingBox="1324,8287 3032,8155 3094,8958 1386,9090"/>
              </emma:interpretation>
              <emma:one-of disjunction-type="recognition" id="oneOf0">
                <emma:interpretation id="interp0" emma:lang="en-AU" emma:confidence="0">
                  <emma:literal>Mills</emma:literal>
                </emma:interpretation>
                <emma:interpretation id="interp1" emma:lang="en-AU" emma:confidence="0">
                  <emma:literal>MI6</emma:literal>
                </emma:interpretation>
                <emma:interpretation id="interp2" emma:lang="en-AU" emma:confidence="0">
                  <emma:literal>Melt</emma:literal>
                </emma:interpretation>
                <emma:interpretation id="interp3" emma:lang="en-AU" emma:confidence="0">
                  <emma:literal>Melts</emma:literal>
                </emma:interpretation>
                <emma:interpretation id="interp4" emma:lang="en-AU" emma:confidence="0">
                  <emma:literal>melt</emma:literal>
                </emma:interpretation>
              </emma:one-of>
            </emma:emma>
          </inkml:annotationXML>
          <inkml:trace contextRef="#ctx0" brushRef="#br0">15 551 864,'0'0'38,"0"0"8,0 0-37,0 9-9,-10 1 0,10 0 0,-6-5 167,6-5 31,0 10 6,0-10 2,0 0-84,0 0-17,0 0-3,0 0-1,0 9-40,0-9-8,0 0-1,0 0-1,0 0-11,0 0-3,0 0 0,0 0 0,6 0-12,4 0-2,-4-9-1,5-1 0,-6 0-11,12-5-3,-17-4 0,11-1 0,-6-9-8,6 5 8,0-5-8,6-1 8,-17 1-8,11 5 0,0-6 0,5 1 0,-10 0 0,-1 0 0,1-1 0,5 1 0,-1 0 0,-4 0 0,5 4 0,-11 6 0,11-1 0,-6 1 0,1-1 0,-1 11 0,6 4 0,-11 5 0,0-5 0,0 5 8,0 0-8,0 0 0,0 0 0,0 0-11,0 0 11,6 14 0,-1 6 8,1-1-8,5-4 0,0 5 8,-11 4-8,5 0 0,6 10 0,-11 1 0,0-6 0,11 10 0,-5-5 0,-6-5 0,5 0 0,1 6 0,5-6 0,-6 5 0,1-10 0,-1 1 0,1-6 0,-1 1 0,6-1 0,-6-4 0,-5-15 0,0 0 0,0 0 0,0 0 0,0 0 0,0 0 0,0 0-10,11-10 10,-5-9-10,-1-1 10,6-4-8,-5 4 8,5-9-10,-6 0 10,-5-1-12,-5 6 12,10-5 0,-5 0 0,0-1 0,0 6 0,0-5 0,0 4 0,0 6 0,6 4 0,-6 1 0,0 4 17,0 10-1,0 0-1,0-10-15,0 10 0,0 0 0,0 0 0,0 0 11,5 15-11,1 4 12,10 1-12,-10 4 0,5 0 0,-6 1-10,12-1 10,-12 1 0,6-6 0,0 5 0,5-4 0,-5-1-12,6 6 12,-6-6-10,0 1 10,5-6-45,-5 1-3,0 0-1,6-6 0,-1 1-142,-10-5-28</inkml:trace>
          <inkml:trace contextRef="#ctx0" brushRef="#br0" timeOffset="249.3851">706 156 979,'6'-15'43,"-6"10"9,0 0-41,5-4-11,-5 9 0,0 0 0,6 9 173,5 1 33,-11-10 6,11 10 2,-6-5-78,6 0-15,11 0-3,-16-5-1,5 0-57,5 0-11,-5 0-2,6-5-1,-12 0-27,12 0-6,-7 0-1,-4 0 0,5 0-25,0 0-6,0 1-1,-6-6 0,-5 10-195,0 0-39</inkml:trace>
          <inkml:trace contextRef="#ctx0" brushRef="#br0" timeOffset="441.5437">783 322 864,'0'0'38,"0"0"8,0-5-37,0-5-9,6 0 0,-6 5 0,0 5 225,11 0 43,0-5 9,0 5 2,5-4-121,-10-1-24,5 5-5,0-5-1,-1 5-56,7 0-11,-6-5-2,5 5-1,-5 0-45,0 0-13,-11 0 0,11 0 8,-11 0-137,17 0-27,-12 0-6</inkml:trace>
          <inkml:trace contextRef="#ctx0" brushRef="#br0" timeOffset="711.1762">1118-93 921,'0'0'82,"0"0"-66,0 0-16,0 0 0,0 0 176,0 10 31,0 5 6,0-1 2,0 1-65,0-1-13,5 6-2,-5-5-1,6-1-70,-1 6-15,6 4-2,0-9-1,-11-1-20,6 6-4,5 9-1,-11-5 0,5-4-38,1 4-8,-1 10-2,-5-4 0,11-11-161,0 1-33</inkml:trace>
          <inkml:trace contextRef="#ctx0" brushRef="#br0" timeOffset="1106.5135">1408-263 1677,'0'0'74,"0"0"16,0 0-72,-5 4-18,5 6 0,-6 0 0,6 5 64,-10 4 10,4 1 2,6 4 0,-5 10-28,5 5-6,-6 0-1,12 10 0,-1 0-3,1-6-1,4 1 0,1-5 0,6 5-5,-1 0 0,1-5-1,-1-10 0,1-4-14,-1-1-2,6-4-1,-5-1 0,-6-4-3,-1-1-1,7-9 0,-6 10 0,5-5 11,-5-6 3,0 6 0,6-10 0,-12-5 6,6-9 2,0-1 0,-5 0 0,-6 15-1,5-14 0,1-11 0,-6 6 0,5 4-5,-10 1-1,5 4 0,0 10 0,-6-10-8,6 10-1,-11-10-1,0 6 0,-5-1-7,-1 10 0,6-1-8,-16 6 12,16 10-12,-11-6 0,6 11-9,-1-6 9,6-4-33,-5 4-1,5 1 0,0-1 0,0 1-135,5-1-27,1-4-6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4:31.772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6318F9A-870A-4A16-9D24-82CC3DC9A9FA}" emma:medium="tactile" emma:mode="ink">
          <msink:context xmlns:msink="http://schemas.microsoft.com/ink/2010/main" type="writingRegion" rotatedBoundingBox="5074,9451 5600,9451 5600,10026 5074,10026"/>
        </emma:interpretation>
      </emma:emma>
    </inkml:annotationXML>
    <inkml:traceGroup>
      <inkml:annotationXML>
        <emma:emma xmlns:emma="http://www.w3.org/2003/04/emma" version="1.0">
          <emma:interpretation id="{F704269E-68E9-4AC8-A656-E6AFD67482C1}" emma:medium="tactile" emma:mode="ink">
            <msink:context xmlns:msink="http://schemas.microsoft.com/ink/2010/main" type="paragraph" rotatedBoundingBox="5074,9451 5600,9451 5600,10026 5074,100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E5CA1A3-A08B-4A31-A943-A3628FA33F97}" emma:medium="tactile" emma:mode="ink">
              <msink:context xmlns:msink="http://schemas.microsoft.com/ink/2010/main" type="line" rotatedBoundingBox="5074,9451 5600,9451 5600,10026 5074,10026"/>
            </emma:interpretation>
          </emma:emma>
        </inkml:annotationXML>
        <inkml:traceGroup>
          <inkml:annotationXML>
            <emma:emma xmlns:emma="http://www.w3.org/2003/04/emma" version="1.0">
              <emma:interpretation id="{6DC5B115-6177-4D25-8BEC-565DD0F21912}" emma:medium="tactile" emma:mode="ink">
                <msink:context xmlns:msink="http://schemas.microsoft.com/ink/2010/main" type="inkWord" rotatedBoundingBox="5074,9451 5600,9451 5600,10026 5074,10026"/>
              </emma:interpretation>
              <emma:one-of disjunction-type="recognition" id="oneOf0">
                <emma:interpretation id="interp0" emma:lang="en-AU" emma:confidence="0">
                  <emma:literal>A</emma:literal>
                </emma:interpretation>
                <emma:interpretation id="interp1" emma:lang="en-AU" emma:confidence="0">
                  <emma:literal>a</emma:literal>
                </emma:interpretation>
                <emma:interpretation id="interp2" emma:lang="en-AU" emma:confidence="0">
                  <emma:literal>n</emma:literal>
                </emma:interpretation>
                <emma:interpretation id="interp3" emma:lang="en-AU" emma:confidence="0">
                  <emma:literal>it</emma:literal>
                </emma:interpretation>
                <emma:interpretation id="interp4" emma:lang="en-AU" emma:confidence="0">
                  <emma:literal>It</emma:literal>
                </emma:interpretation>
              </emma:one-of>
            </emma:emma>
          </inkml:annotationXML>
          <inkml:trace contextRef="#ctx0" brushRef="#br0">-895-2644 1357,'0'0'60,"0"0"12,-11-9-57,11 9-15,-6-5 0,6 5 0,-5-5 93,5 5 16,0 0 3,0 0 1,0 0-37,0 0-8,0 0-2,0 0 0,0 0-19,0 0-4,0 0-1,0 0 0,0 15-23,0-6-5,0 6-1,0 0 0,0-1-13,5 6 0,-5-6 0,0 6 0,0 4 0,0 1 0,0-6 0,0 5 0,0-4 0,0-1 0,0-4 0,0 5 9,6-11-9,-6 1 0,0-10 0,0 0 0,0 0-11,0 0 3,0 0 0,0 0 0,0 0-3,11-10 0,-11-4 0,5-6 0,1 6 2,-1-6 0,6 1 0,-5-6 0,-1 1 9,1-1-13,5 6 5,-11-5 8,0-1-33,5 6 1,1-6 0,-1 1 0,6 0 51,0-6 10,-6 6 3,6 0 0,0-1-24,0 1-8,0 9 0,0-4 9,0-1-46,0 6-10,0-1-1,0 5-1,0 0 101,6 1 21,-12 4 4,6 5 1,-11 0-62,11 5-16,5 0 0,-5-1 0,0 6 28,6 5 2,-6-1 1,0 6 0,0-5-19,0 9-3,0 0-1,0 6 0,0-1-8,5 5 0,-5-5 0,0 5 8,-5-4-8,4-1 0,1 0 0,6 0 0,-17 1-31,5-11-8,6 1-1,-5-1-1,-1-4-19,6-6-3,-11-9-1,0 5-546,0-5-110</inkml:trace>
          <inkml:trace contextRef="#ctx0" brushRef="#br0" timeOffset="227.7614">-758-2556 1670,'0'0'74,"0"0"15,-6 0-71,6 0-18,0 0 0,0 0 0,0 0 119,0 0 20,0 0 4,0 0 1,6-5-64,10 5-13,-5-5-3,11 5 0,-11 0 0,6-4 0,-1-1 0,6 0 0,-6 0-51,6 0-13,-5 0 0,5 0 0,-6-9-20,12 9-8,-17 0 0,16-5-740,-16 0-147</inkml:trace>
        </inkml:traceGroup>
      </inkml:traceGroup>
    </inkml:traceGroup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5:23.845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AF5E5568-2A30-4846-B940-0DF2C5BAFE4F}" emma:medium="tactile" emma:mode="ink">
          <msink:context xmlns:msink="http://schemas.microsoft.com/ink/2010/main" type="writingRegion" rotatedBoundingBox="11113,9040 12317,11292 11672,11637 10468,9385"/>
        </emma:interpretation>
      </emma:emma>
    </inkml:annotationXML>
    <inkml:traceGroup>
      <inkml:annotationXML>
        <emma:emma xmlns:emma="http://www.w3.org/2003/04/emma" version="1.0">
          <emma:interpretation id="{9648A6CD-9A6D-4CD7-9C6E-CC72C45D2DA1}" emma:medium="tactile" emma:mode="ink">
            <msink:context xmlns:msink="http://schemas.microsoft.com/ink/2010/main" type="paragraph" rotatedBoundingBox="11113,9040 12317,11292 11672,11637 10468,93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CEB8D1D-E314-4F9D-865D-BB0A53264FFE}" emma:medium="tactile" emma:mode="ink">
              <msink:context xmlns:msink="http://schemas.microsoft.com/ink/2010/main" type="line" rotatedBoundingBox="11113,9040 12318,11291 11672,11637 10468,9385"/>
            </emma:interpretation>
          </emma:emma>
        </inkml:annotationXML>
        <inkml:traceGroup>
          <inkml:annotationXML>
            <emma:emma xmlns:emma="http://www.w3.org/2003/04/emma" version="1.0">
              <emma:interpretation id="{22401CF0-4B9D-4242-A8E9-81CABCDE7B94}" emma:medium="tactile" emma:mode="ink">
                <msink:context xmlns:msink="http://schemas.microsoft.com/ink/2010/main" type="inkWord" rotatedBoundingBox="10993,9104 11316,9707 10832,9966 10509,9363"/>
              </emma:interpretation>
              <emma:one-of disjunction-type="recognition" id="oneOf0">
                <emma:interpretation id="interp0" emma:lang="en-AU" emma:confidence="0">
                  <emma:literal>x</emma:literal>
                </emma:interpretation>
                <emma:interpretation id="interp1" emma:lang="en-AU" emma:confidence="0">
                  <emma:literal>X</emma:literal>
                </emma:interpretation>
                <emma:interpretation id="interp2" emma:lang="en-AU" emma:confidence="0">
                  <emma:literal>R</emma:literal>
                </emma:interpretation>
                <emma:interpretation id="interp3" emma:lang="en-AU" emma:confidence="0">
                  <emma:literal>N</emma:literal>
                </emma:interpretation>
                <emma:interpretation id="interp4" emma:lang="en-AU" emma:confidence="0">
                  <emma:literal>D</emma:literal>
                </emma:interpretation>
              </emma:one-of>
            </emma:emma>
          </inkml:annotationXML>
          <inkml:trace contextRef="#ctx0" brushRef="#br0">4748-3148 1756,'0'0'39,"0"0"8,0 0 1,0 0 1,0 0-39,0 0-10,0 0 0,11 0 0,0-5 81,0 0 15,0 1 2,5-1 1,1 0-19,-1-5-3,6 5-1,0 0 0,-6 0-8,6 1-1,0-1-1,0 5 0,-5-5 4,-1 5 1,1 0 0,-1 0 0,-16 0-57,0 0-14,0 0 0,6 14 0,10-4 0,-11 10 0,1-6 0,-6 6 0,5 4 0,-5 1 0,-5 4 0,-1 0 0,1 5-48,0-9-13,-1 4-3,-5 0 0,6-9 24,-1-1 4,1-4 0,-1-1 1,1-4-7,-1 0-2,6 0 0,0-1 0,6 1-4,-6-5 0,0-5-1,0 0 0,0 0 39,5 10 10,-5-10 0,0 0 0,11 0 24,-11 0 8,0 0 0,11 5 1,-11-5 4,17 0 1,-1 0 0,6 0 0,-6-5 6,1 5 0,-1 0 1,1 0 0,5 0-13,-6 5-2,1-5-1,-6 4 0,5 1-4,-5 5-1,-11-10 0,5 5 0,1 5-4,-1 4 0,-5-4-1,0 5 0,0-6-3,-5 6 0,-6 0 0,5-1 0,-10-4-6,0 0-2,-1 0 0,-5 4 0,0 1-8,0-5 10,0-6-10,-5 6 10,0 5-10,-6-1 0,5-4 0,-5 0-11,6 0-30,-6-5-7,6 4 0,-6-4-799,5-5-159</inkml:trace>
          <inkml:trace contextRef="#ctx0" brushRef="#br0" timeOffset="-465.7054">4770-3099 748,'0'0'67,"0"0"-54,0 0-13,0 0 0,0 19 272,0-4 51,-6 0 10,12 4 3,-1 1-261,1-1-52,-1 6-11,6 4-1,0 0-11,0-5-14,0 6 3,0-6 1,0 0 10,0 1 11,-5 4-3,10-5 0,-5-4-8,0-5-17,0-1 4,-6-4 1,1-5-141,-6-5-28,0 0-6</inkml:trace>
        </inkml:traceGroup>
        <inkml:traceGroup>
          <inkml:annotationXML>
            <emma:emma xmlns:emma="http://www.w3.org/2003/04/emma" version="1.0">
              <emma:interpretation id="{499D7374-E42C-449C-9793-3B9FD89A2C09}" emma:medium="tactile" emma:mode="ink">
                <msink:context xmlns:msink="http://schemas.microsoft.com/ink/2010/main" type="inkWord" rotatedBoundingBox="11849,10509 12318,11292 11700,11662 11231,10880"/>
              </emma:interpretation>
              <emma:one-of disjunction-type="recognition" id="oneOf1">
                <emma:interpretation id="interp5" emma:lang="en-AU" emma:confidence="0">
                  <emma:literal>T</emma:literal>
                </emma:interpretation>
                <emma:interpretation id="interp6" emma:lang="en-AU" emma:confidence="0">
                  <emma:literal>t</emma:literal>
                </emma:interpretation>
                <emma:interpretation id="interp7" emma:lang="en-AU" emma:confidence="0">
                  <emma:literal>+</emma:literal>
                </emma:interpretation>
                <emma:interpretation id="interp8" emma:lang="en-AU" emma:confidence="0">
                  <emma:literal>y</emma:literal>
                </emma:interpretation>
                <emma:interpretation id="interp9" emma:lang="en-AU" emma:confidence="0">
                  <emma:literal>E</emma:literal>
                </emma:interpretation>
              </emma:one-of>
            </emma:emma>
          </inkml:annotationXML>
          <inkml:trace contextRef="#ctx0" brushRef="#br0" timeOffset="-8378.2439">5483-1567 1152,'0'0'102,"0"0"-82,-6 0-20,6 15 0,-5-1 131,5-4 21,0-10 5,0-14 1,-6 14-48,6 4-10,-5 11-1,5 4-1,0 1-45,5 9-9,1 10-1,-1 0-1,1 0-24,-1 5-5,-5-1-1,11 1 0,-5-5-12,5-5 8,-6 0-8,6-5 0,0 0-14,0 1-9,0-11-1,-5 1-636,-1 4-128</inkml:trace>
          <inkml:trace contextRef="#ctx0" brushRef="#br0" timeOffset="-7949.3459">5658-1759 1036,'0'0'92,"0"0"-73,0 0-19,0 0 0,6 10 154,-6-10 27,0 0 6,0 0 1,5 0-62,6 5-12,0-5-2,0 0-1,6-5-72,-6 0-15,5 5-2,-5 0-1,11 0 35,-6-5 6,1 10 2,-1 0 0,-5 5-13,6 0-3,-1-1 0,1 6 0,-6-5-26,0-1-6,-11-9 0,16 15-1,-5 0-15,0 4 11,-6 1-11,6-1 10,-5 10-10,-1 0 8,-5 5-8,-5 5 8,5 0-24,-6 5-4,1-5-2,-1 0 0,-5 5-17,0-10-3,6 0-1,-1-5 0,1 5-1,-6-10 0,6 1 0,-1-11 0,6 6 14,0-6 2,-5 1 1,-1-5 0,6-10 27,0 0 0,6 9 0,-6-9 0,0 0 0,11 5 0,-11-5 0,11 0 0,5 5 46,-5-10 14,5 0 4,1 5 0,5 0 0,0 0 0,-6-5 0,12 1 0,-6-1-52,-1 0-12,1 0 0,0-5 0,6 0 0,-12 1 0,6 4 0,0-10 0,-5 6 0,4 4 0,-4 0 0,5 0-782,-6 5-159</inkml:trace>
        </inkml:traceGroup>
      </inkml:traceGroup>
    </inkml:traceGroup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5:11.507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F9160E1A-37D9-42C8-B94A-046C7A6E17CF}" emma:medium="tactile" emma:mode="ink">
          <msink:context xmlns:msink="http://schemas.microsoft.com/ink/2010/main" type="writingRegion" rotatedBoundingBox="14065,14813 16874,14593 17057,16935 14248,17155"/>
        </emma:interpretation>
      </emma:emma>
    </inkml:annotationXML>
    <inkml:traceGroup>
      <inkml:annotationXML>
        <emma:emma xmlns:emma="http://www.w3.org/2003/04/emma" version="1.0">
          <emma:interpretation id="{B968C053-A1BA-48FB-B3A9-DD3869EA35C6}" emma:medium="tactile" emma:mode="ink">
            <msink:context xmlns:msink="http://schemas.microsoft.com/ink/2010/main" type="paragraph" rotatedBoundingBox="14065,14813 16874,14593 16963,15726 14153,159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D721DE3-3D75-470B-A589-16D760469FFB}" emma:medium="tactile" emma:mode="ink">
              <msink:context xmlns:msink="http://schemas.microsoft.com/ink/2010/main" type="line" rotatedBoundingBox="14065,14813 16874,14593 16963,15726 14153,15945"/>
            </emma:interpretation>
          </emma:emma>
        </inkml:annotationXML>
        <inkml:traceGroup>
          <inkml:annotationXML>
            <emma:emma xmlns:emma="http://www.w3.org/2003/04/emma" version="1.0">
              <emma:interpretation id="{E36164D5-ECB9-465A-87DC-6DF283FC4D22}" emma:medium="tactile" emma:mode="ink">
                <msink:context xmlns:msink="http://schemas.microsoft.com/ink/2010/main" type="inkWord" rotatedBoundingBox="14065,14813 16874,14593 16963,15726 14153,15945"/>
              </emma:interpretation>
              <emma:one-of disjunction-type="recognition" id="oneOf0">
                <emma:interpretation id="interp0" emma:lang="en-AU" emma:confidence="0">
                  <emma:literal>10,11,13</emma:literal>
                </emma:interpretation>
                <emma:interpretation id="interp1" emma:lang="en-AU" emma:confidence="0">
                  <emma:literal>10,1l,13</emma:literal>
                </emma:interpretation>
                <emma:interpretation id="interp2" emma:lang="en-AU" emma:confidence="0">
                  <emma:literal>10,113</emma:literal>
                </emma:interpretation>
                <emma:interpretation id="interp3" emma:lang="en-AU" emma:confidence="0">
                  <emma:literal>10,ll,13</emma:literal>
                </emma:interpretation>
                <emma:interpretation id="interp4" emma:lang="en-AU" emma:confidence="0">
                  <emma:literal>10,115</emma:literal>
                </emma:interpretation>
              </emma:one-of>
            </emma:emma>
          </inkml:annotationXML>
          <inkml:trace contextRef="#ctx0" brushRef="#br0">39 0 1209,'0'0'108,"0"0"-87,0 0-21,0 0 0,0 0 130,0 0 22,0 0 4,-11 9 0,5 1-35,6-10-7,0 0-2,-5 10 0,-1-5-41,1 4-9,5 6-2,-6-5 0,6 4-19,0 1-4,0 0-1,0 4 0,0 1-16,0-1-4,0 1-1,0 9 0,6-5-15,-1 6 0,-5-1 8,0 0-8,6 5 0,-6-5 0,5 6-12,-5-6 12,6 0-40,-6 0 0,0 1-1,5-1 0,-5-5-141,6 0-28,-1 1-6</inkml:trace>
          <inkml:trace contextRef="#ctx0" brushRef="#br0" timeOffset="394.3322">285 73 288,'0'0'25,"0"0"-25,0 0 0,0 0 0,-11 5 251,11-5 45,0 0 8,0 0 3,0 0-146,-5 9-29,-1 6-5,1 0-2,5-1-56,0 6-11,-6 4-2,6 0-1,6 1-30,-1-1-5,-5 5-2,6 1 0,-6-1-7,5 5-2,-5-5 0,6 1 0,-1-1-9,6-5 8,6-4-8,-1-1 8,1-4-8,-6-1 0,0-4 0,5-5 0,1 0 0,-7 0 0,1-5 0,6-5 0,-6-5 12,5 0 1,-10-4 0,5-11 0,-6 1 15,1 0 4,-1-10 0,-5-5 0,6 0 0,-6-5 0,0 5 0,-6 0 0,1 5-5,-1 4-1,1-4 0,-1 5 0,-5 5-10,0-1-3,-5 6 0,5 4 0,0 0-13,-5 6 9,-6 4-9,5 5 8,6 0-34,0 5-7,-5 9-2,-1 1 0,6 4-155,0 1-31,0 9-7</inkml:trace>
          <inkml:trace contextRef="#ctx0" brushRef="#br0" timeOffset="2784.229">1070 575 1324,'-11'53'59,"11"-53"12,-6 10-57,6-10-14,-5 5 0,-6 0 0,5 0 152,6-5 27,0 0 5,0 0 2,0 19-118,-5 1-24,5-1-5,0 1-1,0-1-27,0-4-11,0-1 8,0 6-8,0-5 0,0-1 0,0 1 0,0-1 0,0 1-8,0 0-8,0-15 0,0 0-610,0 0-122</inkml:trace>
          <inkml:trace contextRef="#ctx0" brushRef="#br0" timeOffset="3069.2271">1234 146 806,'0'0'72,"0"0"-58,0 0-14,0 0 0,0 0 137,0 0 25,0 0 5,6 14 1,-6-14-22,11 10-4,-6 5-1,6-1 0,0 1-58,-6 5-12,1-1-3,-1 1 0,1 4-28,5 0-7,-6-4-1,6 9 0,0-9-19,-5 4-4,-1 0-1,6-4 0,0 4-8,0-4 0,-5-6-12,5 1 12,-6 0-78,1-11-8,5 1-2,-11-5-840</inkml:trace>
          <inkml:trace contextRef="#ctx0" brushRef="#br0" timeOffset="3284.3226">1558 92 921,'0'0'82,"0"0"-66,0 0-16,0 0 0,0 0 199,0 0 36,0 0 7,0 15 2,0-5-96,0-1-20,0-9-3,0 15-1,0 4-60,5-4-13,-5 5-3,6-1 0,-6 5-3,5-4-1,1 9 0,5-4 0,-6 4-33,1 0-11,-1-5 0,6 6 0,-6-6 0,6 0-11,-5 6 0,5-6 0,0-4-56,-6-1-11,6 0-2,-5-4-626,-1 0-125</inkml:trace>
          <inkml:trace contextRef="#ctx0" brushRef="#br0" timeOffset="5164.2896">2018 546 1774,'-16'0'79,"16"0"16,0 0-76,0 0-19,0 0 0,0 0 0,0 0 60,-6 4 8,1 6 1,-1-5 1,1 5-33,5-1-6,5 6-2,-10 0 0,-1 4-29,6 6 0,6-1 0,-1 5 0,1 0-13,-1 6-3,1 4 0,-1-5 0,6 10-46,-5-10-10,-6 0-1</inkml:trace>
          <inkml:trace contextRef="#ctx0" brushRef="#br0" timeOffset="5404.7509">2271-69 1670,'0'0'74,"0"0"15,0 0-71,0 0-18,0 0 0,0 0 0,0 0 92,0 0 14,0 15 3,-6 0 1,6-6-10,0 6-1,0 4-1,6-4 0,-6 5-76,5-1-22,6 5 9,0 1-9,-5 4 0,-1 0 0,6 1 0,0-1 0,-6 0-23,6 0-9,-5 1-1,5-6-667,-6-5-132</inkml:trace>
          <inkml:trace contextRef="#ctx0" brushRef="#br0" timeOffset="5990.3398">2430-132 1382,'0'0'61,"0"0"13,0 0-59,0 0-15,5-10 0,-5 10 0,11-5 169,0-4 31,0-1 7,5 0 1,-10 5-92,10 0-19,-5-4-3,6 4-1,-6 5-33,0-5-8,0 0 0,5-5-1,-5 10-14,0-5-2,-11 5-1,17 0 0,-1 5-23,-16-5-11,0 0 10,11 5-10,-6 5 0,1 4 0,-6-4 0,0 10-10,-6-6-26,6 11-6,-5-6-1,5 1 0,-11 4-7,11-4-2,-5-1 0,5-4 0,0-1 0,0 1-1,-6-5 0,6-10 0,0 0 11,0 0 2,-5 14 1,5-14 0,0 0 0,0 0 0,11 10 0,-11-10 0,5 10 69,6 0 14,0-1 2,0-4 1,-11-5-24,16 5-5,1-5-1,5 5 0,-6-5 37,-5 0 7,0 5 2,0 0 0,0-5 1,-11 0 1,0 0 0,11 9 0,0-4-52,-11-5-13,6 15 0,-1-5 0,-5 4 54,5 6 8,-5-6 2,0 6 0,-5-5-52,-6 4-12,6 1 0,-6-6 0,0 1 0,-6-1 0,1-4 0,-1 5 0,6-5 0,-5-1 0,-1 1 0,1-5 0,-1 0-38,1-5-10,0 0-3,-1 0 0,6 0-137,0-10-28,0 5-6</inkml:trace>
        </inkml:traceGroup>
      </inkml:traceGroup>
    </inkml:traceGroup>
    <inkml:traceGroup>
      <inkml:annotationXML>
        <emma:emma xmlns:emma="http://www.w3.org/2003/04/emma" version="1.0">
          <emma:interpretation id="{059D74DD-A180-49C4-94AE-A2BD09F5F091}" emma:medium="tactile" emma:mode="ink">
            <msink:context xmlns:msink="http://schemas.microsoft.com/ink/2010/main" type="paragraph" rotatedBoundingBox="14216,16089 15614,16090 15613,16675 14215,166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B176AF8-59D5-4852-A57F-A84E97CA3A43}" emma:medium="tactile" emma:mode="ink">
              <msink:context xmlns:msink="http://schemas.microsoft.com/ink/2010/main" type="line" rotatedBoundingBox="14216,16089 15614,16090 15613,16675 14215,16674"/>
            </emma:interpretation>
          </emma:emma>
        </inkml:annotationXML>
        <inkml:traceGroup>
          <inkml:annotationXML>
            <emma:emma xmlns:emma="http://www.w3.org/2003/04/emma" version="1.0">
              <emma:interpretation id="{4AF2D7A6-A6FB-4303-8466-1A4165728FFF}" emma:medium="tactile" emma:mode="ink">
                <msink:context xmlns:msink="http://schemas.microsoft.com/ink/2010/main" type="inkWord" rotatedBoundingBox="14216,16089 15614,16090 15613,16675 14215,16674"/>
              </emma:interpretation>
              <emma:one-of disjunction-type="recognition" id="oneOf1">
                <emma:interpretation id="interp5" emma:lang="en-AU" emma:confidence="0">
                  <emma:literal>141</emma:literal>
                </emma:interpretation>
                <emma:interpretation id="interp6" emma:lang="en-AU" emma:confidence="0">
                  <emma:literal>14/</emma:literal>
                </emma:interpretation>
                <emma:interpretation id="interp7" emma:lang="en-AU" emma:confidence="0">
                  <emma:literal>14,</emma:literal>
                </emma:interpretation>
                <emma:interpretation id="interp8" emma:lang="en-AU" emma:confidence="0">
                  <emma:literal>14 \</emma:literal>
                </emma:interpretation>
                <emma:interpretation id="interp9" emma:lang="en-AU" emma:confidence="0">
                  <emma:literal>14)</emma:literal>
                </emma:interpretation>
              </emma:one-of>
            </emma:emma>
          </inkml:annotationXML>
          <inkml:trace contextRef="#ctx0" brushRef="#br0" timeOffset="6859.8775">143 1462 1602,'-11'-24'71,"11"24"14,0 0-68,0 0-17,0 0 0,0 0 0,0 0 91,0 0 14,0 0 3,0 0 1,0 0-44,0 0-9,0 4-1,0 11-1,0 0-30,0-1-7,5 1-1,-5 4 0,11 11-16,-5-6 10,-1 5-10,6 1 8,-5-1-8,5 0 0,-6 0 0,1 1 0,-1-6-32,1 5-1,-1-9-1,1-1-614,-6-19-122</inkml:trace>
          <inkml:trace contextRef="#ctx0" brushRef="#br0" timeOffset="7227.4811">379 1355 1598,'0'0'71,"0"0"14,0 0-68,0 0-17,0 0 0,0 0 0,0 0 97,0 0 16,0 0 3,0 0 1,5 9-64,1 6-13,-1-5-2,-5 4-1,0-4-25,6 5-12,-1-1 10,0 6-10,1-10 0,-6 9 0,0-4 0,5 4 0,1 1 0,-1-6 0,-10 1 0,5 5-10,0-6-7,0 1-2,5-5 0,-5-10 0,0 0-3,0 0-1,0 0 0,0 0 0,0 0 23,0 0-11,6 9 11,-6-9-8,0 0 8,11-5 0,-6 5 0,6 0 0,0-4 0,0 4 16,0 0-4,0-5-1,6 5 7,-6-5 2,0-5 0,5 5 0,-5 0-4,5 0-1,-5-4 0,0-1 0,0 0-15,6 0 8,-6 6-8,-6-6 0,6 0 0,0 5-20,0 0 4,0 0 0,-5 1-146,-6 4-29,0 0-5</inkml:trace>
          <inkml:trace contextRef="#ctx0" brushRef="#br0" timeOffset="7487.1804">636 1257 633,'0'0'28,"0"0"6,0 0-34,-11 10 0,11-10 0,0 0 0,0 0 304,-5 5 53,-1 5 11,6-1 3,-5 1-222,5 0-44,0 4-9,5-4-1,1 5-52,-6-1-11,5 1-1,-5 5-1,11-6-30,-5 11 8,-6 4-8,11 0 0,-6 0 12,1 5-1,-1 1 0,1-6 0,-1 0-11,6 0 0,-5-4-12,5 4 12,-6-5-67,1-4-5,5-1-2,-6-4-935</inkml:trace>
          <inkml:trace contextRef="#ctx0" brushRef="#br0" timeOffset="10680.6886">1355 1369 345,'0'0'31,"0"0"-31,0 0 0,0 0 0,0 0 348,0 0 64,0 0 13,0 0 3,0-9-227,0-1-45,0 10-8,0 0-3,0 0-62,0 0-13,0 0-2,0 0-1,0 14-13,0 1-2,5-5-1,1 4 0,-1 1-35,6 5-8,-5 4 0,5 5-8,0-9 0,0 9 0,-6 0 0,12 5-9,-7 0-32,1 1-7,0-11 0,0 5-1,0 5-119,0-4-24,0-16-5,0 1-789</inkml:trace>
        </inkml:traceGroup>
      </inkml:traceGroup>
    </inkml:traceGroup>
    <inkml:traceGroup>
      <inkml:annotationXML>
        <emma:emma xmlns:emma="http://www.w3.org/2003/04/emma" version="1.0">
          <emma:interpretation id="{FA6CEDE0-ADA9-4C72-A993-9F62040F275B}" emma:medium="tactile" emma:mode="ink">
            <msink:context xmlns:msink="http://schemas.microsoft.com/ink/2010/main" type="paragraph" rotatedBoundingBox="15032,16500 16006,16492 16011,17073 15037,1708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66FBDB4-0302-49E0-9150-F2074AD3F472}" emma:medium="tactile" emma:mode="ink">
              <msink:context xmlns:msink="http://schemas.microsoft.com/ink/2010/main" type="line" rotatedBoundingBox="15032,16500 16006,16492 16011,17073 15037,17081"/>
            </emma:interpretation>
          </emma:emma>
        </inkml:annotationXML>
        <inkml:traceGroup>
          <inkml:annotationXML>
            <emma:emma xmlns:emma="http://www.w3.org/2003/04/emma" version="1.0">
              <emma:interpretation id="{7790B558-56DB-40C0-829A-013C78139A89}" emma:medium="tactile" emma:mode="ink">
                <msink:context xmlns:msink="http://schemas.microsoft.com/ink/2010/main" type="inkWord" rotatedBoundingBox="15032,16500 16006,16492 16011,17073 15037,17081"/>
              </emma:interpretation>
              <emma:one-of disjunction-type="recognition" id="oneOf2">
                <emma:interpretation id="interp10" emma:lang="en-AU" emma:confidence="0">
                  <emma:literal>16</emma:literal>
                </emma:interpretation>
                <emma:interpretation id="interp11" emma:lang="en-AU" emma:confidence="0">
                  <emma:literal>10</emma:literal>
                </emma:interpretation>
                <emma:interpretation id="interp12" emma:lang="en-AU" emma:confidence="0">
                  <emma:literal>\ b</emma:literal>
                </emma:interpretation>
                <emma:interpretation id="interp13" emma:lang="en-AU" emma:confidence="0">
                  <emma:literal>\ 6</emma:literal>
                </emma:interpretation>
                <emma:interpretation id="interp14" emma:lang="en-AU" emma:confidence="0">
                  <emma:literal>` b</emma:literal>
                </emma:interpretation>
              </emma:one-of>
            </emma:emma>
          </inkml:annotationXML>
          <inkml:trace contextRef="#ctx0" brushRef="#br0" timeOffset="10387.0667">949 1691 1897,'0'0'41,"0"0"9,0 0 2,0 0 2,0 0-43,0 0-11,0 0 0,5 10 0,1 0 67,-1-1 11,1 1 2,-1 0 1,1 4-38,-1 1-8,6 0-2,0 9 0,-5 0-15,5 6-3,0 4-1,0 0 0,-6 5-6,6-5-8,0 0 11,0-5-11,-5 1 0,4-1-19,-4 0 3,-1-4 0,1-1-60,-1 0-12,-5-4-3</inkml:trace>
          <inkml:trace contextRef="#ctx0" brushRef="#br0" timeOffset="10992.2068">1613 1662 1346,'0'0'60,"0"0"12,0 0-58,0 0-14,0 0 0,5 14 0,0 11 84,-5-6 15,6 1 2,-1-1 1,6-4-51,0 9-11,-5 1-1,5-1-1,0 0-21,5-4-4,1-1-1,-6 1 0,5-5 4,1 4 1,-1-9 0,6 0 0,-6-6 3,1-4 0,-1 5 0,1-5 0,-6 0 12,-11 0 4,16 0 0,-5 0 0,-11 0 27,0 0 5,6-9 2,5 4 0,-11 5-2,5-15-1,-5-9 0,0 9 0,-5 5-19,-1 1-4,-5-6-1,0 5 0,0 5-14,0-4-2,0-1-1,0 0 0,-5 0-15,-1 5-3,6-4-8,0 4 12,-5 5-12,0 0-15,5 10 3,0-6 1,11-4-50,-11 10-11,5 5-1,1 4-1,-1-4-140,1 0-28,5-1-6</inkml:trace>
        </inkml:traceGroup>
      </inkml:traceGroup>
    </inkml:traceGroup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4:38.80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  <inkml:brush xml:id="br1">
      <inkml:brushProperty name="width" value="0.09333" units="cm"/>
      <inkml:brushProperty name="height" value="0.09333" units="cm"/>
      <inkml:brushProperty name="fitToCurve" value="1"/>
    </inkml:brush>
    <inkml:brush xml:id="br2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B0DA6F53-ECFA-4F9D-965D-558C1CEA31CE}" emma:medium="tactile" emma:mode="ink">
          <msink:context xmlns:msink="http://schemas.microsoft.com/ink/2010/main" type="writingRegion" rotatedBoundingBox="3850,10911 12738,10625 12832,13541 3944,13826"/>
        </emma:interpretation>
      </emma:emma>
    </inkml:annotationXML>
    <inkml:traceGroup>
      <inkml:annotationXML>
        <emma:emma xmlns:emma="http://www.w3.org/2003/04/emma" version="1.0">
          <emma:interpretation id="{0735883B-6412-481A-AE92-AD87D208D7F0}" emma:medium="tactile" emma:mode="ink">
            <msink:context xmlns:msink="http://schemas.microsoft.com/ink/2010/main" type="paragraph" rotatedBoundingBox="3850,10911 12738,10625 12782,11994 3894,1227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5C1A8C2-A7E9-44B5-858A-5F190B5EE7B4}" emma:medium="tactile" emma:mode="ink">
              <msink:context xmlns:msink="http://schemas.microsoft.com/ink/2010/main" type="line" rotatedBoundingBox="3850,10911 12738,10625 12782,11994 3894,12279"/>
            </emma:interpretation>
          </emma:emma>
        </inkml:annotationXML>
        <inkml:traceGroup>
          <inkml:annotationXML>
            <emma:emma xmlns:emma="http://www.w3.org/2003/04/emma" version="1.0">
              <emma:interpretation id="{E9AA6542-98E8-41C4-B1E9-5E2ED1EFC6ED}" emma:medium="tactile" emma:mode="ink">
                <msink:context xmlns:msink="http://schemas.microsoft.com/ink/2010/main" type="inkWord" rotatedBoundingBox="3882,10773 8319,10897 8281,12272 3844,12148"/>
              </emma:interpretation>
              <emma:one-of disjunction-type="recognition" id="oneOf0">
                <emma:interpretation id="interp0" emma:lang="en-AU" emma:confidence="0">
                  <emma:literal>1,243</emma:literal>
                </emma:interpretation>
                <emma:interpretation id="interp1" emma:lang="en-AU" emma:confidence="0">
                  <emma:literal>1,244,</emma:literal>
                </emma:interpretation>
                <emma:interpretation id="interp2" emma:lang="en-AU" emma:confidence="0">
                  <emma:literal>1,234,</emma:literal>
                </emma:interpretation>
                <emma:interpretation id="interp3" emma:lang="en-AU" emma:confidence="0">
                  <emma:literal>1,244.</emma:literal>
                </emma:interpretation>
                <emma:interpretation id="interp4" emma:lang="en-AU" emma:confidence="0">
                  <emma:literal>1,244;</emma:literal>
                </emma:interpretation>
              </emma:one-of>
            </emma:emma>
          </inkml:annotationXML>
          <inkml:trace contextRef="#ctx0" brushRef="#br0">169-1552 748,'0'0'67,"0"0"-54,0 0-13,-11 5 0,0-5 181,5 0 34,6 0 6,0 0 2,0 0-40,0 0-8,0 0-2,0 0 0,0 0-146,-5 9-27,5 1-11,0 5 1,0-1 30,5 6 7,-5-1 1,6 6 0,-1 9-16,12 0-4,-17 0 0,11 5 0,-6-5-8,1 0 0,5-5 0,0-5 0,-6 10-41,6-9-1,-6-1 0,6-5-602,6 1-120</inkml:trace>
          <inkml:trace contextRef="#ctx0" brushRef="#br0" timeOffset="-251.9991">-100-1431 1454,'0'0'64,"0"0"14,0 0-62,0 0-16,0 0 0,0 0 0,0 0 64,0 0 9,0 0 3,0 0 0,0 0-10,0 0-2,0 10 0,-6 5 0,1 4-7,5-4-1,0-1-1,-11 1 0,11 0-39,0-1-8,0 1-8,0-1 11,-5 1-11,5-5 0,0 4 0,0-4 0,0-10 0,5 15 0,-5-6 9,0-9-9,0 0 0,11 5 0,0 5 0,0-5 0,0 5 0,0-10 0,0 4-8,5-4 8,6 5 0,-16-10-8,5 1 8,0-6 0,11 0 0,-6 0 0,0 1 0,6-6 0,-5 0-9,5 1 9,-6-1-10,12-4 10,-17-10-48,5 9-3,1 6-1,-1-1-552,0 5-112</inkml:trace>
          <inkml:trace contextRef="#ctx0" brushRef="#br0" timeOffset="211.7334">558-1182 1724,'0'0'38,"-5"9"8,5-9 2,0 20 0,0-6-39,0 1-9,0 0 0,5-1 0,-5 1 54,0-1 9,0 1 1,6-1 1,-1 11-1,-5-1 0,0-4 0,6 4 0,-12 5-64,6 0-27,-5 10 2,5-5-609,-6 5-122</inkml:trace>
          <inkml:trace contextRef="#ctx0" brushRef="#br0" timeOffset="-5261.801">-1296-1100 1728,'0'0'38,"0"-14"8,0 4 2,6 0 0,-6-4-39,5 4-9,-5 10 0,17-5 0,-17 5 53,0-5 9,0 5 2,16-5 0,-5-4 0,-5 4 0,-6 5 0,16 0 0,-10-5 0,10 0 0,-5 10 0,-11-5 0,0 0-64,11 0 0,0 10-9,5-6 0,-16-4 9,6 10 12,-1 10-2,1-1-1,-1 1-9,1-1 0,-12 5 0,6 5 0,0 1-49,-5 4-12,-6 5-3,5-5 0,1 0-20,0 0-4,-1 0 0,-5 0-1,11-10-11,-11 0-3,6 1 0,5-11 0,-6-4 31,1 0 7,5 0 1,0-10 0,0 0 76,0 0 15,0 0 3,0 0 1,0 0 28,0 0 5,0-10 2,0 10 0,11-5 13,-11 5 2,16 0 1,-16-5 0,11-5-14,0 1-2,5-1-1,-5 0 0,0 10-16,0-5-3,11-4-1,-16-1 0,10 5-18,1 0-4,-1 5-1,1-5 0,-6-4-22,0 9 0,5-5 0,0 5-8,1-5-49,-1 5-10,-16 0-1,17 5-1</inkml:trace>
          <inkml:trace contextRef="#ctx0" brushRef="#br0" timeOffset="-600.0604">-506-910 345,'6'0'31,"-1"0"-31,-10 5 0,5 5 0,-6-1 212,6 1 36,0 0 7,0-1 1,0 1-96,0 0-20,0 4-4,0 6-1,0-5-67,0 4-12,6 0-4,-1 1 0,-5 4-23,0-4-5,11 4 0,-11 0-1,0 5-15,0-4-8,6 9 8,-1-10-8,-5 10 0,6-5-10,-6 1 1,5-1 0,0-5-67,1 5-12,-1 0-4</inkml:trace>
          <inkml:trace contextRef="#ctx0" brushRef="#br0" timeOffset="-5987.9369">-2085-1173 1335,'-6'49'59,"1"-39"13,5-1-58,-6-4-14,6 5 0,-5-5 0,5 0 90,0 4 15,-11-4 3,5 10 1,6 4 15,0-4 2,0 0 1,0-6 0,0 11-76,6 4-15,5 0-4,-11 6 0,0-6-16,5 5-3,1 0-1,5 0 0,-6 1-12,1-6 0,5-5 8,0 1-8,-11-1-33,5 1-10,1-11-1,5 6-626,5-5-125</inkml:trace>
          <inkml:trace contextRef="#ctx0" brushRef="#br0" timeOffset="-5745.9032">-1597-574 1843,'0'0'40,"0"0"9,11 14 2,-11-4 1,0 0-42,0-6-10,0-4 0,5 15 0,1 0 62,-6 4 10,5 1 3,-5 9 0,11-5-46,-11 5-9,0 0-1,0-4-1,0-1-18,11 0 0,-22-4 0,11-6 0,11 1-156,-11-5-36</inkml:trace>
          <inkml:trace contextRef="#ctx0" brushRef="#br1" timeOffset="14316.2522">2094-983 1267,'-6'15'112,"6"-15"-89,0 0-23,0 0 0,11 9 70,-5 1 10,-6-10 1,0 0 1,11 0-2,0 10 0,-1-1 0,1 1 0,0-10-32,-11 0-6,11 5-2,0 0 0,0-5 4,0 0 0,6-5 0,-6 5 0,-11 0-6,0 0-1,16-10 0,-5 1 0,-11 9-13,0 0-4,11-5 0,-11 5 0,0 0-2,0 0-1,0 0 0,0 0 0,0 0-17,-5 19-14,-1 6 2,-5-1 1,6-10-33,-1 11-8,1-6 0,-6 6-1,5-6 1,6 0 0,0-4 0,0 0 0,-11-1 24,11 1 6,0-15 1,0 0 0,6 10 21,-6-10 0,5 14-9,-5-14 9,0 0 0,11 5 16,-11-5-4,11 5 0,0 0 14,-11-5 2,0 0 1,11 5 0,0 4 4,-11-9 1,11 5 0,-11-5 0,6 10 15,-1-5 3,6 4 1,-11-9 0,0 10-33,-5 5-8,10-5 0,-5 4-1,0 1 29,0-1 7,-5 6 1,-1-6 0,1 1-32,5 4-5,-11 1-2,0-1 0,0 1-9,0-1 0,-6 1 0,6-1 8,-5-4-8,-1 4 0,6-9-12,0 4 12,-5 1-50,5-5-2,6-5-1,-6 0 0,5 4-3,6-9 0,0 0 0,0 0-627,0 0-125</inkml:trace>
        </inkml:traceGroup>
        <inkml:traceGroup>
          <inkml:annotationXML>
            <emma:emma xmlns:emma="http://www.w3.org/2003/04/emma" version="1.0">
              <emma:interpretation id="{5F8D2585-E196-476C-B43B-70906A56F53D}" emma:medium="tactile" emma:mode="ink">
                <msink:context xmlns:msink="http://schemas.microsoft.com/ink/2010/main" type="inkWord" rotatedBoundingBox="10063,10737 11194,11728 10888,12077 9757,11086"/>
              </emma:interpretation>
              <emma:one-of disjunction-type="recognition" id="oneOf1">
                <emma:interpretation id="interp5" emma:lang="en-AU" emma:confidence="0">
                  <emma:literal>9,</emma:literal>
                </emma:interpretation>
                <emma:interpretation id="interp6" emma:lang="en-AU" emma:confidence="0">
                  <emma:literal>q,</emma:literal>
                </emma:interpretation>
                <emma:interpretation id="interp7" emma:lang="en-AU" emma:confidence="0">
                  <emma:literal>9</emma:literal>
                </emma:interpretation>
                <emma:interpretation id="interp8" emma:lang="en-AU" emma:confidence="0">
                  <emma:literal>91,</emma:literal>
                </emma:interpretation>
                <emma:interpretation id="interp9" emma:lang="en-AU" emma:confidence="0">
                  <emma:literal>q</emma:literal>
                </emma:interpretation>
              </emma:one-of>
            </emma:emma>
          </inkml:annotationXML>
          <inkml:trace contextRef="#ctx0" brushRef="#br2" timeOffset="20741.9962">4101-1387 403,'5'-48'36,"-5"33"-36,0 0 0,0 11 0,0 4 96,0-5 13,0-5 3,6 5 0,-1-5 12,1 1 4,-12-6 0,6 15 0,0 0-52,0 0-9,0 0-3,0 0 0,0 0 60,0 0 12,0 0 3,0 0 0,-11 0-43,6 5-8,5-5-1,-11-5-1,5 5-24,1-5-5,-1 0-1,1 0 0,-12 1-13,6-1-3,0 5-1,11 0 0,0 0-31,0 0-8,-10 0 0,-1 0 0,0 5 0,5-1 0,1 6 0,-6-5 0,5-15 0,6 10 0,0 0 0,-5 20 0,-1 14-50,1 0-11,5-5-3,0 0 0,0-4 52,5-1 12,-5 0 0,11 1 0,0-6 0,-5 0 0,-1-4 0,1 0 0,5-1 0,0-4 0,-11-10 0,0 0 0,0 0 0,10 0 0,1-10 0,0 1 0,0-6 0,-5 0 0,5-4 0,0-1 0,5-4 16,-5 0 5,-5-1 2,-1 1 0,1 5-7,-1-1 0,1 1-1,-1 4 0,1 1-1,-6 14 0,0 0 0,0 0 0,11-5 0,-11 5 0,0 0 0,-6 19 0,6 5-1,6 6 0,5-1 0,0 10 0,-6 5 29,0-1 6,12 1 0,-6-5 1,5 5-76,-5-5-15,6 4-3,-1 1-1,1-10 17,-1 5 3,1-5 1,-1 5 0,-5-5-119,5 0-23,1-5-5</inkml:trace>
          <inkml:trace contextRef="#ctx0" brushRef="#br2" timeOffset="26794.3114">4912-876 806,'6'-10'36,"-6"10"7,-6 0-35,1-5-8,5 1 0,0-6 0,0 5 182,0 0 34,0 5 8,0 0 0,0-5-103,0 5-21,0 0-4,0 0 0,0 0-43,0 0-8,0 0-1,5 15-1,-5 4-22,6 1-4,-6-1-1,5 5 0,1 1-8,-6-1-8,5 5 9,1 0-9,-1 1 0,1 4 8,-1-5-8,1 10 0,-6-10 0,5 0 0,-5-5 0,0 6 0,6-11-15,-6 1-2,-6-6-1,6 1 0,0-1-74,0-14-14,0 0-3</inkml:trace>
        </inkml:traceGroup>
        <inkml:traceGroup>
          <inkml:annotationXML>
            <emma:emma xmlns:emma="http://www.w3.org/2003/04/emma" version="1.0">
              <emma:interpretation id="{14E7E13F-6888-4002-9B68-5212A26ED90A}" emma:medium="tactile" emma:mode="ink">
                <msink:context xmlns:msink="http://schemas.microsoft.com/ink/2010/main" type="inkWord" rotatedBoundingBox="12724,11035 12752,11034 12766,11487 12739,11488"/>
              </emma:interpretation>
              <emma:one-of disjunction-type="recognition" id="oneOf2">
                <emma:interpretation id="interp10" emma:lang="en-AU" emma:confidence="0">
                  <emma:literal>I</emma:literal>
                </emma:interpretation>
                <emma:interpretation id="interp11" emma:lang="en-AU" emma:confidence="0">
                  <emma:literal>\</emma:literal>
                </emma:interpretation>
                <emma:interpretation id="interp12" emma:lang="en-AU" emma:confidence="0">
                  <emma:literal>l</emma:literal>
                </emma:interpretation>
                <emma:interpretation id="interp13" emma:lang="en-AU" emma:confidence="0">
                  <emma:literal>|</emma:literal>
                </emma:interpretation>
                <emma:interpretation id="interp14" emma:lang="en-AU" emma:confidence="0">
                  <emma:literal>L</emma:literal>
                </emma:interpretation>
              </emma:one-of>
            </emma:emma>
          </inkml:annotationXML>
          <inkml:trace contextRef="#ctx0" brushRef="#br2" timeOffset="41555.216">6761-1359 691,'0'0'61,"-6"10"-49,1 0 178,5-1 35,0-9 7,0 20 2,0-6-107,0 6-22,0-1-4,0 6-1,0-6-56,0 6-11,-6 4-2,6-5-1,6 1-17,-6-1-3,-6 0-1,6 6 0,6-1-9,-1-5 0,-5 1 0,0-1-604,-5 0-117</inkml:trace>
        </inkml:traceGroup>
      </inkml:traceGroup>
    </inkml:traceGroup>
    <inkml:traceGroup>
      <inkml:annotationXML>
        <emma:emma xmlns:emma="http://www.w3.org/2003/04/emma" version="1.0">
          <emma:interpretation id="{FFFD0A4B-F3E7-4E76-9F8A-9466B8F2C147}" emma:medium="tactile" emma:mode="ink">
            <msink:context xmlns:msink="http://schemas.microsoft.com/ink/2010/main" type="paragraph" rotatedBoundingBox="4170,12208 11992,12086 12016,13638 4194,1376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DBE9E73-71D8-41E0-A13B-6CFD5D6B4F80}" emma:medium="tactile" emma:mode="ink">
              <msink:context xmlns:msink="http://schemas.microsoft.com/ink/2010/main" type="line" rotatedBoundingBox="4170,12208 11992,12086 12016,13638 4194,13760"/>
            </emma:interpretation>
          </emma:emma>
        </inkml:annotationXML>
        <inkml:traceGroup>
          <inkml:annotationXML>
            <emma:emma xmlns:emma="http://www.w3.org/2003/04/emma" version="1.0">
              <emma:interpretation id="{F009A322-84F7-48FD-88D4-3D6EEC6E8E78}" emma:medium="tactile" emma:mode="ink">
                <msink:context xmlns:msink="http://schemas.microsoft.com/ink/2010/main" type="inkWord" rotatedBoundingBox="4173,12417 6345,12383 6366,13726 4194,13760"/>
              </emma:interpretation>
              <emma:one-of disjunction-type="recognition" id="oneOf3">
                <emma:interpretation id="interp15" emma:lang="en-AU" emma:confidence="0">
                  <emma:literal>5,718</emma:literal>
                </emma:interpretation>
                <emma:interpretation id="interp16" emma:lang="en-AU" emma:confidence="0">
                  <emma:literal>5,788</emma:literal>
                </emma:interpretation>
                <emma:interpretation id="interp17" emma:lang="en-AU" emma:confidence="0">
                  <emma:literal>5,798</emma:literal>
                </emma:interpretation>
                <emma:interpretation id="interp18" emma:lang="en-AU" emma:confidence="0">
                  <emma:literal>5,748</emma:literal>
                </emma:interpretation>
                <emma:interpretation id="interp19" emma:lang="en-AU" emma:confidence="0">
                  <emma:literal>5,758</emma:literal>
                </emma:interpretation>
              </emma:one-of>
            </emma:emma>
          </inkml:annotationXML>
          <inkml:trace contextRef="#ctx0" brushRef="#br0" timeOffset="4886.1574">339 126 345,'-11'-15'31,"11"15"-31,0 0 0,-6-10 0,1-9 320,-6 4 57,0 6 12,5-1 3,-5 0-217,6 5-43,-6-4-9,0 4-2,0-5-60,0 5-12,0 0-2,-5 0-1,-1 5-21,6 0-4,-5 0-1,-6 0 0,-6 0-11,12 0-9,-1 0 12,6 5-12,1 0 0,-1 5-9,0 0-1,0-1 0,5-9-11,6 0-3,-11 15 0,6-5 0,5-1-2,0-9-1,0 0 0,0 0 0,5 25 8,1-11 2,-1-4 0,1 0 0,-6-10 8,0 0 9,11 10-13,0-6 5,0 1 8,10 5-8,-15 9 8,16-4-8,-6-15 8,1 5 0,-1 5 0,6-10-8,0 0 8,-5 0 0,4 0 0,-10 9 0,6 6 8,-1 4-8,-5-4 8,6 4-8,-6-4 0,0 0 8,-6 4-8,6 5 0,-11-4 0,11 4 0,-11 5 0,0-4 0,0-1-32,-11 5-10,6-5-2,-1-4-1,1 4-35,-6-9-8,5 4 0,-5-4-1,0-5 38,0-6 8,0 1 2,6 0 0,-6-5 50,0-5 11,0-4 1,6 4 1,-6-5 10,5 0 3,1-9 0,5 4 0,-6-4 23,6-1 5,0-4 1,6 0 0,-6-1-19,0-4-3,5 0-1,1-5 0,-1 5-1,6-5-1,-6 0 0,12 0 0,-6 0-21,0 4-4,0 1-1,0 5 0,0 0-27,5 4-6,1 1 0,-1 4-647,-16-4-129</inkml:trace>
          <inkml:trace contextRef="#ctx0" brushRef="#br0" timeOffset="3844.115">-956 369 576,'0'0'51,"0"0"-41,0 0-10,0 0 0,-5 0 192,5 0 37,-11 0 7,11 0 2,0 0-125,0 0-25,0 0-4,5-5-2,1 0-38,5-4-8,-6 4-2,6-5 0,6 5-16,5-5-3,-11 5-1,0 1 0,0-6 2,0 5 0,0 0 0,5 0 0,6 5 2,-6-5 1,6 5 0,-11-4 0,11-1-10,0 5-1,-16 0-8,10 0 12,6 0 0,-11 0-1,0 0 0,5 5 0,-5-1-11,-5 1 12,-6-5-12,11 15 12,-6-1-4,1 6-8,5-1 12,-11 6-4,5-1 5,1 5 1,-1 0 0,1 5 0,-1 0-14,1 1 0,-1-1 0,1 0 0,5 0-20,-11-5-8,5-5 0,1 0-1,5-4-40,-6-1-8,-5-4-2,0-15-491,0 0-98</inkml:trace>
          <inkml:trace contextRef="#ctx0" brushRef="#br0" timeOffset="4068.8093">-753 564 748,'0'0'67,"0"0"-54,0 0-13,0 0 0,0 0 146,0 0 26,0 0 6,11 4 1,0 6-44,11-5-9,-16-5-2,10 0 0,1 0-72,-6 0-16,5 0-2,0-5-1,-5 0 25,6 0 5,5 1 1,-11 4 0,5-10-64,1 5 0,-6-5-9,5 5 0,6 0-37,-11 1-7,5-1-2,-5 0-849</inkml:trace>
          <inkml:trace contextRef="#ctx0" brushRef="#br0" timeOffset="4288.0432">-111 778 979,'0'0'87,"0"0"-70,0 0-17,0 0 0,0 0 170,0 0 30,0 0 7,5 14 1,1 1-116,-1 4-22,-5-4-5,6 4-1,-1 6-23,1-1-5,-1 0 0,1 10-1,-1 0-27,1-5-8,-1 6 0,1-1 0,-1 0-23,1-5-11,-6-5-2,5 0-562,6-9-112</inkml:trace>
          <inkml:trace contextRef="#ctx0" brushRef="#br0" timeOffset="721.0099">-1811 427 1324,'0'0'59,"0"0"12,0 0-57,0 0-14,0 0 0,0 0 0,0 0 92,11-5 16,5 1 4,-5-6 0,6 5-66,5 0-13,-11 0-2,5-4-1,1 9 55,5-10 11,-6 5 3,0 0 0,1 0-116,-1-4-23,1 4-5,-6 0-1,0-5 22,5 5 4,-10-5 0,-6 10-569,0 0-115</inkml:trace>
          <inkml:trace contextRef="#ctx0" brushRef="#br0" timeOffset="1101.9181">-1751 491 1666,'0'0'36,"0"0"8,0 0 2,0 0 2,-5 9-39,-1 1-9,6-10 0,0 5 0,-5 5 48,5-1 8,-6 6 2,6-5 0,0 4-28,0-4-6,0 5 0,6-1-1,-6 1-23,5-1-10,1 1 1,5 0 0,0-1 9,-11 1 0,5-1 8,1 1-8,-1-5 8,1 4-8,5-4 10,-6 5-10,12-6 57,-17 1 6,11 0 1,-11-10 0,5 9-64,6 1 0,0 0-9,5 0 0,-16-10 9,11 9 0,0-4 0,6 0 0,-6 0-49,0 0-8,-11-5-2,0 0 0,16 5 51,-16-5 8,0 0 0,0 0 8,6 9 30,-6-9 6,0 0 2,0 0 0,0 10-18,0 5-4,-6-1-1,6 1 0,-11-5-13,0 4-2,6-4-8,-6 5 12,0-1-12,-6-4 0,12 0 0,-6-1 0,5 1-33,1-5-3,5-5-1,-11 5 0,11-5-43,0 0-9,0 0-2,0 0-748</inkml:trace>
          <inkml:trace contextRef="#ctx0" brushRef="#br0" timeOffset="1339.0963">-1142 1030 345,'0'0'31,"0"0"-31,0 0 0,5 10 0,-5-10 318,0 10 58,6 0 11,-6 4 2,0-4-209,0 5-43,0-1-8,5 1-1,-5-1-71,0 6-13,6-1-4,-6 6 0,5-1-16,1 0-4,-6 1-1,0 4 0,5-5-161,-5 0-32</inkml:trace>
        </inkml:traceGroup>
        <inkml:traceGroup>
          <inkml:annotationXML>
            <emma:emma xmlns:emma="http://www.w3.org/2003/04/emma" version="1.0">
              <emma:interpretation id="{BFC875E2-FCF1-4958-B794-FEB9F29EC4B7}" emma:medium="tactile" emma:mode="ink">
                <msink:context xmlns:msink="http://schemas.microsoft.com/ink/2010/main" type="inkWord" rotatedBoundingBox="8535,12140 8859,12135 8883,13671 8559,13676"/>
              </emma:interpretation>
              <emma:one-of disjunction-type="recognition" id="oneOf4">
                <emma:interpretation id="interp20" emma:lang="en-AU" emma:confidence="0">
                  <emma:literal>5</emma:literal>
                </emma:interpretation>
                <emma:interpretation id="interp21" emma:lang="en-AU" emma:confidence="0">
                  <emma:literal>:</emma:literal>
                </emma:interpretation>
                <emma:interpretation id="interp22" emma:lang="en-AU" emma:confidence="0">
                  <emma:literal>;</emma:literal>
                </emma:interpretation>
                <emma:interpretation id="interp23" emma:lang="en-AU" emma:confidence="0">
                  <emma:literal>€</emma:literal>
                </emma:interpretation>
                <emma:interpretation id="interp24" emma:lang="en-AU" emma:confidence="0">
                  <emma:literal>i</emma:literal>
                </emma:interpretation>
              </emma:one-of>
            </emma:emma>
          </inkml:annotationXML>
          <inkml:trace contextRef="#ctx0" brushRef="#br1" timeOffset="14571.9022">2582-254 1440,'0'0'64,"0"0"12,0 0-60,0 0-16,0 0 0,0 10 0,-6 0 132,6 4 23,-11-4 5,11-10 0,0 0-49,6 15-11,-6-1-1,0-4-1,-6 5-17,6-1-3,-5 1-1,-1-1 0,6 1-61,0 5-16,-5-6 0,5 1 0,0 4 0,0-4 0,0-15 0,0 14 0,0 1-80,0 0-18,5-1-4,-5-14-621,0 0-124</inkml:trace>
          <inkml:trace contextRef="#ctx0" brushRef="#br1" timeOffset="15267.613">2878 527 806,'0'0'36,"0"0"7,0 0-35,0 0-8,0 0 0,0 0 0,-11 0 331,0 0 64,0 0 13,0 5 2,0 0-230,0 0-45,0-5-10,0 10-1,11-10-59,-11 5-11,0 4-2,0 1-1,6 0-32,-6 4-7,0 1 0,0 0-1,-11 4-11,11 5 0,5 1 0,1 4 0,-1-5-14,1 5-5,5 5-1,0 0 0,0 0 5,0 0 1,5 1 0,6 3 0,0-4-29,0 1-5,-5-11-2,10 5 0,-5-10 50,0 1 0,0-5 0,0-6 0,-5-4 0,10 0-15,-5 0 3,0-5 1,-11 0 11,11-5 0,0 0 0,0-5-8,0 6 8,-6-6 8,1 0-8,-1-5 11,6 1 13,-5 4 2,-6-9 1,0 4 0,0 5 1,0 10 1,0-14 0,0 14 0,0 0-9,0 0-1,0 0-1,-11 0 0,-6 0-9,6 0-1,0 10-8,0 4 12,-5 1-12,-17 19 0,11 0 0,17-24-10,-6 9-13,0 0-2,0 1-1,5-6 0,1 1-27,-1 5-6,-5-11-1,11-9 0,0 0-117,0 0-24,0 0-5</inkml:trace>
        </inkml:traceGroup>
        <inkml:traceGroup>
          <inkml:annotationXML>
            <emma:emma xmlns:emma="http://www.w3.org/2003/04/emma" version="1.0">
              <emma:interpretation id="{35F76965-D838-4F18-92B0-9395AFE43FB6}" emma:medium="tactile" emma:mode="ink">
                <msink:context xmlns:msink="http://schemas.microsoft.com/ink/2010/main" type="inkWord" rotatedBoundingBox="11378,12311 11995,12301 12009,13204 11392,13214"/>
              </emma:interpretation>
              <emma:one-of disjunction-type="recognition" id="oneOf5">
                <emma:interpretation id="interp25" emma:lang="en-AU" emma:confidence="0">
                  <emma:literal>15</emma:literal>
                </emma:interpretation>
                <emma:interpretation id="interp26" emma:lang="en-AU" emma:confidence="0">
                  <emma:literal>\ 5</emma:literal>
                </emma:interpretation>
                <emma:interpretation id="interp27" emma:lang="en-AU" emma:confidence="0">
                  <emma:literal>` 5</emma:literal>
                </emma:interpretation>
                <emma:interpretation id="interp28" emma:lang="en-AU" emma:confidence="0">
                  <emma:literal>' 5</emma:literal>
                </emma:interpretation>
                <emma:interpretation id="interp29" emma:lang="en-AU" emma:confidence="0">
                  <emma:literal>| 5</emma:literal>
                </emma:interpretation>
              </emma:one-of>
            </emma:emma>
          </inkml:annotationXML>
          <inkml:trace contextRef="#ctx0" brushRef="#br2" timeOffset="41937.7008">5401 357 1580,'0'0'70,"-6"0"14,6 10-67,0 0-17,0-1 0,6 6 0,-1 0 51,-5-1 6,5 6 2,-5-1 0,6 1-4,-1 4-1,1 0 0,-1 6 0,1-6-36,-1 0-7,1 6-2,-1 4 0,1-10-9,-1 0 0,6 1 0,-5-11 0,-1 6-154,6-10-33</inkml:trace>
          <inkml:trace contextRef="#ctx0" brushRef="#br2" timeOffset="42498.6115">5708 182 1926,'0'0'42,"0"0"9,-11 9 1,5 1 3,6-10-44,0 15-11,-11-1 0,6 1 0,-1 0 64,6-1 12,-5 1 1,5 4 1,0-9-52,5 5-10,-5-1-3,0 6 0,6-6-13,-6-4 9,11 5-9,0-1 8,0-4-24,0 0-4,0 5-2,5-6 0,6 1 54,-6-5 10,1 5 2,5-10 1,-6 5-23,6-1-5,-5 1-1,-1-5 0,1 5-4,-1-5-2,-5 5 0,5 0 0,-5 0 0,6 0 0,-6 0 0,-11-5 0,0 0 9,5 9 1,1 1 1,-1 0 0,-5-10 2,6 14 0,-6-4 0,0-10 0,-6 15-23,1-1 9,-1 1-9,-5 0 0,6-1 0,-6 1 0,-6-1 0,1 1 0,-1 0 0,1-1 0,0 1 0,-6-5 0,-6-1 16,-16 11-4,17-5-1,16-15 0,0 4-71,6 1-15,-6 0-2,11-5-1040</inkml:trace>
          <inkml:trace contextRef="#ctx0" brushRef="#br2" timeOffset="42148.4764">5669 108 979,'0'0'43,"0"0"9,17-4-41,-12-6-11,6 0 0,6 0 0,-6-4 161,5-1 31,0 5 5,1-4 2,5 4-87,-6-5-18,1 6-3,-1-6-1,1 5-49,-1 0-9,-5 1-3,6-1 0,-7 0-18,1 5-11,-5-4 12,-6 9-12,0 0-137,0 0-35,0 0-6,0 0-2</inkml:trace>
        </inkml:traceGroup>
      </inkml:traceGroup>
    </inkml:traceGroup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38:35.367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73BB901-0E9D-4452-B7D3-864FF3B0A3C2}" emma:medium="tactile" emma:mode="ink">
          <msink:context xmlns:msink="http://schemas.microsoft.com/ink/2010/main" type="writingRegion" rotatedBoundingBox="19304,7687 25293,7449 25421,10679 19432,10918"/>
        </emma:interpretation>
      </emma:emma>
    </inkml:annotationXML>
    <inkml:traceGroup>
      <inkml:annotationXML>
        <emma:emma xmlns:emma="http://www.w3.org/2003/04/emma" version="1.0">
          <emma:interpretation id="{27D2E62C-D619-479D-9043-BA12AAE8160F}" emma:medium="tactile" emma:mode="ink">
            <msink:context xmlns:msink="http://schemas.microsoft.com/ink/2010/main" type="paragraph" rotatedBoundingBox="23879,7618 25236,7371 25366,8079 24008,832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CF4FACC-5F46-4348-AE5C-4F087AF435DC}" emma:medium="tactile" emma:mode="ink">
              <msink:context xmlns:msink="http://schemas.microsoft.com/ink/2010/main" type="line" rotatedBoundingBox="23879,7618 25236,7371 25366,8079 24008,8327"/>
            </emma:interpretation>
          </emma:emma>
        </inkml:annotationXML>
        <inkml:traceGroup>
          <inkml:annotationXML>
            <emma:emma xmlns:emma="http://www.w3.org/2003/04/emma" version="1.0">
              <emma:interpretation id="{F234CB71-21E4-42D1-8914-D0A7B1C0259A}" emma:medium="tactile" emma:mode="ink">
                <msink:context xmlns:msink="http://schemas.microsoft.com/ink/2010/main" type="inkWord" rotatedBoundingBox="23879,7618 25236,7371 25366,8079 24008,8327"/>
              </emma:interpretation>
              <emma:one-of disjunction-type="recognition" id="oneOf0">
                <emma:interpretation id="interp0" emma:lang="en-AU" emma:confidence="0">
                  <emma:literal>77</emma:literal>
                </emma:interpretation>
                <emma:interpretation id="interp1" emma:lang="en-AU" emma:confidence="0">
                  <emma:literal>7 7</emma:literal>
                </emma:interpretation>
                <emma:interpretation id="interp2" emma:lang="en-AU" emma:confidence="0">
                  <emma:literal>F7</emma:literal>
                </emma:interpretation>
                <emma:interpretation id="interp3" emma:lang="en-AU" emma:confidence="0">
                  <emma:literal>7t</emma:literal>
                </emma:interpretation>
                <emma:interpretation id="interp4" emma:lang="en-AU" emma:confidence="0">
                  <emma:literal>7 6</emma:literal>
                </emma:interpretation>
              </emma:one-of>
            </emma:emma>
          </inkml:annotationXML>
          <inkml:trace contextRef="#ctx0" brushRef="#br0">-2 52 1152,'0'-9'102,"5"-6"-82,-5 15-20,0 0 0,11-5 111,0 0 17,0-9 4,6 9 1,-1 5-35,0 0-7,-5 0-2,6 5 0,5-5-40,-6 5-8,1-1-1,-1 1-1,1 0-15,-1 0-4,6-5 0,-6 5 0,1 0-6,-6 0-2,5-5 0,1 9 0,-6-4-2,5 5-1,-5-5 0,0 0 0,0 5-9,-11-10 0,11 9 0,-5 6 8,5 0-8,-11-6 8,0 11-8,0-1 8,0-4-22,0 4-5,-6 6-1,1-1 0,-6 5 20,5 1 0,-5-1 0,0 5 0,6 0 0,-6-5 0,5 1 0,-5-1 0,6 5-52,-6-10-11,0 6-1,5-6-1,1-5-59,-1 1-12,1-1-3</inkml:trace>
          <inkml:trace contextRef="#ctx0" brushRef="#br0" timeOffset="202.512">96 277 1094,'0'0'97,"0"0"-77,0 0-20,0 0 0,0 0 151,0 0 26,0 0 6,0 0 1,0 0-72,0 0-13,0 0-3,17 9-1,-6-9-27,0 0-4,0 5-2,11 0 0,-6 0-14,1 0-4,5-5 0,0 0 0,5 0-24,-5 0-4,5 5-2,1 0 0,-1-10-36,6 0-7,0 5-2,-6-10 0,-5 5-80,0-4-16,0 9-3</inkml:trace>
          <inkml:trace contextRef="#ctx0" brushRef="#br0" timeOffset="511.5617">612-118 1267,'5'0'112,"6"0"-89,-5-5-23,5 5 0,11 0 117,-6-5 19,1 5 4,-1-5 1,6 5-9,0-5-3,0 0 0,0 1 0,0-1-43,0 5-9,0 0-1,0 0-1,-6 0-30,6 0-5,0 0-2,-6 0 0,6 0-22,-5 5-4,-6-1 0,5 1-1,-5-5-11,6 5 0,-12 0 9,6 5-9,0-5 0,-5 0 8,-1-1-8,1 6 0,-6 10 14,0-1-2,0 10 0,0 1 0,-6 9-12,1-5-10,-1 5 2,1 0 0,-1 5-8,-5-5 0,6-5-1,5 5 0,-6 5-29,6-10-6,-11-5 0,11 0-1,-5 1-52,5 4-11,0-10-1</inkml:trace>
          <inkml:trace contextRef="#ctx0" brushRef="#br0" timeOffset="2156.1959">787 247 1634,'-11'-24'145,"11"24"-116,0-5-29,6-5 62,-1 1 6,1 4 2,-1 0 0,6 0 2,0-5 0,6 5 0,-1-4 0,1-1-25,5 5-5,0 0-1,0 0 0,5 0-20,0 1-4,1-6-1,5 5 0,-6 5-8,6-10-8,0 10 12,0-10-12,11 6 10,-17 8-10,6 1 8,-6 0-8,6 0-56,6 0-16,-6 5-3</inkml:trace>
        </inkml:traceGroup>
      </inkml:traceGroup>
    </inkml:traceGroup>
    <inkml:traceGroup>
      <inkml:annotationXML>
        <emma:emma xmlns:emma="http://www.w3.org/2003/04/emma" version="1.0">
          <emma:interpretation id="{AF9169E3-EF27-49AA-8A6F-6D3A3611E7C4}" emma:medium="tactile" emma:mode="ink">
            <msink:context xmlns:msink="http://schemas.microsoft.com/ink/2010/main" type="paragraph" rotatedBoundingBox="24070,9012 24925,9008 24929,9673 24073,967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A5D7918-F026-4F92-92D5-24524F66CC8A}" emma:medium="tactile" emma:mode="ink">
              <msink:context xmlns:msink="http://schemas.microsoft.com/ink/2010/main" type="line" rotatedBoundingBox="24070,9012 24925,9008 24929,9673 24073,9678"/>
            </emma:interpretation>
          </emma:emma>
        </inkml:annotationXML>
        <inkml:traceGroup>
          <inkml:annotationXML>
            <emma:emma xmlns:emma="http://www.w3.org/2003/04/emma" version="1.0">
              <emma:interpretation id="{BCA6E1D7-930E-4E09-A2B7-558D09570958}" emma:medium="tactile" emma:mode="ink">
                <msink:context xmlns:msink="http://schemas.microsoft.com/ink/2010/main" type="inkWord" rotatedBoundingBox="24070,9012 24925,9008 24929,9673 24073,9678"/>
              </emma:interpretation>
              <emma:one-of disjunction-type="recognition" id="oneOf1">
                <emma:interpretation id="interp5" emma:lang="en-AU" emma:confidence="0">
                  <emma:literal>35</emma:literal>
                </emma:interpretation>
                <emma:interpretation id="interp6" emma:lang="en-AU" emma:confidence="0">
                  <emma:literal>} 5</emma:literal>
                </emma:interpretation>
                <emma:interpretation id="interp7" emma:lang="en-AU" emma:confidence="0">
                  <emma:literal>{ 5</emma:literal>
                </emma:interpretation>
                <emma:interpretation id="interp8" emma:lang="en-AU" emma:confidence="0">
                  <emma:literal>JJ</emma:literal>
                </emma:interpretation>
                <emma:interpretation id="interp9" emma:lang="en-AU" emma:confidence="0">
                  <emma:literal>15</emma:literal>
                </emma:interpretation>
              </emma:one-of>
            </emma:emma>
          </inkml:annotationXML>
          <inkml:trace contextRef="#ctx0" brushRef="#br0" timeOffset="6370.0181">190 1422 1612,'-6'39'72,"1"-29"14,5-10-69,0 0-17,0 0 0,0 0 0,0 0 26,0 0 2,0 0 0,0 0 0,5-10 10,6 0 2,-5 1 1,10 4 0,-5 0-20,6 0-4,-7 0-1,7-5 0,-6 6-3,5-6-1,-5 10 0,0 0 0,0-5-4,-5 0 0,-6 5-8,0 0 12,0 0-12,0 0-10,0 0 2,0 0 0,0 0 8,0 15 0,0 4 0,-6 1 0,1-1-12,-1 1-1,1-6 0,-6 1 0,5-5 2,1-1 1,-6 6 0,11-5 0,-6 4 10,6-4 0,0 5 0,0-1-8,0 6 8,0-1 0,6-4 0,5 0-8,-6-6 8,6 1 14,0 0-3,0 9-1,-5 6-10,5-1 12,0 5-12,0-14 12,0-10 3,0 5 1,-6-5 0,6 4 0,-5 1 7,-1 0 1,1 4 1,-6-4 0,0 0 5,0 0 1,-6 4 0,1-4 0,-6-5-3,0 5 0,0-5 0,0 4 0,-6 1-12,6-5-4,-5-5 0,-1 5 0,1-5-12,-1-5 0,1 5 0,0 0 0,5 0-28,0 0-8,0-5-1,5 10-628,-5 0-126</inkml:trace>
          <inkml:trace contextRef="#ctx0" brushRef="#br0" timeOffset="6903.2718">722 1417 1382,'0'0'123,"0"0"-99,0 0-24,0 0 0,0 0 108,0 0 16,0 0 3,0 0 1,0 0-30,0 0-6,0 0 0,11 5-1,5-5-38,1 10-7,-7-5-2,7 5 0,-6-1-16,5 6-3,1 0-1,-1 4 0,-5-4-11,6 4-2,-6-4-1,5 9 0,1 1-10,-6-1 0,-1 5 0,7 0 8,-12-4-8,6 4 0,0-5 0,-5 1 8,-1-1-8,-5 1 8,6-1-8,-6 5 8,0 0 4,-6-9 0,1-10 0,-6 4 0,0 1 8,0 0 3,-6 4 0,1-4 0,-6-10-9,6 4-2,-12-4 0,1-5 0,-1 5-12,1-5 0,0-5 0,-1 5 0,6-10 0,0 1 0,-5-1 0,10 0 0,1 5-201,5-9-43</inkml:trace>
          <inkml:trace contextRef="#ctx0" brushRef="#br0" timeOffset="6595.2918">689 1388 1670,'0'0'74,"0"0"15,11 0-71,5 0-18,-5 0 0,6 0 0,5 0 86,-6 0 14,6 5 2,-6 0 1,6-10-30,6 5-5,-12-5-2,6 5 0,0 5-34,0-5-6,-6 0-2,1 0 0,-6 0-14,0 5-10,5-5 12,-5 5-12,-11-5-28,0 0-12,0 0-2,0 0-976</inkml:trace>
        </inkml:traceGroup>
      </inkml:traceGroup>
    </inkml:traceGroup>
    <inkml:traceGroup>
      <inkml:annotationXML>
        <emma:emma xmlns:emma="http://www.w3.org/2003/04/emma" version="1.0">
          <emma:interpretation id="{636A7D86-45B6-45E6-ADCA-5824E98DA267}" emma:medium="tactile" emma:mode="ink">
            <msink:context xmlns:msink="http://schemas.microsoft.com/ink/2010/main" type="paragraph" rotatedBoundingBox="19409,10341 25062,10116 25085,10693 19432,109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11AA27A-18F6-4F54-A5AD-347F2A807546}" emma:medium="tactile" emma:mode="ink">
              <msink:context xmlns:msink="http://schemas.microsoft.com/ink/2010/main" type="inkBullet" rotatedBoundingBox="19409,10341 20268,10306 20290,10858 19431,10893"/>
            </emma:interpretation>
            <emma:one-of disjunction-type="recognition" id="oneOf2">
              <emma:interpretation id="interp10" emma:lang="en-AU" emma:confidence="0">
                <emma:literal>40</emma:literal>
              </emma:interpretation>
              <emma:interpretation id="interp11" emma:lang="en-AU" emma:confidence="0">
                <emma:literal>400</emma:literal>
              </emma:interpretation>
              <emma:interpretation id="interp12" emma:lang="en-AU" emma:confidence="0">
                <emma:literal>404</emma:literal>
              </emma:interpretation>
              <emma:interpretation id="interp13" emma:lang="en-AU" emma:confidence="0">
                <emma:literal>4</emma:literal>
              </emma:interpretation>
              <emma:interpretation id="interp14" emma:lang="en-AU" emma:confidence="0">
                <emma:literal>40S</emma:literal>
              </emma:interpretation>
            </emma:one-of>
          </emma:emma>
        </inkml:annotationXML>
        <inkml:trace contextRef="#ctx0" brushRef="#br0" timeOffset="16769.0857">-4390 2782 230,'0'15'20,"0"-5"-20,0-10 0,0 0 0,0 0 273,0 0 51,0 0 9,0 0 3,0 0-140,0 0-28,0 0-6,0 0-1,0 0-58,0 0-12,0 0-3,0 0 0,0 0-38,0 0-8,-5 9-2,0 6 0,-1 5-20,1-6-5,-1 6-1,1-1 0,-1 1-14,1-1 0,-1 1 8,1-6-8,-1 6 0,6-6 0,-11 1 0,6 0 0,5 4-13,0-4 1,0 4 0,0-9 0,0-10-6,0 19-1,5-4 0,-5-15 0,6 10 19,-1-5 8,1-5-8,5 0 12,0 5-12,0-5 0,0 4 0,-1-4 0,1 5 0,6-5 0,-6 0 8,5 0-8,1 0 0,-1 0-12,6 0 3,-5-5 0,-1 1 22,-5 4 5,11-5 1,-11 0 0,5 0-19,1 5 0,-6-10 0,0 5 0,0-4-27,0 4-9,0 0-1,-6-5-1,-5 0-139,6 1-28,-1 4-6</inkml:trace>
        <inkml:trace contextRef="#ctx0" brushRef="#br0" timeOffset="16967.1711">-4209 2846 1267,'0'0'112,"0"0"-89,0 0-23,0 0 0,0 0 123,0 0 20,0 0 4,-11 24 1,11-4-33,-5 4-7,5 0 0,0 1-1,0-6-47,5 5-10,-5 1-2,6-1 0,-1 1-28,-5-1-7,6 0-1,-1 1 0,1-6-12,-1 10 0,1 1 0,-1-11 0,-5-19-60,0 0-9,0 0-2,0 0-596,0 0-119</inkml:trace>
        <inkml:trace contextRef="#ctx0" brushRef="#br0" timeOffset="17287.4548">-3940 2890 1152,'0'0'102,"0"0"-82,0 0-20,0 0 0,0 0 132,0 0 23,-5 9 4,-1 1 1,6 5-36,0-6-6,0 6-2,0 4 0,0 1-61,6-5-13,-1 9-2,6-5-1,-5 6-17,10-1-3,-5 1-1,0-1 0,5 0-8,1-4-2,-1-1 0,6 1 0,0-10-8,0-6 8,0-4-8,-5 0 8,-17 0-8,0 0 12,22-4-12,-6-6 12,6-5 8,-11 1 1,0-11 1,0 1 0,5-5 1,-10-6 0,-1-8 0,-5-1 0,-5 0 4,-1 5 1,-5-5 0,0 5 0,0 0-6,-5 5-1,-6 10 0,0 4 0,-5 5-7,-1 6-2,-5 9 0,0 5 0,0 9-12,1 1 0,-7 9 8,6 10-8,6 0-18,-1 5-6,1 5-2,5 0 0,6 0-45,-1-10-9,6 5-1,0 0-673,11-5-134</inkml:trace>
      </inkml:traceGroup>
      <inkml:traceGroup>
        <inkml:annotationXML>
          <emma:emma xmlns:emma="http://www.w3.org/2003/04/emma" version="1.0">
            <emma:interpretation id="{99F251D9-59A3-4E4A-A475-8C822B7FBCC1}" emma:medium="tactile" emma:mode="ink">
              <msink:context xmlns:msink="http://schemas.microsoft.com/ink/2010/main" type="line" rotatedBoundingBox="23780,10208 25064,10157 25085,10693 23802,10744"/>
            </emma:interpretation>
          </emma:emma>
        </inkml:annotationXML>
        <inkml:traceGroup>
          <inkml:annotationXML>
            <emma:emma xmlns:emma="http://www.w3.org/2003/04/emma" version="1.0">
              <emma:interpretation id="{F575064D-3C09-4C1F-B162-17A9EB9C73FD}" emma:medium="tactile" emma:mode="ink">
                <msink:context xmlns:msink="http://schemas.microsoft.com/ink/2010/main" type="inkWord" rotatedBoundingBox="23780,10208 25064,10157 25085,10693 23802,10744"/>
              </emma:interpretation>
              <emma:one-of disjunction-type="recognition" id="oneOf3">
                <emma:interpretation id="interp15" emma:lang="en-AU" emma:confidence="0">
                  <emma:literal>112</emma:literal>
                </emma:interpretation>
                <emma:interpretation id="interp16" emma:lang="en-AU" emma:confidence="0">
                  <emma:literal>\ 12</emma:literal>
                </emma:interpretation>
                <emma:interpretation id="interp17" emma:lang="en-AU" emma:confidence="0">
                  <emma:literal>| 12</emma:literal>
                </emma:interpretation>
                <emma:interpretation id="interp18" emma:lang="en-AU" emma:confidence="0">
                  <emma:literal>' 12</emma:literal>
                </emma:interpretation>
                <emma:interpretation id="interp19" emma:lang="en-AU" emma:confidence="0">
                  <emma:literal>I 12</emma:literal>
                </emma:interpretation>
              </emma:one-of>
            </emma:emma>
          </inkml:annotationXML>
          <inkml:trace contextRef="#ctx0" brushRef="#br0" timeOffset="27622.5635">179 2602 1836,'-11'19'81,"11"-19"17,0 0-78,0 15-20,0 5 0,0-1 0,-6 1 95,6-1 15,6 1 3,-6-1 1,5 1-44,1-1-9,-1 5-1,1 1-1,5-11-28,-6 6-6,1-1-1,-1 1 0,6-1-24,-5-4 0,-1 0 0,6-1 0,-6 1-130,1-5-25,-6-10-5</inkml:trace>
          <inkml:trace contextRef="#ctx0" brushRef="#br0" timeOffset="27422.556">-74 2734 921,'0'0'82,"0"0"-66,0 0-16,0 0 0,-5-10 183,5 10 33,0 0 6,0 0 2,-6-5-80,6 5-15,0 0-3,0 0-1,-5 10-37,0 4-8,-1-4-2,6 5 0,0 4-26,0 6-4,0-1-2,6 5 0,-6-4-25,5 4-5,0-5 0,1 0-1,-6 1-15,0-1 0,5-4 8,1-6-8,-1 1-14,1 0-6,-1-1 0,-5-14-1,11 10-154,-11-10-30,0 0-7</inkml:trace>
          <inkml:trace contextRef="#ctx0" brushRef="#br0" timeOffset="27981.9523">480 2631 1850,'6'-39'82,"5"25"17,-6 9-79,12 0-20,-6 0 0,5 5 0,-5-5 112,0 5 18,0 5 4,11-5 1,0 5-46,0 0-9,-6 0-1,6-5-1,-5-5-28,5-5-6,0 5 0,-6 5-1,0 5-17,-5 10-3,0-1-1,0 11 0,-5-6-14,-6 10-8,0 5 10,0 1-10,-6-1 0,1 0 0,-6-5-8,0 0 8,-5 1-29,-1-1 1,1-5 0,-6 5 0,5-4 7,1-1 1,-6-9 1,5 4 0,-5-9 19,11 0 0,1-1 0,-1-4 0,0 0 8,11-5 4,0 0 2,0 0 0,0 0 10,5-14 1,6-1 1,5 0 0,6 6 3,-5-1 1,5 5 0,5 0 0,1 0-2,5 5-1,-1 5 0,1-5 0,6-5-11,-1 10-1,-5 0-1,0 0 0,0 0-14,0 0 0,5-5 0,-5 4 0,0 1-63,-6 0-18,6 0-4</inkml:trace>
        </inkml:traceGroup>
      </inkml:traceGroup>
    </inkml:traceGroup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38:48.671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A173DD1-B50D-42F5-A6D0-EAD03F3C27AF}" emma:medium="tactile" emma:mode="ink">
          <msink:context xmlns:msink="http://schemas.microsoft.com/ink/2010/main" type="writingRegion" rotatedBoundingBox="12335,10060 13629,10060 13629,10957 12335,10957"/>
        </emma:interpretation>
      </emma:emma>
    </inkml:annotationXML>
    <inkml:traceGroup>
      <inkml:annotationXML>
        <emma:emma xmlns:emma="http://www.w3.org/2003/04/emma" version="1.0">
          <emma:interpretation id="{7AE33BE9-DA0D-47ED-B211-ECD7DDA18D80}" emma:medium="tactile" emma:mode="ink">
            <msink:context xmlns:msink="http://schemas.microsoft.com/ink/2010/main" type="paragraph" rotatedBoundingBox="12335,10060 13629,10060 13629,10957 12335,109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6354FC1-E0C7-4404-B33F-86E94462C76B}" emma:medium="tactile" emma:mode="ink">
              <msink:context xmlns:msink="http://schemas.microsoft.com/ink/2010/main" type="line" rotatedBoundingBox="12335,10060 13629,10060 13629,10957 12335,10957"/>
            </emma:interpretation>
          </emma:emma>
        </inkml:annotationXML>
        <inkml:traceGroup>
          <inkml:annotationXML>
            <emma:emma xmlns:emma="http://www.w3.org/2003/04/emma" version="1.0">
              <emma:interpretation id="{26282747-843F-4FE3-8957-861232950FE3}" emma:medium="tactile" emma:mode="ink">
                <msink:context xmlns:msink="http://schemas.microsoft.com/ink/2010/main" type="inkWord" rotatedBoundingBox="12335,10060 13629,10060 13629,10957 12335,10957"/>
              </emma:interpretation>
              <emma:one-of disjunction-type="recognition" id="oneOf0">
                <emma:interpretation id="interp0" emma:lang="en-AU" emma:confidence="0">
                  <emma:literal>72</emma:literal>
                </emma:interpretation>
                <emma:interpretation id="interp1" emma:lang="en-AU" emma:confidence="0">
                  <emma:literal>7.2</emma:literal>
                </emma:interpretation>
                <emma:interpretation id="interp2" emma:lang="en-AU" emma:confidence="0">
                  <emma:literal>-12</emma:literal>
                </emma:interpretation>
                <emma:interpretation id="interp3" emma:lang="en-AU" emma:confidence="0">
                  <emma:literal>722</emma:literal>
                </emma:interpretation>
                <emma:interpretation id="interp4" emma:lang="en-AU" emma:confidence="0">
                  <emma:literal>tr</emma:literal>
                </emma:interpretation>
              </emma:one-of>
            </emma:emma>
          </inkml:annotationXML>
          <inkml:trace contextRef="#ctx0" brushRef="#br0">0 131 460,'0'0'41,"0"0"-33,0 0-8,0 0 0,0 0 256,0 0 48,0 0 11,0 0 1,0 0-173,16-5-35,-5 0-8,6 5 0,-6-5-33,11-5-7,-6 0 0,0-4-1,1 4-12,5 0-3,0-4 0,5 4 0,1 0-16,-6 0-3,5 1-1,-5 9 0,0-10-24,0 10 0,-6 5 8,1 5-8,-1-1 0,-10 1 0,5 5 0,-6 9 0,12 5 27,-12 1 3,0-1 1,1 5 0,-1 5-15,1 0-2,-1 0-1,-5 0 0,0 5-13,6-5 0,-6 0 0,0 5 0,0-10-19,0 5-6,0-5-2,0-5 0,-6-5-61,6 1-13,-5-6-3,5-9-894</inkml:trace>
          <inkml:trace contextRef="#ctx0" brushRef="#br0" timeOffset="228.0843">170 350 1612,'0'0'144,"0"0"-116,0 0-28,0 0 0,0 0 83,0 0 10,0 0 3,0 0 0,0 0 25,0 0 6,0 0 1,0 0 0,16 5-52,1-5-9,-1 5-3,1-10 0,5 5-13,-1-5-3,1 5-1,6 0 0,-6 0-25,0-5-5,-6 5-1,6 0 0,-5 5-16,4-5 0,1-5 0,6 5 0,-12 5-31,1-5-9,5-5-3,0-5 0,0 5-125,-1-4-26,1-1-5,-5 0-810</inkml:trace>
          <inkml:trace contextRef="#ctx0" brushRef="#br0" timeOffset="529.4131">855-99 622,'0'-24'28,"0"14"5,0-4-33,6 4 0,-1 0 0</inkml:trace>
          <inkml:trace contextRef="#ctx0" brushRef="#br0" timeOffset="1163.2685">800-25 1749,'0'0'156,"0"0"-125,0 0-31,0 0 0,0 0 96,0 0 12,0 0 4,17 0 0,-12 0-25,6 0-5,0-5-1,0 5 0,6-5-25,-6 0-4,0 5-2,11 0 0,-6-5-17,6 10-3,-6-5-1,1 5 0,5 5-12,-6-1-2,-5 6-1,0 0 0,6 4 11,-6 1 3,-6 4 0,1 5 0,-1-4-44,1 4-8,-6 0-1,-6 0-1,1 5 1,-1 1 0,1-11 0,-6 5 0,-6 0-10,12-4-1,-6-1-1,5 0 0,1-9-3,-6-5 0,-6 0 0,1-1 0,5 1 40,11-10 0,-11 5 0,11-5 0,0 0 23,0 0 12,0 0 2,-5 10 1,5-10-5,0 0-1,0 0 0,0 0 0,5 5-7,6 4-1,0-9-1,5 5 0,6-5-1,6 0 0,-1 10 0,1-10 0,4 5-22,7 0 8,-1 0-8,6 4-838,0-4-170</inkml:trace>
        </inkml:traceGroup>
      </inkml:traceGroup>
    </inkml:traceGroup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39:40.73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BED7BCC-E726-4A4C-AD63-F2BBB5FEEC4B}" emma:medium="tactile" emma:mode="ink">
          <msink:context xmlns:msink="http://schemas.microsoft.com/ink/2010/main" type="writingRegion" rotatedBoundingBox="11680,12261 16668,12063 16738,13809 11749,14006"/>
        </emma:interpretation>
      </emma:emma>
    </inkml:annotationXML>
    <inkml:traceGroup>
      <inkml:annotationXML>
        <emma:emma xmlns:emma="http://www.w3.org/2003/04/emma" version="1.0">
          <emma:interpretation id="{8F44BE37-2075-4BB8-AE7B-62F38B2A8CC7}" emma:medium="tactile" emma:mode="ink">
            <msink:context xmlns:msink="http://schemas.microsoft.com/ink/2010/main" type="paragraph" rotatedBoundingBox="11680,12261 16668,12063 16738,13809 11749,140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1C096D4-F7B7-4425-9CC9-851E54F0C7FD}" emma:medium="tactile" emma:mode="ink">
              <msink:context xmlns:msink="http://schemas.microsoft.com/ink/2010/main" type="line" rotatedBoundingBox="11680,12261 16567,12067 16613,13209 11725,13403"/>
            </emma:interpretation>
          </emma:emma>
        </inkml:annotationXML>
        <inkml:traceGroup>
          <inkml:annotationXML>
            <emma:emma xmlns:emma="http://www.w3.org/2003/04/emma" version="1.0">
              <emma:interpretation id="{9608E64B-4C51-4B03-8CC8-03926861B8FC}" emma:medium="tactile" emma:mode="ink">
                <msink:context xmlns:msink="http://schemas.microsoft.com/ink/2010/main" type="inkWord" rotatedBoundingBox="11680,12261 16567,12067 16613,13209 11725,13403"/>
              </emma:interpretation>
              <emma:one-of disjunction-type="recognition" id="oneOf0">
                <emma:interpretation id="interp0" emma:lang="en-AU" emma:confidence="0">
                  <emma:literal>P(A)=77</emma:literal>
                </emma:interpretation>
                <emma:interpretation id="interp1" emma:lang="en-AU" emma:confidence="0">
                  <emma:literal>PCA)=77</emma:literal>
                </emma:interpretation>
                <emma:interpretation id="interp2" emma:lang="en-AU" emma:confidence="0">
                  <emma:literal>P(A)=FI</emma:literal>
                </emma:interpretation>
                <emma:interpretation id="interp3" emma:lang="en-AU" emma:confidence="0">
                  <emma:literal>P(A)=It</emma:literal>
                </emma:interpretation>
                <emma:interpretation id="interp4" emma:lang="en-AU" emma:confidence="0">
                  <emma:literal>P(A)=F7</emma:literal>
                </emma:interpretation>
              </emma:one-of>
            </emma:emma>
          </inkml:annotationXML>
          <inkml:trace contextRef="#ctx0" brushRef="#br0">809-215 921,'-16'-19'82,"10"19"-66,-5 0-16,0 0 0,-5 0 220,0 4 40,5 1 8,-6 0 1,-5 5-128,6 5-25,-1-1-6,6 1-1,-5-1-61,5 6-13,-6 4-3,6 6 0,6 4-11,-6 0-2,6 0-1,-1 15 0,6 4-18,0-4 10,0 5-10,6-6 8,5 1-8,-1 0 0,7 0 0,-1 4 0,1-9-11,-1 0 3,6 0 0,0-5 0,6-20-51,-1 6-9,0 4-3,1-5 0,-6-9-109,-6 0-23,1-6-4</inkml:trace>
          <inkml:trace contextRef="#ctx0" brushRef="#br0" timeOffset="394.8318">1001 151 1324,'0'0'118,"0"0"-94,0 0-24,0 0 0,0 19 116,6 1 18,-6-1 4,5 6 1,1 4-52,-1 0-11,6 5-1,0 5-1,-5-5-38,5-4-8,-6-6-2,6 0 0,-5 5-16,5 1-10,-6-6 12,0-9-12,6-1 9,-11-14-9,0 0 0,0 0 9,0 0-9,0 0 0,0 0-10,0 0 10,0-14-12,6-1 3,-6-4 1,0-1 0,0 5 8,0-9 0,0-10 0,0-5 0,0 5 0,5 0 0,-5-5 8,6 5-8,-1 0 13,1-1-1,5 1-1,0 5 0,0 0 16,0 4 3,0 1 1,0 5 0,0 9 4,0 5 1,0 0 0,0 10 0,0 0-6,-1 5-1,1 9 0,0 5 0,0 6-6,6-1-2,-12-10 0,12 16 0,-6 18-11,5-4-2,-10-5-8,10 5 12,1-6-12,-6 6 0,0 5 0,-6 4 0,0-4-16,1-5-7,-1-10-1,6-5 0,-11 0-66,6-10-14,-6-4-2,0 4-936</inkml:trace>
          <inkml:trace contextRef="#ctx0" brushRef="#br0" timeOffset="580.9181">1188 487 1497,'0'39'66,"0"-34"14,0-5-64,0 0-16,0 0 0,11-10 0,0 5 144,0 5 26,0 0 5,11-5 1,-6 5-72,6 0-13,0-5-3,-6 5-1,6-4-40,0 4-8,-5 0-2,5-5 0,0-10-37,-6 10 0,0 10 0,6 5 0,-5-10-198,-1-10-34</inkml:trace>
          <inkml:trace contextRef="#ctx0" brushRef="#br0" timeOffset="839.9886">1643-117 1990,'0'0'44,"0"0"8,0 0 3,11 9 1,5-9-44,-5 10-12,-11-10 0,17 10 0,5 9 104,0-4 20,-6 4 3,11 1 1,6 4-54,-5 6-10,5 4-3,-6-10 0,1-4-33,-1 4-6,6 15-2,-11 0 0,0 10-12,0-1-8,-6 1 10,1 5-10,-6-10 8,0-1-8,-6-8 0,1 4 9,-6 9-18,0 1-4,0-10-1,-6 5 0,-5 5-117,0-15-23,-5-20-5</inkml:trace>
          <inkml:trace contextRef="#ctx0" brushRef="#br0" timeOffset="1325.0271">2367 321 1728,'-6'-39'76,"6"30"16,6-11-73,-1 10-19,1 1 0,-1 9 0,1 4 93,5 6 15,5-10 4,-5 5 0,6-5-27,-1 0-5,0 5 0,6 0-1,0 0-34,0-5-6,6-5-2,-1 5 0,-5 0-25,5 5-4,-5-10-8,0 0 11,0 0-29,-5-5-6,-6 5 0,0-4-1,-11 9-130,0 0-25,0 0-6</inkml:trace>
          <inkml:trace contextRef="#ctx0" brushRef="#br0" timeOffset="1488.7838">2383 511 2188,'0'0'48,"0"0"11,0 0 1,11 0 1,6 0-49,5 0-12,0 5 0,-1 0 0,-10 15 105,11-6 19,6-9 3,10 5 1,1 0-52,-1-1-9,-5 1-3,5-5 0,-5-5-51,0 0-13,-5 0 0,-1 0-1277</inkml:trace>
          <inkml:trace contextRef="#ctx0" brushRef="#br0" timeOffset="-274.0147">-156 97 691,'0'20'30,"0"-20"7,0 0-29,0 0-8,0 0 0,0 0 0,6-10 230,-1 0 45,12 10 9,-6-5 1,5 0-175,6 0-35,0 1-7,0 4-2,5-5 5,-5 5 1,6 0 0,4-5 0,-4 0-38,-1 5-7,1 0-2,-1 0 0,-5 5-10,0 0-3,-6 0 0,1 9 0,-1 6-4,-5-6-8,-5 1 11,5 0-11,-6-1 13,1-4-4,-12 5-1,6-1 0,-5 6-8,-1-6 0,-5 1 0,0 4 8,-5 1-8,-1-1-14,-4 1 3,-7-5 1,1-6-3,-1 6-1,1-10 0,5 0 0,0-5-21,6 5-4,-1-1-1,1 6 0,-1-5-40,1-5-9,5 0-2</inkml:trace>
          <inkml:trace contextRef="#ctx0" brushRef="#br0" timeOffset="-555.0963">20 24 921,'0'0'82,"0"0"-66,-6-5-16,6 0 0,-5-5 176,5 10 31,0 0 6,0 0 2,0 0-89,0 0-18,0 0-3,0 0-1,-11-4-48,11 4-11,0 14-1,0 6-1,0-1-25,0 6-5,5 4-1,-5 5 0,6 10-12,-1-5 11,1 5-11,10 0 10,-5-1-10,0 1 0,-6-10 0,6 5 0,0-5-43,0-9-4,-11-1-1,11-4 0,-11-6-145,0 1-30,0-15-5,0 0-2</inkml:trace>
          <inkml:trace contextRef="#ctx0" brushRef="#br0" timeOffset="2674.4307">3365-35 1411,'0'0'62,"0"0"14,0-9-61,-6 4-15,6-5 0,6 5 0,-6 0 93,0 5 16,5-5 3,-5-4 1,0 4-22,6 0-5,-1 0-1,6 0 0,0 5-22,0 0-5,11-5-1,0 0 0,0 1-18,6-6-4,-7 5-1,1-5 0,6 5-19,-1-4-4,-5-1-1,6 5 0,-6 5-10,-6 5 12,0-5-12,1 5 12,-6 0-12,0-1 8,5 6-8,-10 5 8,-1-1-8,1 6 12,-6 4-12,5 1 12,-5-1-12,0 0 10,0 11-10,-5-6 10,-1 0-10,6 5-9,-5 0 9,5-4-13,-6 4-23,6 0-5,-11-10-1,11-4 0,-5-1-122,-1 1-24,1-1-4</inkml:trace>
          <inkml:trace contextRef="#ctx0" brushRef="#br0" timeOffset="2910.7354">3425 248 864,'-16'-10'38,"16"10"8,0 0-37,0 0-9,0 0 0,0 0 0,0 0 296,0 0 58,0 0 11,0 0 3,16 0-244,1 5-49,-1-5-10,1 0-1,5-5-9,-1 5-2,7-4 0,-6-1 0,11 5-33,0 0-6,-6 0-2,0-5 0,-5 5 12,0-5 1,0 5 1,0 0 0,0-5-26,0 0-16,-5 0 3,-1-4 0,6 4-155,-11-5-30,5-10-6,1 6-2</inkml:trace>
          <inkml:trace contextRef="#ctx0" brushRef="#br0" timeOffset="3221.2488">4023-78 921,'-5'-25'82,"5"20"-66,0 5-16,0 0 0,0 0 232,0 0 42,10-5 9,7 1 1,-6 4-132,0-5-28,0 0-4,5 0-2,6 0-44,0 0-9,-5-5-1,-1 6-1,1-1-39,-1 0-8,6-5-2,-6 0 0,1 5 26,5-4 6,0-1 1,0 0 0,-6 0-35,6 1-12,0 4 9,-6 0-9,1 5 0,-6 0 8,5 0-8,-5 5 0,0 0 0,-11-5 8,6 14-8,5-4 0,-6 10 8,1 4-8,-6-5 0,0 11 8,0-1-8,0 5-11,-6 0 3,1 5 0,-1 0-28,-5-5-4,6-9-2,5 4 0,-6 5-59,1-10-12,-1 6-3,1-6-958</inkml:trace>
          <inkml:trace contextRef="#ctx0" brushRef="#br0" timeOffset="3523.2445">4237 73 1152,'0'0'102,"0"0"-82,0 0-20,0 0 0,0 0 212,0 0 37,5 9 8,6-4 2,0 0-121,6-5-24,5-5-5,0 5-1,5-5-40,-5 1-9,5 4-2,1 0 0,5 0-30,0 0-7,-6 0 0,0 0-1,1 0-19,-1-5 0,-5-5 0,6 5 0,-12 0-37,6 0-11,-5 0-3,-1 1-732,-5 4-146</inkml:trace>
          <inkml:trace contextRef="#ctx0" brushRef="#br0" timeOffset="3769.5236">3420 755 1994,'5'15'44,"-5"-15"8,0 0 3,0 0 1,11 0-44,0-10-12,0-14 0,6-1 0,5 1 97,5 4 18,6 15 3,0-4 1,5-1-42,1 0-8,4 5-1,-10 10-1,0 5-23,11-5-4,0-20 0,11-4-1,-6 4-15,6-4-2,-6 4-1,17-5 0,0 6-21,-6-1 0,1-4 0,-1 9-8,-5-5 8,-17 6 0,1-6 8,-7 0-8,1 6-28,-11 4-9,-5-5-3,-1 5 0,-5 0-151,-11 5-30,0 0-7</inkml:trace>
        </inkml:traceGroup>
      </inkml:traceGroup>
      <inkml:traceGroup>
        <inkml:annotationXML>
          <emma:emma xmlns:emma="http://www.w3.org/2003/04/emma" version="1.0">
            <emma:interpretation id="{2ABD244C-1EEE-4554-B696-43F3F8CD92CF}" emma:medium="tactile" emma:mode="ink">
              <msink:context xmlns:msink="http://schemas.microsoft.com/ink/2010/main" type="line" rotatedBoundingBox="15620,13195 16738,13195 16738,13809 15620,13809"/>
            </emma:interpretation>
          </emma:emma>
        </inkml:annotationXML>
        <inkml:traceGroup>
          <inkml:annotationXML>
            <emma:emma xmlns:emma="http://www.w3.org/2003/04/emma" version="1.0">
              <emma:interpretation id="{7A3F708F-BA28-4A3B-8E18-A8345D16E406}" emma:medium="tactile" emma:mode="ink">
                <msink:context xmlns:msink="http://schemas.microsoft.com/ink/2010/main" type="inkWord" rotatedBoundingBox="15620,13195 16738,13195 16738,13809 15620,13809"/>
              </emma:interpretation>
              <emma:one-of disjunction-type="recognition" id="oneOf1">
                <emma:interpretation id="interp5" emma:lang="en-AU" emma:confidence="0">
                  <emma:literal>112</emma:literal>
                </emma:interpretation>
                <emma:interpretation id="interp6" emma:lang="en-AU" emma:confidence="0">
                  <emma:literal>\ 12</emma:literal>
                </emma:interpretation>
                <emma:interpretation id="interp7" emma:lang="en-AU" emma:confidence="0">
                  <emma:literal>11 2</emma:literal>
                </emma:interpretation>
                <emma:interpretation id="interp8" emma:lang="en-AU" emma:confidence="0">
                  <emma:literal>| 12</emma:literal>
                </emma:interpretation>
                <emma:interpretation id="interp9" emma:lang="en-AU" emma:confidence="0">
                  <emma:literal>1i 2</emma:literal>
                </emma:interpretation>
              </emma:one-of>
            </emma:emma>
          </inkml:annotationXML>
          <inkml:trace contextRef="#ctx0" brushRef="#br0" timeOffset="4036.0706">3776 892 1911,'0'0'84,"0"0"19,0-10-83,0 0-20,-5 5 0,5 5 0,0 0 86,0 0 13,0 0 2,5 25 1,-5 9-58,6 5-11,-1 0-2,-5-5-1,6 0-21,-1 0-9,1-5 8,-1 5-8,-5 1-12,6-11-8,-1 0-2,1-9 0,-1-5-168,1 4-34</inkml:trace>
          <inkml:trace contextRef="#ctx0" brushRef="#br0" timeOffset="4215.1646">4012 882 1807,'0'-29'80,"0"29"16,0 0-76,0 0-20,0 0 0,6 9 0,-1 6 104,0 4 18,1 1 3,-1-1 1,1 6-63,-1-1-13,6 1-2,0 4-1,0 5-47,0-10 0,-5 6 0,-1-6 0,6 0-194,-5-4-38</inkml:trace>
          <inkml:trace contextRef="#ctx0" brushRef="#br0" timeOffset="4558.5722">4303 784 1893,'0'0'84,"0"0"17,11-5-81,0 1-20,5-1 0,1 0 0,-6-5 114,5 5 18,0 0 4,1 0 1,-1 5-46,1 0-10,-6-4-1,0 8-1,0 1-34,0 0-6,-11-5-2,5 15 0,6-1-21,-11 1-5,0 5-1,-5 4 0,-1 0-27,-5 1-6,0 4-1,0 0 0,0 5-46,-5-4-10,-1-1-1,6-5-1,-5 1-4,-1-1-1,1-5 0,5 1 0,6-1 36,-6-4 7,5 0 2,1-1 0,5 1 42,0-5 0,0-1 0,5 6 0,1-10 42,5 0 10,5 5 3,0-6 0,6 6 17,0-5 3,6 0 1,-1 0 0,6-5-10,-5 5-2,4-5 0,7 5 0,-6-1-32,-6 1-8,6 0 0,0 0-1,0 0-23,0-5 0,-6 5-12,6-5-811,-6 0-161</inkml:trace>
        </inkml:traceGroup>
      </inkml:traceGroup>
    </inkml:traceGroup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1:41.76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4D7F042-1501-443F-ADE8-B2CB1C98F891}" emma:medium="tactile" emma:mode="ink">
          <msink:context xmlns:msink="http://schemas.microsoft.com/ink/2010/main" type="writingRegion" rotatedBoundingBox="17767,12634 27985,12909 27924,15164 17706,14889"/>
        </emma:interpretation>
      </emma:emma>
    </inkml:annotationXML>
    <inkml:traceGroup>
      <inkml:annotationXML>
        <emma:emma xmlns:emma="http://www.w3.org/2003/04/emma" version="1.0">
          <emma:interpretation id="{7D71F4DC-6B33-47B4-BAAF-C956C1398BD7}" emma:medium="tactile" emma:mode="ink">
            <msink:context xmlns:msink="http://schemas.microsoft.com/ink/2010/main" type="paragraph" rotatedBoundingBox="22043,12886 27670,12715 27696,13569 22069,1374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F41CDAC-A959-496D-8FDE-4A84C628B943}" emma:medium="tactile" emma:mode="ink">
              <msink:context xmlns:msink="http://schemas.microsoft.com/ink/2010/main" type="line" rotatedBoundingBox="22043,12886 27670,12715 27696,13569 22069,13740"/>
            </emma:interpretation>
          </emma:emma>
        </inkml:annotationXML>
        <inkml:traceGroup>
          <inkml:annotationXML>
            <emma:emma xmlns:emma="http://www.w3.org/2003/04/emma" version="1.0">
              <emma:interpretation id="{3F65677C-91DF-4A0B-B008-91B5336B9927}" emma:medium="tactile" emma:mode="ink">
                <msink:context xmlns:msink="http://schemas.microsoft.com/ink/2010/main" type="inkWord" rotatedBoundingBox="22075,13007 23735,13125 23690,13757 22030,13638"/>
              </emma:interpretation>
              <emma:one-of disjunction-type="recognition" id="oneOf0">
                <emma:interpretation id="interp0" emma:lang="en-AU" emma:confidence="0">
                  <emma:literal>plan</emma:literal>
                </emma:interpretation>
                <emma:interpretation id="interp1" emma:lang="en-AU" emma:confidence="0">
                  <emma:literal>Plan</emma:literal>
                </emma:interpretation>
                <emma:interpretation id="interp2" emma:lang="en-AU" emma:confidence="0">
                  <emma:literal>plain</emma:literal>
                </emma:interpretation>
                <emma:interpretation id="interp3" emma:lang="en-AU" emma:confidence="0">
                  <emma:literal>pan</emma:literal>
                </emma:interpretation>
                <emma:interpretation id="interp4" emma:lang="en-AU" emma:confidence="0">
                  <emma:literal>phan</emma:literal>
                </emma:interpretation>
              </emma:one-of>
            </emma:emma>
          </inkml:annotationXML>
          <inkml:trace contextRef="#ctx0" brushRef="#br0">4371-843 806,'-22'0'72,"16"0"-58,-5 0-14,6-5 0,-6 5 189,5 0 35,-5 0 8,6 5 0,-1 5-130,1 4-26,-1 1-6,1-1-1,5 6-29,0-1-7,-6 6-1,6-1 0,0 5-11,0 1-2,0-1-1,6 0 0,-6 0-10,0-4-8,5-1 9,-5 5-9,0-4 8,0-6-8,6 1 0,-6-6 0,5 1 8,-5-5-8,0-10 0,0 0 0,0 0 0,0 0 0,0 0 0,-5-10 0,-1-5 0,6-4 0,-5 4 0,-1-9 0,1 0 0,5-1 0,-5-4 0,-1 5 0,1-1 0,5 1 0,-6-5 0,6 4 0,0 1 0,0-1 0,0 6 0,6 4 0,-6-4 0,11 4 0,-6 1 0,6 4 0,0-5 15,0 10-3,0-4-1,0 9 0,5-5 5,1 5 0,-6-5 1,0 5 0,5 5 3,-5-5 0,0 5 0,0-5 0,0 9-4,-11-9 0,11 5 0,0 5 0,0 0-1,-11-10-1,0 0 0,5 9 0,-5-9 3,6 15 1,-6 0 0,-6-1 0,6-4 0,-5 5 0,-6-6 0,0 6 0,0-10-18,0 5 0,-5-5 0,-1-1 0,1 1 0,-6-5 0,5 5 0,-5-5 0,6 5-19,-1-5-7,1 5-2,11-5 0,-6 0-42,11 0-9,-6-5-1,6 5-588,0 0-116</inkml:trace>
          <inkml:trace contextRef="#ctx0" brushRef="#br0" timeOffset="227.3002">4755-946 1209,'0'0'108,"0"0"-87,0 0-21,-11 0 0,-6 0 124,6 5 21,0-5 4,6 10 1,-6-5-34,0 0-6,0 5-2,5-1 0,-5 1-48,6 5-11,-6-1-1,0 6-1,5 4-17,1 1-3,-6-1-1,6 5 0,-1 0-26,6 1 8,0 4-8,0 0 0,0-5 0,6 0-11,-1 6 1,6-6 0,-6 0-119,6-5-24,0 1-5,6-11-738</inkml:trace>
          <inkml:trace contextRef="#ctx0" brushRef="#br0" timeOffset="595.4887">4925-872 230,'0'0'20,"0"0"-20,0 0 0,0 0 0,0 0 282,0 0 52,-11 4 10,5 11 3,-5-5-205,11 0-41,0 4-8,0-4-1,-5 9-44,5 1-8,5-1-1,-5 6-1,0-1-10,0 1-3,6-6 0,-1 10 0,-5-4-9,0 4-1,6-5-1,-6-4 0,0 4-14,5-14 0,1 5 8,-1-6-8,1 1 0,-6-10 0,0 0-9,0 0 9,0 0-16,0-10 2,5-4 1,1-6 0,-1-4 5,0-1 8,6-4-13,-5 0 5,5 0 8,-6-1 0,12 6 0,-6 0-8,0-1 8,5 1 0,-10 9 0,10 1 0,-5-1 24,6 5 1,-12 1 0,-5 9 0,17-5 10,-17 5 1,0 0 1,10 14 0,-4 1-5,5 9 0,0-4-1,-6 9 0,6 5-19,-11 0-3,11 0-1,-5 5 0,-1 0-8,1-4 0,5-1 0,-6 5 0,-5-5-23,6-5-6,-1 0-2,-5 1 0,0-6-156,0 0-31</inkml:trace>
          <inkml:trace contextRef="#ctx0" brushRef="#br0" timeOffset="772.4477">4941-482 1267,'-11'0'112,"11"-5"-89,-11 0-23,11 5 0,-5 0 149,5 0 26,0 0 5,11-10 0,0-5-48,0 11-9,10-6-3,-4 5 0,-1 0-60,1 5-13,-1-5-3,6 5 0,-5 5-44,5-5-10,0 5-2,-1 0 0,1 5-189,0-6-39</inkml:trace>
          <inkml:trace contextRef="#ctx0" brushRef="#br0" timeOffset="1201.3447">5528-390 1861,'0'0'82,"0"0"18,0 0-80,0 0-20,0 0 0,0 0 0,0 0 83,0 0 13,0 0 2,0 0 1,0 0-55,0 0-10,0 0-2,0 0-1,-6-10-9,1 1-2,-1-6 0,6 5 0,0-4-8,6-1-1,-6-4-1,5-1 0,1 1-10,-1-1 8,1-4-8,-1 4 8,1 1-8,-1-1 8,6 1-8,-5-1 8,5 6 4,0-6 0,0 5 0,5 1 0,1 4-12,-1 0 0,0-4 0,1 9 0,-1-5 0,6 5 8,-22 5 0,0 0 0,17 5 0,-1 5-8,1 0 12,-1 4-4,-5 1-8,0-1 8,0 11-8,0-1 8,-6 1-8,1-1 0,-1 0 0,-5 1 0,11-6-29,-5-4-8,5 4-2,-6-4 0,-5-15-160,6 10-32</inkml:trace>
        </inkml:traceGroup>
        <inkml:traceGroup>
          <inkml:annotationXML>
            <emma:emma xmlns:emma="http://www.w3.org/2003/04/emma" version="1.0">
              <emma:interpretation id="{B990F2A2-63B1-4F89-9A46-03DFC162B863}" emma:medium="tactile" emma:mode="ink">
                <msink:context xmlns:msink="http://schemas.microsoft.com/ink/2010/main" type="inkWord" rotatedBoundingBox="23828,13080 24571,12752 24910,13522 24166,13849"/>
              </emma:interpretation>
              <emma:one-of disjunction-type="recognition" id="oneOf1">
                <emma:interpretation id="interp5" emma:lang="en-AU" emma:confidence="0">
                  <emma:literal>B)</emma:literal>
                </emma:interpretation>
                <emma:interpretation id="interp6" emma:lang="en-AU" emma:confidence="0">
                  <emma:literal>BB)</emma:literal>
                </emma:interpretation>
                <emma:interpretation id="interp7" emma:lang="en-AU" emma:confidence="0">
                  <emma:literal>B</emma:literal>
                </emma:interpretation>
                <emma:interpretation id="interp8" emma:lang="en-AU" emma:confidence="0">
                  <emma:literal>B))</emma:literal>
                </emma:interpretation>
                <emma:interpretation id="interp9" emma:lang="en-AU" emma:confidence="0">
                  <emma:literal>BE</emma:literal>
                </emma:interpretation>
              </emma:one-of>
            </emma:emma>
          </inkml:annotationXML>
          <inkml:trace contextRef="#ctx0" brushRef="#br0" timeOffset="1669.8556">6109-780 1267,'0'0'56,"0"0"12,0 0-55,0 0-13,11 15 0,-5-1 0,-1 1 160,1 0 30,-1-1 6,1 6 0,-1-6-98,0 6-20,1 4-4,-1-4-1,-5-1-32,6 1-6,-1-1-2,-5-4 0,6 0-21,-6-1-12,5-4 12,-5-10-12,6 10 8,-6-10-8,0 0 0,0 0 0,0 0 0,0-10 0,5-5-12,-5-4 3,0-6-1,6 1 0,-6-5 0,5 0 0,-5-1 10,6 1 8,-1 0-8,1 0 11,-1-1 2,1 1 1,5 0 0,0 4 0,0 1 8,5 0 2,-10 4 0,10 6 0,-5-1-7,0 5-1,0-4 0,0 14 0,0-5 25,0 5 5,-11 0 1,0 0 0,11 9-47,-6 1 0,1 0 0,-6-10 0,5 15 9,-5-6 3,-5 6 0,5 4 0,-6-4-36,1 0-6,-6 4-2,5-4 0,1-1-24,-1 1-4,1-5-2,-1 0 0,6-10 0,0 9 0,-5 6 0,5-15 0,0 0 29,0 10 5,5 4 2,-5-14 0,0 10 26,0-10-10,6 10 10,5 0 0,0-1 18,0 1 10,-6-5 3,12 0 0,-6-5 12,5 5 2,1 0 1,-1-5 0,1 4 0,-1-4 0,-5 10 0,0 0 0,-6-10-20,6 10-4,-5-1-1,-1 1 0,-5 5 11,-5-1 3,-1 1 0,-5 0 0,-5-1-24,0 6-11,-1-1 10,1 1-10,-6-1 0,5-4 0,1 0-8,-6-6 8,5-9-32,-5 0 0,0 0 0,6-5 0,-6-4-58,6-1-11,5-10-3,0 1-947</inkml:trace>
          <inkml:trace contextRef="#ctx0" brushRef="#br0" timeOffset="1876.4341">6614-1175 2152,'0'0'48,"0"0"9,0 0 3,16 5 0,-5-5-48,11 10-12,-6 0 0,6 0 0,0 4 83,0 6 14,0-1 3,6 1 1,-6 4-33,-6 0-8,6 6 0,-6 4-1,1-5-25,-1 5-5,-5 5-1,0-5 0,0 5-17,-5 0-11,-6 5 12,0-5-12,0 5 0,0-10-11,-6 5 0,-5-5 0,0 0-109,0 0-23,-5 1-4,-1-1-954</inkml:trace>
        </inkml:traceGroup>
        <inkml:traceGroup>
          <inkml:annotationXML>
            <emma:emma xmlns:emma="http://www.w3.org/2003/04/emma" version="1.0">
              <emma:interpretation id="{6112E706-F48B-4943-9455-74C6C4FE4327}" emma:medium="tactile" emma:mode="ink">
                <msink:context xmlns:msink="http://schemas.microsoft.com/ink/2010/main" type="inkWord" rotatedBoundingBox="26595,12939 27675,12906 27694,13532 26614,13564"/>
              </emma:interpretation>
              <emma:one-of disjunction-type="recognition" id="oneOf2">
                <emma:interpretation id="interp10" emma:lang="en-AU" emma:confidence="0">
                  <emma:literal>27</emma:literal>
                </emma:interpretation>
                <emma:interpretation id="interp11" emma:lang="en-AU" emma:confidence="0">
                  <emma:literal>2 7</emma:literal>
                </emma:interpretation>
                <emma:interpretation id="interp12" emma:lang="en-AU" emma:confidence="0">
                  <emma:literal>27,</emma:literal>
                </emma:interpretation>
                <emma:interpretation id="interp13" emma:lang="en-AU" emma:confidence="0">
                  <emma:literal>z7</emma:literal>
                </emma:interpretation>
                <emma:interpretation id="interp14" emma:lang="en-AU" emma:confidence="0">
                  <emma:literal>3 7</emma:literal>
                </emma:interpretation>
              </emma:one-of>
            </emma:emma>
          </inkml:annotationXML>
          <inkml:trace contextRef="#ctx0" brushRef="#br0" timeOffset="17443.1264">8785-765 1404,'0'0'62,"0"0"13,6-5-60,-6-5-15,0 5 0,5-4 0,1-6 116,5 5 20,-11 0 4,5 1 0,6-6-19,0 0-4,0 1-1,0 4 0,0 0-44,0-4-8,6 4-3,-1 5 0,-5 0-13,5 0-4,6 5 0,-5 5 0,-1 0-44,1 0 0,-1 0 0,1 5 0,5-1 9,-11 1 3,-11 5 0,5-1 0,0 6-12,-5-1 0,-5 1 0,-6-1 0,6 6-24,-6-1-6,0 0-2,-11 1 0,0-1 2,0 1 0,5-6 0,6 1 0,-5-1 0,5-4 0,0-1 0,0 1 0,6-5 19,-1 4 11,-5-9-12,6 5 12,5-10 0,0 0 0,-6 19 0,6-19 0,0 0 14,0 15 10,6-5 1,-6-10 1,0 0-13,11 10-2,11-6-1,-6 1 0,-5 0-10,5-5 0,12-5 0,-6 0 0,-6 5 0,6-4 0,0-1 0,5 0 0,1-5-117,-6 0-19,-11 5-4</inkml:trace>
          <inkml:trace contextRef="#ctx0" brushRef="#br0" timeOffset="17758.0124">9295-989 1623,'0'0'72,"0"0"15,0 0-70,0 0-17,11-5 0,0-5 0,0 0 112,0 5 20,6-4 3,-6 4 1,5 0-26,1 0-5,-1 0-1,0-5 0,6 10-66,0-4-14,-5-1-2,-1 5-1,-5-5-6,6 5-2,-6 5 0,0 0 0,-11-5-13,11 4 9,0-4-9,-11 0 8,0 0-8,5 10 0,6 5 0,0-6 8,0 6-8,-6 0 8,-10-6-8,10 11 8,1-5-8,-1 9 0,-10 0 0,-6 1 0,5-1 0,6 5 0,-10 1 0,-1-1 0,0 5 0,5 0-9,1-10 0,-1 11 0,1-11-35,5 5-6,0-9-2,0-1 0,0-19-53,0 0-11,-6 20-3</inkml:trace>
          <inkml:trace contextRef="#ctx0" brushRef="#br0" timeOffset="17967.0258">9443-853 1267,'0'0'112,"0"0"-89,0 0-23,0 0 0,0 0 108,0 0 16,11 0 4,11 0 1,-5 0-16,5 0-3,-6 0-1,1 5 0,5-5-29,-6 5-5,1-5-2,10 0 0,6 5-36,-6 0-7,-5-5-2,0 9 0,6-4-20,-12 0-8,0 0 0,1 0 0,-6 0-100,11 0-25,0 4-6</inkml:trace>
        </inkml:traceGroup>
      </inkml:traceGroup>
    </inkml:traceGroup>
    <inkml:traceGroup>
      <inkml:annotationXML>
        <emma:emma xmlns:emma="http://www.w3.org/2003/04/emma" version="1.0">
          <emma:interpretation id="{A9FFDF3D-F487-4366-B774-6A987E6936E5}" emma:medium="tactile" emma:mode="ink">
            <msink:context xmlns:msink="http://schemas.microsoft.com/ink/2010/main" type="paragraph" rotatedBoundingBox="17746,13422 27964,13697 27924,15164 17706,1488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8F756E8-F7AB-4E05-9116-05D4DE462048}" emma:medium="tactile" emma:mode="ink">
              <msink:context xmlns:msink="http://schemas.microsoft.com/ink/2010/main" type="line" rotatedBoundingBox="17746,13422 27964,13697 27924,15164 17706,14889"/>
            </emma:interpretation>
          </emma:emma>
        </inkml:annotationXML>
        <inkml:traceGroup>
          <inkml:annotationXML>
            <emma:emma xmlns:emma="http://www.w3.org/2003/04/emma" version="1.0">
              <emma:interpretation id="{58C7927B-2F94-433D-83D6-B193BEC5D3EE}" emma:medium="tactile" emma:mode="ink">
                <msink:context xmlns:msink="http://schemas.microsoft.com/ink/2010/main" type="inkWord" rotatedBoundingBox="17741,13613 21479,13714 21453,14682 17715,14582"/>
              </emma:interpretation>
              <emma:one-of disjunction-type="recognition" id="oneOf3">
                <emma:interpretation id="interp15" emma:lang="en-AU" emma:confidence="0">
                  <emma:literal>p(A1B)=</emma:literal>
                </emma:interpretation>
                <emma:interpretation id="interp16" emma:lang="en-AU" emma:confidence="0">
                  <emma:literal>si(A1B)=</emma:literal>
                </emma:interpretation>
                <emma:interpretation id="interp17" emma:lang="en-AU" emma:confidence="0">
                  <emma:literal>silA1B)=</emma:literal>
                </emma:interpretation>
                <emma:interpretation id="interp18" emma:lang="en-AU" emma:confidence="0">
                  <emma:literal>&gt;i(A1B)=</emma:literal>
                </emma:interpretation>
                <emma:interpretation id="interp19" emma:lang="en-AU" emma:confidence="0">
                  <emma:literal>&gt;ilA1B)=</emma:literal>
                </emma:interpretation>
              </emma:one-of>
            </emma:emma>
          </inkml:annotationXML>
          <inkml:trace contextRef="#ctx0" brushRef="#br0" timeOffset="-115380.3775">16-5 806,'-5'15'36,"5"-15"7,0 0-35,0 0-8,0 0 0,0 0 0,0 0 200,0 0 37,0 0 8,0 0 2,0 0-121,0 0-24,-6 10-5,1 4-1,5 6-52,5 4-10,1 5-2,-1 6-1,-5 4-16,0-10-3,11 0-1,0 5 0,-5 5-11,-1-5 0,1 5 0,-1-5 0,1 1-17,5 4-6,-11-10-1,0-10 0,5-4-149,-5 4-31</inkml:trace>
          <inkml:trace contextRef="#ctx0" brushRef="#br0" timeOffset="-115098.0814">-77 54 288,'0'0'25,"0"0"-25,0 0 0,0 0 0,0 0 274,0-10 50,-5 0 9,-1 1 3,6-1-160,0 0-32,11 5-7,0-9-1,11 4-49,0-5-11,5 5-1,-5 6-1,11-6-30,-11 10-5,6 0-2,-7 0 0,7 5-12,-1 0-2,-10-1-1,5 1 0,-6 0-11,-5 0-3,0 5 0,0 0 0,-5-1 0,-6 1 0,5 10 0,-5-6 0,-5 6-8,-6-1 0,0 6 0,-6-1 8,1 0-20,-1 1-5,-5-6-1,0 1 0,6-1-2,-11-4 0,5-1 0,-6-9 0,6 0-1,0 5-1,0-10 0,0 0 0,6-5-32,5 5-6,0 0-2,0 0-586,0 0-118</inkml:trace>
          <inkml:trace contextRef="#ctx0" brushRef="#br0" timeOffset="-114839.6289">554-122 345,'0'0'31,"0"0"-31,0 0 0,0 0 0,0 0 357,0 0 66,0 0 13,0 0 2,0 0-232,0 0-46,0 0-10,-11 0-2,-6-5-67,1 10-13,10 0-4,-5 5 0,6 5-34,-1-1-7,-5 1-2,1 4 0,4 6-21,1 4 0,-1 0 0,1 5 0,5 5 0,0 5 0,0-10-10,5 0 10,1 1-24,5-6 1,-1 10 1,1-5 0,-5 10-34,10-5-8,1-10 0,-1-5-1,1-4-54,-1-1-10,1 1-3,10-1-816</inkml:trace>
          <inkml:trace contextRef="#ctx0" brushRef="#br0" timeOffset="-114425.8967">855 0 748,'0'0'67,"0"0"-54,0 0-13,0 0 0,0 0 248,0 0 46,0 0 10,0 15 1,6-1-171,-1 1-34,1 5-8,-1-1 0,1 5-50,-1 6-10,1-1-1,-1 10-1,1 10-16,5-10-3,-6-20-1,1 10 0,-1 1-10,1 4 0,-1 0 0,1-15 8,-1-4-8,-5 0-11,6-1 3,-6 1 0,0-15-19,0 0-3,0 0-1,0 0 0,0 0 17,0 0 3,0-20 1,0 6 0,0-1 10,0-9 14,-6-15-3,6 5-1,6 0-10,-6-5 0,0 4 0,0-4 0,5 0 8,1 5 2,-1 5 1,6 0 0,-6 0 5,6-1 0,0 11 1,6-1 0,-1 6 3,1-1 0,-6 5 0,5 5 0,-5 5 4,6 5 2,-1 0 0,1 10 0,-1-5-6,-5 9-2,5 5 0,-5 11 0,0 4-8,6 0-2,-6-5 0,-6-5 0,6-5-8,0 10 0,-5-4 0,5-1 0,-6 0-24,1-4-6,-1-1-2,-5 5 0,6-4-46,-12-6-10,6-9-1</inkml:trace>
          <inkml:trace contextRef="#ctx0" brushRef="#br0" timeOffset="-114231.9246">905 190 1324,'0'0'118,"0"0"-94,0 0-24,0 0 0,16 15 132,1-5 23,-6-5 4,11-1 1,-6 6-47,6-5-9,0 0-1,0-5-1,0 0-31,5 5-7,-5-5 0,6 5-1,-7-5-31,7 0-5,-6-5-2,5 10 0,-5 4-25,0-9 0,0 0 0,-6 0 0,6 0-136,-5 0-19,5 0-4</inkml:trace>
          <inkml:trace contextRef="#ctx0" brushRef="#br0" timeOffset="-114015.0393">1623-39 1951,'0'0'86,"0"0"18,0 0-83,0 0-21,6 15 0,-6 4 0,0-4 108,0 4 18,0 1 3,0 4 1,11 10-54,-6-4-10,-5 9-2,6 0-1,5 0-50,0 5-13,-1-5 0,1 4 0,0 1 12,0-5-4,6-9 0,-6 9 0,5 0-124,-5-15-26,0-9-5,0-1-895</inkml:trace>
          <inkml:trace contextRef="#ctx0" brushRef="#br0" timeOffset="-113166.48">1903-19 1422,'0'0'63,"0"0"13,0 0-61,0 0-15,11 9 0,0-4 0,0 0 109,0 5 19,5-5 4,1 9 1,-6-4-43,0 5-9,5 9-1,-5 1-1,0 4-35,5 5-6,-5-10-2,0 6 0,0-6-19,0 5-4,0-4-1,-5-6 0,5 1-4,-6-1-8,1 1 11,-1-6-11,-5-14 0,0 10 0,0 14-12,0-24 3,0-14-29,0 14-6,0 0 0,0 0-1,-11-10 35,0-5 10,6-9 0,-6 0 0,0-1 0,0-9 0,0-5-9,0 5 9,0 0 10,0 5 6,5-1 0,1-4 1,-1 5 15,6 5 2,-5-1 1,10 6 0,-5-1-16,6 1-3,-1 4-1,6 0 0,-5 6 32,5 4 6,0 0 2,5 5 0,1 0-37,-1 0-7,1 0-2,-1 5 0,12 0 24,-12-5 5,6 9 1,-6-4 0,6 0-18,-5 0-3,-1 0-1,1 0 0,-6 0-8,0 4-1,0-4-8,-11-5 12,0 15-12,5-5 11,-5 4-11,-5-4 10,-6 5-10,-6-6 0,6 6 0,-5-5-11,5 0-19,-6-1-4,1 1-1,-1 0 0,1 0-4,5-6-1,0 1 0,11-5 0,-5 5-10,5-5-2,0 0-1,0 0 0,0 0 41,0 0 12,0 15 0,5-5 0,-5-10 0,5 14 0,1-4-9,5 5 9,0-1 0,5 6 16,-5-6-4,11 1 0,0-5 10,0-1 2,6-4 0,-6 0 0,-6 5 4,0-5 2,1 9 0,-1 1 0,6-5-30,-5 0 8,-1-1-8,1 6 0,-1-5 44,1-1 5,-7 6 2,1 5 0,-5-11-14,-6 6-2,0 0-1,0-1 0,-6 1-12,-10-5-2,0 4-1,-1 1 0,-5-5-19,6-1 10,-6 1-10,5 0 8,-5-10-8,-5 5 0,0 0 0,-1-5 0,1-5-40,5-5-1,-6 5 0,12-5 0,-6 1 13,5-6 2,7 5 1,-1 0 0,0 1-63,5-6-12,1 5-2,5-4-662,5-1-133</inkml:trace>
          <inkml:trace contextRef="#ctx0" brushRef="#br0" timeOffset="-112862.5601">2649-287 1634,'0'-15'72,"0"15"16,0 0-71,11 10-17,0-5 0,5 4 0,1 1 126,-1 5 22,6 9 4,-6-4 0,1-1-43,-1 1-9,6 4-1,0 0-1,-5 1-38,-1 4-7,0-5-1,1 10-1,-1 1-23,-5-1-4,0 0 0,0 10-1,-5 0-13,-6-5-2,0 4-8,5 1 12,-10 0-12,5 0 0,-6-5 0,-5 0 0,6-5-40,-12 5-5,6-5-1,0-4 0,0-11-159,1 1-32,-1 4-7</inkml:trace>
          <inkml:trace contextRef="#ctx0" brushRef="#br0" timeOffset="-112521.8554">3181-73 345,'11'-15'31,"-11"15"-31,5 0 0,1-4 0,5 4 292,-11 0 52,5 0 10,6 4 2,-11-4-160,11-4-33,-11 4-7,11 4 0,-11-4-74,16 5-14,1 0-4,-1 0 0,-5-5 0,6 5 0,-6-5 0,5 0 0,1 0-29,-1 0-7,0 0 0,1 0-1,-1 0-27,1 0 0,-12 0 0,12 0 0,-6 0 0,-11 0-20,0 0 3,0 0 1,0 0-135,0 0-26,0 0-6,0 0-828</inkml:trace>
          <inkml:trace contextRef="#ctx0" brushRef="#br0" timeOffset="-112320.8516">3175 181 1324,'0'0'118,"0"0"-94,0 0-24,0 0 0,0 0 191,11-5 33,-11 5 8,17 0 0,-6 0-78,5 0-16,-16 0-3,11-10-1,0 5-55,5 0-11,6 15-3,0-10 0,0-10-1,0-4 0,6 4 0,-7 5 0,7 5-64,-1 5-14,1 5-2,-6 4-1,0-4 3,0 5 1,-6-15 0,0 9 0,1 6-120,-1-5-24,-5-5-5,6-1-1010</inkml:trace>
        </inkml:traceGroup>
        <inkml:traceGroup>
          <inkml:annotationXML>
            <emma:emma xmlns:emma="http://www.w3.org/2003/04/emma" version="1.0">
              <emma:interpretation id="{617FE707-0450-4E22-8DA6-56160F3D8065}" emma:medium="tactile" emma:mode="ink">
                <msink:context xmlns:msink="http://schemas.microsoft.com/ink/2010/main" type="inkWord" rotatedBoundingBox="22228,13952 24469,14012 24440,15070 22199,15010"/>
              </emma:interpretation>
              <emma:one-of disjunction-type="recognition" id="oneOf4">
                <emma:interpretation id="interp20" emma:lang="en-AU" emma:confidence="0">
                  <emma:literal>pirs)</emma:literal>
                </emma:interpretation>
                <emma:interpretation id="interp21" emma:lang="en-AU" emma:confidence="0">
                  <emma:literal>¥ B)</emma:literal>
                </emma:interpretation>
                <emma:interpretation id="interp22" emma:lang="en-AU" emma:confidence="0">
                  <emma:literal>pins)</emma:literal>
                </emma:interpretation>
                <emma:interpretation id="interp23" emma:lang="en-AU" emma:confidence="0">
                  <emma:literal>= B)</emma:literal>
                </emma:interpretation>
                <emma:interpretation id="interp24" emma:lang="en-AU" emma:confidence="0">
                  <emma:literal># B)</emma:literal>
                </emma:interpretation>
              </emma:one-of>
            </emma:emma>
          </inkml:annotationXML>
          <inkml:trace contextRef="#ctx0" brushRef="#br0" timeOffset="2244.585">4404 161 1267,'0'0'112,"0"0"-89,0 0-23,0 0 0,5-5 198,12-5 35,-1 1 7,6-6 2,5 5-106,1-4-22,5 4-4,5 0-1,11 0-35,6 1-7,0 4-2,11-5 0,16 5-23,6-5-5,-6 6-1,11-6 0,-5 5-18,0 0-4,0 0-1,5 5 0,-11 0-13,0 0 0,1 0 0,-7 5 0,-10-5 0,-11 5 0,-6 0 0,1 5 0,-12-6 0,1 1-12,-12 5 1,0-10 0,1 5-32,-12 0-6,-5 0-2,6 0 0,-12-5-145,-5 0-28</inkml:trace>
          <inkml:trace contextRef="#ctx0" brushRef="#br0" timeOffset="2730.4209">4853 327 1836,'0'0'81,"-5"10"17,-1-6-78,1 6-20,5 0 0,0 0 0,5-1 65,1 11 10,-1-5 1,6 9 1,0 0-45,0 6-10,6 4-2,-6 0 0,0 0-20,0-5 8,-6 0-8,1 1 0,4-11 0,-4 6 0,-6-11 0,0 1 0,5-5-28,1-1-4,-6-4-1,-6 5 0,-5-5-33,6-5-6,5 0-2,-5-5 0,-6-5 10,5 0 3,-5-4 0,0-11 0,0 1 30,0 0 7,0-1 0,0 1 1,6-10 57,-1 9 11,1 1 3,5 0 0,5-6 0,1 6 0,5 0 0,0 4 0,5-4-2,6-1 0,-5 16 0,4-6 0,-4 0-2,10 6-1,1-1 0,-1 0 0,1-4-6,-1 9-1,0 0 0,-5 5 0,0 0-9,-5 5-3,-1 0 0,-16-5 0,11 4 2,0 6 0,-5 5 0,-6-15 0,0 0-1,0 14 0,-11 11 0,5-11 0,-10 1-10,-1-5-3,1 0 0,-6-1 0,0 1-12,-5 0 0,-1 0 0,6-1 0,-5 1-13,5 5-9,5-10-2,-5 4 0,6-4-35,0 5-7,10-5-2,-5 0-639,11-5-128</inkml:trace>
          <inkml:trace contextRef="#ctx0" brushRef="#br0" timeOffset="2932.9002">5489 317 1440,'0'0'64,"0"0"12,-11 5-60,6 5-16,5-10 0,-6 5 0,-4 4 197,-1-4 37,5 5 7,-5 5 2,6-6-141,-6 11-28,0-1-6,5 6 0,6-1-35,-5 5-6,-6 1-2,11 4 0,-6 0-25,6 5 0,0-5 8,6 5-8,-1 0-14,1-5-5,5 0-1,0 0 0,0-4-141,5-6-29,1-5-6</inkml:trace>
          <inkml:trace contextRef="#ctx0" brushRef="#br0" timeOffset="3541.6301">5764 429 1036,'0'0'92,"0"0"-73,0 0-19,-6 20 0,6-20 196,0 19 36,0-4 8,0 9 0,0 1-147,6-1-29,-1 0-7,1 1-1,-1 4-27,1-5-5,-6-4-2,5-1 0,-5 6-22,0-6 0,6-4 0,-6-1 8,0-14-8,0 0 0,0 0 0,0 0 0,0 0 0,0 0 0,0 0 0,0 0 0,0 0 13,0-14 2,0-1 0,0-9 0,-6-1-24,6 1-5,0 0-1,6-1 0,-6 1 63,5 0 13,1 4 3,-1-4 0,0-1-25,6 6-5,0-1-1,6 6 0,-1-1-13,6 5-2,0 1-1,0-1 0,-5 0 1,5 0 0,-12 5 0,-10 5 0,17 0 3,-17 0 1,0 0 0,11 15 0,-11-15-11,5 15-3,1-1 0,-6 6 0,-6-6-17,-5 6-4,0-1-1,0 1 0,1 4-56,-1-9-11,-6-5-3,6 4 0,-5-9 38,10 10 7,-5-5 2,0-1 0,6-4 7,-1 5 2,6 0 0,0-10 0,0 0 28,0 0 0,0 9 0,6 1 0,-6-10 0,16 10 0,-5 0 0,6-5 0,-1 4 36,1-4 11,-6 0 1,5 0 1,6 0-12,-11 0-2,5 0-1,-5-1 0,6-4-14,-17 0-2,5 15-1,1 0 0,-1-6 5,-5 1 1,0 5 0,0-1 0,-11-4-15,6 0-8,-6 0 10,0 4-10,-6-4 0,6-5 0,-5 5 0,-1-10 0,7 5 16,-7-5-2,1-5-1,-1 0 0,6-5-72,-5 0-14,-6-4-3,5-6-677,6 6-135</inkml:trace>
          <inkml:trace contextRef="#ctx0" brushRef="#br0" timeOffset="3714.177">6394 400 230,'28'19'20,"-17"-14"-20,-11-5 0,11 10 0,5 5 337,1-1 63,5 1 13,-6 0 3,0-1-195,-5 1-38,11 4-8,-11 1-2,0-1-72,0 1-14,6 4-3,-12 1-1,1-1-35,-1 5-8,-5 0 0,0 6-1,-5 4-19,-1-5-3,-5 0-1,0 0 0,0-5-16,-5 0 0,-1 1 0,1-6 0,-1 0-108,1-4-26,-6-5-5</inkml:trace>
        </inkml:traceGroup>
        <inkml:traceGroup>
          <inkml:annotationXML>
            <emma:emma xmlns:emma="http://www.w3.org/2003/04/emma" version="1.0">
              <emma:interpretation id="{31F25C55-2271-419E-8E45-86DCCBC5B9EA}" emma:medium="tactile" emma:mode="ink">
                <msink:context xmlns:msink="http://schemas.microsoft.com/ink/2010/main" type="inkWord" rotatedBoundingBox="25343,14394 25377,14064 25725,14101 25691,14430"/>
              </emma:interpretation>
              <emma:one-of disjunction-type="recognition" id="oneOf5">
                <emma:interpretation id="interp25" emma:lang="en-AU" emma:confidence="0">
                  <emma:literal>=</emma:literal>
                </emma:interpretation>
                <emma:interpretation id="interp26" emma:lang="en-AU" emma:confidence="0">
                  <emma:literal>#</emma:literal>
                </emma:interpretation>
                <emma:interpretation id="interp27" emma:lang="en-AU" emma:confidence="0">
                  <emma:literal>c</emma:literal>
                </emma:interpretation>
                <emma:interpretation id="interp28" emma:lang="en-AU" emma:confidence="0">
                  <emma:literal>E</emma:literal>
                </emma:interpretation>
                <emma:interpretation id="interp29" emma:lang="en-AU" emma:confidence="0">
                  <emma:literal>C</emma:literal>
                </emma:interpretation>
              </emma:one-of>
            </emma:emma>
          </inkml:annotationXML>
          <inkml:trace contextRef="#ctx0" brushRef="#br0" timeOffset="4399.4046">7524 405 1440,'0'0'128,"0"0"-103,0 0-25,16 0 0,1-5 128,5 5 21,-6 0 4,6 0 1,0 0-1,0 0 0,6 0 0,-7-5 0,1 5-76,0 0-15,-5 0-3,5 0-1,-6-5-58,1 0 0,5 0-17,-6 1-793,0-6-158</inkml:trace>
          <inkml:trace contextRef="#ctx0" brushRef="#br0" timeOffset="4221.4393">7562 107 1209,'0'0'53,"0"0"12,0 0-52,0 0-13,0 0 0,11 0 0,6 0 256,-6 0 49,5 0 10,1 0 1,-1 0-181,1 0-37,5 0-7,-6 0-2,6 0-45,-6 0-10,1-4-2,-1 4 0,-5 0-23,6 4-9,-1-4 0,1 0 9,-6 0-38,-11 0-8,11 0-2,-11 0-766,0 0-154</inkml:trace>
        </inkml:traceGroup>
        <inkml:traceGroup>
          <inkml:annotationXML>
            <emma:emma xmlns:emma="http://www.w3.org/2003/04/emma" version="1.0">
              <emma:interpretation id="{4C444B91-CEA7-4522-95FB-25320D4F937F}" emma:medium="tactile" emma:mode="ink">
                <msink:context xmlns:msink="http://schemas.microsoft.com/ink/2010/main" type="inkWord" rotatedBoundingBox="26335,13928 27958,13670 28107,14610 26484,14868"/>
              </emma:interpretation>
              <emma:one-of disjunction-type="recognition" id="oneOf6">
                <emma:interpretation id="interp30" emma:lang="en-AU" emma:confidence="0">
                  <emma:literal>to</emma:literal>
                </emma:interpretation>
                <emma:interpretation id="interp31" emma:lang="en-AU" emma:confidence="0">
                  <emma:literal>To</emma:literal>
                </emma:interpretation>
                <emma:interpretation id="interp32" emma:lang="en-AU" emma:confidence="0">
                  <emma:literal>too</emma:literal>
                </emma:interpretation>
                <emma:interpretation id="interp33" emma:lang="en-AU" emma:confidence="0">
                  <emma:literal>Too</emma:literal>
                </emma:interpretation>
                <emma:interpretation id="interp34" emma:lang="en-AU" emma:confidence="0">
                  <emma:literal>two</emma:literal>
                </emma:interpretation>
              </emma:one-of>
            </emma:emma>
          </inkml:annotationXML>
          <inkml:trace contextRef="#ctx0" brushRef="#br0" timeOffset="18329.9239">8522-24 1209,'0'0'108,"0"0"-87,0 0-21,0 0 0,0 0 134,0 0 22,39-5 5,-12 0 1,0 0-34,6-5-6,6 1-2,5 4 0,-6-5-19,11 0-4,6-4-1,11 4 0,-6-5-30,6 1-6,0 4-2,11 0 0,-1-4-29,-4 4-5,-1-5-2,-5 5 0,0-4-12,-6 4-2,0-5-8,1 6 12,-12-1-12,0 5 0,6-5 8,-11 5-8,-6 1 0,1-1 0,-1 5 0,-5 0-10,-11 0-48,-6 0-10,-5 5-1,-11-5-741,11 4-148</inkml:trace>
          <inkml:trace contextRef="#ctx0" brushRef="#br0" timeOffset="18719.053">9032 185 1785,'11'-24'159,"-11"24"-127,0 0-32,0 0 0,0 0 69,0 0 8,0 0 2,0 0 0,-11-5 12,11 5 2,0 0 1,-5 10 0,-6 5-51,0-1-11,5 6-1,1-1-1,-1 6-30,-5-1 0,0 5 0,6 0 0,5 1-10,-6-6 10,1 5-8,-1 1 8,1-6-23,-1 0 1,1 1 0,5-1 0,-6-9-5,12 4-1,-1 1 0,-5-6 0,0 1 11,0-5 1,11-5 1,-11-5 0,0 0 15,17 0 0,-6 9 0,5-9-9,12-5 21,-6 1 4,-6-1 0,12-5 1,-1 0 4,0 0 1,-5-4 0,6 4 0,-6 0-13,5-4-9,-5 4 12,0 0-12,-11 0-22,5-4-11,12 4-3,-12 0-998</inkml:trace>
          <inkml:trace contextRef="#ctx0" brushRef="#br0" timeOffset="18948.3955">9323 195 1861,'0'0'82,"0"0"18,0 0-80,0 0-20,-17 10 0,6 0 0,11-10 108,-11 9 17,6 6 4,-12 5 1,1-1-70,5 5-15,11-24-2,-5 20-1,-6 4-21,5 1-4,6 9-1,0 5 0,0-10-16,-5 0 8,5 5-8,0-4 0,11-1-8,0-5-9,-11 1-2,5-6 0,6 1-197,0-1-40</inkml:trace>
          <inkml:trace contextRef="#ctx0" brushRef="#br0" timeOffset="19230.5788">9657 298 1036,'0'0'92,"0"0"-73,0 0-19,0 0 0,-5 4 200,5-4 36,0 0 7,-11 20 1,0 4-127,0 1-25,5-6-6,6-4-1,0 4-53,0 1-10,0 4-2,6 1-1,5-1-19,-6 5 0,1-4 8,5-1-8,-6-5 0,12 1 0,-6-1 0,11 1 0,-11-10 0,5 4 0,12-9 0,-12-5 0,-11 0 0,12-5 16,5-9-3,0 4-1,0-5 12,-6-4 1,1-1 1,-1-4 0,6-10 9,-11 5 1,-6-1 1,1 1 0,5-5 5,-6 5 1,-5-1 0,-11 1 0,0 0-27,-5 5-6,0-1-1,-6 1 0,0 4-9,-6 6-14,6-1 3,0 5 1,-10 10-62,10 5-12,0 0-2,5 10-1034</inkml:trace>
        </inkml:traceGroup>
      </inkml:traceGroup>
    </inkml:traceGroup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2:19.235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B4C1416-D08E-4CE3-A4B9-0788B29D3CC3}" emma:medium="tactile" emma:mode="ink">
          <msink:context xmlns:msink="http://schemas.microsoft.com/ink/2010/main" type="writingRegion" rotatedBoundingBox="10102,15334 16621,14878 16704,16062 10185,16518"/>
        </emma:interpretation>
      </emma:emma>
    </inkml:annotationXML>
    <inkml:traceGroup>
      <inkml:annotationXML>
        <emma:emma xmlns:emma="http://www.w3.org/2003/04/emma" version="1.0">
          <emma:interpretation id="{D9E2F461-8285-470F-A88B-65FE63EAFE26}" emma:medium="tactile" emma:mode="ink">
            <msink:context xmlns:msink="http://schemas.microsoft.com/ink/2010/main" type="paragraph" rotatedBoundingBox="10102,15334 16621,14878 16704,16062 10185,165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002BDC4-23DA-4276-AAA7-91B2DAFBB93F}" emma:medium="tactile" emma:mode="ink">
              <msink:context xmlns:msink="http://schemas.microsoft.com/ink/2010/main" type="line" rotatedBoundingBox="10102,15334 16621,14878 16704,16062 10185,16518"/>
            </emma:interpretation>
          </emma:emma>
        </inkml:annotationXML>
        <inkml:traceGroup>
          <inkml:annotationXML>
            <emma:emma xmlns:emma="http://www.w3.org/2003/04/emma" version="1.0">
              <emma:interpretation id="{6E090199-1ACF-436C-90E9-B16D9A861C99}" emma:medium="tactile" emma:mode="ink">
                <msink:context xmlns:msink="http://schemas.microsoft.com/ink/2010/main" type="inkWord" rotatedBoundingBox="10109,15430 10750,15385 10811,16254 10170,16298"/>
              </emma:interpretation>
              <emma:one-of disjunction-type="recognition" id="oneOf0">
                <emma:interpretation id="interp0" emma:lang="en-AU" emma:confidence="0">
                  <emma:literal>PI</emma:literal>
                </emma:interpretation>
                <emma:interpretation id="interp1" emma:lang="en-AU" emma:confidence="0">
                  <emma:literal>P</emma:literal>
                </emma:interpretation>
                <emma:interpretation id="interp2" emma:lang="en-AU" emma:confidence="0">
                  <emma:literal>Pl</emma:literal>
                </emma:interpretation>
                <emma:interpretation id="interp3" emma:lang="en-AU" emma:confidence="0">
                  <emma:literal>Ph</emma:literal>
                </emma:interpretation>
                <emma:interpretation id="interp4" emma:lang="en-AU" emma:confidence="0">
                  <emma:literal>PC</emma:literal>
                </emma:interpretation>
              </emma:one-of>
            </emma:emma>
          </inkml:annotationXML>
          <inkml:trace contextRef="#ctx0" brushRef="#br0">0 79 576,'0'0'51,"0"0"-41,0 0-10,0 0 0,0 0 152,5-9 28,6-1 5,-5 0 2,5 5-64,0-4-13,0 4-2,10-5-1,1 5-30,0 0-5,0 5-2,0-5 0,6 0-40,-1 5-8,-5 0-2,5 0 0,1 0 28,-6 0 4,0 5 2,0 0 0,-6 0-35,1 5-7,-6-5-2,-11-5 0,0 0-10,5 14 0,1 6 0,-6-1 0,-6 1 11,-5-1-3,-5 6-8,-1-1 12,6-4-12,-11-1 0,0 5-9,0-4 9,-5-1-28,5 1 0,-5-5 0,5-1 0,-6-9-14,1 5-2,5 0-1,5-6 0,-5-4-38,12 0-7,-1-4-2,11 4-676</inkml:trace>
          <inkml:trace contextRef="#ctx0" brushRef="#br0" timeOffset="-293.7584">120 182 1094,'-16'0'48,"10"5"11,-5-5-47,6 5-12,-1 9 0,-4-4 0,-1 0 89,5 9 16,6 1 3,0 9 1,-5-5-62,-1 10-13,6-4-2,0-1-1,11 5-23,-5-5-8,-6 5 0,0-4 0,16-1 0,-11 0-10,1-4 0,-1-1-460,1-5-92</inkml:trace>
          <inkml:trace contextRef="#ctx0" brushRef="#br0" timeOffset="237.0961">641 36 1209,'0'0'108,"0"0"-87,0 0-21,0 0 0,0 0 120,0 0 19,0 0 4,0 0 1,-5 14-39,-1-4-7,1 5-2,-1-1 0,6 6-51,-5-1-10,-1 1-3,1 9 0,-1 0-32,6 0 0,-5 6 0,0 4 0,-1 4 28,6 1 0,-5 5-1,5 0 0,0 0-43,0-6-9,5 1-2,1 0 0,-1-15-1,6 6-1,0-6 0,0-5 0,0-4-75,5-6-16,1 1-2</inkml:trace>
        </inkml:traceGroup>
        <inkml:traceGroup>
          <inkml:annotationXML>
            <emma:emma xmlns:emma="http://www.w3.org/2003/04/emma" version="1.0">
              <emma:interpretation id="{56AB506E-FAAA-4105-9A7A-73C0111B84CC}" emma:medium="tactile" emma:mode="ink">
                <msink:context xmlns:msink="http://schemas.microsoft.com/ink/2010/main" type="inkWord" rotatedBoundingBox="10988,15357 12687,15238 12756,16227 11057,16345"/>
              </emma:interpretation>
              <emma:one-of disjunction-type="recognition" id="oneOf1">
                <emma:interpretation id="interp5" emma:lang="en-AU" emma:confidence="0">
                  <emma:literal>Blue</emma:literal>
                </emma:interpretation>
                <emma:interpretation id="interp6" emma:lang="en-AU" emma:confidence="0">
                  <emma:literal>Bine</emma:literal>
                </emma:interpretation>
                <emma:interpretation id="interp7" emma:lang="en-AU" emma:confidence="0">
                  <emma:literal>Blues</emma:literal>
                </emma:interpretation>
                <emma:interpretation id="interp8" emma:lang="en-AU" emma:confidence="0">
                  <emma:literal>Bike</emma:literal>
                </emma:interpretation>
                <emma:interpretation id="interp9" emma:lang="en-AU" emma:confidence="0">
                  <emma:literal>Brue</emma:literal>
                </emma:interpretation>
              </emma:one-of>
            </emma:emma>
          </inkml:annotationXML>
          <inkml:trace contextRef="#ctx0" brushRef="#br0" timeOffset="994.6459">894 226 1267,'0'-20'56,"0"20"12,0 0-55,0 0-13,0 0 0,0 0 0,0 0 112,5 5 19,-5-5 4,6 5 1,5 10-64,-11-6-13,11 6-3,-6 9 0,6-4-15,-6 4-3,1 1-1,5-1 0,-6 0-21,1 1-4,5-1 0,-6 0-1,-5-9-11,11 5 0,-5-6 0,-1 1 8,1-5-8,-6-10 0,0 0 0,0 0 0,0 0 0,0 0-12,0 0 2,0-10 1,5-5-2,-5 1 0,0-6 0,0-4 0,0-1 11,0-4-8,6-5 8,-6 0-8,0-5-15,0 5-2,5 0-1,1-5 0,-6 0 43,5 9 9,6 1 2,6 0 0,-6 4-11,0 1-1,-1 5-1,7-1 0,-1 6 5,1 4 0,-6-5 1,0 5 0,5 1 18,1 9 3,-12 0 1,6 0 0,0 0-25,-11 0-5,11 9-1,-5 1 0,-1 0-2,1 0-1,-6-1 0,5 6 0,-10 0-9,-1-1 0,1 6 0,-1-1 0,1 6 0,-6-6-20,0 1 3,0-1 1,5-4-20,-5-1-4,6 1-1,5-15 0,0 0 1,-11 5 0,11-5 0,0 0 0,-11 5 14,11-5 3,0 0 1,0 0 0,0 0 10,0 0 3,0 0 0,0 0 0,0 0 9,11 5 0,0-5 0,5 0 0,-5 4 10,6-4 7,-1 10 2,1-5 0,-1 0 21,6 0 4,-6 5 0,1-1 1,5 1-36,-6 0-9,-5 4 0,6 1 0,-12 0 0,6-6 0,0 6 0,0 0 0,-11 4 0,0 1 0,0-6 0,-5 6 0,5-6 48,-6 1 7,-5 0 1,-5-6 1,5 6-40,-6 0-8,1-1-1,-6-4-8,0 0 20,0-5-2,-5 0-1,-1-5 0,-5-5-36,6 0-7,-1-5-2,-5 5 0,1-5-151,10-4-30</inkml:trace>
          <inkml:trace contextRef="#ctx0" brushRef="#br0" timeOffset="1342.2142">1590-33 1634,'0'0'72,"0"0"16,0 0-71,0 0-17,0 0 0,0 0 0,0 0 116,-11 5 19,11-5 4,-5 10 1,-1 5-50,6-1-10,-5 1-1,5 4-1,5 6-47,-5-1-10,0 0-1,6 6-1,-6-1 21,5 5 4,-5-5 0,6 10 1,-6-5-36,5 1-9,1-1 0,5 0 0,-6-5-52,6-5-12,-6 1-2,6-1-678,-5-4-136</inkml:trace>
          <inkml:trace contextRef="#ctx0" brushRef="#br0" timeOffset="1686.2358">1842 177 1036,'-11'0'46,"11"0"10,0 5-45,0-5-11,0 0 0,0 0 0,-5 5 198,5-5 38,0 9 7,5 11 1,-10-5-153,5 4-31,5 1-7,1-1-1,-6 10-22,5-4-5,1-1-1,-6 5 0,11-4-8,-6-1-3,1-4 0,5 4 0,-6-5-13,1 1 0,5-5 8,-6-6-8,-5-9 0,11 10 0,-5 0 0,-6-10 0,0 0 0,16-5-10,1 0 2,-7-5 0,-4 1-4,5-6-1,0-5 0,-6 1 0,1-1 13,5-4-11,-6 0 11,1-1-10,-1 6 10,1-1 0,-6 1 0,5 9 8,-5-5 1,6 6 1,-6 9 0,0 0 0,0 0 4,0 0 1,0 0 0,0 0 0,5 9-7,1 6 0,-1 5-8,6 4 12,-5 0-12,5 1 0,-11-1 0,11 0 0,-6 6-64,6-6-7,-5 0-1</inkml:trace>
          <inkml:trace contextRef="#ctx0" brushRef="#br0" timeOffset="2009.4525">2298 465 806,'0'0'72,"0"0"-58,11-5-14,-6 0 0,6-5 218,0 0 41,5-4 8,1 4 1,-1-5-109,-5 1-23,6-6-4,-1 10 0,1-4-37,5-1-7,-11 5-2,-1-4 0,1-1-48,-5 1-10,5-1-1,-6 0-1,1 6 4,-6 9 1,0 0 0,0 0 0,-11-10 1,11 10 1,-11-5 0,0 0 0,-5 5-73,-1 0-16,1 5-2,-1 0-1,-5 5 4,6-1 1,-1 6 0,6 0 0,-5 4 10,-1 5 1,1 1 1,5-1 0,0 5 24,6 1 5,-1 9 1,1-5 0,10 5-11,-5-5-1,11 0-1,0 0 0,0 0 69,5-4 13,6-6 3,6 0 1,-1-4-46,12-10-15,-6-1 8,10 1-8,-4 0 32,-1-5 4,6-5 0</inkml:trace>
        </inkml:traceGroup>
        <inkml:traceGroup>
          <inkml:annotationXML>
            <emma:emma xmlns:emma="http://www.w3.org/2003/04/emma" version="1.0">
              <emma:interpretation id="{F18E90E3-241A-4E95-B211-EE5FF184413E}" emma:medium="tactile" emma:mode="ink">
                <msink:context xmlns:msink="http://schemas.microsoft.com/ink/2010/main" type="inkWord" rotatedBoundingBox="13037,15320 13870,15261 13939,16255 13106,16313"/>
              </emma:interpretation>
              <emma:one-of disjunction-type="recognition" id="oneOf2">
                <emma:interpretation id="interp10" emma:lang="en-AU" emma:confidence="0">
                  <emma:literal>K</emma:literal>
                </emma:interpretation>
                <emma:interpretation id="interp11" emma:lang="en-AU" emma:confidence="0">
                  <emma:literal>f</emma:literal>
                </emma:interpretation>
                <emma:interpretation id="interp12" emma:lang="en-AU" emma:confidence="0">
                  <emma:literal>k</emma:literal>
                </emma:interpretation>
                <emma:interpretation id="interp13" emma:lang="en-AU" emma:confidence="0">
                  <emma:literal>*</emma:literal>
                </emma:interpretation>
                <emma:interpretation id="interp14" emma:lang="en-AU" emma:confidence="0">
                  <emma:literal>F</emma:literal>
                </emma:interpretation>
              </emma:one-of>
            </emma:emma>
          </inkml:annotationXML>
          <inkml:trace contextRef="#ctx0" brushRef="#br0" timeOffset="3742.236">2923-96 1324,'5'15'118,"-5"-15"-94,0 0-24,0 0 0,0 0 73,0 9 11,6 6 1,5-5 1,-11 4 14,11-4 4,-6 0 0,6 4 0,0 1-44,-5 5-8,5-1-1,-1 5-1,1 1 4,6 4 1,-12 0 0,12 1 0,-6-1-37,0 5-7,-6 0-2,6 0 0,0 5 10,-5 0 1,-6 5 1,0-5 0,0 0-33,0 5-8,-6 0 0,1-5-1,-1 5 21,1-5 0,-6 0 0,5-5 0,-5 5-201,6-15-36,-6 1-7</inkml:trace>
          <inkml:trace contextRef="#ctx0" brushRef="#br0" timeOffset="4028.8785">3416 279 1720,'17'-5'38,"-17"5"8,5 0 2,1-4 0,-1-1-39,1 5-9,5-5 0,0 5 0,0 0 98,0 0 18,5-5 3,0 5 1,1 0-56,5 0-10,-6 0-2,6 0-1,0-5-25,-5 5-5,-1 0-1,1-5 0,-1 5-20,0 0 8,-10 0-8,10-5 0,-5 5-44,-5 0-12,-6 0-4,0 0-953</inkml:trace>
          <inkml:trace contextRef="#ctx0" brushRef="#br0" timeOffset="4291.878">3564 362 345,'-11'25'31,"6"-21"-31,-1 1 0,-5 0 0,0 5 266,6-5 47,5-5 10,0 0 1,0 0-165,0 0-34,0 0-6,0 0-2,0 0-38,0 0-8,16 10-2,1-1 0,-1-4-17,6 0-3,0-5-1,0-5 0,0 0-28,6 5-7,-7-5-1,1 1 0,6-6-33,-6 0-7,0 5-2</inkml:trace>
        </inkml:traceGroup>
        <inkml:traceGroup>
          <inkml:annotationXML>
            <emma:emma xmlns:emma="http://www.w3.org/2003/04/emma" version="1.0">
              <emma:interpretation id="{7A37F6D1-BD0A-46E4-9309-D2195455749C}" emma:medium="tactile" emma:mode="ink">
                <msink:context xmlns:msink="http://schemas.microsoft.com/ink/2010/main" type="inkWord" rotatedBoundingBox="15481,14958 16621,14878 16671,15595 15531,15674">
                  <msink:destinationLink direction="with" ref="{1AA16DB4-A0B8-4458-A290-1539F906C888}"/>
                </msink:context>
              </emma:interpretation>
              <emma:one-of disjunction-type="recognition" id="oneOf3">
                <emma:interpretation id="interp15" emma:lang="en-AU" emma:confidence="0">
                  <emma:literal>40</emma:literal>
                </emma:interpretation>
                <emma:interpretation id="interp16" emma:lang="en-AU" emma:confidence="0">
                  <emma:literal>4 0</emma:literal>
                </emma:interpretation>
                <emma:interpretation id="interp17" emma:lang="en-AU" emma:confidence="0">
                  <emma:literal>4 O</emma:literal>
                </emma:interpretation>
                <emma:interpretation id="interp18" emma:lang="en-AU" emma:confidence="0">
                  <emma:literal>4 o</emma:literal>
                </emma:interpretation>
                <emma:interpretation id="interp19" emma:lang="en-AU" emma:confidence="0">
                  <emma:literal>4O</emma:literal>
                </emma:interpretation>
              </emma:one-of>
            </emma:emma>
          </inkml:annotationXML>
          <inkml:trace contextRef="#ctx0" brushRef="#br0" timeOffset="10169.187">5506-442 1515,'0'-20'67,"0"20"14,0 0-65,0 0-16,0 0 0,0 0 0,-6-4 42,6 4 5,-16 0 1,16 0 0,-11 9-6,5 6-1,-5 0 0,0 4 0,0 5-27,6 1-6,-6 4 0,6 5-8,-1 0 8,-5-4-8,6 4 0,5-5 0,0 0 0,0-4 0,5-1 0,1-5 0,5 6 0,-1-11 0,1 1 0,0-5-9,6-1 9,-1 1 0,1-5 0,5-5-8,5 0 8,-5 0 0,5-5 0,-5 0 0,6 0 0,-1 1 0,1-1 0,-1-10 0,1 5-15,-7 6-1,1-1 0,0 0-787</inkml:trace>
          <inkml:trace contextRef="#ctx0" brushRef="#br0" timeOffset="10392.5568">5780-213 633,'0'0'56,"0"0"-44,0 0-12,0 0 0,0 0 185,0 0 35,0 0 8,0 0 0,-11 15-102,5-1-21,1 1-4,0 0-1,-1 4-61,6 5-13,0 1-2,-5-1-1,5 5-15,0-4-8,0 4 10,0 0-10,0 0 8,0 1-8,0-1 0,0-5 0,5-4-26,-5 4-11,6-9-3,-1-1-776</inkml:trace>
          <inkml:trace contextRef="#ctx0" brushRef="#br0" timeOffset="10705.8691">6263-349 1267,'-6'4'112,"1"-4"-89,-6 0-23,5 0 0,-5 5 105,0 0 17,0 5 3,0 5 1,6-1-50,-6 6-9,0-6-3,5 11 0,1 4-36,-1 0-7,1 5-1,5 5-1,5-5-19,1 1 0,5-1 8,0 0-8,0 0 8,5-10-8,-5 1 12,11-6-12,-5-4 8,5-1-8,-6-4 0,6-10 0,0 0 14,0 0-1,0-15 0,0 6 0,0-11 25,-6 1 5,6-11 1,-6 1 0,1 0-26,-6-5-5,0-5-1,0 5 0,-6-5 0,-5 5 0,0-5 0,-5 5 0,-1 4 2,-5 1 0,0 0 0,-5 4 0,-1 1-32,-4 9-6,-1 1-2,-6 4 0,1 5-142,-1 10-28,-5 0-5</inkml:trace>
        </inkml:traceGroup>
      </inkml:traceGroup>
    </inkml:traceGroup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2:30.330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AA16DB4-A0B8-4458-A290-1539F906C888}" emma:medium="tactile" emma:mode="ink">
          <msink:context xmlns:msink="http://schemas.microsoft.com/ink/2010/main" type="inkDrawing" rotatedBoundingBox="15125,16075 17289,15585 17315,15700 15152,16191" semanticType="callout" shapeName="Other">
            <msink:sourceLink direction="with" ref="{7A37F6D1-BD0A-46E4-9309-D2195455749C}"/>
            <msink:sourceLink direction="with" ref="{BB0AFB2D-E165-4F4F-8573-70B02A05925A}"/>
          </msink:context>
        </emma:interpretation>
      </emma:emma>
    </inkml:annotationXML>
    <inkml:trace contextRef="#ctx0" brushRef="#br0">0 452 1324,'0'0'118,"0"0"-94,0 0-24,0 0 0,0 0 67,0 0 9,11 4 1,6 1 1,-1-5 11,6 5 3,0-5 0,11 0 0,0 0-31,11-5-5,-1 5-2,12-5 0,0-4-13,5 4-2,1-5-1,16 0 0,-6 1-7,11-1-2,6 0 0,0-9 0,5-6-10,-5 1-3,-1-1 0,1 1 0,0-5-6,0 0-2,-1-1 0,7 1 0,-12 0-8,-5 4 12,-6 6-12,0-1 12,-16 6-12,-6-1 0,-5 5 0,-5 1-11,-1-1-103,-11 0-21,1 10-4</inkml:trace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2:31.49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AC88887-3020-4DF9-83A5-427E40C2065C}" emma:medium="tactile" emma:mode="ink">
          <msink:context xmlns:msink="http://schemas.microsoft.com/ink/2010/main" type="writingRegion" rotatedBoundingBox="15635,15992 21601,14484 22072,16347 16105,17855"/>
        </emma:interpretation>
      </emma:emma>
    </inkml:annotationXML>
    <inkml:traceGroup>
      <inkml:annotationXML>
        <emma:emma xmlns:emma="http://www.w3.org/2003/04/emma" version="1.0">
          <emma:interpretation id="{3D92ACFE-79A2-460D-AFE5-52326A5AC6AF}" emma:medium="tactile" emma:mode="ink">
            <msink:context xmlns:msink="http://schemas.microsoft.com/ink/2010/main" type="paragraph" rotatedBoundingBox="15635,15992 21601,14484 22072,16347 16105,1785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8CFE6E4-7C8D-4AEE-9386-3C5A04D8E9B9}" emma:medium="tactile" emma:mode="ink">
              <msink:context xmlns:msink="http://schemas.microsoft.com/ink/2010/main" type="line" rotatedBoundingBox="15635,15992 21392,14537 21611,15403 15853,16858"/>
            </emma:interpretation>
          </emma:emma>
        </inkml:annotationXML>
        <inkml:traceGroup>
          <inkml:annotationXML>
            <emma:emma xmlns:emma="http://www.w3.org/2003/04/emma" version="1.0">
              <emma:interpretation id="{BB0AFB2D-E165-4F4F-8573-70B02A05925A}" emma:medium="tactile" emma:mode="ink">
                <msink:context xmlns:msink="http://schemas.microsoft.com/ink/2010/main" type="inkWord" rotatedBoundingBox="15686,16303 19345,14964 19547,15516 15888,16855">
                  <msink:destinationLink direction="with" ref="{1AA16DB4-A0B8-4458-A290-1539F906C888}"/>
                </msink:context>
              </emma:interpretation>
              <emma:one-of disjunction-type="recognition" id="oneOf0">
                <emma:interpretation id="interp0" emma:lang="en-AU" emma:confidence="0">
                  <emma:literal>112=20</emma:literal>
                </emma:interpretation>
                <emma:interpretation id="interp1" emma:lang="en-AU" emma:confidence="0">
                  <emma:literal>112--20</emma:literal>
                </emma:interpretation>
                <emma:interpretation id="interp2" emma:lang="en-AU" emma:confidence="0">
                  <emma:literal>'12=20</emma:literal>
                </emma:interpretation>
                <emma:interpretation id="interp3" emma:lang="en-AU" emma:confidence="0">
                  <emma:literal>"12=20</emma:literal>
                </emma:interpretation>
                <emma:interpretation id="interp4" emma:lang="en-AU" emma:confidence="0">
                  <emma:literal>"2=20</emma:literal>
                </emma:interpretation>
              </emma:one-of>
            </emma:emma>
          </inkml:annotationXML>
          <inkml:trace contextRef="#ctx0" brushRef="#br0">5654 879 1533,'0'0'68,"0"0"14,-6-5-66,1 0-16,-1 0 0,6 5 0,0 0 108,0 0 17,0 0 4,0 0 1,-5 5-58,-1 5-12,6 0-3,6 9 0,-6 1-37,0-1-7,0 6-1,5-1-1,-5 5-11,6-4 0,-1 4 0,6 0 0,-5-5 0,5 1-11,-6-1 3,6 1 0,-5-1-56,5-9-12,5 4-1</inkml:trace>
          <inkml:trace contextRef="#ctx0" brushRef="#br0" timeOffset="174.3321">5977 894 1209,'-5'9'108,"5"-4"-87,-6 0-21,6 10 0,0-15 92,0 9 15,0 11 2,0-1 1,6-4-53,-1 5-10,-5-1-3,6 1 0,-1-1-35,1 5-9,-1-9 0,1 5 0,-1-6-56,1 1-12</inkml:trace>
          <inkml:trace contextRef="#ctx0" brushRef="#br0" timeOffset="459.0043">6246 903 921,'0'0'40,"6"0"10,10-9-40,-5 4-10,0-5 0,5 0 0,6-4 203,0 4 38,-5-5 8,10 5 2,-5-4-116,0 4-23,-6 0-5,6 5-1,0-4-37,0-1-7,-5 5-2,-1 0 0,-5 5-35,0 0-7,0 5-2,-11 10 0,6-6-16,-12 6 0,-5 9 8,6 1-8,-6-1-45,0 1-13,-6 4-2,1-5-1,5 1-18,0-1-3,-6 0-1,6 1 0,0-11 33,6 1 6,0-5 2,5 4 0,-6-4 34,6-10 8,0 0 0,0 0 0,0 0 43,11 10 10,-11-10 3,16 5 0,6-5 12,0-5 4,0 5 0,6-5 0,-1 0-16,6 0-4,-6-5 0,12 1 0,-6 4-40,5-5-12,-5 5 0,5-5-1092</inkml:trace>
          <inkml:trace contextRef="#ctx0" brushRef="#br0" timeOffset="912.5844">7557 435 1382,'0'0'61,"0"0"13,0 0-59,0 0-15,0 0 0,0 0 0,16-9 92,-5-1 16,0 5 4,0-5 0,6 0-48,5 1-8,-6-1-3,6 0 0,0 0-33,-6 1-6,1-1-2,-1 5 0,1 0-24,-6 0-6,-11 5-1,0 0-568,0 0-113</inkml:trace>
          <inkml:trace contextRef="#ctx0" brushRef="#br0" timeOffset="1091.3528">7535 694 518,'0'0'46,"0"0"-37,11 0-9,5 0 0,-16 0 217,11 5 42,6-5 8,-1 0 1,1-5-146,5 0-30,5 0-5,0-5-2,1 0-36,5 1-7,-6 4-2,1-5-876</inkml:trace>
          <inkml:trace contextRef="#ctx0" brushRef="#br0" timeOffset="1637.7259">8341-76 1267,'0'0'112,"0"0"-89,5-5-23,1-5 0,5 5 113,0-5 19,-6 1 3,12-1 1,-1 5-16,-5-5-2,6 0-1,-1 6 0,1-1-52,-1-5-10,-5 5-3,-11 5 0,11-5-19,-11 5-4,0 0-1,0 0 0,0 0-19,0 0-9,0 0 8,0 0-8,0 0 0,16 15 0,-16 4 0,0 1 0,-5 4-48,-6 5-1,0-4-1,-5-1 0,5 0-14,-6 1-4,6-1 0,0 1 0,0-6 7,6 1 1,-1-1 0,1-4 0,5-1 28,-6 1 7,6-15 1,0 0 0,6 10 24,-6-10 19,0 0-3,16 9-1,1-4 20,-1 0 4,1-10 1,5 0 0,0 1 12,5-6 4,-5 0 0,5 0 0,-5 1-21,6-1-4,-6-5-1,5 5 0,-5 1-30,5-6 0,-5 5-13,6-4-649,-6 4-130</inkml:trace>
          <inkml:trace contextRef="#ctx0" brushRef="#br0" timeOffset="1861.1571">8988-198 230,'0'0'20,"-5"5"-20,-6-5 0,11 0 0,-6-5 318,6 5 59,-5-5 12,5 5 3,0 0-225,0 0-45,0 0-9,0 0-1,-6 14-63,1 6-12,5-5-2,0 4-1,0 5-21,5-4-4,1 4-1,5 1 0,-6-6-8,6 5 8,0 1-8,6-6 8,-6-4-8,5 0 0,0-1 0,1 1 0,5-1 0,-6-9 0,6 0 9,0 0-9,-5-5 13,-1 0-1,0-5-1,6-5 0,-5 1 17,-1-1 3,1-10 1,-1 1 0,-5-5 4,-5-6 2,-1 1 0,-5 0 0,6 5-10,-6-6-3,5 1 0,-5 0 0,-5 4-13,-1-4-2,-5 5-1,0-1 0,-5 6-9,-1-1-16,-10 6 4,5 4 1,-5 5-69,5 10-15,0 0-2,-6 10-957</inkml:trace>
        </inkml:traceGroup>
        <inkml:traceGroup>
          <inkml:annotationXML>
            <emma:emma xmlns:emma="http://www.w3.org/2003/04/emma" version="1.0">
              <emma:interpretation id="{B902E6F2-E234-4269-936C-89D5CC06148E}" emma:medium="tactile" emma:mode="ink">
                <msink:context xmlns:msink="http://schemas.microsoft.com/ink/2010/main" type="inkWord" rotatedBoundingBox="21476,14871 21615,15399 21134,15525 20995,14997"/>
              </emma:interpretation>
              <emma:one-of disjunction-type="recognition" id="oneOf1">
                <emma:interpretation id="interp5" emma:lang="en-AU" emma:confidence="0">
                  <emma:literal>5</emma:literal>
                </emma:interpretation>
                <emma:interpretation id="interp6" emma:lang="en-AU" emma:confidence="0">
                  <emma:literal>4</emma:literal>
                </emma:interpretation>
                <emma:interpretation id="interp7" emma:lang="en-AU" emma:confidence="0">
                  <emma:literal>J</emma:literal>
                </emma:interpretation>
                <emma:interpretation id="interp8" emma:lang="en-AU" emma:confidence="0">
                  <emma:literal>j</emma:literal>
                </emma:interpretation>
                <emma:interpretation id="interp9" emma:lang="en-AU" emma:confidence="0">
                  <emma:literal>s</emma:literal>
                </emma:interpretation>
              </emma:one-of>
            </emma:emma>
          </inkml:annotationXML>
          <inkml:trace contextRef="#ctx0" brushRef="#br0" timeOffset="13808.485">10962-384 1670,'0'0'74,"0"0"15,0 0-71,0 0-18,0 0 0,0-9 0,0 9 152,6-5 26,-1-5 6,1 0 0,-6 10-80,11-9-16,5 4-3,-5-5-1,6 0-41,5 5-9,5 0-2,0 1 0,1-6-18,-1 0-4,1 5-1,-1-5 0,6 6-9,-11-6 0,5 5 0,-5-5 0,0 0-80,-5 6-20,-17 4-5,0 0-1029</inkml:trace>
          <inkml:trace contextRef="#ctx0" brushRef="#br0" timeOffset="14193.223">11028-403 1324,'0'0'59,"-16"5"12,16-5-57,-11 0-14,-6 0 0,6 0 0,11 0 224,-16 0 43,16 0 8,-6 5 1,6-5-165,0 0-34,-11 9-6,11-9-2,-5 20-49,0-5-9,-1-1-3,6 1 0,-5-5-8,5 4 0,0-4 0,11 5 0,-6-6 0,0 1 0,1 0-9,10 0 9,-5-6 0,6 6 0,-6-5 0,5 5 0,1 0 0,-1-6 11,1 6-2,-1 0 0,1 0 0,4-1 0,-4-4 0,5 0 0,-6 5-9,6 0 12,-5-5-12,-1 4 12,-5 1-12,0-5 8,-5 0-8,-1 5 8,1 4 0,-1 1-8,-5-5 12,0 4-4,-5-4 0,-1 4-8,-5-4 12,0 5-4,0-5-8,0-1 0,-5 1 9,-1 0-9,1-5 0,-6 0 0,5-5-12,-5 4 4,1-4-44,-1 0-9,0 0-2,5 0-705,1 0-142</inkml:trace>
        </inkml:traceGroup>
      </inkml:traceGroup>
      <inkml:traceGroup>
        <inkml:annotationXML>
          <emma:emma xmlns:emma="http://www.w3.org/2003/04/emma" version="1.0">
            <emma:interpretation id="{9C482016-AEAF-427A-94AB-00EFDC4F7CC1}" emma:medium="tactile" emma:mode="ink">
              <msink:context xmlns:msink="http://schemas.microsoft.com/ink/2010/main" type="line" rotatedBoundingBox="18267,15853 21864,15437 21976,16409 18380,16825"/>
            </emma:interpretation>
          </emma:emma>
        </inkml:annotationXML>
        <inkml:traceGroup>
          <inkml:annotationXML>
            <emma:emma xmlns:emma="http://www.w3.org/2003/04/emma" version="1.0">
              <emma:interpretation id="{F86EE404-4693-47D7-9590-88E76E6749F6}" emma:medium="tactile" emma:mode="ink">
                <msink:context xmlns:msink="http://schemas.microsoft.com/ink/2010/main" type="inkWord" rotatedBoundingBox="18267,15853 21864,15437 21976,16409 18380,16825"/>
              </emma:interpretation>
              <emma:one-of disjunction-type="recognition" id="oneOf2">
                <emma:interpretation id="interp10" emma:lang="en-AU" emma:confidence="0">
                  <emma:literal>56=4</emma:literal>
                </emma:interpretation>
                <emma:interpretation id="interp11" emma:lang="en-AU" emma:confidence="0">
                  <emma:literal>Foie</emma:literal>
                </emma:interpretation>
                <emma:interpretation id="interp12" emma:lang="en-AU" emma:confidence="0">
                  <emma:literal>56=54</emma:literal>
                </emma:interpretation>
                <emma:interpretation id="interp13" emma:lang="en-AU" emma:confidence="0">
                  <emma:literal>56: The</emma:literal>
                </emma:interpretation>
                <emma:interpretation id="interp14" emma:lang="en-AU" emma:confidence="0">
                  <emma:literal>56: To</emma:literal>
                </emma:interpretation>
              </emma:one-of>
            </emma:emma>
          </inkml:annotationXML>
          <inkml:trace contextRef="#ctx0" brushRef="#br0" timeOffset="2168.9296">8187 684 1036,'-5'0'92,"5"0"-73,0 0-19,0 0 0,11-10 204,5 5 36,1 0 8,10 1 2,1-6-92,10 5-18,0-10-4,6 6-1,6-6-36,5 5-7,-1 0-2,7-4 0,-6-6-31,5 1-7,0-6 0,-5 6-1,5-5-18,6 4-3,5 1-1,-5-1 0,-11 5-17,0-4-4,5 4-8,1 1 12,-1-1-12,0 0-12,-10 1 3,-7-1 0,7 5-177,-12 1-35</inkml:trace>
          <inkml:trace contextRef="#ctx0" brushRef="#br0" timeOffset="5885.8722">8725 825 748,'0'0'67,"-6"-5"-54,1 1-13,5 4 0,0 0 217,0 0 41,0 0 8,0 0 2,0 0-126,0 0-25,0 0-5,0 0 0,16 0-32,1 0-7,-6 0-1,5 0 0,1-5-28,5 0-7,-6 5-1,6-5 0,-6 0-19,6-5-4,-5 5-1,5-4 0,0 4-20,0-5-5,-6 10-1,6-10 0,-5 5-173,-7-4-34</inkml:trace>
          <inkml:trace contextRef="#ctx0" brushRef="#br0" timeOffset="6231.5732">8862 738 1267,'0'0'112,"0"0"-89,0 0-23,0 0 0,0 0 78,0 0 11,0 0 3,0 0 0,-11 9 3,11-9 1,0 0 0,-5 15 0,5 0-60,-6-6-12,6-9-3,-5 15 0,5 4-9,5-4-3,-5 0 0,6 4 0,-1-9-28,1 5-5,-1-1-2,0-4 0,6 5 26,-5-6 0,5 6 0,0-5 0,0-1 0,-6 1 0,6-5 0,0 5 0,-11-10 19,11 5 9,-11-5 1,6 9 1,5 1-18,-11-10-4,0 0-8,0 0 12,0 0 22,5 15 4,-5-5 1,0-10 0,-5 14-11,-6 1-3,5-1 0,-10-4 0,5 0-12,0 0-2,-6-1-1,6 1 0,-5 0-10,5-5 0,-5 0 0,5 0 8,0-5-8,0 0-14,5 0 3,6 0 1,0 0-54,0 0-10,0 0-2,0-10-568,0-5-114</inkml:trace>
          <inkml:trace contextRef="#ctx0" brushRef="#br0" timeOffset="6547.8255">9328 762 1324,'6'-15'118,"-6"15"-94,0 0-24,0 0 0,0 0 121,0 0 20,0 0 4,0 0 1,0 0-14,0 0-2,0 0-1,0 0 0,-6 15-74,1 0-15,5 4-4,-6 1 0,6 4-36,6 0 0,-1 1-9,-5-1 9,6 0 0,-6 1 0,0-1 14,5 1-4,6-1-10,0 0 0,0-4 0,0-1 0,0-4 0,5 0 0,1-6 0,-1 1 0,1-5 0,-1-5 0,1-5 0,-1 0 0,1-5 0,-6 1 0,0-6 10,-6 0-10,6 1 21,0-6-2,-11 6-1,5-6 0,-5 1 2,0 4 1,-11 0 0,0 1 0,1 4-11,-7 5-2,1 5-8,-1 5 12,-5 0-41,-5 5-9,5-1-2,0 6 0,5 0-40,1-1-8,5 1-1,6 0-594,5-1-118</inkml:trace>
          <inkml:trace contextRef="#ctx0" brushRef="#br0" timeOffset="7084.3272">10079 708 1440,'0'0'128,"0"0"-103,0 0-25,0 0 0,0 0 155,0 0 25,0 0 6,11 0 1,0 0-55,0 0-12,-11 0-1,17 0-1,-1-9-50,6-1-11,0 5-1,0 0-1,0 0-55,0 0 0,0-4-16,5 4-1190</inkml:trace>
          <inkml:trace contextRef="#ctx0" brushRef="#br0" timeOffset="6779.571">10123 382 1670,'0'0'148,"0"0"-118,0 0-30,0 0 0,0 0 116,0 0 16,0 0 4,0 0 1,0 0-16,11 0-3,-5 0-1,10 0 0,1 0-56,-6-5-11,0 5-2,5-5-1,1 5-25,-1-5-5,-5 0-1,0 0 0,0 5-16,0-5 0,-11 5 0,16 0 0,-16 0-104,0 0-24,17 5-4,-17-5-620,0 0-124</inkml:trace>
          <inkml:trace contextRef="#ctx0" brushRef="#br0" timeOffset="14394.0029">10732 426 1785,'0'0'159,"0"0"-127,0 0-32,0 0 0,0 0 93,17-5 13,-7-5 2,7 0 1,-1 0 47,12 1 8,-6-1 3,11 0 0,-6-4-67,11 4-14,1-5-2,5 5-1,-6-4-25,6 4-5,5 0-1,1 5 0,-1-4-37,-5-1-15,0 5 11,5 0-11,-10-5 12,10 6-3,-5-6-1,5 0 0,6 5-82,-11-5-17,5 1-3,1 4-1283</inkml:trace>
          <inkml:trace contextRef="#ctx0" brushRef="#br0" timeOffset="18395.6911">10913 718 1731,'0'0'154,"0"0"-123,0 0-31,0 0 145,0 0 23,0 0 5,0 0 1,0 0-74,0 0-16,0 0-2,0 0-1,0 0-13,0 0-4,0 10 0,0 0 0,6 4-51,-6 1-13,0-1 0,5 1 0,1 0 0,-1-1 0,0 6 0,-5-1 0,0-4-29,0-10-9,0-5-2,11 10 0,-5-6-215,-6-4-43</inkml:trace>
          <inkml:trace contextRef="#ctx0" brushRef="#br0" timeOffset="18672.7987">11165 465 460,'0'0'41,"0"0"-33,0 0-8,0 0 0,0 0 346,0 0 67,0 0 14,-11 0 2,11 0-248,-11 0-49,11 0-11,-11 4-1,0 11-72,-5-5-13,11 4-3,-6 1-1,5 9-23,1-4-8,-1-5 0,6 4 0,0-4 0,0 9 0,0-9 0,6 4 0,5-4 0,0 4 0,-6-4 0,11-5 0,-5-1 0,6 6 0,-1 0 0,1-6 0,-1-4 0,6 0 8,-5 0-8,5 5 12,-6-5 4,6-5 1,0-5 0,0 0 0,0-5-3,0 0-1,0-4 0,0 4 0,5 0-26,-5 1-6,-6-6-1,6 0 0,-5 1-212,-1 4-42</inkml:trace>
          <inkml:trace contextRef="#ctx0" brushRef="#br0" timeOffset="18826.9317">11467 430 2001,'0'0'88,"0"0"20,-11 15-87,5 0-21,1-1 0,0 1 0,-1 4 111,6-4 17,0 9 4,6 6 1,-1-6-69,6 5-13,-6 5-3,6 10-1,0 5-30,6-5-5,-6 0-2,5 0 0,6 0-110,-5-1-23,5 6-4</inkml:trace>
        </inkml:traceGroup>
      </inkml:traceGroup>
    </inkml:traceGroup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13.383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0157F45-76D9-4418-9693-CCFC5EBDAD47}" emma:medium="tactile" emma:mode="ink">
          <msink:context xmlns:msink="http://schemas.microsoft.com/ink/2010/main" type="inkDrawing"/>
        </emma:interpretation>
      </emma:emma>
    </inkml:annotationXML>
    <inkml:trace contextRef="#ctx0" brushRef="#br0">82 163 1728,'-27'20'76,"27"-20"16,0 0-73,0 0-19,-11 10 0,11-10 0,-6 9 55,1 6 7,5 4 2,0 1 0,-6-1-31,6 6-5,0-1-2,6 5 0,5-4-42,-6-1-8,1 10-1,5 0-1,0 1 43,0-6 9,-6 0 2,1 0 0,5 0-28,-1-4 0,-4-11 0,-1 6-11,1-5-22,-6-15-5,0 0-1,0 0 0,0 0-22,0 0-5,0-10-1,-6-5 0,-5 1 28,6-6 6,0-4 1,-1-5 0,-5-6 32,6 1 0,-6 5 0,0-5 0,5 0 19,1-5 10,-1 5 3,1 0 0,-1-1 19,6 6 4,0 0 1,6 0 0,-1 4-24,1 1-4,-1 4 0,6 1-1,6-1 25,-1 1 6,0 4 1,6 1 0,0-1-31,0 5-5,0 5-2,0 5 0,0-4-9,-5 8-3,-1 1 0,0 0 0,6 0-9,-11 0 12,0 5-12,0 4 12,-5 1-12,-1-5 12,-5 4-12,0-4 12,-5 5-12,-1-1 12,1 1-12,-6 0 12,0 4-12,-6-4 8,1-1-8,0 1 8,-6 0-8,-6-1-17,1-4 4,-1 0 1,1-1-23,-1-4-4,1 0-1,5 0 0,0-5-28,6-5-7,-1 0-1,6 0-521,6 5-105</inkml:trace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13.62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23AED8A-C77E-486B-A291-3ABCFEEB58BC}" emma:medium="tactile" emma:mode="ink">
          <msink:context xmlns:msink="http://schemas.microsoft.com/ink/2010/main" type="inkDrawing"/>
        </emma:interpretation>
      </emma:emma>
    </inkml:annotationXML>
    <inkml:trace contextRef="#ctx0" brushRef="#br0">111 0 1551,'0'10'68,"-6"-10"16,6 0-68,0 0-16,0 0 0,0 0 0,0 0 106,-11 15 18,0-1 3,1 1 1,-1 0-49,-6-1-10,6 1-1,0 4-1,6 1-32,-6 4-7,11 6 0,0-1-1,-6 0-27,1 5 0,10 5 0,1 10 0,-6-5 20,5 0 0,1 0-1,-1-1 0,12-8-37,-12-1-7,12-5-2,-1-5 0,0 1-37,6-6-7,-5 1-1,5-6-888</inkml:trace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14.25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EEE3B16-7ED3-4E64-BAF3-94CB39C2F6DD}" emma:medium="tactile" emma:mode="ink">
          <msink:context xmlns:msink="http://schemas.microsoft.com/ink/2010/main" type="writingRegion" rotatedBoundingBox="18796,17151 22684,17232 22662,18313 18773,18232"/>
        </emma:interpretation>
      </emma:emma>
    </inkml:annotationXML>
    <inkml:traceGroup>
      <inkml:annotationXML>
        <emma:emma xmlns:emma="http://www.w3.org/2003/04/emma" version="1.0">
          <emma:interpretation id="{AD0C7D8F-37B0-43F3-8006-56BE1C8FE6E2}" emma:medium="tactile" emma:mode="ink">
            <msink:context xmlns:msink="http://schemas.microsoft.com/ink/2010/main" type="paragraph" rotatedBoundingBox="18796,17151 22684,17232 22662,18313 18773,1823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70D2DDB-CC08-4A79-8AE8-9BD37B4AF4D1}" emma:medium="tactile" emma:mode="ink">
              <msink:context xmlns:msink="http://schemas.microsoft.com/ink/2010/main" type="line" rotatedBoundingBox="18796,17151 22684,17232 22662,18313 18773,18232"/>
            </emma:interpretation>
          </emma:emma>
        </inkml:annotationXML>
        <inkml:traceGroup>
          <inkml:annotationXML>
            <emma:emma xmlns:emma="http://www.w3.org/2003/04/emma" version="1.0">
              <emma:interpretation id="{A1C465C2-4137-4EA7-B597-41C6E81BEC82}" emma:medium="tactile" emma:mode="ink">
                <msink:context xmlns:msink="http://schemas.microsoft.com/ink/2010/main" type="inkWord" rotatedBoundingBox="18827,17210 20275,17447 20173,18070 18725,17833"/>
              </emma:interpretation>
              <emma:one-of disjunction-type="recognition" id="oneOf0">
                <emma:interpretation id="interp0" emma:lang="en-AU" emma:confidence="0">
                  <emma:literal>Blue</emma:literal>
                </emma:interpretation>
                <emma:interpretation id="interp1" emma:lang="en-AU" emma:confidence="0">
                  <emma:literal>Bine</emma:literal>
                </emma:interpretation>
                <emma:interpretation id="interp2" emma:lang="en-AU" emma:confidence="0">
                  <emma:literal>Blues</emma:literal>
                </emma:interpretation>
                <emma:interpretation id="interp3" emma:lang="en-AU" emma:confidence="0">
                  <emma:literal>Bike</emma:literal>
                </emma:interpretation>
                <emma:interpretation id="interp4" emma:lang="en-AU" emma:confidence="0">
                  <emma:literal>Bite</emma:literal>
                </emma:interpretation>
              </emma:one-of>
            </emma:emma>
          </inkml:annotationXML>
          <inkml:trace contextRef="#ctx0" brushRef="#br0">-3 166 1267,'0'0'112,"0"0"-89,0-9-23,0 9 0,0 0 140,0 0 23,0 0 5,0 0 0,0 19-74,0-4-15,5 9-3,-5-9-1,6-6-53,-1 11-10,0-1-3,1 11 0,-1-6-9,1 10 8,-6-5-8,5-4 8,1-6-8,-6 6 8,5-11-8,-5 6 8,0-20-8,0 0 0,0 0-10,0 0 10,0 0 0,0 0 0,0-15 0,0-9 0,-5-10 0,5-5-9,-6 5 9,12 4-8,-6 1 8,5 5 0,-5-6 0,6 1-8,-1 10 8,1-6 0,5 6 0,0-1-8,0-4 8,0 9 0,5-4 0,1 4 0,-6 1 0,5-1 14,-5 5-3,5 5-1,-5-4 2,0 9 1,-5 0 0,-6 0 0,0 0-23,11 4-5,-11-4-1,5 15 0,-5-15 38,6 15 7,-6-6 2,0 11 0,0-5-22,0 4-9,-6 1 8,1-6-8,-1 1 0,1 4 0,-1-4-9,6 0 9,0-1-12,-5 1 4,-1-1 8,6-4-13,0 5 13,0-15-12,0 0 12,0 0-12,0 14 12,0-4-9,6 5 9,-1-1-8,1-4 8,5 0 0,0 0 0,0-5-8,-6 4 8,6 1-10,-11-10 10,17 0-10,-6 5 10,5 0 0,-5 5 0,0-1 0,-11-9 0,6 5 0,-6-5 0,0 0 8,5 10 1,0 0 1,-5-1 0,-5 1 0,5-10 10,-5 15 3,-6-1 0,5 1 0,-5 0-12,0-6-3,0 6 0,-5 0 0,-1-6-8,6 1 0,-5 0 0,5 0 0,-6-6-11,6-4-4,0 5-1,1-5 0,-1-5-44,0 5-8,5-9-3,1-6-570,-1 0-115</inkml:trace>
          <inkml:trace contextRef="#ctx0" brushRef="#br0" timeOffset="166.982">490 1 1036,'0'0'92,"0"0"-73,0 0-19,0 0 0,0 0 164,0 0 28,0 0 7,0 14 1,6-4-55,-6 5-10,0-1-3,0 1 0,0-5-72,5 9-16,-5 5-2,0 1-1,6 4-24,-6 5-5,0-5 0,5 1-1,1-1-11,-6 5 0,10 0 0,-4 0 0,5 0-9,-6-4-1,1 4 0,5-5 0,-6-5-56,6-4-11,-5-1-3,5-4-897</inkml:trace>
          <inkml:trace contextRef="#ctx0" brushRef="#br0" timeOffset="830.2314">671 283 921,'6'5'40,"-1"-5"10,-5-5-40,6 5-10,-6 0 0,0 0 0,0 0 239,0 0 45,0 0 10,0 0 2,0 10-171,5 5-33,1-1-8,-1 6 0,0 4-52,1-4-9,-1 4-3,1 0 0,-1-4-20,1 4 8,5 1-8,0-6 0,0-4 0,0 4 0,0-4 0,-6-1 0,6-9 0,0 0 0,-5 0 0,5 0 0,0-5-16,0 0-2,-6-5 0,6-5 0,-6 1 6,6-11 0,-5 5 1,5-4 0,-6 0 11,1-6 0,5 1 0,-6 4-8,1-4 8,-6 0 0,5-1 0,1 6 0,-6 4 0,5 5 0,-5 10 0,0 0 0,11-9 0,-11 9 0,0 0 0,0 0 0,0 0 8,6 4-8,5 6 8,-6 5-8,6-1 0,0 6 0,-5-1 0,5-4-8,-6 5 8,6-6 0,0 1 0,0-5 0,0-1 0,0 1 0,0 0 0,0-5-8,0 4 8,5-4 0,-5 0 0,0-5 0,0 0 0,0-5 0,0 0 0,0-4 0,0-1-15,-6-5-1,6 1 0,0-6 0,0 1 38,-5-1 7,5 1 2,-6 4 0,-5 0-12,6 1-3,-6-6 0,0 1 0,0-1-3,-6 1-1,6 4 0,-5 1 0,-1-1-12,-5 5 11,-5 5-11,16 5 10,0 0-10,-11 0 0,0 10 9,0 5-9,0 4 0,0 6-8,11-6 0,-5 5 0,5 1 8,0 4-12,0 0 12,5 5-12,1-9 12,-1 4-8,6-5 8,5 1-8,1-1 8,-1-4 0,1-6 0,5 1-8,-6-1 8,6-9 0,0-5 0,0 0-8,-5 0-101,-1 0-20</inkml:trace>
        </inkml:traceGroup>
        <inkml:traceGroup>
          <inkml:annotationXML>
            <emma:emma xmlns:emma="http://www.w3.org/2003/04/emma" version="1.0">
              <emma:interpretation id="{97374680-1E18-4589-AD72-2E81A3F26E55}" emma:medium="tactile" emma:mode="ink">
                <msink:context xmlns:msink="http://schemas.microsoft.com/ink/2010/main" type="inkWord" rotatedBoundingBox="20622,17057 22745,17428 22568,18441 20445,18070"/>
              </emma:interpretation>
              <emma:one-of disjunction-type="recognition" id="oneOf1">
                <emma:interpretation id="interp5" emma:lang="en-AU" emma:confidence="0">
                  <emma:literal>1B)=</emma:literal>
                </emma:interpretation>
                <emma:interpretation id="interp6" emma:lang="en-AU" emma:confidence="0">
                  <emma:literal>1B),</emma:literal>
                </emma:interpretation>
                <emma:interpretation id="interp7" emma:lang="en-AU" emma:confidence="0">
                  <emma:literal>1B).</emma:literal>
                </emma:interpretation>
                <emma:interpretation id="interp8" emma:lang="en-AU" emma:confidence="0">
                  <emma:literal>1B);</emma:literal>
                </emma:interpretation>
                <emma:interpretation id="interp9" emma:lang="en-AU" emma:confidence="0">
                  <emma:literal>1B)".</emma:literal>
                </emma:interpretation>
              </emma:one-of>
            </emma:emma>
          </inkml:annotationXML>
          <inkml:trace contextRef="#ctx0" brushRef="#br0" timeOffset="3231.1299">3567 576 2145,'0'0'47,"0"0"9,0 0 3,0 0 2,0 0-49,0 0-12,11 0 0,0 5 0,0-5 64,5 4 9,0-4 3,1 0 0,5-4-23,0 4-4,5-5-1,1 5 0,-1 0-128,6 0-25,5-5-6,-5 0-1</inkml:trace>
          <inkml:trace contextRef="#ctx0" brushRef="#br0" timeOffset="3061.2367">3583 337 2124,'0'0'94,"0"0"19,0 0-90,0 0-23,0 0 0,0 0 0,11-5 70,0 5 10,0-10 1,0 10 1,5-5-15,1 5-3,-6-4-1,0-1 0,-11 5-50,16 0-13,1 0 0,-6 0 0,-11 0 0,11 5 0,5-1 0,-10 6 0,-6-10-148,11 10-36,-11 5-6</inkml:trace>
          <inkml:trace contextRef="#ctx0" brushRef="#br0" timeOffset="1212.4115">1828-82 1152,'-11'-5'102,"11"5"-82,-5 0-20,5 0 0,0 0 195,0 0 34,-6 0 7,6 0 2,0 0-78,0 0-15,0 0-3,0 0-1,0 10-69,-5 4-15,5 1-2,0 4-1,0 11-31,0 4-7,5 0 0,-5 10-1,6 4-7,-6 6-8,5-5 11,6 4-11,-5-4 0,-1 0 0,1 0 0,-1-5 0,1-6-129,5-3-20,-6-6-4</inkml:trace>
          <inkml:trace contextRef="#ctx0" brushRef="#br0" timeOffset="2524.4262">2272 74 1267,'0'0'56,"0"0"12,-11 5-55,11-5-13,-10 0 0,10 0 0,0 0 168,0 0 30,0 0 6,0 0 2,0 0-98,0 0-20,-6 14-4,6-4-1,0 5-52,0 9-11,0 0-1,0 1-1,11-1-18,-11 10 0,0-5 8,5 10-8,-5-4 0,6-1 0,-1 0 8,1-5-8,-6-5 0,0 1 0,0-1-11,0-9 11,0-1-42,0-14-2,0 0 0,0 0 0,0 0-13,0 0-3,0 0-1,0 0 0,5-14 13,-10-11 2,-1 1 1,1-5 0,10 0 29,-5-6 5,0 11 2,0-5 0,0-5 9,6 4 0,-12 1 8,6-5-8,6 5 22,-1-5 0,12 9 0,-1 1 0,6 0 10,-5 4 1,-1 5 1,6 6 0,0-6 19,-6 10 4,1 0 1,-1 0 0,1 1-6,-1 4 0,-5 0-1,0 4 0,-11-4-23,0 0-5,0 0-1,0 15 0,0 0-31,-5-1-7,5 6 0,-11-1-1,0 1 32,0-1 6,0 6 2,0-6 0,5 1-51,-5-11-9,0 6-3,6-5 0,0 4-8,-1-4-1,1 5-1,-1-5 0,6-10 12,0 0 2,0 0 1,0 0 0,0 14 7,6 1 2,-1-1 0,6 1 0,-6 0 26,12-6 14,-6 6-2,5-5 0,1 4-12,-6 1-16,5-5 3,1 0 1,-1 4 60,1-4 13,-1 0 3,-5 4 0,0-4-30,0 0-6,-11-10 0,0 14-1,5 1-4,-10 0-1,-1-6 0,-5 6 0,1 0-6,-1-1-2,-6 1 0,1-1 0,-1 1-14,-5 0 0,0-6 0,6 1 0,-1 0-10,1-5 2,-6-5 0,0 5 0,11-5-22,-5-5-4,-1-5-1,1 0 0,5-9-42,0-1-9,0-9-2</inkml:trace>
          <inkml:trace contextRef="#ctx0" brushRef="#br0" timeOffset="2796.4816">2673-77 979,'0'0'87,"0"0"-70,16 4-17,1-4 0,-1 5 159,6 0 28,-5 0 5,4 5 2,1 0-42,0-1-9,6 1-2,-6 5 0,0-1-49,5 1-9,-5 4-3,5-4 0,-5 5-9,0 4-3,0 5 0,0 0 0,-5 1-39,-1 9-8,-5 0-1,0 5-1,-11-1-5,5 6-1,-5 0 0,0 5 0,0-6-13,-5 6 0,-6-5 8,0-1-8,-5-4-9,5 0-5,-6-5-1,1 0 0,-1 5-29,1-15-7,-1-4-1,-5-6 0,6-4-137,0-10-28,-1-10-6,6 0-1</inkml:trace>
        </inkml:traceGroup>
      </inkml:traceGroup>
    </inkml:traceGroup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21.569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B07C6E9-AB25-402C-A4FA-46EFD6BF9D6C}" emma:medium="tactile" emma:mode="ink">
          <msink:context xmlns:msink="http://schemas.microsoft.com/ink/2010/main" type="inkDrawing" rotatedBoundingBox="24199,17582 26393,17333 26408,17459 24213,17708" semanticType="underline" shapeName="Other">
            <msink:sourceLink direction="with" ref="{2598E25F-5788-40B2-800A-D4B8221AECD5}"/>
          </msink:context>
        </emma:interpretation>
      </emma:emma>
    </inkml:annotationXML>
    <inkml:trace contextRef="#ctx0" brushRef="#br0">5453 293 1695,'-27'15'75,"21"-6"16,-5-4-73,11-5-18,0 0 0,0 0 0,0 0 76,0 0 11,0 0 2,0 0 1,17 0-13,-1 5-2,6 5-1,0-5 0,6 0-13,10 0-2,0-1-1,12-4 0,5 0-13,27 0-2,0 0-1,6-4 0,0-1-15,5 0-3,16-5-1,7-5 0,-1 1-36,-6-1-7,-4 1-2,-1-6 0,-11 5 42,6-4 8,0-1 1,-12 1 1,-26-1-30,4 6 8,1-6-8,-5 11 0,-23-6-29,0 5-9,6-4-2,-11 9-754,0 0-151</inkml:trace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27.835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A8E1D75-AE0C-45C2-9DAC-49CEF8A62F9F}" emma:medium="tactile" emma:mode="ink">
          <msink:context xmlns:msink="http://schemas.microsoft.com/ink/2010/main" type="writingRegion" rotatedBoundingBox="30545,16009 30456,18055 28969,17991 29057,15945"/>
        </emma:interpretation>
      </emma:emma>
    </inkml:annotationXML>
    <inkml:traceGroup>
      <inkml:annotationXML>
        <emma:emma xmlns:emma="http://www.w3.org/2003/04/emma" version="1.0">
          <emma:interpretation id="{F0C96531-3C1B-4373-BE75-6ABF6E16F5A6}" emma:medium="tactile" emma:mode="ink">
            <msink:context xmlns:msink="http://schemas.microsoft.com/ink/2010/main" type="paragraph" rotatedBoundingBox="30545,16009 30456,18055 28969,17991 29057,159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8BA2F90-0806-450B-BAD5-75A79D18DB9C}" emma:medium="tactile" emma:mode="ink">
              <msink:context xmlns:msink="http://schemas.microsoft.com/ink/2010/main" type="line" rotatedBoundingBox="30545,16009 30456,18055 28969,17991 29057,15945"/>
            </emma:interpretation>
          </emma:emma>
        </inkml:annotationXML>
        <inkml:traceGroup>
          <inkml:annotationXML>
            <emma:emma xmlns:emma="http://www.w3.org/2003/04/emma" version="1.0">
              <emma:interpretation id="{EE612661-ADC0-434A-9B2D-C009AA95648F}" emma:medium="tactile" emma:mode="ink">
                <msink:context xmlns:msink="http://schemas.microsoft.com/ink/2010/main" type="inkWord" rotatedBoundingBox="30545,16009 30456,18055 28969,17991 29057,15945"/>
              </emma:interpretation>
              <emma:one-of disjunction-type="recognition" id="oneOf0">
                <emma:interpretation id="interp0" emma:lang="en-AU" emma:confidence="0">
                  <emma:literal>13</emma:literal>
                </emma:interpretation>
                <emma:interpretation id="interp1" emma:lang="en-AU" emma:confidence="0">
                  <emma:literal>I3</emma:literal>
                </emma:interpretation>
                <emma:interpretation id="interp2" emma:lang="en-AU" emma:confidence="0">
                  <emma:literal>1.3</emma:literal>
                </emma:interpretation>
                <emma:interpretation id="interp3" emma:lang="en-AU" emma:confidence="0">
                  <emma:literal>"3</emma:literal>
                </emma:interpretation>
                <emma:interpretation id="interp4" emma:lang="en-AU" emma:confidence="0">
                  <emma:literal>*3</emma:literal>
                </emma:interpretation>
              </emma:one-of>
            </emma:emma>
          </inkml:annotationXML>
          <inkml:trace contextRef="#ctx0" brushRef="#br0">10219-282 1796,'0'0'80,"0"0"16,0 0-77,0 0-19,0 0 0,0 0 0,0 0 106,11 0 18,5 0 3,1 0 1,-1 0-23,6-5-4,6 0-1,4 0 0,7-5-24,-1 6-6,12-1-1,-1 5 0,0-5-24,1 0-5,-1 5 0,6-5-1,0 0-12,0 0-3,-1 5 0,7-5 0,-6 1-14,-6 4-10,6 0 12,0-5-12,-6 0 8,0 0-8,6-5 0,-5 10 0,-7-5 15,1 0-1,-11 1 0,6-6 0,-1 5-30,-5-5-7,-6 10-1,-5-5 0,0 0-91,-5 1-18,-1-1-4,-16 5-1095</inkml:trace>
          <inkml:trace contextRef="#ctx0" brushRef="#br0" timeOffset="-750.0519">10438-1179 1731,'-16'-5'76,"16"5"17,0 0-74,0 0-19,0 0 0,0 0 0,0 0 120,0 0 20,0 0 4,0 0 0,0 0-31,0 0-6,0 0-2,0 0 0,0 0-55,0 0-11,0 10-3,11 4 0,-6 1-22,1 4-5,-1 1-1,1 4 0,-1-4-8,-5-1 0,11 1 0,-5 4 8,-6 1-8,5-6-17,1 5 4,-1-9 1,1 5-125,-6-6-25,11-4-5,-11 5-889</inkml:trace>
          <inkml:trace contextRef="#ctx0" brushRef="#br0" timeOffset="-320.6884">10707-1247 1785,'0'0'159,"0"0"-127,-6-5-32,6 5 0,0 0 96,0 0 14,0 0 2,11 0 1,6 0 1,5-5 0,-6 0 0,6 0 0,-5-10-50,5 1-9,-6 4-3,6 5 0,0 5-26,0 0-6,-6 5 0,1 0-1,-1 5-19,1-5 0,-17-5 8,16 14-8,-10-4 0,-6-10 0,11 15 0,0-1 0,-11 1-30,5 4-3,-5 1-1,-5-1 0,-1-4-28,1 0-6,-1 4 0,1-4-1,-1-1 5,1-4 0,-1 5 1,6-15 0,0 0 13,0 0 2,0 9 1,0-9 0,0 0 36,0 0 11,11 15 0,0-5 0,0-5 16,0 0 9,0-1 3,5 6 0,-5-10 16,0 10 3,6-5 1,-6 0 0,5 4-5,-5 1-1,0-5 0,0 10 0,0-6-15,-5 6-3,-6 0-1,0 4 0,0-4 8,0 4 1,-6-4 1,-5 4 0,0-4-15,0 5-3,-5-6-1,-1 6 0,1-6-5,-6 1-1,6 0 0,-6-6 0,0-4-16,0 5-4,0-5-1,-6 0 0,12-5-43,-6 0-9,-5-5-2,10 5 0,-5-5-182,0 0-37</inkml:trace>
          <inkml:trace contextRef="#ctx0" brushRef="#br0" timeOffset="2385.35">11052 254 1764,'0'0'78,"17"0"16,-6 0-75,5-5-19,1 0 0,5-4 0,-6-6 102,6 5 17,0 0 3,0 6 1,0-11-33,5 5-6,-5 0-2,6 1 0,-6-1-35,5 0-7,-5 0-2,0 6 0,-6-11-38,6 10 0,0-5 0,0 5 0,-16-4-172,-1 4-28,6 5-7</inkml:trace>
          <inkml:trace contextRef="#ctx0" brushRef="#br0" timeOffset="2161.7452">10449 171 1926,'0'0'42,"0"0"9,0 0 1,11-10 3,6 1-44,-6 4-11,5 0 0,6 0 0,-6-5 70,6 5 12,0-4 2,0-1 1,11 5-11,-11 0-2,-5 0-1,-1 0 0,6 1-43,-6-1-9,1 5-2,-6 0 0,-11 0-5,11 5-2,-11-5 0,11 9 0,-11-9-10,5 15 0,-10 0 0,-1 4 0,6-4-26,-11 4-7,0 1-2,-5-1 0,5-4-24,0-1-5,11 1 0,0 0-1,-6-1 13,1 1 4,5-5 0,-6 4 0,6 1 21,0-5 5,6 4 1,-1-4 0,-10 0 21,-1 4 0,12-4-9,-1 0 9,1 0 0,5-1 14,0 1-2,5 5-1,1-1-2,5-4 0,-6 5 0,1-5 0,-6 4 11,0-4 3,0 4 0,-6-4 0,0 5 10,-5-5 3,0-10 0,0 14 0,0 1 4,-5-5 0,0 4 1,-1-4 0,-5 5-15,-5-6-3,-6 6-1,-6-5 0,1-1-11,10-4-3,1 5 0,-1-5 0,-4 0-20,-1-5-5,0 0-1,0-5 0,0 0-118,5-5-23,1 1-5</inkml:trace>
        </inkml:traceGroup>
      </inkml:traceGroup>
    </inkml:traceGroup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30.507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61-3 1324,'0'0'118,"0"0"-94,0 0-24,0 0 0,-6 5 146,1-5 25,5 0 5,0 0 0,-11 5-54,11-5-11,0 0-3,0 10 0,-6 4-64,1-4-12,-1 0-4,6-1 0,0 6-11,6 0-2,-1-6-1,1 6 0,5 0-14,0-1 9,0 6-9,0-6 8,0 1 0,5 5 0,6-11 0,-6 6 0,6 0 8,-5-1 2,-1 1 0,6-1 0,0 1 14,-5 0 4,-12 4 0,1-4 0,-1-1 17,1-4 4,-6 5 1,0-6 0,0 1-37,-6 0-7,6-5-2,-11 5 0,6-6-12,-1 6 0,-10 0 0,-1 0 0,-10-5-26,-1-1-11,-5 6-3,1 0 0,-1 5-117,-6-6-24,6 6-5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18.093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BA85458-BC3B-4541-93D1-2150344A3063}" emma:medium="tactile" emma:mode="ink">
          <msink:context xmlns:msink="http://schemas.microsoft.com/ink/2010/main" type="writingRegion" rotatedBoundingBox="23497,16370 27692,15840 28012,18372 23817,18902"/>
        </emma:interpretation>
      </emma:emma>
    </inkml:annotationXML>
    <inkml:traceGroup>
      <inkml:annotationXML>
        <emma:emma xmlns:emma="http://www.w3.org/2003/04/emma" version="1.0">
          <emma:interpretation id="{F43F82DE-0AC5-455C-BDD2-D73621156845}" emma:medium="tactile" emma:mode="ink">
            <msink:context xmlns:msink="http://schemas.microsoft.com/ink/2010/main" type="paragraph" rotatedBoundingBox="23497,16370 27413,15875 27520,16726 23604,1722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598E25F-5788-40B2-800A-D4B8221AECD5}" emma:medium="tactile" emma:mode="ink">
              <msink:context xmlns:msink="http://schemas.microsoft.com/ink/2010/main" type="line" rotatedBoundingBox="23497,16370 27413,15875 27520,16726 23604,17221">
                <msink:destinationLink direction="with" ref="{2B07C6E9-AB25-402C-A4FA-46EFD6BF9D6C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2797F258-E38A-4609-A934-349FC9DE5C3E}" emma:medium="tactile" emma:mode="ink">
                <msink:context xmlns:msink="http://schemas.microsoft.com/ink/2010/main" type="inkWord" rotatedBoundingBox="23497,16370 25628,16101 25722,16840 23590,17109"/>
              </emma:interpretation>
              <emma:one-of disjunction-type="recognition" id="oneOf0">
                <emma:interpretation id="interp0" emma:lang="en-AU" emma:confidence="0">
                  <emma:literal>Plosive</emma:literal>
                </emma:interpretation>
                <emma:interpretation id="interp1" emma:lang="en-AU" emma:confidence="0">
                  <emma:literal>Plame</emma:literal>
                </emma:interpretation>
                <emma:interpretation id="interp2" emma:lang="en-AU" emma:confidence="0">
                  <emma:literal>plosive</emma:literal>
                </emma:interpretation>
                <emma:interpretation id="interp3" emma:lang="en-AU" emma:confidence="0">
                  <emma:literal>PlBlue</emma:literal>
                </emma:interpretation>
                <emma:interpretation id="interp4" emma:lang="en-AU" emma:confidence="0">
                  <emma:literal>price</emma:literal>
                </emma:interpretation>
              </emma:one-of>
            </emma:emma>
          </inkml:annotationXML>
          <inkml:trace contextRef="#ctx0" brushRef="#br0">4812-438 2066,'0'0'92,"0"0"18,0 0-88,0 0-22,-6 0 0,6 0 0,0 0 68,0 0 8,-11 5 3,6 4 0,-1 1-39,1 5-8,5-1-2,-6 1 0,12 5-30,-6-1-12,5 5 1,1-4 0,-1-1 11,-5 1 0,6-5 10,-1-1-10,1 1-12,-6-15-8,0 0-1,0 0-1,0 0-20,0 0-4,0 0-1,0 0 0,0 0 18,-6-15 3,1-4 1,-1-1 0,1-4-11,-1-10-3,1 0 0,5-1 0,-6 1 52,6-5 11,-5 0 1,5-5 1,0 1-5,0-1-1,5 5 0,6 5 0,-5-5 20,5 9 3,0 1 1,5 0 0,-5 4-22,11 1-4,5 9-1,-5 1 0,0-1 17,0 5 3,-5 6 1,5 4 0,-6 0-22,-16 0-5,0 0-1,16 9 0,1 1 7,-6 0 2,-6 4 0,-5 1 0,0 5-5,-5-1-1,-6 1 0,5 4 0,-5-5-5,0 1 0,1-1-8,-7 1 12,1-5 4,-1-6 0,1 6 0,-6-5 0,0-1-47,0-4-9,0 0-1,6 0-1,5-5-20,0 0-4,-6-5-1,6 0 0,0-4-111,0-6-22,6 10-5,5-5-1</inkml:trace>
          <inkml:trace contextRef="#ctx0" brushRef="#br0" timeOffset="222.9506">5300-989 1440,'0'0'128,"0"0"-103,0 0-25,0 0 0,0 0 124,0 0 20,0 0 4,0 0 1,0 0-29,-11 5-7,0 5-1,0 4 0,5 1-59,-10-1-12,5 11-2,0-1-1,0 5-26,-6 6-4,6 4-8,1 4 11,4 6-11,1 0 0,-1-5 0,6 5 0,0-10-11,0 4 3,11-4 0,-5 0 0,4-4-64,1-6-12,6 0-2,-1-5-603,1-9-121</inkml:trace>
          <inkml:trace contextRef="#ctx0" brushRef="#br0" timeOffset="760.4127">5453-736 1267,'0'0'112,"0"0"-89,0 0-23,0 0 0,0 0 119,-5 15 19,5 5 4,-6-1 1,1 1-69,5 4-14,0 0-2,0 6-1,-6-6-57,6 0 0,6 6 0,-6-6-14,0 0 28,0-4 6,0-6 0,0-4 1,5 5-21,-5-5 8,0-10-8,0 0 0,0 0 0,11-10-10,-5-10 1,-1 1 0,1-1 9,5-9 0,0-5 0,0 5-8,-6-5 16,1-5 4,5 4 1,-1-4 0,7 10-1,-6-5 0,5 10 0,1-6 0,-1 6 26,1 0 5,-1 4 1,1 1 0,-1 4-12,6 0-1,-11 6-1,5-1 0,-5 5-6,-11 5-2,0 0 0,0 0 0,0 0-8,6 15-2,-6 4 0,-6-4 0,-5 9-24,6-4-4,-1-1-2,-5 6 0,-5-6-21,5 1-4,6-1-1,5 1 0,-6-6-18,1 1-4,-1-1-1,1-4 0,5-10 24,0 0 5,0 10 1,0-10 0,0 0 25,0 15 12,0-1-12,0 1 12,0-15 0,5 10 8,-5-10 2,0 0 0,6 14 21,5 1 4,5-1 1,0-4 0,1 0-10,-6-5-2,5 5 0,1-6 0,-17-4 13,16 5 3,-10 0 0,-1 0 0,1 5-20,-6 0-3,-6-1-1,6 1 0,-5 5 10,-1-1 2,-5-4 0,-5 5 0,-1-1-28,-5 1 0,1 0 8,4-6-8,-5-4 0,6 0 0,-6 0 0,5-5 0,1 0-30,-6 0-5,5 0-1,1-10 0,0 5-44,5-4-8,-6 4-3,12-5 0,-1 0-140,6 10-28</inkml:trace>
          <inkml:trace contextRef="#ctx0" brushRef="#br0" timeOffset="990.9269">5980-882 1497,'0'0'66,"0"0"14,0 0-64,0 0-16,5 0 0,-5 0 0,0 0 103,0 0 17,0 0 3,0 0 1,6 5-43,-6-5-8,0 10-1,5 4-1,-5 1-33,0 5-6,6 4-2,-6 5 0,0 0-19,0 6-11,0 4 12,5-5-12,-5 0 0,0 5 0,0-5 0,6 0 0,5-5-18,-6 1-10,1-6-3,-1 0 0,6-9-175,0 0-35</inkml:trace>
          <inkml:trace contextRef="#ctx0" brushRef="#br0" timeOffset="1581.9146">6292-726 1267,'0'0'56,"0"0"12,0 0-55,-11 0-13,0 5 0,11-5 0,-11 5 232,11-5 44,-5 10 9,5 4 2,-6-4-190,6 10-37,0-6-8,-5 6-2,5-1-30,0 6-7,0-6-1,5 5 0,1-4-32,-1-1-8,1 1 0,5-5-1,0-1 40,-6 1 8,6-5 1,0-6 1,0-4-33,0-4-8,0-1 0,6-5-1,-12 0-15,6 5-2,0-4-1,5-1 0,-5-10 15,-5 6 4,5-6 0,-6-4 0,6-1 11,0 1 9,-5 0-12,5-1 12,-6 6 0,-5-1 0,6 6 0,-1 4 0,1 0 0,-6 10 0,0 0 8,0 0-8,0 0 27,0 0-1,0 0 0,5 15 0,1-1-10,-6 6-1,0-1-1,0 1 0,-6-1-14,12 1 0,-1 4 0,-5 1 0,0-6-24,0 6-7,11-6-1,0-4-645,0-1-129</inkml:trace>
          <inkml:trace contextRef="#ctx0" brushRef="#br0" timeOffset="1862.3193">6665-609 921,'0'0'82,"0"0"-66,0 0-16,0 0 0,6-14 195,5 4 35,-6 0 7,6 0 2,-5-4-102,5 4-20,5 0-4,-5 0-1,5-4-32,1-1-6,-1-4-2,-5 4 0,0-4-12,6-1-4,-6 5 0,0 6 0,-6-6-28,1 5-5,-1-4-2,1 4 0,-6 10-11,0-10-2,0 10-8,0 0 12,0 0-12,-6-14 0,-10 9-9,10 0 9,-10 5-35,-1 0-1,6 10 0,-5-1 0,5 6-2,0 4-1,-6 6 0,6 4 0,-5 5 22,11 0 4,-1 0 1,6 5 0,-5-4 12,5-6-12,5 0 12,6-5-12,0 1 12,11-1 0,-6-4 0,6-6-9,0-4-16,0 0-3,6-10-1,-6 0-1003</inkml:trace>
        </inkml:traceGroup>
        <inkml:traceGroup>
          <inkml:annotationXML>
            <emma:emma xmlns:emma="http://www.w3.org/2003/04/emma" version="1.0">
              <emma:interpretation id="{DF36C9E4-21CC-4E77-ACDC-26D039246F91}" emma:medium="tactile" emma:mode="ink">
                <msink:context xmlns:msink="http://schemas.microsoft.com/ink/2010/main" type="inkWord" rotatedBoundingBox="25986,16108 27419,15927 27520,16726 26087,16907"/>
              </emma:interpretation>
              <emma:one-of disjunction-type="recognition" id="oneOf1">
                <emma:interpretation id="interp5" emma:lang="en-AU" emma:confidence="0">
                  <emma:literal>mis)</emma:literal>
                </emma:interpretation>
                <emma:interpretation id="interp6" emma:lang="en-AU" emma:confidence="0">
                  <emma:literal>Mis)</emma:literal>
                </emma:interpretation>
                <emma:interpretation id="interp7" emma:lang="en-AU" emma:confidence="0">
                  <emma:literal>nb)</emma:literal>
                </emma:interpretation>
                <emma:interpretation id="interp8" emma:lang="en-AU" emma:confidence="0">
                  <emma:literal>MB)</emma:literal>
                </emma:interpretation>
                <emma:interpretation id="interp9" emma:lang="en-AU" emma:confidence="0">
                  <emma:literal>nns</emma:literal>
                </emma:interpretation>
              </emma:one-of>
            </emma:emma>
          </inkml:annotationXML>
          <inkml:trace contextRef="#ctx0" brushRef="#br0" timeOffset="2233.1275">7279-794 403,'-16'15'17,"16"-15"5,0 0-22,0 0 0,0 0 0,0 14 0,0-14 364,0 10 68,0-10 13,0 0 3,-16 5-278,16-5-56,0 0-11,0 0-3,0 0-20,0 0-5,16-5-1,-11-5 0,-5 10-24,11-14-5,-11-1-1,6 0 0,10-4-19,-5-1-4,-11-4-1,0 0 0,11-6-9,6 1-3,-6 0 0,-6-5 0,-10 4-8,16-4 0,11 5 0,-11 5 0,-6 4 12,1 1 0,15 4 0,1 5 0,-5 5-22,-1 5-4,1 0-1,5 5 0,5 5 15,-10 10 0,-6-6-10,5 11 10,6-1-10,-6 10 10,-10-5-13,-1 5 5,-5-4-15,6 9-2,5-10-1,-6 5 0,-5-5-138,6-4-27,10-1-5</inkml:trace>
          <inkml:trace contextRef="#ctx0" brushRef="#br0" timeOffset="2851.5505">7872-1106 1382,'0'0'123,"0"0"-99,0 0-24,11 10 0,-6-1 132,1 6 20,-1-5 5,-5 4 1,-5 6-34,-1-5-8,6 9 0,0 0-1,6 1-55,-6-1-12,0 5-1,0 1-1,5-6-28,1-5-6,-6-4 0,0 5-1,5-6-11,1-4 0,-6-10 0,0 0 8,0 0-8,0 0 0,0 0-12,0 0 12,0 0-16,0 0 4,11-10 0,0-4 1,-11-6 11,5 1-12,0-6 12,6 1-12,0-1 12,-5-4 0,-1 0 0,6-5 0,11 5 0,-11-1 8,-5 1-8,10 5 11,6-6 12,-5 6 2,-1 5 1,-10-6 0,-1 11 18,6-1 4,11 0 1,0 10 0,-11-4-30,0 9-7,-11 0 0,11 0-1,0 9 18,-6-4 4,-5-5 1,11 15 0,6 0-34,-17-1 0,-11 1 0,5-1 0,12 6-20,-12-1-12,-10-4-1,-1 5-1,-5-1-22,6-4-5,10-1-1,-5 1 0,-11 0-25,6-1-5,16-14 0,0 10-1,-11 0 6,0-1 2,11-9 0,6 15 0,10-5 47,-10 0 10,-6-10 1,10 14 1,7-4 37,5 0 7,-6-1 2,1 1 0,-12-5 30,1 5 6,10 0 2,-5-1 0,-5 1 11,5 0 3,11 0 0,-6-1 0,-16-9-15,5 10-2,12-5-1,-6 5 0,-6-1-9,-5-9-1,-5 15-1,-1 0 0,12-1-23,-12 6-4,-21-6 0,5 6-1,17-1-15,-12 1 0,-5-5 0,-11-1-10,0 1-10,6-5-1,0-1-1,-1-4 0,-10-5-138,16 0-27,0-5-5,5 0-497,-10-9-99</inkml:trace>
          <inkml:trace contextRef="#ctx0" brushRef="#br0" timeOffset="3028.2855">8458-1335 1875,'0'0'83,"11"10"17,11-6-80,0 1-20,-11 5 0,11-5 0,-5 5 88,-1 4 12,-5 6 4,6-6 0,-6 6-31,0-1-5,5 6-2,-11-1 0,1 5-40,-6 1-8,5 4-2,1 0 0,-6 0 3,0 5 0,0 0 0,-6 5 0,6-5-19,-11 5-11,0 0 2,1 4 0,-1-9-51,0 5-9,-11-5-3,-6 0-1003</inkml:trace>
        </inkml:traceGroup>
      </inkml:traceGroup>
    </inkml:traceGroup>
    <inkml:traceGroup>
      <inkml:annotationXML>
        <emma:emma xmlns:emma="http://www.w3.org/2003/04/emma" version="1.0">
          <emma:interpretation id="{4770B249-1CA3-4A74-BC3B-CB92DE80E990}" emma:medium="tactile" emma:mode="ink">
            <msink:context xmlns:msink="http://schemas.microsoft.com/ink/2010/main" type="paragraph" rotatedBoundingBox="25103,17950 27814,17177 28091,18150 25380,1892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9F6FB33-EB46-4E5A-840E-A018B5DE7A76}" emma:medium="tactile" emma:mode="ink">
              <msink:context xmlns:msink="http://schemas.microsoft.com/ink/2010/main" type="line" rotatedBoundingBox="25103,17950 27814,17177 28091,18150 25380,18922"/>
            </emma:interpretation>
          </emma:emma>
        </inkml:annotationXML>
        <inkml:traceGroup>
          <inkml:annotationXML>
            <emma:emma xmlns:emma="http://www.w3.org/2003/04/emma" version="1.0">
              <emma:interpretation id="{2CA74BDC-F12D-4C99-B77C-505CF9ECE811}" emma:medium="tactile" emma:mode="ink">
                <msink:context xmlns:msink="http://schemas.microsoft.com/ink/2010/main" type="inkWord" rotatedBoundingBox="25104,17952 26691,17500 26968,18470 25380,18922"/>
              </emma:interpretation>
              <emma:one-of disjunction-type="recognition" id="oneOf2">
                <emma:interpretation id="interp10" emma:lang="en-AU" emma:confidence="0">
                  <emma:literal>Pass,</emma:literal>
                </emma:interpretation>
                <emma:interpretation id="interp11" emma:lang="en-AU" emma:confidence="0">
                  <emma:literal>Pass)</emma:literal>
                </emma:interpretation>
                <emma:interpretation id="interp12" emma:lang="en-AU" emma:confidence="0">
                  <emma:literal>Pas)</emma:literal>
                </emma:interpretation>
                <emma:interpretation id="interp13" emma:lang="en-AU" emma:confidence="0">
                  <emma:literal>Pas,</emma:literal>
                </emma:interpretation>
                <emma:interpretation id="interp14" emma:lang="en-AU" emma:confidence="0">
                  <emma:literal>Piss,</emma:literal>
                </emma:interpretation>
              </emma:one-of>
            </emma:emma>
          </inkml:annotationXML>
          <inkml:trace contextRef="#ctx0" brushRef="#br0" timeOffset="3991.5229">6534 639 633,'0'0'56,"0"5"-44,-11 10-12,5-11 0,1 6 292,5 5 56,-6 4 11,1 1 2,5-1-259,0 6-52,0-1-10,0 0-3,-6 6-23,1-6-5,10 5-1,-5 5 0,0-4-8,0-6 0,0 0 0,0 1-11,0-11-22,0 1-5,6 0-1,-12-6 0,1-4-62,5-5-13,0 0-2,-11-5-1,0-4-43,0-1-8,0-10-1,0 1-1,-6-1 79,6-9 16,0 0 3,1 5 1,4-11 145,1 11 29,5-5 5,0 0 2,5 4 17,6 1 3,-6-1 1,6 1 0,6 5-47,-6-1-10,5 1-2,6-1 0,0 5-18,11 6-4,-11-1-1,5 0 0,1 0 12,-1 6 3,1-1 0,-1 5 0,-5 0 0,0 0 0,-6 0 0,1 5 0,-6-1-16,-6 1-4,-5-5 0,11 15 0,-11-5-19,0 4-4,0 1-1,-11 0 0,6 4-20,-12-4 0,-5-1 0,1 6 0,-1-6-49,-6 1-11,6-5-3,-5 0 0,-1-1-1,1-4 0,-6 5 0,6-5-614,5 0-123</inkml:trace>
          <inkml:trace contextRef="#ctx0" brushRef="#br0" timeOffset="4185.4061">7230 488 1612,'-27'0'72,"21"0"14,-5 0-69,6 0-17,-1 0 0,-5 0 0,-5 0 183,-1 5 33,12 5 6,-6-1 2,-6 1-136,6 5-28,1-1-4,4 1-2,-5 4-36,6 6-7,-12-6-2,6 6 0,6 9-9,5 5 0,-6-5 0,1 5 0,5 0 0,0 0-11,5-5 3,1 10 0,-1 0-38,6-5-7,6-10-2,-1 0 0,-10-4-117,4-6-23,12-4-5,0-10 0</inkml:trace>
          <inkml:trace contextRef="#ctx0" brushRef="#br0" timeOffset="4657.9777">7334 683 1497,'-16'-10'66,"16"10"14,11 5-64,-11-5-16,-6 10 0,1 0 0,10 9 106,1-4 18,-1 4 3,-10 1 1,-1-6-52,1 1-11,10 4-1,-5 1-1,-5-5-50,5-6-13,5 1 0,-5-10 0,0 0 0,0 0 0,0 0 0,11 0 0,0-5 41,-5 0 3,-6 5 1,5-14 0,17-1-21,-11-4-5,-16 4-1,5 0 0,5-4 38,1-1 7,5 1 1,-6-1 1,-5 1-52,11-1-13,16 1 0,-10 4 0,-6 1 0,0-1 0,11 0 0,5 1 0,-16 4 34,6 5 4,-6 0 1,0 0 0,5 5-19,-16 0-4,0 0-1,0 0 0,0 0-15,0 0 0,-11 10 0,0 5 0,6-6-48,-6 1-2,5 5-1,-5-1 0,-11-4-10,6 0-3,16-10 0,-6 10 0,-5-1 0,6 1 0,5-10 0,0 0 0,0 15 0,0-15 0,-6 10 0,6-10 0,22 9 52,-11 1 12,-11-10 0,6 10 0,5 4 48,5-4 13,-5 0 3,0 0 0,0-1-52,0 1-12,11-5 0,0 0 0,-17 5 50,6-5 7,6 4 2,-1-4 0,-10 5 8,-6-10 1,0 0 1,0 10 0,0-1-55,-6 6-14,-16-5 0,0 4 0,6 6 0,-6-1 0,-16-4 0,-1 0 0,1-1 0,-1 1 0,17-5 0,-10-5 0,-12-1-88,5-8-20,12 4-4,5-10-604,-5 0-122</inkml:trace>
          <inkml:trace contextRef="#ctx0" brushRef="#br0" timeOffset="4898.1587">7789 332 576,'33'-10'51,"-33"10"-41,0 0-10,0 0 0,17 10 260,-6-5 51,0 0 9,-6 5 3,6-6-146,6 11-29,-1 0-5,-5 4-2,-5-4-44,5 4-9,5 6-1,0-1-1,-10 10-30,-1-5-7,6 5-1,6 1 0,-1 4-4,-10-5-2,-6 10 0,5-1 0,1 1-33,-1 5-9,-16-5 0,6-5 0,-1 15 0,-5-1 0,0-4 0,-5 0 0,-1-1-208,6-9-44</inkml:trace>
        </inkml:traceGroup>
        <inkml:traceGroup>
          <inkml:annotationXML>
            <emma:emma xmlns:emma="http://www.w3.org/2003/04/emma" version="1.0">
              <emma:interpretation id="{8D10C7D6-6541-42AD-AE06-3B09AFE52DD4}" emma:medium="tactile" emma:mode="ink">
                <msink:context xmlns:msink="http://schemas.microsoft.com/ink/2010/main" type="inkWord" rotatedBoundingBox="27490,17270 27814,17177 27899,17475 27575,17567"/>
              </emma:interpretation>
              <emma:one-of disjunction-type="recognition" id="oneOf3">
                <emma:interpretation id="interp15" emma:lang="en-AU" emma:confidence="0">
                  <emma:literal>=</emma:literal>
                </emma:interpretation>
                <emma:interpretation id="interp16" emma:lang="en-AU" emma:confidence="0">
                  <emma:literal>#</emma:literal>
                </emma:interpretation>
                <emma:interpretation id="interp17" emma:lang="en-AU" emma:confidence="0">
                  <emma:literal>X</emma:literal>
                </emma:interpretation>
                <emma:interpretation id="interp18" emma:lang="en-AU" emma:confidence="0">
                  <emma:literal>&lt;</emma:literal>
                </emma:interpretation>
                <emma:interpretation id="interp19" emma:lang="en-AU" emma:confidence="0">
                  <emma:literal>E</emma:literal>
                </emma:interpretation>
              </emma:one-of>
            </emma:emma>
          </inkml:annotationXML>
          <inkml:trace contextRef="#ctx0" brushRef="#br0" timeOffset="5502.9832">8716-19 2073,'11'0'184,"-11"0"-147,0 0-29,0 0-8,0 0 40,11 5 6,-5-5 2,5 0 0,0 0 30,0 0 6,11-5 2,-6 0 0,-16 5-34,16 0-8,12-5 0,-6 5-1,-6 0-35,1-5-8,-1 1 0,6 4 0,5 0-24,-16 0-8,-11 0 0,11 0-752,11 0-149</inkml:trace>
          <inkml:trace contextRef="#ctx0" brushRef="#br0" timeOffset="5618.206">8766 225 1094,'27'-5'97,"-27"5"-77,0 0-20,11 5 0,11-5 196,5-5 36,-5 5 8,0-5 0,0 5-120,6 0-25,10-5-5,6 0-1,-6 0-142,1-4-29</inkml:trace>
        </inkml:traceGroup>
      </inkml:traceGroup>
    </inkml:traceGroup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8:33.75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C2FBB051-8096-4BD7-8AA8-3785D477AAF5}" emma:medium="tactile" emma:mode="ink">
          <msink:context xmlns:msink="http://schemas.microsoft.com/ink/2010/main" type="inkDrawing" rotatedBoundingBox="1123,9923 14236,9800 14238,10013 1125,10136" shapeName="Other">
            <msink:destinationLink direction="with" ref="{797A6CED-D599-421D-BC66-427DB233C302}"/>
          </msink:context>
        </emma:interpretation>
      </emma:emma>
    </inkml:annotationXML>
    <inkml:trace contextRef="#ctx0" brushRef="#br0">38 159 1083,'0'0'48,"0"0"10,0 0-46,0 0-12,0 0 0,-17 5 0,6 0 110,11-5 20,0 0 4,0 0 1,0 0-23,0 0-5,-11 5-1,11-5 0,0 0-24,0 0-5,0 0-1,11 0 0,11 0-12,-16 0-2,10 0-1,1 0 0,-1 0-17,0 0-4,6 0-1,-5 0 0,5 0-12,-6-5-3,12 5 0,-6 0 0,5 0-2,-11 0-1,23 0 0,-17 0 0,11 0-5,-6 0-2,12 0 0,-1 5 0,6-5-3,0 5-1,-6-5 0,11 5 0,-10 0-10,16 0 0,-11-1 0,5 1 0,0 0 18,6 0 2,0 0 0,0 0 0,0 0-12,-6-5-8,17 0 9,0 0-9,-6 5 8,0-10-8,6 5 0,11-5 9,0 0-9,-1 0 0,1 0 9,5 0-9,1-4 0,4 4 8,-10-5-8,11 5 0,0-5 0,-1 5 9,7-4-9,-1 4 0,-5 0 0,5-5 0,-5 0 0,-1 6 0,1-6 0,5 0 0,1 0 0,15 5 0,-16-4 0,1-1 0,-7 0 0,12 5 0,5-4 0,-10 4 0,-7-5 0,12 5 0,5-5 0,-11 5 0,-10 1 0,10-1 0,-5 5 0,5-5 8,0 5-8,6 0 10,-11 5-10,-1-5 0,7 5-12,-1-5 12,-11 0 0,0 4 0,1-4 0,10 5 0,-5-5-9,-1 0 9,1 5 0,5 0 0,-5-5 0,-6 5 0,1-5 0,4 0 0,1 5 0,0-5 0,5 5 0,0-5 0,-5 0 0,-6 0 0,1 0 0,4 5 0,1-1 0,0 1 0,0-5 0,-1 5 0,-10 0 0,5-5 0,6 0 0,-6 0 0,-10 0 0,-1 5 0,11-5 0,-5 5 0,-17-5 0,17 0 0,5 0 0,6 0 0,0 0 0,-11 0 9,-6 0-9,11 0 12,0 0-12,-5 0 0,-6-5-12,6 5 12,5 0 0,6 0 0,-11 0 0,0 0 0,0 0 0,-1 0 0,-4 0 0,4 0 0,-4-5 0,4 5 0,-4 0 0,5 0 0,-6-5 0,6 5 0,-6-5 0,6 5 0,-6-5 0,-5 5 0,5-4 0,0-1 0,1 5 0,-7 0 0,7 0 0,10 0 0,0 0 0,-5 0 0,0 0 0,0 0 0,-1 5 0,1-5 0,-6 0-11,6 4 11,-5 1 0,4-5 0,-4 0 0,4 0 0,-4 0 0,4 5 0,-4-5 0,-1 5 0,-5-5 0,0 0 0,5 5 0,-5 0 0,-6-5 0,6 5 0,0 0 0,0-1 0,-1-4 0,-4 5 0,4 0 0,-4 0 8,-1-5-8,0 5 0,-10-5 0,-1 5 0,1-5 0,-7 0 0,1 5 0,-5-5 0,-1 0-30,-11 0-1,1 0 0,-6 0 0,-6 0-189,-10 5-39</inkml:trace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8:36.28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30B1875A-8C7B-4545-B76A-EC073A17CA78}" emma:medium="tactile" emma:mode="ink">
          <msink:context xmlns:msink="http://schemas.microsoft.com/ink/2010/main" type="inkDrawing" rotatedBoundingBox="1053,12754 14313,12535 14315,12665 1055,12884" shapeName="Other"/>
        </emma:interpretation>
      </emma:emma>
    </inkml:annotationXML>
    <inkml:trace contextRef="#ctx0" brushRef="#br0">0 230 576,'0'0'25,"0"0"6,0 0-31,0 0 0,0 0 0,0 0 0,0 0 245,0 0 43,0 0 9,0 0 2,11 0-165,-6 4-33,6-4-6,0 5-2,0-5-18,6 0-4,-12 0-1,6 0 0,11-5-15,-5 5-3,5 0-1,-6 0 0,11-4-17,-5 4-3,6 0-1,-6 0 0,11 0-14,-11 0-2,10 0-1,7-5 0,-12 5-13,12-5 9,5 5-9,-1-5 8,1 0-8,6 0 0,-1 0 0,11 0 8,1-4-8,4 4 0,1 0 0,11 0 0,-11-5 0,-11 5 0,-6 5 0,11 0 8,6 0-8,-5 0 0,-1 0 0,17 0 0,-12 0 0,29 0 0,-7 5 0,7 0 0,-12-5 0,0 5 0,0-5 0,6 5 0,-6-5 0,1 5 0,10 0 0,6 0 0,-6-1 0,0 1 0,-5-5-9,16 5 9,-11-5 0,11 0 0,-10 0 0,4 0 0,-4 0 0,-1 0 0,-5 0 0,10 0 0,-4 0 0,4 0 0,-10 0 0,16 0 0,-5 5 0,0-5 0,-6 0 0,11 0 0,-11 5 0,1-5 0,-1-5 0,11 5 0,-5 0 0,-1 0 0,1 5 0,5-5 0,-10 0 0,-1 0 0,5-5 0,7 0 0,-7 5 0,-4-5 0,4 0 0,-4 5 0,-1-4 0,0 4 0,0-5 0,6 0 0,-11 5 0,5 0 0,-5-5 0,5 0 0,0 5 0,-5 0 0,0-5 0,-1 5 0,-4-5 0,4 0 0,1 5 0,0-4 0,-11-1 0,10 0 0,1 5 0,0-5 0,-11 0 0,-1 5 0,7-10 0,10 5 0,0 1 0,-11-1 0,-5 5 0,5-5 0,6 0 0,-6 0 0,-5 0 0,0 0 0,0 0 0,0 1 0,-1 4 0,1 0 0,-6 0 0,1 0 0,10 0 0,0 0 0,-10 0 0,-1 0 0,-5 0 0,10 0 0,-4 0 0,-1 0 0,-5 0 0,0 0 0,5 0 0,-5 0 0,0 0 0,5 0 0,-11 0 0,6 0 0,-6 0 0,1-5 0,-1 5 0,6-5 0,-6 0 0,6 5 0,-11 0 0,5 0 0,0-5 0,1 0 0,-6 5 0,-1-5 0,7 0 8,-6 1-8,-6 4 0,0 0 0,1 0 0,-1 0 0,-5 0 0,5-5 0,6 5 0,-6 0 0,1 0 0,-6-5 0,-1 5 0,7-5 0,-6 5 0,0 0 0,-6 0 0,6-5 0,0 5 0,-6 0 0,1 0 0,-1-5 0,0 5 0,-5 0 0,6-5 0,-7 5 0,1 0 0,6 0 0,-1-5 0,-5 5 0,-6 0 0,6 0 0,0 0 0,0 0 0,6 0 0,-1 0 0,0 0 0,1 0 0,-6 0 0,5 0 0,-5 5 0,5-5 0,-10-5 0,5 5 0,-11 0 0,5 5 0,0 0 8,-5-5-8,6 5 0,-6-5 0,-6 10 0,6-10 0,0 5 0,0 0 0,-6-1 0,6 1 0,-5 0 0,5 0 0,-6 0 0,1 0 0,-1-5 0,-5 0 0,0 0 0,0-5-12,-5 5 1,-6 0 0,0 0-145,0 0-28,0 0-7</inkml:trace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8:37.98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C4BE1FB2-F01D-46A1-9626-2E56AF7920A5}" emma:medium="tactile" emma:mode="ink">
          <msink:context xmlns:msink="http://schemas.microsoft.com/ink/2010/main" type="inkDrawing" rotatedBoundingBox="834,15927 15461,15133 15473,15362 846,16156" shapeName="Other"/>
        </emma:interpretation>
      </emma:emma>
    </inkml:annotationXML>
    <inkml:trace contextRef="#ctx0" brushRef="#br0">0 750 691,'0'0'61,"0"0"-49,0 0 134,0 0 26,6 0 6,5 4 1,0-4-46,0 0-9,5 0-1,-5-4-1,5 4-29,-5 0-5,6-5-2,10 5 0,6 0-22,-11-5-5,0 5-1,5-5 0,12 5-22,-17-5-5,11 5-1,5-5 0,-11 0-10,6 5-1,0 0-1,6 0 0,-12 0-10,6 0-8,5-5 12,12 1-12,-12-1 8,6 5-8,5-10 0,17 5 0,0 0 12,-6 0-12,12-4 12,-1 4-12,-5 0 0,-1-5 0,12 0 0,-11 1 0,5-1 0,1 0 0,-1 5 0,6-5 0,-6 6 0,0-1 0,12-5 0,4 5 0,-10 0 0,-6 0 0,6 0 0,16 5 0,-21 0 0,10 0 0,0-4 0,11-1 0,-10 5 0,10-5 0,-11 0 0,6 5 0,0 0 0,-1-5 0,1 5 0,0-5 0,0 5 0,-1-5 0,1 5 0,5 0 0,-16-5 0,11 5 0,-6 0 0,6 0 0,0 0 0,5 0 0,-5 0 0,5 0 0,-5 0 0,-6 5 0,0-5 0,6 0 0,-6 0 0,0 5 0,1-5 0,-1 0 0,0 0 0,6-5 0,0 5 0,5 0 0,-16-5 0,5 1 0,-5-1 0,5-5 0,-11 5 0,6 0 0,5-5 0,6 10 0,-6-4 0,1-1 0,-7 0 0,7-5 0,-7 5 0,1 0 0,5 0 0,6 1 0,-17-6 0,1 5 0,10 5 0,6 0 0,-17-5 0,6 0 0,-11 0 0,16 0 0,0-4 0,-5-1 0,-11 5 0,11-5 0,5 1 0,0 4 0,-11-5 0,1 0 0,-7 0 0,1 1 0,11-1 0,-6 5 0,-16-10 0,16 11 0,6-6 0,0 0 0,-11 0 10,5-4-10,0 9 8,6 0-8,0-5 0,-11 5 8,-6-4-8,17-1 0,5 5 0,-5-5 8,-11 5-8,0-4 0,10-1 8,1 5-8,-6 0 0,1 0 8,-1-5-8,-5 6 0,-6-1 0,11-5 8,-5 5-8,0 5 8,-6-10-8,6 6 8,-6-1-8,6 0 0,0 5 0,0-5 8,-6 0-8,-5 5 8,5 0-8,1-5 8,-6 0-8,5 5 10,0-5-10,1 5 10,4-4-2,-4-1 0,4 5 0,1 0 0,-5 0 1,-1 0 0,-5 0 0,0 0 0,-1 0-1,1 0-8,-5 0 12,10 0-4,-5 0 3,5 0 0,0 0 0,1 0 0,-17 0-11,11 0 0,-1 0 0,7 0-11,-12 0 11,6 0 0,-6 0 8,6 0-8,-6 0 0,1 0 9,-6-5-9,11 5 0,-6 0 12,0 0-4,-5 0 0,5-5-8,6 5 0,0 0 0,0 0 0,-6 0 0,6 5 9,-5-5-9,-1 0 0,-5-5 9,5 5-9,-5-5 0,0 5 0,5 0 8,-5-5-8,5 5 10,1-5-10,-6 5 10,0-5-10,-1 5 10,7 0-10,-1-4 10,0-1-10,1 5 10,-6 0-10,5-5 10,-5 5-10,-6 0 10,6 0-10,-5 0 10,-1 0-2,-5 0-8,5 0 12,1 0-4,-1 0-8,0 0 10,1-5-10,-1 5 10,-5 0-10,0 0 10,0 0-10,0 0 10,0 0-10,0 5 8,0-5-8,-6 5 8,6 0-8,-11-1 0,0 1 0,-6 0 0,-5 0 0,-11-5 0,0 0 0,0 0 8,0 0-32,6 15-8,-6-15 0,-6 9-1,1 6-183,-12-10-36</inkml:trace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8:39.40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AC1EDDA0-0CA9-4BE7-AEE3-14BA42C48E00}" emma:medium="tactile" emma:mode="ink">
          <msink:context xmlns:msink="http://schemas.microsoft.com/ink/2010/main" type="inkDrawing" rotatedBoundingBox="4012,18288 4037,8275 4108,8276 4084,18289" semanticType="verticalRange" shapeName="Other">
            <msink:sourceLink direction="with" ref="{9AC99483-658C-4595-9D8A-EAE71D510459}"/>
            <msink:destinationLink direction="with" ref="{797A6CED-D599-421D-BC66-427DB233C302}"/>
          </msink:context>
        </emma:interpretation>
      </emma:emma>
    </inkml:annotationXML>
    <inkml:trace contextRef="#ctx0" brushRef="#br0">0 0 1267,'0'0'112,"0"0"-89,0 0-23,0 0 0,6 15 60,-6 4 7,0-4 1,0 4 1,5 1 13,-5 4 2,0 0 1,0 6 0,0-1-26,0 5-6,0 0-1,0 5 0,0 0-2,0 5-1,0 0 0,6 0 0,-1 5-38,-5-1-11,0 1 0,11 5 0,-11 4 44,6 1 4,-6 4 0,0 5 1,5 5-27,-5 5-6,0-4 0,6 4-1,-6 0-3,0 0-1,5 0 0,1 9 0,-6 1 9,5 5 1,-5 4 1,0 6 0,0-16-2,0 1 0,0 0 0,0 4 0,0-9-8,-5 10-1,5 4-1,-6-24 0,6-4-10,0 4 0,0 10 0,0 0 0,0-10 0,0 5 8,-5 0-8,5 29 0,0-5 0,0 1 8,0-1-8,0 0 0,0-4 0,0-10 0,0 4 0,-6 6 0,6-6 0,0 6 0,-5-5 0,5 9 0,0-9 8,0-6-8,-6 1 8,6 0-8,0-5 0,0 9 8,0 1-8,0-1 0,0-4 0,0-5 0,0-5 8,0 0-8,0-5 0,0 0 0,0 0 0,6 5 8,-6-4-8,0-1 0,0 14 0,0-4 0,0-5 0,0-14 0,5-1 0,-5-4 8,0-1-8,0 1 0,0-6 9,0 11-9,0-1 11,6 0-3,-6 6 0,-6-6 0,6-5 2,0-4 0,0 0 0,0-1 0,0 1-10,-5 4 10,5 1-10,0 4 10,0-9-10,0-1 8,-6 6-8,6-1 8,6-4-8,-6 0 0,0-6 9,0 6-9,-6-10 0,6 0 8,0 0-8,0 0 0,0-1 0,0 6 0,0-5 0,0 0 8,0 5-8,-11-1 0,22 1 0,-11 5 8,0-5-8,-11 4 0,11-4 0,0 0 8,0-5-8,0-5 0,0 0 8,-5 0-8,5-5 8,-6 5-8,6-5 8,0 10-8,-5-5 0,5 5 0,0-5 0,0 4 8,0-4-8,-6 5 0,12 0 0,-6 0 8,0-5-8,0 5 0,0-5 8,0 5-8,0-5 0,-6 0 0,6-5 0,0 0 8,0-5-8,0 1 8,-5-1-8,10 5 8,1-10-8,-6 10 0,0-4 0,0 4 0,0-5 0,0 5 8,0-5-8,0 1 0,-6-1 0,6 0 8,6 0-8,-6 1 0,0-6 0,5-5 0,-5-4 0,0 0 0,0-15 0,0 0-12,0 0 2,0 0-852,-5-15-170</inkml:trace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8:40.761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797A6CED-D599-421D-BC66-427DB233C302}" emma:medium="tactile" emma:mode="ink">
          <msink:context xmlns:msink="http://schemas.microsoft.com/ink/2010/main" type="inkDrawing" rotatedBoundingBox="8562,17993 9181,8336 9305,8344 8687,18001" semanticType="callout" shapeName="Other">
            <msink:sourceLink direction="with" ref="{AC1EDDA0-0CA9-4BE7-AEE3-14BA42C48E00}"/>
            <msink:sourceLink direction="with" ref="{C2FBB051-8096-4BD7-8AA8-3785D477AAF5}"/>
          </msink:context>
        </emma:interpretation>
      </emma:emma>
    </inkml:annotationXML>
    <inkml:trace contextRef="#ctx0" brushRef="#br0">532-2 1112,'33'0'49,"-33"0"11,0 0-48,0 0-12,0 0 0,6 10 0,5 5 100,-6-1 19,-10 6 3,5 4 1,5 1-44,1-1-9,-12 5-2,1 0 0,-1 6-4,6-1-2,0 0 0,-5 5 0,-12 0-24,17 5-5,6 0-1,-6-1 0,-11 1 0,5 5 0,6-5 0,6 10 0,-1-1-10,-5 6-2,-5 4-1,10 5 0,6-4-6,-5 4-1,-12 5 0,1 0 0,10 0 5,-5 0 1,0 5 0,-11 10 0,0-5 0,6 0 0,5 5 0,-6 4 0,-10-9-1,5 0 0,11 0 0,-5 9 0,-6-4-4,5-20-1,1 10 0,5-4 0,0 8-4,-6 1 0,-5 5-8,11 0 12,0-5-2,-5 14-1,-6 1 0,0 4 0,5-4-1,1-1 0,-1 1 0,-5-1 0,-5 1 0,5-6-8,5-9 12,-5 5-4,0 4-8,0-4 10,6 5-10,10 4 10,1-4-10,-12-5 8,-10-1-8,11 6 8,5-10-8,-11 14 10,-6 11-10,6-1 10,11-10-10,-5 1 0,-1-15 0,-5 0 0,0-5 8,0-5-8,11 5 8,-11 0-8,-5 0 8,10 5-8,6-5 0,0 4 8,-5 1-8,-6-14 8,5-6-8,6 5 8,6-4-8,-6 4 0,-11 0 9,11 0-9,0 1 8,0-6-8,-6-5 8,1 1-8,-1-5 0,6 9 9,0 5-9,-5 0 0,-11-14 9,10 0-9,6-1 0,-11 1 9,0 4-9,0-4 0,11 0 0,0-1 8,0-4-8,0-5 0,-5 0 0,10-5 8,6 0-8,-5 0 0,-12 0 0,1 0 0,10 0 0,1 5 0,-6-5 0,-6 4 0,-5 6 8,0 0-8,6 0 0,-1 4 8,-16-4-8,11-5 0,11 0 0,0 0 0,-5-10 0,5 5 0,-6-5 0,12-5 0,-1 5 0,-5-9 0,-5 4 0,5 0 8,11 5-8,-11-4 0,-6-1 0,1 0 8,5 0-8,5 1 0,-10 4 0,-1-5 0,-10 5 0,10 0 0,12 0 0,-12 5 0,-10-5 0,10-4 0,12 4 0,-1 0 0,1-5 0,-6 0 0,0 1 0,5-6 0,12 0 0,-12 1 8,-16-6-8,11 1 0,17-1 0,-12 1 0,-5-6-12,-5 6 12,-6-6 0,11 6 8,5-5 2,-10-1 0,-6 1-10,5-1-14,17 1 3,-5-5 1,-12 0 10,6-1 9,0-9-1,0 0-8,11 10-88,-11-10-24,-5 0-4</inkml:trace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8:48.623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2EE36A2-799A-46D7-8297-81C769329081}" emma:medium="tactile" emma:mode="ink">
          <msink:context xmlns:msink="http://schemas.microsoft.com/ink/2010/main" type="writingRegion" rotatedBoundingBox="25687,1242 23945,4535 23419,4257 25161,964"/>
        </emma:interpretation>
      </emma:emma>
    </inkml:annotationXML>
    <inkml:traceGroup>
      <inkml:annotationXML>
        <emma:emma xmlns:emma="http://www.w3.org/2003/04/emma" version="1.0">
          <emma:interpretation id="{24B81465-2F3C-4E21-BE13-DA3332347F86}" emma:medium="tactile" emma:mode="ink">
            <msink:context xmlns:msink="http://schemas.microsoft.com/ink/2010/main" type="paragraph" rotatedBoundingBox="25687,1242 23945,4535 23419,4257 25161,96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8B9BCE8-BAE3-400C-B337-5B37884B6C42}" emma:medium="tactile" emma:mode="ink">
              <msink:context xmlns:msink="http://schemas.microsoft.com/ink/2010/main" type="line" rotatedBoundingBox="25687,1242 23945,4535 23419,4257 25161,964"/>
            </emma:interpretation>
          </emma:emma>
        </inkml:annotationXML>
        <inkml:traceGroup>
          <inkml:annotationXML>
            <emma:emma xmlns:emma="http://www.w3.org/2003/04/emma" version="1.0">
              <emma:interpretation id="{006E0F3F-F832-4016-B12D-773997CE4170}" emma:medium="tactile" emma:mode="ink">
                <msink:context xmlns:msink="http://schemas.microsoft.com/ink/2010/main" type="inkWord" rotatedBoundingBox="25640,1217 25298,1864 24853,1629 25195,982"/>
              </emma:interpretation>
              <emma:one-of disjunction-type="recognition" id="oneOf0">
                <emma:interpretation id="interp0" emma:lang="en-AU" emma:confidence="0">
                  <emma:literal>To</emma:literal>
                </emma:interpretation>
                <emma:interpretation id="interp1" emma:lang="en-AU" emma:confidence="0">
                  <emma:literal>8</emma:literal>
                </emma:interpretation>
                <emma:interpretation id="interp2" emma:lang="en-AU" emma:confidence="0">
                  <emma:literal>s</emma:literal>
                </emma:interpretation>
                <emma:interpretation id="interp3" emma:lang="en-AU" emma:confidence="0">
                  <emma:literal>y</emma:literal>
                </emma:interpretation>
                <emma:interpretation id="interp4" emma:lang="en-AU" emma:confidence="0">
                  <emma:literal>"o</emma:literal>
                </emma:interpretation>
              </emma:one-of>
            </emma:emma>
          </inkml:annotationXML>
          <inkml:trace contextRef="#ctx0" brushRef="#br0">16 177 1569,'0'0'69,"0"0"15,0 0-67,0 0-17,0 0 0,0 0 0,0 0 103,0 0 17,0 0 3,5 10 1,1 5-60,-6 9-12,0 0-3,0 1 0,0 4-18,-6 5-4,6-5-1,-5 10 0,5-5-13,0 1-2,-6-6-1,6 5 0,-5 0-10,5 0 0,-6-5 0,6-4 8,0-11-8,0 1 0,0-15 0,0 0 8,0 0-8,0 0 12,0 0-12,0 0 12,0 0-12,0 0 8,0-10-8,0-9 8,6-1-8,-1-4 0,-5 0 0,6-6 0,-1-4 0,1 0 0,-6 10 0,11-15 0,0 0 0,0-5 0,0 10 0,0-5 0,0 5 0,5-1 0,1-4-9,-1 5 9,0 10 0,1 0 0,-6-6 0,5 16 0,-5-6 30,6 10 3,-6 1 1,0 4 0,-11 5-21,0 0-4,22 10-1,-11-1 0,0 6 3,5 4 0,-11 1 0,6 4 0,-5 15 5,5-9 0,-11-1 1,5 10 0,1 5-7,-1-15-2,-5 5 0,0-5 0,6 1-8,-6-1 0,-6 0 0,6-5 0,0 1 0,0 4 0,6-9 0,-6-1 0,-6-4-16,1-6-8,5 1-1,0-5-1,-6-5-48,6 0-10,-11 0-1,6 0-621,-1-5-124</inkml:trace>
          <inkml:trace contextRef="#ctx0" brushRef="#br0" timeOffset="189.8809">21 338 979,'0'0'43,"0"0"9,0 0-41,0 0-11,0 0 0,0 0 0,0 0 229,0 0 44,0 0 9,0 0 2,17 5-147,-1-5-29,1 0-5,-1 0-2,6 0-14,0 0-3,-6 5-1,12 0 0,-1 0-39,-5 4-8,0-9-2,6 10 0,-6-5-26,-1 0-8,-10 0 0,11 0 0,-5-5-112,-1 4-27</inkml:trace>
        </inkml:traceGroup>
        <inkml:traceGroup>
          <inkml:annotationXML>
            <emma:emma xmlns:emma="http://www.w3.org/2003/04/emma" version="1.0">
              <emma:interpretation id="{B93DC434-EC02-4FFE-851E-C98868667E0B}" emma:medium="tactile" emma:mode="ink">
                <msink:context xmlns:msink="http://schemas.microsoft.com/ink/2010/main" type="inkWord" rotatedBoundingBox="24230,3997 23945,4535 23419,4257 23704,3719"/>
              </emma:interpretation>
              <emma:one-of disjunction-type="recognition" id="oneOf1">
                <emma:interpretation id="interp5" emma:lang="en-AU" emma:confidence="0">
                  <emma:literal>or</emma:literal>
                </emma:interpretation>
                <emma:interpretation id="interp6" emma:lang="en-AU" emma:confidence="0">
                  <emma:literal>on</emma:literal>
                </emma:interpretation>
                <emma:interpretation id="interp7" emma:lang="en-AU" emma:confidence="0">
                  <emma:literal>of</emma:literal>
                </emma:interpretation>
                <emma:interpretation id="interp8" emma:lang="en-AU" emma:confidence="0">
                  <emma:literal>o</emma:literal>
                </emma:interpretation>
                <emma:interpretation id="interp9" emma:lang="en-AU" emma:confidence="0">
                  <emma:literal>d</emma:literal>
                </emma:interpretation>
              </emma:one-of>
            </emma:emma>
          </inkml:annotationXML>
          <inkml:trace contextRef="#ctx0" brushRef="#br0" timeOffset="2900.6733">-1459 2883 1209,'0'0'53,"0"0"12,0 0-52,0 0-13,0 0 0,0 0 0,0 0 140,0 0 24,0 0 6,0 0 1,0 0-76,0 0-15,0 0-4,5 9 0,-5 6-34,6-5-7,-6 14-2,0-4 0,0 4-20,0 0-4,0 1-1,0 9 0,0-5 0,0 0 0,0 1 0,0-1 0,0-5-8,5 1-11,-5-1 3,0-4 0,0-20 0,0 0 0,0 0 0,0 0 0,0 0-13,0 0-3,0-10 0,0 0 0,-5-5 3,5 1 0,0-11 0,0 6 0,5-1 9,-5-4 3,0 5 0,6-6 0,-6 1 9,0-1 0,0 6 0,5 4 0,1-4 0,4-1 12,-4 6-2,5-1-1,5 0 13,-5 1 2,6-1 1,-1 1 0,6-1 7,0 5 2,-5 0 0,5 1 0,-1 4-1,-4 0 0,5 5 0,5-5 0,-10 0-5,5 5-2,-6-5 0,1 5 0,-6 0-6,-1 5-2,1-5 0,-11 0 0,0 0-4,0 0-1,0 0 0,0 15 0,-5-1 2,-6 1 0,0 5 0,0-6 0,-11 1-15,0 4 0,6-4 0,-6 0 0,0-1 0,5-4-13,1 0 1,0 4 0,5-9-8,0 5 0,0 0-1,11-10 0,0 0 7,0 0 2,0 0 0,0 0 0,0 0 12,0 0-12,11 9 12,0 6-12,0-10 12,-1 5 0,1-1 0,6 1-9,-6 0 9,5 0 0,6-1 8,-5 1-8,5-5 16,-6 5-2,6 0 0,-6-1 0,6 1 1,-5-5 0,5 5 0,-11-1 0,0 1 1,0 0 1,0-5 0,-11-5 0,0 0 15,0 0 2,0 0 1,-6 14 0,1-4 5,-6 5 2,0-1 0,0-4 0,-11-5-14,0 0-2,0-5-1,-5 10 0,5-5-15,-11-1-10,0-4 12,5 0-12,-4-4 8,4 4-8,-5-5 0,6 0 0,-1 0-16,6 5-11,-5 0-1,5 0-854,0 0-170</inkml:trace>
        </inkml:traceGroup>
      </inkml:traceGroup>
    </inkml:traceGroup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8:54.74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5D589D5-B72B-460E-B6E5-CEC1AC2BEFE0}" emma:medium="tactile" emma:mode="ink">
          <msink:context xmlns:msink="http://schemas.microsoft.com/ink/2010/main" type="inkDrawing" rotatedBoundingBox="2485,10923 2507,11731 2140,11741 2118,10933" semanticType="callout" shapeName="Other">
            <msink:sourceLink direction="with" ref="{63D22342-B890-4FFB-B097-5F77D757B609}"/>
          </msink:context>
        </emma:interpretation>
      </emma:emma>
    </inkml:annotationXML>
    <inkml:trace contextRef="#ctx0" brushRef="#br0">6 128 1728,'-6'-107'153,"6"83"-122,0 24-31,0 0 0,0 0 87,6 5 11,-6 9 2,5 6 1,-5 9-28,0 5-5,0 10-2,0 0 0,0 0-21,0 0-4,0-1-1,0 6 0,0-5-17,0 5-4,0-5-1,0 0 0,0-5-10,0-5-8,0 0 9,0 0-9,0-10 8,0 1-8,0-11 0,0 1 0,0-5 9,0-5-9,0-5 8,-5 0-8,5 0 8,0 0-8,0 0 8,0-25-8,0-4 0,0 0 0,0-1 0,0-4 0,5 5 0,-5 0 0,0-10 0,6 5 0,-1 0 0,6-1 0,-5-4 0,5 0 0,0 5 0,0-5 0,5 0 0,-5 0 0,6 10 0,-7 10 0,7 4 0,-6-5 0,5 11 0,-5-1 0,0 5 14,0 5-4,6 5 6,-1 10 0,-10 9 1,5 0 0,0 1 1,0 9 0,-6-5 0,1 10 0,4 0-8,7 0-2,-17 5 0,16-5 0,-10 5-8,-1-5 8,1 0-8,-1-5 8,1 5-8,5-5 0,-11 0 0,0-5 0,5 1-36,-5-11-8,0-19-3,0 0 0,0 0-164,0 0-33,0 0-6</inkml:trace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8:54.93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3D22342-B890-4FFB-B097-5F77D757B609}" emma:medium="tactile" emma:mode="ink">
          <msink:context xmlns:msink="http://schemas.microsoft.com/ink/2010/main" type="inkDrawing" rotatedBoundingBox="2167,11513 2572,11491 2574,11516 2168,11538" shapeName="Other">
            <msink:destinationLink direction="with" ref="{05D589D5-B72B-460E-B6E5-CEC1AC2BEFE0}"/>
          </msink:context>
        </emma:interpretation>
      </emma:emma>
    </inkml:annotationXML>
    <inkml:trace contextRef="#ctx0" brushRef="#br0">0 15 1324,'0'0'118,"0"0"-94,0 0-24,0 0 0,0 0 153,0 0 27,0 0 4,0 0 2,17 5-60,-1 0-12,-5-5-2,6 4-1,5 1-31,5-5-5,-16 0-2,16-5 0,-10 5-37,5-4-7,5-1-1,1 5-1,-1-5-27,0 5 0,1 0 0,-1-5 0,1 0-203,-1 0-36</inkml:trace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8:55.522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AC99483-658C-4595-9D8A-EAE71D510459}" emma:medium="tactile" emma:mode="ink">
          <msink:context xmlns:msink="http://schemas.microsoft.com/ink/2010/main" type="writingRegion" rotatedBoundingBox="1755,14999 2355,13895 2905,14194 2305,15298">
            <msink:destinationLink direction="with" ref="{AC1EDDA0-0CA9-4BE7-AEE3-14BA42C48E00}"/>
          </msink:context>
        </emma:interpretation>
      </emma:emma>
    </inkml:annotationXML>
    <inkml:traceGroup>
      <inkml:annotationXML>
        <emma:emma xmlns:emma="http://www.w3.org/2003/04/emma" version="1.0">
          <emma:interpretation id="{980D5215-2AA2-4790-A53F-F7BA39AAD1DD}" emma:medium="tactile" emma:mode="ink">
            <msink:context xmlns:msink="http://schemas.microsoft.com/ink/2010/main" type="paragraph" rotatedBoundingBox="1755,14999 2355,13895 2905,14194 2305,152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A1B704A-12D9-4C54-9633-4488AFDAB45D}" emma:medium="tactile" emma:mode="ink">
              <msink:context xmlns:msink="http://schemas.microsoft.com/ink/2010/main" type="line" rotatedBoundingBox="1755,14999 2355,13895 2905,14194 2305,15298"/>
            </emma:interpretation>
          </emma:emma>
        </inkml:annotationXML>
        <inkml:traceGroup>
          <inkml:annotationXML>
            <emma:emma xmlns:emma="http://www.w3.org/2003/04/emma" version="1.0">
              <emma:interpretation id="{B24ECD79-BE64-44F1-AB1F-E0BAE9B3F495}" emma:medium="tactile" emma:mode="ink">
                <msink:context xmlns:msink="http://schemas.microsoft.com/ink/2010/main" type="inkWord" rotatedBoundingBox="1755,14999 2355,13895 2905,14194 2305,15298"/>
              </emma:interpretation>
              <emma:one-of disjunction-type="recognition" id="oneOf0">
                <emma:interpretation id="interp0" emma:lang="en-AU" emma:confidence="0">
                  <emma:literal>a,</emma:literal>
                </emma:interpretation>
                <emma:interpretation id="interp1" emma:lang="en-AU" emma:confidence="0">
                  <emma:literal>Be,</emma:literal>
                </emma:interpretation>
                <emma:interpretation id="interp2" emma:lang="en-AU" emma:confidence="0">
                  <emma:literal>A /</emma:literal>
                </emma:interpretation>
                <emma:interpretation id="interp3" emma:lang="en-AU" emma:confidence="0">
                  <emma:literal>a /</emma:literal>
                </emma:interpretation>
                <emma:interpretation id="interp4" emma:lang="en-AU" emma:confidence="0">
                  <emma:literal>A |</emma:literal>
                </emma:interpretation>
              </emma:one-of>
            </emma:emma>
          </inkml:annotationXML>
          <inkml:trace contextRef="#ctx0" brushRef="#br0">-9 331 1324,'0'-34'118,"0"0"-94,0 34-24,0 0 0,0 0 145,0 0 25,0 0 5,0 0 1,0 0-48,11-10-8,-6 0-3,6 10 0,-5 5-57,5 5-11,0 9-2,0 6-1,5-1-19,-10 5-4,5 6-1,0 4 0,0-5-13,-6 5-9,6 0 12,-11-15-12,6 0 8,10 6-8,-10-1 0,4-5 0,-10 1 0,0-11 0,0 1 8,6 0-8,-6-15 0,0 0 0,0 0 0,0 0 0,-6-10-11,6-10 11,0-4-12,0 0 12,0-11-14,0 1 4,-10-5 1,4-5 0,6 5 9,0-9 0,0-1 0,6 0-8,4 5 8,-10 5 0,11-5 0,-5 10-8,5-5 8,0 10 0,0 0 0,0 9 0,5 1 8,-10 4 4,5 10 1,0 0 0,-6 1 9,17 13 2,-16 1 0,10 5 0,0 4 0,-10 6 0,10 4 0,-5 5 0,0 5-8,6 0-2,-6-5 0,0 5 0,0 5-14,-6-5 0,6 0 0,0-10 0,-11-4 0,6 4 0,-1 10 0,1-5 0,-6 0-44,0-10-6,0 6-1,0-11 0,-6-4-178,1-1-36</inkml:trace>
          <inkml:trace contextRef="#ctx0" brushRef="#br0" timeOffset="189.0644">139 487 1843,'0'0'81,"0"0"18,0 0-79,0 0-20,11-5 0,5 0 0,-16 5 107,17-5 17,-6 1 4,5-1 1,-5-5-27,11 0-6,6 5 0,-1 0-1,-5 1-43,11-1-9,-17 14-2,6-4 0,0 0-27,0 0-6,-5 5 0,5-10-8,-11 5-24,5 0-11,6-5-2,-17-5-776,12 0-155</inkml:trace>
          <inkml:trace contextRef="#ctx0" brushRef="#br0" timeOffset="401.1378">649-429 2188,'0'0'97,"0"0"20,0 0-93,0 0-24,0 0 0,11 9 0,0 1 110,0 0 18,0 4 3,-6 1 1,6 9-58,-11 1-11,6-1-3,5 1 0,0-1-38,0-5-8,5 6-2,-5-11 0,-5 6-77,5-5-16,0 9-3</inkml:trace>
        </inkml:traceGroup>
      </inkml:traceGroup>
    </inkml:traceGroup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8:58.872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593EFD4-5E2A-4C11-9D6F-5DAB13745834}" emma:medium="tactile" emma:mode="ink">
          <msink:context xmlns:msink="http://schemas.microsoft.com/ink/2010/main" type="writingRegion" rotatedBoundingBox="12347,8357 11875,9391 11367,9159 11839,8125"/>
        </emma:interpretation>
      </emma:emma>
    </inkml:annotationXML>
    <inkml:traceGroup>
      <inkml:annotationXML>
        <emma:emma xmlns:emma="http://www.w3.org/2003/04/emma" version="1.0">
          <emma:interpretation id="{BE361564-8E9A-4B0A-A368-FB15B2993343}" emma:medium="tactile" emma:mode="ink">
            <msink:context xmlns:msink="http://schemas.microsoft.com/ink/2010/main" type="paragraph" rotatedBoundingBox="12347,8357 11875,9391 11367,9159 11839,81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DC1C8C1-C652-4E0F-8B2E-428F54E0A0D0}" emma:medium="tactile" emma:mode="ink">
              <msink:context xmlns:msink="http://schemas.microsoft.com/ink/2010/main" type="line" rotatedBoundingBox="12347,8357 11875,9391 11367,9159 11839,8125"/>
            </emma:interpretation>
          </emma:emma>
        </inkml:annotationXML>
        <inkml:traceGroup>
          <inkml:annotationXML>
            <emma:emma xmlns:emma="http://www.w3.org/2003/04/emma" version="1.0">
              <emma:interpretation id="{DCCE604E-7D03-4FFB-9828-87FBBA67812D}" emma:medium="tactile" emma:mode="ink">
                <msink:context xmlns:msink="http://schemas.microsoft.com/ink/2010/main" type="inkWord" rotatedBoundingBox="12347,8357 11875,9391 11367,9159 11839,8125"/>
              </emma:interpretation>
              <emma:one-of disjunction-type="recognition" id="oneOf0">
                <emma:interpretation id="interp0" emma:lang="en-AU" emma:confidence="0">
                  <emma:literal>on</emma:literal>
                </emma:interpretation>
                <emma:interpretation id="interp1" emma:lang="en-AU" emma:confidence="0">
                  <emma:literal>o</emma:literal>
                </emma:interpretation>
                <emma:interpretation id="interp2" emma:lang="en-AU" emma:confidence="0">
                  <emma:literal>-on</emma:literal>
                </emma:interpretation>
                <emma:interpretation id="interp3" emma:lang="en-AU" emma:confidence="0">
                  <emma:literal>"on</emma:literal>
                </emma:interpretation>
                <emma:interpretation id="interp4" emma:lang="en-AU" emma:confidence="0">
                  <emma:literal>com</emma:literal>
                </emma:interpretation>
              </emma:one-of>
            </emma:emma>
          </inkml:annotationXML>
          <inkml:trace contextRef="#ctx0" brushRef="#br0">0 5 1497,'17'0'133,"-6"0"-106,-6 0-27,6 0 0,-5-5 195,10 5 33,-5 0 8,0 5 0,-5-5-68,-1 10-13,6 5-3,0 4-1,-6 1-69,1 9-14,-6 0-2,5 5-1,1-5-40,-6 6-8,0-1-1,0 10-1,0-5-92,5 4-19,1 1-3</inkml:trace>
          <inkml:trace contextRef="#ctx0" brushRef="#br0" timeOffset="-180.4318">-340 415 1785,'-5'24'159,"5"-24"-127,0 0-32,0 0 0,0 0 79,0 10 9,-11 4 3,11 6 0,0-1-28,5 6-6,-5-1-1,0 5 0,6 1-17,-6 4-4,0-5-1,0 5 0,0 5-16,0-5-3,5 5-1,1-5 0,-1 1-26,-5-1-6,0-10-1,0 0 0,6 1 34,-6-1 6,0-24 2,0 0 0,0 0-37,0 0-7,0 0-2,0 0 0,0 0 34,0-14 6,-6 4 2,6-15 0,0 1-19,0-10 0,0 5 8,0-5-8,0 9 38,0-9 4,0 0 1,6 0 0,5 0-43,-6 4-24,6 1 4,0 5 0,6-5 31,-1 9 6,1-4 2,-1 4 0,6 1 3,0 4 1,-6 5 0,6 1 0,-5 4 15,-6 5 3,0 0 1,-11 0 0,0 0-42,11 0-20,-6 9 1,6 1 1,-5 0 18,-6 5 8,0-1-8,-11 1 12,5 4-12,1 1 0,-1-6 8,-5 1-8,6 0-10,-6-10-5,0-1-1,0 6 0,0-5-18,5 0-4,-5 0-1,11-5 0,-11 0 39,0 10 0,6-1 0,-1-4 0,6-5-15,0 0 5,0 0 1,0 0 0,0 0 9,0 15 0,0-15 0,6 10 0,5-6 10,-6 1-2,6-5-8,6 5 12,-1 5-12,1-5 0,-1 0 0,1 4 0,-6 1 24,5-5 1,0 10 1,1-6 0,-1-4-10,-5 5-3,6 0 0,-6 4 0,-6-4 11,6 5 3,-11-15 0,0 14 0,0 1 9,-5 0 1,-6-1 1,0-4 0,5 0-5,-10 0-1,-6-1 0,0 6 0,0-5-13,-5 4-3,-1-4-1,1 0 0,-12-5-15,6-5 8,1 5-8,-1-5 0,-6 0 0,6-5 0,6 0 0,-6 5 0,6-5-41,-1 0-2,-5-5 0,6 1 0,5-1-147,0 0-30,6-5-5</inkml:trace>
        </inkml:traceGroup>
      </inkml:traceGroup>
    </inkml:traceGroup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8:57.843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A9F9954-D75C-49B7-87F5-095F1B120845}" emma:medium="tactile" emma:mode="ink">
          <msink:context xmlns:msink="http://schemas.microsoft.com/ink/2010/main" type="writingRegion" rotatedBoundingBox="6439,8807 6944,8807 6944,9378 6439,9378"/>
        </emma:interpretation>
      </emma:emma>
    </inkml:annotationXML>
    <inkml:traceGroup>
      <inkml:annotationXML>
        <emma:emma xmlns:emma="http://www.w3.org/2003/04/emma" version="1.0">
          <emma:interpretation id="{32448588-668D-4030-B011-21847667A613}" emma:medium="tactile" emma:mode="ink">
            <msink:context xmlns:msink="http://schemas.microsoft.com/ink/2010/main" type="paragraph" rotatedBoundingBox="6439,8807 6944,8807 6944,9378 6439,937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D039C7B-AFF1-483F-A465-CC28F72344CC}" emma:medium="tactile" emma:mode="ink">
              <msink:context xmlns:msink="http://schemas.microsoft.com/ink/2010/main" type="line" rotatedBoundingBox="6439,8807 6944,8807 6944,9378 6439,9378"/>
            </emma:interpretation>
          </emma:emma>
        </inkml:annotationXML>
        <inkml:traceGroup>
          <inkml:annotationXML>
            <emma:emma xmlns:emma="http://www.w3.org/2003/04/emma" version="1.0">
              <emma:interpretation id="{FE27EB17-C8A8-4895-94C2-874B85862CA5}" emma:medium="tactile" emma:mode="ink">
                <msink:context xmlns:msink="http://schemas.microsoft.com/ink/2010/main" type="inkWord" rotatedBoundingBox="6439,8807 6944,8807 6944,9378 6439,9378"/>
              </emma:interpretation>
              <emma:one-of disjunction-type="recognition" id="oneOf0">
                <emma:interpretation id="interp0" emma:lang="en-AU" emma:confidence="0">
                  <emma:literal>B</emma:literal>
                </emma:interpretation>
                <emma:interpretation id="interp1" emma:lang="en-AU" emma:confidence="0">
                  <emma:literal>5</emma:literal>
                </emma:interpretation>
                <emma:interpretation id="interp2" emma:lang="en-AU" emma:confidence="0">
                  <emma:literal>b</emma:literal>
                </emma:interpretation>
                <emma:interpretation id="interp3" emma:lang="en-AU" emma:confidence="0">
                  <emma:literal>4</emma:literal>
                </emma:interpretation>
                <emma:interpretation id="interp4" emma:lang="en-AU" emma:confidence="0">
                  <emma:literal>A</emma:literal>
                </emma:interpretation>
              </emma:one-of>
            </emma:emma>
          </inkml:annotationXML>
          <inkml:trace contextRef="#ctx0" brushRef="#br0">0 138 1670,'0'0'148,"0"0"-118,0 0-30,0 0 0,11 9 24,0 1-2,-5 0 0,5 5 0,0-1 16,0 1 3,0 4 1,0 1 0,0 4-6,0 1 0,-6-1-1,1 0 0,5 1-11,-6-6-1,-5-4-1,11 4 0,-11-4-10,5 0-3,-5-15 0,0 0 0,0 0-9,0 0 10,0 0-10,0 0 10,0 0-10,0 0 8,0 0-8,6-15 8,-6-5-8,0 6 0,0-11 0,0 6 8,0-10-8,0 4 0,0 1 0,5 0 8,-5-6 0,6 11 0,-1-6 0,1 6 0,-1-1-8,6-4-9,0 5 9,6-1-13,-6 1 38,5-1 8,1 5 2,-1 6 0,1-1-7,-1 0-2,-5 5 0,-11 5 0,0 0-18,11 10-8,0 0 0,-11-10 8,11 5 22,-11-5 4,0 14 1,0 1 0,0 0-21,0-15-4,-6 14-1,1 1 0,-6-5 9,5-1 2,-5 1 0,11-10 0,0 0-20,-5 5-19,-6 0 4,0 0 1,11-5 14,-11 5 0,0-1 0,11-4 0,-5 5 0,5-5 0,-11 5 0,11-5 0,0 0 13,0 0-4,0 10-1,-6 5 0,6-15-8,6 9 0,-1 1 0,12 0 8,-1 0-8,-5-1 0,5-4 0,1 10 0,5-5 0,-6-1 0,-5 6 0,6 0 0,5-6 0,-6 1 0,1 0 0,-6-5 0,5 4 9,-5 6 0,0 0 0,-11 4 0,0-4 11,0 4 3,0 1 0,-11-1 0,5 6 5,-5-6 0,1 1 1,4-6 0,-5-9-5,0 5 0,-5-5-1,-6 0 0,5-5-11,-5-5-1,-5 0-1,-1-5 0,1 5-10,0 0 0,-1 1 9,1-1-9,-1 0-13,1-5-7,0 0-2,5 5 0,0 5-144,5-4-29,1-1-5</inkml:trace>
        </inkml:traceGroup>
      </inkml:traceGroup>
    </inkml:traceGroup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9:27.40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CF4A6BE1-6C86-4B94-B4E7-3A787CD853B1}" emma:medium="tactile" emma:mode="ink">
          <msink:context xmlns:msink="http://schemas.microsoft.com/ink/2010/main" type="inkDrawing" rotatedBoundingBox="12858,17747 12946,8002 13037,8003 12949,17748" shapeName="Other"/>
        </emma:interpretation>
      </emma:emma>
    </inkml:annotationXML>
    <inkml:trace contextRef="#ctx0" brushRef="#br0">135 0 1209,'-5'5'108,"5"5"-87,0-10-21,0 0 0,0 9 112,-6 1 19,6 0 3,0 5 1,-5-1-23,5 6-4,0-1 0,-6 1-1,1 4-29,5 0-6,0 1 0,0-1-1,-6 5-14,1 5-2,5 5-1,0 0 0,-6 10-18,1 0-3,5 9-1,-6 6 0,6-1-7,-5-14-1,-1 5-1,6 4 0,0 5-13,-5 6-2,5 4-8,0 0 12,-6 15-12,1 14 11,-1 0-11,6-4 10,-5-10-10,5-5 10,0-1-10,5 6 10,-5 0-10,0 0 0,6 4 0,-6-19 0,5 5 0,-5 0 0,6 5 0,-6 5 0,0-5 22,0 9 2,0 6 1,-6 34 0,6-15-37,0 0-7,0-15-1,-5 5-1,5-14 21,-6-1 0,12 1 0,-6 5 0,0-16 0,0 1 0,5 0 0,1 0 0,-6 5 0,5 0 0,-5 4 0,6 6 0,-1-6 0,-5-9 0,0 0 0,6-5 0,-6-10 8,0 5-8,0 0 0,0 5 8,0 10-8,0-5 10,0 5-10,0 4 10,0-14-10,0 0 0,-6-4 0,6-6 0,0 0 0,0 5 0,0-5 0,0 6 0,0-1 0,6 0 0,-6 0 0,0 5 0,0-10 0,0 0 0,0-9 0,0 4 0,0-4 0,0 4 0,0-4 0,0-1 0,0-4 0,-6 4 8,6-4-8,0 9 0,0-4 0,-5-1 0,5 1 0,0-6 0,0 1 0,-6-5 8,1 0-8,5-1 0,0 1 9,0 0-9,-6-10 10,6 5-10,-5-5 0,5 0 0,0 4 0,-6-4 0,6 0 0,0 0 0,0 0 0,0 0 0,0 0 0,-5-4 0,5-1 0,0 0 0,0 0 0,-6-5 0,1-4 0,5 9 0,0-10 0,0 5 0,-6 1 0,1-1 0,5-5 8,-6 5-8,6-4 11,0-1-11,0 1 0,0 4 0,0-5 0,0 1-9,-5-1 9,5 5 0,0-4 0,0 4 0,-6 0 0,6-5 8,0 1-8,0 4 0,6 0 0,-6-4 0,0-1 0,0 0 0,0 1 0,0-6 0,-6 6 0,6-6 0,0 1 0,0-1 0,0 1 0,0-1 0,-5-4 0,5 4 0,0-4 0,0 4 0,0-9 0,0 5 0,0-1 0,0 1 0,0 0 0,0-1 0,0 1 0,0 0 8,0-1-8,0 6 0,0-11 0,0 6 0,0 0 0,0-1 0,0 1 0,0-5 0,0-10 0,0 14 0,-6-4 0,6 5 8,0-6-8,0 1 0,6 5 0,-1-1 8,-5-4-8,0 0 0,0 5 0,0 4 0,0-4 0,0 4 0,0 1 0,0 4 0,6-4 0,-6-1 0,0 1 0,0 4 0,0 0 0,0-4 0,5-1 0,-5 1 0,0-1 0,0 1 0,6-10 0,-6 4 8,0-4-8,0 0 0,0-10 0,0 0 0,0 0 0,0 0-10,0 0 10,0 0 0,0 0-40,0 0-2,-6-20 0,6 1-793,0-6-158</inkml:trace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9:28.601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B818EA7E-F99B-4286-A649-1EC3B12EF08E}" emma:medium="tactile" emma:mode="ink">
          <msink:context xmlns:msink="http://schemas.microsoft.com/ink/2010/main" type="inkDrawing" rotatedBoundingBox="13970,9976 15672,10100 15667,10172 13965,10048" shapeName="Other"/>
        </emma:interpretation>
      </emma:emma>
    </inkml:annotationXML>
    <inkml:trace contextRef="#ctx0" brushRef="#br0">-5 23 345,'0'0'31,"0"0"-31,0 0 0,0 0 0,0 0 46,0 0 3,0 0 1,0 0 0,0 0 3,0 0 1,0 0 0,0 0 0,0 0-6,0 0 0,0 0-1,0 0 0,6-4 9,-6 4 3,0 0 0,0 0 0,0 0 9,0 0 3,0 0 0,0 0 0,0 0-10,0 0-1,0 0-1,0 0 0,0 0-7,0 0-2,0 0 0,0 0 0,0 0-6,0 0-2,0 0 0,11-5 0,0 0 2,-6 5 0,-5 0 0,11-10 0,0 10-6,0 0-1,-11 0 0,11 0 0,0 5-2,5 0-1,-5-5 0,0 10 0,-5-6 2,10 1 0,-5 0 0,6 0 0,-1 0-7,1 0-1,-1 5 0,6-6 0,-5 1-4,4 0-2,-4 0 0,-1 0 0,6-5 0,0 5 0,-5-5 0,5 0 0,0-5-2,0 5-1,-1 5 0,1-5 0,0-5-2,0 0 0,-5 5 0,5-5 0,-6 5-1,6-5-1,0 5 0,0 0 0,5 0-3,-5 0 0,0 0 0,6 0 0,-1 0-4,-5 0 0,5 0-8,6 0 12,0 0-4,-5 0 0,5 0-8,-1 0 12,1 0-12,-5 0 8,5 0-8,0 5 0,-6-5 8,6 5-8,0 0 0,-6 0 9,1-5-9,-1 5 0,0 0 0,1-1 0,-1 1 0,1 5 0,-1-5 0,1 0 0,-6 0 0,5 0 0,0-1 0,1 6 0,-1-5 0,-5 0 0,6 0 0,-12-5 0,-5 5 0,0 0 0,5-5 0,-16 0 0,0 0-9,0 0-4,11 0-1,-11 0 0,0 0-54,0 0-12,0 0-1,0 0-1,0 0-184,0 0-37</inkml:trace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9:29.36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AF9D21B2-F78C-41DD-A64C-AA2FEAE091F7}" emma:medium="tactile" emma:mode="ink">
          <msink:context xmlns:msink="http://schemas.microsoft.com/ink/2010/main" type="inkDrawing" rotatedBoundingBox="13872,12491 15352,12585 15349,12628 13869,12534" shapeName="Other"/>
        </emma:interpretation>
      </emma:emma>
    </inkml:annotationXML>
    <inkml:trace contextRef="#ctx0" brushRef="#br0">0 24 1551,'0'0'34,"0"0"7,0 0 2,0 0 1,0 0-36,0 0-8,0 0 0,0 0 0,11 0 90,-11 0 16,0 0 3,0 0 1,11 0-34,-1 0-8,-4-10 0,5 10-1,-11 0-3,0 0 0,5 0 0,12 0 0,-12-5 0,12 5 0,-6 0 0,5 0 0,-5-5-43,6 5-9,5-5-1,5 5-1,-5 5 9,0 0 1,5 10 1,-5-10 0,6 4-5,-1-4 0,1-5-1,-1 0 0,0-5-5,-5 5-1,6-9 0,-1 9 0,-5 0-9,5 0 12,-5 0-12,6 0 12,-1 0-4,1 4-8,-6-4 12,5 0-4,-5 5 0,0-5-8,5 0 12,1 0-4,5 0-8,-11 5 0,0-5 9,5 5-9,0 0 0,-5-5 0,0 0 0,6 0 8,-6 0-8,0 5 0,-1-10 0,1 5 8,0 5-8,-5-5 0,5 0 0,0 5 0,-6-5 0,6 5 9,-5-1-9,4 6 0,-4-10 8,-1 0-8,-5 5 0,6-5 0,-6 5 9,5 0-9,-5-5 0,0 5 9,6 0-9,-6-1 0,0 1 0,-1-5 8,-4-9-8,5 4 0,-6 0 0,1 5 0,-1 0-12,1 0 3,-1 5 0,1-5 0,-6 0-46,0 0-9,5 0-1,-5 5-1,6-5-164,-6 4-33,5-4-6</inkml:trace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9:50.391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525E1BA-3EF8-4EBB-A2F5-084304C5E716}" emma:medium="tactile" emma:mode="ink">
          <msink:context xmlns:msink="http://schemas.microsoft.com/ink/2010/main" type="writingRegion" rotatedBoundingBox="13349,13664 15413,13474 15496,14372 13432,14562"/>
        </emma:interpretation>
      </emma:emma>
    </inkml:annotationXML>
    <inkml:traceGroup>
      <inkml:annotationXML>
        <emma:emma xmlns:emma="http://www.w3.org/2003/04/emma" version="1.0">
          <emma:interpretation id="{643BB4FC-1C9C-4E06-82C4-E0C561121BBD}" emma:medium="tactile" emma:mode="ink">
            <msink:context xmlns:msink="http://schemas.microsoft.com/ink/2010/main" type="paragraph" rotatedBoundingBox="13349,13664 15413,13474 15496,14372 13432,145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E81BA8E-4A4A-4729-9ECC-64667C95F6AB}" emma:medium="tactile" emma:mode="ink">
              <msink:context xmlns:msink="http://schemas.microsoft.com/ink/2010/main" type="line" rotatedBoundingBox="13349,13664 15413,13474 15496,14372 13432,14562"/>
            </emma:interpretation>
          </emma:emma>
        </inkml:annotationXML>
        <inkml:traceGroup>
          <inkml:annotationXML>
            <emma:emma xmlns:emma="http://www.w3.org/2003/04/emma" version="1.0">
              <emma:interpretation id="{B6A194ED-6170-4E10-B676-02BC59BDC79C}" emma:medium="tactile" emma:mode="ink">
                <msink:context xmlns:msink="http://schemas.microsoft.com/ink/2010/main" type="inkWord" rotatedBoundingBox="13349,13664 15413,13474 15496,14372 13432,14562"/>
              </emma:interpretation>
              <emma:one-of disjunction-type="recognition" id="oneOf0">
                <emma:interpretation id="interp0" emma:lang="en-AU" emma:confidence="0">
                  <emma:literal>0.65</emma:literal>
                </emma:interpretation>
                <emma:interpretation id="interp1" emma:lang="en-AU" emma:confidence="0">
                  <emma:literal>0. 65</emma:literal>
                </emma:interpretation>
                <emma:interpretation id="interp2" emma:lang="en-AU" emma:confidence="0">
                  <emma:literal>0.6 5</emma:literal>
                </emma:interpretation>
                <emma:interpretation id="interp3" emma:lang="en-AU" emma:confidence="0">
                  <emma:literal>O. 65</emma:literal>
                </emma:interpretation>
                <emma:interpretation id="interp4" emma:lang="en-AU" emma:confidence="0">
                  <emma:literal>o 65</emma:literal>
                </emma:interpretation>
              </emma:one-of>
            </emma:emma>
          </inkml:annotationXML>
          <inkml:trace contextRef="#ctx0" brushRef="#br0">180 89 1382,'-5'-15'61,"5"5"13,0 0-59,-5 1-15,-1-1 0,6 0 0,-5 5 133,5 0 24,0 5 5,-6-4 1,1-6-44,5 10-9,0 0-2,0 0 0,-6 0-21,1 5-5,-1 4-1,1 1 0,-1 5-65,1 4-16,-1 1 0,1 4 0,-1 5-11,6 6-5,-5-6-2,-1 10 0,6-5 18,0 5 0,0 5-8,0-5 8,6-5 0,-1 0 0,6-5 0,-5 1 0,-1-11 0,6 5 0,6-4-8,-6-10 8,0-1 0,-1 1 0,-10-10-8,17 0 8,-1-5 0,-5-9 0,6-1 0,-6-4 9,0-6-9,5 1 8,-10-1-8,5-9 8,-6-5-8,1 5 0,-1-5 0,1 5 0,-6-5 16,0 5-1,0 0-1,0 5 0,-6-6-6,-5 11 0,6-5-8,-6 9 12,-6 1-12,6 4 11,-5 1-11,-1 4 10,1 10-10,-1 0 0,-4 5 0,4 4 0,-5 6-40,6 5-1,-6 4 0,5 0 0,-5 6-28,6-1-6,-1 0-1,6 5-628,1-5-125</inkml:trace>
          <inkml:trace contextRef="#ctx0" brushRef="#br0" timeOffset="217.118">575 152 2300,'0'0'102,"0"0"21,0 0-99,0 0-24,0 0 0,0 0 0,0 0 56,0 0 7,0 0 1,0 0 0,0 0-41,0 0-8,0 0-2,0 0 0,0 0-99,0 0-20,17 5-4,-1-10-925</inkml:trace>
          <inkml:trace contextRef="#ctx0" brushRef="#br0" timeOffset="540.5159">1118-209 2217,'0'0'98,"-5"0"21,-6 0-95,11 0-24,0 0 0,0 0 0,-11 10 88,5 0 12,1-1 4,-1 6 0,-5 9-52,11 6-9,-11-6-3,11 10 0,-5 5-18,5 0-4,-6 5-1,1 5 0,5-5-9,5 4-8,-5 1 9,6 0-9,-1-5 8,6 0-8,-5-5 0,5 0 0,0-5 0,5-5 0,-5-5 0,6-4 0,-6-10 0,5-1 0,-5-9 0,6 0 0,-1-9 10,-5-1-10,5-5 10,-5-9-10,0 4 10,6-4-10,-12 5 10,1-6-10,-1-4 8,-5 9-8,-5 1 0,-1-1 0,1 1 8,-6 4-8,0 1 0,0 4 9,-6 5-9,1 0-14,0 10 3,-1 0 1,1 0-21,-1 5-4,-5 4-1,6 1 0,5-1-36,0 6-8,0-5-2,0 4-672,5-4-134</inkml:trace>
          <inkml:trace contextRef="#ctx0" brushRef="#br0" timeOffset="1143.4141">1848-253 691,'0'0'61,"0"0"-49,0 0-12,-11 0 0,11 0 240,0 0 44,-11 5 10,5 5 2,-5-5-144,0 5-28,6-1-5,-1 6-2,-5 0-45,11 4-10,-5 1-2,-1 4 0,1-5-20,5 6-5,0-6-1,0 6 0,0-1-6,5 0-2,1-4 0,5-1 0,0 1-6,-6 4 0,12-9-1,-6 4 0,5 1-6,1-1-1,-1 1 0,1-1 0,4-4-4,-4 5-8,5-6 11,-6 1-11,1-5 9,-6 4-9,5 1 0,-5-1 9,0 1 11,-5-5 1,5-5 1,-11-5 0,0 9 18,0-9 3,-6 15 1,-5 0 0,-5-1-3,-1 6 0,-5-1 0,0 6 0,-11-11-24,1 6-5,-1 4 0,-6-4-1,-5-1-11,0 1-11,1 4 3,-1-4 0,-11-11-126,17-4-25,-1 5-5</inkml:trace>
          <inkml:trace contextRef="#ctx0" brushRef="#br0" timeOffset="773.3013">1612-155 2113,'0'0'93,"0"0"20,0 0-90,11-5-23,0 0 0,0 5 0,0 0 108,0-5 16,5 0 4,1 0 1,-1 5-45,6-4-8,-6-1-3,6 5 0,-5-5-29,5-5-5,0 10-2,0-5 0,0 0-37,-1 0 0,-4 1 0,-1-1 0,1-5 0,-6 5-10,5-5 1,1 5 0,-1 1-147,-5 4-28,0-5-7,-11 5-564,0 0-113</inkml:trace>
        </inkml:traceGroup>
      </inkml:traceGroup>
    </inkml:traceGroup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21:20.187"/>
    </inkml:context>
    <inkml:brush xml:id="br0">
      <inkml:brushProperty name="width" value="0.09333" units="cm"/>
      <inkml:brushProperty name="height" value="0.09333" units="cm"/>
      <inkml:brushProperty name="color" value="#00B050"/>
      <inkml:brushProperty name="fitToCurve" value="1"/>
    </inkml:brush>
  </inkml:definitions>
  <inkml:traceGroup>
    <inkml:annotationXML>
      <emma:emma xmlns:emma="http://www.w3.org/2003/04/emma" version="1.0">
        <emma:interpretation id="{14C9DEB5-C8EA-417E-B5F2-897DD1A5FE9F}" emma:medium="tactile" emma:mode="ink">
          <msink:context xmlns:msink="http://schemas.microsoft.com/ink/2010/main" type="inkDrawing" rotatedBoundingBox="728,4455 18619,4752 18614,5032 723,4735" shapeName="Other"/>
        </emma:interpretation>
      </emma:emma>
    </inkml:annotationXML>
    <inkml:trace contextRef="#ctx0" brushRef="#br0">26 84 230,'0'0'20,"0"0"-20,0 0 0,0 0 0,0 10 164,-11-1 29,5 1 6,6-10 1,0 0-85,0 10-17,-11 0-3,11-10-1,0 0-14,0 0-4,0 0 0,0 0 0,0 0-16,0 0-3,11 4-1,-11-4 0,0 0-3,0 0-1,17 5 0,-12-5 0,12 0 6,-12-5 1,6 5 0,0-4 0,0-1-12,5 0-3,-10 0 0,5 5 0,0-5-17,5 0-4,-5 5-1,-5-5 0,5 5-5,0-5-1,0 1 0,0 4 0,0 0-6,5 0-2,-10 0 0,4-5 0,1 5 0,6-5 0,-6 0 0,0 0 0,5 0 3,-5 5 0,6-5 0,-6 0 0,5 1 3,-5-1 1,6 5 0,-6-5 0,5 5-3,-5 0-1,5 0 0,6 0 0,-11 5 0,6-5 0,-6 5 0,5-5 0,1 0-11,5 4 12,-6-4-12,6 5 12,-6 0-12,6-5 0,0 0 0,0 5 0,6-10-9,-6 5-7,5 0-2,0-5 0,1 5 18,-1 0 0,-5 0 0,11 0 0,-5 0 0,-1-5 0,0 5 0,6 0 0,-16 5 0,32-5 0,-5 5 0,-33-5 0,5 5 0,1 0 0,5-5 0,5 5 0,-5-5 17,6 5 7,-1-5 2,-5 5 0,11-5-42,-17 0-8,12 4-1,-1-4-1,1 5 26,4-5 0,-10 0 0,11 5 0,-5-5 20,5 5 10,-1-5 2,-4 5 0,-1-5-21,12 5-11,-17 0 12,11 0-12,-6-5 8,0 0-8,6 0 0,-5 0 0,-1-5 0,1 5 0,-7 5 8,12-5-8,-16 0 0,10 0 0,1-5 8,-6 5-8,5 0 0,0 0 0,-5 0 8,6 0-8,-1 0 19,1 0 0,-1 0 0,1 0 0,-7-5-28,7 5-6,-12 5-1,12-5 0,-1 0 16,12 5 0,-23-5 0,17 0 0,-6 4 0,1-4 8,-1 0-8,1 0 0,-1 0 9,0 0-9,-5 0 0,6 0 9,-1 0-9,1 0 8,-6-4-8,5 4 8,-5 0-8,0 0 0,0-5 9,5 5-9,-5 0 0,0-5 9,6 5-9,-1 0 0,0-5 0,1 5 0,-1 0 0,1 0 0,-1 0 0,6 0 0,-17 0 10,23 0-10,-17 0 0,5 0 0,1 0 0,-1-5 0,6 5 0,-6-5 0,1 5 9,5 0-1,-11-5-8,10 0-10,-10 5 10,6-4-13,-1 4 13,1-5 0,-1 5 0,0-5 0,1 0 0,-1 5 0,-5-5 0,6 0 0,-1 10 0,1-5 0,4-5 0,7 5 0,-12 0 0,6 0 0,-5-5 0,-1 5 0,0 0 0,6 0 0,0 0 0,6 0 0,-6 0 0,-1 0 13,1 0-2,0 0-1,0 0-10,0 0-14,-6 0 3,6 0 1,-5 0 10,5 0 0,-6 0 0,1 0 0,-1 0 0,0 5 0,12-5 0,-12 0 0,6 0 0,0 0 0,0 0 0,5 0 0,-5 0 0,0 0 0,5-5 0,-5 5 0,0-5 0,6 5 14,-12 0-3,6 0-1,0 0-10,0 0 0,0-4 0,5 4 0,-5 4 0,-6 1 0,1-5 0,5 0 0,-6 0 0,6 0 0,-5 0 0,4 0 0,-4 5 0,-1-5 0,6 0 0,0 5 0,0-5 0,-6 0 0,1 0 0,5 0 0,0 0 0,-6 0 0,6-5 0,0 5 0,0 0 0,5 0-14,-16-5 3,11 0 1,5 5 10,-16-4 14,6-1-3,-6 0-1,5 5-10,0 0 0,1-5 0,5 5 0,-17-5 0,6 0 0,6 5 0,-1 0 0,0-5 0,-5 5 0,11 0 0,-5 0 0,-1-5 0,1 5 0,-1-4 0,0 4 0,6 0 0,-5 0 0,5-5 0,0 5 0,-6-5 0,0 5 0,1 0 0,-1 0 0,1-5 0,-1 5 0,0 5 0,-5-5 0,6-5 0,-1 5 0,1 0 0,-6-5 0,0 5 0,0 0 0,5 0 0,-5 0 0,-6 0 0,6 0 0,0 0 0,0 0 0,0 0 0,0 5 0,5-5 0,1 0 0,5 0 0,-6 0-14,-5 5 3,11-5 1,5 0 10,-10 0 14,-6 0-3,0 0-1,5 0-10,-5 0 0,0 0 0,-6 0 0,1 0 0,5 0 0,5 0 0,1 0 0,-1 0 0,-5 0 0,0 0 0,0 5 0,0-5 0,5 0-14,-10 0 3,5 0 1,-6 5 10,6-1 14,0-8-3,0 4-1,-6 4-10,6-4 0,-5 0 0,10 0 0,-10-4 0,5 4 0,-6 4 0,6-4 0,0-4 0,0-1 0,-6 10 0,6-5 8,6-5-8,-12 5 0,1 0 0,-1 0 8,6 5-17,0-1-4,-6-4-1,6 0 0,-11-4 22,11 4 5,0 4 1,0-4 0,0 5-22,-6 0-5,12-5-1,-1 0 0,1 0 14,-6 0 16,0 0-3,-1 5-1,1-10-12,0 5-16,-5 0 3,5 0 1,0 0 12,0 0 0,-6 0 0,1 0 0,-1 5 0,6 0 0,0-5 0,-6 0 0,1 0 8,-1 5 5,6-5 1,-5 0 0,5 0-22,-1 0-5,1 10-1,6-10 0,-1-5 14,-5 5 0,-5 5 0,10-1 0,6 1 0,-6 0 16,-5 0-3,6 0-1,5-5-12,0 5-16,-6-10 3,0 10 1,-5 0 12,6 0 16,-1-1-3,-5-4-1,6 5-12,-1-5 0,-5 0 0,5 0 0,1 0-12,-6 5 2,5 10 0,-5-1 0,0 1 10,5-15 14,1-5-3,-6 0-1,0 10-10,5 0-14,0-5 3,1 0 1,-1-10 10,-5 5 0,6 1 0,-6 4 0,0-5 0,10 10 0,-4-1 0,5-4 0,0-4 0,-6 4 0,6 0 0,-6 0 0,6 0 0,-5 0 14,-1 0-3,6 0-1,5-5-10,-5 0-14,-11 5 3,0-5 1,0 5 10,0 0 14,6 5-3,-7-5-1,1 5-10,0-5 0,6 9 0,-1-4 0,1-5 0,5 5-14,-12 0 3,12 5 1,0-10 10,-5 5 0,5-5 0,-6 5 0,6-1 0,5 1 14,-10-5-3,5 0-1,-6 0-10,6 0 0,-6 0 0,6-5 0,-5 1 0,-6 4 0,11 4 0,-6-4 0,0-9 0,-5 4-14,6 10 3,-1 0 1,6 4 10,-6-4 14,1 5-3,-1-5-1,1-10-10,5 5 0,0 0 0,5 5 0,-11 5 0,6-6 0,0 6 0,0-10 0,-6 0 0,6 0 0,0 0 0,0 0 0,-5 0 0,5 0 0,-1 0 0,1 0 0,-5 0 0,5 10 0,-6 0 0,1-5 0,-1 4 0,6-9 0,-6-5 0,1 10 0,-1 0 0,1 0 0,4-5 0,-4 0 0,-1 0 0,1-5-14,5 5 3,-1 0 1,-4 0 10,5 5 14,0-5-3,0 0-1,-6-5-10,6 0 0,0 5 0,0 0 0,0 10 0,0-5 0,-1-5 0,1 10 0,0-5 0,0-5 0,-5 0 0,-1 0 0,6 0 0,-6 4 0,1-4 0,-1 5 0,1-5 0,5 5 0,-1 0 0,-4 0 0,10-5 0,-10 0-14,-1 5 3,6-5 1,-6-5 10,1 5 14,5 0-3,5 0-1,-5 0-10,-6 5 0,1 5 0,5-1 0,-6 1 0,6 0 0,0-10 0,-6 0 0,6-5 0,6 10 0,-1 0 0,-5 0 0,0-5 0,-6 0 0,6 9 0,0-4 0,-5-5 0,4 0 0,1 5 0,0-5 0,6-10 0,-6 1 10,-6-1-10,11 10 10,1 5-10,-6 0 0,5-5-10,-5 0 10,5 0 0,-5 0 0,0 0 0,0 0 0,0 0 0,0 0 0,0 4 0,-6-4 0,1-4 0,-1 4 0,0 4 0,6-4 0,0 0 0,-5-4 0,-1 4 0,6 0 0,0 0 0,5 0 0,-5 0 0,6 4 0,-12-4 0,6 0 0,-6 0 0,12-4 0,-6 8 0,0-4 0,-6 5 0,6 0 0,0-10 0,0 5 0,0 0 0,-6 0 0,0 5 0,1-5 0,-1-5 0,1 0 0,-1 10 0,1-5 0,4-5 0,-4 1 0,-1 4 0,6 0 0,-5 0 0,4 0 0,1 0 0,6 4 0,-12-8 0,6 4 0,0-10 0,-6 5 0,12 5 0,-6-5 0,5 5 0,-5 0 0,-6 0 0,6 0 0,-5 5 0,-1-5 0,6-5 0,-5 5 0,-1 10 0,-5-10 0,5 0 0,-5 0 0,6 5 0,-6-5 0,0 0 0,-1 0 0,7-5 0,-6 5 0,5 5 0,1-5 0,-6-5 0,5 5 0,0-5 0,1 5 0,5 0 0,-6 0 0,-10 0 0,5-5 0,0 5 0,5 0 0,-5 0 0,5 0 0,1 0 0,-1 0 0,1-5 0,-1 5 0,0-5 0,1 0 0,-1 5 0,-5-4 0,0-1 0,6 0 0,-7 5 0,7 0 0,-6 0 0,0-5 0,0-5 0,5 10 0,-5 0 8,-6 0-8,6-5 0,0 0 0,6 1 0,-6-1 0,5 0 8,1 0-8,-7 5-10,18-10-6,-6 5 0,0-4-1,0 4 30,0 0 7,-6 0 0,0-5 1,1 5-13,-1 0-8,-5 1 10,6-1-10,-7 0 8,1 0-8,0 5 0,-5 0 0,-1 0 9,1 0-9,-1-5 8,-5 5-8,6 0 8,-6 5-8,0-5 0,5-5 8,-5 0-8,0 5 0,-11 0 0,11 5 8,-11-5-8,0 0 0,11-5 9,-11 5-9,0 0 0,0 0 0,0 0 0,0 0 0,11 5 0,-11-5 0,0 0 0,0 0-12,0 0-23,0 0-5,0 0 0,0 0-1,0 0-169,0 0-34</inkml:trace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21:36.703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20213788-41F1-4049-ACDE-7469123E1DD5}" emma:medium="tactile" emma:mode="ink">
          <msink:context xmlns:msink="http://schemas.microsoft.com/ink/2010/main" type="writingRegion" rotatedBoundingBox="4382,13437 7904,12989 8139,14841 4618,15288"/>
        </emma:interpretation>
      </emma:emma>
    </inkml:annotationXML>
    <inkml:traceGroup>
      <inkml:annotationXML>
        <emma:emma xmlns:emma="http://www.w3.org/2003/04/emma" version="1.0">
          <emma:interpretation id="{D2AA657D-57DB-425C-9420-FD3FAB8D730E}" emma:medium="tactile" emma:mode="ink">
            <msink:context xmlns:msink="http://schemas.microsoft.com/ink/2010/main" type="paragraph" rotatedBoundingBox="4467,13426 7904,12989 8000,13739 4562,141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6D3FCF4-5EC6-4573-9D49-972FF0794E5F}" emma:medium="tactile" emma:mode="ink">
              <msink:context xmlns:msink="http://schemas.microsoft.com/ink/2010/main" type="inkBullet" rotatedBoundingBox="4484,13560 5014,13493 5073,13959 4543,14026"/>
            </emma:interpretation>
            <emma:one-of disjunction-type="recognition" id="oneOf0">
              <emma:interpretation id="interp0" emma:lang="en-AU" emma:confidence="0">
                <emma:literal>0.</emma:literal>
              </emma:interpretation>
              <emma:interpretation id="interp1" emma:lang="en-AU" emma:confidence="0">
                <emma:literal>O.</emma:literal>
              </emma:interpretation>
              <emma:interpretation id="interp2" emma:lang="en-AU" emma:confidence="0">
                <emma:literal>0</emma:literal>
              </emma:interpretation>
              <emma:interpretation id="interp3" emma:lang="en-AU" emma:confidence="0">
                <emma:literal>0,</emma:literal>
              </emma:interpretation>
              <emma:interpretation id="interp4" emma:lang="en-AU" emma:confidence="0">
                <emma:literal>Or</emma:literal>
              </emma:interpretation>
            </emma:one-of>
          </emma:emma>
        </inkml:annotationXML>
        <inkml:trace contextRef="#ctx0" brushRef="#br0">121-1 633,'0'0'28,"-6"0"6,1 4-34,-1 1 0,-5-10 0,6 1 0,5 4 250,-6 4 43,-5-4 9,6 5 2,-6 0-192,5 5-39,6-10-7,-5 15-2,-1-1-51,1 1-13,-1 9 0,6 5 0,-5-4 54,5 4 8,0-5 2,5 6 0,6 4-52,-5 0-12,5-5 0,0 0 0,0-4 0,0-6 0,5-4 0,-5 0 0,-5-1 0,10-4 0,6-5 0,-11 0 0,0-10 0,5 0 0,-16 5 0,11-10 0,0-4 12,0-6-4,0 5-8,0-4 12,0-1-1,-5-4-1,-1-5 0,1 0 0,-6 4 4,0-4 1,-6 0 0,1 4 0,-1 6-1,1-6 0,-1-4 0,-5 10 0,-5 4 0,-1 5 0,1 1 0,-6 4 0,11 5-6,-16 5-8,10-1 11,-5 6-11,6 5 0,5-5 0,-11 4 0,5 1 0,6 4-54,6 1-8,-6-6-2,11 1-614,-6 9-123</inkml:trace>
        <inkml:trace contextRef="#ctx0" brushRef="#br0" timeOffset="239.7474">532 194 2178,'0'0'48,"0"0"9,0 0 3,0 0 1,0 0-49,0 0-12,-11-5 0,11 5 0,0 0 62,0 0 10,-11 0 1,11 0 1,-5 0-61,-1 0-13,-4 5 0,4-5-1084</inkml:trace>
      </inkml:traceGroup>
      <inkml:traceGroup>
        <inkml:annotationXML>
          <emma:emma xmlns:emma="http://www.w3.org/2003/04/emma" version="1.0">
            <emma:interpretation id="{46D4DB96-706B-4411-BFFA-041D36471D31}" emma:medium="tactile" emma:mode="ink">
              <msink:context xmlns:msink="http://schemas.microsoft.com/ink/2010/main" type="line" rotatedBoundingBox="5313,13319 7904,12989 8000,13739 5408,14068"/>
            </emma:interpretation>
          </emma:emma>
        </inkml:annotationXML>
        <inkml:traceGroup>
          <inkml:annotationXML>
            <emma:emma xmlns:emma="http://www.w3.org/2003/04/emma" version="1.0">
              <emma:interpretation id="{703BB750-0455-4835-A26E-A44D8FF68A0A}" emma:medium="tactile" emma:mode="ink">
                <msink:context xmlns:msink="http://schemas.microsoft.com/ink/2010/main" type="inkWord" rotatedBoundingBox="5305,13338 7885,12943 8007,13735 5426,14130"/>
              </emma:interpretation>
              <emma:one-of disjunction-type="recognition" id="oneOf1">
                <emma:interpretation id="interp5" emma:lang="en-AU" emma:confidence="0">
                  <emma:literal>65x0.4</emma:literal>
                </emma:interpretation>
                <emma:interpretation id="interp6" emma:lang="en-AU" emma:confidence="0">
                  <emma:literal>65x0-4</emma:literal>
                </emma:interpretation>
                <emma:interpretation id="interp7" emma:lang="en-AU" emma:confidence="0">
                  <emma:literal>6540. 4</emma:literal>
                </emma:interpretation>
                <emma:interpretation id="interp8" emma:lang="en-AU" emma:confidence="0">
                  <emma:literal>65x04</emma:literal>
                </emma:interpretation>
                <emma:interpretation id="interp9" emma:lang="en-AU" emma:confidence="0">
                  <emma:literal>6540 4</emma:literal>
                </emma:interpretation>
              </emma:one-of>
            </emma:emma>
          </inkml:annotationXML>
          <inkml:trace contextRef="#ctx0" brushRef="#br0" timeOffset="771.6228">906-226 1890,'0'0'41,"0"0"9,0 0 2,0 0 1,0 0-42,0 0-11,0 0 0,0 0 0,-6 10 68,6-10 12,0 0 3,-11 10 0,6 0 8,-1 4 1,6-14 1,-11 20 0,11 14-46,-5-10-10,-1-4-1,1 9-1,5 5-25,0 5-10,0-15 8,0 11-8,0 4 0,0-5 8,0-5-8,5 5 0,1-10 0,-1 1 0,1-1-9,5-4 9,0-6 0,0 6 0,5-10 0,6-1 0,-11 1-16,6 0 4,-1-10 1,-5 0 0,6 5 0,5-10 0,-17 0 0,6 0 0,0 5 11,-11 0 0,0 0 0,6-15-8,-6-4 8,0 4 0,11 1 8,-6 4-8,-5 0 12,0 10-1,-5-10-1,-6 6 0,5-1-10,-5 0 0,-5 10 0,-1 0 0,1 9 12,-1-4-2,1-5-1,-1 0 0,6 4-65,11 1-14,-22 0-2,17 0-1,-6-5-20,11-5-4,0 0-1,0 0-865</inkml:trace>
          <inkml:trace contextRef="#ctx0" brushRef="#br0" timeOffset="1008.0171">1093 47 1267,'11'-29'112,"-11"19"-89,-6-4-23,6 4 0,6 5 168,-1-5 28,6 1 7,0 4 1,0-5-75,6 10-14,-6-5-3,5 0-1,6 5-48,0-5-10,0 5-1,0 0-1,-6-9-19,12 4-3,-12 0-1,1 0 0,5 5-16,-6-5-4,6 0-8,-11-5 12,0 6-28,0-6-7,-5 0-1,-1 5-764,-5 5-154</inkml:trace>
          <inkml:trace contextRef="#ctx0" brushRef="#br0" timeOffset="1294.6155">1230-26 1659,'0'29'73,"0"-29"16,-6-9-71,6 9-18,0 0 0,0-10 0,0-5 101,0 15 17,0 0 3,0 0 1,0 0-46,0 0-10,11 10-2,-5 0 0,10 0-25,-5 4-6,0-4-1,0 5 0,6 4-12,-6-9-4,5-10 0,-5 10 0,6-1-6,-1 1-2,1 0 0,-1 0 0,-5-1 0,0 6-8,0 0 12,0-6-4,-5 1 2,5-5 0,-6 5 0,1-1 0,5 11 6,-11-1 2,11-9 0,-11 15 0,-11-6-4,11-4-1,-11-1 0,5 1 0,-5 0-13,0-1 11,-5-4-11,-1 0 10,6-1-10,-11 1-12,6-5 2,-6 0 1,0-5-39,11 0-8,-11 0-2,5-5 0,12 0-189,-6-5-37</inkml:trace>
          <inkml:trace contextRef="#ctx0" brushRef="#br0" timeOffset="1533.3074">1680-16 748,'0'0'33,"0"0"7,0 0-32,0 0-8,6-5 0,-1 0 0,6 0 345,0 5 67,0-5 14,0 5 2,-11 0-252,11 0-50,11 5-10,0 0-3,0-5-51,0 5-10,0 0-3,-6 5 0,6-1-27,0 1-6,-16 5 0,16-5-1,0 4-15,0-4 0,0 5 0,0-1 0,-6 1-32,1-5-12,-1-6-2,-5 6-795,-11-10-159</inkml:trace>
          <inkml:trace contextRef="#ctx0" brushRef="#br0" timeOffset="1725.5864">2092-240 1497,'0'0'133,"-5"5"-106,-6-1-27,0 1 0,11-5 184,-6 5 31,-5-5 6,6 5 2,-6 0-80,0 10-16,0-6-3,-11 11-1,16 4-68,-5 5-14,6 1-2,-1 9-1,-5 0-30,0 0-8,-11 0 0,11 0 0,22-10 0,-11 0 0,-22 10 0,11-5 0,6-14-196,-1 4-40</inkml:trace>
          <inkml:trace contextRef="#ctx0" brushRef="#br0" timeOffset="4258.9702">2490-157 1324,'0'-15'118,"-6"0"-94,-5 6-24,6-6 0,5 5 169,-6 0 30,1 6 5,-1-6 2,6 5-102,0 5-20,0 0-4,0 0 0,0 0-44,-5 24-8,5 10-1,0-4-1,0-6-26,5 0 0,1 11 0,-1-11 0,1 0 0,5 1 0,0 4 0,-1 0 0,1-9 0,6-6 0,-6 1 0,5-5 0,1-1 0,-6 1-9,-11-10 9,11 5-10,0 0 10,5-10 0,-5-5 0,-5-9 0,-1-6 0,1-4 0,-1-5 0,1 19 0,-6 15 0,0-19 0,-6-1 0,6 1 0,-5-5 24,-6 4 8,0 1 0,0-6 1,0 6-10,-11-1-3,5 10 0,-5 1 0,6 4-11,-1 0-9,1 5 12,0 5-12,-1 5-10,1-1-9,-1 1-1,6 5-1,0-1-47,0 11-10,6-6-2,5 1-629,0-1-127</inkml:trace>
          <inkml:trace contextRef="#ctx0" brushRef="#br0" timeOffset="4490.1487">2813-148 1324,'-5'-9'118,"-1"-6"-94,12 5-24,-6 5 0,0-4 166,0-1 29,0 0 5,11 5 2,-6 0-129,1 0-25,-6-9-6,0 14-1,0 0-55,10 10-11,-10-10-3</inkml:trace>
          <inkml:trace contextRef="#ctx0" brushRef="#br0" timeOffset="4734.5337">3153-426 1987,'6'-34'88,"-1"29"18,-5 5-85,0 0-21,0 0 0,0 0 0,0 0 104,0 0 17,0 0 3,-5 15 1,5 5-46,0-1-10,0 1-1,-6-1-1,6 1-39,-5 4-8,5-5-2,-6 6 0,1 4-18,5-5 8,0 1-8,0-6 0,0 6 0,5-6 0,-5 1 0,6-1 0,5-4 0,-6-1 0,1 1 0,5-5 0,-1 4-24,1-9-1,0 5-1,0-5 0,0 0 38,6 0 8,-1-5 2,-5 0 0,0 0-22,6 0 0,5-5 0,-6 0-8,-5-5-2,0 0 0,5 1 0,1-1 0,5 0-52,-11 0-10,-6-4-3,6 4-1041</inkml:trace>
          <inkml:trace contextRef="#ctx0" brushRef="#br0" timeOffset="4957.8014">3241-538 2415,'0'0'53,"0"0"11,0 0 3,0 0 1,-6 15-55,6-5-13,6 4 0,-1 1 0,1 9 69,-1 6 11,1-1 3,-1 5 0,6 10-39,0 0-7,-5 9-1,-1 11-1,1-1-22,-1-9-4,12-6-1,-6-9 0,-6 0-18,1-9-4,4-1-1,-10-5 0,0-4-163,0-6-33,6-4-6</inkml:trace>
        </inkml:traceGroup>
      </inkml:traceGroup>
    </inkml:traceGroup>
    <inkml:traceGroup>
      <inkml:annotationXML>
        <emma:emma xmlns:emma="http://www.w3.org/2003/04/emma" version="1.0">
          <emma:interpretation id="{A4ED83D4-088A-46A6-AD36-E54AB00C1191}" emma:medium="tactile" emma:mode="ink">
            <msink:context xmlns:msink="http://schemas.microsoft.com/ink/2010/main" type="paragraph" rotatedBoundingBox="4563,14609 7386,14429 7425,15050 4603,1523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2C714A7-8929-485A-ADB8-A60A431FEF44}" emma:medium="tactile" emma:mode="ink">
              <msink:context xmlns:msink="http://schemas.microsoft.com/ink/2010/main" type="line" rotatedBoundingBox="4563,14609 7386,14429 7425,15050 4603,15230"/>
            </emma:interpretation>
          </emma:emma>
        </inkml:annotationXML>
        <inkml:traceGroup>
          <inkml:annotationXML>
            <emma:emma xmlns:emma="http://www.w3.org/2003/04/emma" version="1.0">
              <emma:interpretation id="{AA6B82BF-5707-4B0E-A00C-65F1AE676052}" emma:medium="tactile" emma:mode="ink">
                <msink:context xmlns:msink="http://schemas.microsoft.com/ink/2010/main" type="inkWord" rotatedBoundingBox="5340,14679 5818,14648 5850,15150 5372,15181"/>
              </emma:interpretation>
              <emma:one-of disjunction-type="recognition" id="oneOf2">
                <emma:interpretation id="interp10" emma:lang="en-AU" emma:confidence="0">
                  <emma:literal>50.26</emma:literal>
                </emma:interpretation>
                <emma:interpretation id="interp11" emma:lang="en-AU" emma:confidence="0">
                  <emma:literal>= 0.2 6</emma:literal>
                </emma:interpretation>
                <emma:interpretation id="interp12" emma:lang="en-AU" emma:confidence="0">
                  <emma:literal>= 0.26</emma:literal>
                </emma:interpretation>
                <emma:interpretation id="interp13" emma:lang="en-AU" emma:confidence="0">
                  <emma:literal>--0.26</emma:literal>
                </emma:interpretation>
                <emma:interpretation id="interp14" emma:lang="en-AU" emma:confidence="0">
                  <emma:literal>50-26</emma:literal>
                </emma:interpretation>
              </emma:one-of>
            </emma:emma>
          </inkml:annotationXML>
          <inkml:trace contextRef="#ctx0" brushRef="#br0" timeOffset="6419.4742">954 1149 1918,'0'0'85,"-6"10"18,1-5-83,-6 0-20,0-5 0,6 4 0,5-4 64,-6 0 9,-5 0 2,0 10 0,0 0 42,11-10 9,-11 5 2,6 5 0,-6-1-103,11 6-25,0 9 0,-11 1 0,11-1 0,0-4 0,11 4 0,-11-5 0,11-4 0,-6 5 0,6 9 0,0 0 0,0 0 0,6 1 0,-1-6 0,-5 0 0,5-4 0,1-6 0,-6-4 0,11-5 0,5 0 0,-16-5 0,0-10 0,-5-4 0,-1-1 0,6-9 0,6-1 0,-6-4 0,-1 0 0,1-5 0,-11 4 0,0 1 0,0-5 0,0 5 0,-11 4 0,6-4 0,0 5 0,-6 4 0,0-4 0,-6 4 0,1 1 0,-1 4 0,-10 5 0,5 6 0,-6-1 0,12 5 0,-11 5 0,5-1 0,5 6-133,1 0-32,5 5-7,0-1-832</inkml:trace>
          <inkml:trace contextRef="#ctx0" brushRef="#br0" timeOffset="6642.4401">1299 1271 1555,'0'0'138,"0"0"-110,0 0-28,0 0 0,0 0 88,0 0 12,0 0 2,0 0 1,0 0-75,0 0-14,17 5-3,-17-5-587,0 0-118</inkml:trace>
          <inkml:trace contextRef="#ctx0" brushRef="#br0" timeOffset="5610.3277">175 1290 2188,'-16'5'97,"5"-5"20,11 0-93,0 0-24,-11-5 0,11 5 0,0 0 56,0 0 6,0 0 2,0 0 0,0 0 0,0 0 0,11-9 0,5 4 0,6-5-56,-5 5-8,-12 0 0,12 0-10,-17 5 10,16 0 0,6 5 0,-6 0 0,-5-5 0,0 5 0,6 0-10,-6 5 10,-6-1-56,-5-9-5,0 0-1,11 10-676,-5 10-135</inkml:trace>
          <inkml:trace contextRef="#ctx0" brushRef="#br0" timeOffset="5824.9144">82 1568 1911,'0'0'42,"0"-9"9,5 4 1,-5 5 2,6-5-43,5 0-11,0-5 0,0 0 0,0 6 64,11-11 10,-6 5 2,6-4 1,-11-1-10,0 10-3,6 15 0,-1-5 0,-5-10-102,5 0-21,1 0-4,5 0-615,-6 0-123</inkml:trace>
          <inkml:trace contextRef="#ctx0" brushRef="#br0" timeOffset="7166.6382">1727 1052 1677,'0'0'74,"0"0"16,0 0-72,0 0-18,11-15 0,-5 0 0,10-4 93,-5 9 15,0 10 4,0 0 0,5-10-15,-5 5-2,0 1-1,6 4 0,-1-5-40,1 5-8,-1 0-2,1 0 0,-17 0-19,0 5-4,16 4-1,-5 1 0,0 5-9,-5-1-3,-1 6 0,1 4 0,-6 10-20,0-4-4,-6-1 0,1 0-1,-1 5-38,-5-9-7,0-1-2,6 5 0,-6-9-14,11 4-3,-11-9-1,-6-1 0,6 1 5,-5-5 1,5-5 0,0-1 0,-6 1 40,6-5 9,-5-5 2,5 5 0,0-4 62,6-6 13,-6 5 2,5-5 1,1 5 9,5 5 2,-6-9 0,6 9 0,0-10-13,0 10-3,11-10 0,0 0 0,-5 1-16,5 4-4,5 0-1,6 5 0,-6 0 29,1 0 7,-1 0 1,6 0 0,6 0-64,-1 0 0,-5 0-14,5-5 2,1 5 12,-1 0 16,-5 0-4,11 5-1,-16-5-11,10 5 8,-11-5-8,1 5 8,-1-1-8,1-4 0,-6 5 0,0 0 0,0 0-24,-6 0-8,6 0 0,-5 0-1,-6-5-157,0 0-31,11 5-7</inkml:trace>
          <inkml:trace contextRef="#ctx0" brushRef="#br0" timeOffset="7517.2919">2446 910 1497,'0'0'133,"0"0"-106,0 0-27,0 0 0,0 0 148,0 0 24,0 0 4,0 0 2,0 0-45,0 0-9,-6 10-1,6 5-1,0-1-61,6 6-12,-1 4-2,1 0-1,5 6-27,0-1-6,0 5-1,-1 0 0,1 0-12,6 0 0,-6-4 0,11-6 0,0 0 0,0-4 0,0-1 0,0 1 0,-1-5 19,1-6 7,0-4 2,0 0 0,6 0-28,-12-5 0,6-5 0,-5 0 0,-1-5-46,-5-4-14,5 4-4,-5-9 0,-5-1 77,-1 1 15,6-6 4,-11 6 0,-5-1-21,-1 1-11,1-1 12,-1 10-12,-5 1 28,-5-1-2,5 10 0,-11 0 0,6 5-26,-1 0 0,-5 9 0,6 6 0,-1-1-16,6 6-8,0-6-1,6 6-1,-1-1-129,6 0-25,0 1-6,0-1-1</inkml:trace>
        </inkml:traceGroup>
      </inkml:traceGroup>
    </inkml:traceGroup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22:07.451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F05E836-542B-48E2-9231-D560D80E6B63}" emma:medium="tactile" emma:mode="ink">
          <msink:context xmlns:msink="http://schemas.microsoft.com/ink/2010/main" type="writingRegion" rotatedBoundingBox="13253,10818 15227,10847 15215,11662 13241,11633"/>
        </emma:interpretation>
      </emma:emma>
    </inkml:annotationXML>
    <inkml:traceGroup>
      <inkml:annotationXML>
        <emma:emma xmlns:emma="http://www.w3.org/2003/04/emma" version="1.0">
          <emma:interpretation id="{40996400-23D7-49FA-8D54-8A3702405A19}" emma:medium="tactile" emma:mode="ink">
            <msink:context xmlns:msink="http://schemas.microsoft.com/ink/2010/main" type="paragraph" rotatedBoundingBox="13253,10818 15227,10847 15215,11662 13241,1163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14F8802-AF1E-4257-9665-A443115BFE89}" emma:medium="tactile" emma:mode="ink">
              <msink:context xmlns:msink="http://schemas.microsoft.com/ink/2010/main" type="line" rotatedBoundingBox="13253,10818 15227,10847 15215,11662 13241,11633"/>
            </emma:interpretation>
          </emma:emma>
        </inkml:annotationXML>
        <inkml:traceGroup>
          <inkml:annotationXML>
            <emma:emma xmlns:emma="http://www.w3.org/2003/04/emma" version="1.0">
              <emma:interpretation id="{CC6E83B1-4648-4A09-BAE8-C21980CACC25}" emma:medium="tactile" emma:mode="ink">
                <msink:context xmlns:msink="http://schemas.microsoft.com/ink/2010/main" type="inkWord" rotatedBoundingBox="13253,10818 15227,10847 15215,11662 13241,11633">
                  <msink:destinationLink direction="with" ref="{6CF5A1D9-B6E0-4436-B438-2D2E35D1CD00}"/>
                </msink:context>
              </emma:interpretation>
              <emma:one-of disjunction-type="recognition" id="oneOf0">
                <emma:interpretation id="interp0" emma:lang="en-AU" emma:confidence="0">
                  <emma:literal>0.35</emma:literal>
                </emma:interpretation>
                <emma:interpretation id="interp1" emma:lang="en-AU" emma:confidence="0">
                  <emma:literal>0-35</emma:literal>
                </emma:interpretation>
                <emma:interpretation id="interp2" emma:lang="en-AU" emma:confidence="0">
                  <emma:literal>0_35</emma:literal>
                </emma:interpretation>
                <emma:interpretation id="interp3" emma:lang="en-AU" emma:confidence="0">
                  <emma:literal>o.35</emma:literal>
                </emma:interpretation>
                <emma:interpretation id="interp4" emma:lang="en-AU" emma:confidence="0">
                  <emma:literal>O.35</emma:literal>
                </emma:interpretation>
              </emma:one-of>
            </emma:emma>
          </inkml:annotationXML>
          <inkml:trace contextRef="#ctx0" brushRef="#br0">15 0 1533,'0'0'68,"0"0"14,0 0-66,0 0-16,0 0 0,0 0 0,0 0 108,0 0 17,-5 10 4,-1 0 1,6-1-33,0 6-6,-5 0-2,10 4 0,-5 5-49,0 1-9,0 14-3,0 0 0,11-5-17,-5 5-11,-1 0 12,6 0-12,0 0 0,0-5 0,6-5 0,-1-4 0,-5-1 0,6-4 0,-1-6 0,0-4 0,1-5-11,-1-10 11,-5 0-12,6-5 12,5 1 0,-6-11 0,-5-9 0,6 4 0,-6-4 0,-6 0 0,6-5 0,-6 9 0,-5 1 0,0 0 0,0-6 0,-5 1 0,0-5 23,-1 5 1,-5 0 1,0-1 0,-5 1-11,-1 5-2,1 4-1,-6 10 0,5-4-11,-10 9 0,5 5 0,6 5 0,-6 0-33,0 14-6,5 1-1,-5 4 0,6 5-172,5 1-36</inkml:trace>
          <inkml:trace contextRef="#ctx0" brushRef="#br0" timeOffset="166.1327">503 244 2052,'0'0'91,"0"0"18,0 0-87,0 0-22,0 0 0,0 0 0,0 0 8,0 0-8,0 0 8,0 0-618,6 5-123</inkml:trace>
          <inkml:trace contextRef="#ctx0" brushRef="#br0" timeOffset="831.4483">783-136 2152,'0'0'96,"0"0"19,0 0-92,11 4-23,0-8 0,5 4 0,-5 0 99,6 0 15,-1 0 3,6 0 1,-5-5-44,10 0-9,1 0-1,-1 5-1,0 0-30,1-5-5,-6 5-2,5-5 0,-5 5-15,-5 5-3,5-5-8,-6 0 12,-5 5-12,0 0 8,0 5-8,-11 4 0,5-4 0,-10 5 0,-1 4 0,-5 5 0,0-4-28,-5 9-9,0 5-2,-1 0 0,1-4-16,-1-6-3,1-4-1,5-1 0,0-4 15,0-6 2,5 1 1,1 5 0,-1-5 26,6-10 6,0 0 1,0 0 0,0 0 8,0 0 11,0 0-3,0 0 0,11 4 15,0 1 2,6 5 1,-6-5 0,0 5 7,5-10 2,1 5 0,5 4 0,-6-4-7,0 0 0,1 5-1,-1 0 0,1-6-3,-1 6-1,1 0 0,-6-5 0,0 5 4,-6 4 1,1 1 0,-1-5 0,-5 4 4,-5 6 0,5-6 1,-6 6 0,-5-6-12,0 1-2,-5 5-1,5-6 0,-6 1-10,1-1-8,-1 1 12,-4-5-12,-1 0 8,5-6-8,-10 1 0,5 0 0,0-10-10,0 5-6,0 0 0,0-5-1,6 1-31,-1-6-5,1-5-2,-1 5 0,6-4-89,0 4-19,6 0-3,-1-4-947</inkml:trace>
          <inkml:trace contextRef="#ctx0" brushRef="#br0" timeOffset="1271.1009">1589-49 1036,'0'0'92,"0"0"-73,-5 10-19,-1-5 0,-5 5 260,11-10 49,-5 9 10,-1 6 1,1-5-179,-1 4-36,6-4-7,0 0-2,-5 5-52,10-6-10,-5 11-2,6-6-1,-1 1-15,1 0-2,-1-1-1,1 1 0,16 0-13,-6-1-18,-5 1 4,6-5 1,5-1 45,-6 6 8,0-5 3,6-1 0,0 1-25,0 0-5,0 0-1,6-1 0,-6 1 1,0-5 0,-1 5 0,-4 4 0,5-9 10,-6 5 1,-5 0 1,0 0 0,-5 4 3,-1-4 1,-5-10 0,6 15 0,-6-1 0,-6 1 0,1-1 0,-1 1 0,-5-5-4,0 4-1,-5 1 0,-1 5 0,-5-11-12,-5 6-2,0 0-1,-1-1 0,-10-4-9,-1 0 0,-4-1 0,4 6 0,1-5-32,-6-5-6,5 4-1,-4-4 0,10 0-126,-6-5-26,6 0-5</inkml:trace>
          <inkml:trace contextRef="#ctx0" brushRef="#br0" timeOffset="943.6847">1496 112 1267,'0'0'112,"11"-5"-89,0 0-23,5 1 0,-5-1 172,0-5 29,6 5 7,-1-5 0,1 1-68,-1-1-15,1 0-2,5 0-1,-6-4-59,6-1-12,0 0-3,-6 6 0,6-6-34,-5 5-14,-1-4 11,1 4-11,-1-5-22,-5 6-10,6-6-3,-12 10-729,6 0-145</inkml:trace>
        </inkml:traceGroup>
      </inkml:traceGroup>
    </inkml:traceGroup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22:06.651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CF5A1D9-B6E0-4436-B438-2D2E35D1CD00}" emma:medium="tactile" emma:mode="ink">
          <msink:context xmlns:msink="http://schemas.microsoft.com/ink/2010/main" type="inkDrawing" rotatedBoundingBox="14065,16845 14067,16065 14127,16066 14124,16846" semanticType="callout" shapeName="Other">
            <msink:sourceLink direction="with" ref="{CC6E83B1-4648-4A09-BAE8-C21980CACC25}"/>
          </msink:context>
        </emma:interpretation>
      </emma:emma>
    </inkml:annotationXML>
    <inkml:trace contextRef="#ctx0" brushRef="#br0">61 22 1670,'-5'-10'148,"-1"10"-118,1-14-30,5 14 0,0 0 110,0 0 16,0 0 3,0 0 1,-6 14-13,1 1-2,-1 5-1,6-6 0,-5-4-36,-1 9-7,1 6-2,-1 4 0,6 0-29,0 1-7,-5 9-1,5 4 0,0 6-32,5 0 0,-5-15-15,0 5 5,6-10 24,-6 1 5,0 4 1,5-5 0,1 10-32,-1 0-7,1-5-1,-6-5 0,11-4-164,-11-6-32,5-4-8</inkml:trace>
  </inkml:traceGroup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22:28.661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8 633,'17'-4'28,"-6"4"6,-6 0-34,6 0 0,-11 0 0,0 0 0,11 0 0,5 0 0,-16-3 0,0 3-181,0-4-43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22:31.963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417-6 288,'-33'15'25,"11"-10"-25,6 4 0,-17-4 0,11-5 212,-11 5 38,6 0 7,-1 0 2,-5 5-132,6-10-27,5 5-4,5-1-2,-5-4-14,6 5-4,5-5 0,-5 5 0,5-5-50,0 0-10,-6 0-3,17 0 0,0 0 0,0 0 0,0 0 0,0 0 0,0 0-5,0 0 0,0 0-8,11 0 12,0 5 16,0-5 4,0 5 0,11-5 0,-6 0 15,12 0 3,-1 0 1,6-5 0,6 5-20,4-5-4,-4 0-1,-6 0 0,16 5 2,-5-4 0,5 4 0,1 0 0,5-5-8,5 0-2,0 0 0,6 0 0,0 5 1,0 0 0,10 0 0,-4 5 0,4-5-7,1 5 0,0 0-1,0 0 0,0-1 0,-6-4 0,-5 5 0,5 0 0,6 0 0,0 0 0,5 5 0,-11 4 0,0-4 0,-5 0 0,0 4 0,-6 1 0,6-5-3,-6 4 0,6-4 0,0 0 0,-6 5 7,1-1 1,-1 1 0,0-5 0,-10-1-1,5 1 0,-12 0 0,1-5 0,-5 4-3,-1-4-1,0 0 0,-5 5 0,-5-10-3,-6 5 0,11 0 0,-11-1 0,0 6-8,-6-10 10,-5 0-10,0 0 10,5 5-10,-16-5 12,0 0-12,0 0 12,0 0-1,0 0 0,0 0 0,0 0 0,-11 5-1,-5-5 0,-1 0 0,-10 0 0,0 0-10,-1 0 0,-5 0 0,-5 0 8,-6 0-8,0 0 0,-5-5 0,-1 0 0,-10 5-9,0 0 9,-1-5 0,-4-4 0,-7 4 0,7 0 0,4-5 0,-5 0 0,1 10 10,-1-9-1,-11 4 0,0-5 0,6 5 3,-6 0 0,6 0 0,-6 5 0,0-4-12,6-1 10,5 0-10,-5 5 10,0-5-10,5 5 8,-5-5-8,-1 5 8,1-10-8,5 5 0,0 1 0,6-1 8,0-5-8,-1 5 0,12-5 0,0 5 0,-1-4 8,6-1 0,1 5 0,4-5 0,-5 5-8,11 1-11,-5-1 3,5 0 0,6 0 8,-17 5 0,16-5 0,6 5 0,-10 0 0,10 0 0,5 0 0,1 0 0,-1 0 0,1 5 0,16-5 0,0 0 0,-6 0 0,6 0 0,0 0-11,0 0 11,0 0-12,22 10 12,-5 4-13,16-4 5,-11-5 8,10 5 0,-4 4 0,10-4-8,1-5 8,5 5 0,-6-5 0,6 4 0,0 1 0,0-5 0,10 0 0,-4 5 0,10-6 0,6-4 0,0 5 0,-1 0 0,1-5 0,0 5 0,0-5 0,5 0 0,-5 0 0,0 0 0,5 0 0,0 0 0,6 5 0,-6 0 0,1-5 0,-1 0 0,0 0 0,6 5 0,-6-5 0,1 9 0,-1-9 0,0 0 0,6-9 0,5 9 0,-5 9 0,11-9 0,-6 0 0,6-9 0,-11 9 0,5 0 0,0 0 0,0 0 0,-10-5 0,10 5 0,6-5 0,-1 5 0,1 0 0,-6-5 0,6 5 0,-6-5 0,6 0 0,-5 0 0,-1 1 0,0-1 8,6 5-8,0-5 0,-6 0 0,-5 0 0,10 0 0,-4 0 0,-7 0 0,1 5 0,-6-4 0,6-1 0,16 5 0,-10-5 0,-1 5 0,-5 5 0,10-5 0,-4 0 0,-1 0 0,-5 0 0,0 5 0,-1-5 0,1 4 0,0-4 0,0 0 0,-6 0 0,0 0 0,6 5 0,-6 0 0,-5 0 0,0-5 0,0 0 8,0 0-8,-1 5 0,12 0 0,-6-5 0,1 5 0,-6-5 8,5 5-8,-5-5 0,-1 4 0,1-4 8,-11 5-8,5-5 0,1 0 0,-1 0 0,-5 5 0,5 0 0,1-5 0,-1 5 0,-5-10 0,5 5 0,-5 0 0,0 0 8,5-5-8,-5 5 0,-6 0 0,6-5 8,-6 0-8,1 5 0,-1 0 0,6-4 0,-6-1 0,1 0 9,5 0-9,-6 5 0,0 0 8,1 0-8,-1-5 0,0 5 0,1 0 0,-1 0 0,0-5 0,-5 5 0,6 0 0,-6 0 0,-6 0 0,6 0 0,0 0 8,0-5-8,-6 5 0,6 0 0,5-5 8,-10 5-8,-1 0 0,6 0 0,0 5 0,0-5 8,-1 0-8,1 0 0,0 5 8,-5-5-8,4 0 0,1 5 0,-5-5 0,5 5 0,-6 0 0,0-5 0,6 5 0,-5 0 0,-1-1 0,6 1 0,5-5 8,-5 5-8,0 0 0,-6 5 0,6-5 0,6 4 0,-7-9 0,1 0 0,0 5 0,-5 0 0,4 5 0,1-5 0,-5 0 8,-1-1-8,6 1 0,-6 5 0,6-5 0,0 0 0,0 5 0,11-10 0,0 4 0,-6-4 0,-5 5 0,11 0 0,-6-5 0,6 0 0,-11 0 0,5 0 0,1 5 0,-7-5 0,1-5 0,0 5 0,0 0 0,0 0 0,0 0 0,5 0 0,-5-5 0,0 5 0,0 0 0,0 0 0,5 0 0,-5 0 0,0-5 0,0 5 0,-1-4 0,-4 4 0,-6-5 0,0 0 0,0 5 8,-6 0-8,-5-5 0,0 5 0,0 0 8,-6-5-8,1 5 0,-6 0 0,-11 0 0,11-5 0,-11 5 0,0 0 0,0 0 0,0 0 0,0 0 0,0 0 0,0 0 10,0 0-10,0 0 8,-11-5-8,5 0 0,-10 5 0,-6-4 0,-6 4 0,6-5 0,-10 0 0,-1 5 0,-6 0 0,-5-5 0,0 0-9,-5 0 9,5 5 0,-11 0 0,1-5 0,-1 5 0,5 0 0,-4-9 0,-1 4 0,0 5 0,-5-5 0,-1 0 0,1 0 0,-11 5 9,-1-5-9,12 5 9,-6-5-9,0 5 10,-5 0-10,5 0 0,0 0 8,6-4-8,0 4 0,-1 0 0,1-5 0,0 0 0,-6 5 0,0 0 8,0 0-8,6 0 0,5-5 0,0 5 0,6-5 0,0 5 0,5-5 0,0 5 0,11 0 0,-5 0 0,-1-5 0,12 5 0,-1-5 8,6 5-8,1 0 0,4 0 0,1-4 9,5-1-9,0 5 8,0 0-8,11 0 0,0 0 0,0 0 0,0 0 0,0 0 0,0 0 0,0 0-11,0 0 11,11 0-10,5 5 10,1-1-10,-1 1 10,6 0 0,0-5 0,5 5 0,1 0 0,5 0 0,0-5 0,5 5 0,0 0 0,1-1 0,10 6 0,6-10 0,0 5 0,0 0 0,-1 0 0,7-5 0,-1 5 0,0 4 0,1-9 0,-1 0 0,0 5 0,6-5 0,0 5 0,0 0 0,5 0 0,0-5 0,6 0 0,-6 0 0,1 0 0,-1 5 0,0 0 0,1-5 0,-7 0 0,7 0 0,10 4 0,0 1 0,-5-10 0,0 5 0,5 0 0,0 0 0,-5 0 0,0 5 0,0-5 0,5 0 0,0 0 0,6 0 0,-6 0 0,0 0 0,6 0 0,-6 0 0,-5 0 0,6 0 0,-12 0 0,6 5 0,10-5 0,7 5 0,-7 0 0,1-5 0,0 0 0,-11 5 0,10-5 0,-10 5 0,0 0 0,0-1 0,10 1 0,-10-5 0,0 5 0,0 0 0,5 0 0,-5-5 0,0 0 0,-6 0 0,-5 5 0,5 0 0,-5 4 0,0-4 0,5-5 0,-5 0 0,-1 0 0,1 0 0,6 0 0,-7 0 0,7 0 0,-7 0 0,1 0 0,0 0 0,0 5 0,0-5 0,0-5 0,-6 5 0,6 0 0,-6 0 0,11 0 0,-5 0 0,5 0 0,-5 0 0,0 0 0,0-5 0,0 1 0,-6-1 0,0 5 0,6-5 0,0 0 0,0 0 0,0 0 0,5 0 0,-5 0 0,-6 1 0,6-1 0,-6 0 0,-5-5 0,5 5 0,-10 5 0,4-5 0,1 0 0,0 1 0,5 4 0,-5-5 0,6 0 0,-1-5 0,-5 5 0,11 0 0,-12 5 0,7-14 0,-6 9 0,-1-5 0,1 10 0,-5-5 0,4 0 0,-4-4 0,5-1 0,0 5 0,5 5 0,-5 0 0,0-5 0,-1 0 0,1 5 0,-5-5 0,-1 5 0,6 0 0,-6 0 0,-5 0 8,0-4-8,0 8 8,-6-4-8,6 0 0,-6 5-8,6-5 8,0 0 0,0 0 0,5 5 0,-5 0 0,0-5 0,0 5 0,-6-5 0,6 5 0,0 0 0,0 0 0,-6-1 0,1 1 0,-1-5 0,1 0 0,-1 5 0,0 0 0,-5 0 0,0 0 0,6-5 0,-1 14 0,0-14 0,1 5 0,-1 0 0,0 0 0,1 0 0,5 0 0,5-5 0,-5 5 0,0 4 0,0-4 0,0 0 0,-6 0 0,6 0 0,0 0 0,0 0 0,-6-5 0,6 4 0,0 1 0,-6 0 0,6 0 0,0 0 0,11 5 0,0-5 0,-12-1 0,-4 1 0,5 0 0,16-5 0,-11 5 0,-10 0 0,5 0 0,5-5 0,-5 0 0,0 5 0,-6 0 0,6-1 0,-6-4 0,12 5 0,-6-5 0,-6 0 0,6 0 0,11 5 0,0 0 0,-12-5 0,1 5 0,0-10 0,0 5 0,5 0 0,1 0 0,-6 0 0,-1 0 0,7 5 0,-6-5 0,0 0 0,-6 0 0,0 5 0,6 0 0,0-5 0,-6 0 0,-5 0 0,11 0 0,6 0 0,-7 0 0,-10 5 0,6-5 0,-1 0 0,6 0 0,-6 4 0,1-4 0,-1 0 0,1 0 8,-1-4-8,-5 4 0,5 0 0,-5 0 0,0 4 0,-5-4 0,4 0 0,1 0 0,-11-4 0,11 4 0,-11 0 0,6 0 0,-7 0 0,1 0 0,0 0 0,-5 4 0,-1 1 0,1-5 0,-1 0 0,1-5 9,-1 5-9,-5-4 0,0 4 8,-11 0-8,11 0 0,-11 0 0,0 0 0,0 0 0,5 0 8,-5 0-8,0 0 0,0 0 8,0 0-8,0 0 0,0 0 9,0 0-9,0 0 0,0 0 9,0 0-9,0 0 8,0 0-8,0 0 8,-5-5-8,-12 0 0,1 5 0,0-5 8,-1 0-8,-5 5 0,6 0 0,-6-5 0,0 0 8,-6 0-8,7 1 0,-7-1 8,1 5-8,-1 0 0,-5-5 9,6 0-9,-6 0 0,-5 0 8,-1 5-8,-10-5 0,0 5 0,5 0 8,0 0-8,-6 0 0,-15-5 0,4 5 0,17 0 0,-5 0 8,-6-4-8,6 4 0,-6-5 0,6 5 0,5 5 0,-11-1 0,-5 1 0,5-5 0,5 5 0,-4 0 0,-18 0 0,6 0 8,1-5-8,4 5 0,1-5 0,0 5 0,-6-5 0,0 4 0,11 1 0,-11 0 0,-10-5 0,4 5 0,18-5 0,-12 5 0,-6 0 0,1-5 0,5 0 0,1 0 0,-7 5 0,12-5 0,-6 0 0,6 0 0,-1 0 0,-10 0 0,5-5 0,-5 5 0,5 0 0,0-5 0,6 5 0,0 0 0,5-5 0,-5 5 0,5 0 0,5-5 8,1 5-8,-6-5 0,6 5 0,-11 5 0,5-5 0,5 5 0,1-5 0,-6 0 0,6 0 0,-6 0 0,6 0 0,-1-5 0,-5 5 0,12 0 0,-7 0 0,12-5 0,-6 5 0,5 0 0,-4 0 0,-1 0 0,5-5 0,-5 5-8,6-4 8,-6 4 0,6 0 0,-1 4-10,1-4 10,0 0 0,-1 0-12,1 0 4,10 0 8,-4 0-13,-1 0-9,0-4-2,5 4 0,1-5 0,0 5-79,-1-5-16,6 5-3,0-10-780,0 5-156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22:46.58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E9D45C32-9E05-46A4-B778-A169A363E655}" emma:medium="tactile" emma:mode="ink">
          <msink:context xmlns:msink="http://schemas.microsoft.com/ink/2010/main" type="writingRegion" rotatedBoundingBox="4282,10512 8004,10086 8212,11901 4490,12327"/>
        </emma:interpretation>
      </emma:emma>
    </inkml:annotationXML>
    <inkml:traceGroup>
      <inkml:annotationXML>
        <emma:emma xmlns:emma="http://www.w3.org/2003/04/emma" version="1.0">
          <emma:interpretation id="{DED89813-2D7D-40CF-B36A-2D0E1151D021}" emma:medium="tactile" emma:mode="ink">
            <msink:context xmlns:msink="http://schemas.microsoft.com/ink/2010/main" type="paragraph" rotatedBoundingBox="4670,10352 8053,10204 8085,10940 4702,1108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744A8AD-3948-44F8-AED7-78C2BDEC5AE1}" emma:medium="tactile" emma:mode="ink">
              <msink:context xmlns:msink="http://schemas.microsoft.com/ink/2010/main" type="line" rotatedBoundingBox="4670,10352 8053,10204 8085,10940 4702,11088"/>
            </emma:interpretation>
          </emma:emma>
        </inkml:annotationXML>
        <inkml:traceGroup>
          <inkml:annotationXML>
            <emma:emma xmlns:emma="http://www.w3.org/2003/04/emma" version="1.0">
              <emma:interpretation id="{39304FA3-21DE-48FD-A9F3-088EB102BA49}" emma:medium="tactile" emma:mode="ink">
                <msink:context xmlns:msink="http://schemas.microsoft.com/ink/2010/main" type="inkWord" rotatedBoundingBox="4670,10352 8053,10204 8085,10940 4702,11088"/>
              </emma:interpretation>
              <emma:one-of disjunction-type="recognition" id="oneOf0">
                <emma:interpretation id="interp0" emma:lang="en-AU" emma:confidence="0">
                  <emma:literal>6.55x0.35</emma:literal>
                </emma:interpretation>
                <emma:interpretation id="interp1" emma:lang="en-AU" emma:confidence="0">
                  <emma:literal>6.55x035</emma:literal>
                </emma:interpretation>
                <emma:interpretation id="interp2" emma:lang="en-AU" emma:confidence="0">
                  <emma:literal>0.55x0.35</emma:literal>
                </emma:interpretation>
                <emma:interpretation id="interp3" emma:lang="en-AU" emma:confidence="0">
                  <emma:literal>0.55x035</emma:literal>
                </emma:interpretation>
                <emma:interpretation id="interp4" emma:lang="en-AU" emma:confidence="0">
                  <emma:literal>655x035</emma:literal>
                </emma:interpretation>
              </emma:one-of>
            </emma:emma>
          </inkml:annotationXML>
          <inkml:trace contextRef="#ctx0" brushRef="#br0">176-3 230,'0'0'20,"0"0"-20,0 0 0,0 0 0,0 0 286,0 0 53,-11 0 10,-11 0 3,17 0-180,-6 5-35,0 0-7,5 4-2,-10-4 0,5 0 0,5 10 0,1-1 0,-6 1-102,0 0-26,6 4 0,-1 1 0,6-1 32,-5 1 0,5-1 1,-6 1 0,12 4-25,-6 0-8,5 1 0,1-1 0,-1-4 0,6 4 0,0-5 0,0 1 0,-6-10 0,17-1 0,-11-4 0,0 0 0,0-10-31,0 5 0,0 0 0,6-9 0,-6-6 43,5 0 9,-5 6 2,0-6 0,0 0-37,-6 1-7,6-1-2,-11 0 0,0 6 23,0-6 0,0 0 0,-11 1 0,1 4 47,-1 0 13,0-4 4,0 4 0,-17 0-52,6-4-12,11 14 0,-5-5 0,-1 5 0,-10 0 0,5 0 0,0 0 0,11 5-48,0 9-13,6-4-3,-1 5 0,-5-11-43,11-4-9,0 20-1,0-5-840</inkml:trace>
          <inkml:trace contextRef="#ctx0" brushRef="#br0" timeOffset="177.8309">472 299 1209,'0'0'108,"0"0"-87,0 0-21,0 0 0,0 0 120,0 0 19,0 0 4,0 0 1,0 0-86,0 0-17,0-15-3,0 15-1,0 0-59,0 0-12</inkml:trace>
          <inkml:trace contextRef="#ctx0" brushRef="#br0" timeOffset="378.8826">692 21 2430,'0'0'53,"0"0"11,0 0 3,0 0 1,0 0-54,11-10-14,-11 10 0,11-4 0,0-11 51,0 5 7,5 1 2,-5-1 0,5 5-48,1 0-12,-1 10 0,1-5 0,-6-5 0,5 5 0,-10-5 0,-6 5 0,11-5-167,-11 5-35,0 0-7</inkml:trace>
          <inkml:trace contextRef="#ctx0" brushRef="#br0" timeOffset="681.1454">714-76 1209,'-11'10'53,"11"-10"12,0 0-52,0 0-13,-6-5 0,-5 0 0,0 5 197,6 0 37,5 14 7,0-14 2,0 0-120,0 5-24,-11 15-5,22-10-1,-11-1-74,0 6-19,5-5 0,1 9 0,5 1 0,0-11 0,0 1 0,0 5 0,5-1 9,6 1-1,-17-5-8,12 9 12,-1-9-12,-5 5-8,0 4 8,0 1-13,0-6 21,0 6 4,-11-1 0,6 6 1,-6-6 11,0 1 3,-6-1 0,6-4 0,0-1-10,-16-9-1,5-10-1,0 5 0,5 0-5,-10 15-1,5 4 0,-6-4 0,1-15-73,0-5-16,-6 5-2,0-10-653,11 1-130</inkml:trace>
          <inkml:trace contextRef="#ctx0" brushRef="#br0" timeOffset="884.334">928 31 1756,'5'-24'78,"11"14"16,-10 5-75,10-5-19,-5 5 0,6 1 0,5-6 117,0 5 20,-6-10 4,6 6 1,0-1-51,0 0-11,0 0-1,0 1-1,0-1-40,-6-5-8,6-4-2,-5 4 0,-6 0-28,5 11 0,-5 4 0,0 0 0,0-10-38,-6 0-14,6-5-2,-11 6-1069</inkml:trace>
          <inkml:trace contextRef="#ctx0" brushRef="#br0" timeOffset="1208.0321">1043-110 1497,'0'9'133,"-11"1"-106,5 0-27,1 5 0,-1-1 108,1-4 16,5 5 3,-6-6 1,6 6-24,0-5-4,0-10 0,6 9-1,5 6-51,0-5-9,0-5-3,0 4 0,5 1-19,-5-5-4,6 5-1,-1-1 0,6 1-1,-11 5-1,5-5 0,1 4 0,-1-4-1,-5 0 0,11-5 0,-11 9 0,0-4-1,0 5 0,0-6 0,-11-9 0,5 10 8,1 0 2,-6-10 0,0 14 0,0-14 6,0 15 2,-6 5 0,1-6 0,-11 1-16,5 9-10,-6 1 12,-5-6-12,6-4 0,-6-1 0,0 1-12,0-5 3,-5-1-40,5-4-8,0 5-2,11-5 0,-11 0-142,5-5-29,1 0-6</inkml:trace>
          <inkml:trace contextRef="#ctx0" brushRef="#br0" timeOffset="1405.0695">1322 94 806,'17'-29'72,"-12"19"-58,-5 10-14,11-5 0,0 1 259,0 4 49,6-5 9,-17 5 3,11 0-147,11 0-29,-6 0-5,0 5-2,1-5-62,5 4-13,-6 1-2,6 0-1,-11 5-51,6-5-8,-1 9 0,1 1 0,-1-5 0,0 0 8,-5-1 2,6 1 0,-6 5-170,0-1-33,-6-4-7</inkml:trace>
          <inkml:trace contextRef="#ctx0" brushRef="#br0" timeOffset="1596.8962">1734 31 864,'0'0'38,"0"0"8,-11-5-37,11 5-9,-11 5 0,0-5 0,0 0 395,0 0 77,11 0 15,-11 0 3,0 5-325,0 5-65,0-1-12,-5 6-4,5 4-49,-6 11-11,1-1-1,5 5-1,0-5-22,0 5 0,-6 1 0,6-6 0,0-5-140,6-4-24,-1-15-4</inkml:trace>
          <inkml:trace contextRef="#ctx0" brushRef="#br0" timeOffset="2609.8255">1991-13 1497,'0'0'66,"0"0"14,0 0-64,0 0-16,0 0 0,0 0 0,6 10 106,-12 0 18,6-10 3,0 14 1,0-4-51,6 0-9,-6-1-3,5 6 0,6 5-33,-11 4-6,11-5-2,0 6 0,0-6-14,0 6-10,0-6 12,6 6-12,5-6 0,-11 1 0,5-1 0,0 1 0,-5-6 0,6-4 0,5-5 0,-11 0 0,0 0 0,0-10 0,-6 0-9,6-5 9,-5 0 0,5 1 0,-11-11 0,5 5 0,-10 1 12,5-6 2,0-4 0,0 4 0,-6 1 6,1 4 2,-6 1 0,0-1 0,0 0-22,-11-9 0,0 5 0,5 4 8,-5-5 24,6 6 4,0-1 2,-12 5 0,12 6-38,-6-6 0,5 10 0,-5 0 0,11 0-44,0 10-6,0-6-2,-5 1 0,5 0-131,6 5-26,5 5-6</inkml:trace>
          <inkml:trace contextRef="#ctx0" brushRef="#br0" timeOffset="2808.731">2370 94 1900,'0'0'84,"0"0"18,0 0-82,0 0-20,0 0 0,0 0 0,0 0 54,0 0 6,0 0 2,0 0 0,0 0-52,0 0-10,0 0 0,0 0-944</inkml:trace>
          <inkml:trace contextRef="#ctx0" brushRef="#br0" timeOffset="3297.3875">2540-115 2138,'0'0'95,"0"0"19,11 0-91,5 0-23,-5 0 0,6-5 0,5 0 93,0 0 15,-11 5 2,5 0 1,0-5-41,1 5-8,-1 0-2,1 0 0,-6 0-28,0-5-7,0 5-1,-11 0 0,0 0-15,0 0-9,0 0 10,11 15-10,-6 9 0,-5-9 0,0-15 0,-11 15 0,11-15-20,-5 14-9,-12 6-3,6-6 0,0 1-17,6 0-4,-6-6-1,5 1 0,1-5 14,5-5 2,-6 15 1,-5-6 0,6 6 17,-1-5 3,6-10 1,0 0 0,0 0 16,6 9 0,-6-9-8,11 15 8,5-5 0,-5-5 0,-11-5 0,17 9 0,-1 1 14,-5-5 0,-11-5 0,17 5 0,-6-5 3,-11 0 1,0 0 0,0 0 0,11 5 2,-11-5 1,0 0 0,0 0 0,0 0 6,0 0 1,0 0 0,0 10 0,0 4-8,-6-4-2,1 5 0,-12-1 0,1 1-10,-1 4-8,1-9 12,-6 5-12,0-1 0,5-4 0,-4 0 0,-1 0 0,0-6-12,5 1-10,-5 0-2,6-5 0,-1-10-120,1 1-25,5 4-5</inkml:trace>
          <inkml:trace contextRef="#ctx0" brushRef="#br0" timeOffset="3709.9801">3011-125 460,'0'0'41,"0"0"-33,0 0-8,0 0 0,0 0 346,0 0 67,6 5 14,5 5 2,-11-10-241,5 9-49,6 6-10,6 5-1,-6-6-39,5 1-7,1-1-2,5 6 0,5-1-22,0 1-5,-10-1-1,5-4 0,11 4-18,-6-4-4,-10 0-1,-1-1 0,1 1-11,-1-5-2,11-1-1,-21 6 0,-28-5 1,22 0 1,16-1 0,-5 1 0,-16 5-1,-1-6 0,1-4 0,-1 5 0,6 5-8,-16-6-8,-17 6 9,6-5-9,5 0 0,-6 4-13,-10-4 1,0 5 0,-6-1-100,0-4-19,-6 5-4,-4-6-729,-7 6-147</inkml:trace>
          <inkml:trace contextRef="#ctx0" brushRef="#br0" timeOffset="3468.1389">2957-193 1209,'0'0'108,"0"0"-87,0 0-21,16 5 0,6-10 221,-6 0 40,1 5 8,-1 0 2,1-10-123,-1 5-24,6 5-4,-5-5-2,-6 1-55,5-6-11,6 0-3,0 0 0,-11-4-31,0-1-6,11 0-2,0 6 0,-6-1-22,1 0-4,-17 10 0,11 0-1,5-5-183,-5 0-37,-11 5-7</inkml:trace>
        </inkml:traceGroup>
      </inkml:traceGroup>
    </inkml:traceGroup>
    <inkml:traceGroup>
      <inkml:annotationXML>
        <emma:emma xmlns:emma="http://www.w3.org/2003/04/emma" version="1.0">
          <emma:interpretation id="{8C074FBE-8A4B-4FC7-98AE-9BC66F1A8DFF}" emma:medium="tactile" emma:mode="ink">
            <msink:context xmlns:msink="http://schemas.microsoft.com/ink/2010/main" type="paragraph" rotatedBoundingBox="4393,11481 7910,11078 8007,11925 4490,1232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512554F-A8E1-4426-A63D-DBAB66900432}" emma:medium="tactile" emma:mode="ink">
              <msink:context xmlns:msink="http://schemas.microsoft.com/ink/2010/main" type="line" rotatedBoundingBox="4393,11481 7910,11078 8007,11925 4490,12327"/>
            </emma:interpretation>
          </emma:emma>
        </inkml:annotationXML>
        <inkml:traceGroup>
          <inkml:annotationXML>
            <emma:emma xmlns:emma="http://www.w3.org/2003/04/emma" version="1.0">
              <emma:interpretation id="{C96FBABB-41A6-457D-94C9-2A2A8DE5B718}" emma:medium="tactile" emma:mode="ink">
                <msink:context xmlns:msink="http://schemas.microsoft.com/ink/2010/main" type="inkWord" rotatedBoundingBox="4463,12093 4464,11570 4859,11571 4858,12093"/>
              </emma:interpretation>
              <emma:one-of disjunction-type="recognition" id="oneOf1">
                <emma:interpretation id="interp5" emma:lang="en-AU" emma:confidence="0">
                  <emma:literal>=</emma:literal>
                </emma:interpretation>
                <emma:interpretation id="interp6" emma:lang="en-AU" emma:confidence="0">
                  <emma:literal>#</emma:literal>
                </emma:interpretation>
                <emma:interpretation id="interp7" emma:lang="en-AU" emma:confidence="0">
                  <emma:literal>&lt;</emma:literal>
                </emma:interpretation>
                <emma:interpretation id="interp8" emma:lang="en-AU" emma:confidence="0">
                  <emma:literal>{</emma:literal>
                </emma:interpretation>
                <emma:interpretation id="interp9" emma:lang="en-AU" emma:confidence="0">
                  <emma:literal>c</emma:literal>
                </emma:interpretation>
              </emma:one-of>
            </emma:emma>
          </inkml:annotationXML>
          <inkml:trace contextRef="#ctx0" brushRef="#br0" timeOffset="4390.1213">-230 1552 2188,'0'0'97,"0"0"20,0 0-93,22-10-24,-11 5 0,6-4 0,-1 4 107,6-5 17,6 10 3,4-5 1,-4-5-36,5 1-8,-17 4 0,6-5-1,11 10-61,-6-5-12,6 0-2,-11 0-886,11 0-177</inkml:trace>
          <inkml:trace contextRef="#ctx0" brushRef="#br0" timeOffset="4225.7425">-219 1094 2163,'0'0'96,"0"0"20,0 0-93,0 0-23,0 0 0,0 0 0,0 0 70,11-5 10,-11 5 1,6-5 1,5 5 28,5-5 6,1 0 0,5 0 1,0-4-88,-6 4-17,11 0-4,1 0-8,-1 5 0,-5-5 0,-5 5-10,-6-5 10,11 5-11,-6 0 11,-16 0-8,11-5 8,-11 5-240,0 0-44</inkml:trace>
        </inkml:traceGroup>
        <inkml:traceGroup>
          <inkml:annotationXML>
            <emma:emma xmlns:emma="http://www.w3.org/2003/04/emma" version="1.0">
              <emma:interpretation id="{AF32E9AD-B6E7-4795-8B7A-8ECD5BC08101}" emma:medium="tactile" emma:mode="ink">
                <msink:context xmlns:msink="http://schemas.microsoft.com/ink/2010/main" type="inkWord" rotatedBoundingBox="5109,11405 7906,11071 8007,11923 5211,12256"/>
              </emma:interpretation>
              <emma:one-of disjunction-type="recognition" id="oneOf2">
                <emma:interpretation id="interp10" emma:lang="en-AU" emma:confidence="0">
                  <emma:literal>0.1925</emma:literal>
                </emma:interpretation>
                <emma:interpretation id="interp11" emma:lang="en-AU" emma:confidence="0">
                  <emma:literal>01925</emma:literal>
                </emma:interpretation>
                <emma:interpretation id="interp12" emma:lang="en-AU" emma:confidence="0">
                  <emma:literal>0-1925</emma:literal>
                </emma:interpretation>
                <emma:interpretation id="interp13" emma:lang="en-AU" emma:confidence="0">
                  <emma:literal>011925</emma:literal>
                </emma:interpretation>
                <emma:interpretation id="interp14" emma:lang="en-AU" emma:confidence="0">
                  <emma:literal>07925</emma:literal>
                </emma:interpretation>
              </emma:one-of>
            </emma:emma>
          </inkml:annotationXML>
          <inkml:trace contextRef="#ctx0" brushRef="#br0" timeOffset="12290.4023">538 1255 921,'0'0'82,"0"0"-66,0 0-16,0 0 0,0 0 119,0 0 20,0-5 4,0-5 1,-5 0-16,5 0-4,0 10 0,0 0 0,0 0-52,0 0-10,0 0-2,5 15-1,-5-15-28,0 15-6,6 14-1,-1-5 0,1 1-14,5-1-10,0 0 12,-6 6-12,6-6 0,0 0 0,0-4 0,0-1-9,-6-4 9,6-5 0,-11-10 0,11 5 0,6 9 0,-12-9 0,6 0 0,0-10 0,0 5 0,0-10 0,-5-9 0,5-5 0,-6-1 0,1-9 0,-1 5 0,-5-5 0,0 0 0,-5-1 0,-6 6 0,5 0 0,-5 0 49,6 9 12,-6 6 3,0-1 0,-6 0-20,1 6-3,-1-1-1,1 10 0,-6 0-13,6 5-3,-6 0-1,5 4 0,1 6-23,5-5 0,0-5 0,0 9 8,0 1-58,5 4-11,6 6-3,-11-6 0,11 6-39,0-1-8,0-5-1</inkml:trace>
          <inkml:trace contextRef="#ctx0" brushRef="#br0" timeOffset="12511.5274">949 1201 2293,'0'0'50,"0"0"10,0 0 3,0 0 2,0 0-52,0 0-13,0 0 0,0 0 0,0 0 72,0 0 12,0 0 3,0 0 0,0 0-60,0 0-12,0 0-3,-11-10 0,1 5-155,10 5-31,0 0-6</inkml:trace>
          <inkml:trace contextRef="#ctx0" brushRef="#br0" timeOffset="12766.1157">1240 962 1382,'-5'-19'123,"5"19"-99,0 0-24,0 0 0,0 0 176,0 0 31,0 0 5,0 0 2,0 0-83,0 0-17,0 0-3,0 19-1,5 1-52,-5 4-10,6 0-3,-1 1 0,-5-1-25,6 0-4,-1 1-2,1 4 0,-1 0-14,0-4 0,1-1 0,-1-4 0,1-1-24,-1 1-10,1 4-2,-1-9-1,6 4-147,-11-4-30,11-6-6</inkml:trace>
          <inkml:trace contextRef="#ctx0" brushRef="#br0" timeOffset="13190.9246">1767 874 1728,'0'0'153,"0"0"-122,0 0-31,0 0 0,0-19 143,-6-1 22,-5 6 5,6-1 1,5 0-69,-11 6-14,11-1-2,-17 5-1,1-5-11,5 5-2,-6-4-1,1 4 0,-6-5-44,0 10-9,6-5-2,-6 10 0,11 0-16,-6 5 0,12 4 0,-6 6 0,5 4-12,1 1-5,-1-1-2,1 0 0,5-4-10,5-1-3,1 6 0,-1-1 0,1-4 9,5-1 2,-6-4 0,6-1 0,0-4 5,0-5 0,0 5 1,0-1 0,-11-9 15,17 0 0,-7 0-10,7 0 10,-17 0 0,11-4 0,0-1 0,0 0 0,0-5 0,0-5 0,0 6 0,0-6 0,0-4 0,-11 9 0,0 0 0,0 10 0,16 0 0,-16 0 0,0 0 0,0 0 0,17 10 44,-6 0 3,-11-10 1,5 14 0,1 6-27,-1-1-5,6 6 0,0-1-1,0 0-15,-11 6 0,11-1 8,-6 0-8,1-5-24,-1-4-7,1-1-1,-1 1-1,1-5-152,-6-1-31</inkml:trace>
          <inkml:trace contextRef="#ctx0" brushRef="#br0" timeOffset="13562.8574">2024 835 1267,'0'0'112,"0"0"-89,11-9-23,0-1 0,0 0 188,0 5 32,6-5 8,5 6 0,-11-6-71,5 0-14,-5 5-3,5-5-1,6 6-58,-5-1-11,-1 0-2,1 5-1,-1 0-23,1 0-5,-1 0-1,-5 5 0,0 4-20,-5 6-4,4-5-1,-10 4 0,6 6-13,-12-1 8,6 11-8,-5-6 0,0 5-23,-6 5-10,-6 1-3,6-1 0,0 0-39,0 0-8,0-5-1,0 0-1,0 1-9,6-11-2,5 1 0,-6-6 0,1 1 43,5 0 8,0-6 1,0-9 1,0 0 43,0 0 12,5 10 1,-5-10 0,0 0 59,11 5 12,0 0 3,0-5 0,6 0-18,-1-5-3,6-5-1,-5 10 0,4-5-23,7 0-5,-6 5-1,0-9 0,0 4-13,5 0-3,-5 5-1,0-5 0,0 5-19,-6 0 0,1 0 0,-1 0-852,1-10-172</inkml:trace>
          <inkml:trace contextRef="#ctx0" brushRef="#br0" timeOffset="13794.238">2781 777 518,'-11'-5'46,"11"-5"-37,0 10-9,11-10 0,0 6 416,0-6 80,6 0 17,4 0 3,-10 5-352,11 1-72,-5-1-13,5-5-3,0-5 15,-6 10 3,6 5 1,0-4 0,-6 4-64,1 0-13,5 4-2,-6 1-1,-10-10-15,5 5-15,5 0 3,-5 0 1,-11 0-127,0 0-26,0-4-4,11-6-998</inkml:trace>
          <inkml:trace contextRef="#ctx0" brushRef="#br0" timeOffset="14059.2921">2990 782 691,'0'0'61,"0"0"-49,0 0-12,0 0 0,0 0 276,0 0 52,0 0 10,0 0 2,0 0-156,5 14-32,-5-14-7,0 20-1,6-10-56,-1 9-11,6-4-2,0-1-1,-6 1-23,6 0-5,0-6-1,6 6 0,-6 0-16,5-1-3,1 1-1,-1 4 0,6-4-6,-5 9-2,-7-9 0,12 4 0,0 1 3,-5-1 1,-6-4 0,0 5 0,5-1 5,-10-4 1,-1 4 0,-5-4 0,0-15-2,-5 14 0,5 1 0,-6 0 0,-10-6-6,-1 1-2,6 5 0,-5-5 0,-1 4-17,1-4 8,-6 5-8,-5 4 0,-1-4-16,-5-1-9,0 1-3,0-5 0,1-1-144,-1 1-28,0-5-7</inkml:trace>
        </inkml:traceGroup>
      </inkml:traceGroup>
    </inkml:traceGroup>
  </inkml:traceGroup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23:50.605"/>
    </inkml:context>
    <inkml:brush xml:id="br0">
      <inkml:brushProperty name="width" value="0.09333" units="cm"/>
      <inkml:brushProperty name="height" value="0.09333" units="cm"/>
      <inkml:brushProperty name="color" value="#774931"/>
      <inkml:brushProperty name="fitToCurve" value="1"/>
    </inkml:brush>
  </inkml:definitions>
  <inkml:traceGroup>
    <inkml:annotationXML>
      <emma:emma xmlns:emma="http://www.w3.org/2003/04/emma" version="1.0">
        <emma:interpretation id="{F92E5A87-E254-4646-ABE5-FD1EC1D76DFA}" emma:medium="tactile" emma:mode="ink">
          <msink:context xmlns:msink="http://schemas.microsoft.com/ink/2010/main" type="writingRegion" rotatedBoundingBox="9101,10701 12412,10373 12785,14130 9474,14459"/>
        </emma:interpretation>
      </emma:emma>
    </inkml:annotationXML>
    <inkml:traceGroup>
      <inkml:annotationXML>
        <emma:emma xmlns:emma="http://www.w3.org/2003/04/emma" version="1.0">
          <emma:interpretation id="{998B3812-BBAC-459D-9815-C9C5831F0F46}" emma:medium="tactile" emma:mode="ink">
            <msink:context xmlns:msink="http://schemas.microsoft.com/ink/2010/main" type="paragraph" rotatedBoundingBox="9401,10671 12412,10373 12493,11192 9482,1149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2597A69-2D29-4A35-A997-2F3EEAC2CC44}" emma:medium="tactile" emma:mode="ink">
              <msink:context xmlns:msink="http://schemas.microsoft.com/ink/2010/main" type="line" rotatedBoundingBox="9401,10671 12412,10373 12493,11192 9482,11491"/>
            </emma:interpretation>
          </emma:emma>
        </inkml:annotationXML>
        <inkml:traceGroup>
          <inkml:annotationXML>
            <emma:emma xmlns:emma="http://www.w3.org/2003/04/emma" version="1.0">
              <emma:interpretation id="{43D7DE7E-A9E6-4F87-A0E6-ABA81CAF9750}" emma:medium="tactile" emma:mode="ink">
                <msink:context xmlns:msink="http://schemas.microsoft.com/ink/2010/main" type="inkWord" rotatedBoundingBox="9401,10671 12412,10373 12493,11192 9482,11491"/>
              </emma:interpretation>
              <emma:one-of disjunction-type="recognition" id="oneOf0">
                <emma:interpretation id="interp0" emma:lang="en-AU" emma:confidence="0">
                  <emma:literal>0.1575</emma:literal>
                </emma:interpretation>
                <emma:interpretation id="interp1" emma:lang="en-AU" emma:confidence="0">
                  <emma:literal>0. 1575</emma:literal>
                </emma:interpretation>
                <emma:interpretation id="interp2" emma:lang="en-AU" emma:confidence="0">
                  <emma:literal>O. 1575</emma:literal>
                </emma:interpretation>
                <emma:interpretation id="interp3" emma:lang="en-AU" emma:confidence="0">
                  <emma:literal>o. 1575</emma:literal>
                </emma:interpretation>
                <emma:interpretation id="interp4" emma:lang="en-AU" emma:confidence="0">
                  <emma:literal>0 1575</emma:literal>
                </emma:interpretation>
              </emma:one-of>
            </emma:emma>
          </inkml:annotationXML>
          <inkml:trace contextRef="#ctx0" brushRef="#br0">158 13 1843,'-5'0'40,"-6"0"9,11 0 2,0 0 1,0-9-42,0 9-10,-11-5 0,11 5 0,0 0 79,0 0 13,-5 0 4,5 0 0,0 0 25,-6 9 6,1 1 1,-6 10 0,0-6-103,0 6-25,11 4 0,-6 1 0,6-6 0,-5 15 0,10 15 0,-5-5 0,11 0 0,-5-5 0,-6-5 0,11 0 0,5-5 0,-5 0-14,-5 1 2,10-11 0,0 1 12,1-6 16,-6-4-3,5 0-1,1-10-22,-1 0-5,1 0-1,-17 0 0,0 0 16,5-15 0,12 1 0,-12-6 0,6-9 11,-11 0-2,-5-1 0,5-4 0,5 0-9,-5-5 10,0 15-10,-5-6 10,-1 6-10,1 0 0,-12-1 0,1 6 0,5-1 0,-6 1 0,-5-1 0,0 11 0,0 4 0,1-5 0,4 5 0,-5 5 0,0-5 0,6 10 0,5 5 0,0 0 0,0 4-34,0 6-9,5-6-1,1 11-1,5-6-184,0 6-37,-6-1-7,12 5-2</inkml:trace>
          <inkml:trace contextRef="#ctx0" brushRef="#br0" timeOffset="224.4994">542 389 2322,'0'19'103,"0"-19"21,0 0-100,0 0-24,0 0 0,0 0 0,0 0 71,0 0 9,0 0 1,0 0 1,0 0-61,-5-14-12,-1-1-9,6 15 12,0 0-176,0 0-34</inkml:trace>
          <inkml:trace contextRef="#ctx0" brushRef="#br0" timeOffset="787.3064">882-113 2199,'0'0'48,"0"0"11,0 0 1,0 0 2,0 0-50,0 0-12,0 0 0,0 0 0,0 0 103,0 14 17,0-4 4,6 5 1,-6-1-69,5 6-13,-5 4-3,6 0-1,-6 6-7,5-1-2,-5 0 0,0 15 0,0 0-16,6 5-3,-1-10-1,-5 0 0,6-10-10,-1 5 0,-5-10 0,6 1 0,-1-11-17,1 6-6,-1-5-1,1-1 0,-6-14-178,0 0-36,0 0-7</inkml:trace>
          <inkml:trace contextRef="#ctx0" brushRef="#br0" timeOffset="1287.9236">1255-187 2098,'0'0'46,"0"0"10,0 0 1,0 0 3,-5 10-48,5-10-12,0 10 0,0 5 0,-6-6 68,6 6 11,6 0 2,-1 4 1,1 1-42,10-1-8,-5 1-1,6-1-1,-1 1-7,1 4-2,-1-5 0,6 6 0,-6-11-1,12 6 0,-6 4 0,-6 1 0,6-6 4,-5 1 0,-1 9 0,-5-5 0,0 1 12,0-1 2,-6 0 1,6 6 0,-11-6-1,6 0 0,-12 1 0,6-6 0,0 1-15,-5-1-3,-12 1-1,7-6 0,-1 1-11,-6-5-8,1 0 9,-6-6-9,5-4-16,-5 0-8,0 0-3,-5-4 0,0-6-197,5-5-39,-17-19-8,17 10-1</inkml:trace>
          <inkml:trace contextRef="#ctx0" brushRef="#br0" timeOffset="1030.4857">1239-138 2188,'-22'-5'97,"22"5"20,0 0-93,0 0-24,0 0 0,0 0 0,0 0 92,0 0 15,22 0 2,-22 0 1,22-5-37,0 1-7,-6-1-2,6 0 0,0 0-37,-6-5-8,-16 10-2,22-5 0,0-4-17,0-1 0,-5 0 0,-1 0 0,6 1-40,-11-1-12,0-5-3,0 10-764,-11 5-153</inkml:trace>
          <inkml:trace contextRef="#ctx0" brushRef="#br0" timeOffset="1675.8609">1683-89 1958,'0'0'87,"0"0"17,17 0-83,-7-5-21,12 5 0,-5-5 0,10 0 156,1 0 26,-1 1 6,1-1 0,4-5-82,-4 5-17,5-5-3,0 1-1,0-1-41,-1 5-8,1-10-1,0 6-1,0-1-19,-5 5-4,-1-5-1,-5 10 0,0-5-10,-6 0 0,1 1 9,-17 4-9,16 0 0,-16 0 0,0 0 0,0 0 8,0 0-8,0 0 9,0 0-9,0 0 10,0 0-10,0 0 8,6 9-8,5 1 8,-11 0-8,5 4 0,-5 6 9,0-5-9,0 4 0,0 1 8,0 4-8,-5 0 0,5 1 0,0 4 8,-6 0-8,6 0 0,0 6 0,0-1 0,0-5 0,0 5 0,6 5 0,-6-5-16,0-5 2,5-4 1,-5-6-35,6 6-8,-12-6 0,6-4-1,6-1-171,-12-4-33</inkml:trace>
          <inkml:trace contextRef="#ctx0" brushRef="#br0" timeOffset="1838.0927">2029 116 1843,'0'0'164,"0"0"-132,0 0-32,0 0 0,0 0 172,16 0 27,0-5 5,6 5 2,-5 0-74,5 0-14,0 0-3,0 0-1,0-5-50,5 5-11,-5 5-1,0-10-1,0 5-26,0-5-5,-6 5 0,1-5-1,-1 0-19,1-4 0,-1 4 0,-5 0-9,5 0-128,-10 0-26,5-5-5</inkml:trace>
          <inkml:trace contextRef="#ctx0" brushRef="#br0" timeOffset="2097.889">2566-201 921,'0'0'40,"0"0"10,0 0-40,16 5-10,-5-5 0,0 0 0,6-5 386,-1 5 75,6-5 15,6 0 4,-6 0-300,0-5-60,5 6-12,6-6-3,-6-5-65,-5 6-14,-5-1-2,-1 0-1,1 0-23,-1 1 0,0-11-10,1 5 10,-1 1-168,-5 4-26,0 0-6</inkml:trace>
          <inkml:trace contextRef="#ctx0" brushRef="#br0" timeOffset="2376.843">2813-274 1612,'0'0'144,"0"0"-116,0 0-28,0 0 0,0 0 217,-6 10 38,1 4 7,-1 1 2,1-1-134,-1 1-26,6 0-6,0 4-1,0-4-50,0 4-11,11 1-1,-5-1-1,-1 1-12,1 4-2,5-4-1,-6-1 0,6-4-7,0 4-2,6 1 0,-1-6 0,-16 1-10,11 0 8,0-1-8,0 1 8,0-1-8,5-4 0,-5 0 9,6 5-9,-6-6 13,0 6-1,5-5-1,-16-10 0,6 14 14,-6-4 3,0 5 1,5-6 0,-5-9 0,-5 15 0,-6-5 0,-6 4 0,1-4-11,-1 5-2,-5 4-1,-5-9 0,11 5-15,-12-6 0,6 6 0,-5 5 0,-1-6-72,-5 1-15,6-5-2,0 4-883,5-9-177</inkml:trace>
        </inkml:traceGroup>
      </inkml:traceGroup>
    </inkml:traceGroup>
    <inkml:traceGroup>
      <inkml:annotationXML>
        <emma:emma xmlns:emma="http://www.w3.org/2003/04/emma" version="1.0">
          <emma:interpretation id="{ABAD263B-5749-4F35-A7A8-B5160052BE87}" emma:medium="tactile" emma:mode="ink">
            <msink:context xmlns:msink="http://schemas.microsoft.com/ink/2010/main" type="paragraph" rotatedBoundingBox="9357,13758 11243,13384 11413,14238 9527,1461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E57B4CA-29FD-45FD-8148-C87816446AC7}" emma:medium="tactile" emma:mode="ink">
              <msink:context xmlns:msink="http://schemas.microsoft.com/ink/2010/main" type="line" rotatedBoundingBox="9357,13758 11243,13384 11413,14238 9527,14612"/>
            </emma:interpretation>
          </emma:emma>
        </inkml:annotationXML>
        <inkml:traceGroup>
          <inkml:annotationXML>
            <emma:emma xmlns:emma="http://www.w3.org/2003/04/emma" version="1.0">
              <emma:interpretation id="{2350C8A5-C97A-42DD-9FC3-9681833CD566}" emma:medium="tactile" emma:mode="ink">
                <msink:context xmlns:msink="http://schemas.microsoft.com/ink/2010/main" type="inkWord" rotatedBoundingBox="9357,13758 11243,13384 11413,14238 9527,14612"/>
              </emma:interpretation>
              <emma:one-of disjunction-type="recognition" id="oneOf1">
                <emma:interpretation id="interp5" emma:lang="en-AU" emma:confidence="0">
                  <emma:literal>0.39</emma:literal>
                </emma:interpretation>
                <emma:interpretation id="interp6" emma:lang="en-AU" emma:confidence="0">
                  <emma:literal>0-39</emma:literal>
                </emma:interpretation>
                <emma:interpretation id="interp7" emma:lang="en-AU" emma:confidence="0">
                  <emma:literal>039</emma:literal>
                </emma:interpretation>
                <emma:interpretation id="interp8" emma:lang="en-AU" emma:confidence="0">
                  <emma:literal>o39</emma:literal>
                </emma:interpretation>
                <emma:interpretation id="interp9" emma:lang="en-AU" emma:confidence="0">
                  <emma:literal>O39</emma:literal>
                </emma:interpretation>
              </emma:one-of>
            </emma:emma>
          </inkml:annotationXML>
          <inkml:trace contextRef="#ctx0" brushRef="#br0" timeOffset="6279.9729">115 2963 2408,'0'0'53,"0"0"11,0 0 3,0 0 0,0 0-54,-6 9-13,1 1 0,-6 0 0,0 4 81,0-4 14,11-10 2,-11 15 1,0-1-55,0 11-11,0 4-3,5 0 0,-5 10-20,11 0-9,-5 0 8,-1 5-8,12-5 0,-6 10 0,5-5 0,1-10 0,-1 5 0,6-5 0,-5-5 0,5-4 0,0-6 0,-6-4 0,12-1 0,-1-9 0,1-5 0,-1-5 0,6-14 0,0-1 0,0 6 0,-6-6 0,-10-9 0,10-10 0,-5 0 0,6-5 0,-12 0 0,6 0 0,-5 1 0,-12 4 0,1 0 0,-6 0 0,0 0 0,-6 4 0,1 6 0,-1 5 0,-5 4 0,0 6 0,1 4 0,-1 0 0,0 5 0,5 5 0,1 10 0,-1 0 0,1 14-46,5-4-14,-6 4-4,6 0-751,11 6-150</inkml:trace>
          <inkml:trace contextRef="#ctx0" brushRef="#br0" timeOffset="6498.0377">515 3206 2329,'-11'10'103,"11"-10"21,0 0-99,0 0-25,0 0 0,0 0 0,0 0 80,0 0 10,0 0 2,0 0 1,0 0-64,0 0-13,0 0-2,0 0-1,0 0-197,0 0-40</inkml:trace>
          <inkml:trace contextRef="#ctx0" brushRef="#br0" timeOffset="6900.3967">833 2807 2552,'0'0'56,"0"0"12,11-10 3,5 10 0,1 0-57,-1 0-14,1-5 0,-1 0 0,12 5 72,-6 0 12,0 0 3,-1 5 0,1-5-42,0 5-8,0-5-1,-5 5-1,-1 4-53,-5 1-10,0 5-3,0-1 0,-5 1 31,-6 5 0,0 4 0,-6 0 0,1-4 17,-1 4 10,-5-4 1,-5-1 1,5 6-63,0-6-13,0-4-2,0 4-1,0-4 6,5-5 0,6-10 1,0 0 0,-5 9-17,5-9-3,0 0-1,0 0 0,0 0 52,0 0 12,0 0 0,0 10 0,5-5 39,1 0 10,5 0 3,5 0 0,-5-1-8,0-4-2,11 5 0,-5 0 0,-1-5-7,-5 5-2,0 0 0,0 0 0,0 0-5,5 0-2,-10 9 0,-1-4 0,1 5-3,-6-6-1,0 11 0,0-1 0,-11 6-4,0-1-1,0 5 0,5 1 0,-5-6-17,1 0 0,-1 6 0,-6-6 0,1-5 0,-6 1 0,5-5 0,-5 4 0,6-9-10,-6-5-6,5-5 0,1 0-1,-6 0-29,6-5-6,5 0 0,11 5-1,-11-10-174,11 10-34,0 0-7</inkml:trace>
          <inkml:trace contextRef="#ctx0" brushRef="#br0" timeOffset="7271.6261">1645 2826 2163,'11'-29'96,"-6"19"20,1-5-93,-1 1-23,-5-6 0,6 6 0,-1 4 143,-5 10 24,0 0 5,0 0 0,-5-15-69,5 15-15,-17-5-2,1 1-1,-1-1-42,6 0-9,-5 5-2,-6 10 0,5 4-21,1 6-11,0-6 10,5 11-10,0-1 0,0 0 0,5 6 0,-5-6 0,11 0-13,-5 1 4,5-1 1,0 1 0,5-6 0,1-4 0,-6-15 0,11 14 0,-6 1 8,-5-15 0,0 0 0,0 0 0,0 0 0,22-5 0,-6 0 0,1 0 0,-6-9 0,5-1 0,1-4 0,-1-1 0,1 1 0,-1-1 16,-5-4-4,6 4-1,-1 1 0,0 4 0,-5 5 0,0 5 0,0 10-2,6 5 0,-1 5 0,-5 4 0,0 1 10,6 4 1,-6 10 1,0 0 0,-6 0-21,12 1 0,-6 8-10,-1-4 10,1 10-8,0-5 8,0-5 0,0 5 0,0-10-43,0 5-1,0 0-1,0-15-910,-5 1-181</inkml:trace>
        </inkml:traceGroup>
      </inkml:traceGroup>
    </inkml:traceGroup>
  </inkml:traceGroup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24:09.636"/>
    </inkml:context>
    <inkml:brush xml:id="br0">
      <inkml:brushProperty name="width" value="0.09333" units="cm"/>
      <inkml:brushProperty name="height" value="0.09333" units="cm"/>
      <inkml:brushProperty name="color" value="#774931"/>
      <inkml:brushProperty name="fitToCurve" value="1"/>
    </inkml:brush>
  </inkml:definitions>
  <inkml:traceGroup>
    <inkml:annotationXML>
      <emma:emma xmlns:emma="http://www.w3.org/2003/04/emma" version="1.0">
        <emma:interpretation id="{A3B9026D-87A7-410C-9741-BE7EE4001A64}" emma:medium="tactile" emma:mode="ink">
          <msink:context xmlns:msink="http://schemas.microsoft.com/ink/2010/main" type="writingRegion" rotatedBoundingBox="4291,16433 11970,15693 12079,16829 4400,17569"/>
        </emma:interpretation>
      </emma:emma>
    </inkml:annotationXML>
    <inkml:traceGroup>
      <inkml:annotationXML>
        <emma:emma xmlns:emma="http://www.w3.org/2003/04/emma" version="1.0">
          <emma:interpretation id="{2A3F8DF2-7B9B-472F-B2FF-D808A33D2AE5}" emma:medium="tactile" emma:mode="ink">
            <msink:context xmlns:msink="http://schemas.microsoft.com/ink/2010/main" type="paragraph" rotatedBoundingBox="4291,16433 11970,15693 12079,16829 4400,175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D90D568-F62D-4A73-841C-AA1F557D1BD9}" emma:medium="tactile" emma:mode="ink">
              <msink:context xmlns:msink="http://schemas.microsoft.com/ink/2010/main" type="line" rotatedBoundingBox="4291,16433 11970,15693 12079,16829 4400,17569"/>
            </emma:interpretation>
          </emma:emma>
        </inkml:annotationXML>
        <inkml:traceGroup>
          <inkml:annotationXML>
            <emma:emma xmlns:emma="http://www.w3.org/2003/04/emma" version="1.0">
              <emma:interpretation id="{FF0CD837-A664-4E5C-AABE-3CF315AA634C}" emma:medium="tactile" emma:mode="ink">
                <msink:context xmlns:msink="http://schemas.microsoft.com/ink/2010/main" type="inkWord" rotatedBoundingBox="4748,16800 4997,17354 4546,17557 4297,17003"/>
              </emma:interpretation>
              <emma:one-of disjunction-type="recognition" id="oneOf0">
                <emma:interpretation id="interp0" emma:lang="en-AU" emma:confidence="0">
                  <emma:literal>o.</emma:literal>
                </emma:interpretation>
                <emma:interpretation id="interp1" emma:lang="en-AU" emma:confidence="0">
                  <emma:literal>o</emma:literal>
                </emma:interpretation>
                <emma:interpretation id="interp2" emma:lang="en-AU" emma:confidence="0">
                  <emma:literal>0</emma:literal>
                </emma:interpretation>
                <emma:interpretation id="interp3" emma:lang="en-AU" emma:confidence="0">
                  <emma:literal>0.</emma:literal>
                </emma:interpretation>
                <emma:interpretation id="interp4" emma:lang="en-AU" emma:confidence="0">
                  <emma:literal>O.</emma:literal>
                </emma:interpretation>
              </emma:one-of>
            </emma:emma>
          </inkml:annotationXML>
          <inkml:trace contextRef="#ctx0" brushRef="#br0">-5068 6229 2188,'0'0'48,"0"0"11,0 0 1,0 0 1,0 0-49,0 0-12,0 14 0,0 1 0,6 0 53,-6-1 8,5 6 2,-5 4 0,11 5-50,-11-4-13,6 9 0,5-5 0,-1 5 19,1 0-2,0-4 0,6-1 0,-6 0-17,5 0 0,1-4 0,-1-6 0,-5 1-10,6-1-6,5-4 0,-11-5-1,5-6 17,-16-4 0,11 5 0,5-10 0,-5-4 0,0-1 0,-5-10 0,5 1 0,0-5 0,-11-1 0,11-4 0,-6-5 0,-10 5 0,-1-6 0,1-4 0,-12 0 0,6 10 25,-5-5 9,-1 5 2,1 0 0,0 4-7,-6 1-1,5-1 0,1 6 0,-1 4-16,-5 1-4,6 4-8,-1 0 12,6 10-12,-5 0-8,0 5 8,10 5-13,-5 4-18,0 1-3,0 0-1,6 4 0,-6 1-119,11 4-24,0 0-5</inkml:trace>
          <inkml:trace contextRef="#ctx0" brushRef="#br0" timeOffset="241.5034">-4552 6360 2253,'0'0'49,"0"0"11,0 0 1,0 0 3,0 0-51,0 0-13,0 0 0,0 0 0,0 0 44,0 0 5,0 0 2,0 0 0,0 0-63,0 0-13,11-5-3,-11 5-1027</inkml:trace>
        </inkml:traceGroup>
        <inkml:traceGroup>
          <inkml:annotationXML>
            <emma:emma xmlns:emma="http://www.w3.org/2003/04/emma" version="1.0">
              <emma:interpretation id="{708DD1DF-43F4-49A5-8409-764B2C4A6BCA}" emma:medium="tactile" emma:mode="ink">
                <msink:context xmlns:msink="http://schemas.microsoft.com/ink/2010/main" type="inkWord" rotatedBoundingBox="5225,16171 7352,16376 7253,17396 5127,17191"/>
              </emma:interpretation>
              <emma:one-of disjunction-type="recognition" id="oneOf1">
                <emma:interpretation id="interp5" emma:lang="en-AU" emma:confidence="0">
                  <emma:literal>H525</emma:literal>
                </emma:interpretation>
                <emma:interpretation id="interp6" emma:lang="en-AU" emma:confidence="0">
                  <emma:literal>17525</emma:literal>
                </emma:interpretation>
                <emma:interpretation id="interp7" emma:lang="en-AU" emma:confidence="0">
                  <emma:literal>1+525</emma:literal>
                </emma:interpretation>
                <emma:interpretation id="interp8" emma:lang="en-AU" emma:confidence="0">
                  <emma:literal>1525</emma:literal>
                </emma:interpretation>
                <emma:interpretation id="interp9" emma:lang="en-AU" emma:confidence="0">
                  <emma:literal>'+525</emma:literal>
                </emma:interpretation>
              </emma:one-of>
            </emma:emma>
          </inkml:annotationXML>
          <inkml:trace contextRef="#ctx0" brushRef="#br0" timeOffset="472.6915">-4212 6024 1209,'0'0'53,"0"0"12,0 0-52,0 0-13,0 0 0,11-5 0,-11 5 272,11-10 51,11 1 10,-11 4 3,5-5-167,0 0-33,1 5-6,5-4-2,-6-1-102,6-5-26,-5 5 0,10-4 0,-5-1 0,0 1 0,0-1 0,-6 5 0,6-4 0,-5 4 0,-6 5 0,0-5 0,-6 0 0,-5 10 0,0 0 0,0 0 0,0 0 0,0 0 0,0 0 0,0 0 0,0 0 0,0 0 0,0 0 0,0 0 0,0 0-24,0 0-11,0 0-1,0 0-796,0 15-158</inkml:trace>
          <inkml:trace contextRef="#ctx0" brushRef="#br0" timeOffset="1241.6932">-4234 5614 1486,'0'0'66,"0"0"14,0 0-64,0 0-16,0 0 0,0 0 0,0 0 149,0 0 27,0 0 6,0 0 1,0-9-86,0 9-17,0 0-3,0 0-1,0 0 1,0 0 0,0 0 0,0 14 0,0 11-39,0-1-8,0-4-2,0 4 0,-6 0-12,6 6-2,-5-11-1,5 1 0,0-1-13,0 1 0,0-1 0,0 1 0,0-11 0,0 6 14,0 4-1,0 1 0,0-5-13,0-1-12,0-4 3,0 0 0,0-1 9,0-9-10,0 0 10,0 0-10,0 0 10,11 5-8,-11-5 8,0 0-8,0 0 8,0 0 0,11 0 0,-11 0 0,11-5 12,-11 5 5,5-4 1,6-6 0,-5 0-213,5 0-42</inkml:trace>
          <inkml:trace contextRef="#ctx0" brushRef="#br0" timeOffset="1558.5395">-4064 5551 345,'0'0'31,"0"0"-31,0 0 0,0 0 0,0 0 386,0 0 71,0 0 15,5 15 2,6-6-270,-11-9-53,0 0-11,0 0-3,0 0-50,6 20-11,5 4-1,-6 6-1,-5-11-26,6 10-6,-1 10-1,1 5 0,-1 5-17,1-15-3,-6 10-1,5 0 0,6 5 1,-11-10 0,5 4 0,1-4 0,-1 0-38,6 5-8,-5-10-2,-1 1 0,1-6-59,-1-5-12,1 1-2,5-6-732,-6-9-147</inkml:trace>
          <inkml:trace contextRef="#ctx0" brushRef="#br0" timeOffset="1753.5172">-3735 5770 1382,'0'0'61,"0"0"13,0 0-59,0 0-15,0 0 0,0 0 0,11-9 210,0-1 39,0 5 8,0-5 2,-6 1-135,12 4-28,-1 0-4,0 0-2,1 0-37,-1 0-7,6 0-2,-5 5 0,5-5-28,-6 1-5,1-1-2,5 0 0,-6-5-9,0 5 0,1-5 0,-1 6 0,-10-6-12,5 0-5,-6 5-1,-5 5 0,0 0-146,0 0-30,0 0-6</inkml:trace>
          <inkml:trace contextRef="#ctx0" brushRef="#br0" timeOffset="2077.2817">-3620 5756 1728,'0'29'76,"0"-29"16,0 0-73,0 0-19,0 0 0,0 0 0,0 0 137,0 0 24,-6 15 5,6-15 1,0 0-74,0 0-14,0 14-3,6 1-1,5 9-33,-11 6-6,11-6-2,-6-5 0,6 6-12,6-1-2,-6-4-1,5 4 0,6 0-6,-11-4-1,0-1 0,6 1 0,-7-5 0,1 4 0,0-4 0,0-1 0,0 1 5,0 0 1,-5-1 0,-1 1 0,1 4 2,-6-4 1,0 0 0,5 4 0,-5-4-5,-5-1 0,5 6-1,-11-6 0,5 1-7,-5 0-8,0 4 11,-5-4-11,-1-1 0,1 1 0,-6-5 0,11 0 0,-16-1-29,5-9-3,5 5-1,-5-5 0,17-5-97,-17-4-19,6-6-4,10 5-1,-5-9-92,6-1-18</inkml:trace>
          <inkml:trace contextRef="#ctx0" brushRef="#br0" timeOffset="2439.7714">-3275 5741 1382,'0'0'123,"0"0"-99,11-10-24,0 10 0,0-4 174,0-1 30,-11 5 5,17-5 2,-1 0-59,1 0-11,-1 5-2,6 0-1,-5 0-55,-1 0-11,0 0-3,6 5 0,0 0-22,-11 0-5,-11-5-1,17 14 0,-6 6-20,0-6-4,-6 6-1,6-1 0,-11 1-16,0 9 8,6 0-8,-1 1 0,1 4 8,-6 0-8,-11 5 0,5-5 0,-5 5-52,6 0-16,-6-5-4,-6 0-1,1-4-5,5-1-1,-6-5 0,6-4 0,0-6 48,0 1 10,6 0 1,-1-6 1,1 1 50,5-10 9,0 0 3,0 0 0,0 0-35,0 0-8,0 0 0,0 0 0,11 0 53,5 0 9,1 0 2,-1-5 0,-5 5-52,6-5-12,5 5 0,-6-5 0,6 5 54,0 0 8,11-4 2,-17 8 0,6-4-48,-5 5-16,5-5 9,-6 5-9,-5-5-15,6 0-8,-1 5-1,-5-5-887,0 0-177</inkml:trace>
          <inkml:trace contextRef="#ctx0" brushRef="#br0" timeOffset="2690.2221">-2666 5697 2293,'11'-34'50,"-5"20"10,5 14 3,-11-10 2,11-5-52,5 1-13,-5 14 0,5 0 0,1-5 118,5 0 21,-11-5 4,5 10 1,1-5-59,-6 5-11,5 5-2,1-5-1,-1 0-35,0 0-6,1 0-2,-1-5 0,1 5-20,-1 5-8,1-5 0,-6 0 9,-11 0-22,0 0-5,0 0-1,0 0 0,0 0-189,0 0-39,0 0-7,0-15-872</inkml:trace>
          <inkml:trace contextRef="#ctx0" brushRef="#br0" timeOffset="3123.7924">-2523 5731 1486,'0'0'66,"0"0"14,0 0-64,0 0-16,0 0 0,0 0 0,0 15 153,0-15 28,0 0 6,0 0 1,0 0-66,5 10-13,-5 0-2,6 4-1,5 1-44,5-5-9,-5-10-1,6 9-1,-6 11-18,0 4-3,-1 10-1,7 0 0,-6-4-3,5-1-1,1-5 0,-1 1 0,1-1-25,5 0-14,0 6 2,0-6 0,-1 0 53,-4-4 11,-1-1 3,1 1 0,-1-5-25,-5-1-5,-5 6-1,-6-1 0,5-4 2,-5-1 0,-5 1 0,-1-5 0,1 0-6,-1-1 0,-5 6-1,0 0 0,-5-1-11,-1 1-8,-5-1 12,1 1-12,4-5 0,-5 4-9,0-4-1,0 0 0,11 0-85,-5-10-17,5 5-3,0-1-797,0 1-159</inkml:trace>
        </inkml:traceGroup>
        <inkml:traceGroup>
          <inkml:annotationXML>
            <emma:emma xmlns:emma="http://www.w3.org/2003/04/emma" version="1.0">
              <emma:interpretation id="{45741324-4164-4630-A8C0-5AA1FDE923E4}" emma:medium="tactile" emma:mode="ink">
                <msink:context xmlns:msink="http://schemas.microsoft.com/ink/2010/main" type="inkWord" rotatedBoundingBox="8888,16183 11988,15884 12079,16829 8979,17128"/>
              </emma:interpretation>
              <emma:one-of disjunction-type="recognition" id="oneOf2">
                <emma:interpretation id="interp10" emma:lang="en-AU" emma:confidence="0">
                  <emma:literal>0.5475</emma:literal>
                </emma:interpretation>
                <emma:interpretation id="interp11" emma:lang="en-AU" emma:confidence="0">
                  <emma:literal>0.547J</emma:literal>
                </emma:interpretation>
                <emma:interpretation id="interp12" emma:lang="en-AU" emma:confidence="0">
                  <emma:literal>0.5479</emma:literal>
                </emma:interpretation>
                <emma:interpretation id="interp13" emma:lang="en-AU" emma:confidence="0">
                  <emma:literal>0.J47J</emma:literal>
                </emma:interpretation>
                <emma:interpretation id="interp14" emma:lang="en-AU" emma:confidence="0">
                  <emma:literal>0_547J</emma:literal>
                </emma:interpretation>
              </emma:one-of>
            </emma:emma>
          </inkml:annotationXML>
          <inkml:trace contextRef="#ctx0" brushRef="#br0" timeOffset="-5909.418">-445 5688 1728,'66'-122'38,"-66"107"8,-22 30 2,6-1 0,10 1-39,1 0-9,-12 4 0,6 1 0,6-6 72,5 15 12,-6-4 2,6 4 1,-5 5-39,-1-5-8,6 10-2,-5 0 0,-1 5-20,12 0-4,5 5-1,0-5 0,0-5-13,5 0-13,-5-5 2,11 0 1,-5-10 10,-1 1 0,0-1 0,6-9 0,-5-5 16,-1-1 4,-5 1 2,0-10 0,6 0 16,-1-10 3,-5 1 1,0-6 0,0-9-34,0-11-8,-6 1 0,6-10 0,-16-9 53,5 4 9,0-5 2,0 6 0,-6 4-52,1 0-12,-11 0 0,5 5 0,0 5 11,0 0-1,-11 5 0,5 4 0,1 6-10,-6 4-14,0 0 3,0 6 1,0 4 10,-5 5 16,10 0-4,-5 5-1,0 0-54,6 9-10,10 1-3,-5-5 0,0 9-124,11-4-24,0 4-6,11 1-685</inkml:trace>
          <inkml:trace contextRef="#ctx0" brushRef="#br0" timeOffset="-5686.2041">-55 5863 1555,'0'0'68,"0"0"16,0 0-68,0 0-16,0 0 0,0 0 0,0-10 93,0 10 15,0 0 4,0 0 0,0 0-99,0 0-13,0 0-15,0 0-845</inkml:trace>
          <inkml:trace contextRef="#ctx0" brushRef="#br0" timeOffset="-5165.5551">252 5497 1958,'0'0'43,"0"0"9,0 0 1,0 0 3,0 0-45,0 0-11,0 0 0,0 0 0,0 0 83,0 0 14,0 0 3,0 0 1,22 5-34,-11 0-7,-11-5-2,11 15 0,5-5-15,0 4-3,-5 1-1,6-1 0,-1 1-15,-5 0-4,6 4 0,-12-4 0,6-1-4,0 1 0,0 5-1,6-1 0,-6 1 6,0-1 2,0-4 0,-6 9 0,0-4-23,6 4 0,-11 0 0,0-4 0,6-1 0,-6 6 0,-6-1 0,-5-4 0,6-1 23,0 1 0,-12-1 0,-5 1 0,6-11-37,-12 6-7,1-5-2,5-1 0,-6-9 23,7-4 0,-1-6 0,5-5 0,-5-4-248,6-1-46</inkml:trace>
          <inkml:trace contextRef="#ctx0" brushRef="#br0" timeOffset="-5444.1537">180 5561 2188,'0'0'48,"0"0"11,0 0 1,6 0 1,5-10-49,0 5-12,-6 0 0,6 0 0,6-4 54,-6 4 8,0 0 2,0 5 0,0-10 0,5 5 0,6-4 0,0 4 0,5 0-24,-5 0-5,6-5-1,-1 5 0,-5 0-24,-5 1-10,-1-6 8,0 0-8,1 0 0,-6 1-9,0 4 0,-6-5 0,1 5-55,-6 5-12,0 0-1,0 0-692,-17 5-139</inkml:trace>
          <inkml:trace contextRef="#ctx0" brushRef="#br0" timeOffset="-4787.3706">756 5337 1670,'0'0'148,"0"0"-118,0 0-30,11-10 0,-5-5 149,-6 15 24,0 0 5,5 10 1,-5-10-50,0 0-9,17 5-3,-6 5 0,-6 4-48,-5-14-9,0 0-3,11 10 0,-5 9-22,-1 1-5,1 4-1,-1 1 0,0 4-16,6 0-3,-11 5-1,6 0 0,-1-9-9,-5-1 0,11 1 0,-5-1 0,-1-5 0,1-4 0,10 0 0,-5-6 0,0 1 0,0-5 0,0 0 0,6 5 0,-6 9 0,0-4 0,5-10 0,0 0 0,1-5-21,-1-5 3,-5 0 1,6-5 0,-6 5-37,0-5-7,0-4-2,0-6-789,0-9-159</inkml:trace>
          <inkml:trace contextRef="#ctx0" brushRef="#br0" timeOffset="-4687.5458">1052 5371 1944,'-11'24'86,"11"-24"18,-5 15-84,5-15-20,0 0 0,-6 9 0,6 11 110,0-10 18,0-10 3,0 19 1,6 10-37,5 1-7,-6 9-2,1-5 0,5 5-35,0 0-7,-6 5-2,6 0 0,0-10-34,-5 5-8,5 0 0,0 0 0,0-10 0,0-5 0,0-9 0,-6 0-852,-5-11-172</inkml:trace>
          <inkml:trace contextRef="#ctx0" brushRef="#br0" timeOffset="-4369.1249">1310 5400 1440,'0'0'128,"0"0"-103,6-10-25,5 5 0,5 5 171,-5 5 29,5-10 5,1 0 2,5-4-80,0-1-16,-6-5-3,6 6-1,0-1-43,0 0-9,0 5-2,5-5 0,-5 6-18,0-1-4,0 0-1,0 0 0,0 5-12,-5 5-2,-1 0-1,0 4 0,1 16-7,-1-6-8,-5 1 11,0-6-11,0-4 44,0 5 1,-5 4 1,-6 1 0,5-6-46,-5 16 0,6 9-12,-6 0 2,-6-5 10,6 0 12,-5 10-2,5-5-1,0-5-9,-6 5 0,6-5 0,0 10 0,0 10-52,-5-20-8,5-10-3,0-4 0,0-1-132,-6-4-26,1-10-6,5-1-1</inkml:trace>
          <inkml:trace contextRef="#ctx0" brushRef="#br0" timeOffset="-4207.2041">1656 5678 2278,'0'0'101,"0"0"21,0 0-98,5-5-24,1-5 0,-6 0 0,0 10 88,11 0 12,0-4 2,0-1 1,-1 0-18,7 0-3,5-5-1,-6 5 0,12 5-41,-12 0-8,6 10-1,0-5-1,-5 0-19,4-5-11,-4 0 12,5-5-12,0 0-8,0 0-9,0 0-2,0-4 0,0-1-224,-6 0-45</inkml:trace>
          <inkml:trace contextRef="#ctx0" brushRef="#br0" timeOffset="-3693.0047">2341 5181 1695,'-5'53'75,"-1"-33"16,1-11-73,5-9-18,-6 10 0,6 0 0,0 0 124,0-10 22,6 9 4,-6 6 1,11 5-55,-6-1-10,1-4-2,5-1-1,0-4-17,0 5-3,0-6-1,-1 6 0,7-5-18,-6 9-3,0 1-1,5-6 0,-5-9-14,6 5-3,-6 5-1,0 9 0,0-9-1,-6 9 0,6 0 0,0-9 0,-11-15 2,0 10 0,6 4 0,-6 11 0,-6-6 3,1-4 1,-1 4 0,-5 6 0,0 9-11,0 0-1,-5-10-1,5-4 0,0-10-14,0-1 8,-11 1-8,5-5 0,-4 5-9,-1-5-8,-6 0-2,-5-5 0,0 0-155,0-5-31,6 0-7</inkml:trace>
          <inkml:trace contextRef="#ctx0" brushRef="#br0" timeOffset="-3973.7696">2253 5283 2487,'0'0'110,"0"0"23,0 0-106,0 0-27,6-10 0,-1 0 0,6 6 67,0 4 8,0 9 1,0 1 1,0 0-37,6 0-7,-1-6-1,6-4-1,0-19-23,-6-1-8,6 6 0,-5-1 0,-1-4-12,1-1-8,-1 1-1,-5 4-1,6 0-134,-6 6-26,-6-1-6,1-10-869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15D85-2ABE-420D-AB24-8E2D30F90F51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45087-0A28-49DD-83D2-50FB80C13D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335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42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926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65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038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9703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9125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197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29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085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7132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3279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98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302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87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27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11/08/2021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38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8.emf"/><Relationship Id="rId18" Type="http://schemas.openxmlformats.org/officeDocument/2006/relationships/customXml" Target="../ink/ink8.xml"/><Relationship Id="rId3" Type="http://schemas.openxmlformats.org/officeDocument/2006/relationships/image" Target="../media/image23.png"/><Relationship Id="rId21" Type="http://schemas.openxmlformats.org/officeDocument/2006/relationships/image" Target="../media/image33.png"/><Relationship Id="rId7" Type="http://schemas.openxmlformats.org/officeDocument/2006/relationships/image" Target="../media/image25.emf"/><Relationship Id="rId12" Type="http://schemas.openxmlformats.org/officeDocument/2006/relationships/customXml" Target="../ink/ink5.xml"/><Relationship Id="rId17" Type="http://schemas.openxmlformats.org/officeDocument/2006/relationships/image" Target="../media/image30.emf"/><Relationship Id="rId25" Type="http://schemas.openxmlformats.org/officeDocument/2006/relationships/image" Target="../media/image32.emf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7.xml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27.emf"/><Relationship Id="rId24" Type="http://schemas.openxmlformats.org/officeDocument/2006/relationships/customXml" Target="../ink/ink10.xml"/><Relationship Id="rId5" Type="http://schemas.openxmlformats.org/officeDocument/2006/relationships/image" Target="../media/image24.emf"/><Relationship Id="rId15" Type="http://schemas.openxmlformats.org/officeDocument/2006/relationships/image" Target="../media/image29.emf"/><Relationship Id="rId23" Type="http://schemas.openxmlformats.org/officeDocument/2006/relationships/image" Target="../media/image34.emf"/><Relationship Id="rId10" Type="http://schemas.openxmlformats.org/officeDocument/2006/relationships/customXml" Target="../ink/ink4.xml"/><Relationship Id="rId19" Type="http://schemas.openxmlformats.org/officeDocument/2006/relationships/image" Target="../media/image31.emf"/><Relationship Id="rId4" Type="http://schemas.openxmlformats.org/officeDocument/2006/relationships/customXml" Target="../ink/ink1.xml"/><Relationship Id="rId9" Type="http://schemas.openxmlformats.org/officeDocument/2006/relationships/image" Target="../media/image26.emf"/><Relationship Id="rId14" Type="http://schemas.openxmlformats.org/officeDocument/2006/relationships/customXml" Target="../ink/ink6.xml"/><Relationship Id="rId22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customXml" Target="../ink/ink15.xml"/><Relationship Id="rId18" Type="http://schemas.openxmlformats.org/officeDocument/2006/relationships/image" Target="../media/image43.emf"/><Relationship Id="rId3" Type="http://schemas.openxmlformats.org/officeDocument/2006/relationships/customXml" Target="../ink/ink11.xml"/><Relationship Id="rId21" Type="http://schemas.openxmlformats.org/officeDocument/2006/relationships/customXml" Target="../ink/ink19.xml"/><Relationship Id="rId7" Type="http://schemas.openxmlformats.org/officeDocument/2006/relationships/customXml" Target="../ink/ink13.xml"/><Relationship Id="rId12" Type="http://schemas.openxmlformats.org/officeDocument/2006/relationships/image" Target="../media/image40.emf"/><Relationship Id="rId17" Type="http://schemas.openxmlformats.org/officeDocument/2006/relationships/customXml" Target="../ink/ink17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2.emf"/><Relationship Id="rId20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11" Type="http://schemas.openxmlformats.org/officeDocument/2006/relationships/customXml" Target="../ink/ink14.xml"/><Relationship Id="rId24" Type="http://schemas.openxmlformats.org/officeDocument/2006/relationships/image" Target="../media/image46.emf"/><Relationship Id="rId5" Type="http://schemas.openxmlformats.org/officeDocument/2006/relationships/customXml" Target="../ink/ink12.xml"/><Relationship Id="rId15" Type="http://schemas.openxmlformats.org/officeDocument/2006/relationships/customXml" Target="../ink/ink16.xml"/><Relationship Id="rId23" Type="http://schemas.openxmlformats.org/officeDocument/2006/relationships/customXml" Target="../ink/ink20.xml"/><Relationship Id="rId10" Type="http://schemas.openxmlformats.org/officeDocument/2006/relationships/image" Target="../media/image24.png"/><Relationship Id="rId19" Type="http://schemas.openxmlformats.org/officeDocument/2006/relationships/customXml" Target="../ink/ink18.xml"/><Relationship Id="rId4" Type="http://schemas.openxmlformats.org/officeDocument/2006/relationships/image" Target="../media/image35.emf"/><Relationship Id="rId9" Type="http://schemas.openxmlformats.org/officeDocument/2006/relationships/image" Target="../media/image38.png"/><Relationship Id="rId14" Type="http://schemas.openxmlformats.org/officeDocument/2006/relationships/image" Target="../media/image41.emf"/><Relationship Id="rId22" Type="http://schemas.openxmlformats.org/officeDocument/2006/relationships/image" Target="../media/image4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image" Target="../media/image57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12" Type="http://schemas.openxmlformats.org/officeDocument/2006/relationships/image" Target="../media/image56.e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emf"/><Relationship Id="rId11" Type="http://schemas.openxmlformats.org/officeDocument/2006/relationships/customXml" Target="../ink/ink25.xml"/><Relationship Id="rId5" Type="http://schemas.openxmlformats.org/officeDocument/2006/relationships/customXml" Target="../ink/ink22.xml"/><Relationship Id="rId15" Type="http://schemas.openxmlformats.org/officeDocument/2006/relationships/image" Target="../media/image59.png"/><Relationship Id="rId10" Type="http://schemas.openxmlformats.org/officeDocument/2006/relationships/image" Target="../media/image55.emf"/><Relationship Id="rId4" Type="http://schemas.openxmlformats.org/officeDocument/2006/relationships/image" Target="../media/image52.emf"/><Relationship Id="rId9" Type="http://schemas.openxmlformats.org/officeDocument/2006/relationships/customXml" Target="../ink/ink24.xml"/><Relationship Id="rId1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customXml" Target="../ink/ink31.xml"/><Relationship Id="rId18" Type="http://schemas.openxmlformats.org/officeDocument/2006/relationships/image" Target="../media/image69.emf"/><Relationship Id="rId26" Type="http://schemas.openxmlformats.org/officeDocument/2006/relationships/image" Target="../media/image73.emf"/><Relationship Id="rId3" Type="http://schemas.openxmlformats.org/officeDocument/2006/relationships/customXml" Target="../ink/ink26.xml"/><Relationship Id="rId21" Type="http://schemas.openxmlformats.org/officeDocument/2006/relationships/customXml" Target="../ink/ink35.xml"/><Relationship Id="rId7" Type="http://schemas.openxmlformats.org/officeDocument/2006/relationships/customXml" Target="../ink/ink28.xml"/><Relationship Id="rId12" Type="http://schemas.openxmlformats.org/officeDocument/2006/relationships/image" Target="../media/image66.emf"/><Relationship Id="rId17" Type="http://schemas.openxmlformats.org/officeDocument/2006/relationships/customXml" Target="../ink/ink33.xml"/><Relationship Id="rId25" Type="http://schemas.openxmlformats.org/officeDocument/2006/relationships/customXml" Target="../ink/ink37.xml"/><Relationship Id="rId2" Type="http://schemas.openxmlformats.org/officeDocument/2006/relationships/image" Target="../media/image25.png"/><Relationship Id="rId16" Type="http://schemas.openxmlformats.org/officeDocument/2006/relationships/image" Target="../media/image68.emf"/><Relationship Id="rId20" Type="http://schemas.openxmlformats.org/officeDocument/2006/relationships/image" Target="../media/image70.emf"/><Relationship Id="rId29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11" Type="http://schemas.openxmlformats.org/officeDocument/2006/relationships/customXml" Target="../ink/ink30.xml"/><Relationship Id="rId24" Type="http://schemas.openxmlformats.org/officeDocument/2006/relationships/image" Target="../media/image72.emf"/><Relationship Id="rId5" Type="http://schemas.openxmlformats.org/officeDocument/2006/relationships/customXml" Target="../ink/ink27.xml"/><Relationship Id="rId15" Type="http://schemas.openxmlformats.org/officeDocument/2006/relationships/customXml" Target="../ink/ink32.xml"/><Relationship Id="rId23" Type="http://schemas.openxmlformats.org/officeDocument/2006/relationships/customXml" Target="../ink/ink36.xml"/><Relationship Id="rId28" Type="http://schemas.openxmlformats.org/officeDocument/2006/relationships/image" Target="../media/image74.emf"/><Relationship Id="rId10" Type="http://schemas.openxmlformats.org/officeDocument/2006/relationships/image" Target="../media/image65.emf"/><Relationship Id="rId19" Type="http://schemas.openxmlformats.org/officeDocument/2006/relationships/customXml" Target="../ink/ink34.xml"/><Relationship Id="rId4" Type="http://schemas.openxmlformats.org/officeDocument/2006/relationships/image" Target="../media/image62.emf"/><Relationship Id="rId9" Type="http://schemas.openxmlformats.org/officeDocument/2006/relationships/customXml" Target="../ink/ink29.xml"/><Relationship Id="rId14" Type="http://schemas.openxmlformats.org/officeDocument/2006/relationships/image" Target="../media/image67.emf"/><Relationship Id="rId22" Type="http://schemas.openxmlformats.org/officeDocument/2006/relationships/image" Target="../media/image71.emf"/><Relationship Id="rId27" Type="http://schemas.openxmlformats.org/officeDocument/2006/relationships/customXml" Target="../ink/ink38.xml"/><Relationship Id="rId30" Type="http://schemas.openxmlformats.org/officeDocument/2006/relationships/image" Target="../media/image75.e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5.xml"/><Relationship Id="rId18" Type="http://schemas.openxmlformats.org/officeDocument/2006/relationships/image" Target="../media/image83.emf"/><Relationship Id="rId26" Type="http://schemas.openxmlformats.org/officeDocument/2006/relationships/image" Target="../media/image87.emf"/><Relationship Id="rId39" Type="http://schemas.openxmlformats.org/officeDocument/2006/relationships/customXml" Target="../ink/ink58.xml"/><Relationship Id="rId3" Type="http://schemas.openxmlformats.org/officeDocument/2006/relationships/customXml" Target="../ink/ink40.xml"/><Relationship Id="rId21" Type="http://schemas.openxmlformats.org/officeDocument/2006/relationships/customXml" Target="../ink/ink49.xml"/><Relationship Id="rId34" Type="http://schemas.openxmlformats.org/officeDocument/2006/relationships/image" Target="../media/image91.emf"/><Relationship Id="rId42" Type="http://schemas.openxmlformats.org/officeDocument/2006/relationships/image" Target="../media/image95.emf"/><Relationship Id="rId47" Type="http://schemas.openxmlformats.org/officeDocument/2006/relationships/customXml" Target="../ink/ink62.xml"/><Relationship Id="rId50" Type="http://schemas.openxmlformats.org/officeDocument/2006/relationships/image" Target="../media/image99.emf"/><Relationship Id="rId7" Type="http://schemas.openxmlformats.org/officeDocument/2006/relationships/customXml" Target="../ink/ink42.xml"/><Relationship Id="rId12" Type="http://schemas.openxmlformats.org/officeDocument/2006/relationships/image" Target="../media/image80.emf"/><Relationship Id="rId17" Type="http://schemas.openxmlformats.org/officeDocument/2006/relationships/customXml" Target="../ink/ink47.xml"/><Relationship Id="rId25" Type="http://schemas.openxmlformats.org/officeDocument/2006/relationships/customXml" Target="../ink/ink51.xml"/><Relationship Id="rId33" Type="http://schemas.openxmlformats.org/officeDocument/2006/relationships/customXml" Target="../ink/ink55.xml"/><Relationship Id="rId38" Type="http://schemas.openxmlformats.org/officeDocument/2006/relationships/image" Target="../media/image93.emf"/><Relationship Id="rId46" Type="http://schemas.openxmlformats.org/officeDocument/2006/relationships/image" Target="../media/image97.e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2.emf"/><Relationship Id="rId20" Type="http://schemas.openxmlformats.org/officeDocument/2006/relationships/image" Target="../media/image84.emf"/><Relationship Id="rId29" Type="http://schemas.openxmlformats.org/officeDocument/2006/relationships/customXml" Target="../ink/ink53.xml"/><Relationship Id="rId41" Type="http://schemas.openxmlformats.org/officeDocument/2006/relationships/customXml" Target="../ink/ink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emf"/><Relationship Id="rId11" Type="http://schemas.openxmlformats.org/officeDocument/2006/relationships/customXml" Target="../ink/ink44.xml"/><Relationship Id="rId24" Type="http://schemas.openxmlformats.org/officeDocument/2006/relationships/image" Target="../media/image86.emf"/><Relationship Id="rId32" Type="http://schemas.openxmlformats.org/officeDocument/2006/relationships/image" Target="../media/image90.emf"/><Relationship Id="rId37" Type="http://schemas.openxmlformats.org/officeDocument/2006/relationships/customXml" Target="../ink/ink57.xml"/><Relationship Id="rId40" Type="http://schemas.openxmlformats.org/officeDocument/2006/relationships/image" Target="../media/image94.emf"/><Relationship Id="rId45" Type="http://schemas.openxmlformats.org/officeDocument/2006/relationships/customXml" Target="../ink/ink61.xml"/><Relationship Id="rId53" Type="http://schemas.openxmlformats.org/officeDocument/2006/relationships/image" Target="../media/image102.png"/><Relationship Id="rId5" Type="http://schemas.openxmlformats.org/officeDocument/2006/relationships/customXml" Target="../ink/ink41.xml"/><Relationship Id="rId15" Type="http://schemas.openxmlformats.org/officeDocument/2006/relationships/customXml" Target="../ink/ink46.xml"/><Relationship Id="rId23" Type="http://schemas.openxmlformats.org/officeDocument/2006/relationships/customXml" Target="../ink/ink50.xml"/><Relationship Id="rId28" Type="http://schemas.openxmlformats.org/officeDocument/2006/relationships/image" Target="../media/image88.emf"/><Relationship Id="rId36" Type="http://schemas.openxmlformats.org/officeDocument/2006/relationships/image" Target="../media/image92.emf"/><Relationship Id="rId49" Type="http://schemas.openxmlformats.org/officeDocument/2006/relationships/customXml" Target="../ink/ink63.xml"/><Relationship Id="rId10" Type="http://schemas.openxmlformats.org/officeDocument/2006/relationships/image" Target="../media/image79.emf"/><Relationship Id="rId19" Type="http://schemas.openxmlformats.org/officeDocument/2006/relationships/customXml" Target="../ink/ink48.xml"/><Relationship Id="rId31" Type="http://schemas.openxmlformats.org/officeDocument/2006/relationships/customXml" Target="../ink/ink54.xml"/><Relationship Id="rId44" Type="http://schemas.openxmlformats.org/officeDocument/2006/relationships/image" Target="../media/image96.emf"/><Relationship Id="rId52" Type="http://schemas.openxmlformats.org/officeDocument/2006/relationships/image" Target="../media/image101.png"/><Relationship Id="rId4" Type="http://schemas.openxmlformats.org/officeDocument/2006/relationships/image" Target="../media/image76.emf"/><Relationship Id="rId9" Type="http://schemas.openxmlformats.org/officeDocument/2006/relationships/customXml" Target="../ink/ink43.xml"/><Relationship Id="rId14" Type="http://schemas.openxmlformats.org/officeDocument/2006/relationships/image" Target="../media/image81.emf"/><Relationship Id="rId22" Type="http://schemas.openxmlformats.org/officeDocument/2006/relationships/image" Target="../media/image85.emf"/><Relationship Id="rId27" Type="http://schemas.openxmlformats.org/officeDocument/2006/relationships/customXml" Target="../ink/ink52.xml"/><Relationship Id="rId30" Type="http://schemas.openxmlformats.org/officeDocument/2006/relationships/image" Target="../media/image89.emf"/><Relationship Id="rId35" Type="http://schemas.openxmlformats.org/officeDocument/2006/relationships/customXml" Target="../ink/ink56.xml"/><Relationship Id="rId43" Type="http://schemas.openxmlformats.org/officeDocument/2006/relationships/customXml" Target="../ink/ink60.xml"/><Relationship Id="rId48" Type="http://schemas.openxmlformats.org/officeDocument/2006/relationships/image" Target="../media/image98.emf"/><Relationship Id="rId8" Type="http://schemas.openxmlformats.org/officeDocument/2006/relationships/image" Target="../media/image78.emf"/><Relationship Id="rId51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1881020" y="740007"/>
            <a:ext cx="8414586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solve probability problems with conditions applied.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85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4655602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678665"/>
            <a:ext cx="11740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marble is taken from a bag containing 4 blue marbles and 7 green marbles. It is replaced and then a 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marble is taken out.</a:t>
            </a:r>
            <a:endParaRPr lang="en-AU" sz="2400" dirty="0"/>
          </a:p>
          <a:p>
            <a:pPr marL="457200" indent="-457200">
              <a:buAutoNum type="alphaLcParenR"/>
            </a:pPr>
            <a:r>
              <a:rPr lang="en-AU" sz="2400" dirty="0" smtClean="0"/>
              <a:t>Draw a tree diagram that represents this situation 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of getting two green marbles.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of getting at least one blue marble.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920855" y="3140533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0855" y="5814870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9083" y="4071479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9038" y="1097280"/>
            <a:ext cx="1922852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i="1" dirty="0" smtClean="0"/>
              <a:t>‘with replacement’</a:t>
            </a:r>
            <a:endParaRPr lang="en-AU" sz="2400" i="1" dirty="0"/>
          </a:p>
        </p:txBody>
      </p:sp>
      <p:sp>
        <p:nvSpPr>
          <p:cNvPr id="17" name="TextBox 16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1725168" y="4881371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1725168" y="429865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1671610" y="588164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263694" y="3088899"/>
                <a:ext cx="3773109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𝐵𝐵</m:t>
                          </m:r>
                        </m:e>
                      </m:d>
                      <m:r>
                        <a:rPr lang="en-AU" sz="20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694" y="3088899"/>
                <a:ext cx="3773109" cy="6685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316144" y="3988227"/>
                <a:ext cx="3648022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𝐵𝐺</m:t>
                          </m:r>
                        </m:e>
                      </m:d>
                      <m:r>
                        <a:rPr lang="en-AU" sz="20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144" y="3988227"/>
                <a:ext cx="3648022" cy="6685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249701" y="4831804"/>
                <a:ext cx="3904728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𝐺𝐵</m:t>
                          </m:r>
                        </m:e>
                      </m:d>
                      <m:r>
                        <a:rPr lang="en-AU" sz="20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701" y="4831804"/>
                <a:ext cx="3904728" cy="6685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3684437" y="5801407"/>
                <a:ext cx="3035809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𝐺𝐺</m:t>
                          </m:r>
                        </m:e>
                      </m:d>
                      <m:r>
                        <a:rPr lang="en-AU" sz="20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37" y="5801407"/>
                <a:ext cx="3035809" cy="6685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6720246" y="2842680"/>
                <a:ext cx="4615543" cy="1153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b="1" dirty="0" smtClean="0"/>
                  <a:t>b) The probability of 2 greens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en-AU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1" i="1" dirty="0" smtClean="0">
                                  <a:latin typeface="Cambria Math" panose="02040503050406030204" pitchFamily="18" charset="0"/>
                                </a:rPr>
                                <m:t>𝑮𝑮</m:t>
                              </m:r>
                            </m:e>
                          </m:d>
                        </m:e>
                      </m:func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𝟒𝟗</m:t>
                          </m:r>
                        </m:num>
                        <m:den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𝟏𝟐𝟏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246" y="2842680"/>
                <a:ext cx="4615543" cy="1153136"/>
              </a:xfrm>
              <a:prstGeom prst="rect">
                <a:avLst/>
              </a:prstGeom>
              <a:blipFill>
                <a:blip r:embed="rId6"/>
                <a:stretch>
                  <a:fillRect t="-42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818692" y="4425422"/>
                <a:ext cx="4871575" cy="1788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b="1" dirty="0" smtClean="0"/>
                  <a:t>c) </a:t>
                </a:r>
                <a:r>
                  <a:rPr lang="en-AU" sz="2000" b="1" dirty="0" smtClean="0"/>
                  <a:t>The probability of at least 1 blue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000" b="1" i="1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𝑩𝑩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AU" sz="2000" b="1" i="1" dirty="0" err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𝑩𝑮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AU" sz="2000" b="1" i="1" dirty="0" err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𝑮𝑩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0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𝟏𝟐𝟏</m:t>
                          </m:r>
                        </m:den>
                      </m:f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𝟐𝟖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𝟏𝟐𝟏</m:t>
                          </m:r>
                        </m:den>
                      </m:f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𝟐𝟖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𝟏𝟐𝟏</m:t>
                          </m:r>
                        </m:den>
                      </m:f>
                    </m:oMath>
                  </m:oMathPara>
                </a14:m>
                <a:endParaRPr lang="en-AU" sz="2000" b="1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𝟕𝟐</m:t>
                        </m:r>
                      </m:num>
                      <m:den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𝟏𝟐𝟏</m:t>
                        </m:r>
                      </m:den>
                    </m:f>
                  </m:oMath>
                </a14:m>
                <a:r>
                  <a:rPr lang="en-AU" sz="2400" b="1" dirty="0" smtClean="0"/>
                  <a:t>.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692" y="4425422"/>
                <a:ext cx="4871575" cy="1788759"/>
              </a:xfrm>
              <a:prstGeom prst="rect">
                <a:avLst/>
              </a:prstGeom>
              <a:blipFill rotWithShape="0">
                <a:blip r:embed="rId7"/>
                <a:stretch>
                  <a:fillRect t="-2730" b="-44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599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7" grpId="0"/>
      <p:bldP spid="23" grpId="0"/>
      <p:bldP spid="24" grpId="0"/>
      <p:bldP spid="25" grpId="0"/>
      <p:bldP spid="26" grpId="0"/>
      <p:bldP spid="27" grpId="0"/>
      <p:bldP spid="32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4096512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57477" y="571548"/>
            <a:ext cx="1174089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marble is taken from a bag containing 4 blue marbles and 7 green marbles. It is </a:t>
            </a:r>
            <a:r>
              <a:rPr lang="en-AU" sz="3000" b="1" i="1" dirty="0" smtClean="0"/>
              <a:t>not</a:t>
            </a:r>
            <a:r>
              <a:rPr lang="en-AU" sz="2400" dirty="0" smtClean="0"/>
              <a:t> replaced before a 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marble is taken out.</a:t>
            </a:r>
            <a:endParaRPr lang="en-AU" sz="2400" dirty="0"/>
          </a:p>
          <a:p>
            <a:r>
              <a:rPr lang="en-AU" sz="2400" dirty="0" smtClean="0"/>
              <a:t>Draw a tree diagram that represents this situation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9038" y="1097280"/>
            <a:ext cx="1922852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i="1" dirty="0" smtClean="0"/>
              <a:t>‘without replacement’</a:t>
            </a:r>
            <a:endParaRPr lang="en-AU" sz="24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</a:t>
            </a:r>
            <a:r>
              <a:rPr lang="en-AU" sz="2400" dirty="0" smtClean="0"/>
              <a:t>/10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725168" y="4881371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4/10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1725168" y="429865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7/10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671610" y="588164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6/10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2929999" y="3116911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06922" y="409034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20855" y="5772022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44983" y="3213463"/>
            <a:ext cx="7790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we take one marble out, there are only 10 marbles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marble was blue, there are only 3 blue marbles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marble was blue, there are still 7 green marbles left.</a:t>
            </a:r>
            <a:endParaRPr lang="en-AU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3944983" y="5050649"/>
            <a:ext cx="8031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marble was green, there are still </a:t>
            </a:r>
            <a:r>
              <a:rPr lang="en-AU" sz="2400" dirty="0"/>
              <a:t>4</a:t>
            </a:r>
            <a:r>
              <a:rPr lang="en-AU" sz="2400" dirty="0" smtClean="0"/>
              <a:t> blue marbles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marble was green, there are only </a:t>
            </a:r>
            <a:r>
              <a:rPr lang="en-AU" sz="2400" dirty="0"/>
              <a:t>6</a:t>
            </a:r>
            <a:r>
              <a:rPr lang="en-AU" sz="2400" dirty="0" smtClean="0"/>
              <a:t> green marbles left.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1339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3413761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88828" y="532081"/>
            <a:ext cx="1174089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marble is taken from a bag containing 4 blue marbles and 7 green marbles. It is </a:t>
            </a:r>
            <a:r>
              <a:rPr lang="en-AU" sz="3000" b="1" i="1" dirty="0" smtClean="0"/>
              <a:t>not</a:t>
            </a:r>
            <a:r>
              <a:rPr lang="en-AU" sz="2400" dirty="0" smtClean="0"/>
              <a:t> replaced before a 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marble is taken out.</a:t>
            </a:r>
            <a:endParaRPr lang="en-AU" sz="2400" dirty="0"/>
          </a:p>
          <a:p>
            <a:r>
              <a:rPr lang="en-AU" sz="2400" dirty="0" smtClean="0"/>
              <a:t>a)   Draw a tree diagram that represents this situation.</a:t>
            </a:r>
          </a:p>
          <a:p>
            <a:r>
              <a:rPr lang="en-AU" sz="2400" dirty="0" smtClean="0"/>
              <a:t>b)   Find </a:t>
            </a:r>
            <a:r>
              <a:rPr lang="en-AU" sz="2400" dirty="0"/>
              <a:t>the probability of getting two green marbles.</a:t>
            </a:r>
          </a:p>
          <a:p>
            <a:r>
              <a:rPr lang="en-AU" sz="2400" dirty="0" smtClean="0"/>
              <a:t>c)    Find </a:t>
            </a:r>
            <a:r>
              <a:rPr lang="en-AU" sz="2400" dirty="0"/>
              <a:t>the probability of getting at least one blue marble.</a:t>
            </a:r>
          </a:p>
          <a:p>
            <a:endParaRPr lang="en-AU" sz="2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9609038" y="1097280"/>
            <a:ext cx="1922852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i="1" dirty="0" smtClean="0"/>
              <a:t>‘without replacement’</a:t>
            </a:r>
            <a:endParaRPr lang="en-AU" sz="24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</a:t>
            </a:r>
            <a:r>
              <a:rPr lang="en-AU" sz="2400" dirty="0" smtClean="0"/>
              <a:t>/10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725168" y="4881371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4/10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1725168" y="429865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7/10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671610" y="588164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6/10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2929999" y="3116911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06922" y="409034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20855" y="5772022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134848" y="3107642"/>
                <a:ext cx="3639549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𝐵𝐵</m:t>
                          </m:r>
                        </m:e>
                      </m:d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848" y="3107642"/>
                <a:ext cx="3639549" cy="6127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2276421" y="4112059"/>
                <a:ext cx="5408023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𝐵𝐺</m:t>
                          </m:r>
                        </m:e>
                      </m:d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421" y="4112059"/>
                <a:ext cx="5408023" cy="612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3458569" y="4809238"/>
                <a:ext cx="3132476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𝐺𝐵</m:t>
                          </m:r>
                        </m:e>
                      </m:d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569" y="4809238"/>
                <a:ext cx="3132476" cy="6127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3160341" y="5883629"/>
                <a:ext cx="3605389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𝐺𝐺</m:t>
                          </m:r>
                        </m:e>
                      </m:d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341" y="5883629"/>
                <a:ext cx="3605389" cy="612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502729" y="2925957"/>
                <a:ext cx="4615543" cy="1155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b="1" dirty="0" smtClean="0"/>
                  <a:t>b) The probability of 2 greens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𝑮𝑮</m:t>
                          </m:r>
                        </m:e>
                      </m:d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𝟐𝟏</m:t>
                          </m:r>
                        </m:num>
                        <m:den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𝟓𝟓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729" y="2925957"/>
                <a:ext cx="4615543" cy="1155509"/>
              </a:xfrm>
              <a:prstGeom prst="rect">
                <a:avLst/>
              </a:prstGeom>
              <a:blipFill rotWithShape="0">
                <a:blip r:embed="rId6"/>
                <a:stretch>
                  <a:fillRect t="-4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591045" y="4573767"/>
                <a:ext cx="4871575" cy="1987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b="1" dirty="0" smtClean="0"/>
                  <a:t>c) The probability of at least 1 blue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400" b="1" i="1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𝑩𝑩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AU" sz="2400" b="1" i="1" dirty="0" err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𝑩𝑮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AU" sz="2400" b="1" i="1" dirty="0" err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𝑮𝑩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𝟓𝟓</m:t>
                          </m:r>
                        </m:den>
                      </m:f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𝟓𝟓</m:t>
                          </m:r>
                        </m:den>
                      </m:f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𝟓𝟓</m:t>
                          </m:r>
                        </m:den>
                      </m:f>
                    </m:oMath>
                  </m:oMathPara>
                </a14:m>
                <a:endParaRPr lang="en-AU" sz="20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𝟑𝟒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𝟓𝟓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045" y="4573767"/>
                <a:ext cx="4871575" cy="1987339"/>
              </a:xfrm>
              <a:prstGeom prst="rect">
                <a:avLst/>
              </a:prstGeom>
              <a:blipFill rotWithShape="0">
                <a:blip r:embed="rId7"/>
                <a:stretch>
                  <a:fillRect l="-1502" t="-2454" r="-1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58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3067159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88828" y="532081"/>
            <a:ext cx="11740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Two cards are drawn, without replacement, from a set of 20 cards that are numbered 1 to 20.</a:t>
            </a:r>
          </a:p>
          <a:p>
            <a:r>
              <a:rPr lang="en-AU" sz="2400" dirty="0" smtClean="0"/>
              <a:t>Let P = ‘a prime number is drawn’ and N = ‘a prime number is not drawn’.</a:t>
            </a:r>
          </a:p>
          <a:p>
            <a:r>
              <a:rPr lang="en-AU" sz="2400" dirty="0" smtClean="0"/>
              <a:t>Draw a tree diagram to show this information.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Prime numbers between 1 and 20 are 2, 3, 5, 7, 11, 13, 17, 19 (eight in total).</a:t>
            </a:r>
            <a:endParaRPr lang="en-AU" sz="2400" dirty="0">
              <a:solidFill>
                <a:srgbClr val="FF0000"/>
              </a:solidFill>
            </a:endParaRPr>
          </a:p>
          <a:p>
            <a:endParaRPr lang="en-AU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12" name="TextBox 11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13" name="TextBox 12"/>
          <p:cNvSpPr txBox="1"/>
          <p:nvPr/>
        </p:nvSpPr>
        <p:spPr>
          <a:xfrm>
            <a:off x="2929999" y="3116911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14" name="TextBox 13"/>
          <p:cNvSpPr txBox="1"/>
          <p:nvPr/>
        </p:nvSpPr>
        <p:spPr>
          <a:xfrm>
            <a:off x="2906922" y="409034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2920855" y="5772022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16" name="TextBox 15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8/20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12/20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3944983" y="3213463"/>
            <a:ext cx="7790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we take one card, there are only 19 cards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card was prime, there are only 7 primes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card was prime, there are still 12 non-primes left.</a:t>
            </a:r>
            <a:endParaRPr lang="en-A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3944983" y="5050649"/>
            <a:ext cx="8031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card wasn’t prime, there are still 8 primes left.</a:t>
            </a:r>
          </a:p>
          <a:p>
            <a:r>
              <a:rPr lang="en-AU" sz="2400" dirty="0" smtClean="0"/>
              <a:t>If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card wasn’t prime, there are only 11 non-primes left.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7/19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735183" y="492940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8/19</a:t>
            </a:r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1725168" y="429865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12/19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1671610" y="588164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11/19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80792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3067159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88828" y="532081"/>
            <a:ext cx="11740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Two cards are drawn, without replacement, from a set of 20 cards that are numbered 1 to 20.</a:t>
            </a:r>
          </a:p>
          <a:p>
            <a:r>
              <a:rPr lang="en-AU" sz="2400" dirty="0" smtClean="0"/>
              <a:t>Let P = ‘a prime number is drawn’ and N = ‘a prime number is not drawn’.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</a:t>
            </a:r>
            <a:r>
              <a:rPr lang="en-AU" sz="2400" dirty="0" err="1" smtClean="0"/>
              <a:t>Pr</a:t>
            </a:r>
            <a:r>
              <a:rPr lang="en-AU" sz="2400" dirty="0" smtClean="0"/>
              <a:t>(both cards are prime)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</a:t>
            </a:r>
            <a:r>
              <a:rPr lang="en-AU" sz="2400" dirty="0" err="1" smtClean="0"/>
              <a:t>Pr</a:t>
            </a:r>
            <a:r>
              <a:rPr lang="en-AU" sz="2400" dirty="0" smtClean="0"/>
              <a:t>(no cards are prime)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</a:t>
            </a:r>
            <a:r>
              <a:rPr lang="en-AU" sz="2400" dirty="0" err="1" smtClean="0"/>
              <a:t>Pr</a:t>
            </a:r>
            <a:r>
              <a:rPr lang="en-AU" sz="2400" dirty="0" smtClean="0"/>
              <a:t>(at least one card is prime)</a:t>
            </a:r>
            <a:endParaRPr lang="en-AU" sz="2400" dirty="0"/>
          </a:p>
          <a:p>
            <a:endParaRPr lang="en-AU" sz="24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28" name="TextBox 27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29" name="TextBox 28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30" name="TextBox 29"/>
          <p:cNvSpPr txBox="1"/>
          <p:nvPr/>
        </p:nvSpPr>
        <p:spPr>
          <a:xfrm>
            <a:off x="2929999" y="3116911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P</a:t>
            </a:r>
            <a:endParaRPr lang="en-AU" sz="4000" dirty="0"/>
          </a:p>
        </p:txBody>
      </p:sp>
      <p:sp>
        <p:nvSpPr>
          <p:cNvPr id="31" name="TextBox 30"/>
          <p:cNvSpPr txBox="1"/>
          <p:nvPr/>
        </p:nvSpPr>
        <p:spPr>
          <a:xfrm>
            <a:off x="2906922" y="409034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32" name="TextBox 31"/>
          <p:cNvSpPr txBox="1"/>
          <p:nvPr/>
        </p:nvSpPr>
        <p:spPr>
          <a:xfrm>
            <a:off x="2920855" y="5772022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N</a:t>
            </a:r>
            <a:endParaRPr lang="en-AU" sz="4000" dirty="0"/>
          </a:p>
        </p:txBody>
      </p:sp>
      <p:sp>
        <p:nvSpPr>
          <p:cNvPr id="33" name="TextBox 32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8/20</a:t>
            </a:r>
            <a:endParaRPr lang="en-AU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12/20</a:t>
            </a:r>
            <a:endParaRPr lang="en-AU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7/19</a:t>
            </a:r>
            <a:endParaRPr lang="en-AU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1736925" y="4900339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8/19</a:t>
            </a:r>
            <a:endParaRPr lang="en-AU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1725168" y="429865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12/19</a:t>
            </a:r>
            <a:endParaRPr lang="en-AU" sz="2400" dirty="0"/>
          </a:p>
        </p:txBody>
      </p:sp>
      <p:sp>
        <p:nvSpPr>
          <p:cNvPr id="39" name="TextBox 38"/>
          <p:cNvSpPr txBox="1"/>
          <p:nvPr/>
        </p:nvSpPr>
        <p:spPr>
          <a:xfrm>
            <a:off x="1671610" y="588164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11/19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510684" y="3028742"/>
                <a:ext cx="5408023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𝑃𝑃</m:t>
                          </m:r>
                        </m:e>
                      </m:d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95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684" y="3028742"/>
                <a:ext cx="5408023" cy="67056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407484" y="3954092"/>
                <a:ext cx="5408023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AU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AU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19</m:t>
                          </m:r>
                        </m:den>
                      </m:f>
                      <m:r>
                        <a:rPr lang="en-AU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95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484" y="3954092"/>
                <a:ext cx="5408023" cy="67056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635061" y="2351733"/>
                <a:ext cx="4615543" cy="995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b="1" dirty="0" smtClean="0"/>
                  <a:t>a) </a:t>
                </a:r>
                <a:r>
                  <a:rPr lang="en-AU" sz="2400" b="1" dirty="0" err="1" smtClean="0"/>
                  <a:t>Pr</a:t>
                </a:r>
                <a:r>
                  <a:rPr lang="en-AU" sz="2400" b="1" dirty="0" smtClean="0"/>
                  <a:t>(both prime) is</a:t>
                </a: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AU" sz="2400" b="1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fName>
                      <m:e>
                        <m:d>
                          <m:dPr>
                            <m:ctrlPr>
                              <a:rPr lang="en-AU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1" i="1" dirty="0" smtClean="0">
                                <a:latin typeface="Cambria Math" panose="02040503050406030204" pitchFamily="18" charset="0"/>
                              </a:rPr>
                              <m:t>𝑷𝑷</m:t>
                            </m:r>
                          </m:e>
                        </m:d>
                      </m:e>
                    </m:func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𝟏𝟒</m:t>
                        </m:r>
                      </m:num>
                      <m:den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𝟗𝟓</m:t>
                        </m:r>
                      </m:den>
                    </m:f>
                  </m:oMath>
                </a14:m>
                <a:r>
                  <a:rPr lang="en-AU" sz="2400" b="1" dirty="0" smtClean="0"/>
                  <a:t>.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061" y="2351733"/>
                <a:ext cx="4615543" cy="995209"/>
              </a:xfrm>
              <a:prstGeom prst="rect">
                <a:avLst/>
              </a:prstGeom>
              <a:blipFill rotWithShape="0">
                <a:blip r:embed="rId4"/>
                <a:stretch>
                  <a:fillRect t="-4908" b="-55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472643" y="4609237"/>
                <a:ext cx="4871575" cy="1864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000" b="1" dirty="0" smtClean="0"/>
                  <a:t>c) P(at least 1 prime)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000" b="1" i="1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𝑷𝑷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AU" sz="2000" b="1" i="1" dirty="0" err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𝑷𝑵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AU" sz="2000" b="1" i="1" dirty="0" err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𝑵𝑷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0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𝟗𝟓</m:t>
                          </m:r>
                        </m:den>
                      </m:f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𝟗𝟓</m:t>
                          </m:r>
                        </m:den>
                      </m:f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𝟗𝟓</m:t>
                          </m:r>
                        </m:den>
                      </m:f>
                    </m:oMath>
                  </m:oMathPara>
                </a14:m>
                <a:endParaRPr lang="en-AU" sz="20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𝟔𝟐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𝟗𝟓</m:t>
                          </m:r>
                        </m:den>
                      </m:f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643" y="4609237"/>
                <a:ext cx="4871575" cy="1864357"/>
              </a:xfrm>
              <a:prstGeom prst="rect">
                <a:avLst/>
              </a:prstGeom>
              <a:blipFill rotWithShape="0">
                <a:blip r:embed="rId5"/>
                <a:stretch>
                  <a:fillRect t="-16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555374" y="3530591"/>
                <a:ext cx="4615543" cy="995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b="1" dirty="0" smtClean="0"/>
                  <a:t>b) P(no primes) is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sz="24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𝑵𝑵</m:t>
                        </m:r>
                      </m:e>
                    </m:d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𝟑𝟑</m:t>
                        </m:r>
                      </m:num>
                      <m:den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𝟗𝟓</m:t>
                        </m:r>
                      </m:den>
                    </m:f>
                  </m:oMath>
                </a14:m>
                <a:r>
                  <a:rPr lang="en-AU" sz="2400" b="1" dirty="0" smtClean="0"/>
                  <a:t>.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374" y="3530591"/>
                <a:ext cx="4615543" cy="995209"/>
              </a:xfrm>
              <a:prstGeom prst="rect">
                <a:avLst/>
              </a:prstGeom>
              <a:blipFill rotWithShape="0">
                <a:blip r:embed="rId6"/>
                <a:stretch>
                  <a:fillRect t="-4908" b="-55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407483" y="4691436"/>
                <a:ext cx="5408023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dirty="0" smtClean="0">
                              <a:latin typeface="Cambria Math" panose="02040503050406030204" pitchFamily="18" charset="0"/>
                            </a:rPr>
                            <m:t>𝑁𝑃</m:t>
                          </m:r>
                        </m:e>
                      </m:d>
                      <m:r>
                        <a:rPr lang="en-AU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AU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19</m:t>
                          </m:r>
                        </m:den>
                      </m:f>
                      <m:r>
                        <a:rPr lang="en-AU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95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483" y="4691436"/>
                <a:ext cx="5408023" cy="67056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362199" y="5737930"/>
                <a:ext cx="5408023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dirty="0" smtClean="0">
                              <a:latin typeface="Cambria Math" panose="02040503050406030204" pitchFamily="18" charset="0"/>
                            </a:rPr>
                            <m:t>𝑁𝑁</m:t>
                          </m:r>
                        </m:e>
                      </m:d>
                      <m:r>
                        <a:rPr lang="en-AU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AU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19</m:t>
                          </m:r>
                        </m:den>
                      </m:f>
                      <m:r>
                        <a:rPr lang="en-AU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num>
                        <m:den>
                          <m:r>
                            <a:rPr lang="en-AU" sz="2000" i="1" dirty="0">
                              <a:latin typeface="Cambria Math" panose="02040503050406030204" pitchFamily="18" charset="0"/>
                            </a:rPr>
                            <m:t>95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99" y="5737930"/>
                <a:ext cx="5408023" cy="67056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33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 will </a:t>
            </a:r>
            <a:r>
              <a:rPr lang="en-GB" dirty="0" smtClean="0"/>
              <a:t>be able to solve probability problems with conditional statements</a:t>
            </a:r>
            <a:endParaRPr lang="en-GB" dirty="0"/>
          </a:p>
        </p:txBody>
      </p:sp>
      <p:sp>
        <p:nvSpPr>
          <p:cNvPr id="14" name="Content Placeholder 1"/>
          <p:cNvSpPr txBox="1">
            <a:spLocks/>
          </p:cNvSpPr>
          <p:nvPr/>
        </p:nvSpPr>
        <p:spPr>
          <a:xfrm>
            <a:off x="214418" y="3467784"/>
            <a:ext cx="10573257" cy="2285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I will be able to calculate probabilities </a:t>
            </a:r>
            <a:r>
              <a:rPr lang="en-GB" dirty="0" smtClean="0"/>
              <a:t>with a given conditional statement.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314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Box 311"/>
          <p:cNvSpPr txBox="1"/>
          <p:nvPr/>
        </p:nvSpPr>
        <p:spPr>
          <a:xfrm>
            <a:off x="0" y="-20901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175591" y="780403"/>
            <a:ext cx="11830879" cy="200436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 smtClean="0"/>
              <a:t>Conditional probability refers to situations where a </a:t>
            </a:r>
            <a:r>
              <a:rPr lang="en-AU" i="1" dirty="0"/>
              <a:t>condition</a:t>
            </a:r>
            <a:r>
              <a:rPr lang="en-AU" dirty="0"/>
              <a:t> reduces the number of possibilities for an event to occur. For example: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600" b="1" dirty="0"/>
              <a:t>If a standard 6 sided die was rolled, what is the probability that it landed on a 6</a:t>
            </a:r>
            <a:r>
              <a:rPr lang="en-AU" sz="2600" b="1" dirty="0" smtClean="0"/>
              <a:t>?</a:t>
            </a:r>
            <a:endParaRPr lang="en-AU" sz="2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605998C7-D6B9-43C8-9603-2BA74BD839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319" y="2609203"/>
                <a:ext cx="11830879" cy="73667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6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6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6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AU" sz="2600" b="1" i="1" dirty="0" smtClean="0">
                    <a:solidFill>
                      <a:srgbClr val="7030A0"/>
                    </a:solidFill>
                  </a:rPr>
                  <a:t> , </a:t>
                </a:r>
                <a:r>
                  <a:rPr lang="en-AU" sz="2600" b="1" i="1" dirty="0">
                    <a:solidFill>
                      <a:srgbClr val="7030A0"/>
                    </a:solidFill>
                  </a:rPr>
                  <a:t>as there are 6 possibilities with only 1 option being 6</a:t>
                </a:r>
                <a:r>
                  <a:rPr lang="en-AU" sz="2600" b="1" i="1" dirty="0" smtClean="0">
                    <a:solidFill>
                      <a:srgbClr val="7030A0"/>
                    </a:solidFill>
                  </a:rPr>
                  <a:t>.</a:t>
                </a:r>
                <a:endParaRPr lang="en-AU" sz="2600" b="1" i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05998C7-D6B9-43C8-9603-2BA74BD83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19" y="2609203"/>
                <a:ext cx="11830879" cy="73667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361121" y="3419694"/>
            <a:ext cx="11830879" cy="89599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600" b="1" dirty="0" smtClean="0"/>
              <a:t>If </a:t>
            </a:r>
            <a:r>
              <a:rPr lang="en-AU" sz="2600" b="1" dirty="0"/>
              <a:t>a standard 6 sided die was rolled, what is the probability that it landed on a 6 given that it landed on an even number</a:t>
            </a:r>
            <a:r>
              <a:rPr lang="en-AU" sz="2600" b="1" dirty="0" smtClean="0"/>
              <a:t>?</a:t>
            </a:r>
            <a:endParaRPr lang="en-AU" sz="2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605998C7-D6B9-43C8-9603-2BA74BD839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120" y="4389512"/>
                <a:ext cx="11830879" cy="78516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AU" sz="2600" b="1" i="1" dirty="0" smtClean="0">
                    <a:solidFill>
                      <a:srgbClr val="7030A0"/>
                    </a:solidFill>
                  </a:rPr>
                  <a:t> , </a:t>
                </a:r>
                <a:r>
                  <a:rPr lang="en-AU" sz="2600" b="1" i="1" dirty="0">
                    <a:solidFill>
                      <a:srgbClr val="7030A0"/>
                    </a:solidFill>
                  </a:rPr>
                  <a:t>as there are 3 even possibilities with only 1 option being 6</a:t>
                </a:r>
                <a:r>
                  <a:rPr lang="en-AU" sz="2600" b="1" i="1" dirty="0" smtClean="0">
                    <a:solidFill>
                      <a:srgbClr val="7030A0"/>
                    </a:solidFill>
                  </a:rPr>
                  <a:t>.</a:t>
                </a:r>
                <a:endParaRPr lang="en-AU" sz="2600" b="1" i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05998C7-D6B9-43C8-9603-2BA74BD83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20" y="4389512"/>
                <a:ext cx="11830879" cy="78516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361121" y="5239189"/>
            <a:ext cx="11830879" cy="8983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600" dirty="0" smtClean="0"/>
              <a:t>In </a:t>
            </a:r>
            <a:r>
              <a:rPr lang="en-AU" sz="2600" dirty="0"/>
              <a:t>the second situation, the condition was that the die has landed on an even number. This </a:t>
            </a:r>
            <a:r>
              <a:rPr lang="en-AU" sz="2600" b="1" u="sng" dirty="0"/>
              <a:t>reduced the number of possible</a:t>
            </a:r>
            <a:r>
              <a:rPr lang="en-AU" sz="2600" dirty="0"/>
              <a:t> outcomes.</a:t>
            </a:r>
          </a:p>
        </p:txBody>
      </p:sp>
    </p:spTree>
    <p:extLst>
      <p:ext uri="{BB962C8B-B14F-4D97-AF65-F5344CB8AC3E}">
        <p14:creationId xmlns:p14="http://schemas.microsoft.com/office/powerpoint/2010/main" val="45312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678008B3-8531-ED44-9951-E9E7942672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345" t="42083" r="22484" b="50114"/>
          <a:stretch/>
        </p:blipFill>
        <p:spPr>
          <a:xfrm>
            <a:off x="1046524" y="640732"/>
            <a:ext cx="9572480" cy="749147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5403273" y="1569949"/>
            <a:ext cx="610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Draw a Venn Diagram to show this information</a:t>
            </a:r>
            <a:endParaRPr lang="en-AU" sz="2000" dirty="0"/>
          </a:p>
        </p:txBody>
      </p:sp>
      <p:sp>
        <p:nvSpPr>
          <p:cNvPr id="13" name="Rectangle 12"/>
          <p:cNvSpPr/>
          <p:nvPr/>
        </p:nvSpPr>
        <p:spPr>
          <a:xfrm>
            <a:off x="570600" y="2550240"/>
            <a:ext cx="4242600" cy="2473920"/>
          </a:xfrm>
          <a:prstGeom prst="rect">
            <a:avLst/>
          </a:prstGeom>
          <a:noFill/>
          <a:ln w="336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/>
              <p14:cNvContentPartPr/>
              <p14:nvPr/>
            </p14:nvContentPartPr>
            <p14:xfrm>
              <a:off x="679375" y="2647909"/>
              <a:ext cx="537120" cy="21600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335" y="2629189"/>
                <a:ext cx="568440" cy="245520"/>
              </a:xfrm>
              <a:prstGeom prst="rect">
                <a:avLst/>
              </a:prstGeom>
            </p:spPr>
          </p:pic>
        </mc:Fallback>
      </mc:AlternateContent>
      <p:sp>
        <p:nvSpPr>
          <p:cNvPr id="108" name="Oval 107"/>
          <p:cNvSpPr/>
          <p:nvPr/>
        </p:nvSpPr>
        <p:spPr>
          <a:xfrm>
            <a:off x="1266480" y="2669760"/>
            <a:ext cx="124560" cy="124920"/>
          </a:xfrm>
          <a:prstGeom prst="ellipse">
            <a:avLst/>
          </a:prstGeom>
          <a:noFill/>
          <a:ln w="336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0000"/>
              </a:solidFill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1427400" y="2638080"/>
            <a:ext cx="133200" cy="133560"/>
          </a:xfrm>
          <a:prstGeom prst="ellipse">
            <a:avLst/>
          </a:prstGeom>
          <a:noFill/>
          <a:ln w="336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0000"/>
              </a:solidFill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1220040" y="2925720"/>
            <a:ext cx="1534680" cy="1534680"/>
          </a:xfrm>
          <a:prstGeom prst="ellipse">
            <a:avLst/>
          </a:prstGeom>
          <a:noFill/>
          <a:ln w="33600">
            <a:solidFill>
              <a:srgbClr val="3165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3165BB"/>
              </a:solidFill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2058480" y="2914560"/>
            <a:ext cx="1716840" cy="1716840"/>
          </a:xfrm>
          <a:prstGeom prst="ellipse">
            <a:avLst/>
          </a:prstGeom>
          <a:noFill/>
          <a:ln w="33600">
            <a:solidFill>
              <a:srgbClr val="177D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177D36"/>
              </a:solidFill>
            </a:endParaRPr>
          </a:p>
        </p:txBody>
      </p:sp>
      <p:grpSp>
        <p:nvGrpSpPr>
          <p:cNvPr id="140" name="Group 139"/>
          <p:cNvGrpSpPr/>
          <p:nvPr/>
        </p:nvGrpSpPr>
        <p:grpSpPr>
          <a:xfrm>
            <a:off x="1549156" y="2998909"/>
            <a:ext cx="1708200" cy="897120"/>
            <a:chOff x="1549156" y="2998909"/>
            <a:chExt cx="1708200" cy="89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9" name="Ink 128"/>
                <p14:cNvContentPartPr/>
                <p14:nvPr/>
              </p14:nvContentPartPr>
              <p14:xfrm>
                <a:off x="1591996" y="3555109"/>
                <a:ext cx="1665360" cy="340920"/>
              </p14:xfrm>
            </p:contentPart>
          </mc:Choice>
          <mc:Fallback xmlns="">
            <p:pic>
              <p:nvPicPr>
                <p:cNvPr id="129" name="Ink 128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84796" y="3548269"/>
                  <a:ext cx="16815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4" name="Ink 133"/>
                <p14:cNvContentPartPr/>
                <p14:nvPr/>
              </p14:nvContentPartPr>
              <p14:xfrm>
                <a:off x="1549156" y="3078109"/>
                <a:ext cx="144720" cy="214200"/>
              </p14:xfrm>
            </p:contentPart>
          </mc:Choice>
          <mc:Fallback xmlns="">
            <p:pic>
              <p:nvPicPr>
                <p:cNvPr id="134" name="Ink 133"/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43036" y="3069829"/>
                  <a:ext cx="156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8" name="Ink 137"/>
                <p14:cNvContentPartPr/>
                <p14:nvPr/>
              </p14:nvContentPartPr>
              <p14:xfrm>
                <a:off x="2933356" y="2998909"/>
                <a:ext cx="211680" cy="230040"/>
              </p14:xfrm>
            </p:contentPart>
          </mc:Choice>
          <mc:Fallback xmlns="">
            <p:pic>
              <p:nvPicPr>
                <p:cNvPr id="138" name="Ink 137"/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24716" y="2990269"/>
                  <a:ext cx="22896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1" name="Ink 140"/>
              <p14:cNvContentPartPr/>
              <p14:nvPr/>
            </p14:nvContentPartPr>
            <p14:xfrm>
              <a:off x="2202556" y="3133909"/>
              <a:ext cx="1548000" cy="1378080"/>
            </p14:xfrm>
          </p:contentPart>
        </mc:Choice>
        <mc:Fallback xmlns="">
          <p:pic>
            <p:nvPicPr>
              <p:cNvPr id="141" name="Ink 14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84196" y="3093229"/>
                <a:ext cx="1591920" cy="1466640"/>
              </a:xfrm>
              <a:prstGeom prst="rect">
                <a:avLst/>
              </a:prstGeom>
            </p:spPr>
          </p:pic>
        </mc:Fallback>
      </mc:AlternateContent>
      <p:cxnSp>
        <p:nvCxnSpPr>
          <p:cNvPr id="150" name="Straight Connector 149"/>
          <p:cNvCxnSpPr/>
          <p:nvPr/>
        </p:nvCxnSpPr>
        <p:spPr>
          <a:xfrm>
            <a:off x="3558960" y="5024160"/>
            <a:ext cx="47520" cy="0"/>
          </a:xfrm>
          <a:prstGeom prst="line">
            <a:avLst/>
          </a:prstGeom>
          <a:ln w="12700">
            <a:solidFill>
              <a:srgbClr val="ED1C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9" name="Ink 158"/>
              <p14:cNvContentPartPr/>
              <p14:nvPr/>
            </p14:nvContentPartPr>
            <p14:xfrm>
              <a:off x="3155476" y="4376629"/>
              <a:ext cx="248040" cy="231120"/>
            </p14:xfrm>
          </p:contentPart>
        </mc:Choice>
        <mc:Fallback xmlns="">
          <p:pic>
            <p:nvPicPr>
              <p:cNvPr id="159" name="Ink 15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46836" y="4365829"/>
                <a:ext cx="2674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0" name="Ink 159"/>
              <p14:cNvContentPartPr/>
              <p14:nvPr/>
            </p14:nvContentPartPr>
            <p14:xfrm>
              <a:off x="3231076" y="4389229"/>
              <a:ext cx="367920" cy="1203480"/>
            </p14:xfrm>
          </p:contentPart>
        </mc:Choice>
        <mc:Fallback xmlns="">
          <p:pic>
            <p:nvPicPr>
              <p:cNvPr id="160" name="Ink 15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20636" y="4383469"/>
                <a:ext cx="389160" cy="12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5" name="Ink 174"/>
              <p14:cNvContentPartPr/>
              <p14:nvPr/>
            </p14:nvContentPartPr>
            <p14:xfrm>
              <a:off x="3673876" y="5411269"/>
              <a:ext cx="2322000" cy="1369440"/>
            </p14:xfrm>
          </p:contentPart>
        </mc:Choice>
        <mc:Fallback xmlns="">
          <p:pic>
            <p:nvPicPr>
              <p:cNvPr id="175" name="Ink 17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54796" y="5398309"/>
                <a:ext cx="2361600" cy="14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/>
              <p:cNvSpPr txBox="1"/>
              <p:nvPr/>
            </p:nvSpPr>
            <p:spPr>
              <a:xfrm>
                <a:off x="5493328" y="2247799"/>
                <a:ext cx="4488872" cy="675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𝐹𝑟𝑒𝑛𝑐h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𝑔𝑖𝑣𝑒𝑛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𝐺𝑒𝑟𝑚𝑎𝑛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25+8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00" name="TextBox 1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328" y="2247799"/>
                <a:ext cx="4488872" cy="675698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/>
              <p:cNvSpPr txBox="1"/>
              <p:nvPr/>
            </p:nvSpPr>
            <p:spPr>
              <a:xfrm>
                <a:off x="8581876" y="2998909"/>
                <a:ext cx="866924" cy="675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01" name="TextBox 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876" y="2998909"/>
                <a:ext cx="866924" cy="675698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3" name="Ink 202"/>
              <p14:cNvContentPartPr/>
              <p14:nvPr/>
            </p14:nvContentPartPr>
            <p14:xfrm>
              <a:off x="7348756" y="1333909"/>
              <a:ext cx="3249360" cy="140040"/>
            </p14:xfrm>
          </p:contentPart>
        </mc:Choice>
        <mc:Fallback xmlns="">
          <p:pic>
            <p:nvPicPr>
              <p:cNvPr id="203" name="Ink 202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23916" y="1298629"/>
                <a:ext cx="33091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" name="Ink 6"/>
              <p14:cNvContentPartPr/>
              <p14:nvPr/>
            </p14:nvContentPartPr>
            <p14:xfrm>
              <a:off x="3868256" y="4252503"/>
              <a:ext cx="511200" cy="4892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56736" y="4237743"/>
                <a:ext cx="538560" cy="51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233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3" grpId="0" animBg="1"/>
      <p:bldP spid="108" grpId="0" animBg="1"/>
      <p:bldP spid="113" grpId="0" animBg="1"/>
      <p:bldP spid="116" grpId="0" animBg="1"/>
      <p:bldP spid="119" grpId="0" animBg="1"/>
      <p:bldP spid="200" grpId="0"/>
      <p:bldP spid="20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/>
          <p:cNvGrpSpPr/>
          <p:nvPr/>
        </p:nvGrpSpPr>
        <p:grpSpPr>
          <a:xfrm>
            <a:off x="2159716" y="1727749"/>
            <a:ext cx="1548000" cy="2736720"/>
            <a:chOff x="2159716" y="1727749"/>
            <a:chExt cx="1548000" cy="273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0" name="Ink 99"/>
                <p14:cNvContentPartPr/>
                <p14:nvPr/>
              </p14:nvContentPartPr>
              <p14:xfrm>
                <a:off x="2159716" y="2993509"/>
                <a:ext cx="1548000" cy="1470960"/>
              </p14:xfrm>
            </p:contentPart>
          </mc:Choice>
          <mc:Fallback xmlns="">
            <p:pic>
              <p:nvPicPr>
                <p:cNvPr id="100" name="Ink 99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37396" y="2946709"/>
                  <a:ext cx="1595520" cy="15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5" name="Ink 104"/>
                <p14:cNvContentPartPr/>
                <p14:nvPr/>
              </p14:nvContentPartPr>
              <p14:xfrm>
                <a:off x="2621236" y="1763749"/>
                <a:ext cx="199800" cy="1501200"/>
              </p14:xfrm>
            </p:contentPart>
          </mc:Choice>
          <mc:Fallback xmlns="">
            <p:pic>
              <p:nvPicPr>
                <p:cNvPr id="105" name="Ink 104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01436" y="1743949"/>
                  <a:ext cx="230760" cy="15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6" name="Ink 105"/>
                <p14:cNvContentPartPr/>
                <p14:nvPr/>
              </p14:nvContentPartPr>
              <p14:xfrm>
                <a:off x="2778556" y="1727749"/>
                <a:ext cx="86040" cy="160560"/>
              </p14:xfrm>
            </p:contentPart>
          </mc:Choice>
          <mc:Fallback xmlns="">
            <p:pic>
              <p:nvPicPr>
                <p:cNvPr id="106" name="Ink 105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62356" y="1711549"/>
                  <a:ext cx="113040" cy="18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" name="TextBox 24"/>
          <p:cNvSpPr txBox="1"/>
          <p:nvPr/>
        </p:nvSpPr>
        <p:spPr>
          <a:xfrm>
            <a:off x="0" y="-20901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102" name="TextBox 101"/>
          <p:cNvSpPr txBox="1"/>
          <p:nvPr/>
        </p:nvSpPr>
        <p:spPr>
          <a:xfrm>
            <a:off x="5230091" y="1809983"/>
            <a:ext cx="610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Draw a Venn Diagram to show this information</a:t>
            </a:r>
            <a:endParaRPr lang="en-AU" sz="2000" dirty="0"/>
          </a:p>
        </p:txBody>
      </p:sp>
      <p:sp>
        <p:nvSpPr>
          <p:cNvPr id="13" name="Rectangle 12"/>
          <p:cNvSpPr/>
          <p:nvPr/>
        </p:nvSpPr>
        <p:spPr>
          <a:xfrm>
            <a:off x="570600" y="2550240"/>
            <a:ext cx="4242600" cy="2473920"/>
          </a:xfrm>
          <a:prstGeom prst="rect">
            <a:avLst/>
          </a:prstGeom>
          <a:noFill/>
          <a:ln w="336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0000"/>
              </a:solidFill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1220040" y="2925720"/>
            <a:ext cx="1534680" cy="1534680"/>
          </a:xfrm>
          <a:prstGeom prst="ellipse">
            <a:avLst/>
          </a:prstGeom>
          <a:noFill/>
          <a:ln w="33600">
            <a:solidFill>
              <a:srgbClr val="3165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3165BB"/>
              </a:solidFill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2058480" y="2914560"/>
            <a:ext cx="1716840" cy="1716840"/>
          </a:xfrm>
          <a:prstGeom prst="ellipse">
            <a:avLst/>
          </a:prstGeom>
          <a:noFill/>
          <a:ln w="33600">
            <a:solidFill>
              <a:srgbClr val="177D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177D36"/>
              </a:solidFill>
            </a:endParaRPr>
          </a:p>
        </p:txBody>
      </p:sp>
      <p:cxnSp>
        <p:nvCxnSpPr>
          <p:cNvPr id="150" name="Straight Connector 149"/>
          <p:cNvCxnSpPr/>
          <p:nvPr/>
        </p:nvCxnSpPr>
        <p:spPr>
          <a:xfrm>
            <a:off x="3558960" y="5024160"/>
            <a:ext cx="47520" cy="0"/>
          </a:xfrm>
          <a:prstGeom prst="line">
            <a:avLst/>
          </a:prstGeom>
          <a:ln w="12700">
            <a:solidFill>
              <a:srgbClr val="ED1C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/>
              <p:cNvSpPr txBox="1"/>
              <p:nvPr/>
            </p:nvSpPr>
            <p:spPr>
              <a:xfrm>
                <a:off x="5493328" y="2247799"/>
                <a:ext cx="4488872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4 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𝑔𝑖𝑣𝑒𝑛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𝑒𝑣𝑒𝑛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00" name="TextBox 1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328" y="2247799"/>
                <a:ext cx="4488872" cy="67056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74ADB0EA-5E97-9141-B3AC-67C01F795E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152" y="561565"/>
            <a:ext cx="8623300" cy="1181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/>
              <p14:cNvContentPartPr/>
              <p14:nvPr/>
            </p14:nvContentPartPr>
            <p14:xfrm>
              <a:off x="692716" y="2588869"/>
              <a:ext cx="602280" cy="2728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6236" y="2581669"/>
                <a:ext cx="61740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/>
              <p14:cNvContentPartPr/>
              <p14:nvPr/>
            </p14:nvContentPartPr>
            <p14:xfrm>
              <a:off x="3124876" y="3010429"/>
              <a:ext cx="179640" cy="1782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10116" y="2993509"/>
                <a:ext cx="2163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Ink 19"/>
              <p14:cNvContentPartPr/>
              <p14:nvPr/>
            </p14:nvContentPartPr>
            <p14:xfrm>
              <a:off x="2965396" y="3407509"/>
              <a:ext cx="316800" cy="77436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48836" y="3397429"/>
                <a:ext cx="353520" cy="80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/>
              <p14:cNvContentPartPr/>
              <p14:nvPr/>
            </p14:nvContentPartPr>
            <p14:xfrm>
              <a:off x="1629436" y="3093589"/>
              <a:ext cx="852120" cy="72504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16836" y="3073789"/>
                <a:ext cx="879840" cy="7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1" name="Ink 30"/>
              <p14:cNvContentPartPr/>
              <p14:nvPr/>
            </p14:nvContentPartPr>
            <p14:xfrm>
              <a:off x="3325756" y="4620349"/>
              <a:ext cx="727200" cy="37224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06676" y="4600189"/>
                <a:ext cx="76788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97" name="Ink 96"/>
              <p14:cNvContentPartPr/>
              <p14:nvPr/>
            </p14:nvContentPartPr>
            <p14:xfrm>
              <a:off x="7511476" y="1199989"/>
              <a:ext cx="1476720" cy="65520"/>
            </p14:xfrm>
          </p:contentPart>
        </mc:Choice>
        <mc:Fallback xmlns="">
          <p:pic>
            <p:nvPicPr>
              <p:cNvPr id="97" name="Ink 96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495996" y="1180909"/>
                <a:ext cx="15163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9" name="Ink 98"/>
              <p14:cNvContentPartPr/>
              <p14:nvPr/>
            </p14:nvContentPartPr>
            <p14:xfrm>
              <a:off x="618196" y="1471429"/>
              <a:ext cx="2457720" cy="171000"/>
            </p14:xfrm>
          </p:contentPart>
        </mc:Choice>
        <mc:Fallback xmlns="">
          <p:pic>
            <p:nvPicPr>
              <p:cNvPr id="99" name="Ink 98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2716" y="1449109"/>
                <a:ext cx="2496600" cy="20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853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3" grpId="0" animBg="1"/>
      <p:bldP spid="116" grpId="0" animBg="1"/>
      <p:bldP spid="119" grpId="0" animBg="1"/>
      <p:bldP spid="20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06745C4-844C-C342-B92F-C33E2AD0B9AF}"/>
              </a:ext>
            </a:extLst>
          </p:cNvPr>
          <p:cNvSpPr txBox="1"/>
          <p:nvPr/>
        </p:nvSpPr>
        <p:spPr>
          <a:xfrm>
            <a:off x="103908" y="563874"/>
            <a:ext cx="117971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 16-sided die with faces numbered 1-16 is rolled. The following events are defined. </a:t>
            </a:r>
          </a:p>
          <a:p>
            <a:r>
              <a:rPr lang="en-US" sz="2400" dirty="0" smtClean="0"/>
              <a:t>A= “number rolled is less than 9”, B = “number rolled is a multiple of 3”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Draw a </a:t>
            </a:r>
            <a:r>
              <a:rPr lang="en-US" sz="2400" dirty="0"/>
              <a:t>V</a:t>
            </a:r>
            <a:r>
              <a:rPr lang="en-US" sz="2400" dirty="0" smtClean="0"/>
              <a:t>enn </a:t>
            </a:r>
            <a:r>
              <a:rPr lang="en-US" sz="2400" dirty="0" smtClean="0"/>
              <a:t>diagram to represent the information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Calculate the probability when a number rolled is less than 9 given it is a multiple of 3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Calculate the probability when a number rolled is a multiple of 3, given that the number is less than 9.</a:t>
            </a:r>
            <a:endParaRPr lang="en-US" sz="2400" dirty="0"/>
          </a:p>
        </p:txBody>
      </p:sp>
      <p:sp>
        <p:nvSpPr>
          <p:cNvPr id="98" name="Rectangle 97"/>
          <p:cNvSpPr/>
          <p:nvPr/>
        </p:nvSpPr>
        <p:spPr>
          <a:xfrm>
            <a:off x="300435" y="2872197"/>
            <a:ext cx="6107291" cy="3542457"/>
          </a:xfrm>
          <a:prstGeom prst="rect">
            <a:avLst/>
          </a:prstGeom>
          <a:noFill/>
          <a:ln w="336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0000"/>
              </a:solidFill>
            </a:endParaRPr>
          </a:p>
        </p:txBody>
      </p:sp>
      <p:sp>
        <p:nvSpPr>
          <p:cNvPr id="99" name="Oval 98"/>
          <p:cNvSpPr/>
          <p:nvPr/>
        </p:nvSpPr>
        <p:spPr>
          <a:xfrm>
            <a:off x="949037" y="3316951"/>
            <a:ext cx="2591036" cy="2446540"/>
          </a:xfrm>
          <a:prstGeom prst="ellipse">
            <a:avLst/>
          </a:prstGeom>
          <a:noFill/>
          <a:ln w="33600">
            <a:solidFill>
              <a:srgbClr val="3165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3165BB"/>
              </a:solidFill>
            </a:endParaRPr>
          </a:p>
        </p:txBody>
      </p:sp>
      <p:sp>
        <p:nvSpPr>
          <p:cNvPr id="100" name="Oval 99"/>
          <p:cNvSpPr/>
          <p:nvPr/>
        </p:nvSpPr>
        <p:spPr>
          <a:xfrm>
            <a:off x="2723497" y="3247678"/>
            <a:ext cx="2471419" cy="2458379"/>
          </a:xfrm>
          <a:prstGeom prst="ellipse">
            <a:avLst/>
          </a:prstGeom>
          <a:noFill/>
          <a:ln w="33600">
            <a:solidFill>
              <a:srgbClr val="177D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177D3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1" name="Ink 110"/>
              <p14:cNvContentPartPr/>
              <p14:nvPr/>
            </p14:nvContentPartPr>
            <p14:xfrm>
              <a:off x="498556" y="2942749"/>
              <a:ext cx="612000" cy="312120"/>
            </p14:xfrm>
          </p:contentPart>
        </mc:Choice>
        <mc:Fallback xmlns="">
          <p:pic>
            <p:nvPicPr>
              <p:cNvPr id="111" name="Ink 1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996" y="2936989"/>
                <a:ext cx="6282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6" name="Ink 125"/>
              <p14:cNvContentPartPr/>
              <p14:nvPr/>
            </p14:nvContentPartPr>
            <p14:xfrm>
              <a:off x="1827316" y="3403549"/>
              <a:ext cx="187920" cy="205920"/>
            </p14:xfrm>
          </p:contentPart>
        </mc:Choice>
        <mc:Fallback xmlns="">
          <p:pic>
            <p:nvPicPr>
              <p:cNvPr id="126" name="Ink 12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7876" y="3384469"/>
                <a:ext cx="2257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2" name="Ink 131"/>
              <p14:cNvContentPartPr/>
              <p14:nvPr/>
            </p14:nvContentPartPr>
            <p14:xfrm>
              <a:off x="3866356" y="3304189"/>
              <a:ext cx="568440" cy="814680"/>
            </p14:xfrm>
          </p:contentPart>
        </mc:Choice>
        <mc:Fallback xmlns="">
          <p:pic>
            <p:nvPicPr>
              <p:cNvPr id="132" name="Ink 13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50156" y="3280429"/>
                <a:ext cx="59652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3" name="Ink 142"/>
              <p14:cNvContentPartPr/>
              <p14:nvPr/>
            </p14:nvContentPartPr>
            <p14:xfrm>
              <a:off x="5070556" y="5258989"/>
              <a:ext cx="1017000" cy="890280"/>
            </p14:xfrm>
          </p:contentPart>
        </mc:Choice>
        <mc:Fallback xmlns="">
          <p:pic>
            <p:nvPicPr>
              <p:cNvPr id="143" name="Ink 14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48596" y="5235949"/>
                <a:ext cx="1062720" cy="9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4" name="Ink 163"/>
              <p14:cNvContentPartPr/>
              <p14:nvPr/>
            </p14:nvContentPartPr>
            <p14:xfrm>
              <a:off x="1392796" y="3902869"/>
              <a:ext cx="3197880" cy="1047600"/>
            </p14:xfrm>
          </p:contentPart>
        </mc:Choice>
        <mc:Fallback xmlns="">
          <p:pic>
            <p:nvPicPr>
              <p:cNvPr id="164" name="Ink 16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73716" y="3882349"/>
                <a:ext cx="3232800" cy="10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/>
              <p:cNvSpPr txBox="1"/>
              <p:nvPr/>
            </p:nvSpPr>
            <p:spPr>
              <a:xfrm>
                <a:off x="6920344" y="2669607"/>
                <a:ext cx="3342677" cy="73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65" name="TextBox 1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344" y="2669607"/>
                <a:ext cx="3342677" cy="73314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/>
              <p:cNvSpPr txBox="1"/>
              <p:nvPr/>
            </p:nvSpPr>
            <p:spPr>
              <a:xfrm>
                <a:off x="7286005" y="3456973"/>
                <a:ext cx="2823130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66" name="TextBox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005" y="3456973"/>
                <a:ext cx="2823130" cy="670568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7159449" y="4456843"/>
                <a:ext cx="3342677" cy="73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449" y="4456843"/>
                <a:ext cx="3342677" cy="73314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/>
              <p:cNvSpPr txBox="1"/>
              <p:nvPr/>
            </p:nvSpPr>
            <p:spPr>
              <a:xfrm>
                <a:off x="7678996" y="5258989"/>
                <a:ext cx="2823130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68" name="TextBox 1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996" y="5258989"/>
                <a:ext cx="2823130" cy="670568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72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9" grpId="0" animBg="1"/>
      <p:bldP spid="100" grpId="0" animBg="1"/>
      <p:bldP spid="165" grpId="0"/>
      <p:bldP spid="166" grpId="0"/>
      <p:bldP spid="167" grpId="0"/>
      <p:bldP spid="1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3FAFCF-1E68-0B45-9ABE-B83C839A5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50" y="707737"/>
            <a:ext cx="10364249" cy="58671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-20901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/>
              <p14:cNvContentPartPr/>
              <p14:nvPr/>
            </p14:nvContentPartPr>
            <p14:xfrm>
              <a:off x="6993676" y="2689669"/>
              <a:ext cx="2116800" cy="12254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72076" y="2667349"/>
                <a:ext cx="2157480" cy="12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Ink 25"/>
              <p14:cNvContentPartPr/>
              <p14:nvPr/>
            </p14:nvContentPartPr>
            <p14:xfrm>
              <a:off x="4440916" y="3621709"/>
              <a:ext cx="466200" cy="32184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25436" y="3613429"/>
                <a:ext cx="49392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2" name="Ink 41"/>
              <p14:cNvContentPartPr/>
              <p14:nvPr/>
            </p14:nvContentPartPr>
            <p14:xfrm>
              <a:off x="4209796" y="4395709"/>
              <a:ext cx="1816560" cy="574200"/>
            </p14:xfrm>
          </p:contentPart>
        </mc:Choice>
        <mc:Fallback xmlns="">
          <p:pic>
            <p:nvPicPr>
              <p:cNvPr id="42" name="Ink 4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00796" y="4371949"/>
                <a:ext cx="183744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0" name="Ink 69"/>
              <p14:cNvContentPartPr/>
              <p14:nvPr/>
            </p14:nvContentPartPr>
            <p14:xfrm>
              <a:off x="6384196" y="4613149"/>
              <a:ext cx="3681000" cy="811440"/>
            </p14:xfrm>
          </p:contentPart>
        </mc:Choice>
        <mc:Fallback xmlns="">
          <p:pic>
            <p:nvPicPr>
              <p:cNvPr id="70" name="Ink 6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68356" y="4594789"/>
                <a:ext cx="3715560" cy="85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7" name="Ink 86"/>
              <p14:cNvContentPartPr/>
              <p14:nvPr/>
            </p14:nvContentPartPr>
            <p14:xfrm>
              <a:off x="3641356" y="5382829"/>
              <a:ext cx="2352240" cy="489240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32356" y="5366989"/>
                <a:ext cx="2381400" cy="52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2" name="Ink 101"/>
              <p14:cNvContentPartPr/>
              <p14:nvPr/>
            </p14:nvContentPartPr>
            <p14:xfrm>
              <a:off x="5445676" y="5624749"/>
              <a:ext cx="782280" cy="168840"/>
            </p14:xfrm>
          </p:contentPart>
        </mc:Choice>
        <mc:Fallback xmlns="">
          <p:pic>
            <p:nvPicPr>
              <p:cNvPr id="102" name="Ink 10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31636" y="5605309"/>
                <a:ext cx="81504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8" name="Ink 107"/>
              <p14:cNvContentPartPr/>
              <p14:nvPr/>
            </p14:nvContentPartPr>
            <p14:xfrm>
              <a:off x="5667796" y="5354029"/>
              <a:ext cx="2210760" cy="651240"/>
            </p14:xfrm>
          </p:contentPart>
        </mc:Choice>
        <mc:Fallback xmlns="">
          <p:pic>
            <p:nvPicPr>
              <p:cNvPr id="108" name="Ink 107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49076" y="5332069"/>
                <a:ext cx="2246400" cy="69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7" name="Ink 126"/>
              <p14:cNvContentPartPr/>
              <p14:nvPr/>
            </p14:nvContentPartPr>
            <p14:xfrm>
              <a:off x="6419116" y="6195349"/>
              <a:ext cx="132840" cy="250200"/>
            </p14:xfrm>
          </p:contentPart>
        </mc:Choice>
        <mc:Fallback xmlns="">
          <p:pic>
            <p:nvPicPr>
              <p:cNvPr id="127" name="Ink 126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406876" y="6175909"/>
                <a:ext cx="1652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8" name="Ink 127"/>
              <p14:cNvContentPartPr/>
              <p14:nvPr/>
            </p14:nvContentPartPr>
            <p14:xfrm>
              <a:off x="6616036" y="6196069"/>
              <a:ext cx="56160" cy="268200"/>
            </p14:xfrm>
          </p:contentPart>
        </mc:Choice>
        <mc:Fallback xmlns="">
          <p:pic>
            <p:nvPicPr>
              <p:cNvPr id="128" name="Ink 127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595876" y="6182389"/>
                <a:ext cx="8928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5" name="Ink 144"/>
              <p14:cNvContentPartPr/>
              <p14:nvPr/>
            </p14:nvContentPartPr>
            <p14:xfrm>
              <a:off x="6765796" y="6192469"/>
              <a:ext cx="1396800" cy="393480"/>
            </p14:xfrm>
          </p:contentPart>
        </mc:Choice>
        <mc:Fallback xmlns="">
          <p:pic>
            <p:nvPicPr>
              <p:cNvPr id="145" name="Ink 144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747796" y="6171229"/>
                <a:ext cx="143424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5" name="Ink 154"/>
              <p14:cNvContentPartPr/>
              <p14:nvPr/>
            </p14:nvContentPartPr>
            <p14:xfrm>
              <a:off x="8713756" y="6248989"/>
              <a:ext cx="789480" cy="101520"/>
            </p14:xfrm>
          </p:contentPart>
        </mc:Choice>
        <mc:Fallback xmlns="">
          <p:pic>
            <p:nvPicPr>
              <p:cNvPr id="155" name="Ink 154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695756" y="6230269"/>
                <a:ext cx="8190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9" name="Ink 158"/>
              <p14:cNvContentPartPr/>
              <p14:nvPr/>
            </p14:nvContentPartPr>
            <p14:xfrm>
              <a:off x="10444636" y="5750029"/>
              <a:ext cx="539280" cy="734400"/>
            </p14:xfrm>
          </p:contentPart>
        </mc:Choice>
        <mc:Fallback xmlns="">
          <p:pic>
            <p:nvPicPr>
              <p:cNvPr id="159" name="Ink 158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427356" y="5726629"/>
                <a:ext cx="579600" cy="77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2" name="Ink 161"/>
              <p14:cNvContentPartPr/>
              <p14:nvPr/>
            </p14:nvContentPartPr>
            <p14:xfrm>
              <a:off x="10817596" y="6286789"/>
              <a:ext cx="103320" cy="195840"/>
            </p14:xfrm>
          </p:contentPart>
        </mc:Choice>
        <mc:Fallback xmlns="">
          <p:pic>
            <p:nvPicPr>
              <p:cNvPr id="162" name="Ink 161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797076" y="6270949"/>
                <a:ext cx="1483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3" name="Ink 162"/>
              <p14:cNvContentPartPr/>
              <p14:nvPr/>
            </p14:nvContentPartPr>
            <p14:xfrm>
              <a:off x="8478316" y="5741749"/>
              <a:ext cx="1566000" cy="930240"/>
            </p14:xfrm>
          </p:contentPart>
        </mc:Choice>
        <mc:Fallback xmlns="">
          <p:pic>
            <p:nvPicPr>
              <p:cNvPr id="163" name="Ink 162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61756" y="5725549"/>
                <a:ext cx="1601280" cy="96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132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745C4-844C-C342-B92F-C33E2AD0B9AF}"/>
              </a:ext>
            </a:extLst>
          </p:cNvPr>
          <p:cNvSpPr txBox="1"/>
          <p:nvPr/>
        </p:nvSpPr>
        <p:spPr>
          <a:xfrm>
            <a:off x="103908" y="563874"/>
            <a:ext cx="117971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 a particular electorate, 65% of the voting population do not own a property. It is also known that 55% of property-owners support the Progressive Conservatives Party, but only 40% of the non-property owners support this party.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Construct a 2-way table to represent this information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Find the probability that a randomly selected voter from this electorate does not own property given that they support the Progressive Conservative Party.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405676" y="3560869"/>
              <a:ext cx="4720680" cy="8352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6956" y="3536389"/>
                <a:ext cx="476028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379756" y="4528909"/>
              <a:ext cx="4774320" cy="8604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4636" y="4506949"/>
                <a:ext cx="48114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/>
              <p14:cNvContentPartPr/>
              <p14:nvPr/>
            </p14:nvContentPartPr>
            <p14:xfrm>
              <a:off x="302716" y="5503429"/>
              <a:ext cx="5267880" cy="2696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1916" y="5479309"/>
                <a:ext cx="530280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/>
              <p14:cNvContentPartPr/>
              <p14:nvPr/>
            </p14:nvContentPartPr>
            <p14:xfrm>
              <a:off x="1453636" y="2979469"/>
              <a:ext cx="24120" cy="359388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29516" y="2966509"/>
                <a:ext cx="70200" cy="36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/>
              <p14:cNvContentPartPr/>
              <p14:nvPr/>
            </p14:nvContentPartPr>
            <p14:xfrm>
              <a:off x="3113956" y="3002869"/>
              <a:ext cx="210960" cy="347652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89836" y="2990989"/>
                <a:ext cx="250560" cy="351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/>
              <p14:cNvContentPartPr/>
              <p14:nvPr/>
            </p14:nvContentPartPr>
            <p14:xfrm>
              <a:off x="8491996" y="376309"/>
              <a:ext cx="665640" cy="119484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76156" y="355069"/>
                <a:ext cx="703080" cy="12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Ink 28"/>
              <p14:cNvContentPartPr/>
              <p14:nvPr/>
            </p14:nvContentPartPr>
            <p14:xfrm>
              <a:off x="768556" y="3937069"/>
              <a:ext cx="134280" cy="28692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8756" y="3920509"/>
                <a:ext cx="17712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" name="Ink 29"/>
              <p14:cNvContentPartPr/>
              <p14:nvPr/>
            </p14:nvContentPartPr>
            <p14:xfrm>
              <a:off x="780436" y="4139389"/>
              <a:ext cx="146520" cy="1188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2796" y="4119229"/>
                <a:ext cx="1843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1" name="Ink 30"/>
              <p14:cNvContentPartPr/>
              <p14:nvPr/>
            </p14:nvContentPartPr>
            <p14:xfrm>
              <a:off x="692956" y="5045149"/>
              <a:ext cx="289440" cy="41616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74956" y="5026069"/>
                <a:ext cx="33012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5" name="Ink 34"/>
              <p14:cNvContentPartPr/>
              <p14:nvPr/>
            </p14:nvContentPartPr>
            <p14:xfrm>
              <a:off x="4093516" y="2960029"/>
              <a:ext cx="270720" cy="367560"/>
            </p14:xfrm>
          </p:contentPart>
        </mc:Choice>
        <mc:Fallback xmlns="">
          <p:pic>
            <p:nvPicPr>
              <p:cNvPr id="35" name="Ink 34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72276" y="2940949"/>
                <a:ext cx="31608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6" name="Ink 35"/>
              <p14:cNvContentPartPr/>
              <p14:nvPr/>
            </p14:nvContentPartPr>
            <p14:xfrm>
              <a:off x="2318356" y="3172069"/>
              <a:ext cx="181800" cy="204480"/>
            </p14:xfrm>
          </p:contentPart>
        </mc:Choice>
        <mc:Fallback xmlns="">
          <p:pic>
            <p:nvPicPr>
              <p:cNvPr id="36" name="Ink 35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302876" y="3151549"/>
                <a:ext cx="22032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8" name="Ink 37"/>
              <p14:cNvContentPartPr/>
              <p14:nvPr/>
            </p14:nvContentPartPr>
            <p14:xfrm>
              <a:off x="4640596" y="2881189"/>
              <a:ext cx="49320" cy="3508200"/>
            </p14:xfrm>
          </p:contentPart>
        </mc:Choice>
        <mc:Fallback xmlns="">
          <p:pic>
            <p:nvPicPr>
              <p:cNvPr id="38" name="Ink 37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16476" y="2869669"/>
                <a:ext cx="85320" cy="354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1" name="Ink 40"/>
              <p14:cNvContentPartPr/>
              <p14:nvPr/>
            </p14:nvContentPartPr>
            <p14:xfrm>
              <a:off x="5030476" y="3595789"/>
              <a:ext cx="610560" cy="63000"/>
            </p14:xfrm>
          </p:contentPart>
        </mc:Choice>
        <mc:Fallback xmlns="">
          <p:pic>
            <p:nvPicPr>
              <p:cNvPr id="41" name="Ink 40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15716" y="3576709"/>
                <a:ext cx="6498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2" name="Ink 41"/>
              <p14:cNvContentPartPr/>
              <p14:nvPr/>
            </p14:nvContentPartPr>
            <p14:xfrm>
              <a:off x="4993396" y="4502989"/>
              <a:ext cx="532800" cy="42120"/>
            </p14:xfrm>
          </p:contentPart>
        </mc:Choice>
        <mc:Fallback xmlns="">
          <p:pic>
            <p:nvPicPr>
              <p:cNvPr id="42" name="Ink 41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978636" y="4480309"/>
                <a:ext cx="56700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7" name="Ink 46"/>
              <p14:cNvContentPartPr/>
              <p14:nvPr/>
            </p14:nvContentPartPr>
            <p14:xfrm>
              <a:off x="4817716" y="4860829"/>
              <a:ext cx="738720" cy="333720"/>
            </p14:xfrm>
          </p:contentPart>
        </mc:Choice>
        <mc:Fallback xmlns="">
          <p:pic>
            <p:nvPicPr>
              <p:cNvPr id="47" name="Ink 46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805116" y="4839229"/>
                <a:ext cx="77544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3" name="Ink 62"/>
              <p14:cNvContentPartPr/>
              <p14:nvPr/>
            </p14:nvContentPartPr>
            <p14:xfrm>
              <a:off x="261556" y="1648909"/>
              <a:ext cx="6441840" cy="13608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46076" y="1624789"/>
                <a:ext cx="64821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1" name="Ink 70"/>
              <p14:cNvContentPartPr/>
              <p14:nvPr/>
            </p14:nvContentPartPr>
            <p14:xfrm>
              <a:off x="1625236" y="4683349"/>
              <a:ext cx="1240920" cy="778320"/>
            </p14:xfrm>
          </p:contentPart>
        </mc:Choice>
        <mc:Fallback xmlns="">
          <p:pic>
            <p:nvPicPr>
              <p:cNvPr id="71" name="Ink 70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607596" y="4662829"/>
                <a:ext cx="1275840" cy="82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9" name="Ink 88"/>
              <p14:cNvContentPartPr/>
              <p14:nvPr/>
            </p14:nvContentPartPr>
            <p14:xfrm>
              <a:off x="4770556" y="3900709"/>
              <a:ext cx="708120" cy="294480"/>
            </p14:xfrm>
          </p:contentPart>
        </mc:Choice>
        <mc:Fallback xmlns="">
          <p:pic>
            <p:nvPicPr>
              <p:cNvPr id="89" name="Ink 88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751116" y="3876589"/>
                <a:ext cx="75312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0" name="Ink 89"/>
              <p14:cNvContentPartPr/>
              <p14:nvPr/>
            </p14:nvContentPartPr>
            <p14:xfrm>
              <a:off x="5063956" y="5784589"/>
              <a:ext cx="22320" cy="280440"/>
            </p14:xfrm>
          </p:contentPart>
        </mc:Choice>
        <mc:Fallback xmlns="">
          <p:pic>
            <p:nvPicPr>
              <p:cNvPr id="90" name="Ink 89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039836" y="5765869"/>
                <a:ext cx="6336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1" name="Ink 90"/>
              <p14:cNvContentPartPr/>
              <p14:nvPr/>
            </p14:nvContentPartPr>
            <p14:xfrm>
              <a:off x="2006116" y="1108549"/>
              <a:ext cx="25200" cy="3600"/>
            </p14:xfrm>
          </p:contentPart>
        </mc:Choice>
        <mc:Fallback xmlns="">
          <p:pic>
            <p:nvPicPr>
              <p:cNvPr id="91" name="Ink 90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999276" y="1095589"/>
                <a:ext cx="392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2" name="Ink 91"/>
              <p14:cNvContentPartPr/>
              <p14:nvPr/>
            </p14:nvContentPartPr>
            <p14:xfrm>
              <a:off x="1692196" y="1088029"/>
              <a:ext cx="8471520" cy="174240"/>
            </p14:xfrm>
          </p:contentPart>
        </mc:Choice>
        <mc:Fallback xmlns="">
          <p:pic>
            <p:nvPicPr>
              <p:cNvPr id="92" name="Ink 91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677436" y="1067149"/>
                <a:ext cx="85096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8" name="Ink 97"/>
              <p14:cNvContentPartPr/>
              <p14:nvPr/>
            </p14:nvContentPartPr>
            <p14:xfrm>
              <a:off x="1607236" y="3674269"/>
              <a:ext cx="1301400" cy="679680"/>
            </p14:xfrm>
          </p:contentPart>
        </mc:Choice>
        <mc:Fallback xmlns="">
          <p:pic>
            <p:nvPicPr>
              <p:cNvPr id="98" name="Ink 97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588156" y="3653749"/>
                <a:ext cx="1346400" cy="71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22" name="Ink 121"/>
              <p14:cNvContentPartPr/>
              <p14:nvPr/>
            </p14:nvContentPartPr>
            <p14:xfrm>
              <a:off x="3395356" y="3746269"/>
              <a:ext cx="1089000" cy="1442880"/>
            </p14:xfrm>
          </p:contentPart>
        </mc:Choice>
        <mc:Fallback xmlns="">
          <p:pic>
            <p:nvPicPr>
              <p:cNvPr id="122" name="Ink 121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375556" y="3724309"/>
                <a:ext cx="1135800" cy="14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46" name="Ink 145"/>
              <p14:cNvContentPartPr/>
              <p14:nvPr/>
            </p14:nvContentPartPr>
            <p14:xfrm>
              <a:off x="1569076" y="5718709"/>
              <a:ext cx="2747160" cy="591840"/>
            </p14:xfrm>
          </p:contentPart>
        </mc:Choice>
        <mc:Fallback xmlns="">
          <p:pic>
            <p:nvPicPr>
              <p:cNvPr id="146" name="Ink 145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548556" y="5705029"/>
                <a:ext cx="2793240" cy="62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/>
              <p:cNvSpPr txBox="1"/>
              <p:nvPr/>
            </p:nvSpPr>
            <p:spPr>
              <a:xfrm>
                <a:off x="6821039" y="3042644"/>
                <a:ext cx="3342677" cy="748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′|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′∩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54" name="TextBox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039" y="3042644"/>
                <a:ext cx="3342677" cy="748603"/>
              </a:xfrm>
              <a:prstGeom prst="rect">
                <a:avLst/>
              </a:prstGeom>
              <a:blipFill rotWithShape="0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>
                <a:off x="7186700" y="3830010"/>
                <a:ext cx="2823130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0.26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0.4525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700" y="3830010"/>
                <a:ext cx="2823130" cy="668516"/>
              </a:xfrm>
              <a:prstGeom prst="rect">
                <a:avLst/>
              </a:prstGeom>
              <a:blipFill rotWithShape="0"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/>
              <p:cNvSpPr txBox="1"/>
              <p:nvPr/>
            </p:nvSpPr>
            <p:spPr>
              <a:xfrm>
                <a:off x="7186700" y="4592153"/>
                <a:ext cx="28231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=0.57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56" name="TextBox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700" y="4592153"/>
                <a:ext cx="2823130" cy="400110"/>
              </a:xfrm>
              <a:prstGeom prst="rect">
                <a:avLst/>
              </a:prstGeom>
              <a:blipFill rotWithShape="0"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191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55" grpId="0"/>
      <p:bldP spid="1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2323238" y="578170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Independent Practice</a:t>
            </a:r>
          </a:p>
        </p:txBody>
      </p:sp>
      <p:sp>
        <p:nvSpPr>
          <p:cNvPr id="2" name="AutoShape 2" descr="Image result for graphing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/>
          <p:cNvSpPr txBox="1"/>
          <p:nvPr/>
        </p:nvSpPr>
        <p:spPr>
          <a:xfrm>
            <a:off x="242455" y="1627909"/>
            <a:ext cx="4960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 smtClean="0"/>
              <a:t>Pearson Ex 10.5 Q 1 to 10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253203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13102</TotalTime>
  <Words>1600</Words>
  <Application>Microsoft Office PowerPoint</Application>
  <PresentationFormat>Widescreen</PresentationFormat>
  <Paragraphs>212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693</cp:revision>
  <cp:lastPrinted>2017-04-18T22:41:05Z</cp:lastPrinted>
  <dcterms:created xsi:type="dcterms:W3CDTF">2017-01-28T08:32:28Z</dcterms:created>
  <dcterms:modified xsi:type="dcterms:W3CDTF">2021-08-11T00:31:53Z</dcterms:modified>
</cp:coreProperties>
</file>