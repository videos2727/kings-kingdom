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notesSlides/notesSlide4.xml" ContentType="application/vnd.openxmlformats-officedocument.presentationml.notesSlide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30"/>
  </p:notesMasterIdLst>
  <p:handoutMasterIdLst>
    <p:handoutMasterId r:id="rId31"/>
  </p:handoutMasterIdLst>
  <p:sldIdLst>
    <p:sldId id="448" r:id="rId2"/>
    <p:sldId id="450" r:id="rId3"/>
    <p:sldId id="449" r:id="rId4"/>
    <p:sldId id="451" r:id="rId5"/>
    <p:sldId id="443" r:id="rId6"/>
    <p:sldId id="467" r:id="rId7"/>
    <p:sldId id="468" r:id="rId8"/>
    <p:sldId id="470" r:id="rId9"/>
    <p:sldId id="469" r:id="rId10"/>
    <p:sldId id="445" r:id="rId11"/>
    <p:sldId id="452" r:id="rId12"/>
    <p:sldId id="465" r:id="rId13"/>
    <p:sldId id="466" r:id="rId14"/>
    <p:sldId id="446" r:id="rId15"/>
    <p:sldId id="454" r:id="rId16"/>
    <p:sldId id="455" r:id="rId17"/>
    <p:sldId id="464" r:id="rId18"/>
    <p:sldId id="453" r:id="rId19"/>
    <p:sldId id="456" r:id="rId20"/>
    <p:sldId id="457" r:id="rId21"/>
    <p:sldId id="438" r:id="rId22"/>
    <p:sldId id="474" r:id="rId23"/>
    <p:sldId id="439" r:id="rId24"/>
    <p:sldId id="440" r:id="rId25"/>
    <p:sldId id="441" r:id="rId26"/>
    <p:sldId id="458" r:id="rId27"/>
    <p:sldId id="462" r:id="rId28"/>
    <p:sldId id="273" r:id="rId29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929"/>
    <a:srgbClr val="00140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83859" autoAdjust="0"/>
  </p:normalViewPr>
  <p:slideViewPr>
    <p:cSldViewPr snapToGrid="0">
      <p:cViewPr varScale="1">
        <p:scale>
          <a:sx n="76" d="100"/>
          <a:sy n="76" d="100"/>
        </p:scale>
        <p:origin x="450" y="8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4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-43 149 280,'23'-27'104,"-5"19"-56,-18-11-41,0 12 26,22-6-12,-22 0 0,0 0-10,0 6-2,0 1-5,0-1-3,0 1 2,14-1-7,-14 7 1,0 20-87,59 39-52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5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34-32 260,'-72'-24'99,"72"24"-54,0-24-26,0 24 26,0-12-17,0 0-3,0 0-15,0 12-6,0-12-3,0 12-10,0 0-4,72-12-29,-15-25-10,-57 37-77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6"/>
    </inkml:context>
    <inkml:brush xml:id="br0">
      <inkml:brushProperty name="width" value="0.53333" units="cm"/>
      <inkml:brushProperty name="height" value="1.06667" units="cm"/>
      <inkml:brushProperty name="color" value="#FF0000"/>
      <inkml:brushProperty name="tip" value="rectangle"/>
      <inkml:brushProperty name="rasterOp" value="maskPen"/>
      <inkml:brushProperty name="fitToCurve" value="1"/>
    </inkml:brush>
  </inkml:definitions>
  <inkml:trace contextRef="#ctx0" brushRef="#br0">-93-102 256,'15'-26'96,"-15"16"-52,20 0-43,-4-9 19,4 0-9,-5 10 1,1-11-7,4 11-1,-5-1-2,5-18 1,-20 28-24,0 0-8,0 0-175,-35 57 93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7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-21 13 244,'-32'0'93,"64"-18"-50,-7 10-44,-25-1 18,0 9-12,25-11-3,1 2-4,-1 0 1,-25 9 1,0-7 4,0 7 5,0-9-3,0 9-1,0-9-18,0 9-6,0 0-62,-25 0-57,-1-46 39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1T05:58:19.028"/>
    </inkml:context>
    <inkml:brush xml:id="br0">
      <inkml:brushProperty name="width" value="0.53333" units="cm"/>
      <inkml:brushProperty name="height" value="1.06667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-104-335 192,'-20'-12'74,"40"12"-40,-20-13-31,0 1 17,18 0-6,-18-1 0,21 1-2,-21-1 2,0 1-7,0-1 11,0 1 5,0 12 4,16 0 1,-16 0-11,0 0-5,0 0-23,-16 0-10,-23 0-51,-16 0-21,18-37-18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3.378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DD1CF1E0-2D7F-4F88-AEDF-0B94561A085B}" emma:medium="tactile" emma:mode="ink">
          <msink:context xmlns:msink="http://schemas.microsoft.com/ink/2010/main" type="inkDrawing" rotatedBoundingBox="22967,14397 24728,15555 24659,15660 22898,14502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-2309 2350 11007 0,'0'0'1024'0,"0"0"-320"0,0 0-48 0,0 0-368 0,0 0-80 0,0 0-16 0,0 0 0 0,0 0 0 15,-1-13 0-15,1 13 0 0,0 0 0 0,-2-13 320 16,2 13 48-16,0 0 16 0,0 0 0 0,0 0-64 16,0 0 0-16,0 0 0 0,0 0 0 0,0 0-352 15,0 0-160-15,0 0 128 0,0 0-128 0,0 0 192 16,0 0-64-16,5 17 0 0,-1-2 0 0,-4-15 64 15,2 18 0-15,-2-18 0 0,0 0 0 0,0 0-192 16,0 0 128-16,0 0-128 0,0 0 128 0,0 0 64 16,0 0 0-16,0 0 0 0,9-11 0 0,-2 0-64 15,1 0 0-15,-8 11 0 0,0 0 0 0,9-9-128 16,-9 9 128-16,0 0-128 0,9-10 128 0,-9 10-128 16,8-11 0-16,-8 11 0 0,0 0 0 0,0 0 0 15,0 0 0-15,0 0 0 0,0 0-176 0,0 0 176 16,0 0-128-16,0 0 128 0,14 4-128 0,-14-4 256 15,0 0 48-15,15-2 16 0,-15 2 0 0,15 9-192 16,-4 2 0-16,0 1 0 0,0-3-176 0,-11-9-64 16,17 9-16-16,-1 0 0 0,-1 0 0 0,0 1 416 15,-2-1 80-15,1 0 16 0,1 0 0 0,0 2-256 16,0 0 0-16,-1 2 0 0,3 0-160 0,0 2 32 16,-1 2 0-16,3-3 0 0,-1 1 0 0,1 0 128 15,-1 0 176-15,2-1-48 0,1 1 0 0,3 0-128 16,-2-2-272-16,0 0 64 0,0-2 16 0,0 0 192 0,-1-2 160 15,-1 2-32-15,-2-2 0 0,1 1-128 0,-3-1 0 16,-1 0 0-16,0-1-176 0,-2-1 176 0,-13-7-128 0,16 9 128 16,-3-2-128-16,-13-7 128 0,13 10 0 0,0-1 128 0,-2 0-128 0,2 0 0 15,0 1 0-15,0 1 0 0,0 0 0 0,-2 2 0 16,0 0 0-16,0-2 0 0,0 0 0 0,0 0 272 16,0-2-16-16,2 0 0 0,0 0 0 0,0-1-400 15,-13-8-96-15,18 9-16 0,-1 0 0 0,2 1 464 16,-1-3 96-16,0 0 16 0,-1 1 0 0,0-3-320 15,-1 1-256-15,3-1 64 0,-3 1 0 0,1-1 0 16,-1 3 0-16,1-1 0 0,0 0 0 0,-1 3 192 16,1-3 256-16,1 2-48 0,3 2-16 0,3 2-192 15,0 0 0-15,-4 2 0 0,-2 0 0 0,-3-1 0 16,-6 1 0-16,2 0 0 0,0-4-160 0,1 0 160 16,-12-11 176-16,14 15-48 0,-1 0 0 0,-2 1-128 15,0 1 128-15,-1-2-128 0,-1-4 128 0,-9-11-128 16,11 11 0-16,0-2 0 0,-11-9 0 0,13 13 0 15,-4-2-176-15,-9-11 48 0,11 9 0 0,-11-9 128 16,0 0 176-16,13 9-48 0,-13-9 0 0,13 10-128 16,-13-10 128-16,15 9-128 0,-4 0 128 0,-11-9-128 15,13 7-272-15,-2 1 64 0,-11-8 16 0,15 9 192 16,-4 0 0-16,-11-9 0 0,13 10 0 0,-2-1 0 16,-11-9 0-16,14 9 0 0,1-2 0 0,0 1 368 15,0-3 112-15,-15-5 32 0,14 8 0 0,-14-8-320 16,0 0-48-16,15 7-16 0,-15-7 0 0,15 7 208 0,-15-7 48 15,15 8 0-15,-15-8 0 0,0 0-208 0,0 0-48 0,14 5 0 16,-14-5 0-16,0 0-128 0,0 0 0 0,0 0 0 0,13 6-176 16,-13-6 176-16,0 0 0 0,0 0 128 0,0 0-128 0,0 0 0 47,0 0 0-47,0 0 0 0,-11-7-10784 0</inkml:trace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7.89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62790950-48A2-4766-B3AD-1BADA2379061}" emma:medium="tactile" emma:mode="ink">
          <msink:context xmlns:msink="http://schemas.microsoft.com/ink/2010/main" type="inkDrawing" rotatedBoundingBox="25643,12565 26699,10994 26775,11046 25720,12616" semanticType="callout" shapeName="Other">
            <msink:sourceLink direction="with" ref="{5E7D4007-857D-4331-AAEF-447E546A1F08}"/>
            <msink:sourceLink direction="with" ref="{22F6A1B1-F07E-452C-867A-FCB9432BC6D0}"/>
          </msink:context>
        </emma:interpretation>
      </emma:emma>
    </inkml:annotationXML>
    <inkml:trace contextRef="#ctx0" brushRef="#br0">435 420 12031 0,'0'0'0'0,"0"0"0"0,0 0 0 0,-13 2 0 0,13-2 0 0,0 0 0 16,0 0 0-16,0 0 448 0,0 0 112 0,0 0 16 0,0 0 0 15,0 0 256-15,0 0 48 0,0 0 16 0,0 0 0 0,0 0-256 16,15-9-64-16,3 0 0 0,2-1 0 0,3 1-304 16,-1 0-64-16,-2-2-16 0,-2-2 0 15,-1-2 0-15,-4-1 0 0,2-5 0 0,-1-3 0 0,1-2 320 16,0-1 48-16,0-3 16 0,-2-5 0 0,0-2-160 16,0-1-32-16,-1 1 0 0,1 2 0 0,0 3 160 15,0 3 32-15,0 1 0 0,0 2 0 0,0 2-576 16,0 0 0-16,2 0 0 0,-2 4 0 0,-1 0 368 15,1-1-48-15,0 3 0 0,0-1 0 0,-2-1-48 16,0 0-16-16,2 0 0 0,2-1 0 0,0 1-400 16,0 0-96-16,1-2-16 0,3-2 0 0,-1 0 256 15,2-2 0-15,4-4 0 0,2-5 0 0,4-5 0 16,-1-5 0-16,3 3 0 0,1 1 160 0,0 3-160 16,0 1 0-16,-3 3 0 0,-4 5 0 0,-4 3 128 15,-2 2 0-15,-2 4 0 0,-1 0 0 0,-2 1 0 16,-2 1 0-16,0-1 0 0,-2 3 0 0,-2-1-128 15,0-1 0-15,0 3 0 0,-1 2 0 0,-3 2 0 16,-5 11 0-16,8-13 0 0,-8 13 0 0,0 0 0 16,0 0 128-16,5-13-128 0,-5 13 128 0,0 0-400 15,0 0-96-15,0 0-16 0,0 0 0 0,0 0 112 16,0 0 16-16,0 0 0 0,0 0 0 0,0 0-1024 16,0 0-208-16,0 0-48 0,0 0 0 0,0 0-2496 15,-13 5-512-15,0 3-112 0,0-1 528 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8.796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1EED7B75-18FA-4049-8EC2-DDEECA255789}" emma:medium="tactile" emma:mode="ink">
          <msink:context xmlns:msink="http://schemas.microsoft.com/ink/2010/main" type="inkDrawing" rotatedBoundingBox="25764,12584 26839,13213 26792,13294 25717,12665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487 516 12031 0,'0'0'0'0,"0"0"-160"0,0 0 160 0,14 0-192 16,1 0 64-16,-15 0 0 0,0 0 0 0,15 6 128 16,-15-6 0-16,15 5 0 0,-15-5 0 0,14 4 688 15,-14-4 160-15,19 4 48 0,-3-1 0 0,1 1-576 16,0 0-96-16,-1-1-32 0,-1-1 0 0,0 0-48 15,-15-2-16-15,18 2 0 0,1 2 0 0,-3-1-128 16,1 1-176-16,-1 1 48 0,1 3 0 0,0 1 128 16,-1 2 0-16,3 4 0 0,-3 0 0 0,1 3 0 15,-1 1 0-15,3 1 128 0,-1 0-128 0,1 2 0 16,-1 0 0-16,4 1 0 0,4-1-128 0,2 0 128 16,1 0 176-16,3-2-48 0,3 1 0 0,2-1-128 15,2-2 128-15,-4-3-128 0,-4-6 128 0,-2-3 0 16,-3-2 0-16,-2-1 0 0,-2 3 0 0,-3 1-128 15,-1 1 128-15,-3 1-128 0,-4 0 128 0,-11-9-128 0,9 13 0 0,1 0 0 16,1-2 0-16,0 0 0 0,-11-11 0 0,14 11 0 16,-1-2 0-16,-13-9 0 0,15 9 0 0,-2-1 0 0,0-1-176 0,-13-7 176 15,17 6 0-15,-17-6 128 0,14 3-128 0,-14-3 0 16,15 4 0-16,-15-4 0 0,0 0 0 0,0 0 128 16,0 0-128-16,0 0 128 0,0 0-128 0,0 0 0 46,0 0 0-46,9-9 0 0,-3-6-6896 0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1.78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E405BC08-B611-47DE-9C9A-8C527044FFD4}" emma:medium="tactile" emma:mode="ink">
          <msink:context xmlns:msink="http://schemas.microsoft.com/ink/2010/main" type="inkDrawing" rotatedBoundingBox="22875,14115 24560,12631 24628,12708 22943,14193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-2346 1976 10239 0,'0'0'816'0,"0"0"-240"0,0 0-64 0,0 0-352 15,0 0-160-15,0 0 128 0,0 0-128 0,0 0 752 16,0 0 64-16,0 0 16 0,0 0 0 0,0 0 256 15,0 0 48-15,0 0 16 0,0 0 0 0,0 0-368 16,0 0-64-16,0 0-16 0,0 0 0 0,0 0-512 16,0 0-192-16,0 0 144 0,0 0-144 0,0 0 192 0,0 0-64 0,0 0 0 0,0 0 0 0,0 0-128 15,0 0-176-15,0 0 48 0,0 0 0 0,0 0 304 16,0 0 64-16,0 0 16 0,0 0 0 0,0 0 256 16,0 0 48-16,0 0 16 0,0 0 0 0,0 0-208 15,0 0-48-15,0 0 0 0,0 0 0 0,0 0-192 16,0 0-128-16,0 0 128 0,15 5-128 0,-15-5 0 31,0 0-128-31,15 0 0 0,-15 0 0 0,15-5 128 16,-15 5 0-16,14-8 128 0,-14 8-128 0,13-9 224 15,-13 9-32-15,11-9 0 0,1-1 0 0,-12 10 0 16,11-11 0-16,0 2 0 0,-2 0 0 0,0 0-192 0,-1-2 144 16,1 1-144-16,0 1 128 0,0-2-128 0,0 0 128 0,4 2-128 15,2-2 128-15,2 2-128 0,1-3 0 0,1 0 0 16,1-3-176-16,2 0 176 0,0-3-128 0,2-1 128 0,2-1-128 0,2 0 128 15,1-3 0-15,1 1 0 0,1 0 0 0,-1 2 0 16,-3-2 0-16,1 1 128 0,-2-1-128 0,-2 0 176 16,-2-2-48-16,0 4 0 0,-2 0 0 0,1-1-128 15,-1 1-272-15,0 0 64 0,0-1 16 0,3 1 192 16,-3-2 0-16,2 2 0 0,0-1 0 0,-1 1 0 16,-1 0 256-16,0 1-48 0,-1 3-16 0,-1 1-400 0,-1 0-96 0,-1 0-16 0,1 3 0 0,-1-1 320 15,1-2 256-15,1 2-64 0,-1 0 0 0,2 2-192 16,-3 0 0-16,3 0 0 0,1-2-160 0,2-2 160 15,0 0 0-15,4-1 0 0,2-5 0 0,3-1-128 16,0-2 0-16,-3 0 0 0,-6 0 0 0,-5 0 256 16,-4 0 48-16,0 4 16 0,0 2 0 0,-1 1-192 31,1 4 128-31,-2 0-128 0,1 0 128 0,-3 2-128 16,0-2 0-16,0 2 0 0,0 0-176 0,1 0 176 15,-1 0 0-15,0 0 128 0,2-2-128 0,0-2 0 16,-2-1 0-16,3 1 0 0,0 0-128 0,3 2 128 15,0 0-128-15,0 2 128 0,-2 0-128 0,0 2 128 0,-2 0-128 0,0 0 128 16,-11 9-128-16,11-10 128 0,-11 10 176 0,11-7-48 0,-11 7 0 16,0 0-128-16,0 0 128 0,0 0-128 0,0 0 128 0,0 0-128 15,0 0 0-15,0 0 0 0,0 0-176 0,0 0 176 16,0 0 0 0,0 0 128-16,0 0-128 0,0 0-896 31,0 0-256-31,-13-2-64 0,-22 2-9648 0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40.536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9887E478-FD14-4715-843A-8A8BF9B92D7D}" emma:medium="tactile" emma:mode="ink">
          <msink:context xmlns:msink="http://schemas.microsoft.com/ink/2010/main" type="inkDrawing" rotatedBoundingBox="26349,15604 27508,16692 27400,16806 26241,15718" semanticType="callout" shapeName="Other">
            <msink:sourceLink direction="with" ref="{27F529F2-A6F0-481C-A0EA-8BDA375B5E46}"/>
            <msink:sourceLink direction="with" ref="{32B8127F-A72D-4B1D-A08E-E7A620FD9B69}"/>
            <msink:sourceLink direction="with" ref="{22F6A1B1-F07E-452C-867A-FCB9432BC6D0}"/>
          </msink:context>
        </emma:interpretation>
      </emma:emma>
    </inkml:annotationXML>
    <inkml:trace contextRef="#ctx0" brushRef="#br0">1012 3570 11775 0,'0'0'912'0,"0"0"-272"0,0 0-48 0,0 0-160 0,0 0-48 0,0 0 0 0,15 0 0 0,-15 0 112 16,0 0 16-16,0 0 0 0,15 5 0 0,-15-5 96 15,16 4 32-15,-1 0 0 0,-15-4 0 0,15 5-368 16,-15-5-64-16,18 4-16 0,1-1 0 0,-1-1-192 15,3 0 0-15,-1 2 0 0,0-1 0 0,0 3 0 16,1 0 0-16,-1 1 0 0,2 2 0 0,0 2 0 16,1 2-256-16,-3 4 48 0,0 1 16 0,0 2 192 15,-1 1 160-15,1 5-32 0,0 3 0 0,3 6-128 16,-1 2 0-16,0-2 0 0,0-5 0 0,-2-3 0 16,1-1 128-16,1 0-128 0,0 0 128 0,0 0-128 15,0-2 0-15,2 0 0 0,2-2-176 0,0-2 176 16,1-1 0-16,1-1 128 0,0 0-128 0,-1 1 176 15,1-1-48-15,0 1 0 0,0-1 0 0,-3 3-128 16,1-1 0-16,-2 2 0 0,-2 0 0 0,-1 2 496 16,-3 0 64-16,0 2 16 0,-1 0 0 0,0 0 0 15,-3-1 0-15,-1 1 0 0,-2-4 0 0,-1 0-576 16,-3-1 0-16,0-5 0 0,-1-3 0 0,-6-13 160 16,0 0-160-16,0 0 128 15,0 0-128-15,0 0-576 16,0 0-208-16,4-13-48 0,-23-79-8880 0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9.75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28424C7D-2B91-44B2-A7D9-B6BA98CAF899}" emma:medium="tactile" emma:mode="ink">
          <msink:context xmlns:msink="http://schemas.microsoft.com/ink/2010/main" type="inkDrawing" rotatedBoundingBox="26137,15615 27074,14762 27146,14841 26209,15694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907 3466 11007 0,'0'0'0'0,"0"0"-160"0,11-7 160 0,-11 7-240 15,9-9 48-15,-9 9 0 0,12-10 0 0,-12 10 656 16,12-9 144-16,0 2 32 0,-12 7 0 0,12-9 400 15,-1 1 96-15,1 1 16 0,-1-1 0 0,2 3-576 16,-1-2-96-16,3-1-32 0,2-1 0 0,-1-2-448 16,3-2 0-16,7 0-208 0,5 0 64 0,8-2-48 15,5-1 0-15,-3-5 0 0,-4-4 0 0,-4-7 192 16,-4-3 0-16,1 0 0 0,-2 0 0 0,-3 0-128 16,-1 0 0-16,0 0 0 0,0 0 0 0,0 2 128 15,0-1 0-15,2 3 128 0,0 2-128 0,0 1 128 16,0 2-128-16,-1 2 128 0,-2 2-128 0,-3 2 272 15,-4 1-16-15,1 4 0 0,0 3 0 0,-1 2-256 16,1 3 0-16,-2 1 0 0,-15 6-144 0,0 0 144 16,11-7 0-16,-11 7 128 0,0 0-128 0,0 0-128 15,0 0-112 1,0 0-16-16,0 0 0 0,0 0-608 16,0 0-128-16,0 0-32 0,-15 4-5008 0</inkml:trace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47.11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BA488F7C-93B8-4E46-AB87-EE216AFA829F}" emma:medium="tactile" emma:mode="ink">
          <msink:context xmlns:msink="http://schemas.microsoft.com/ink/2010/main" type="inkDrawing" rotatedBoundingBox="27643,10251 29090,8362 29162,8417 27714,10305" semanticType="callout" shapeName="Other">
            <msink:sourceLink direction="with" ref="{0E7B1095-DE87-4585-840E-1CAD768F981E}"/>
            <msink:sourceLink direction="with" ref="{5E7D4007-857D-4331-AAEF-447E546A1F08}"/>
          </msink:context>
        </emma:interpretation>
      </emma:emma>
    </inkml:annotationXML>
    <inkml:trace contextRef="#ctx0" brushRef="#br0">0 1871 11519 0,'0'0'400'0,"0"0"-112"0,0 0-32 0,0 0-256 15,0 0 0-15,0 0 0 0,0 0-144 0,0 0 464 16,0 0 112-16,0 0 16 0,7-9 0 0,-7 9 192 16,10-13 64-16,-1 4 0 0,-9 9 0 0,11-9-208 15,-2-1-48-15,2 1 0 0,0-2 0 0,0-2 112 16,2-2 16-16,2-3 0 0,2-2 0 0,1-6-416 16,2-2-160-16,4-3 128 0,4-4-128 0,2-2 128 15,1-4-128-15,0 4 128 0,-1 1-128 0,-1 0 0 16,-1 1 0-16,0 0 0 0,1 0 0 0,1 0 448 15,-3 0 0-15,1 0 0 0,0 0 0 0,-1-2-256 16,-1 0-64-16,2-7 0 0,2-8 0 0,-1-7 112 16,1-5 16-16,1 3 0 0,0 4 0 0,1 3-64 15,1 2 0-15,0 6 0 0,-2 8 0 0,1 4 208 16,-1 5 48-16,2 1 0 0,1 1 0 0,-1 1-112 16,0 0-16-16,0 0 0 0,-1 0 0 0,-3-1-48 15,-1-1-16-15,-1-2 0 0,-3 1 0 0,-1-1-400 16,-3-1-96-16,0 1-16 0,-1 5 0 0,-3-1 256 15,-1 2 160-15,-2 3-32 0,-2 5 0 0,-2 1-128 16,-1 0 0-16,-3 4 0 0,-5 11-176 0,4-13 176 16,-4 13-128-16,0 0 128 0,0 0-128 0,0 0-928 15,0 0-176-15,0 0-48 0,-13 4 0 0,2 3-1584 16,0 3-320-16,11-10-64 0,0 0-2896 0</inkml:trace>
  </inkml:traceGroup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48.027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0150ACA3-A8CE-4008-9F56-BB4E405C208B}" emma:medium="tactile" emma:mode="ink">
          <msink:context xmlns:msink="http://schemas.microsoft.com/ink/2010/main" type="inkDrawing" rotatedBoundingBox="27823,10554 29655,10698 29646,10817 27813,10673" semanticType="underline" shapeName="Other">
            <msink:sourceLink direction="with" ref="{2574679B-8770-42D8-B26E-713253C13DB6}"/>
          </msink:context>
        </emma:interpretation>
      </emma:emma>
    </inkml:annotationXML>
    <inkml:trace contextRef="#ctx0" brushRef="#br0">0 0 6655 0,'0'0'1120'0,"0"0"-336"0,0 0-64 0,0 0 144 16,0 0 32-16,0 0 0 0,0 0 0 0,0 0 96 15,0 0 32-15,0 0 0 0,0 0 0 0,0 0-512 16,0 0-112-16,0 0-16 0,0 0 0 0,0 0-384 16,0 0 0-16,0 0 0 0,0 0 0 0,0 0 0 15,0 0-320-15,17 12 48 0,-2-3 16 0,1-2 256 16,1-1-160-16,1 1 160 0,5-1-128 0,1 1 128 15,1-1 0-15,1-1 0 0,0 1 0 0,2-1-128 16,-2-1 0-16,-1 3 0 0,1 4 0 0,0 4 128 16,-2 2 0-16,2-4 128 0,2-6-128 0,1-2 0 0,1-3 0 15,-1-2 0-15,3 0-128 0,1 0 128 16,0 0-128-16,4 2 128 0,2 0-128 0,3 2 128 0,2-1 176 0,4-1-48 16,2-2 0-16,5-2-128 0,3-1 0 0,-7-1 0 0,-5 2-176 0,-7 2 176 15,-4 0 0-15,0 0 0 0,-2 0 0 0,-1 0 0 16,-1 0 0-16,2 4 0 0,2 1 0 0,1 3 0 15,-1 1 176-15,1-3-48 0,0-6 0 0,-1-6-128 16,0-3 0-16,2 3 0 0,-1 4 0 0,3 4 128 16,0 4 0-16,-4 1 0 0,-7 1 0 0,-6 1 832 15,-4 2 144-15,-3-4 48 0,-15-7 0 0,0 0-1152 16,0 0 0-16,0 0-240 0,0 0 48 0,0 0 192 31,0 0 0-31,0 0 0 0,0 0 0 0,0 0-1472 16,0 0-256-16,0 0-64 0,0 0-5120 0</inkml:trace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48.99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41F12169-4FFC-4070-88F7-E376BE399BAE}" emma:medium="tactile" emma:mode="ink">
          <msink:context xmlns:msink="http://schemas.microsoft.com/ink/2010/main" type="inkDrawing" rotatedBoundingBox="28048,13126 29449,11933 29544,12044 28142,13237" semanticType="callout" shapeName="Other">
            <msink:sourceLink direction="with" ref="{AD6AC2C5-344D-467D-BE99-D3059A6E8111}"/>
          </msink:context>
        </emma:interpretation>
      </emma:emma>
    </inkml:annotationXML>
    <inkml:trace contextRef="#ctx0" brushRef="#br0">0 1233 8191 0,'0'0'0'0,"0"0"144"0,0 0-144 0,0 0-272 0,0 0-144 0,3-15-32 0,3 2 0 0,1 2 160 16,2 0 32-16,-1 0 0 0,-1-2 0 0,-1 0 912 15,-1-1 192-15,3 1 48 0,-1 0 0 0,2 0 144 16,1-2 48-16,1 0 0 0,0-3 0 0,2-2-720 15,-1-3-144-15,3-1-32 0,2 0 0 0,1-1-192 16,1-1-160-16,1 0 32 0,4-2 0 0,0 2 128 16,0-1 0-16,4 1 0 0,1 0 0 0,4 0-128 15,1 1 0-15,4 1 0 0,7 0 0 0,3 0 352 16,1 0 80-16,-1 0 16 0,-3 0 0 0,-5 0 0 16,-1 0 0-16,-2 0 0 0,-2 0 0 0,-2 0-160 15,-1-2-32-15,-1-2 0 0,-2-3 0 0,1-4-128 16,-1-2 0-16,1 2 0 0,1 2-176 0,1 3 352 15,-3 2 64-15,1 4 16 0,-3 4 0 0,-1 4 144 16,-2-1 48-16,-2 4 0 0,-1 2 0 0,-1 2 352 16,-2 1 80-16,-3 1 16 0,-4 0 0 0,-11 7-368 15,9-10-64-15,-9 10-16 0,0 0 0 0,0 0-960 32,0 0-208-32,0 0-48 0,-27-9-8192 0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6.81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F8067588-E850-453F-802A-C00FEDB18679}" emma:medium="tactile" emma:mode="ink">
          <msink:context xmlns:msink="http://schemas.microsoft.com/ink/2010/main" type="inkDrawing" rotatedBoundingBox="24948,15258 25811,15007 25842,15113 24979,15365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-281 3110 12287 0,'0'0'304'0,"0"0"-96"0,13-4-16 0,-13 4-192 16,0 0 144-16,0 0-144 0,15 2 128 0,-15-2-128 15,11 10 128-15,0-1-128 0,0 0 128 0,2 0 576 16,0 0 96-16,1-1 32 0,3-3 0 0,0 1 144 15,-1-2 48-15,5-6 0 0,1-6 0 0,4-3-320 16,1-3-48-16,1-1-16 0,0-2 0 0,1 1-96 16,1-1-32-16,-1 0 0 0,2 1 0 0,1-1-512 15,-1 1-192-15,4 1 0 0,2 2 0 0,4 2 192 16,-1 0 0-16,-1 3 0 0,-2 1 0 0,-2 1 0 0,-2 1 256 0,-5 3-48 0,-8 2-16 0,-3 6-192 16,-17-6 144-1,15 7-144-15,-15-7 128 0,14 2-128 0,-14-2 128 0,0 0-128 0,0 0 128 0,0 0-128 47,0 0 128-47,0 0-128 0,2-35-10432 0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4.339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7D175186-FB8E-4DEB-934F-49A0C7CB826B}" emma:medium="tactile" emma:mode="ink">
          <msink:context xmlns:msink="http://schemas.microsoft.com/ink/2010/main" type="inkDrawing" rotatedBoundingBox="24790,12122 24973,13043 24883,13061 24700,12140" semanticType="callout" shapeName="Other">
            <msink:sourceLink direction="with" ref="{5E7D4007-857D-4331-AAEF-447E546A1F08}"/>
            <msink:sourceLink direction="with" ref="{22F6A1B1-F07E-452C-867A-FCB9432BC6D0}"/>
          </msink:context>
        </emma:interpretation>
      </emma:emma>
    </inkml:annotationXML>
    <inkml:trace contextRef="#ctx0" brushRef="#br0">-440-26 15359 0,'0'0'1120'0,"0"0"-336"0,0 0-64 0,0 0-720 0,0 14 0 0,0 3-160 0,-2 0 32 0,-1 1 128 16,-3 2 0-16,3 3 128 0,1 1-128 0,4 1-128 15,-1 1-112-15,3 0-16 0,0-2 0 0,1 0 256 16,1-2 160-16,-1-2-32 0,3 1 0 0,-1-3 0 15,1 1 0-15,-1-1 0 0,0-1 0 0,3-1 64 16,-1 1 0-16,-2 0 0 0,0-1 0 0,-1 1-192 16,-2-1-176-16,1 3 48 0,1-1 0 0,-1 1 128 15,1-1 0-15,-2 2 128 0,-1 1-128 0,-1-1 0 16,-2-2 0-16,0 3 0 0,0-3-128 0,-2 1 352 16,0-1 80-16,2 1 16 0,4-3 0 0,2 1-64 15,1-2 0-15,-1 1 0 0,-1 4 0 0,-1 3-256 16,-1 1 0-16,-1-4 0 0,-2-4 0 0,0-16 0 15,0 0 0-15,-7 12 0 0,7-12 0 0,-11 9 0 47,11-9-256-47,-15 5 64 0,-22-40-7808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5.37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9B114E2D-F256-4996-8DFC-651425E17DA4}" emma:medium="tactile" emma:mode="ink">
          <msink:context xmlns:msink="http://schemas.microsoft.com/ink/2010/main" type="inkDrawing" rotatedBoundingBox="24844,12751 25332,12608 25345,12650 24857,12794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-384 607 11775 0,'16'-4'1536'0,"-16"4"-464"0,0 0-96 0,0 0-320 0,0 0-64 0,13-4-16 0,-13 4 0 0,15-4-576 16,-15 4 0-16,17-1-192 16,-3 1 64-16,1 1 448 0,0 3 112 0,1-2 16 0,5-4 0 0,1-2-448 15,0-1 0-15,2-1-224 0,0 1 80 0,-2-1 144 16,0-1 0-16,0 0 128 0,1-3-128 0,-1-1 0 15,-2-2 0-15,0 2 0 0,1 0 0 0,-3 0 0 16,0 2 0-16,-1 0 0 0,-2 1 0 0,-15 8 176 16,13-7-48-16,-13 7 0 0,0 0 0 0,0 0-128 47,0 0-176-47,0 0 48 0,0 0-7536 0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6.276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9A423FA2-0168-4B01-91EB-F166B3221D78}" emma:medium="tactile" emma:mode="ink">
          <msink:context xmlns:msink="http://schemas.microsoft.com/ink/2010/main" type="inkDrawing" rotatedBoundingBox="25384,15262 25564,16040 25476,16061 25296,15282" semanticType="callout" shapeName="Other">
            <msink:sourceLink direction="with" ref="{22F6A1B1-F07E-452C-867A-FCB9432BC6D0}"/>
          </msink:context>
        </emma:interpretation>
      </emma:emma>
    </inkml:annotationXML>
    <inkml:trace contextRef="#ctx0" brushRef="#br0">112 3123 14335 0,'0'0'608'0,"0"0"-176"0,0 0-48 0,0 0-256 0,0 0-128 0,0 0 128 0,6 15-128 0,-3 1 448 16,1 3 0-16,0-2 0 0,-1-1 0 0,-1-1-64 15,-2-15 0-15,4 16 0 0,1 1 0 0,1-2 0 16,-1 0 0-16,3-1 0 0,-1 3 0 0,1 0-384 16,-1-1 0-16,0 1 0 0,1 1 0 0,-3 1 0 15,1-1 0-15,-1 1 0 0,1 1 0 0,1 0 0 16,1 0 0-16,-3 1-224 0,1-3 80 0,-1 1 144 15,-1-1 0-15,1 1 128 0,1 1-128 0,-1 2 128 16,3 0-128-16,-3 0 128 0,-1 0-128 0,-4 1 528 16,0-3 48-16,0 2 0 0,-2 0 0 0,0 0-368 15,1 0-64-15,-1-1-16 0,-2-5 0 0,0-1-128 16,4-15-176-16,-5 15 48 0,5-15 0 0,0 0-160 31,0 0-32-15,-9 9 0-16,-10-31-8672 0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34.876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96EDC7F2-25B7-4E2F-9497-BD6E9B9BCFEA}" emma:medium="tactile" emma:mode="ink">
          <msink:context xmlns:msink="http://schemas.microsoft.com/ink/2010/main" type="inkDrawing" rotatedBoundingBox="25246,12149 25414,12864 25351,12879 25183,12163" semanticType="callout" shapeName="Other">
            <msink:sourceLink direction="with" ref="{5E7D4007-857D-4331-AAEF-447E546A1F08}"/>
            <msink:sourceLink direction="with" ref="{22F6A1B1-F07E-452C-867A-FCB9432BC6D0}"/>
          </msink:context>
        </emma:interpretation>
      </emma:emma>
    </inkml:annotationXML>
    <inkml:trace contextRef="#ctx0" brushRef="#br0">16 0 11007 0,'0'0'1728'0,"0"0"-512"0,0 0-96 0,0 0-176 16,0 0-48-16,0 0 0 0,0 0 0 0,0 0-96 15,0 0-32-15,0 0 0 0,-4 14 0 0,2 1-608 16,1 2-160-16,-1 3 0 0,0 4 0 0,0 4 288 16,0 1 32-16,2-1 0 0,0-2 0 0,2-4-464 15,2-2-96-15,1 0-16 0,1-3 0 0,-1-2 256 16,1-2 160-16,1 0-32 0,-7-13 0 0,8 16-128 16,-1-1-272-16,0-2 64 0,1 0 16 0,1 0 192 15,-2 0 256-15,1 1-48 0,-3 1-16 0,1 0-192 16,-2 0 0-16,-1 1 0 0,1 1 0 0,0 1 0 15,-2 1-160-15,-1-1 32 0,1 1 0 0,0-1 128 16,0 1 176-16,0-1-48 0,1 0 0 0,1 1-128 0,-2-3 128 0,0 1-128 0,0-2 128 16,-2-15-128-1,0 16 0-15,0-16 0 0,0 0 0 0,0 0-384 32,0 0-96-32,0 0-32 0,0 0-8192 0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50.73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D840FA34-768A-40BC-AAD6-D8DAD6B601C7}" emma:medium="tactile" emma:mode="ink">
          <msink:context xmlns:msink="http://schemas.microsoft.com/ink/2010/main" type="inkDrawing" rotatedBoundingBox="28160,14764 29767,14073 29805,14161 28198,14852" semanticType="callout" shapeName="Other">
            <msink:sourceLink direction="with" ref="{501D48A4-C304-4869-9F18-34EA67BC0946}"/>
            <msink:sourceLink direction="with" ref="{22F6A1B1-F07E-452C-867A-FCB9432BC6D0}"/>
          </msink:context>
        </emma:interpretation>
      </emma:emma>
    </inkml:annotationXML>
    <inkml:trace contextRef="#ctx0" brushRef="#br0">0 698 13567 0,'0'0'0'0,"0"0"144"0,0 0-144 0,0 0 240 31,7-11-48-31,-7 11 0 0,0 0 0 0,0 0-192 15,0 0 0-15,0 0 0 0,0 0 0 0,0 0 560 0,0 0 64 16,0 0 16-16,0 0 0 0,0 0-320 0,0 0-48 0,0 0-16 16,0 0 0-16,15-7-256 0,-4 0 160 0,2-1-160 15,0-1 128-15,2 0-128 0,0-2-176 0,-1 0 48 0,1 0 0 0,0 1-64 16,0-1 0-16,1 0 0 0,3 0 0 0,1-2 64 16,2 0 0-16,2-1 0 0,0-1 0 0,2 0 128 15,2 0-128-15,1-1 128 0,2-3-128 0,3-3 400 16,1 0 96-16,2 2 16 0,1 3 0 0,3 2 0 15,1 2 0-15,-3-1 0 0,-4-1 0 0,-5-2-384 16,-4 1-128-16,1 1 0 0,1 2 0 0,0 4 128 16,-1 1-128-16,1-1 128 0,1-2-128 0,1-4 128 15,-2 1 0-15,3-1 0 0,4 0 0 0,4 0 0 16,1 0-128-16,5 3 128 0,1 1-128 0,2-1 256 16,2 1 48-16,-4 2 16 0,-6 2 0 0,-5-1 256 15,-3-1 48-15,-5 2 16 0,-4 1 0 0,-3 1 192 16,-4-1 64-16,-3 2 0 0,-13 4 0 0,0 0-512 15,0 0-112-15,15-1-16 0,-15 1 0 0,0 0-128 32,0 0 128-32,15 0-128 0,-15 0 128 0,0 0-512 0,0 0-96 0,0 0-32 0,0 0 0 0,0 0-864 31,0 0-176-31,0 0-48 0,20-15-6016 0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49.744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B95CD7C3-3D05-4E72-A76F-A5CF435B18BF}" emma:medium="tactile" emma:mode="ink">
          <msink:context xmlns:msink="http://schemas.microsoft.com/ink/2010/main" type="inkDrawing" rotatedBoundingBox="28324,13214 30275,13145 30277,13184 28326,13252" semanticType="callout" shapeName="Other"/>
        </emma:interpretation>
      </emma:emma>
    </inkml:annotationXML>
    <inkml:trace contextRef="#ctx0" brushRef="#br0">0 62 11007 0,'0'0'192'0,"0"0"-48"0,0 0-16 0,0 0-352 15,0 0-80-15,0 0-16 0,0 0 0 0,0 0 0 16,0 0 0-16,15 0 0 0,-15 0 0 0,0 0 464 16,15 0 96-16,-15 0 16 0,16 0 0 0,-16 0 448 15,17 0 112-15,-2-1 16 0,0-1 0 0,1 0-624 16,1 0-208-16,-1 0 144 0,1 0-144 0,0 2 0 15,1 0 0-15,2 2 0 0,2 0 0 0,2 0 0 16,2 0 0-16,6 1 0 0,6 1 0 0,7 0 0 0,4 0 0 0,-2-3 0 16,-3-1 0-16,-4-1 0 0,-1-1 0 0,-2-2 0 15,0-2 0-15,-2-1 0 0,0-2 0 0,2 1-224 0,0 3 80 0,2 3 144 32,1 0 0-32,8 0 128 0,8 1-128 0,6-1 0 0,7-2 0 0,-5 2 0 0,-7 0-128 0,-5 2 128 15,-6 2 0-15,-2-2 128 0,-3-2-128 0,-4 1 688 16,-2-3 64-16,0 0 16 0,0 2 0 0,-2 2-112 31,0 2-16-31,-1-2 0 0,-3-2 0 0,-1 0 112 16,-2-1 16-16,0 1 0 0,-4 2 0 0,-2 2-368 0,0 0-64 0,-1-1-16 0,-1-1 0 0,-1 0-560 31,-2 0-112-31,-15 0-32 0,14 6 0 0,-14-6-1072 16,0 0-208-16,0 0-64 0,2 17-5248 0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1:51.59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C83E046D-F82F-4E3F-9CC3-E2D4EA0C4143}" emma:medium="tactile" emma:mode="ink">
          <msink:context xmlns:msink="http://schemas.microsoft.com/ink/2010/main" type="inkDrawing" rotatedBoundingBox="28364,14715 30221,15387 30159,15557 28303,14886" semanticType="callout" shapeName="Other">
            <msink:sourceLink direction="with" ref="{04817BEA-C468-49CB-ADEE-70DEF4C538FB}"/>
            <msink:sourceLink direction="with" ref="{22F6A1B1-F07E-452C-867A-FCB9432BC6D0}"/>
            <msink:sourceLink direction="with" ref="{5F42B32E-81DB-4A11-8494-E7F0318EE52F}"/>
          </msink:context>
        </emma:interpretation>
      </emma:emma>
    </inkml:annotationXML>
    <inkml:trace contextRef="#ctx0" brushRef="#br0">0-1 12287 0,'0'0'1216'0,"0"0"-352"0,0 0-80 0,0 0-272 16,0 0-48-16,0 0-16 0,0 0 0 0,0 0 368 15,0 0 64-15,0 0 16 0,0 0 0 0,0 0-160 16,0 0-32-16,0 0 0 0,0 0 0 0,0 0-448 15,0 0-112-15,0 0-16 16,15-3 0-16,-15 3-128 0,17 0 0 0,-3 0 0 0,1 2-176 0,-15-2-16 16,19 1 0-16,-1 3 0 0,0-2 0 0,1 0 192 15,-1 0 0-15,4 1 128 0,6 1-128 0,2 0 528 32,3-1 48-32,4 1 0 0,5 2 0 0,4-1-1088 0,2-1-192 0,-2 1-64 0,-1-1 0 0,-5 0 768 15,-1 0 0-15,-2 1 160 0,-2 1-32 0,-4 1-128 16,-3 2 128-16,2 0-128 0,-1 4 128 0,2 0-128 15,1 0 0-15,3 2 0 0,4 2-176 0,1 1 176 16,3 0 0-16,3 1 0 0,5-1 0 0,3 1 0 16,1-3 0-16,-3 5 0 0,-8 1 0 0,-5 4 128 15,-4-1 48-15,-2-1 16 0,-3-3 0 0,-4-3 512 16,-4-3 96-16,0 0 32 0,0 0 0 0,-2-1 144 16,1 1 48-16,-1 0 0 0,2 0 0 0,0-1-416 0,0 1-80 0,0 0-16 0,1-4 0 0,-1 0-512 15,-2-2 0-15,2 0-192 0,-2-1 48 0,1 1 144 16,-1-2 0-16,-3 1 128 0,-17-8-128 0,0 0-240 31,0 0-112-31,0 0-32 0,0 0 0 0,0 0-1120 16,0 0-224-16,0 0-64 0,-6-22 0 0,1-8-2448 15,-3-5-496-15,-1-9-112 0,-4-10-16 0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0.457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1F009150-71B4-4237-BA6E-BB21A4EC3746}" emma:medium="tactile" emma:mode="ink">
          <msink:context xmlns:msink="http://schemas.microsoft.com/ink/2010/main" type="inkDrawing" rotatedBoundingBox="27697,10406 29968,11012 29939,11120 27668,10514" semanticType="verticalRange" shapeName="Other"/>
        </emma:interpretation>
      </emma:emma>
    </inkml:annotationXML>
    <inkml:trace contextRef="#ctx0" brushRef="#br0">1731 396 13567 0,'0'0'1216'0,"0"0"-352"0,0 0-80 0,0 0-272 15,0 0-48-15,15 6-16 0,0-1 0 0,3 1 64 16,1-1 0-16,-1 1 0 0,1-1 0 0,-3 1-160 31,1 0-32-31,-2 1 0 0,0 2 0 0,-3 0-48 16,0 2-16-16,2 1 0 0,3-1 0 0,1 0-256 15,1-2 0-15,-1-2 0 0,-1-1 0 0,-1-3 0 16,-1-1 160-16,0 0-160 0,-15-2 128 0,17 4 0 0,-3-2 0 0,-14-2 0 0,15 0 0 0,-15 0 368 16,17-2 64-16,-17 2 16 0,14-2 0 0,-14 2 0 15,0 0 0-15,0 0 0 0,0 0 0 0,0 0-320 16,0 0-48-16,0 0-16 0,0 0 0 0,0 0-48 16,0 0-16-16,0 0 0 0,0 0 0 0,0 0-352 15,0 0-80-15,0 0-16 0,0 0 0 0,-14 6 320 16,-1-3 0-16,0-1 0 0,2-2 144 0,13 0-144 15,-15-4-176-15,3 3 48 0,12 1 0 0,0 0 128 16,-13-6 176-16,13 6-48 0,-15-7 0 0,0-1 0 16,2 1 0-16,0 1 0 0,-1 1 0 0,-1-1-128 0,0 1 0 0,-3-1 0 0,-3 3 0 15,-3-1 0-15,-2 2 0 0,-1 0 0 0,-1 0-176 0,0 0 176 16,-1-1 0-16,3 1 0 0,2 2 0 0,4 2 0 16,0 1 0-16,3-1 128 0,0-4-128 0,3 1 128 15,1-3-128-15,0 0 128 0,0 1-128 0,0-1 0 16,0 0 0-16,0-1 0 0,2-3 0 0,0-1 128 31,0-2-128-31,-2-2 128 0,0 0-128 0,-2 0 0 16,-1-2-240-16,-1 3 48 0,0 2 0 0,-1 3 192 0,0 0 0 15,-1-1 0-15,1 1 160 0,-1-2-160 0,1-1 128 16,-1 5-128-16,-1 1 128 0,0 6-128 0,-2 2 0 0,-2-1 0 16,-2 1 0-16,-4 0 0 0,1-2-176 0,-1-4 48 0,3-2 0 0,1-2 128 15,0-3 0-15,2 2 0 0,2 0 0 0,1-1 176 16,1 1 64-16,0 1 16 0,1-1 0 0,3 1-256 15,-1-1-160-15,1 0 32 0,-1-3 0 0,-1-1 128 16,-1-2-128-16,2 4 128 0,1 2-128 0,1 3 128 16,2 2 0-16,0-2 0 0,-1 1 0 0,-1-1 0 15,0-1-128-15,0 1 128 0,0 0-128 0,3 1 128 16,-3-1 176-16,2 0-48 0,0 0 0 0,2-1 0 16,0-1 0-16,-2 1 0 0,0 1 0 15,-2 0-128-15,0 1-272 0,1-1 64 0,1 0 16 0,0 1 192 16,2-1 160-16,0 0-32 0,0-1 0 0,0-3-128 15,-2 1 0-15,0 0 0 0,-2 1-176 0,0 1 176 16,-1-1 0-16,-1 1 128 0,-1-1-128 0,-1 2 0 16,1 1 0-16,1-1 0 0,4 0 0 0,13 4 0 15,-15-3 0-15,3-1 0 0,12 4-128 0,-15-4 128 16,0 2 0-16,2 0 128 0,13 2-128 0,-15 0 128 16,2 0-128-16,13 0 128 0,-13 0-128 0,13 0 0 15,-12-1 0-15,12 1 0 0,-15 0-128 0,2 1 128 16,13-1 0-16,-13 2 0 0,13-2 0 0,0 0 0 0,-13 0 176 0,13 0-48 15,0 0 0-15,-13 0-128 0,13 0 0 16,0 0 0-16,0 0-176 0,-13 2 176 0,13-2 176 0,0 0-48 0,0 0 0 16,0 0-128-16,-13 4 0 0,13-4 0 0,0 0-176 0,-11 7 176 15,11-7 0-15,0 0 128 0,-9 9-128 0,9-9 0 16,0 0 0-16,0 0 0 0,0 0-128 0,0 0 0 16,0 0 0-16,0 0 0 0,0 0 0 0,9 13 128 31,-9-13-128-31,17 10 128 0,-1-5-128 0,-1 1 128 15,0-3 176-15,2 1-48 0,1 0 0 0,2-1-304 16,2 1-64-16,2-2-16 0,4 0 0 0,2 0 256 0,1-2 0 0,0 1 0 0,-1 3 0 0,-2 0 0 16,-1 0 0-16,1-1 0 0,-2 1 0 0,-2 0 0 15,-2-1 0-15,2 1 0 0,-2 2 0 0,0-1 0 16,0 1 0-16,2-1 0 0,-2 1 0 0,2-1 0 16,-1 1 0-16,1-1 0 0,1 1 0 0,-1-1 0 15,2 1-144-15,2-1 144 0,0 1-128 0,1-1 128 16,2-1 0-16,1 2 0 0,-1 1 0 0,-1 2 0 15,-1 1 0-15,1 1 128 0,-1 0-128 0,-1 0 0 16,0 0-128-16,-1 0 0 0,1 0 0 0,-2 0 128 16,0-2 176-16,-2 2-48 0,-2-1 0 0,-2-1-128 15,-2 0 0-15,1 0 0 0,1 0 0 0,0-1 0 0,1-1-176 0,-1 1 48 0,0-1 0 0,1 2 128 16,-3-1 176-16,2-1-48 0,1-2 0 16,-1-1-128-1,0 0 0-15,2 0 0 0,1 1 0 0,2 2 0 16,1 1 128-16,-2 1-128 0,-2-2 128 0,-1 1-128 15,-3-1 0-15,2-1 0 0,4-3-176 0,2 1 400 16,2-2 80-16,-2 2 16 0,-2 1 0 0,-4 3 0 16,-2-1 0-16,3-2 0 0,-1-1 0 0,2-2-112 0,0-4-16 0,0 2 0 0,1 0 0 0,-1 0-48 15,0 0-16-15,0 0 0 0,0-2 0 0,-2 0-128 16,1 1 0-16,-1-1 0 0,0 2 0 0,-1 3 0 16,-1 1 128-16,-3 0-128 0,-15-4 128 0,15 4-128 15,-15-4 128-15,0 0-128 0,15 3 128 0,-15-3-128 16,0 0-176-16,0 0 48 0,0 0 0 0,0 0-208 47,0 0-48-47,0 0 0 0,-15-13-12224 0</inkml:trace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1.841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AD6AC2C5-344D-467D-BE99-D3059A6E8111}" emma:medium="tactile" emma:mode="ink">
          <msink:context xmlns:msink="http://schemas.microsoft.com/ink/2010/main" type="inkDrawing" rotatedBoundingBox="28118,13008 29898,11746 29974,11854 28194,13116" semanticType="underline" shapeName="Other">
            <msink:sourceLink direction="with" ref="{2574679B-8770-42D8-B26E-713253C13DB6}"/>
            <msink:destinationLink direction="with" ref="{41F12169-4FFC-4070-88F7-E376BE399BAE}"/>
          </msink:context>
        </emma:interpretation>
      </emma:emma>
    </inkml:annotationXML>
    <inkml:trace contextRef="#ctx0" brushRef="#br0">78 1232 7423 0,'0'0'0'0,"-13"5"0"0,2 1 0 0,11-6 0 0,-13 9 0 0,13-9-160 0,-11 9 160 0,11-9 272 16,-11 8 144-16,11-8 32 0,0 0 0 0,-11 9 656 15,11-9 144-15,0 0 32 0,-10 9 0 0,10-9-512 16,0 0-112-16,0 0-16 0,0 0 0 0,0 0-640 16,0 0 0-16,0 0 0 0,0 0 0 0,0 0 0 15,0 0 0-15,0 0 0 0,0 0 0 0,0 0 288 16,0 0 128-16,0 0 32 0,0 0 0 0,11-9 0 16,-1-4 0-16,-1 0 0 0,0-3 0 0,0-1 144 15,-1-3 48-15,1 1 0 0,0 3 0 0,0-1-416 31,2 0-80-31,0 3-16 0,1-1 0 0,0 2-128 0,1-2-272 0,2 1 64 0,2-3 16 0,-1-2 192 0,3-1 256 0,1-2-48 0,2 0-16 16,2 0-192-16,0 0 144 0,6 1-144 0,3 3 128 16,6-1 0-1,1 1 0-15,1 1 0 0,-2 1 0 0,-2 1 160 16,-2 2 32-16,-6 0 0 0,-1 2 0 0,-6 2-320 16,-2 0 160-16,0-1-160 0,-1 1 128 0,-1-2 208 15,1 0 48-15,-1-2 0 0,-1 0 0 0,-1 0-384 16,-1 0-128-16,2 0 0 0,-1 1 0 0,3-1 128 15,-1 0 0-15,1-2 0 0,-1 0 0 0,1-1 0 0,-1-3 0 16,1 3 128-16,-1-1-128 0,2 0 0 0,-1 3 0 0,-1-1 0 0,-1 0-128 0,-1 0 128 16,-1 1 176-16,2 1-48 0,-1 0 0 0,1 2 0 31,0 0 0-31,-1 1 0 0,1 3 0 0,-1 0-128 16,-1 1 128-16,4-1-128 0,3-4 128 0,4-4-128 0,1-2 0 0,1 3 0 0,-4-1 0 0,-2 2 0 31,-2 0 0-31,1 0 0 0,-3 0-176 0,-1 0 176 15,-1-2 0-15,1 1 0 0,1 1 0 0,1 0 0 0,-3 0 0 0,1 0 128 0,0 2-128 0,-1 2 128 16,-1-1-128-16,0 1 128 0,0 0-128 0,-1 0 320 16,-1 0 0-16,0 1 0 0,-2 1 0 0,-11 7-144 15,11-8-48-15,-11 8 0 0,0 0 0 0,11-7-128 16,-11 7-272-16,0 0 64 0,0 0 16 0,0 0 192 16,13-5 0-16,-13 5 0 0,0 0 160 0,0 0-160 15,0 0 0-15,0 0 0 0,0 0 0 0,0 0 0 16,0 0 128-16,0 0-128 0,0 0 128 0,-14 0-128 15,1 1 0-15,13-1 0 0,-15 4 0 0,2 0 0 16,13-4-176-16,-17 5 48 0,3 1 0 0,-3 1 0 16,0 1 0-16,1 1 0 0,-3 2 0 15,-1 2-256-15,0 0-64 0,-4 1 0 0,-2 1 0 0,0 2 208 0,-2-1 48 0,1 3 0 16,-3-1 0-16,1 3 192 16,-1-1-144-16,1 4 144 0,-5 0-128 0,1 0 128 15,-2 2-128-15,2 1 128 0,2 3-128 0,-1 1 128 31,3 2 0-31,1-3 0 0,2-4 0 0,0-6-496 16,1-3-64-16,-3 1-16 0,-2 2 0 0,-3 3-656 16,-2-1-144-1,-2 2-32-15,-81 29-6400 0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3.17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F9D473FC-4C12-48BF-A389-3FEF365BED6E}" emma:medium="tactile" emma:mode="ink">
          <msink:context xmlns:msink="http://schemas.microsoft.com/ink/2010/main" type="inkDrawing" rotatedBoundingBox="28447,13187 30469,13244 30465,13371 28443,13314" semanticType="callout" shapeName="Other"/>
        </emma:interpretation>
      </emma:emma>
    </inkml:annotationXML>
    <inkml:trace contextRef="#ctx0" brushRef="#br0">0 68 20223 0,'0'0'608'0,"11"-9"-176"0,-11 9-48 0,0 0 0 16,10-11 0-16,-10 11 0 0,0 0 0 0,0 0 320 0,0 0 48 16,0 0 16-16,0 0 0 0,0 0-464 0,0 0-96 0,14 2-16 0,-14-2 0 0,19 6 0 15,-5 1 0-15,1-2 0 0,2 1 0 0,-1 0-192 16,1-3-256-16,2 1 48 0,1-2 16 0,2 0 192 16,2-2 0-16,4 0 0 0,3 0 0 0,4 0 256 15,2 0 112-15,-4 0 16 0,-5-2 0 0,-4 0 48 16,-4 0 16-16,-1 2 0 0,-1 0 0 0,-1 0-320 15,-3 0-128-15,1 2 128 0,0 0-128 0,0 1 240 16,-1-1-48-16,1 2 0 0,0-2 0 0,0 2-192 16,-15-4-256-16,18 3 48 0,-1 1 16 0,-1 0 192 15,-1-1 160-15,0 1-32 0,1 0 0 0,1-1-128 16,0-1 0-16,1 0 0 0,2-2-176 0,1 0 176 16,1-2 0-16,2 2 128 0,2 0-128 0,1 0 0 15,1-2-128-15,2 2 0 0,1 0 0 0,2 0 256 16,0-2 48-16,1 2 16 0,-5 0 0 0,1 0-64 15,-3 0 0-15,-1 2 0 0,-6 0 0 0,-1 0-128 16,-3 0 0-16,-1 2 0 0,0-1-176 0,0 1 48 16,-15-4 0-16,18 4 0 0,-1-3 0 0,-1 1 128 15,1-2 0-15,1 0 0 0,1 0 0 0,1-2 0 0,0 1 0 16,3-1 0-16,1-2 0 0,1 2 0 0,1-1 0 16,0 1 128-16,0 0-128 0,-2 0 128 0,0 0-128 0,2 0 128 15,0 2-128-15,-1 0 0 0,-1-2 0 0,2 2 0 0,-6 0 0 0,1 0 0 16,-3 0 0-16,-1 0 0 0,-1 0 0 0,-1 0 384 15,-15 0 0-15,19 0 0 0,-3 0 0 0,-1 0-384 16,-15 0 0-16,17 0 0 0,-3 0-128 0,-14 0 128 16,17 0 0-16,-17 0 128 0,17 0-128 0,-3 0 0 15,-14 0 0-15,0 0 0 0,0 0 0 0,0 0 0 32,0 0 0-32,0 0 0 0,0 0 0 0,0 0 128 0,0 0-128 0,0 0 128 0,0 0-128 0,0 0 272 15,0 0-16-15,0 0 0 0,0 0 0 0,0 0 160 16,0 0 32-16,0 0 0 0,0 0 0 0,0 0-256 15,0 0-64-15,-11-7 0 0,0 2 0 0,11 5-352 16,-15-6-80-16,1 2-16 0,-1 1 0 0,0-1-48 16,0 0-16-16,-3 1 0 0,-4 1 0 0,-4 0 384 15,-4 0-176-15,3 0 176 0,-1 0-128 0,0 2-64 16,3 0 0-16,1-1 0 0,0-1 0 0,0-2 192 16,0 0 176-16,0 1-48 0,2 1 0 0,-1 2-128 0,1 0 0 15,0 0 0-15,0 2 0 0,0-1 0 0,0 1-176 0,0 0 48 16,-2 0 0-16,0 0 128 0,0 0 176 0,0 0-48 0,1-1 0 0,1 1-128 15,0-2-272-15,-4 2 64 16,-5 0 16-16,-4 0 192 16,-4-2 160-16,0 0-32 0,3 0 0 0,1-2-128 15,1 0 0-15,5-2 0 0,-1 1-176 0,3-3 176 16,1 1 0-16,2 1 0 0,0 0 0 0,2 1 0 16,1 1 0-16,1 0 128 0,2 2-128 0,1 0 224 15,0 0-32-15,3 0 0 0,-1 0 0 0,2 0-192 16,0 0-256-16,13 0 48 0,-13 2 16 0,13-2 192 15,-15 2 0-15,15-2 0 0,-13 0 0 0,13 0-144 0,-14-2 16 0,14 2 0 0,-13 0 0 0,13 0 256 16,-13-2 48-16,13 2 16 0,-13-2 0 0,13 2-192 16,-15-2-176-16,15 2 48 0,-15-2 0 0,15 2 128 15,-14-2 176-15,14 2-48 0,-15-3 0 0,15 3-128 16,-13-6-176-16,13 6 48 0,-13-3 0 0,13 3-208 31,0 0-48-31,0 0 0 0,-13-2 0 0,13 2-256 16,-11-6-48-16,11 6-16 0,0 0 0 0,-13-5-352 15,13 5-80-15,0 0-16 0,0 0 0 0,0 0-1120 16,0 0-224-16,0 0-64 0,-7-19-4496 0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4.39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501D48A4-C304-4869-9F18-34EA67BC0946}" emma:medium="tactile" emma:mode="ink">
          <msink:context xmlns:msink="http://schemas.microsoft.com/ink/2010/main" type="inkDrawing" rotatedBoundingBox="28561,14551 30350,13994 30386,14110 28597,14666" semanticType="callout" shapeName="Other">
            <msink:destinationLink direction="with" ref="{D840FA34-768A-40BC-AAD6-D8DAD6B601C7}"/>
          </msink:context>
        </emma:interpretation>
      </emma:emma>
    </inkml:annotationXML>
    <inkml:trace contextRef="#ctx0" brushRef="#br0">-4 633 9215 0,'1'-13'304'0,"-1"13"-96"0,2-15-16 0,0 2 256 15,-2 13 64-15,2-13 0 0,-2 13 0 0,0 0 448 0,0 0 112 16,0 0 16-16,0 0 0 0,0 0-208 0,0 0-48 15,0 0 0-15,0 0 0 0,0 0-352 0,0 0-80 0,0 0-16 16,0 0 0-16,0 0-384 0,0 0 0 0,0 0 0 0,0 0 0 0,15 4-320 16,-15-4 48-16,18-2 16 0,2-1 0 0,1-3 96 15,1-1 32-15,2-1 0 0,2 1 0 0,-1 0 128 16,3-3 0-16,0-1 0 0,0-4 0 0,-1-1 0 16,-1-4 176-16,0 1-48 0,0 3 0 0,-2 1 0 15,0 2 0-15,-2 0 0 0,0 2 0 0,0 0 112 16,0 0 16-16,0 2 0 0,-1-1 0 0,-1 3 352 15,0 0 80-15,2-1 16 0,1 1 0 0,2-2-368 16,1-1-64-16,0 1-16 0,0 2 0 0,0-1-256 16,-2 1 160-16,3 1-160 0,5-1 128 0,1 0-128 15,2-1-176-15,-2 3 48 0,-3-1 0 0,-4 1 128 16,-4 1-128-16,-2 0 128 0,0 1-128 0,1-3 128 16,-3 1 0-16,0 1 128 0,1-2-128 0,-1 1 528 15,1-1 48-15,-3 3 0 0,1-3 0 0,-2 2-256 16,-2-1-64-16,0 1 0 0,-13 4 0 0,16-4-256 15,-1 3-144-15,-15 1 16 0,17-4 0 0,-3 2 128 0,-14 2 0 16,19-4 128-16,-3 2-128 0,-1 1 0 0,0-1 0 16,1 0 0-16,-1-2 0 0,2 1 0 0,-2-1 0 0,1 0 0 15,3 1-128-15,1-1 128 0,2 0 176 0,-2 0-48 16,-3 1 0-16,-2 1 208 0,-15 2 48 0,16-2 0 0,-16 2 0 0,0 0-160 16,0 0-32-16,13-5 0 0,-13 5 0 0,0 0-192 31,0 0 144-31,0 0-144 0,0 0 128 0,0 0-128 15,0 0 0-15,0 0 0 0,0 0 0 0,0 0 0 16,0 0 128-16,15-6-128 0,-15 6 128 0,18-6-128 16,-3 3 0-16,-2-1 0 0,-13 4-176 0,15-4 176 15,-15 4 0-15,0 0 0 0,15-3 0 0,-15 3 0 16,0 0 0-16,0 0 128 0,0 0-128 0,0 0 0 16,0 0-128-16,0 0 0 0,0 0 0 0,0 0-112 0,0 0-16 0,0 0 0 0,0 0 0 0,0 0 256 15,0 0 0-15,0 0 0 0,0 0 0 0,0 0-352 16,0 0-32-16,0 0 0 0,0 0 0 0,0 0 384 15,0 0-176-15,0 0 176 0,0 0-128 0,0 0-112 16,14-8-16-16,1 3 0 0,-15 5 0 0,17-4-48 31,-17 4-16-31,16-4 0 0,-16 4 0 0,13-5-448 0,-13 5-112 0,0 0-16 0,0 0 0 0,0 0 208 0,10-9 48 32,-10 9 0-32,0 0 0 0,0 0 192 15,0 0 64-15,0 0 0 0,0 0 0 0,-2-13-416 16,2 13-80-16,-11-10-16 0,-10 3-5376 0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6.766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4782AA9A-71E6-48FD-8EDD-8FFD8E81E881}" emma:medium="tactile" emma:mode="ink">
          <msink:context xmlns:msink="http://schemas.microsoft.com/ink/2010/main" type="inkDrawing" rotatedBoundingBox="28749,17201 30115,17767 30072,17871 28706,17305" semanticType="underline" shapeName="Other">
            <msink:sourceLink direction="with" ref="{078D0218-A7BF-4B41-B8D2-D0DFF7B2E90A}"/>
            <msink:destinationLink direction="with" ref="{E2601E91-7388-4585-B857-85A8E5FE965D}"/>
          </msink:context>
        </emma:interpretation>
      </emma:emma>
    </inkml:annotationXML>
    <inkml:trace contextRef="#ctx0" brushRef="#br0">20-8 7167 0,'0'0'0'15,"0"0"0"-15,0 0 0 0,0 0 400 0,-13 1 96 0,13-1 16 0,0 0 0 0,0 0 608 16,-9 10 128-16,9-10 32 0,0 0 0 0,0 0 0 16,0 0 0-16,0 0 0 0,0 0 0 0,0 0-672 15,-2 14-128-15,2-14-32 0,13 11 0 0,3-1-96 16,4-3-32-16,1-1 0 0,1-1 0 0,0-1 0 31,0-4 0-31,0 3 0 0,0 1 0 0,-1 2-192 16,-1-1-128-16,0 1 128 0,-1-1-128 0,-1 1 0 15,-1-2-128-15,-1 3 0 0,1 0 0 0,0 3 128 16,1 1-128-16,1 3 128 0,-1 3-128 0,0 1 256 16,1 3 48-16,3-1 16 0,2 0 0 0,2 1-192 0,2-3 0 15,3-3 0-15,4-2-176 0,2-4 176 0,2-4 176 0,1 1-48 16,1 1 0-16,-1 1 112 0,1-1 16 0,-2-1 0 0,-4-3 0 0,-4-1-112 15,-1-2-16-15,-5 4 0 0,-2 0 0 0,-3-1 0 16,-2 3 0-16,-1 3 0 0,-2 0 0 0,0 2-128 16,-3 0 128-16,3 2-128 0,0 0 128 0,0 2 0 15,-2-2 0-15,0 2 0 0,-2-2 0 0,-2 0 0 16,0-1 0-16,0 0 0 0,-9-12 0 0,15 12 208 16,-2-2 48-16,2-1 0 0,-1-2 0 0,1 1-208 0,0-1-48 0,2 0 0 0,1 1 0 0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5.965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E2601E91-7388-4585-B857-85A8E5FE965D}" emma:medium="tactile" emma:mode="ink">
          <msink:context xmlns:msink="http://schemas.microsoft.com/ink/2010/main" type="inkDrawing" rotatedBoundingBox="28782,16993 30409,16065 30509,16239 28882,17168" semanticType="callout" shapeName="Other">
            <msink:sourceLink direction="with" ref="{4782AA9A-71E6-48FD-8EDD-8FFD8E81E881}"/>
            <msink:sourceLink direction="with" ref="{D8CCFB50-6028-4D5F-8E14-E5EA27D72A20}"/>
          </msink:context>
        </emma:interpretation>
      </emma:emma>
    </inkml:annotationXML>
    <inkml:trace contextRef="#ctx0" brushRef="#br0">0 885 11007 0,'0'0'608'0,"0"0"-176"0,0 0-48 0,15 4-48 16,-15-4-16-16,0 0 0 0,0 0 0 0,0 0 320 15,0 0 48-15,14 0 16 0,-14 0 0 0,15-4 48 16,-15 4 16-16,17-7 0 0,-2-3 0 0,1 1-464 16,1 0-96-16,-1 0-16 0,1-2 0 0,0 0-192 0,-3-2 144 0,3 0-144 0,-2 2 128 0,0 0-128 15,-1-2 0-15,1 4 0 0,0-1-176 0,0 3-16 16,-3 0 0-16,1-1 0 0,0 1 0 0,0-1 192 16,-2-1-128-16,4 2 128 0,2-1-128 0,-1 1 128 15,3 0 0-15,1-3 128 0,2 1-128 0,2-4 128 16,2 0-128-16,5-3 128 0,4-3-128 0,6-1 0 15,1-2-240-15,-1 0 48 0,-4 1 0 0,-4 3 192 0,-3 0 0 0,-3 1 0 0,-5 4 160 0,-1 2 32 32,-5 2 0-32,1 0 0 0,0-3 0 0,-3 0 0 15,1-3 0-15,0 4 0 0,0 2 0 0,-1-1-192 16,1 3 128-16,2-2-128 0,-1-4 128 0,3-4-128 16,-1-1 0-16,3 1 0 0,-1 0-176 0,2 1 176 15,0-1-128-15,0 4 128 0,0 0-128 0,1 4 128 16,-1 0-128-16,0 2 128 0,0-1-128 0,-2 1 128 15,-1-1 0-15,-1 3 0 0,-1 1 0 0,-1 1 736 16,-16 3 176-16,19-4 48 0,-1 0 0 0,1 1-720 16,1-1-240-16,-2-2 144 0,1 1-144 0,-1-1 192 15,1-1-64-15,-3-1 0 0,-1 1 0 0,-2 0-400 16,-2-1-96-16,2 1-16 0,-2 0 0 0,0-1 160 16,0-1 32-16,-11 9 0 0,13-9 0 0,-13 9 192 0,11-10 256 0,-11 10-48 0,0 0-16 0,0 0-48 15,0 0-16-15,0 0 0 0,0 0 0 0,0 0 112 16,0 0 16-16,0 0 0 0,0 0 0 0,0 0 144 15,0 0 48-15,0 0 0 0,-15 10 0 0,1-5-448 16,-1-1 0-16,-3 1 0 0,-3 1 0 0,-3 1-432 16,-2 3 48-16,-3-3 0 0,-4 0 0 0,-4 1 96 15,-4-1 32-15,4 1 0 0,6-1 0 0,3 0 256 16,4-1 0-16,0 1 0 0,0 1 0 0,0-3 0 16,0 1 0-16,4 1 0 0,2 0 0 0,-1 1-208 15,3-3 16-15,-1 3 0 0,0-1 0 0,1 0 192 16,-1 1 160-16,0-1-32 0,1 1 0 0,1-1-128 31,-1 0-176-31,1 1 48 0,0-1 0 0,0 0-672 16,-1 1-128-16,1-3-32 0,0 1 0 0,0-2-864 0,1-3-176 0,1-1-48 0,0-3-3680 0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7.853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9614ADB6-E5DC-4BF6-86F1-9AFCF7E0D18F}" emma:medium="tactile" emma:mode="ink">
          <msink:context xmlns:msink="http://schemas.microsoft.com/ink/2010/main" type="inkDrawing" rotatedBoundingBox="28829,17172 30721,18013 30607,18269 28715,17429" semanticType="scratchOut" shapeName="Other">
            <msink:sourceLink direction="with" ref="{078D0218-A7BF-4B41-B8D2-D0DFF7B2E90A}"/>
          </msink:context>
        </emma:interpretation>
      </emma:emma>
    </inkml:annotationXML>
    <inkml:trace contextRef="#ctx0" brushRef="#br0">1559 622 28927 0,'14'18'0'0,"-1"-3"-160"0,-2-4 160 0,-11-11-128 16,13 9 128-16,0 0-128 0,-2 1 128 0,0-1 0 31,0 2 0-31,0-2 0 0,-11-9 128 0,17 7 96 16,-2-1 32-16,-2 0 0 0,1 1 0 0,-1 2-256 15,0 2 0-15,0-2 0 0,-13-9 0 0,15 10 144 16,-15-10-16-16,15 9 0 0,-15-9 0 0,13 9-128 0,-13-9 0 0,11 9 0 0,-11-9-176 15,0 0 176-15,9 13-128 0,-9-13 128 0,9 15-128 0,-9-15 128 16,8 15 176-16,-8-15-48 0,5 15 0 16,-5-15-128-16,2 14 128 0,-2-14-128 0,2 17 128 0,-2-17-128 15,3 15-176-15,-3-15 48 0,0 0 0 0,0 0 128 16,0 0 0-16,0 0 0 0,0 0 0 0,0 0-288 16,0 0-32-16,0 0 0 0,0 0 0 0,0 0-256 15,0 0-48-15,0 0-16 0,0 0 0 0,0 0 368 16,-3-13 64-16,3 13 16 0,0 0 0 0,0 0 400 15,0 0 96-15,0 0 16 0,0 0 0 0,0 0-320 16,0 0-144-16,0 0 16 0,0 0 0 0,0 0-64 31,0 0 0-31,0 0 0 0,0 0 0 0,0 0-352 16,0-15-80-16,0 2-16 0,0 13 0 0,0-17 160 0,0 3 32 0,0 1 0 0,0 13 0 0,-2-13 96 16,2 13 32-16,-4-15 0 0,-1 0 0 0,-1-1 320 15,-1-1-176-15,-1 2 176 0,1 2-128 0,-2 4 128 16,0 0 0-16,-2 0 128 0,-2 0-128 0,-2-2-448 15,-4-2-144-15,-1 3-48 0,-4 3 0 0,-2 1 208 16,-1 3 48-16,-7-1 0 0,-2 2 0 0,-7-1 384 0,-3-1 0 16,4 0 0-16,5 0 0 0,5-1 176 0,5-1 112 0,1-1 32 0,2 0 0 15,2-3 256-15,-1-1 48 0,3 0 16 0,2 0 0 0,-1 0 96 16,1-2 32-16,1 4 0 0,-1 0 0 0,-1 0-208 16,1-1-48-16,-2 5 0 0,-4-1 0 0,-2 4-96 15,-2 1-32-15,0-1 0 0,1 0 0 0,-1 0 0 16,-1 0 0-16,1 0 0 0,2-1 0 0,2-1-96 15,2-2-32-15,-2 1 0 0,0-1 0 0,-2 1-48 16,0-1-16-16,2-3 0 0,6-2 0 0,1-2 64 16,2-4 0-16,1 3 0 0,-3-1 0 0,1 0-256 31,-1 0-256-31,0-1 48 0,1 3 16 0,-1 0 0 0,2-2 0 0,1 0 0 0,-1 1 0 0,2-3 48 16,0 1 16-16,0 1 0 0,-2 4 0 0,1 1 128 31,-1 3 176-31,0 0-48 0,2-1 0 0,0 1-512 0,0-2-96 0,0 1-32 0,0 3 0 0,1 1 160 15,-1 0 32-15,0 1 0 0,2-3 0 0,0-1 144 16,0-1 48-16,-1 1 0 0,1-2 0 0,-2 1 128 16,1-1 0-16,-1 2 0 0,0 1 0 0,0 3 0 15,0-1 176-15,2 0-48 0,11 4 0 0,-13-5-128 16,4-3 0-16,-2 3 0 0,-2 1 0 0,-2 0 0 0,0 1 0 0,2 1 0 0,13 2-176 16,-15 0-16-16,15 0 0 0,0 0 0 0,-12 0 0 0,12 0-96 15,0 0-32-15,0 0 0 0,0 0 0 0,0 0 112 16,0 0 16-16,16-2 0 0,1 2 0 0,-1 2-64 31,-1 2 0-31,0-3 0 0,0 1 0 0,-1-2 256 16,1 0 0-16,2 0 0 0,1 0 0 0,1 0-192 15,1-2 0-15,0 2 0 0,2 0 0 0,1 2 192 16,-1-2 0-16,0 2 0 0,0 0 160 0,0 2-336 16,-2-3-64-16,3 3-16 15,2 0 0-15,1 1-192 0,2 1-64 0,1 3 0 0,3 6 0 16,-1 5-48-16,2 4-16 0,6 2 0 0,4 2 0 0,3-1 576 0,3 3 0 0,-1-4 0 0,-3-2 0 0,-7-4 0 15,-1-2 0-15,-2 1 0 0,-1-4 0 0,-3-1 0 16,-1-1 0-16,-3 0 0 0,1-2 0 0,0 0 0 16,-1 0 192-16,1-1 0 0,0-1 0 0,-1-2 320 15,-1 1 48-15,0-1 16 0,0 2 0 0,-2 1-576 16,-2-1 0-16,0 2 0 0,-2-2 0 0,-1 0 0 31,-1 0 0-31,-1 1 0 0,-2-1 0 0,-1-2 576 16,1 1 0-16,-2 1 0 0,-13-9 0 0,13 11-160 15,-13-11-32-15,11 11 0 0,-11-11 0 0,11 9 320 16,-11-9 48-16,0 0 16 0,0 0 0 0,0 0-976 16,0 0-192-16,0 0-48 0,0 0 0 0,0 0-656 15,0 0-144-15,0 0-32 0,0 0 0 0,0 0-1168 16,0 0-240-16,-13 6-64 0,-2-8-1968 0</inkml:trace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7-22T01:02:09.009"/>
    </inkml:context>
    <inkml:brush xml:id="br0">
      <inkml:brushProperty name="width" value="0.13333" units="cm"/>
      <inkml:brushProperty name="height" value="0.13333" units="cm"/>
      <inkml:brushProperty name="fitToCurve" value="1"/>
    </inkml:brush>
  </inkml:definitions>
  <inkml:traceGroup>
    <inkml:annotationXML>
      <emma:emma xmlns:emma="http://www.w3.org/2003/04/emma" version="1.0">
        <emma:interpretation id="{B76C9DB1-7FE9-4769-BC9A-B05913D8673F}" emma:medium="tactile" emma:mode="ink">
          <msink:context xmlns:msink="http://schemas.microsoft.com/ink/2010/main" type="writingRegion" rotatedBoundingBox="30639,7621 31877,18380 27751,18854 26513,8096"/>
        </emma:interpretation>
      </emma:emma>
    </inkml:annotationXML>
    <inkml:traceGroup>
      <inkml:annotationXML>
        <emma:emma xmlns:emma="http://www.w3.org/2003/04/emma" version="1.0">
          <emma:interpretation id="{FABA816B-A1C0-4F0D-80AB-4BDC2B99E25B}" emma:medium="tactile" emma:mode="ink">
            <msink:context xmlns:msink="http://schemas.microsoft.com/ink/2010/main" type="paragraph" rotatedBoundingBox="30639,7621 31877,18380 31006,18480 29768,77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9F8B4D1-E8B8-43EA-A26D-D65102B22C05}" emma:medium="tactile" emma:mode="ink">
              <msink:context xmlns:msink="http://schemas.microsoft.com/ink/2010/main" type="line" rotatedBoundingBox="30639,7621 31877,18380 31006,18480 29768,7722"/>
            </emma:interpretation>
          </emma:emma>
        </inkml:annotationXML>
        <inkml:traceGroup>
          <inkml:annotationXML>
            <emma:emma xmlns:emma="http://www.w3.org/2003/04/emma" version="1.0">
              <emma:interpretation id="{0CB0B4AF-4A95-4017-8970-4A18B8476005}" emma:medium="tactile" emma:mode="ink">
                <msink:context xmlns:msink="http://schemas.microsoft.com/ink/2010/main" type="inkWord" rotatedBoundingBox="30606,7625 30765,9007 30076,9087 29917,770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1027-501 17407 0,'0'24'-208'0,"0"0"64"0,-2 2 16 0,-2-1 0 16,0 3 0-16,1 0 0 0,1-1 0 0,0-1-64 15,0 0 0-15,2 0 0 0,2-2 0 0,2 0 192 16,1-2 176-16,1 0-48 0,-3 0 0 0,1 1-128 16,0-1 0-16,1 3 0 0,1 3-176 0,0 4 176 31,-1 1 0-31,1 5 128 0,-1 5-128 0,1 5 0 0,-2 2 0 0,-1 3 0 0,-3 3-128 0,0 1 128 15,-2 0 176-15,-1-4-48 0,-3-6 0 0,-1-9-128 16,-4-3 0-16,3-1 0 0,1-3-176 0,1 0 176 16,1-1 0-16,1-1 0 0,0-1 0 0,2-2 176 15,0 0 64-15,1-4 16 0,1-4 0 0,0-3-256 16,0-15 0-16,0 0 0 0,0 0 0 0,0 0 0 16,0 0-256-16,-15-2 48 0,2-7 16 0</inkml:trace>
          <inkml:trace contextRef="#ctx0" brushRef="#br0" timeOffset="438.8003">1461-189 14847 0,'0'0'1328'0,"0"0"-400"0,0 0-80 0,0 0-112 15,0 0-32-15,0 0 0 0,0 0 0 0,0 0-704 16,0 0 0-16,0 0 0 0,3 18 0 0,-1-1-160 15,0 1 32-15,2 1 0 0,-1-1 0 0,3-1 128 16,0 1 0-16,1 2 128 0,0 6-128 0,3 2 0 31,-1 1 0-31,0 6 0 0,1 4-128 0,-1 4 128 0,0 3 0 0,0 0 128 0,1 2-128 0,-3 0 176 16,0 0-48-16,-1-6 0 0,-4-5 0 0,-2-4-128 31,-2-3 0-31,0-4 0 0,0-4-176 0,0-4 304 0,1-1 48 0,-1-2 16 0,2-15 0 0,-2 16-192 31,2-16-176-31,-2 15 48 0,2-15 0 0,0 0-768 16,0 0-160-16,0 0-32 0,0 0 0 0,0 0-1424 0,0 0-304 0,0 0-48 0,0 0-912 0</inkml:trace>
          <inkml:trace contextRef="#ctx0" brushRef="#br0" timeOffset="803.2834">1019 344 12287 0,'28'-17'1728'0,"-2"6"-512"0,-2 4-96 16,-2 3-288-16,2 4-48 0,4-2-16 0,4-1 0 0,3-3 112 15,4 0 16-15,-2 1 0 0,-2-1 0 0,-3 1-64 16,-4-1 0-16,0 1 0 0,-1 1 0 0,1 0-144 16,-2 1-48-16,-4-1 0 0,-1-1 0 0,-3-1-640 15,-3-1 0-15,-2 3 0 0,-13 4 0 0,0 0-224 31,0 0 32-31,0 0 0 0,0 0-11200 0</inkml:trace>
        </inkml:traceGroup>
        <inkml:traceGroup>
          <inkml:annotationXML>
            <emma:emma xmlns:emma="http://www.w3.org/2003/04/emma" version="1.0">
              <emma:interpretation id="{E254272C-6C2A-4216-BD90-9E7D9ED19254}" emma:medium="tactile" emma:mode="ink">
                <msink:context xmlns:msink="http://schemas.microsoft.com/ink/2010/main" type="inkWord" rotatedBoundingBox="30883,10354 30999,12169 30197,12220 30081,1040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610.0384">1702 3525 20991 0,'0'0'0'0,"15"7"0"0,-4 2 0 0,-11-9 0 0,11 15 0 0,-4 0 0 0,-1-1 0 0,-1 1 0 31,-1 0 0-31,0 2 144 0,0 1-144 0,-1 2 336 16,3 2-16-16,-1-1 0 0,-1-1 0 0,0-1-48 16,0-1-16-16,-3 0 0 0,-1-1 0 0,0-2-256 0,0-15 0 0,-1 16 0 0,1-16-144 0,0 0-192 31,0 0-48-31,0 0 0 0,0 0 0 0,0 0-1680 16,0 0-352-16,-13-3-64 0,-4-7-3728 0</inkml:trace>
          <inkml:trace contextRef="#ctx0" brushRef="#br0" timeOffset="2304.4955">1314 3580 14335 0,'0'0'-320'0,"0"0"112"0,0 0 16 0,4 15 192 0,-4-15 0 0,4 16 0 0,-1-1 0 0,-3 0 0 16,0 0 0-16,0 1 0 0,0 1 160 0,0-1 32 15,0 1 0-15,2 1 0 0,2 1 0 0,1 1 400 16,1 0 96-16,0 1 16 0,-3-1 0 0,-1 0-464 16,0 1-96-16,-2-1-16 0,0 0 0 0,0 1-128 15,0-1 128-15,2-2-128 0,1-3 128 0,-3-15-128 16,6 13-272-16,-6-13 64 0,0 0 16 0,7 13-832 15,-7-13-144-15,0 0-48 0,0 0-4528 0</inkml:trace>
          <inkml:trace contextRef="#ctx0" brushRef="#br0" timeOffset="2943.283">1385 3761 12799 0,'0'0'1536'0,"16"3"-464"0,-1-1-96 0,-15-2 48 16,19 2 0-16,-3 0 0 0,1-2 0 0,0 0 256 16,-1 0 48-16,3 0 16 0,0-2 0 0,1 0-416 15,0 0-80-15,1 1-16 0,-1-1 0 0,1-2-352 16,-3 0-80-16,-1 1-16 0,0-1 0 0,-3 0-384 15,-14 4 0-15,15-3 0 0,-15 3 0 0,0 0-1600 16,15-2-208-16,-15 2-48 0,0 0 0 0,0 0-1936 16,0 0-400-16,0 0-80 0,0 0-752 0</inkml:trace>
          <inkml:trace contextRef="#ctx0" brushRef="#br0" timeOffset="1703.4397">997 2300 9215 0,'17'-12'2048'0,"-1"3"-624"0,-1 0-112 0,0 2-176 0,0-1-48 0,3 3 0 0,7 1 0 15,4 2 0-15,1 0 0 0,0 0 0 0,1 1 0 0,2-1-48 16,1-2-16-16,-3 0 0 0,1 1 0 0,-2-1-304 16,-1 0-64-16,1 1-16 0,1-3 0 0,1 1 112 15,0-1 16-15,-3 2 0 0,1 1 0 0,0-1-368 16,-3 0-64-16,-1 1-16 0,-5 1 0 0,-3 0-320 15,-3 0-128-15,0 2 0 0,-15 0 0 0,17 6-1440 16,-2-1-288-16,-15-5-48 0,0 0-16 0,0 0-1632 16,-2 17-336-16,-4-4-64 0,-3-2-2416 0</inkml:trace>
          <inkml:trace contextRef="#ctx0" brushRef="#br0" timeOffset="1356.1647">1424 2368 14335 0,'7'16'0'0,"-1"3"0"0,1-1 0 0,-1 3 0 0,-1 1 0 0,3 7 0 0,-1 8 0 0,2 6 0 16,0 5-208-16,-1-4 64 0,-1-5 16 0,1-3 128 15,-1-4 176-15,-1-1-48 0,-3-1 0 0,1-1 64 16,-2-1 0-16,0 0 0 0,0-3 0 0,0-1-192 15,-1-1 0-15,-1-1 0 0,0 0 0 0,0 0 128 16,-1-2 0-16,-1-3 0 0,2-17 0 0,0 0-352 47,0 0-80-47,0 0-16 0,-8-33-5600 0</inkml:trace>
        </inkml:traceGroup>
        <inkml:traceGroup>
          <inkml:annotationXML>
            <emma:emma xmlns:emma="http://www.w3.org/2003/04/emma" version="1.0">
              <emma:interpretation id="{5F42B32E-81DB-4A11-8494-E7F0318EE52F}" emma:medium="tactile" emma:mode="ink">
                <msink:context xmlns:msink="http://schemas.microsoft.com/ink/2010/main" type="inkWord" rotatedBoundingBox="31250,12926 31560,15623 30863,15704 30552,13007">
                  <msink:destinationLink direction="with" ref="{C83E046D-F82F-4E3F-9CC3-E2D4EA0C4143}"/>
                </msink:context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959.8276">1718 7032 23039 0,'53'-13'1328'0,"-5"0"-400"0,-2 0-80 0,-1 0-576 15,-1 0-112-15,-3 2-32 0,-3 0 0 0,-1 0 320 16,-2 2 48-16,-3 2 16 0,-7-1 0 0,-2 1 304 15,-3-1 64-15,-2 3 16 0,-3-1 0 0,-2 1-720 47,-13 5-176-47,13-6 0 0,-13 6-12976 0</inkml:trace>
          <inkml:trace contextRef="#ctx0" brushRef="#br0" timeOffset="5632.6003">2017 7148 18175 0,'3'15'0'0,"1"0"144"0,-4-15-144 0,2 18-176 15,-2-3-112-15,0 1-32 0,-2 1 0 0,0 2 464 0,-1 1 96 0,-1 0 16 0,0 0 0 0,2 3 352 16,0-3 80-16,1 0 16 0,-1-1 0 16,-2-1-256-16,0-1-64 0,1-3 0 0,-1-1 0 15,4-13-560 1,-6 15-112-16,6-15-32 0,0 0 0 0,0 15-864 31,0-15-176-31,0 0-48 0,0 0-5680 0</inkml:trace>
          <inkml:trace contextRef="#ctx0" brushRef="#br0" timeOffset="3829.3721">1534 4906 23807 0,'22'-7'1728'0,"1"-2"-512"0,-1 0-96 0,2-2-592 32,0-2-112-32,2 5-32 0,0 5 0 0,1 3 416 15,1 1 80-15,4-1 16 0,3-1 0 0,2-1 96 16,1-2 32-16,-1-1 0 0,-2-3 0 0,-3 1-464 15,-3-4-96-15,-1 3-16 0,-6 1 0 0,-1 0-608 16,-3 1-128-16,-3 0-32 0,-4 1 0 0,-11 5-1680 31,9-9-352-31,-9 9-64 0,6-17-10304 0</inkml:trace>
          <inkml:trace contextRef="#ctx0" brushRef="#br0" timeOffset="3490.9199">1707 4923 23039 0,'4'24'192'0,"0"0"-48"0,-1-2-16 0,-1 0-128 15,-2 0 0-15,2 4 0 0,0 0-176 0,2 0 560 16,-2 2 96-16,-1-1 32 0,-1 1 0 0,0 0 144 15,0-1 48-15,0 3 0 0,0-1 0 0,0 1-368 16,-1-1-64-16,1-3-16 0,-2-4 0 0,0-3-256 16,0-3 0-16,2-16 0 0,0 0-144 0,0 0-656 15,0 0-128-15,0 0-32 0,0 0 0 0,0 0-1424 16,-7-14-304-16,1-7-48 0,0-6-4544 0</inkml:trace>
          <inkml:trace contextRef="#ctx0" brushRef="#br0" timeOffset="4746.9026">2087 5711 24063 0,'0'0'192'0,"0"0"-48"0,15 9-16 0,-1 2-128 15,-1 0 0-15,-2 4 0 0,-1 2-176 0,-1 1 176 16,-2 2-128-16,1 3 128 0,-3 0-128 0,3 3 352 15,-3 0 80-15,1 0 16 0,-3 0 0 0,-3 1 256 16,-1-1 48-16,1 0 16 0,3 0 0 0,1-2-464 16,0-2-176-16,-1-2 128 0,1-3-128 0,-4-17 128 15,0 0-128-15,4 15 128 0,-4-15-128 0,0 0-736 32,0 0-224-32,0 0-64 0,0 0 0 0,0 0-1936 15,0 0-400-15,0-19-80 0,-4-3-2832 0</inkml:trace>
          <inkml:trace contextRef="#ctx0" brushRef="#br0" timeOffset="4446.4215">1667 5801 20479 0,'0'0'0'16,"0"0"-160"-16,0 0 160 0,6 13-336 0,-1 2 16 0,-1 0 0 0,0 1 0 0,0 1 320 15,-1 0 128 1,1 1 0-16,-2 0 0 0,0 3 464 0,-1-1 96 0,3 0 16 0,-2 2 0 0,0 2-368 16,0 0-64-16,1 0-16 0,1 0 0 0,0-1-256 15,0-1-144-15,-1-2 16 0,1-2 0 0,-2-1 128 16,-2-2 0-16,0-15 0 0,0 0 0 0,0 0 0 15,0 0-128-15,0 0 128 0,0 0-128 0,0 0-928 16,0 0-176-16,0 0-48 0,15-11 0 0,-4-4-1680 16,-2-3-352-16,0-1-64 0,-1-1-192 0</inkml:trace>
          <inkml:trace contextRef="#ctx0" brushRef="#br0" timeOffset="5047.5933">1854 6026 17151 0,'26'-7'2144'0,"2"0"-640"0,1 1-128 0,4 2-592 0,3 1-112 0,-5-1-32 0,-5 2 0 16,-4 0 208-16,-3 0 48 0,-3 1 0 0,-1-1 0 0,-15 2-512 31,17-4-112-31,-3 2-16 0,-14 2 0 0,15 0-704 15,-15 0-160-15,17 0-32 0,-17 0 0 0,15 0-1376 0,-15 0-288 0,14-2-48 0,-14 2-6128 0</inkml:trace>
        </inkml:traceGroup>
        <inkml:traceGroup>
          <inkml:annotationXML>
            <emma:emma xmlns:emma="http://www.w3.org/2003/04/emma" version="1.0">
              <emma:interpretation id="{C767FCD1-137F-4AD6-B4BB-A73FB8CC23D7}" emma:medium="tactile" emma:mode="ink">
                <msink:context xmlns:msink="http://schemas.microsoft.com/ink/2010/main" type="inkWord" rotatedBoundingBox="31398,15859 31459,16384 31437,16386 31377,15861"/>
              </emma:interpretation>
              <emma:one-of disjunction-type="recognition" id="oneOf3">
                <emma:interpretation id="interp3" emma:lang="" emma:confidence="0">
                  <emma:literal>-</emma:literal>
                </emma:interpretation>
                <emma:interpretation id="interp4" emma:lang="" emma:confidence="0">
                  <emma:literal>_</emma:literal>
                </emma:interpretation>
                <emma:interpretation id="interp5" emma:lang="" emma:confidence="0">
                  <emma:literal>.</emma:literal>
                </emma:interpretation>
                <emma:interpretation id="interp6" emma:lang="" emma:confidence="0">
                  <emma:literal>=</emma:literal>
                </emma:interpretation>
                <emma:interpretation id="interp7" emma:lang="" emma:confidence="0">
                  <emma:literal>~</emma:literal>
                </emma:interpretation>
              </emma:one-of>
            </emma:emma>
          </inkml:annotationXML>
          <inkml:trace contextRef="#ctx0" brushRef="#br0" timeOffset="6913.176">2288 7679 29951 0,'0'0'0'0,"9"13"-160"0,-1 0 160 0,-8-13-384 16,7 17 0-16,-2 5 0 0,-1 8 0 0,0 5 0 16,0 5 0-16,-1-1 0 0,1-2 0 0,-2-4 384 15,0-2 224-15,1-1-32 0,-1-2 0 0,0-3 464 16,0-2 96-16,1-1 16 0,-1-2 0 0,0-1-576 16,0-3-192-16,0-1 144 0,-2-15-144 0,0 0 0 15,4 15 0-15,-4-15 0 0,0 0 0 0,0 0-1344 31,0 0-160-31,0 0-32 0,0 0-9104 0</inkml:trace>
        </inkml:traceGroup>
        <inkml:traceGroup>
          <inkml:annotationXML>
            <emma:emma xmlns:emma="http://www.w3.org/2003/04/emma" version="1.0">
              <emma:interpretation id="{D8CCFB50-6028-4D5F-8E14-E5EA27D72A20}" emma:medium="tactile" emma:mode="ink">
                <msink:context xmlns:msink="http://schemas.microsoft.com/ink/2010/main" type="inkWord" rotatedBoundingBox="30999,16116 31044,16508 30979,16515 30934,16124">
                  <msink:destinationLink direction="with" ref="{E2601E91-7388-4585-B857-85A8E5FE965D}"/>
                </msink:context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6612.3283">1856 7940 25599 0,'-3'16'0'0,"1"1"-512"0,2 1-1136 0,2 1 448 0,1 1 96 0,1 0 16 0,1-1 0 0,1-1 864 16,-1 1 224-16,1 1 0 0,0 0 0 0,-3 2 576 15,1 2 144-15,1-1 48 0,-1-3 0 0,0-4 304 16,0 1 64-16,-1-2 16 0,-1 0 0 0,-2-15-832 16,0 16-144-16,0-16-48 0,4 15 0 0,-4-15-400 15,0 0-96-15,0 0-16 0,0 0 0 0,0 0-1280 32,0 0-256-32,0 0-48 0,33-13-6176 0</inkml:trace>
        </inkml:traceGroup>
        <inkml:traceGroup>
          <inkml:annotationXML>
            <emma:emma xmlns:emma="http://www.w3.org/2003/04/emma" version="1.0">
              <emma:interpretation id="{B04454AA-B88A-4E1B-8575-80302EAED8EB}" emma:medium="tactile" emma:mode="ink">
                <msink:context xmlns:msink="http://schemas.microsoft.com/ink/2010/main" type="inkWord" rotatedBoundingBox="31487,16164 31490,16194 31119,16237 31115,16207"/>
              </emma:interpretation>
              <emma:one-of disjunction-type="recognition" id="oneOf5">
                <emma:interpretation id="interp9" emma:lang="" emma:confidence="0">
                  <emma:literal>.</emma:literal>
                </emma:interpretation>
                <emma:interpretation id="interp10" emma:lang="" emma:confidence="0">
                  <emma:literal>\</emma:literal>
                </emma:interpretation>
                <emma:interpretation id="interp11" emma:lang="" emma:confidence="0">
                  <emma:literal>'</emma:literal>
                </emma:interpretation>
                <emma:interpretation id="interp12" emma:lang="" emma:confidence="0">
                  <emma:literal>`</emma:literal>
                </emma:interpretation>
                <emma:interpretation id="interp13" emma:lang="" emma:confidence="0">
                  <emma:literal>¢</emma:literal>
                </emma:interpretation>
              </emma:one-of>
            </emma:emma>
          </inkml:annotationXML>
          <inkml:trace contextRef="#ctx0" brushRef="#br0" timeOffset="7283.0233">2030 8054 22271 0,'40'-6'912'0,"-3"-1"-272"0,-6 0-48 0,-1-1-112 0,-2-1-32 0,-3 2 0 0,-2 1 0 0,-3 1 576 16,-2 1 96 0,1 2 32-16,-3 0 0 0,1 0-768 15,-2 1-160-15,-15 1-32 0,15 0 0 0,-15 0-1072 31,0 0-208-31,14 3-64 0,7-5-10384 0</inkml:trace>
        </inkml:traceGroup>
        <inkml:traceGroup>
          <inkml:annotationXML>
            <emma:emma xmlns:emma="http://www.w3.org/2003/04/emma" version="1.0">
              <emma:interpretation id="{A06C92F7-DBCB-4864-8A22-F5009DC9650E}" emma:medium="tactile" emma:mode="ink">
                <msink:context xmlns:msink="http://schemas.microsoft.com/ink/2010/main" type="inkWord" rotatedBoundingBox="31774,17759 31846,18383 31060,18474 30988,17849"/>
              </emma:interpretation>
              <emma:one-of disjunction-type="recognition" id="oneOf6">
                <emma:interpretation id="interp14" emma:lang="" emma:confidence="0">
                  <emma:literal>t</emma:literal>
                </emma:interpretation>
                <emma:interpretation id="interp15" emma:lang="" emma:confidence="0">
                  <emma:literal>+</emma:literal>
                </emma:interpretation>
                <emma:interpretation id="interp16" emma:lang="" emma:confidence="0">
                  <emma:literal>~</emma:literal>
                </emma:interpretation>
                <emma:interpretation id="interp17" emma:lang="" emma:confidence="0">
                  <emma:literal>x</emma:literal>
                </emma:interpretation>
                <emma:interpretation id="interp18" emma:lang="" emma:confidence="0">
                  <emma:literal>=</emma:literal>
                </emma:interpretation>
              </emma:one-of>
            </emma:emma>
          </inkml:annotationXML>
          <inkml:trace contextRef="#ctx0" brushRef="#br0" timeOffset="8278.0953">1902 9685 24831 0,'22'4'1216'0,"1"-1"-352"0,1-1-80 0,0-2-64 16,1 0-16-16,1 0 0 0,0-2 0 0,0 1 64 15,0-1 0-15,1 0 0 0,1-2 0 0,0 0 352 16,-1 1 80-16,3-1 16 0,-1 0 0 0,3 1-320 16,-1-1-48-16,-1 0-16 0,-3-1 0 0,-1-1-352 15,-2 1-80-15,0 1-16 0,-2-2 0 0,0 1-912 16,1-1-192-16,-5 3-48 0,-18 3 0 16,13-4-512-16,-13 4-96 0,0 0-32 0,13-5 0 0,-13 5-1024 31,0 0-192-31,20-8-64 0,48-16-8544 0</inkml:trace>
          <inkml:trace contextRef="#ctx0" brushRef="#br0" timeOffset="7877.1638">2301 9707 28415 0,'0'0'0'0,"0"0"144"0,7 17-144 0,1-1 0 15,-3 1 0-15,1 3-224 0,-1 2 80 0,1 2 272 16,-3 2 48-16,3 4 16 0,-2 3 0 0,-1 4 400 15,1 2 96-15,0 1 16 0,-2-1 0 0,-1 0 304 0,-1-1 64 0,0-6 16 0,0-8 0 0,0-8-416 16,0-16-80-16,0 15-16 0,0-15 0 0,-1 15-704 31,1-15-160-31,0 0-32 0,0 0 0 0,0 0-864 16,0 0-176-16,0 0-48 0,0 0 0 0,0 0-816 16,0 0-160-16,0 0-48 0,0 0 0 0,0 0-512 15,0 0-96-15,-2-13-32 0,0-5-2560 0</inkml:trace>
        </inkml:traceGroup>
      </inkml:traceGroup>
    </inkml:traceGroup>
    <inkml:traceGroup>
      <inkml:annotationXML>
        <emma:emma xmlns:emma="http://www.w3.org/2003/04/emma" version="1.0">
          <emma:interpretation id="{3541C604-2ABA-467A-847D-D3BF9B6A4042}" emma:medium="tactile" emma:mode="ink">
            <msink:context xmlns:msink="http://schemas.microsoft.com/ink/2010/main" type="paragraph" rotatedBoundingBox="29810,8176 30145,12187 29231,12264 28896,82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94ED7E5-D2D4-4CA2-B236-1B01EECD060A}" emma:medium="tactile" emma:mode="ink">
              <msink:context xmlns:msink="http://schemas.microsoft.com/ink/2010/main" type="line" rotatedBoundingBox="29810,8176 30145,12187 29231,12264 28896,8252"/>
            </emma:interpretation>
          </emma:emma>
        </inkml:annotationXML>
        <inkml:traceGroup>
          <inkml:annotationXML>
            <emma:emma xmlns:emma="http://www.w3.org/2003/04/emma" version="1.0">
              <emma:interpretation id="{0E7B1095-DE87-4585-840E-1CAD768F981E}" emma:medium="tactile" emma:mode="ink">
                <msink:context xmlns:msink="http://schemas.microsoft.com/ink/2010/main" type="inkWord" rotatedBoundingBox="29810,8176 29856,8735 28948,8811 28901,8252">
                  <msink:destinationLink direction="with" ref="{BA488F7C-93B8-4E46-AB87-EE216AFA829F}"/>
                </msink:context>
              </emma:interpretation>
              <emma:one-of disjunction-type="recognition" id="oneOf7">
                <emma:interpretation id="interp19" emma:lang="" emma:confidence="0">
                  <emma:literal>8</emma:literal>
                </emma:interpretation>
                <emma:interpretation id="interp20" emma:lang="" emma:confidence="0">
                  <emma:literal>J</emma:literal>
                </emma:interpretation>
                <emma:interpretation id="interp21" emma:lang="" emma:confidence="0">
                  <emma:literal>y</emma:literal>
                </emma:interpretation>
                <emma:interpretation id="interp22" emma:lang="" emma:confidence="0">
                  <emma:literal>B</emma:literal>
                </emma:interpretation>
                <emma:interpretation id="interp23" emma:lang="" emma:confidence="0">
                  <emma:literal>7</emma:literal>
                </emma:interpretation>
              </emma:one-of>
            </emma:emma>
          </inkml:annotationXML>
          <inkml:trace contextRef="#ctx0" brushRef="#br0" timeOffset="-10376.0242">-144 586 9983 0,'0'0'1216'0,"0"0"-352"0,0 0-80 0,0 0-416 31,0 0-96-31,0 0-16 0,0 0 0 0,0 0-256 16,0 0 160-16,0 0-160 0,0 0 128 0,0 0 368 15,0 0 64-15,0 0 16 0,11-10 0 0,0 1 192 16,1 0 64-16,1-2 0 0,1-2 0 0,1 0-416 16,0-2-80-16,0 0-16 0,2 1 0 0,-1-1 112 15,1 0 16-15,0-1 0 0,-1-5 0 0,3-1-208 0,-2-2-48 16,1-2 0-16,1 0 0 0,1 1 0 0,1-3 0 0,1 4 0 0,4 2 0 0,2 2 64 15,-1 1 0-15,1 4 0 0,-2 2 0 0,-2 1-256 16,-1 0 0-16,-3 3 0 0,-1 0 0 0,-3 2 0 16,-3-1 0-16,-13 8 0 0,11-9 0 0,-11 9 0 15,0 0 0-15,0 0 0 0,0 0 0 0,0 0 0 16,0 0 0-16,0 0 0 0,0 0 0 0,0 0 0 16,-14 7-256-16,-1 3 48 0,-4-1 16 0,-1 2 192 15,-3 2-144-15,1 2 144 0,2 1-128 0,-2 3-112 31,-1 1-16-31,3 6 0 0,-2 7 0 0,-1 6-256 0,1 5-48 0,2-3-16 0,1-5 0 0,1-2 256 16,1-3 64-16,2-3 0 0,0-6 0 0,0-4 96 16,1-3 32-16,2-4 0 0,3-2 0 0,0 1 128 15,9-10 176-15,0 0-48 0,-11 7 0 0,11-7 0 16,0 0 0-16,0 0 0 0,0 0 0 0,0 0 0 16,0 0 0-16,0 0 0 0,0 0 0 0,0-13 0 15,0 13 0-15,9-17 0 0,4 1 0 0,2-1 160 16,2 1 32-16,5-3 0 0,4-3 0 0,2-2-320 15,3 0 160-15,6-4-160 0,4-5 128 0,5-4-128 16,3-3 128-16,-1 5-128 0,0 1 128 0,0 5-128 0,-1 3 128 16,-7 2-128-16,-4 4 128 0,-7 1 0 0,-3 3 0 0,-3 1 0 0,-5 4 0 0,-3 2 112 15,-15 9 16-15,11-8 0 0,-11 8 0 0,0 0-256 16,0 0 0-16,0 0 0 0,0 0 0 0,0 0 0 16,-17 8 0-16,-1 1 0 0,-3 6-160 0,-1 1-32 15,-4 3 0-15,-5 1 0 0,-8 4 0 0,-8 2 0 16,-5 2 0-16,1 3 0 0,0 2 0 0,5 4 192 15,0 0 0-15,3-2 128 0,6-4-128 0,2-3 0 16,3-2 0-16,4-4 0 0,2-5-128 0,2-6 128 31,4-4 176-31,3-1-48 0,4-3 0 0,13-3-608 0,0 0-128 0,0 0-32 0,0 0 0 0,0 0 832 47,0 0 144-47,0-16 48 0,39-60-9376 0</inkml:trace>
          <inkml:trace contextRef="#ctx0" brushRef="#br0" timeOffset="-11526.4391">313 4067 9983 0,'0'0'1216'0,"0"0"-352"0,0 0-80 0,0-13-416 15,0 13-96-15,3-13-16 0,-3 13 0 0,10-13-96 16,-1 4-32-16,-9 9 0 0,13-9 0 0,-2 1 0 15,-11 8 0 1,15-7 0-16,0 2 0 0,-1-1 112 0,-1 2 16 0,2 1 0 16,0-1 0-16,0 0 48 0,0-1 16 0,-2 1 0 0,-13 4 0 0,15-6 48 15,-2 1 16-15,0-1 0 0,0-3 0 16,-1 0-160-16,1-2-32 0,0-2 0 0,0 0 0 0,0-2 64 16,0-1 0-16,2 1 0 0,2-2 0 0,1 3-256 15,3-3 144-15,-3 2-144 0,-1 0 128 0,-2 3 256 16,-2-1 64-16,-2 2 0 0,0 1 0 0,0 1-208 15,-11 9-48-15,13-9 0 0,-13 9 0 0,13-8 160 16,-13 8 32-16,0 0 0 0,11-7 0 0,-11 7-160 16,0 0-32-16,0 0 0 0,0 0 0 0,0 0-192 31,0 0 0-31,0 0 0 0,0 0 0 0,0 0-320 16,0 0-96-16,0 0-32 0,0 0 0 0,0 0-48 0,0 0-16 0,0 0 0 0,0 0 0 0,-5 13 256 0,5-13 64 0,-9 11 0 0,-1-2 0 0,10-9 192 15,-13 8-144-15,13-8 144 0,-13 5-128 0,13-5 128 16,-13 6 176-16,2-1-48 0,11-5 0 0,-13 6-128 31,13-6 0-31,-15 5 0 0,2 1-176 0,0-1-64 0,13-5-16 0,-14 8 0 0,-1 1 0 0,2 0 112 16,0 0 16-16,4 1 0 0,9-10 0 0,0 0 128 15,0 0-128 1,-8 11 128-16,8-11-128 0,0 0 304 0,0 0 64 0,0 0 16 0,0 0 0 16,0 0 192-16,0 0 64 0,0 0 0 0,0 0 0 0,17-8 144 15,0-1 48-15,-1 0 0 0,-1 0 0 0,2 0-576 16,-1-1-128-16,-1 1 0 0,0 0 0 0,-2-2 0 15,0 0 0-15,2 1 0 0,0 1 0 0,1 0 0 16,1 0 0-16,-2 0 0 0,-4 1 0 0,-11 8 0 16,11-9-176-16,-11 9 48 15,0 0 0-15,0 0-1600 0,0 0-304 0,4-13-64 16,-10 2-5712-16</inkml:trace>
        </inkml:traceGroup>
        <inkml:traceGroup>
          <inkml:annotationXML>
            <emma:emma xmlns:emma="http://www.w3.org/2003/04/emma" version="1.0">
              <emma:interpretation id="{2574679B-8770-42D8-B26E-713253C13DB6}" emma:medium="tactile" emma:mode="ink">
                <msink:context xmlns:msink="http://schemas.microsoft.com/ink/2010/main" type="inkWord" rotatedBoundingBox="29914,10687 30040,12196 29231,12264 29105,10754">
                  <msink:destinationLink direction="with" ref="{AD6AC2C5-344D-467D-BE99-D3059A6E8111}"/>
                  <msink:destinationLink direction="with" ref="{0150ACA3-A8CE-4008-9F56-BB4E405C208B}"/>
                </msink:context>
              </emma:interpretation>
              <emma:one-of disjunction-type="recognition" id="oneOf8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-11526.4391">313 4067 9983 0,'0'0'1216'0,"0"0"-352"0,0 0-80 0,0-13-416 15,0 13-96-15,3-13-16 0,-3 13 0 0,10-13-96 16,-1 4-32-16,-9 9 0 0,13-9 0 0,-2 1 0 15,-11 8 0 1,15-7 0-16,0 2 0 0,-1-1 112 0,-1 2 16 0,2 1 0 16,0-1 0-16,0 0 48 0,0-1 16 0,-2 1 0 0,-13 4 0 0,15-6 48 15,-2 1 16-15,0-1 0 0,0-3 0 16,-1 0-160-16,1-2-32 0,0-2 0 0,0 0 0 0,0-2 64 16,0-1 0-16,2 1 0 0,2-2 0 0,1 3-256 15,3-3 144-15,-3 2-144 0,-1 0 128 0,-2 3 256 16,-2-1 64-16,-2 2 0 0,0 1 0 0,0 1-208 15,-11 9-48-15,13-9 0 0,-13 9 0 0,13-8 160 16,-13 8 32-16,0 0 0 0,11-7 0 0,-11 7-160 16,0 0-32-16,0 0 0 0,0 0 0 0,0 0-192 31,0 0 0-31,0 0 0 0,0 0 0 0,0 0-320 16,0 0-96-16,0 0-32 0,0 0 0 0,0 0-48 0,0 0-16 0,0 0 0 0,0 0 0 0,-5 13 256 0,5-13 64 0,-9 11 0 0,-1-2 0 0,10-9 192 15,-13 8-144-15,13-8 144 0,-13 5-128 0,13-5 128 16,-13 6 176-16,2-1-48 0,11-5 0 0,-13 6-128 31,13-6 0-31,-15 5 0 0,2 1-176 0,0-1-64 0,13-5-16 0,-14 8 0 0,-1 1 0 0,2 0 112 16,0 0 16-16,4 1 0 0,9-10 0 0,0 0 128 15,0 0-128 1,-8 11 128-16,8-11-128 0,0 0 304 0,0 0 64 0,0 0 16 0,0 0 0 16,0 0 192-16,0 0 64 0,0 0 0 0,0 0 0 0,17-8 144 15,0-1 48-15,-1 0 0 0,-1 0 0 0,2 0-576 16,-1-1-128-16,-1 1 0 0,0 0 0 0,-2-2 0 15,0 0 0-15,2 1 0 0,0 1 0 0,1 0 0 16,1 0 0-16,-2 0 0 0,-4 1 0 0,-11 8 0 16,11-9-176-16,-11 9 48 15,0 0 0-15,0 0-1600 0,0 0-304 0,4-13-64 16,-10 2-5712-16</inkml:trace>
          <inkml:trace contextRef="#ctx0" brushRef="#br0" timeOffset="-16787.9832">142 4076 11263 0,'0'-15'912'0,"0"15"-272"0,0 0-48 0,0 0-208 16,0 0-64-16,4-12 0 0,-4 12 0 0,7-12-48 15,-7 12-16-15,9-9 0 0,-9 9 0 0,11-9 0 16,1 2 0-16,-1-1 0 0,2 1 0 0,0 0 208 15,1-3 48-15,1 1 0 0,0-2 0 0,2 0 48 16,0-2 16-16,1 0 0 0,4-2 0 0,2 1-160 16,2-3-32-16,2 0 0 0,0 3 0 0,2-1 0 0,-1 0 0 0,-1 0 0 0,0 1 0 0</inkml:trace>
          <inkml:trace contextRef="#ctx0" brushRef="#br0" timeOffset="-16641.683">756 3637 30975 0,'0'0'0'0,"0"0"0"0,13-4 0 0,-13 4 0 31,0 0 0-31,0 0-160 0,15-3 160 0,-15 3-240 16,13-6 48-16,-13 6 0 0,0 0 0 0,14-5 0 16,-14 5 0-16,0 0 0 0,0 0 0 0,0 0-1088 15,8-11-192-15,-8 11-64 0,0 0 0 0,0 0-3264 0,-6-11-672 16,-1-1-128-16,-2 1-32 0</inkml:trace>
          <inkml:trace contextRef="#ctx0" brushRef="#br0" timeOffset="-15857.5612">335 2545 2303 0,'0'0'1840'0,"5"15"-560"0,-5-15-96 0,0 0 32 16,0 0 0-16,10 11 0 0,-10-11 0 0,0 0-112 15,0 0-16-15,7 14 0 0,0-2 0 0,-7-12-400 0,12 12-96 16,-3 3-16-16,0 0 0 0,-1 0-192 0,-1 1-64 16,2-1 0-16,2-2 0 0,0-2-192 15,2-2-128-15,4-1 128 0,2-3-128 0,1-1 176 16,2 0-48-16,1-1 0 0,-3 1 0 0,-1 0 112 15,-3-1 16-15,1 3 0 0,0-1 0 0,-1 1 0 16,1-2 0-16,2-1 0 0,-1 1 0 0,1 0 144 16,-1-2 48-16,1 1 0 0,-3-1 0 0,1 0-448 15,-2 0 0-15,-15-2 0 0,17 4 0 0,-17-4 0 16,15 5 0-16,-15-5 0 0,0 0 0 0,0 0 0 16,0 0 0-16,0 0-224 0,0 0 80 0,0 0-656 15,0 0-128-15,0 0-32 0,0 0 0 0,0 0-816 16,0 0-160-16,0-15-48 0,-2-11-4016 0</inkml:trace>
        </inkml:traceGroup>
      </inkml:traceGroup>
    </inkml:traceGroup>
    <inkml:traceGroup>
      <inkml:annotationXML>
        <emma:emma xmlns:emma="http://www.w3.org/2003/04/emma" version="1.0">
          <emma:interpretation id="{7746040B-B042-4E30-8BB7-2E627771B95D}" emma:medium="tactile" emma:mode="ink">
            <msink:context xmlns:msink="http://schemas.microsoft.com/ink/2010/main" type="paragraph" rotatedBoundingBox="29450,15879 31437,17200 30480,18639 28493,1731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B84B1BE8-916F-44B4-A669-C43B9AA7F9A2}" emma:medium="tactile" emma:mode="ink">
              <msink:context xmlns:msink="http://schemas.microsoft.com/ink/2010/main" type="inkBullet" rotatedBoundingBox="30107,16315 30150,16344 30142,16355 30099,16327"/>
            </emma:interpretation>
            <emma:one-of disjunction-type="recognition" id="oneOf9">
              <emma:interpretation id="interp25" emma:lang="" emma:confidence="0">
                <emma:literal>•</emma:literal>
              </emma:interpretation>
            </emma:one-of>
          </emma:emma>
        </inkml:annotationXML>
        <inkml:trace contextRef="#ctx0" brushRef="#br0" timeOffset="-27241.4563">-1692 2371 13055 0,'0'0'400'0,"10"13"-112"0,-10-13-32 0,9 15-256 16,-9-15-144-16,9 19 16 0,-4 3 0 0,-1 2 128 15,0 2-128-15,0-1 128 0,-3 3-128 0,3 2 128 16,-2 1 176-16,2-2-48 0,-3 1 0 0,3 0 256 15,-2-3 64-15,2 1 0 0,-1-4 0 0,3-2-448 16,-1 0 0-16,-1-2 0 0,0 1 0 0,-2-1 128 16,-2 0-128-16,0 1 128 0,0 1-128 0,0 0 0 15,-2 0 0-15,0 0 0 0,0 0 0 0,2 0 0 16,-2-1 0-16,2-1 0 0,-2 0 0 0,2-1-176 16,-1-1-112-16,1-1-32 0,0-17 0 0,-2 16-512 15,2-16-96-15,0 0-32 0,0 0-3904 0</inkml:trace>
      </inkml:traceGroup>
      <inkml:traceGroup>
        <inkml:annotationXML>
          <emma:emma xmlns:emma="http://www.w3.org/2003/04/emma" version="1.0">
            <emma:interpretation id="{078D0218-A7BF-4B41-B8D2-D0DFF7B2E90A}" emma:medium="tactile" emma:mode="ink">
              <msink:context xmlns:msink="http://schemas.microsoft.com/ink/2010/main" type="line" rotatedBoundingBox="29312,16086 31300,17407 30480,18639 28493,17318">
                <msink:destinationLink direction="with" ref="{4782AA9A-71E6-48FD-8EDD-8FFD8E81E881}"/>
                <msink:destinationLink direction="with" ref="{9614ADB6-E5DC-4BF6-86F1-9AFCF7E0D18F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DD433792-EB34-4FA5-B596-E0ED90BBD1C7}" emma:medium="tactile" emma:mode="ink">
                <msink:context xmlns:msink="http://schemas.microsoft.com/ink/2010/main" type="inkWord" rotatedBoundingBox="29312,16086 31300,17407 30480,18639 28493,17318"/>
              </emma:interpretation>
            </emma:emma>
          </inkml:annotationXML>
          <inkml:trace contextRef="#ctx0" brushRef="#br0" timeOffset="-13762.5545">1061 8161 30207 0,'0'0'400'0,"0"0"-112"0,0 0-32 0,0 0-256 16,0 0 0-16,0 0 0 0,0 0-144 0,-17-2-752 31,3 0-160-31,14 2-32 0,-17-16-10208 0</inkml:trace>
          <inkml:trace contextRef="#ctx0" brushRef="#br0" timeOffset="-13762.5545">1061 8161 30207 0,'0'0'400'0,"0"0"-112"0,0 0-32 0,0 0-256 16,0 0 0-16,0 0 0 0,0 0-144 0,-17-2-752 31,3 0-160-31,14 2-32 0,-17-16-10208 0</inkml:trace>
        </inkml:traceGroup>
      </inkml:traceGroup>
    </inkml:traceGroup>
    <inkml:traceGroup>
      <inkml:annotationXML>
        <emma:emma xmlns:emma="http://www.w3.org/2003/04/emma" version="1.0">
          <emma:interpretation id="{D5F53165-BDFE-469F-A2AB-B57154E845A2}" emma:medium="tactile" emma:mode="ink">
            <msink:context xmlns:msink="http://schemas.microsoft.com/ink/2010/main" type="paragraph" rotatedBoundingBox="27503,10294 28379,17521 27635,17611 26760,103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C966386-0C8D-4BE3-85F3-2F2EF3103AC6}" emma:medium="tactile" emma:mode="ink">
              <msink:context xmlns:msink="http://schemas.microsoft.com/ink/2010/main" type="line" rotatedBoundingBox="27503,10294 28379,17521 27635,17611 26760,10384"/>
            </emma:interpretation>
          </emma:emma>
        </inkml:annotationXML>
        <inkml:traceGroup>
          <inkml:annotationXML>
            <emma:emma xmlns:emma="http://www.w3.org/2003/04/emma" version="1.0">
              <emma:interpretation id="{5E7D4007-857D-4331-AAEF-447E546A1F08}" emma:medium="tactile" emma:mode="ink">
                <msink:context xmlns:msink="http://schemas.microsoft.com/ink/2010/main" type="inkWord" rotatedBoundingBox="27494,10295 27621,11346 26958,11426 26830,10376">
                  <msink:destinationLink direction="with" ref="{7D175186-FB8E-4DEB-934F-49A0C7CB826B}"/>
                  <msink:destinationLink direction="with" ref="{96EDC7F2-25B7-4E2F-9497-BD6E9B9BCFEA}"/>
                  <msink:destinationLink direction="with" ref="{62790950-48A2-4766-B3AD-1BADA2379061}"/>
                  <msink:destinationLink direction="with" ref="{BA488F7C-93B8-4E46-AB87-EE216AFA829F}"/>
                </msink:context>
              </emma:interpretation>
            </emma:emma>
          </inkml:annotationXML>
          <inkml:trace contextRef="#ctx0" brushRef="#br0" timeOffset="-23562.811">-1243 8595 14847 0,'11'14'0'0,"-2"1"144"0,0 2-144 0,-1 3 192 16,-1 0-64-16,0 2 0 0,2 1 0 0,1-3 416 16,-1 0 80-16,-2 2 16 0,-1 2 0 0,-2 0 192 15,-1 0 64-15,-1 2 0 0,0 0 0 0,0 0-416 16,0 0-80-16,3 1-16 0,3 1 0 0,1 1-384 16,4 3-320-16,-2-1 48 0,0 1 16 0,-2 1 256 15,0-2 144-15,-1 1-16 0,-1-3 0 0,-1 1-128 16,-1-3-272-16,1-5 64 0,-1-5 16 0,-5-17-64 31,9 11 0-31,-9-11 0 0,8-31-8288 0</inkml:trace>
          <inkml:trace contextRef="#ctx0" brushRef="#br0" timeOffset="-23052.3745">-1450 8441 12799 0,'0'0'192'0,"0"0"-48"0,0 0-16 0,17-1 256 16,-17 1 64-16,18-2 0 0,-3 0 0 0,0-2 448 15,-1 1 112-15,1-1 16 0,4 0 0 0,-1 2 0 16,2-1 0-16,1 1 0 0,-1-2 0 0,2 0-768 16,-2 1-256-16,4 1 144 0,2-2-144 0,2 2 0 15,1-1 0-15,-3 1-224 0,-6 2 80 0,-3 0-192 16,-17 0-48-16,18 0 0 0,-1-2 0 0,0 0 624 15,-3 0 112-15,1-1 32 0,-15 3 0 0,15-4-384 32,-2-2 0-32,-13 6 0 0,20-27-9216 0</inkml:trace>
          <inkml:trace contextRef="#ctx0" brushRef="#br0" timeOffset="-27645.376">-2149 2180 17407 0,'0'0'1024'0,"0"0"-320"0,0 0-48 0,0 0-656 15,0 0 0-15,0 0-176 0,0 0 48 0,0 0 128 16,0 0 0-16,0 16 0 0,0 1 0 0,0 1-128 16,-2 1 0-16,0 3 0 0,0 4 0 0,0 3 128 15,-1 1 0-15,1 5 0 0,2 4 0 0,2 3 0 16,0 4-128-16,1-2 128 0,1 1-128 0,0-1 128 16,-3-2 0-16,3-3 128 0,0-4-128 0,-2-3 0 15,-1-5 0-15,3 1 0 0,-2-2 0 0,0-2 0 16,0-2 0-16,-2 2 0 0,0 2-128 0,0-1 128 15,-2 1 0-15,0 0 0 0,2 0 0 0,0 0 0 16,0 0 0-16,0-2 128 0,0 0-128 0,0 0 0 16,-2-2 0-16,2-4 0 0,0-18-128 0,0 0 0 31,0 0 0-31,0 0 0 0,9-26-7232 0</inkml:trace>
        </inkml:traceGroup>
        <inkml:traceGroup>
          <inkml:annotationXML>
            <emma:emma xmlns:emma="http://www.w3.org/2003/04/emma" version="1.0">
              <emma:interpretation id="{22F6A1B1-F07E-452C-867A-FCB9432BC6D0}" emma:medium="tactile" emma:mode="ink">
                <msink:context xmlns:msink="http://schemas.microsoft.com/ink/2010/main" type="inkWord" rotatedBoundingBox="27819,12897 28087,15113 27344,15203 27075,12987">
                  <msink:destinationLink direction="with" ref="{28424C7D-2B91-44B2-A7D9-B6BA98CAF899}"/>
                  <msink:destinationLink direction="with" ref="{D840FA34-768A-40BC-AAD6-D8DAD6B601C7}"/>
                  <msink:destinationLink direction="with" ref="{9887E478-FD14-4715-843A-8A8BF9B92D7D}"/>
                  <msink:destinationLink direction="with" ref="{96EDC7F2-25B7-4E2F-9497-BD6E9B9BCFEA}"/>
                  <msink:destinationLink direction="with" ref="{E405BC08-B611-47DE-9C9A-8C527044FFD4}"/>
                  <msink:destinationLink direction="with" ref="{1EED7B75-18FA-4049-8EC2-DDEECA255789}"/>
                  <msink:destinationLink direction="with" ref="{9B114E2D-F256-4996-8DFC-651425E17DA4}"/>
                  <msink:destinationLink direction="with" ref="{62790950-48A2-4766-B3AD-1BADA2379061}"/>
                  <msink:destinationLink direction="with" ref="{7D175186-FB8E-4DEB-934F-49A0C7CB826B}"/>
                  <msink:destinationLink direction="with" ref="{C83E046D-F82F-4E3F-9CC3-E2D4EA0C4143}"/>
                  <msink:destinationLink direction="with" ref="{DD1CF1E0-2D7F-4F88-AEDF-0B94561A085B}"/>
                  <msink:destinationLink direction="with" ref="{9A423FA2-0168-4B01-91EB-F166B3221D78}"/>
                  <msink:destinationLink direction="with" ref="{F8067588-E850-453F-802A-C00FEDB18679}"/>
                </msink:context>
              </emma:interpretation>
            </emma:emma>
          </inkml:annotationXML>
          <inkml:trace contextRef="#ctx0" brushRef="#br0" timeOffset="-24929.7615">-1638 6458 16895 0,'0'0'912'0,"0"0"-272"0,0 0-48 0,0 0-592 16,0 0 0-16,0 0-192 0,2 17 64 0,-1-3 128 15,-1 1 176-15,0 0-48 0,2 0 0 0,0 0 368 16,-2-1 64-16,2 1 16 0,-2-15 0 0,2 18-160 16,-2-1-32-16,2 0 0 0,-2-1 0 0,2 1-96 15,-2 0-32-15,1-1 0 0,1 1 0 0,0-1-256 16,0-1 160-16,0 2-160 0,-2-1 128 0,0 1-128 16,0 0-176-16,0 1 48 0,0 2 0 0,2 1 256 15,-1-1 48-15,-1 2 16 0,0-2 0 0,0 1-192 0,0-1 0 0,0-4 0 0,0-16-176 0,0 15 176 31,0-15 0-31,0 0 128 0,0 0-128 0,0 0-336 16,0 0-144-16,0 0-32 0,0 0 0 0,0 0-1984 16,0 0-416-16,4-16-80 0,2-10-3008 0</inkml:trace>
          <inkml:trace contextRef="#ctx0" brushRef="#br0" timeOffset="-24568.8411">-1206 6294 21759 0,'7'15'192'0,"-2"-1"-48"0,-3 1-16 0,-2 2-128 16,-2-1 0-16,2 5 0 0,4-1-176 0,2 2 400 16,-1 2 80-16,-1 0 16 0,-4 0 0 0,-2 0 192 15,-2 0 64-15,4-2 0 0,4-2 0 0,3-1-256 16,3-2-64-16,-1-1 0 0,-2 1 0 0,1-1-256 16,-3 1-256-16,1-2 64 0,-3-1 0 0,-3-14 192 15,0 17 160-15,0-2-32 0,0-15 0 0,4 16-128 16,-4-16 0-16,4 15 0 0,-4-15 0 0,0 0-320 31,-6 13-112-31,6-13-16 0,-18-2-9648 0</inkml:trace>
          <inkml:trace contextRef="#ctx0" brushRef="#br0" timeOffset="-24192.0727">-1620 6777 16383 0,'0'0'192'0,"0"0"-48"0,0 0-16 0,17 4 0 16,-1-6 0-16,1 0 0 0,0-1 0 0,-1-3 416 15,3 1 80-15,-1-1 16 0,2 0 0 0,1-1 512 16,-1 0 96-16,2 1 32 0,2 1 0 0,2-1-624 16,0 1-112-16,0-1-32 0,-2 2 0 0,0 2-352 15,-2 1-160-15,2 1 128 0,0-2-128 0,0 0 0 16,0 0-320-16,-4 2 48 0,-2 0 16 0,-1 0-672 31,-17 0-128-31,17 0-32 0,-1-13-8368 0</inkml:trace>
          <inkml:trace contextRef="#ctx0" brushRef="#br0" timeOffset="-26115.5745">-1614 4916 20991 0,'0'0'816'0,"0"0"-240"0,0 0-64 0,0 0-512 15,0 0 0-15,0 0 0 0,0 0 0 0,2 14 464 16,-2 3 192-16,0-2 48 0,-2 0 0 0,-2-1-464 16,0 1-96-16,3 2-16 0,-1 1 0 0,2 1 0 15,0 1 0-15,0 2 0 0,2-2 0 0,1 1-128 16,1-1 128-16,0 2-128 0,-3 0 128 0,1 0-128 15,0 0 0-15,2 1 0 0,1 1-176 0,1 0 176 16,1-2 0-16,-1 0 0 0,-1 0 0 0,-1-2-128 16,-2-1 0-16,0 3 0 0,-2 7 0 0,0 1 256 15,-2 1 48-15,0-1 16 0,0-2 0 0,0-3-192 16,-1-3 0-16,1-1 0 0,2-3-176 0,0-1-16 31,2-2 0-31,-2-15 0 0,3-30-10256 0</inkml:trace>
          <inkml:trace contextRef="#ctx0" brushRef="#br0" timeOffset="-25707.3123">-2007 4857 15103 0,'3'-17'192'0,"5"6"-48"0,-8 11-16 0,16 0 0 16,1 4 0-16,2 1 0 0,1 1 0 0,2-3 416 16,0 1 80-16,6 0 16 0,1 0 0 0,4-1 448 15,3-1 112-15,-1-2 16 0,-2-4 0 0,0-3-512 16,-2-4-112-16,1 0-16 0,1 2 0 0,0-1-352 0,0 1-80 0,-1 0-16 0,-3-2 0 16,-3 0-128-16,0 0 128 0,-4 0-128 0,-2 1 128 0,-1 1-128 46,-1 0-272-46,-3 3 64 0,0 12-10256 0</inkml:trace>
        </inkml:traceGroup>
        <inkml:traceGroup>
          <inkml:annotationXML>
            <emma:emma xmlns:emma="http://www.w3.org/2003/04/emma" version="1.0">
              <emma:interpretation id="{32B8127F-A72D-4B1D-A08E-E7A620FD9B69}" emma:medium="tactile" emma:mode="ink">
                <msink:context xmlns:msink="http://schemas.microsoft.com/ink/2010/main" type="inkWord" rotatedBoundingBox="28172,16527 28293,17531 27756,17596 27635,16592">
                  <msink:destinationLink direction="with" ref="{9887E478-FD14-4715-843A-8A8BF9B92D7D}"/>
                </msink:context>
              </emma:interpretation>
            </emma:emma>
          </inkml:annotationXML>
          <inkml:trace contextRef="#ctx0" brushRef="#br0" timeOffset="-27241.4563">-1692 2371 13055 0,'0'0'400'0,"10"13"-112"0,-10-13-32 0,9 15-256 16,-9-15-144-16,9 19 16 0,-4 3 0 0,-1 2 128 15,0 2-128-15,0-1 128 0,-3 3-128 0,3 2 128 16,-2 1 176-16,2-2-48 0,-3 1 0 0,3 0 256 15,-2-3 64-15,2 1 0 0,-1-4 0 0,3-2-448 16,-1 0 0-16,-1-2 0 0,0 1 0 0,-2-1 128 16,-2 0-128-16,0 1 128 0,0 1-128 0,0 0 0 15,-2 0 0-15,0 0 0 0,0 0 0 0,2 0 0 16,-2-1 0-16,2-1 0 0,-2 0 0 0,2-1-176 16,-1-1-112-16,1-1-32 0,0-17 0 0,-2 16-512 15,2-16-96-15,0 0-32 0,0 0-3904 0</inkml:trace>
          <inkml:trace contextRef="#ctx0" brushRef="#br0" timeOffset="-26835.7459">-2151 2914 16383 0,'0'0'192'0,"18"-2"-48"0,3 0-16 0,-1 0-128 16,2 1 0-16,2 1 0 0,2 0 0 0,0 0 496 15,1 0 64-15,3 0 16 0,3 0 0 0,2-2-208 16,2 0-48-16,-4 0 0 0,-5 0 0 0,-4 0-144 0,-4 0-48 16,1 1 0-16,-3-1 0 0,0-2-128 0,1 0-272 0,-1 1 64 0,-1-3 16 0,0 1 192 31,-3-3 0-31,1 1 0 0,0-1 0 0,0-1-1632 15,-3 0-288-15,-2-2-48 0,-3-2-4128 0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</inkml:traceFormat>
        <inkml:channelProperties>
          <inkml:channelProperty channel="X" name="resolution" value="369.51501" units="1/cm"/>
          <inkml:channelProperty channel="Y" name="resolution" value="415.70438" units="1/cm"/>
        </inkml:channelProperties>
      </inkml:inkSource>
      <inkml:timestamp xml:id="ts0" timeString="2021-06-29T04:20:40.035"/>
    </inkml:context>
    <inkml:brush xml:id="br0">
      <inkml:brushProperty name="width" value="0.05292" units="cm"/>
      <inkml:brushProperty name="height" value="0.05292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332F322-CA50-45D5-A58F-A78434762720}" emma:medium="tactile" emma:mode="ink">
          <msink:context xmlns:msink="http://schemas.microsoft.com/ink/2010/main" type="writingRegion" rotatedBoundingBox="17763,11781 17778,11781 17778,11796 17763,11796"/>
        </emma:interpretation>
      </emma:emma>
    </inkml:annotationXML>
    <inkml:traceGroup>
      <inkml:annotationXML>
        <emma:emma xmlns:emma="http://www.w3.org/2003/04/emma" version="1.0">
          <emma:interpretation id="{9ED367DA-D5D0-4BE6-9516-4306734C63A7}" emma:medium="tactile" emma:mode="ink">
            <msink:context xmlns:msink="http://schemas.microsoft.com/ink/2010/main" type="paragraph" rotatedBoundingBox="17763,11781 17778,11781 17778,11796 17763,117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B6ADCF-0BD2-4294-ACEA-5C5A51DC8205}" emma:medium="tactile" emma:mode="ink">
              <msink:context xmlns:msink="http://schemas.microsoft.com/ink/2010/main" type="line" rotatedBoundingBox="17763,11781 17778,11781 17778,11796 17763,11796"/>
            </emma:interpretation>
          </emma:emma>
        </inkml:annotationXML>
        <inkml:traceGroup>
          <inkml:annotationXML>
            <emma:emma xmlns:emma="http://www.w3.org/2003/04/emma" version="1.0">
              <emma:interpretation id="{91816034-9363-43F4-812B-4C1FE40CE712}" emma:medium="tactile" emma:mode="ink">
                <msink:context xmlns:msink="http://schemas.microsoft.com/ink/2010/main" type="inkWord" rotatedBoundingBox="17763,11781 17778,11781 17778,11796 17763,11796"/>
              </emma:interpretation>
              <emma:one-of disjunction-type="recognition" id="oneOf0">
                <emma:interpretation id="interp0" emma:lang="en-AU" emma:confidence="0">
                  <emma:literal>.</emma:literal>
                </emma:interpretation>
                <emma:interpretation id="interp1" emma:lang="en-AU" emma:confidence="0">
                  <emma:literal>`</emma:literal>
                </emma:interpretation>
                <emma:interpretation id="interp2" emma:lang="en-AU" emma:confidence="0">
                  <emma:literal>'</emma:literal>
                </emma:interpretation>
                <emma:interpretation id="interp3" emma:lang="en-AU" emma:confidence="0">
                  <emma:literal>l</emma:literal>
                </emma:interpretation>
                <emma:interpretation id="interp4" emma:lang="en-AU" emma:confidence="0">
                  <emma:literal>,</emma:literal>
                </emma:interpretation>
              </emma:one-of>
            </emma:emma>
          </inkml:annotationXML>
          <inkml:trace contextRef="#ctx0" brushRef="#br0">0 0,'0'0</inkml:trace>
        </inkml:traceGroup>
      </inkml:traceGroup>
    </inkml:traceGroup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1.82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21FFAC0-8543-4B0F-98CB-9416A6E37F95}" emma:medium="tactile" emma:mode="ink">
          <msink:context xmlns:msink="http://schemas.microsoft.com/ink/2010/main" type="inkDrawing" rotatedBoundingBox="784,11847 4741,11712 4747,11869 789,12005" shapeName="Other">
            <msink:destinationLink direction="with" ref="{AF8AC6E1-9DE4-436B-A132-7CF5CC30B127}"/>
            <msink:destinationLink direction="with" ref="{18E7E102-76C9-4BA0-84BE-CE463B6EA375}"/>
          </msink:context>
        </emma:interpretation>
      </emma:emma>
    </inkml:annotationXML>
    <inkml:trace contextRef="#ctx0" brushRef="#br0">0 258 691,'6'-10'61,"-6"-4"-49,5 4-12,-5 5 0,0 5 188,0 0 34,0 0 7,0 0 2,16-5-103,-5 0-20,-11 5-4,6 0 0,5-4-17,-6-1-3,12 0-1,-12 0 0,6 0-17,-5 5-3,5-5-1,11-5 0,-17 6-18,6-1-4,0 5-1,6 0 0,-7-5-11,7 0-3,5 10 0,-11-5 0,5 5-11,12-5-2,-17-5-1,16 0 0,-16 5-11,16 0 0,-5-5 9,0-5-9,0 5 0,6 1 0,-1-11 0,1 10 0,-1 0 0,0 0 0,-5 5 0,0-5 0,11-4 0,-5 4 0,-1 5 0,0 5 0,1-5 0,10 5 0,-10-1 0,5 6 0,-1 0 0,7 0 0,-17-15 0,11 5 0,-6 10 0,6-10 0,0 4 0,-6-8 0,6-6 0,0 5 0,-5 10 0,4-10 0,1-5 0,6 0 0,-17 10 0,11 5 0,-6-10 0,0 5-16,1 0 2,-1 0 1,12-4 13,-1 4 0,0 0 0,-10 4 0,10-4 12,-5 5 4,6 0 2,-1 5 0,-11-5-18,12 5 0,-1-1 8,-10-4-8,4 0 0,1 0 0,6-5 0,-12 0 0,1 0 0,10-5 0,-16-5 0,11 5 0,5 1-12,-16 4-7,11 0-1,-5 0 0,-1-5 34,11 5 6,-16 5 2,6-5 0,16-5-22,-17 10 8,0-5-8,12 0 0,-12-5 0,1 0 0,-1 5 0,0 0 0,6 0 8,-5 0-8,-1-5 8,1 5-8,-1 10 0,0-5 0,1-10 0,-6 0-8,11-5 8,-11 5 0,5 5 0,1 0 8,-7 0-8,7 0 8,-6 0-8,11 0 8,-17-5-8,12 5 0,-12-5 0,0 5 0,6 5 0,0-5 8,6-5-8,-6 5 0,5 0 0,-5-4 8,0-1-8,0 0 0,5-5 27,-5 5 1,0 5 0,0 0 0,6-5-28,-12 0-20,11 5 3,-16-4 1,6-1 16,5 0 0,-6 0 0,1 0 0,-6 5 9,5 0-9,-5-5 8,0 0-8,0 0 0,5 5 0,-5-4 8,0-1-8,0 5 0,0 0 0,-11 0 0,22-5 0,-11 5 0,0 0 0,-11 0 9,11 0-9,0 0 8,0 0-8,-11 0 8,17 5-8,-17-5 10,11 0-2,0 0-8,-11 0 12,16 5-12,-5-5 0,5 4 0,-16-4 0,11-4 11,0 8-11,-11-4 12,17 0-12,5 0 0,-6 5 0,-16-5 0,0 0 0,17 5-13,-17-5 3,0 0 1,0 0 0,11 5 9,-11-5 0,0 0 0,0 0 0,16 0 0,-16 0-12,0 0 12,0 0-12,0 0-199,0 0-40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3.01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F8AC6E1-9DE4-436B-A132-7CF5CC30B127}" emma:medium="tactile" emma:mode="ink">
          <msink:context xmlns:msink="http://schemas.microsoft.com/ink/2010/main" type="inkDrawing" rotatedBoundingBox="718,11849 4231,8571 4371,8721 858,11998" semanticType="callout" shapeName="Other">
            <msink:sourceLink direction="with" ref="{921FFAC0-8543-4B0F-98CB-9416A6E37F95}"/>
            <msink:sourceLink direction="with" ref="{030966AC-4769-4ED3-9902-AB984B80BF35}"/>
          </msink:context>
        </emma:interpretation>
      </emma:emma>
    </inkml:annotationXML>
    <inkml:trace contextRef="#ctx0" brushRef="#br0">31 3218 748,'-17'-20'33,"6"15"7,11 5-32,0 0-8,0 0 0,0 0 0,-5 0 156,5 0 28,0 0 7,0 0 1,0 0-93,0 0-19,0 0-3,0 0-1,0 0-20,0 0-5,16-5-1,-10 0 0,10 10-7,1-5-2,-1-5 0,-5 5 0,16-4-11,-16-1-2,6-5-1,10 0 0,-10 0-11,5 1-1,-6-6-1,12 0 0,-7 1 5,7-1 1,-1-9 0,1 4 0,10 1-9,-16-6-2,11 1 0,5 0 0,1-1 1,-12 1 0,12-5 0,-7-1 0,1 1 3,0 5 1,6-5 0,-1 4 0,0-4-6,6 0-8,-5-5 11,10-1-11,-16 1 10,11 0-10,-6-5 8,6 0-8,0 0 0,-6 5 8,1-5-8,5 0 0,-6-5 0,6 5 0,0-5 0,5 5 0,-11 0 0,6-5 0,0 1 0,6-1 0,-7 5 0,1-5 0,6 0 0,-6 0 0,5 0 0,-5-4 0,-6-1 9,6 5-9,5 0 0,-10 5 0,-6 0 0,5 0 0,0 0 0,6 0 0,-5-5 0,-6 5 0,0 0 0,-1 5 0,12 0 0,-5 0 0,-1-5 0,-5 0 0,0 5 0,11 0 0,-17 4 0,12-9 0,-12 5 0,11 0 0,-10 0 0,-1 5 0,1-1 0,-1 1 0,0 5 0,1-5 0,-6-1 0,0 6 0,0 0 0,0-1 0,5 11 0,-10-11 0,4 6 0,-4-1 0,5 1 0,-6 4 0,6-4 0,0 4 0,-5 0 0,-1 1 0,1-1 0,-6 0 0,5-4 0,0-1 0,1 11 0,5-6 0,-6-4 0,1 4 0,-1-9 0,-5 9 0,6 0 0,-1 1 0,0-1 0,-5 0 0,11 1 0,-16-1 0,10 5 0,1 1 0,-1-6 0,-10 0 0,10 1 0,1 4 0,-12 0 0,6 5 0,-5 1 0,-6 4 0,11-5 0,-11 5 0,0 0 0,10-5 0,-10 5 0,11-5 0,-5 0 0,-6 5 0,0 0 0,11-10-8,-6 5-4,1 1 0,5-6 0,-11 0 0,11 5-1,-11 5-1,0 0 0,0 0 0,0 0-47,0 0-10,0 0-1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5.019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8E7E102-76C9-4BA0-84BE-CE463B6EA375}" emma:medium="tactile" emma:mode="ink">
          <msink:context xmlns:msink="http://schemas.microsoft.com/ink/2010/main" type="inkDrawing" rotatedBoundingBox="681,11971 4561,15576 4469,15674 590,12070" semanticType="callout" shapeName="Other">
            <msink:sourceLink direction="with" ref="{921FFAC0-8543-4B0F-98CB-9416A6E37F95}"/>
            <msink:sourceLink direction="with" ref="{F52E8033-83D5-4D46-8BFC-150054B7C469}"/>
          </msink:context>
        </emma:interpretation>
      </emma:emma>
    </inkml:annotationXML>
    <inkml:trace contextRef="#ctx0" brushRef="#br0">3861 3617 230,'11'-5'20,"-11"0"-20,0 5 0,0 0 0,0 0 256,0 0 48,0 0 8,0 0 3,-11 0-146,11 0-29,0 0-5,0 0-2,-6-5-48,1-4-9,-1 9-3,-5-5 0,6-5-40,-1 5-8,1-5-1,-6 5-1,0-4 17,0 4 4,0 0 1,0-5 0,0 0-26,-5-4-6,5 4-1,-6-5 0,1 6-12,-1-6 9,1 0-9,5 1 8,-17-15-8,12 4 0,-6 6 0,6-6 0,-6 1 0,5 0 0,-10-1 0,5 1 0,5 0 0,-5-1 0,-5 1-9,5-5 9,0-1 0,-5 1 0,10 0 0,-5 4 0,-5-4 0,0 5 0,5-5 0,-6-1 0,1 1 0,-1 0 0,1 4 0,10 1 0,-15 0 0,4-1 0,1 6 0,-6-1 0,5-4 0,1 0 0,-6-1 0,0-4 0,6 5 0,-6-1 0,-6 1 8,7-5-8,-1-1 0,-6-4 8,1-5-8,5 15 0,6 9 8,-6 1-8,11-11 0,-17-4 9,6 5-9,1-6 0,4 1 0,-16-10 0,6 5 0,5 0 0,0 0 0,-5 4 8,-1-4-8,6 0 0,-5-5 0,5 10 0,-5 0 0,5-1 0,-6 1 0,1 5 0,-6-1 0,6 1 0,-1 5 0,1-6 0,0-4 0,5 5 0,5-6 0,-5 1 8,0-5-8,-5 0 0,0 0 0,10 0 0,1-1 0,-1 1 0,1 0 0,-6 0 0,6 5 0,-1-5 0,-5 0 0,11-1 0,-5 1 0,0 0 0,-1 0 0,1 5 0,-1 0 0,-5 4 0,6-4 0,0 5 0,-1 4 0,-5 1 0,11-6 0,-11 1 0,11 0 0,-5-6 0,5 6 0,-5 0 0,10-1 0,-10-4-9,5 5 9,0-6-13,0 6 13,0 0 15,6-1-3,-12 6-1,6-6-11,0 6 0,6-1 0,-6 1 8,0-1-16,5 1-4,-4-1-1,4 6 0,-5-6 22,6 1 5,-1-1 1,-5 6 0,6-6-15,-6 1 0,5 9 8,1-5-8,0-4 8,-1 4-8,-10 5 11,10-4-11,1 4 12,-6-5-12,5 6 12,-5-6-12,6 5 10,0 0-10,-1 1 8,12-6-8,-12 5 0,1 1 0,5-1 0,0-5 0,0 5 0,-6-4 0,6-1-9,11 10 9,-11-4-117,6 4-17,5-5-3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6.646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30966AC-4769-4ED3-9902-AB984B80BF35}" emma:medium="tactile" emma:mode="ink">
          <msink:context xmlns:msink="http://schemas.microsoft.com/ink/2010/main" type="inkDrawing" rotatedBoundingBox="5343,11471 5353,11991 5065,11996 5055,11477" semanticType="verticalRange" shapeName="Other">
            <msink:sourceLink direction="with" ref="{ECFE7792-D478-4ABD-8E1A-60AE2774357B}"/>
            <msink:destinationLink direction="with" ref="{AF8AC6E1-9DE4-436B-A132-7CF5CC30B127}"/>
          </msink:context>
        </emma:interpretation>
      </emma:emma>
    </inkml:annotationXML>
    <inkml:trace contextRef="#ctx0" brushRef="#br0">-1 68 1688,'0'0'75,"0"0"15,0 5-72,5-5-18,1-5 0,-1 0 0,-5 0 135,11 0 23,-5-4 5,-1 4 1,6 10-49,-6-5-10,6-5-1,6 5-1,-12-5-52,12-5-11,-1 5-1,-5 0-1,6-4-15,-1 4-3,-5 5-1,0 0 0,6 0-7,-6 5 0,0 0-1,-6 4 0,0 6-1,-5 0 0,0 4 0,-5 5 0,0 6-19,-6-1-4,11 5-1,-22 0 0,5 0 14,6-4-12,-5 4 12,-1-5-12,6 0-12,-11-4-3,11-1 0,6-9 0,-17-1 9,16-4 2,-4 0 0,-1-1 0,5-9 16,6 0 0,0 5-8,0-5 8,0 0 12,0 0 5,0 0 2,0 0 0,0 0 12,0 0 2,0 0 1,0 0 0,6-5 2,5 1 0,5-6 0,6 10 0,-11 0-11,5 0-1,1 5-1,-1 0 0,6-1-23,-5-4 9,-1 5-9,1 0 0,-1 0-96,0-5-25,1 5-6,-1 0-717,1 5-144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8.36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EC3933D-2F43-40DF-8EBB-B7724B900FD4}" emma:medium="tactile" emma:mode="ink">
          <msink:context xmlns:msink="http://schemas.microsoft.com/ink/2010/main" type="writingRegion" rotatedBoundingBox="3556,4641 5712,4287 5820,4944 3664,5299"/>
        </emma:interpretation>
      </emma:emma>
    </inkml:annotationXML>
    <inkml:traceGroup>
      <inkml:annotationXML>
        <emma:emma xmlns:emma="http://www.w3.org/2003/04/emma" version="1.0">
          <emma:interpretation id="{EAAFD068-76AE-4E55-9D72-E9E75D0876F9}" emma:medium="tactile" emma:mode="ink">
            <msink:context xmlns:msink="http://schemas.microsoft.com/ink/2010/main" type="paragraph" rotatedBoundingBox="3556,4641 5712,4287 5820,4944 3664,52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B69B17-82DB-424F-B27E-039915B2E7B9}" emma:medium="tactile" emma:mode="ink">
              <msink:context xmlns:msink="http://schemas.microsoft.com/ink/2010/main" type="line" rotatedBoundingBox="3556,4641 5712,4287 5820,4944 3664,5299"/>
            </emma:interpretation>
          </emma:emma>
        </inkml:annotationXML>
        <inkml:traceGroup>
          <inkml:annotationXML>
            <emma:emma xmlns:emma="http://www.w3.org/2003/04/emma" version="1.0">
              <emma:interpretation id="{DC17D8FE-A479-45EE-99A5-9C298803064E}" emma:medium="tactile" emma:mode="ink">
                <msink:context xmlns:msink="http://schemas.microsoft.com/ink/2010/main" type="inkWord" rotatedBoundingBox="3556,4641 5712,4287 5820,4944 3664,5299">
                  <msink:destinationLink direction="with" ref="{4E87F472-0A75-47DA-916F-0365B3F6D67F}"/>
                </msink:context>
              </emma:interpretation>
              <emma:one-of disjunction-type="recognition" id="oneOf0">
                <emma:interpretation id="interp0" emma:lang="en-AU" emma:confidence="0">
                  <emma:literal>spinner</emma:literal>
                </emma:interpretation>
                <emma:interpretation id="interp1" emma:lang="en-AU" emma:confidence="0">
                  <emma:literal>Spinner</emma:literal>
                </emma:interpretation>
                <emma:interpretation id="interp2" emma:lang="en-AU" emma:confidence="0">
                  <emma:literal>spinners</emma:literal>
                </emma:interpretation>
                <emma:interpretation id="interp3" emma:lang="en-AU" emma:confidence="0">
                  <emma:literal>Spanner</emma:literal>
                </emma:interpretation>
                <emma:interpretation id="interp4" emma:lang="en-AU" emma:confidence="0">
                  <emma:literal>spinier</emma:literal>
                </emma:interpretation>
              </emma:one-of>
            </emma:emma>
          </inkml:annotationXML>
          <inkml:trace contextRef="#ctx0" brushRef="#br0">208 195 288,'0'0'12,"0"0"4,0-10-16,-5-4 0,5-1 0,0 5 0,-6-4 376,1 4 73,-1-5 15,6 6 2,-11-6-290,11 0-57,-11 1-12,11-1-3,0 15-46,-5-5-10,-1-9-1,1 4-1,5 10-22,0 0-4,-6-10 0,6 10-1,0 0-8,0 0-2,-5 5 0,-1 5 0,-4 0-9,-1-1 0,5-4 0,1 10 0,-1-1 0,6 1 0,0 0 0,0-1 0,6 1 0,-1 0 15,-5-1-1,6 1 0,5-1-29,-1 1-5,-4-5-2,5 4 0,0 1 35,5 0 7,-5-1 2,-11 1 0,11-5-22,-5 4 0,5-4 0,-11-10 0,0 0-12,0 0-6,0 10-2,0-10 0,-11 14 32,0-4 7,5 0 1,-10 0 0,5-10-20,-6 5 0,6-5-8,-16 0 8,16 0-24,-5-5 0,-1 5 1,1-5 0,10 0-131,-16 0-26,6 0-6</inkml:trace>
          <inkml:trace contextRef="#ctx0" brushRef="#br0" timeOffset="431.96">263 239 1486,'28'0'66,"-23"5"14,6-5-64,0 5-16,-11 5 0,11-1 0,5 1 108,-10 5 18,5-1 4,0 6 1,-6-1-3,6 6 0,-5-1 0,-1 0 0,6 1-85,-5-1-18,-6 1-3,0-1-1,5 0-33,-5-4-8,0-6 0,0-4-1,0 5 41,0-1 9,0 1 2,0-15 0,0 0 1,0 0 1,0 0 0,-5-10 0,-1 1-77,6-11-16,-11 1-4,6-6 0,-1 1 52,1-5 12,-1 4 0,1-4 0,5-5 0,-11 5 0,5-1 0,1 6 0,-1 0 0,6-1 8,0 6 0,6-1-8,-6 6 0,11-1 0,0 0-10,0 6 10,0-1 21,-6 5 12,12 0 3,-6 5 0,5 5 1,6 0 1,-17-5 0,12 10 0,-1-1-2,-5 1 0,-5 0 0,5 4 0,-6 1-14,6 0-3,-11 4-1,11-4 0,-11-1 6,-11-4 0,11 5 1,-5-1 0,-1-4-14,-5 0-3,0-5-8,0 0 12,0 0-35,-5-1-7,-6-4-2,6-4 0,-1-1 23,6-5 9,-16-5-8,16 6 8,-6-1-81,6-5-11,0 1-3,6-1-697,-6 0-139</inkml:trace>
          <inkml:trace contextRef="#ctx0" brushRef="#br0" timeOffset="618.58">609 73 1094,'0'0'97,"0"0"-77,11 10-20,-6 0 0,1-5 196,4 4 36,1 6 8,-11 0 0,11-1-48,-5 1-9,-6 0-3,5-1 0,1 1-80,5 4-16,-11 1-3,0-6-1,0 1-49,5 5-11,-5-6-1,0-4-1,0 0-18,0-10-11,0 0 2,0 0 0,-5 14-131,5-14-27,0 0-5,0 0-957</inkml:trace>
          <inkml:trace contextRef="#ctx0" brushRef="#br0" timeOffset="1084.55">658-73 1479,'0'0'32,"0"0"8,0 0 0,0 0 2,0 0-34,0 0-8,0 0 0,0 0 0,0 0 0,11 5-16,-11-5 4,0 0 1,0 0-69,11 10-15,0-5-2,-6 4-1,-5-9-15,11 10-3,0 0-1,-5 4 0,5-9 96,-6 5 21,1 5 0,5-1 0,-6 1 128,6 0 24,0-6 4,-11 6 0,11-5-16,-5 4-4,4 1-1,-4 0 0,-1-6-6,1 6-1,-1 0 0,1-1 0,-6 1-40,5-1-9,1 1-2,-1 0 0,-5-15-26,0 14-6,0 1-1,0-15 0,0 0-15,0 0-3,0 0-1,0 0 0,0 0-7,0 0-2,0 0 0,0 0 0,0 0-1,0 0-1,-5-15 0,-1 1 0,1 4-14,5-10 0,0 1 0,-6-1 0,1 6 0,5-1 8,0 5-8,5-4 0,-5 4 19,0 0-3,6 1 0,-1-1 0,6 5-4,-5-5 0,-1 5-1,6 0 0,0 5-20,0 0-4,-11 0-1,0 0 0,11 5 46,0 0 10,0 5 2,0 5 0,0-1-20,-5 1-3,5 4-1,-6 1 0,1-1-12,-6 1-8,5-1 10,6 1-10,-6-6 0,-5 1 0,0-5 0,0-10 0,6 14-43,-6-14-1,0 0-1,0 0 0,0 0-151,0 0-29,0 0-7,0 0-847</inkml:trace>
          <inkml:trace contextRef="#ctx0" brushRef="#br0" timeOffset="1857.53">1097 29 230,'0'0'20,"0"0"-20,0 0 0,0 0 0,0 0 361,0 0 68,11 10 14,-11-10 2,5 10-208,1-5-41,5 5-9,-6-1-2,-5 6-64,6 0-13,-6-6-2,5 6-1,-5 0-84,0-1-21,0 1 0,0-1 0,11 1 0,-11 0 0,0-1 0,0-14 0,0 0 0,0 15 0,0-5 0,0-10 0,0 0 0,0 0 0,0 0 0,0 0 0,0 0 0,0-10 0,5-5 0,-5 1 0,6-6 0,-6 1 0,0-1 0,0-4 0,-6 9 0,6-4 0,-5-1 0,10 6 0,1-1 0,-6 0 0,5 6 0,-5-1 0,0-5 0,6 5 0,-6 10 0,0 0 0,0 0 0,0 0 0,0 0 0,16 10 0,-16-10 0,6 15 0,5 4 0,-6-4 0,6 0 0,0-1 0,0 6 0,-5-6 0,5 1 32,0 4 1,0-9 1,-6 5 0,6-5-34,0 4 0,5-4 0,-5 5 0,-11-15 0,11 4 0,-11-4 0,17 5-9,-17-5 9,16 5 0,1-5 0,-1-5 0,1 0 0,-6 1 0,0-6 0,5 0 8,-10-5-8,5 1 9,-1-1-9,-4-4 10,5 4 2,0-4 1,-11-1 0,0 1 0,0-1-1,0 1-1,0 4 0,0-5 0,0 6-11,-11 4 0,5-5 9,1 6-9,-1 4 0,-4 0 0,4 5 0,-5 5 0,0 0 0,0 0 0,0 4 0,6 11 0,5 4-11,0-4 0,-11-1 0,22 1 0,-11 4 11,0-4-13,5 4 5,1-9 8,-1-1-12,6-4 12,0 0-12,-5-1 12,5 1 0,-11-10 0,16 0 0,6 0 0,-11-5 0,5 0 0,-5 1 0,6-6 0,-1 0-38,-5 0 0,0-4 0,6-1 0,5 0 23,-17 6 5,11-6 1,-5 0 0,6-4-37,-6 4-7,0 6-2,0-1 0,0 0 44,-6 5 11,6 5 0,0 0 0,-5 0 0,5 5 0,-6 5 0,6 0 0,-5-1 0,-6 1 0,5 5 0,1-1 0,-1 1 0,6 4 0,-11-4 0,0-5 0,5 4 29,1-4 8,-6-10 2,0 0 0,0 0-12,0 0-3,0 0 0,0 0 0,0 0 13,5-10 3,-5-4 0,11-1 0,-11-4-12,6-6-3,5 1 0,0 0 0,-6-1 6,6-4 1,-5 5 0,10 4 0,-16 1-17,17-6-3,-1 6-1,-5-6 0,0 6-11,6-6-9,4 1 9,-10 5-13,6-1-142,5 1-28,0-1-5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7.476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95A307A-F639-4DBB-ADA5-1F942DC2C9C4}" emma:medium="tactile" emma:mode="ink">
          <msink:context xmlns:msink="http://schemas.microsoft.com/ink/2010/main" type="writingRegion" rotatedBoundingBox="4810,15783 5194,15783 5194,16202 4810,16202"/>
        </emma:interpretation>
      </emma:emma>
    </inkml:annotationXML>
    <inkml:traceGroup>
      <inkml:annotationXML>
        <emma:emma xmlns:emma="http://www.w3.org/2003/04/emma" version="1.0">
          <emma:interpretation id="{C06AA9A1-85A6-4910-B1D0-E33CD50D154D}" emma:medium="tactile" emma:mode="ink">
            <msink:context xmlns:msink="http://schemas.microsoft.com/ink/2010/main" type="paragraph" rotatedBoundingBox="4810,15783 5194,15783 5194,16202 4810,162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FB5F56-7919-46CC-90C4-A9D097F24BB2}" emma:medium="tactile" emma:mode="ink">
              <msink:context xmlns:msink="http://schemas.microsoft.com/ink/2010/main" type="line" rotatedBoundingBox="4810,15783 5194,15783 5194,16202 4810,16202"/>
            </emma:interpretation>
          </emma:emma>
        </inkml:annotationXML>
        <inkml:traceGroup>
          <inkml:annotationXML>
            <emma:emma xmlns:emma="http://www.w3.org/2003/04/emma" version="1.0">
              <emma:interpretation id="{F52E8033-83D5-4D46-8BFC-150054B7C469}" emma:medium="tactile" emma:mode="ink">
                <msink:context xmlns:msink="http://schemas.microsoft.com/ink/2010/main" type="inkWord" rotatedBoundingBox="4810,15783 5194,15783 5194,16202 4810,16202">
                  <msink:destinationLink direction="with" ref="{18E7E102-76C9-4BA0-84BE-CE463B6EA375}"/>
                </msink:context>
              </emma:interpretation>
              <emma:one-of disjunction-type="recognition" id="oneOf0">
                <emma:interpretation id="interp0" emma:lang="en-AU" emma:confidence="0">
                  <emma:literal>3</emma:literal>
                </emma:interpretation>
                <emma:interpretation id="interp1" emma:lang="en-AU" emma:confidence="0">
                  <emma:literal>2</emma:literal>
                </emma:interpretation>
                <emma:interpretation id="interp2" emma:lang="en-AU" emma:confidence="0">
                  <emma:literal>z</emma:literal>
                </emma:interpretation>
                <emma:interpretation id="interp3" emma:lang="en-AU" emma:confidence="0">
                  <emma:literal>]</emma:literal>
                </emma:interpretation>
                <emma:interpretation id="interp4" emma:lang="en-AU" emma:confidence="0">
                  <emma:literal>Z</emma:literal>
                </emma:interpretation>
              </emma:one-of>
            </emma:emma>
          </inkml:annotationXML>
          <inkml:trace contextRef="#ctx0" brushRef="#br0">104 45 1555,'0'0'138,"0"0"-110,0 0-28,0 0 0,0 0 160,0 0 28,0 0 4,11-15 2,-5 6-53,4-1-10,1 5-3,-11 5 0,11-5-53,0 5-11,6 0-3,-6 0 0,5 5-29,-5-5-5,6 5-2,-12 5 0,1-6-14,5 1-3,-6 5-8,6 0 12,-11 0-12,0 4 0,0-4 8,0 5-8,0-1-8,0 1-5,0-1-1,0-4 0,-11 0-20,11 0-4,-5-1-1,5 1 0,0 0-5,0-10 0,0 0-1,0 0 0,0 0 6,0 0 2,-6 10 0,6-10 0,0 0 16,0 0 3,0 0 1,0 0 0,0 0 17,11 9 0,0 1-8,-11 5 8,6-5 0,-6-10 0,11 4-8,-1 11 8,7-5-20,-6 4-1,-11-14 0,5 0 0,6 0 40,-11 0 8,0 0 1,11 10 1,0 10 5,0-11 1,-11-9 0,0 0 0,0 0 3,6 20 1,-6-1 0,0-19 0,0 0 1,0 0 0,0 0 0,0 0 0,-11 0 7,5 10 1,-16 5 1,6-10 0,-6-10-35,0-5-14,0 5 11,0 10-11,6 10 0,-12-6 0,1-13 0,-1 4-10,-10 4-43,11 1-9,-1-5-2,1-9-819,5-6-164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5.747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E87F472-0A75-47DA-916F-0365B3F6D67F}" emma:medium="tactile" emma:mode="ink">
          <msink:context xmlns:msink="http://schemas.microsoft.com/ink/2010/main" type="inkDrawing" rotatedBoundingBox="4892,8448 4959,8867 4908,8875 4840,8457" semanticType="callout" shapeName="Other">
            <msink:sourceLink direction="with" ref="{DC17D8FE-A479-45EE-99A5-9C298803064E}"/>
          </msink:context>
        </emma:interpretation>
      </emma:emma>
    </inkml:annotationXML>
    <inkml:trace contextRef="#ctx0" brushRef="#br0">4122-185 1209,'0'-10'108,"5"5"-87,-5 5-21,0 0 0,0 0 171,0 0 29,0 0 7,0 0 1,0 0-41,0 0-8,0 0-2,0 0 0,11 0-57,-11 0-12,0 0-3,6 5 0,5 5-33,0 0-8,0-1 0,-11 6-1,5 9-23,1 1-4,-6-1 0,0 5-1,5 1-15,-5 4 8,0-5-8,0 0 0,0-4-20,0 4-9,6-5-3,-1 1 0,1-1-212,-1-9-44</inkml:trace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36.24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CFE7792-D478-4ABD-8E1A-60AE2774357B}" emma:medium="tactile" emma:mode="ink">
          <msink:context xmlns:msink="http://schemas.microsoft.com/ink/2010/main" type="writingRegion" rotatedBoundingBox="8939,4897 9747,18382 9307,18409 8498,4923">
            <msink:destinationLink direction="with" ref="{030966AC-4769-4ED3-9902-AB984B80BF35}"/>
          </msink:context>
        </emma:interpretation>
      </emma:emma>
    </inkml:annotationXML>
    <inkml:traceGroup>
      <inkml:annotationXML>
        <emma:emma xmlns:emma="http://www.w3.org/2003/04/emma" version="1.0">
          <emma:interpretation id="{7003B653-159A-4EC7-B57A-E3DD809B5339}" emma:medium="tactile" emma:mode="ink">
            <msink:context xmlns:msink="http://schemas.microsoft.com/ink/2010/main" type="paragraph" rotatedBoundingBox="8939,4897 9747,18382 9307,18409 8498,492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2ACC7C-0267-4E21-AC52-B553C8634790}" emma:medium="tactile" emma:mode="ink">
              <msink:context xmlns:msink="http://schemas.microsoft.com/ink/2010/main" type="line" rotatedBoundingBox="8939,4897 9747,18382 9307,18409 8498,4923"/>
            </emma:interpretation>
          </emma:emma>
        </inkml:annotationXML>
        <inkml:traceGroup>
          <inkml:annotationXML>
            <emma:emma xmlns:emma="http://www.w3.org/2003/04/emma" version="1.0">
              <emma:interpretation id="{D5A53225-F288-4F10-A784-1274B9F2DB13}" emma:medium="tactile" emma:mode="ink">
                <msink:context xmlns:msink="http://schemas.microsoft.com/ink/2010/main" type="inkWord" rotatedBoundingBox="9313,11147 9424,13000 9044,13023 8933,11169">
                  <msink:destinationLink direction="with" ref="{F7753731-397C-43FB-9ECD-D43A12C23CE7}"/>
                  <msink:destinationLink direction="with" ref="{E7188562-F236-41B8-ABA0-6624D785AF3B}"/>
                  <msink:destinationLink direction="with" ref="{CF8DF4AA-7FFD-4B82-9B65-AA4EBE1240D9}"/>
                  <msink:destinationLink direction="with" ref="{06CDD8C7-EB5F-4B3B-972D-7F3C2A610A01}"/>
                  <msink:destinationLink direction="with" ref="{2C3AFBF5-E611-424F-B206-CA78244A045B}"/>
                  <msink:destinationLink direction="with" ref="{A3C530EE-2C09-4736-A904-6F29DBEAB3A0}"/>
                  <msink:destinationLink direction="with" ref="{6FEC512C-D9B6-4483-BCDE-6A53C1B977B9}"/>
                  <msink:destinationLink direction="with" ref="{48768C39-2534-4E34-94B2-0D3917659F1B}"/>
                </msink:context>
              </emma:interpretation>
              <emma:one-of disjunction-type="recognition" id="oneOf0">
                <emma:interpretation id="interp0" emma:lang="en-AU" emma:confidence="0">
                  <emma:literal>-Noisiness-momentane</emma:literal>
                </emma:interpretation>
                <emma:interpretation id="interp1" emma:lang="en-AU" emma:confidence="0">
                  <emma:literal>-nmernnnmJHe-rnone</emma:literal>
                </emma:interpretation>
                <emma:interpretation id="interp2" emma:lang="en-AU" emma:confidence="0">
                  <emma:literal>-nmernnnmJHe-rnene</emma:literal>
                </emma:interpretation>
                <emma:interpretation id="interp3" emma:lang="en-AU" emma:confidence="0">
                  <emma:literal>-NME-roentgenise</emma:literal>
                </emma:interpretation>
                <emma:interpretation id="interp4" emma:lang="en-AU" emma:confidence="0">
                  <emma:literal>-Nms.-enmeshments</emma:literal>
                </emma:interpretation>
              </emma:one-of>
            </emma:emma>
          </inkml:annotationXML>
          <inkml:trace contextRef="#ctx0" brushRef="#br0">301 6254 1861,'-6'10'40,"1"-5"9,-1-1 2,6-4 2,-5 0-42,5 0-11,0 0 0,0 0 0,0 0 117,0 0 22,0 10 4,0 5 1,5-5-49,-5-1-10,0 6-1,0 0-1,11 9-24,-11-5-5,6 6-1,-6-1 0,0-4-30,5-1-7,6 1 0,-11-1-1,0-4-15,6-1-16,-6 1 3,5-5 1,1 4-154,-6-14-30,5 5-7,6 0-1</inkml:trace>
          <inkml:trace contextRef="#ctx0" brushRef="#br0" timeOffset="-178.53">92 6356 2217,'0'0'48,"0"0"11,0 0 1,0 0 4,0 0-52,0 0-12,0 0 0,0 0 0,0 0 117,0 0 21,0 0 4,0 0 1,0 0-82,0 0-16,0 0-3,0 0-1,0 0 19,0 0 3,0 0 1,0 10 0,6 5-52,5-6-12,-11 6 0,5-5 0,-5 4 0,0-4 0,6 5 0,5-5 0,-11-10 0,5 14 0,6-4 8,0 0-8,-11-10 0,11 5 0,-11-5 0,22 9 0,-5-4 0,-17-5 0,0 0 0,21 0 0,1-5-13,-5 5 1,-6-9 0,5-1 0,-5 0-39,0 0-7,0 1-2,-5-6 0,-1 5-148,1-4-29,-1 4-7,-5 10-778</inkml:trace>
          <inkml:trace contextRef="#ctx0" brushRef="#br0" timeOffset="384.67">191 7014 230,'11'15'20,"-11"-10"-20,0-5 0,0 0 0,6-5 388,5-10 74,-11 15 14,10-4 4,1-1-248,6 0-50,-6 5-10,5-5-1,-5 0-75,6-5-16,5-4-2,-6 4-1,1 0-34,5-4-7,-12 4-2,12 0 0,-5 15-22,-1-5-4,-5-10 0,0 0-8,0 6-19,0-6-10,-11 10-3,0 0 0,6 0-26,-6 0-6,0 0 0,0 0-751,0-10-149</inkml:trace>
          <inkml:trace contextRef="#ctx0" brushRef="#br0" timeOffset="677.71">224 6995 1958,'0'0'43,"0"0"9,0-10 1,0 10 3,0 0-45,0 0-11,0 0 0,11 15 0,0-1 104,-6 1 20,-5 0 3,11-1 1,0-4-52,-5 0-9,-1 0-3,12 4 0,-1 1-7,-5-1-1,0 1-1,6-5 0,-12 0-23,12-1-5,-6-4-1,-1 0 0,-10-5-34,6 10-8,5 4 0,0-4-1,-6 5 65,-5-15 12,0 0 4,0 10 0,0-10-50,0 0-14,-5 14 0,5 1 8,-6-5-8,1 4 0,-12-4 0,7 5 0,-1-6 0,0 1 0,0-5 0,-6 5 0,1-5-19,-1-1 2,6-4 0,-5 0 0,-1 5-24,-5 0-5,11 0-1,1 0 0,10-5-116,0 0-23,-11-5-5,11 5-897</inkml:trace>
          <inkml:trace contextRef="#ctx0" brushRef="#br0" timeOffset="1057.06">410 7658 2026,'0'0'90,"0"0"18,0-10-86,0 5-22,0-4 0,0 4 0,0-5 157,0 10 27,0 0 6,0 0 1,0 0-116,0 0-23,0 0-5,0 0-1,-11 15 6,11 4 0,0 10 1,-5 1 0,5-1-33,-5 5-8,10-5 0,-5 0-1,0-4-20,5 9-4,6 0-1,-5-5 0,5-4-29,0-6-5,0 1-2,-6-1 0,6-4 40,0-1 10,0-4 0,-5 0 0,5 0 20,0-6 7,-11-4 1,0 0 0,0 0-45,0 0-9,11-4-2,-6-6 0,-5 10 53,6-15 11,-1 1 1,1-1 1,-6 0-22,-6 6-4,1-6 0,-1 5-1,1 5-11,-1-4 8,-5 4-8,6 5 8,5 0-8,-17 5-12,-5 0 2,6 9 1,5-4-100,0 5-20,0-1-4,5 10-687,-10 1-136</inkml:trace>
          <inkml:trace contextRef="#ctx0" brushRef="#br0" timeOffset="-5232.54">-1 0 1036,'0'0'92,"0"0"-73,0 0-19,0 0 0,0 0 171,0 0 30,0 0 7,0 0 0,0 0-46,0 0-10,0 0-1,0 0-1,0 0-59,0 14-12,6-4-3,-6 5 0,0-15-28,0 14-5,0-4-2,5 5 0,1-1-30,-6 1-11,0 0 0,0-1 9,5 1-19,-5-1-4,0 1-1,0 5 0,0-6-174,6 1-35,-6 4-8</inkml:trace>
          <inkml:trace contextRef="#ctx0" brushRef="#br0" timeOffset="-4635.4399">-160 672 1288,'0'0'57,"0"0"12,0 0-55,17 0-14,-17 0 0,11 0 0,0-4 126,-1-1 22,1 5 5,0-5 1,0 0-46,0 0-10,6-5-2,-1 5 0,1 1-28,-1-1-5,6-5-2,-5 5 0,-6 0-20,-11 5-4,0 0-1,0 0 0,16 0-11,-16 0-2,0 0-1,0 0 0,11 10-11,0 5-3,-6-6 0,-5 6 0,0-5-8,-11 4 0,6 1-12,-6 4 12,0-4-53,-5 0-3,5 4-1,0 1 0,0-6-57,-6 6-11,1-6-3,5 1 0,0 0 94,-6-1 18,6-4 4,6 0 1,5-10-1,0 0 0,-11 5 0,11-5 0,0 0 28,0 0 6,0 0 1,0 0 0,0 0 32,0 0 6,0 0 2,11 9 0,-11-9 1,11 5 1,5-5 0,1 5 0,-1-5-24,1 0-5,-6 0 0,5-5-1,6 5-21,-11 0-4,5-5-1,-5 5 0,11 0-42,-5 0-9,-6 0-2,5 0-1057</inkml:trace>
          <inkml:trace contextRef="#ctx0" brushRef="#br0" timeOffset="-4026.21">-23 1282 1713,'0'0'76,"0"0"16,0 0-74,0 0-18,0-15 0,6 5 0,-6 10 160,0 0 29,5-14 6,6 4 1,-11 10-106,0 0-21,17-10-4,-6 5-1,0 0 8,0-4 0,-1 4 1,7 0 0,5 0-36,-22 5-7,0 0-2,0 0 0,11-5-16,-11 5-4,0 0-8,0 0 12,0 0-12,0 0 8,0 0-8,0 0 0,-6 15-32,1-1-12,5 1-2,0 5-1,-6-6-3,6 6-1,0-6 0,-5 1 0,5 4-72,0 6-14,0-6-3,0 1-1,0-10 10,5 4 3,-5 1 0,0-1 0,6 1 81,-6-15 17,0 10 3,0-10 1,-17 10 42,17-1 8,0 1 1,0-10 1,0 0 82,0 0 16,0 0 3,0 0 1,17 10-103,-17-10-25,0 0 0,0 0 0,16 10 56,-16-10 7,0 14 1,0-14 0,0 10-1,0-10 0,0 0 0,0 0 0,0 10-50,0-1-13,-5 1 0,-1 0 0,-5 0 36,0-1 3,0-4 0,-5 5 0,0 0-27,-1-5-4,-5 4-8,6-4 11,5 5-11,0-5 0,-6 0 0,1 0 8,16-5-42,-11 0-9,0 0-1,11 0-1,0 0-134,0 0-26,0 0-6</inkml:trace>
          <inkml:trace contextRef="#ctx0" brushRef="#br0" timeOffset="-3610.36">-94 2110 633,'0'0'28,"0"0"6,0 0-34,0 0 0,0 0 0,0 0 0,0 0 395,0 0 72,0 0 14,0 0 3,0 0-296,0 10-60,0-10-12,5 15-3,-5-1-53,-5 6-12,5-1-1,-6 1-1,6-1-30,0 1-7,-5 4-1,-1-4 0,12-1-8,-6 1-9,0-6 9,0 1-13,0 5 1,5-11 0,-5-9 0,6 10 0,-6-10 4,5 10 8,1 0-13,-6-10 5,0 0 8,0 0 0,11 9 0,5-9-8,-16 0 8,0 0 14,11-5-3,0 1-1,6-1 0,-1 0 0,-5 0 0,0-5 0,6 0-24,-1 1-5,-11-1-1,6 0 0,0 0-10,0 1-2,-11-1-1,0 10 0,0 0-203,0 0-41</inkml:trace>
          <inkml:trace contextRef="#ctx0" brushRef="#br0" timeOffset="-3385.08">27 2281 1926,'0'0'85,"0"0"18,0 0-83,0 0-20,0 0 0,0 0 0,0 0 165,0 15 29,0-1 6,-6-4 0,12 5-81,-6-1-17,0 1-3,0 4-1,0 6-47,0-6-10,5 6-1,1-1-1,-6 0-26,5 1-5,1-1 0,4 1-8,1-6 0,-5 5-11,-1-9 0,-5 0 0,6 4-43,-1-4-9,-5-1-1,6-4-1,5 0-207,-11-10-42,0 0-8</inkml:trace>
          <inkml:trace contextRef="#ctx0" brushRef="#br0" timeOffset="-3039.82">-127 3149 1036,'0'0'92,"0"0"-73,0 0-19,0 0 0,0 0 222,0 0 41,0 0 8,0 0 1,16-5-77,-10 5-16,5-5-3,0 0-1,-11 5-96,11-5-19,5 0-4,6 1-1,-11-1-15,6 0-2,5 5-1,0-5 0,-11 5-22,-1-5-5,-10 5-1,17 0 0,-1 0-9,-5-5 0,-11 5 0,0 0 0,11-5-40,0 0-1,-11 5 0,0 0 0,0 0-115,0 0-24,0 0-4</inkml:trace>
          <inkml:trace contextRef="#ctx0" brushRef="#br0" timeOffset="-2717.55">-78 3159 345,'0'0'31,"0"0"-31,0 0 0,0 19 0,0-19 346,0 0 63,0 0 13,0 0 2,0 15-241,0-1-49,6 6-10,-6-20-1,0 0-24,5 14-5,12 6-1,-6-6 0,-6 1-84,6-5-9,0 4-17,0-4 4,0 5 13,0-5 16,-5 4-3,10-4-1,-16-10 13,6 10 3,4-1 0,-4-4 0,5 5-4,-11-10-1,0 0 0,0 0 0,5 5-8,-5-5-2,0 0 0,0 0 0,0 0 15,-5 10 2,5-10 1,-17 14 0,1-4-20,0-5-11,5 5 12,-6-5-12,1-5 0,-1 4 0,1 1-12,5 0 3,0-5-21,-6 0-4,6 5-1,0 0 0,11-5-121,-10 10-24,-1 4-4,5 1-900</inkml:trace>
          <inkml:trace contextRef="#ctx0" brushRef="#br0" timeOffset="-2339.65">43 3802 633,'0'0'56,"0"0"-44,0 0-12,-5 0 0,-12 5 348,6-5 67,11 0 13,-5 5 4,-6 4-251,5 1-49,1 0-11,5 5-1,0-1-52,-6 1-9,6 9-3,0-4 0,0-1-40,6 1-8,-1-1-8,6 6 12,-5-6-1,-1 1 0,1-1 0,-1-4 0,12-1-11,-1 1 0,0 4 0,-10-4 0,-6 0 0,5-6 0,12 1 0,-1 0 0,-10-15 0,5 5 0,-6-5 0,6 0 0,0 0-11,-5 1-4,-6-6-1,5 5 0,1-5 26,-6 0 5,-6 1 1,6-1 0,-5 0-16,-6 0 0,5 6 0,6 4 0,0 0 25,-16 0 3,-1 0 0,-5 4 0,6 1-60,-6 5-12,6 0-3,5 4-808,0-4-161</inkml:trace>
          <inkml:trace contextRef="#ctx0" brushRef="#br0" timeOffset="-1718.54">65 4567 172,'0'83'8,"5"-68"1,1-10-9,-1-10 0,-5 0 0,6-5 0,5 5 348,-6-4 67,-5 9 13,6 0 4,-1-5-244,1 10-48,-1-1-9,1 1-3,-6-5-11,5 5-2,1 5-1,-6 5 0,0-1-64,0 1-13,0-1-2,5 1-1,1-5-34,-6 4 0,0-4 0,0 5 0,11-5-40,-11-10-16,0 0-2,0 0-1093</inkml:trace>
          <inkml:trace contextRef="#ctx0" brushRef="#br0" timeOffset="-1221.6099">59 5069 1990,'0'0'44,"0"0"8,-5-4 3,5-6 1,0 10-44,0 0-12,0 0 0,5-10 0,6 5 126,-5-5 23,-1 1 5,1-1 1,5 0-51,0 5-9,-11 5-3,0 0 0,5-5-73,6 1-19,6 4 0,-1 0 0,-16 0 55,0 0 7,11 4 2,6-4 0,-1 0-56,-16 0-8,0 0 0,11 10-10,5 5 10,-10-1 0,-6-4 10,-6 5-10,12-1-45,-1-4-15,-5 5-4,-5-5 0,-6 4 31,0-4 5,0 5 2,-5-1 0,-1-4-61,1 0-12,10 4-2,-5-4-1,-5-5 30,10 5 7,1-5 1,5-5 0,0 0 34,0 4 7,-11 6 2,11-10 0,0 0 33,0 0 6,-6 10 2,6-10 0,0 0 36,0 0 7,0 0 1,0 0 1,0 0-1,0 0 0,0 0 0,0 0 0,0 0 0,17 5 0,5-5 0,0 0 0,0-5-51,-6 0-13,1 0 0,-1 0 0,6 0 14,-6 1 0,1-1 0,-1 5-876,1-5-175</inkml:trace>
          <inkml:trace contextRef="#ctx0" brushRef="#br0" timeOffset="-536.38">59 5630 403,'0'0'36,"6"5"-36,-6-5 0,0 0 0,11 0 250,-11 0 43,0 0 9,5 0 2,12-10-96,-6 5-18,-11 5-4,11-9-1,5 4-63,-5 0-13,-11 5-2,0 0-1,6-5-10,5 0-3,0 0 0,0 5 0,-6-5-51,6 0-10,0 1-3,5-1 0,-5 5-6,-5 0-2,5 0 0,-6 5 0,1-1-12,-6-4-9,0 0 12,0 0-12,11 10 0,-11-10 0,0 0 0,0 20 0,0-20-28,0 0-4,-11 14 0,11-14 0,-6 15-15,1 4-3,5-19-1,0 0 0,0 0-4,0 0-1,0 10 0,0-10 0,0 0 16,0 20 2,-6-6 1,12 1 0,5-5 26,-6-1 11,-5 6-8,6-5 8,-1 4 0,6-4 0,-11-10 0,6 10-8,-6-10 40,5 10 8,1-1 1,-1 1 1,-5-10-4,0 0-1,6 5 0,-6-5 0,0 0-1,0 0 0,0 0 0,0 0 0,0 0 0,0 0 0,-11 5 0,0 0 0,11 0-8,-17 4-1,1-4-1,-1 5 0,1-10-16,5 5-10,-5 0 12,-1-5-12,-10 0-37,10 5-15,17 4-2,0-9-1,-5 5-7,-1 0-2,6-5 0,0 0-751,6 10-150</inkml:trace>
          <inkml:trace contextRef="#ctx0" brushRef="#br0" timeOffset="1531.53">520 8545 1958,'0'-58'43,"0"43"9,0 15 1,0 0 3,0 0-45,0 0-11,0 0 0,0 0 0,0 0 156,0 5 28,0 5 7,-5 4 1,-1 1-103,6 4-20,0 6-4,0 4-1,0-5-51,0 6-13,0-11 0,6 5 0,-1 1 14,-5-1 0,0 1 0,0 4 0,6-10-125,-1-4-25,-5-15-4,0 0-1020</inkml:trace>
          <inkml:trace contextRef="#ctx0" brushRef="#br0" timeOffset="2169.35">394 9515 1951,'0'0'43,"0"0"9,0-10 1,0 1 2,0-6-44,0 0-11,5 6 0,-5 9 0,0 0 113,11-5 21,-5-10 4,10 10 1,-5 0-67,0 1-14,0-1-2,0 0-1,6 0 16,-1 15 3,-10 4 1,5-9 0,0-10-75,-11 5 0,5 5-12,-5-5 1,0 0 11,0 0 0,6 10 0,-6 9 0,-6 6 0,6-1 0,-5-9 0,-6 4 0,0 11-53,-6-1-9,6-15-2,0 1 0,6 5 0,-6-6-1,-6 1 0,6-1 0,11-14 1,-5 10 1,-12-5 0,6 0 0,11-5 51,0 0 12,0 0 0,0 0 0,-5 0 13,5 0 6,0 0 1,0 0 0,0 0 19,0 0 4,0 0 1,0 0 0,11-10 16,0 5 3,-6-9 1,12 4 0,-1 10-8,-5 5 0,0 5-1,0-6 0,6 1-37,-1 0-7,-5-5-2,0 10 0,6 0-9,-6-5 0,5-1 0,0-4 0,-5 5 0,6 0 0,-6-5 0,0 0-852,0 0-172</inkml:trace>
          <inkml:trace contextRef="#ctx0" brushRef="#br0" timeOffset="2799.08">432 10173 2246,'0'0'49,"0"0"11,0 0 1,6-9 3,-6-1-52,5 0-12,6 5 0,-5-5 0,-1 1 92,1-6 16,5 5 4,0 1 0,-6-1-24,1 0-5,-6 10-1,0 0 0,16 0-42,-5 5-9,-11-5-2,0 0 0,11 0-9,-11 0-3,0 0 0,0 0 0,0 15-17,6-1 0,-1-4 0,-5-10 0,0 15 0,0-6 0,0 6 0,0 4 0,-5 6-34,5-1-10,-6-9-3,6 4 0,0-9 24,0 5 5,-5-6 1,5 16 0,5 4-71,-5-5-13,0-14-3,0 10-1,6-6 42,-6-4 9,0-10 2,0 0 0,0 10 28,0-10 5,0 0 2,0 0 0,0 0 17,11 5 8,-6-5-8,-5 0 12,11 5 16,-11-5 4,0 0 0,0 0 0,11 9 31,0-4 6,-11-5 2,0 0 0,0 0-39,0 0-8,0 0-2,0 15 0,-6-1 16,1-9 3,5-5 1,-6 5 0,-10-5-34,5 5-8,0 0 0,6 0 0,5-5 0,-11 0 0,-6 0 0,6 5 0,0-5 0,6 4 0,-6-4 0,0 0 0,11 0-65,0 0-15,-11 5-4,11-5-719,0 0-144</inkml:trace>
          <inkml:trace contextRef="#ctx0" brushRef="#br0" timeOffset="3316.35">421 11065 2012,'-11'-24'89,"11"24"19,0 0-87,0 0-21,0 0 0,0 0 0,0 0 146,0 0 25,0 0 5,0 0 0,6 10-89,-6 4-19,0-4-3,0 5-1,0-1-51,-6 6-13,6-6 0,0 6 0,-5 4 0,-1 20 0,6-15 0,0-29 0,0 15 0,-5-5 0,5 4 0,5-4 0,-5-10 0,0 10 0,0-10 0,0 10 0,6-1 0,-6-9 0,0 0 0,0 0 0,11 10 0,-11-10 0,0 0 0,0 0 0,11 5 54,0 0 8,0-5 2,5 0 0,-5 0-52,0 0-12,6-5 0,-1 0 0,1 0 0,-6 0 0,-11 5 0,16-4 0,0-6 0,1 0-16,-17 10 3,0 0 1,11-10-35,0 1-6,-11 9-2,0 0 0,0 0-209,0 0-43,5-30-8,-5 30-1</inkml:trace>
          <inkml:trace contextRef="#ctx0" brushRef="#br0" timeOffset="3522.69">564 11051 2188,'-5'14'48,"5"-4"11,0 0 1,0 0 1,0-6-49,0 6-12,0 0 0,0 0 0,5 4 117,1 6 21,-1-6 4,0 11 1,1-6-66,-6 1-13,5-1-2,1 6-1,-1 4-35,-5-5-7,6 1-2,-1-1 0,-5 5-17,6 1-9,-6-11 1,5 5 0,-5-9-100,0 5-19,0-6-4,6-4-665,-6-10-134</inkml:trace>
          <inkml:trace contextRef="#ctx0" brushRef="#br0" timeOffset="3845.41">542 11962 1958,'0'0'87,"0"0"17,0 0-83,0 0-21,0 0 0,-5 10 0,5-10 158,0 0 27,0 0 6,11 10 1,-11-10-103,11 10-20,0-6-4,5 1-1,0-5-16,1 0-4,-17 0-1,16-5 0,6 1-25,-5-1-5,-1 0-1,1-5 0,-1 5-2,-5-5-1,0 1 0,-11 9 0,5-10-25,6 5-6,0-5-1,-11 10 0,0 0-117,0 0-23,0 0-5,0 0 0,-5-5-80,-1 1-15,-5-6-3,11 10-1</inkml:trace>
          <inkml:trace contextRef="#ctx0" brushRef="#br0" timeOffset="4158.4299">575 11923 2188,'0'0'48,"0"0"11,-5 10 1,5-10 1,0 0-49,-6 10-12,6 4 0,0-4 0,0 5 105,0-5 19,-5-1 3,5 6 1,0-5-52,5 4-9,-5 1-3,0-5 0,0 4-47,6-4-9,4 0-8,-4 4 9,5-4-9,-6 5 0,6-5-10,0 4 10,6-4 24,-6 5 12,-6-6 1,1 1 1,5 5-18,-6-1-4,1-4-1,-1 0 0,1 4-15,-1-4 0,1 5 8,-12-5-8,6-10 0,-5 14 8,5-14-8,0 10 0,-17 0 9,12-1-9,-1 1 8,1 0-8,-6 0 8,0-5-8,-6-1 0,6 1 8,-5 5-8,5-10 0,-11 5 0,6-5 0,-1 5 0,6-5 0,-11 5 0,11-5 0,-5 0-52,10 0-10,6 0-2,-11 0 0,6 5-196,5-5-40</inkml:trace>
          <inkml:trace contextRef="#ctx0" brushRef="#br0" timeOffset="4602.74">652 12986 2091,'-17'0'92,"17"0"20,0 0-89,0 0-23,-5 10 0,-6 4 0,11-14 128,0 15 22,-6 4 4,1 1 1,-1-5-73,1 4-14,5 10-4,5-4 0,-5-1-43,6 0-9,-1 1-1,1-1-1,5 1-10,0-1-14,0-5 3,0-4 1,0 5 10,5-6 0,-10 1 0,5-5 0,0-6 0,0 1 0,-11-5 0,0 0 0,16 0 49,-5-5 12,5-4 3,-5 4 0,0-10-52,-5 1-12,-1-6 0,1 5 0,5 1 0,-11-1 0,0 1 0,0-1 0,5 5 0,-5 10 0,-5-10 0,-1 1 0,6 9 0,-11-5 0,-5 5 0,5 5 0,11-5 54,-11 9 8,-6 6 2,-4 0 0,4 4-103,12 1-20,-6 4-4,5 5-1,1-4-36,-1-1-8,1 0-2,5-4 0,5-1-131,-5 1-27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4.35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F4A0379-3A33-484E-9379-904A1051A571}" emma:medium="tactile" emma:mode="ink">
          <msink:context xmlns:msink="http://schemas.microsoft.com/ink/2010/main" type="inkDrawing" rotatedBoundingBox="5183,8090 8158,5093 8226,5161 5251,8157" semanticType="callout" shapeName="Other"/>
        </emma:interpretation>
      </emma:emma>
    </inkml:annotationXML>
    <inkml:trace contextRef="#ctx0" brushRef="#br0">0 2988 864,'0'0'76,"0"0"-60,0 0-16,0 0 0,0 0 93,0 0 16,0 0 3,11-10 1,6-4-40,-6-1-8,-1 1-1,7-1-1,-1-4 1,6-1 0,0-4 0,0-1 0,6 6-13,-1-10-3,0-1 0,1-4 0,5 0-14,0 0-3,5-5-1,6-5 0,-6 0-11,12 0-3,-17 5 0,16-9 0,-11 4-5,6-5-2,-5 0 0,4 5 0,1 0 4,0-4 1,0-1 0,0 0 0,-6 0-2,1 6-1,-1-6 0,1 5 0,-1 5 11,-5 0 2,0 0 1,5 0 0,-5 0-7,0 5-2,5-5 0,-5 5 0,0-5-8,0 9-8,0-4 12,0 5-12,0-10 8,0 10-8,-6-5 0,6 4 0,0-4 0,-6 5 0,-5 5 0,6-6 0,-1 1 8,-5 5-8,0-1 0,0 1 0,0 0 0,5-1 0,1 11 0,-6-6 0,0-4 10,-1 4 2,7-4 0,-1 0 0,1-1-12,-1 6 0,1-6 0,-1 1 0,0-5 0,1 4 0,-1 1 0,1 4 0,-1 1 0,-5 4 0,0-4 0,0-1 0,5 1 0,-5-1 0,-5 1 0,5-1 0,-6 6 0,-5-6 0,6 6 0,-1 4 0,0-10 0,1 6 0,-1-6 0,1 6 8,-1-1-8,1 0 0,-1 1 0,1-6 0,-1 6 0,0-11 0,1 11 0,-1-1 0,1 0 0,-1 1 0,-5 4 0,6 0 0,-12-4 16,12-1 2,-6 0 0,0 6 0,0-1-18,-6 5 0,11-5 8,1 1-8,-12-1 0,6 0 0,-5 0 0,5 1 0,0 9 0,0-5-9,-11 5 1,11-10 0,5-5 8,-5 6 0,0-1 8,0 0-8,0 0 0,0 5 8,-11 5-8,11-9 0,-11 9 0,5-10 0,-5 10 0,0 0 0,0 0-12,0 0 0,11-5 0,-11 5 0,0 0-24,0 0-4,0 0-2,0 0-653,0 0-130</inkml:trace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5.79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EB13C26-5342-4DA0-BD51-868B1C85D938}" emma:medium="tactile" emma:mode="ink">
          <msink:context xmlns:msink="http://schemas.microsoft.com/ink/2010/main" type="inkDrawing" rotatedBoundingBox="5213,8038 8150,5673 8254,5803 5317,8167" semanticType="callout" shapeName="Other"/>
        </emma:interpretation>
      </emma:emma>
    </inkml:annotationXML>
    <inkml:trace contextRef="#ctx0" brushRef="#br0">-3 2315 288,'0'0'25,"0"0"-25,0 0 0,0 0 0,0 0 225,0 0 40,0 0 8,0 0 2,0-5-131,0 5-27,0-9-5,0 9 0,5-5-32,1-5-7,4 0-1,1 1 0,6-1-21,-1-5-5,1 1-1,-1 4 0,6-5-16,6-4-3,-1-6-1,0 6 0,6-6-4,0 1-1,0 0 0,11-6 0,-6 1-10,6 0-2,6-10-8,-6 5 12,-1-5-12,1 0 0,0 0 8,0 0-8,5 5 0,-10-5 0,5 5 8,-6-5-8,6 9 0,-6 1 9,-5-5-9,6 5 8,-7-1 2,1 1 0,-5-5 0,5 5 0,0 4-2,0-4 0,5 5 0,-11-5 0,1-6-8,-1 6 8,1 0-8,4 5 8,-4-11-8,-1 11 0,1-5 0,-1 0 8,1 4-8,-6 1 0,5-1 0,-5 6 0,0-5 0,5 4 0,-10 1 0,5-1 0,-6 1 0,12 4 0,-7 0 0,1-4 0,0 4 0,0-4 0,0-1 0,6 1 0,-6 4 0,-1-4 0,1 4 0,0-5 0,0 6 0,0-6 0,0 6 0,-5-1 0,5 0 0,-6 1 0,0 4 0,-5-5 0,6 6 0,-1-1 0,-5 0 0,0 0 8,6 1-8,-1-1 0,-10 0 0,10 0 8,-5 1 8,0-1 2,5-5 0,-5 6 0,0-6-18,6 5-19,-1-4 4,-5 4 1,0 5 24,6-5 5,-6 0 1,0 1 0,0-1-26,5 5-5,-5 0-1,0-5 0,5 6 24,-10-1 5,5-5 1,0 5 0,0 0-14,0 0 0,0 5 0,0-5 0,0-4-10,0-1-5,0-5-1,5 6 0,-5 4 28,6 0 4,-6-5 2,5 5 0,0-5-18,-5 6 0,0-6 0,6 5 0,-1 0 0,1 0 0,-6-5 0,0 10 0,0-4 0,0 4 0,0-5 0,0 0 0,-6 0 0,0 0 0,12 0 0,-6 5 0,-11 0 12,0 0-2,0 0 0,16-5 0,-5 0 2,6 1 1,-12-1 0,12 0 0,-6 0-13,0 0 9,-11 5-9,11-5 8,5 0-8,-5 0 0,-11 5 0,0 0 8,0 0-8,11-4 0,0-6 0,-11 10 8,0 0-8,0 0 10,0 0-10,0 0 10,0 0-10,5-5 0,-5 5 0,0 0 8,11-10-20,-11 10-4,0 0 0,0 0-1,6-10-187,-1 1-38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7.02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D1934F0-FBF6-4109-841A-526C69E5121F}" emma:medium="tactile" emma:mode="ink">
          <msink:context xmlns:msink="http://schemas.microsoft.com/ink/2010/main" type="inkDrawing" rotatedBoundingBox="5394,7996 8172,6295 8211,6359 5433,8060" semanticType="callout" shapeName="Other"/>
        </emma:interpretation>
      </emma:emma>
    </inkml:annotationXML>
    <inkml:trace contextRef="#ctx0" brushRef="#br0">0 1696 928,'0'0'41,"0"0"9,0 0-40,0 0-10,0 0 0,0 0 0,0 0 112,0 0 21,0 0 4,0 0 1,11-4-43,0-1-9,11-5-2,-17 5 0,6-5 19,6 1 3,-6-6 1,5 0 0,1 1-38,-1 4-7,6-5-2,0 6 0,6-1-19,-7-5-4,7 5-1,-6-4 0,11 4-9,-6 0-3,6-4 0,0-1 0,-6-4 4,6 4 1,0-9 0,6 4 0,-7 1-20,1-1-9,6-4 8,-1-1-8,1 1 19,-1-5-2,0-1 0,6 6 0,0 0-1,-11-1-1,0 1 0,5-5 0,1 4-5,-1 1-1,-5 0 0,5-1 0,-5 1 1,0 4 0,0 1 0,0-1 0,-6 6-10,1-6 10,-1 6-10,1-6 10,-1-4-10,-5 9 0,5-4 9,1-1-9,-12 1 0,6 4 9,6-5-9,-1-4 0,0 9 20,1 1-2,-1-1-1,-5-4 0,6-1-17,-6 6 0,0-1-8,-1 0 8,7 1 0,-6-1 13,0 0-1,5 1 0,-5-1-12,6 5 0,-7 1-9,1-6 9,0-4 0,6 9 0,-12-5 0,6 1 0,0 4 0,0 0 0,0-5 0,-6 6 0,1 4 0,-1-5 0,6 0 0,-5 1 0,5-1 0,-6 5 0,1-5 0,-1 0 0,6 6 0,-6-1 0,1-5 0,5 0 0,-6 5 0,6-4 0,-11-1 0,6 0 0,5 5 0,-11 0 0,5 0 0,-11-4 0,-5 9 0,11-5 0,6-5 8,-1 0-8,-16 10 0,6-5 0,10-4 8,1-1-8,-1 5 0,-5-5 8,-11 10-8,17-9 0,10 4 8,-5-5-8,-22 10 0,5-10 0,17 0 0,-5 6 0,-12-1 8,-5 5-8,0 0 0,6-15 0,-1 5 0,-5 10 0,-11-5 0,11 5 0,11-9 0,0-1 0,-11 10 0,6-5 0,-1-5 0,12 1 0,-1 4-16,-16 5-6,0 0-2,0 0 0,17-10-124,-17 10-26,0 0-5</inkml:trace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9.15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FE16AAB-7831-4CE7-8713-CA78475B9FC2}" emma:medium="tactile" emma:mode="ink">
          <msink:context xmlns:msink="http://schemas.microsoft.com/ink/2010/main" type="inkDrawing" rotatedBoundingBox="5467,7938 8512,7171 8540,7284 5496,8051" shapeName="Other"/>
        </emma:interpretation>
      </emma:emma>
    </inkml:annotationXML>
    <inkml:trace contextRef="#ctx0" brushRef="#br0">0 819 633,'0'0'56,"0"0"-44,0 0-12,0 0 0,0 0 148,0 0 27,0 0 5,0 0 2,0 0-43,0 0-9,0 0-2,0 0 0,0 0-28,0 0-5,0 0-2,0 0 0,0 0-51,0 0-10,0 0-3,0 0 0,0 0 28,0 0 6,17 0 1,-6-5 0,-11 5-52,11-5-12,5-5 0,-5 10 0,6-9 54,-1 4 8,-5-5 2,6 5 0,4-5-52,-4 6-12,-6-1 0,5-5 0,6 0 0,-5 0 0,-1 1-9,6-6 9,-5 0 8,4 6 8,-4-1 2,-1 0 0,1-4-6,5 4 0,0 0-1,-6 5 0,6-9-11,0 4 0,-6 5 9,6 0-9,0 0 8,0 0-8,0-4 8,0 9-8,0 0 0,0 0 0,0-5 0,5 5 8,-5-5-8,0 0 0,0 5 0,6 0 8,-6 0-8,0 0 0,-1-5 0,7 5 0,-1-10 0,-5 10 0,-5-9 0,5 4 8,0-5 16,5 5 3,-5 0 1,5 0 0,-5 0-28,0 1 0,0-1 0,6 0 0,-7 5 0,1-5 0,0 0 0,6 0 0,-12 0 0,6 5 0,-5-5 0,5 5 0,-6-9-16,6-1-8,-6 5-1,12 5-1,-17-10 26,5 5 0,6 5 0,-5-4 0,-1-1 0,1 0 0,-1 0 0,0 0 0,6 0 0,0 0 0,-5 0 0,5 1 0,0-1 0,0-5 0,0 5 0,-1 0 0,1 0 16,0-4 8,6 4 1,-6-5 1,5 0-26,6 5 0,-11 0 0,5-4 0,1-1 0,-6 5 0,11 0 0,-11 0 0,-1 0-16,7-4-8,-6 9-1,5-5-1,-5 0 26,0 0 0,6 0 0,-1 0 0,0-4 0,-5 4 0,0-5 0,11 0 0,-5 0 0,-1 1-8,-5-1 8,0 0 0,11 0 0,-6 1 0,1 4 0,-6 0 0,-6 0 0,6 0 0,16-5 0,-10 6 0,-28 4 0,22-5 0,11 5 0,-6-5 0,0 0 0,-5-5 0,0 5 0,11 0 0,0 1 0,-11-1 0,-22 5 0,22-5 0,11 0 0,-11-5 0,-6 5 0,1 0 0,-1 1 0,1-1 0,-6 0 0,-11 5 0,0 0 0,0 0-10,16 0 10,-16 0-13,0 0-13,0 0-2,0 0-1,0 0 0,0 0-26,0 0-5,0 0 0,0 0-1,0 0-50,0 0-9,-11-5-3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0.43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F5CC6ED-EF25-423D-8CFD-C962CAA63A93}" emma:medium="tactile" emma:mode="ink">
          <msink:context xmlns:msink="http://schemas.microsoft.com/ink/2010/main" type="inkDrawing" rotatedBoundingBox="5422,8053 8538,7985 8540,8073 5424,8142" shapeName="Other"/>
        </emma:interpretation>
      </emma:emma>
    </inkml:annotationXML>
    <inkml:trace contextRef="#ctx0" brushRef="#br0">0 127 990,'0'0'21,"0"0"5,0 0 1,0 0 1,0 0-28,0 0 0,0 0 0,0 0 0,0 0 76,6-10 10,-6 5 2,0-5 0,5 1-2,-5 9 0,0-10 0,0 10 0,0 0-7,11-5-2,0-5 0,0 5 0,-6 1 4,-5 4 1,11-5 0,6 0 0,-6 5-66,0 0-16,5 5 0,6 0 0,-5-5 55,-1 4 7,1-4 2,4 5 0,7-5-52,-1 5-12,1 0 0,-6-5 0,11 5 13,-6-5 0,6 5 0,-6-5 0,1-5-5,10 5-8,-16 0 11,11 0-11,-6-5 10,1 5-10,5 5 8,0-5-8,0 0 0,-6 0 8,6 5-8,0-5 0,0 0-15,0 0-8,5 0-1,-5 0-1,-6 0 25,1 0 0,-1 0 0,6 0 0,-6 5 15,6-5 8,-5 0 1,-1 5 1,6-5-25,-11 4 8,5-4-8,-5 5 0,0-5 0,0 0 0,0 0 0,0 0 0,0 0 0,0 0 8,-6 0-8,6 0 0,-5 0 0,5-5 0,-6 1 0,1-1 0,-1 5 0,1 0 8,-1 0-8,1-5 0,-1 0 0,0 0 0,1 0 0,5 0 0,0 0 0,0 5 0,-6 0 0,12 0 0,-12 0 32,6 0 0,0 0 1,-6 5 0,1-5-53,5 0-10,0 0-2,5 0-1,-5 0 53,0 0 10,0 0 2,0 0 1,0 0-51,-6-5-10,12 1-3,-6 4 0,5-10 31,-11 5 0,6-5 0,-5 5 0,5 5 0,0 0 0,0 5 0,0-5 0,-22 0 0,16 5 0,11-5 0,-10 5 0,-1 0 0,6-5 0,-5 0 0,5 0 0,-6 0 0,1 5 0,-1 0 0,6-5 0,5-5 0,-5 0 0,-16 5 0,16-5 0,0 0 0,0 5 0,0 0 0,-11 0 0,-1-5 0,7 5 0,5 0 0,-6 0 0,-16 0 0,6 0 0,21 0 0,-10 0 0,-6 0 0,5 0 0,1 0 8,4 0-8,7 0 0,-6 0 0,-22 0 0,11-5 0,16 0 0,-10 1 0,-17 4 0,0 0 0,16-10 0,1 5 0,-1 0 0,-16 5 0,0 0 0,0 0 0,27 0 8,-10 0-8,-17 0 0,0 0 0,22 0 8,-6 5-8,-5 0 0,6-5 0,-17 0 8,11-5-8,11 5 0,-22 0 0,0 0 0,0 0 0,16-5 0,-5 5 0,-11 0 0,0 0-9,0 0-21,0 0-4,0 0-1,0 0-703,0 0-141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1.82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2B1C123-AD8D-439F-B5CC-18D5DE4F068E}" emma:medium="tactile" emma:mode="ink">
          <msink:context xmlns:msink="http://schemas.microsoft.com/ink/2010/main" type="inkDrawing" rotatedBoundingBox="5464,8007 8890,8904 8871,8975 5446,8078" semanticType="callout" shapeName="Other"/>
        </emma:interpretation>
      </emma:emma>
    </inkml:annotationXML>
    <inkml:trace contextRef="#ctx0" brushRef="#br0">-4 20 633,'0'0'28,"0"0"6,0 0-34,0 0 0,0 0 0,0 0 0,0 0 199,0 0 33,0-10 6,0 10 2,0 0-97,0 0-19,11-10-4,-11 10-1,16-4-45,-5 8-9,0-4-1,6 0-1,-6 10-11,5-5-3,-5 0 0,6 0 0,-1 0-19,6 4-4,-6 1-1,1 0 0,-1-5-14,6 5-3,0-1-8,6-4 12,-12 0-1,6 5-1,5-1 0,1 6 0,-1-10-10,1 5 12,-1-1-12,1 1 12,-1 0-12,0 0 0,-5 4 0,6-4 8,-1 0 25,6-5 5,-5 0 1,-1 4 0,0-4-63,1 5-12,5-5-2,0 5-1,-6-6 11,0 1 3,1 0 0,-1 0 0,-5 0 25,0-5 0,0 10 0,0-5 0,11-1 0,-6 1 19,1-5-3,-6 5-1,-6 0-15,6 0 0,-5-5 0,4 5 0,-4 0 0,-1-5 0,-5 0 0,6 5 0,-1-1 0,1-4 0,-6 0 8,5 5-8,-16-5 0,17 0 0,-1 0 0,0 5 0,-5 0 0,6-5 0,-6 0 0,11 0 0,-11 5 0,5 0 0,6 0-8,-5 0 8,-1-1 0,-5 1 0,6 0 0,-1-5 0,0 5-9,1 0-5,-1 0-1,6 0 0,-11 0 15,6 4 0,-1 6 0,12-5 0,-12-5 0,6 4 0,0-4 0,0 0 0,0 0 0,0 0 0,0 0 0,0 0 0,-6 4 0,6 1 0,0-5 0,5 0 0,-5 0 8,0 4 4,0-4 0,6 5 1,-7-5-13,7 5 0,-12-5 0,6 4 0,0 1 0,-5 0 0,5-5 0,-6 9 0,1-4 0,4-5 0,-4 5 0,-1-5 0,1-1 0,5 1 0,0-5-8,0 5 8,-11 0 0,11 0 0,-6-5-8,11 0 8,-5 5-9,6 0 9,-12 0-13,12-1 5,10 1 8,-11 0 0,-5 5 0,-5-5 0,10 5 0,1-6 0,-6 6 0,-11 0 0,0-5 0,10 5 9,7-6-1,-6 1-8,-22-5 0,11 5 0,16 0 0,1 0 0,-6 0 0,-1-5 0,-4 5 0,5-5 0,5 0 0,-5 0 0,-5 5 0,-1-5 0,6 4 0,0-4 0,-11 5 0,5 0 0,6 0 8,-5 0-8,-1 0 0,1-5 0,-17 0 0,11 5 0,11 0 0,-6-1 0,-16-4 0,11 0 0,11 0 0,-6 5 0,6-5 8,-11 5-8,6-5 0,5 5 0,0-5 0,-11 0 0,-11 0 0,0 0 0,22 10 0,-6-10-16,-16 0 2,0 0-706,0 0-142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3.767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7753731-397C-43FB-9ECD-D43A12C23CE7}" emma:medium="tactile" emma:mode="ink">
          <msink:context xmlns:msink="http://schemas.microsoft.com/ink/2010/main" type="inkDrawing" rotatedBoundingBox="5631,11404 8742,9622 8792,9709 5681,11491" semanticType="callout" shapeName="Other">
            <msink:sourceLink direction="with" ref="{D5A53225-F288-4F10-A784-1274B9F2DB13}"/>
          </msink:context>
        </emma:interpretation>
      </emma:emma>
    </inkml:annotationXML>
    <inkml:trace contextRef="#ctx0" brushRef="#br0">10 1784 518,'-11'10'46,"11"-10"-37,0 0-9,0 0 0,0 0 168,0 0 32,0 0 7,16-5 1,1 0-104,-17 5-20,11 0-4,0-10 0,5 5-25,1 1-5,-17 4-1,11-5 0,0-5 23,0 0 5,0 5 1,0-4 0,-1-1-35,1 0-7,6 5-2,-6-5 0,5 1-17,1-1-3,-1 0-1,1 0 0,-1-4-13,1 4 0,-1-5 8,6 6-8,0-6 0,-6 5 0,6-9 0,-5 4 0,10 5 0,-5-4 0,0-1 0,0 1 0,0-1 0,0 0 0,5 1 0,-5-1 0,6 5 0,-1 1 0,0-1 0,6 0 0,-5 0 0,-6 5 0,0-9 0,-6 4 0,12 0-11,-7 1-8,7-1-1,-12 0-1,12-5 12,-6 1 9,-6 4-12,6 0 12,0 5-11,0-4 11,0-1-10,-6 0 10,1 5 0,5 0 0,-6 1 0,1-6 0,5 5 0,-11 0 0,5 0 0,0-5 0,1 1 0,-6-1 0,11 0 0,-11 0 0,5 1 0,-5 4 0,0-5 0,6 0 0,-6 1 0,5-1 0,1 0 0,-7 0 0,1-4 0,6 4 0,-6-5 0,5 6 0,-5-1 0,0 0 0,6 0 0,-6 1 0,0-1 0,11 0 0,-6 0 0,0 1 0,6-1 0,-11 0-9,6-5 9,-1 6 0,1-6 0,-1 1 0,1 4 0,-6-5 8,0-4-8,0 4 0,5 0 0,0 6 0,1-11-24,-1 6-8,-5 4-3,6 0 0,-1 0 58,1 1 11,-1-1 2,1 5 1,-1-5-22,6 0-5,-22 10-1,16-14 0,-16 14-9,28-5 12,-6 0-12,-6-5 12,6 5-4,-5 1-8,-1-6 12,6 0-4,-6 0-8,1 1 10,-1 4-10,6-5 10,-5 0-10,5 5 0,-11-4 9,11-1-9,0 5 0,-6-5 8,0 5-8,1-4 0,-6-1 0,11 0 0,0 5 0,-6-5-12,-10-4 12,10 4 11,12 0-3,-1 1 0,-11-6-8,1 5-11,-1 5 3,12-4 0,-6-6 8,-6 10 0,-10-5 0,16 1 0,10-1 0,-10 0 0,-16 0 0,-6 10 0,16-9 11,6 4 4,-11-10 1,0 5 0,-5 1-16,5-1 0,11 0 8,-11 0-8,-6 1 0,-5 9 0,16-10 0,-5 0 0,6 0 0,-6 1 0,0 4 0,5-5 0,6 0 0,-5 5 9,-17 5-9,0 0 8,22-5 0,-6-4-8,-5 9 12,-11 0-4,11-10-8,0 5 12,0 0-12,-11 5 12,0 0-12,11-5 0,5-4 0,1-1 8,-12 5-8,1-5 0,5 0 0,0 1 8,5 4-8,-5 0 0,-11 5 0,11-5 0,6 0 0,-6-5 0,-11 10 0,0 0 0,5-4 0,1-1 0,-6 5 0,0 0 8,0 0-8,0 0 0,10-10 0,-10 0 0,-10 0 0,10 10 0,10-9-12,-4 4 12,-6 5-24,0 0 2,0 0 1,0 0 0,11-5-29,-11 5-6,0 0 0,0 0-883</inkml:trace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5.149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7188562-F236-41B8-ABA0-6624D785AF3B}" emma:medium="tactile" emma:mode="ink">
          <msink:context xmlns:msink="http://schemas.microsoft.com/ink/2010/main" type="inkDrawing" rotatedBoundingBox="5686,11376 8871,10015 8940,10176 5756,11537" semanticType="callout" shapeName="Other">
            <msink:sourceLink direction="with" ref="{D5A53225-F288-4F10-A784-1274B9F2DB13}"/>
          </msink:context>
        </emma:interpretation>
      </emma:emma>
    </inkml:annotationXML>
    <inkml:trace contextRef="#ctx0" brushRef="#br0">0 1329 172,'0'0'16,"0"0"-16,0 0 0,0 0 0,0 0 238,0 0 45,0 0 9,0 0 1,0 0-175,0 0-35,0 0-7,0 0-2,0 0-8,0 0-2,0 0 0,11 0 0,11 0 0,-5 0 0,-17 0 0,11 0 0,5-5 0,1 5 0,-6-4 0,5 4 0,6-5-50,-11 0-14,11 5 0,-6-5 0,1 0 14,-1 0-2,6-5-1,0 6 0,-6-6-11,6 5 0,0 0 0,0-5 8,0 5-17,0-4-4,6 4-1,-6-5 0,5 0 14,0 5 0,-5-4 0,6-1 0,5 0 11,-6 5 5,6-4 0,-6-1 1,1-5-31,-6 5-6,5 1-2,1 4 0,-6-5 22,5 5-11,0 0 11,6 0-8,-11 1-4,6-1 0,-1 5 0,-5 0 0,5-5 12,-5 0 0,0 0 8,0-5-8,0 1 0,0 4 0,-5-5-10,4 0 10,-4 0 0,-1 1 0,1-1 0,-1 5 0,-5-5 0,6 1 0,5-1 0,-6-5 0,1 5 0,-1 6 0,0-1 0,1-5 0,5 5 0,-6 0 8,6-5-8,-5 6 9,-1-6 0,6 5 0,0-5 0,0 0 0,0 1-1,0-1 0,0 0 0,5 0 0,-5 1 0,0-1-8,0-5 12,-6 6-4,6-1-8,6 0-11,-6 0 3,0-4 0,-6 4 8,6 0 0,5 0 0,-10 1 0,-1-6 16,1 5 4,5 1 2,0-1 0,-6 0-35,6 0-7,0 1-2,-6-1 0,6 0 44,-5 0 9,-1 1 1,6 4 1,0-5-23,0 5-10,-5-5 8,5 5-8,-6 1 8,6-6-8,-6 5 8,1-5-8,-6 0 10,5 6-10,12-1 12,-12-5-12,-10 0 12,5 1-12,16-1 12,0-5-12,-5 5 10,-5 1-10,-12-1 8,17 0-8,17 0 11,-12 6-3,-22-6-8,6 0 12,11 0-12,0 5 0,-5-4-9,-6-1 9,0 5 0,5-5 0,1 5 0,-1 1 0,-16 4 0,11-10 0,11 0 0,0 5 0,-11-5 0,5 6 0,1-6 0,-6 0 0,11 0 0,-11 5 0,0-4 0,0-1 0,11 0 0,-11 5 0,-11 5 0,16-9 0,0-1 0,-5 0 0,0 5 0,-11 5 0,11-10 0,-5 1 0,16-1 0,-11 0 0,-11 10 0,5-5 0,17-4 0,-11 4 0,6-5 8,-12 5-8,6 0 0,0-5 0,11 6 8,-6-1-8,-16 5 9,11-10-9,11 5 0,-5-5 0,-17 10 0,5-5-10,6-4 10,-5-1 0,5 5 0,-11 5 0,5-10 0,6 5 0,-5 1 0,-6 4 0,0 0-11,0 0 0,0 0 0,0 0 0,0 0-41,0 0-8,-11 0-1,11 0-935</inkml:trace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6.55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1D31A20-ED52-4144-9395-E1AE072E5247}" emma:medium="tactile" emma:mode="ink">
          <msink:context xmlns:msink="http://schemas.microsoft.com/ink/2010/main" type="inkDrawing" rotatedBoundingBox="5788,11417 9025,10610 9069,10786 5832,11592" shapeName="Other">
            <msink:destinationLink direction="with" ref="{CF8DF4AA-7FFD-4B82-9B65-AA4EBE1240D9}"/>
          </msink:context>
        </emma:interpretation>
      </emma:emma>
    </inkml:annotationXML>
    <inkml:trace contextRef="#ctx0" brushRef="#br0">5 730 1267,'-5'15'28,"5"-15"5,0 0 2,0 0 1,0 0-36,0 0 0,0 0 0,0 0 0,16-5 66,6 5 6,-22 0 2,11 0 0,5 0 14,1-5 2,-6 5 1,11 0 0,-6 0-17,1 0-3,5-5-1,-1 5 0,-4 0-39,5 0-8,0 0-2,0 0 0,0 0 26,5 0 5,1-5 0,-7 5 1,7 0-37,-1 0-8,-5-4-8,11-1 11,-5 5-11,4-5 0,1 0 0,0 0 0,0-5 0,-5 5 0,4 1 0,1-1 0,0 0 0,0 5 0,0-10 0,0 5-11,-6 5-1,1-5 0,-1 0 0,1 5 0,5-4 2,-17-1 0,11 0 0,-5 5 0,6-10 2,-12 5 0,6 0 0,0 0 0,0 5 8,-5-4-10,-1-1 10,0 5-10,12 0-8,-12-5-2,6 0 0,-5 0 0,-1 0 32,6 0 7,0 5 1,-6-5 0,6 1-32,0-1-7,0-5-1,-5 5 0,-1-5 20,1 1 0,-1 4 0,1-5 0,-1 0 0,-5 5 0,11-4 0,0-1 0,-6 5 17,1 0 7,5 0 2,0 0 0,-6 0-26,1 1 0,-1 4-9,0-5 9,1 5 0,-1-5 0,6 0 0,-5 0 0,-1 5 0,1-5 0,-6 0 0,5 5 0,-5-9 0,5 4 0,1-5 0,-6 5 0,5-5-18,-5 5-3,11 1-1,-5-6 0,-1 5 38,1 5 7,-1-10 1,1 10 1,10-5-40,-5 5-8,-11-5-1,11 5-1,0 0 25,-6-4 0,6 4 0,-5-5 0,-6 0 0,10 0 0,7 0 0,-12 5 0,-16 0 0,11-15 0,11 6 0,-11 4 0,0-5 0,6 5 0,-6 0 0,16-4 0,-5 4 0,0-5 0,-11 5 0,5-5 0,17 5 20,-11 1 8,-22 4 3,22-10 0,-5 5-31,4-5 0,-4 10 0,-17 0 0,0 0 0,11-10 0,16 1 0,-10 4 0,-17 5 0,16-10 0,6 5 0,0-5 0,-5 1 0,-6 4 0,5-5 0,0 5 0,12 5 8,-12-5-8,-16 5 0,17-5 0,5 1 9,-6-1-9,-5 0 8,0 0-8,0 0 0,5 0 8,1 0-8,-1-4 0,-16 9 0,6-5 0,21-5 0,-10 5 0,-6 0 0,0 0 8,11 0-8,0 1 0,5-1 0,-11 0 8,-16 5-8,17 0 0,16-5 0,-17 5 8,-16 0-8,0 0 0,17-5 0,-1 5 8,-16 0-8,0 0 0,0 0 0,0 0 0,0 0 0,0 0 0,0 0-37,0 0-7,17 0 0,-17 0-1,0 0-118,0 0-23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7.91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1CD1EAB-BD6D-4894-A57F-94D65EFA3EB9}" emma:medium="tactile" emma:mode="ink">
          <msink:context xmlns:msink="http://schemas.microsoft.com/ink/2010/main" type="inkDrawing" rotatedBoundingBox="5762,11461 8735,11268 8741,11358 5768,11552" shapeName="Other"/>
        </emma:interpretation>
      </emma:emma>
    </inkml:annotationXML>
    <inkml:trace contextRef="#ctx0" brushRef="#br0">-1 209 288,'0'0'12,"0"0"4,0 0-16,0 0 0,0-4 0,0 4 0,6-5 223,-6 5 41,0 0 9,0 0 2,11-5-139,-6 0-28,6 0-6,-11 5-1,11-5-12,-11 5-2,22 0-1,-11 0 0,5 0-14,1 0-2,-1 0-1,1 0 0,-1 0-13,1 0-4,-1 5 0,6-5 0,-6 0-19,6 5-4,-5-5-1,5 0 0,-6 5-16,12-5-3,-6 0-1,0 5 0,5-5-8,0 0 0,1 0 0,5 0 8,0 5-8,-1-5 0,7 0 0,-1 0 0,-5 0 30,6 0 4,-7-5 1,7 5 0,-1-5-58,1 5-11,-1 0-2,0-5-1,1 0 25,-6 5 12,0 0-12,-1 0 12,1 0-14,-5-5 5,5 5 1,-6-5 0,1 5-4,-1 0-1,0 0 0,-5-5 0,6 5 13,-1 0 0,1 0 0,-1 0 0,-5 0 0,5 0 0,1 0 0,-6 0 0,0 0 0,0 0 0,0 0 0,-1 0 0,1-4 0,0-1 0,0 5 0,0 0 0,0-5 0,0 0 12,-5 0-3,-1 5 0,0-5-9,1 0-12,-1 0 2,1 5 1,-1-4 9,6 4 12,-11-5-2,6 0-1,-1 5-9,-5-5 0,6 5 0,4 0 0,-4-5 0,-1 5-12,1-5 2,-1 5 1,6 0 9,-11-5 12,0 0-2,6 5-1,10-4-9,-11 4-12,-5-5 2,6 0 1,5 5 9,-6 0 0,1-5 0,-1 0 0,-16 5 0,11 0 0,17-5 0,-12 5 0,-11 0 0,12-5 0,10 5 0,1 0 0,-6 5 0,0-5 0,-22 0 0,16 0 0,17 0 0,-11 0 0,-22 0 0,16 0 0,6 0 0,-5 0 12,-1 0-2,-16 0-1,0 0-9,17-5 0,5 0 0,-6 5 0,-16 0 0,0 0 0,22-4 0,-6 4 0,1 0 0,-6-5 0,5 0 0,1 5 8,-1 0-8,1 0 8,-17 0-8,0 0 8,16 0-8,1 0 0,-1-5 0,1 0 8,-7 5-8,1 0 0,0-5 0,-11 5 0,0 0 0,0 0 0,17 0 0,-17 0 8,0 0-8,0 0 0,16-5 0,1 0 0,-6 1 0,-11 4 0,11 0 0,5-5 0,1 5 0,-6 0 0,-11 0 0,0 0 0,16-5-16,0 5 2,-16 0 0,0 0 0,0 0-38,0 0-8,0 0-2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9.03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F8DF4AA-7FFD-4B82-9B65-AA4EBE1240D9}" emma:medium="tactile" emma:mode="ink">
          <msink:context xmlns:msink="http://schemas.microsoft.com/ink/2010/main" type="inkDrawing" rotatedBoundingBox="5833,11418 8928,11930 8918,11989 5823,11477" semanticType="callout" shapeName="Other">
            <msink:sourceLink direction="with" ref="{41D31A20-ED52-4144-9395-E1AE072E5247}"/>
            <msink:sourceLink direction="with" ref="{D5A53225-F288-4F10-A784-1274B9F2DB13}"/>
          </msink:context>
        </emma:interpretation>
      </emma:emma>
    </inkml:annotationXML>
    <inkml:trace contextRef="#ctx0" brushRef="#br0">0 0 856,'0'0'38,"0"0"8,0 0-37,0 0-9,0 0 0,0 0 0,5 5 89,-5-5 16,0 0 3,0 0 1,0 0-30,11 4-7,-5-4 0,5 5-1,-11-5-11,11 5-1,0-5-1,0 0 0,-11 0-8,0 0-2,16 5 0,1-5 0,-1 5-22,-5 0-5,5-5-1,1 5 0,10 0 33,-16-1 7,6 6 0,5-5 1,0 0-25,0 0-4,0 0-2,-1 0 0,7-1-6,-6 1-2,5 0 0,1 0 0,-1 0-3,1-5-1,4 0 0,-4 0 0,-6 5-18,11-5 0,-6 0 0,6 5 0,0-5 0,0 5 0,0-5 0,-6 0 0,12 4 8,-7-4 7,1 5 1,0-5 1,-5 5-17,5 0 0,-1 0 0,-4 0 0,-1 0 0,1 4 0,5-4 0,-6 0 0,0 0 0,1 5 0,5-5 0,0 4 0,-6-4-10,6 0-6,0 0 0,0 0-1,-6 0 17,1 0 0,5 0 0,-6-1 0,-5 1 0,5 0 0,6-5 0,-5 10 0,-1-5 10,-5 0 6,0 0 0,5-1 1,-5 1-17,0 0 0,6 0 0,-6 0 0,0 0 0,0-5 0,-6 5 0,6-5 0,-6 0 0,6 0 0,0 0 0,-5 0 0,-6 5 0,5-5 0,6 4 0,-6-4 0,-5 5 0,6 0 0,5 0 0,5 0 0,-5 0-10,0 0-6,-11 4 0,17-4-1,4 5 25,-4-5 6,-17 0 1,5 5 0,6-6-24,0 6-5,-5-5-1,-6 0 0,5-5 15,0 10 0,6-5 0,-5-1 0,-17-4 0,11 5 0,16-5 0,-5 0 0,-11 0 0,6 5 8,-1-5 0,0 5-8,17 0 0,-16 0 0,-17-5 0,16 5 0,12-5 0,-6 0 0,-6 0 0,-5 0 0,0 0 0,6 5 0,-1-1 0,-5-4 0,-11 0 0,0 0 0,16 0 0,1 0 0,-17 0 0,0 0 0,22 0 0,-6 0 0,1 0 0,-6 0 0,-11 0 0,16 0 0,6 5 0,-11 0 0,-11-5 0,0 0 0,22 0 0,-11 0 0,-11 0 0,0 0 0,0 0 0,11 5 0,5-5 0,-16 0 0,0 0 0,0 0 0,22 0 0,-5 0 0,-17 0 8,0 0-8,16 0 0,1 0 0,5 0 13,-17 0-4,-5 0-1,0 0 0,27 0-8,-16 0-14,-11 0 3,0 0 1,0 0-22,0 0-5,0 0-1,0 0-663,-22 5-133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0.44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6CDD8C7-EB5F-4B3B-972D-7F3C2A610A01}" emma:medium="tactile" emma:mode="ink">
          <msink:context xmlns:msink="http://schemas.microsoft.com/ink/2010/main" type="inkDrawing" rotatedBoundingBox="5873,11363 8999,12702 8960,12792 5835,11453" semanticType="underline" shapeName="Other">
            <msink:sourceLink direction="with" ref="{D5A53225-F288-4F10-A784-1274B9F2DB13}"/>
          </msink:context>
        </emma:interpretation>
      </emma:emma>
    </inkml:annotationXML>
    <inkml:trace contextRef="#ctx0" brushRef="#br0">0 0 576,'0'0'51,"0"0"-41,0 0-10,0 0 0,0 0 136,0 0 26,0 0 5,0 0 1,0 0-64,0 0-13,0 0-3,0 0 0,0 0-26,0 0-6,0 0 0,0 0-1,0 0-37,11 9-7,0 1-2,0-5 0,-11-5 39,16 10 8,1 0 2,-1-6 0,1 6-12,5 0-2,-6-5-1,6 0 0,0 4-7,0 1 0,0-5-1,5 5 0,1 0-11,-6-6-3,10 6 0,-10 0 0,11 0 11,-5-1 3,-1 1 0,6 0 0,0 5-35,0-6 0,-6 1 0,6 5 0,-5-6 0,4 1-17,7 0 1,-1-5 1,-5 9 15,0-4 0,5 0 0,-5 5 0,6-6 0,-6 1 0,0 0 0,-1 0 0,7 4 0,-17-4 0,5 5 0,1-1 0,-1-4 0,0 5-9,1-11 9,-1 6-8,-5 0 8,6 0-12,-1-1 12,-5 6-12,0-5 12,0-5 0,0 4 0,0 1-8,-6-5 8,1 0 0,-1 0 0,1 5 0,-6-1 0,-1 1 0,12 0 0,-5 0 0,5-6 0,-6 6 0,-5 0 0,0-5-8,6 0 8,-1 4 0,-16-9 0,17 5-8,-6 0 8,-11-5 0,16 5 0,-16-5-8,0 0 8,16 10 0,1 0 0,-6-1-8,-11-9 8,11 10 0,0 0 0,5-5 0,-16-5 0,11 9-8,0 1 8,6 0-8,-6-5 8,5 0-13,-5 0 5,0 4 8,0-4-14,0 5 5,-11-10 1,11 5 0,0 5 8,0-6-10,0 6 10,-11-10-10,5 5 10,6 5-8,0-5 8,0 4-8,-11-9 8,0 0 0,11 5 0,0 0 0,-11-5 0,17 5 0,-6 0 0,0 0 0,5 0 0,0 0 0,-16-5 0,11 9 0,6-4 0,-1-5 0,-16 0 0,11 10-8,6-10 8,-1 5 0,-5 0 0,-11-5 0,0 0 0,0 0 0,22 9 0,-11-4 0,-11-5 0,11 10 0,0-5 0,11 0 0,-6 0 0,1 0 0,-6-1 0,5 1 0,17 0 0,-16 0 0,-17-5 0,0 0 0,22 15 0,-6-10 0,-11 4 0,-5-9 0,0 0 0,11 10 0,6 0 0,-12-5 0,-5-5 0,0 0 0,17 14 0,-1-4 0,-5-5 0,0 5 0,6-1 0,10-4 0,-5 5 0,-6-5 0,-16-5 0,17 10 0,5-5 0,-6-1 0,-5 1 0,0 5 0,6-10 0,-1 5 0,-5 5 0,-11-10 0,0 0 0,11 5 0,6-1 0,-6-4 0,-11 0 0,0 0 0,16 10 0,0-5 0,1 0 0,-17-5 0,5 5 0,12 5 0,-1-10 0,1 4 0,-17-4 0,0 0 0,16 10 0,-5-5 0,-11-5 0,0 0 0,0 0 0,11 5 0,6 0 0,-6 5 0,-11-10 0,0 0 0,16 4 0,0 1 0,-16-5 0,0 0 0,11 10 0,6-5 0,-1 0 0,1 0 0,-17-5 0,11 9 0,16-4 0,-10 5 0,-17-10 0,11 5 0,5 0 0,0-5 0,-10 0 0,-6 0 0,0 0 0,0 0 0,16 5 0,-16-5 0,0 0 0,0 0 0,6 9 0,5-9 0,-11 0 0,0 0 0,0 0 0,0 0 0,11 0 0,-11 0-15,0 0 3,0 0 0,16 5-20,-16-5-3,0 0-1,0 0 0,0 0-48,0 0-11,0 0-1,0 0-705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2.51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C3AFBF5-E611-424F-B206-CA78244A045B}" emma:medium="tactile" emma:mode="ink">
          <msink:context xmlns:msink="http://schemas.microsoft.com/ink/2010/main" type="inkDrawing" rotatedBoundingBox="5373,15736 9121,13386 9255,13600 5507,15950" semanticType="callout" shapeName="Other">
            <msink:sourceLink direction="with" ref="{D5A53225-F288-4F10-A784-1274B9F2DB13}"/>
          </msink:context>
        </emma:interpretation>
      </emma:emma>
    </inkml:annotationXML>
    <inkml:trace contextRef="#ctx0" brushRef="#br0">0 2271 345,'0'0'15,"0"0"4,0 0-19,0 0 0,0 0 0,0 0 0,0 0 163,0 0 29,0 0 5,0 0 2,0 0-135,0 0-26,0 0-6,0 0 0,0 0 4,0 0 0,0 0 1,0 0 0,0 0 13,0 0 2,11-10 1,-11 10 0,0 0 9,11-4 2,0-1 0,-11 5 0,0 0-15,0 0-2,0 0-1,16-10 0,-5 5-22,-11 5-5,11-10-1,-11 10 0,16-9 25,1 4 5,-17 5 0,16-5 1,1 0-27,-1-5-6,6 0 0,-11 1-1,6-1 16,-1 5 3,-5 0 1,-11 5 0,17-10-14,-7 1-2,12-1-1,0 0 0,0 0-6,0 1 0,0-1-1,0 0 0,0 0 1,0 1 1,0-1 0,5 0 0,-5 0-13,6 1 9,-6-1-9,0 5 8,5-5-8,0 1 0,-5-1 0,6 0 8,-1 0-8,-5 1 0,11-1 0,-6 0 0,-5-4 0,0-1 0,6 5 0,5 0 0,-11 1-18,5 4 1,0-5 0,1 5 0,-1-5 17,1 6 0,-17-6 0,11 5 0,0-5 0,-1 5 0,1-4 0,0-1 0,0 0 0,0 0 0,0 1 0,-5-1 0,-1 5 0,0 0-10,1-5 10,-1 5-12,1 1 12,-1-1 0,1 0 0,-1-5-8,-5 0 8,6 1 0,-6-1 0,0 0-8,5 0 8,-5 1 0,0-6 0,0 5 0,0 0 0,0-4 0,0 4 0,-6 0 0,6 1 0,0-1 0,0 0 0,0 0 0,-5 1 0,-1-6 0,6 5 0,6 0 0,-6 1 0,0-1 0,-1 0 0,1 0 0,0 6 0,6-6 0,-6 0 0,5 0 0,1 1 0,-6-6 0,0 5 0,5 0 0,1 1 0,-1 4 0,0-5 0,6 0 0,-11 1 0,6-1 0,5 0 0,0 0 0,-6-4 0,1-1 0,-6 0 0,5 1 0,0-1 0,6 1 12,-5-1-2,-1 0-1,-5 1-9,6-1-12,-1 5 2,1-4 1,-1-1 9,6 0 0,-6 1 0,6 4 0,-5 0 0,5-4 8,-6-1-8,1 5 11,-1-4-11,6 4 0,-11-5 0,6 1 8,-1-1-8,0 0 0,1-4 0,-1 4 8,1 1-8,-1-6 0,6 6 0,-11-1 8,0 0-8,6 6 0,-1-1 0,6-5 0,-6 5 0,1-4 0,5 4 0,0 0 8,11 1-8,-11-1 0,-6 0-10,6 0 10,11 1 0,-6-6 0,-10 5 0,-1 5 0,1-4 0,5-1 0,0-5 0,-12 5 0,-10 1 0,6-1 0,16-5 0,0 6 0,-17-6 0,6 5 18,11 0-2,0 1-1,6-1-15,-12 0 0,0-4 8,6 4-8,0 0 0,0 5 0,-11-5 8,6 1-8,-6 4 0,5-5 9,-5-5-9,6 6 8,-6-1-8,-6 0 0,17 0 0,-11 1 8,-11 4-8,11 0 0,5-5 0,1 5 8,-6-9-8,0 9 8,0-5-8,5 0 8,6 5-8,-5-9 0,-12 4 0,11 0 8,12 1-8,-12 4 0,-10-10 0,-1 10 8,12 0-8,-1-4 0,-5-1 0,0 5 0,-11 5 0,11-15 8,6 6-8,-6 4 0,-11 5 26,5-10 0,17 0 0,0 0 0,-11 1-37,0 4-7,-6-5-2,6 0 0,-5 5 20,-1 1 0,1-6 0,10 0 0,6 5 17,0 0 1,-16-4 0,5-1 0,-1 5-18,1 0 0,0-5 0,-11 10 0,0 0-11,0 0-5,17-5-2,-6 1 0,-17-6 18,6 10 0,11-10 0,0 5 0,0 0 0,-11 5 0,0 0 0,0 0 0,22-5 0,-22 5-16,-5 0 3,5 0 1,0 0-100,0 0-19,-11-4-4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4.06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3C530EE-2C09-4736-A904-6F29DBEAB3A0}" emma:medium="tactile" emma:mode="ink">
          <msink:context xmlns:msink="http://schemas.microsoft.com/ink/2010/main" type="inkDrawing" rotatedBoundingBox="5450,15625 9069,14404 9103,14504 5483,15725" semanticType="callout" shapeName="Other">
            <msink:sourceLink direction="with" ref="{D5A53225-F288-4F10-A784-1274B9F2DB13}"/>
            <msink:sourceLink direction="with" ref="{EC7DA3B6-310D-4DF7-A491-0E960BDFF6CF}"/>
          </msink:context>
        </emma:interpretation>
      </emma:emma>
    </inkml:annotationXML>
    <inkml:trace contextRef="#ctx0" brushRef="#br0">0 1253 1267,'0'0'28,"0"0"5,0 0 2,0 0 1,0 0-36,0 0 0,0 0 0,0 0 0,17 0 108,-6 0 14,-6-5 3,1 0 1,-6 5-50,11-4-9,0-6-3,0 5 0,5 0-16,-5 0-4,6-5-1,-6 6 0,5-1-17,6 0-3,-6-5-1,1 10 0,5-5-9,-6-5-1,6 6-1,0-1 0,0 0-11,0 0 10,0 0-10,5-5 10,1 10-10,-1-9 0,6-1-10,-11 0 10,0 0 0,5 1-9,6 4 9,-11-5 0,11 0 0,-5 5-10,-1-9 10,0 9 0,1-5-12,5 5 12,-6-5-12,6 6 12,-5-1-17,-1-5 3,0 5 1,1-5 0,5 6 1,-17-6 1,6 5 0,0 0 0,0-5 11,0 5-8,0 1 8,0-1-8,0-5 8,-6 5 0,6-5 0,0 5 0,-6 1 0,6 4 0,-11-5 0,6 5 0,5-5 0,-6 0 0,1 5 0,5-5 0,-17 0 0,12-5 0,-1 6 0,-5-6 0,5 5 0,-5-5 0,6 0 0,-6 6 0,5-1 0,-5 0 0,6 0 0,-1 0 0,1 0 0,-1 0 0,-5-4 0,0 4 0,5-5 0,1 5 0,-1 0 8,-5 0-8,6 0 8,-1 1-8,1-1 8,-1 5-8,1-5 0,-1 0 0,6 0 0,0 0 0,-6 0 0,6-4 9,-5 4-9,5-5 0,-6 0 8,6 5-8,-6 0 0,1-4 0,-1 4 0,1-5 0,5 10 0,-6-10 0,1 5 0,-1 1 0,1-1 0,-1 0 0,0-5 0,1 0 0,-1 5 0,6-4 0,-5 4 8,-1-5-8,1 0 0,-1 5 0,6-4 8,-11-1-8,6 0 0,-1 5 0,0-4 11,1 4-11,5 0 10,-6 0-10,-5-5 11,6 5-11,5 0 12,-11 1-12,0-1 10,5 0-10,6-5 8,0 5-8,-6-5 9,1 6-9,-1-1 10,6 0-10,6 0 9,-6 0-9,-12 0 8,12 0-8,6 5 10,-6-5-10,-6 5 12,1-4-12,-6-1 16,5 0-4,6 5-1,-11-5 0,-11 5 19,16-5 4,6 0 1,0 0 0,-22 5-47,11-9-8,11 4-3,6 0 0,-6 0 37,-6 0 7,-5 0 2,5-5 0,12 6-34,-12-1-6,-16 5-2,17-5 0,5-5 19,-6 5 0,-16 5 0,0 0 0,0 0 0,17-10 0,5 1 0,-6-1 9,-16 10-9,11-5 0,5 0 0,1 0 0,-6-4 0,0 4 0,0 0 0,11 0 8,-6 5-8,-5-5 0,-11 5 0,11-5 0,11 0 0,-11-4 0,-11 9 0,11-5 8,0 0-8,0 0 0,-6-5 0,6 5 8,-11 5-8,6-5 8,10 1-8,-5-6 8,-11 10-8,6-5 0,10 0 0,-5 0 8,0 0-8,6 0 0,-12 1 0,12-1 0,4 0 0,-10 0 0,-11 5 0,11 0 8,6-5-8,-1 0 0,-10 0 0,-6 5 0,0 0 16,11-5 2,5 1 0,-10-6 0,-6 10-18,0 0 0,11-10 0,-11 10 0,-17-5 0,17 5-12,11-5 1,0 0 1,6 1 10,-12-6 14,-5 10-3,0 0-1,22-5-10,-6 0 0,-21 0 0,5 5 8,0 0-8,0 0 0,0 0 0,0 0 0,-11-5-20,11 5-7,11-5-1,-11 5 0,-11 0-36,11 0-8,0 0-2,0 0 0</inkml:trace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5.52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C7DA3B6-310D-4DF7-A491-0E960BDFF6CF}" emma:medium="tactile" emma:mode="ink">
          <msink:context xmlns:msink="http://schemas.microsoft.com/ink/2010/main" type="inkDrawing" rotatedBoundingBox="5423,15635 9052,15093 9062,15160 5433,15702" shapeName="Other">
            <msink:destinationLink direction="with" ref="{A3C530EE-2C09-4736-A904-6F29DBEAB3A0}"/>
          </msink:context>
        </emma:interpretation>
      </emma:emma>
    </inkml:annotationXML>
    <inkml:trace contextRef="#ctx0" brushRef="#br0">0 569 403,'0'0'36,"0"0"-36,0 0 0,0 0 0,0 0 199,0 0 33,0 0 6,0 0 2,0 0-90,0 0-18,0 0-3,0 0-1,0 0 0,11 0 0,5-5 0,-16 5 0,0 0-106,5-5-22,6 0 0,6 5 0,-6 0 23,5-5 12,6 0 2,-11 5 1,6 0-14,-1 0-4,6-5 0,-5 1 0,4-1-7,1-5-1,0 5-1,6 0 0,-1 0-11,1 0 0,4 1 0,-4-6 0,-1 5 20,1-5 3,10 0 0,-10 1 0,-1 4-15,11 0-8,-10 0 8,-1 0-8,6 0 0,0 0 8,-6-4-8,12 9 0,-6-5 0,0 0 0,0 0 0,5-5 0,-5 5-8,0 5 0,-6-4 0,6-1 0,0 0 8,5 0 0,-5 5 0,0 0 0,-5-5-15,-1 5-1,0-5 0,6 5 0,-11 0 16,6 0-9,5 0 9,-17 0-8,6 0 8,-6 0 0,6 0 0,-5 0 0,5 0 0,-6 0 0,1 0 0,5 0 0,-6 0 0,6-5 0,-6 5 0,1-5 0,-1 5 0,1-4 0,-1 4 0,1 0-8,-6-5 8,5 0 0,6 5 0,-5-5 0,-7 0 0,7 0 0,-1 0 0,6 0 0,-5 5 0,-1-4 0,6-1 0,-5-5-8,-6 5 8,11 5 0,-6-5 0,0 0 0,1 1 0,-1 4 0,6-5 0,0 5 0,0-5 0,-5 5 0,-1 0 0,6 0 0,-22 0 0,27-5 0,-10 0 0,5-5 0,-6 5 0,6 1 0,-5-6 0,5 5 0,-22 5 0,22 0 0,-6-5 0,6 0 0,-6 0 0,1 0 0,5 5 0,-6-4 0,6-1 0,-11 5 0,6 0 0,4-5 0,7 5 0,-6-5 0,-11 0 0,5-5 0,12 10 0,-12-5 0,1 1 0,5 4 0,-6-5 0,11 10-15,1-5 3,-12 4 0,-16-4 12,11 0 0,17-4 0,-12 4 0,-16 0 28,17 0 1,4 0 1,1-5 0,6 0-30,-12 5 0,-16 0 0,28-5 0,-1 5 0,1 0-20,-12-5 4,0 0 0,6 5 16,0 0 0,-11 0 0,-11 0 0,0 0 0,17 0 0,5 0 0,-11-5 0,-11 5 0,11-5 0,11 5 0,-6 0 0,-10-4 0,4-6 0,1 0 8,6 5-8,-1-5 0,1 10 0,-17 0 8,16 0-8,1 0 0,-1 0 0,-16 0 0,11 0 0,6 0 0,-6-4 0,0-1 8,-1-5-8,-10 10 0,6 0 0,10-5 0,1 0 0,-17 5 0,5-5-12,12 0 3,-1 1 0,-5 4 17,0-5 4,-5 0 1,10 5 0,6 0-13,-5 0-18,-17 0 4,10-5 1,7 5 13,-1-5 15,-16 5-3,0 0-1,0 0-11,6-5 0,5 5-12,-11 0 12,0 0-19,0 0 4,22-5 1,-11 5 0,-11 0-15,0 0-3,0 0-1,11 0 0,0-5-15,-11 5-2,0 0-1,0 0 0,27 0-41,-10 0-9,-17 0-2</inkml:trace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6.93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1392D69-1AC3-43D3-80AA-B50C4390D8A2}" emma:medium="tactile" emma:mode="ink">
          <msink:context xmlns:msink="http://schemas.microsoft.com/ink/2010/main" type="inkDrawing" rotatedBoundingBox="5410,15562 9088,15934 9075,16066 5397,15694" shapeName="Other"/>
        </emma:interpretation>
      </emma:emma>
    </inkml:annotationXML>
    <inkml:trace contextRef="#ctx0" brushRef="#br0">0 26 921,'0'0'82,"0"0"-66,0 0-16,0 0 0,5-9 132,1 4 22,-6 5 5,11-10 1,0 10-40,0 0-8,5 0-2,-11 0 0,12 0-48,5 0-10,-6 0-1,6 0-1,-5 5-22,5 0-5,0-5-1,0 5 0,5-1-10,0 1-1,1-5-1,5 5 0,-11-5 12,11 5 2,5-5 1,-11 0 0,12 0-7,-6 0-2,-6-5 0,11 5 0,-5 0-4,0 0-2,0-5 0,0 5 0,0 0-10,5 0 8,1 0-8,-1 0 8,1 0-8,-1 0 0,-5 5 0,11 0 0,-11-5 0,5 0-11,0 0 3,1 5 0,-1-5-5,-5 0-1,0 0 0,0 0 0,0 5 2,-6-5 1,1 0 0,-6 0 0,5 0 11,-5 0 0,5 0 0,-5 5-8,0-5 8,0 0 8,-5 5-8,5-1 11,-6 1-11,0 0 0,1 0 0,5 0-11,-11 0 11,11 0 0,-6 0 0,1-1 8,5 1-8,-6 0 0,0 0 0,1 0-8,5 0 8,0 0 0,-6-5 0,1 5 0,-6-5 0,5 4 0,1-4 10,4 5-10,-4-5 0,-1 0 0,6 0 0,-5 5 0,5-5 0,0 5 0,-6 0 0,1-5-10,-1 10 10,0-10 0,1 5 0,-1-5-8,-5 4 8,6-4 0,-1 0 0,1 5 0,-17-5 0,16 0 0,6 0 0,-11 0 0,6-5 0,-1 5 0,0 0 0,1 0-8,5 0 8,-11 0 0,-11 0 0,22 0 0,0 5 0,0 0 11,-11 0-3,5-5 0,0 5-8,1 0 0,-1 0-12,-5 0 12,-11-5 0,22 4 0,0-4 0,0 5 0,-22-5 0,17 5 0,10 0 0,0 0 0,-5 0 0,0-5 8,-22 0-8,22 0 0,11 0 0,-5 0 0,-12 0 0,0 0 0,12 5 0,-1 4 0,-5-4 0,-5 0 0,-17-5 0,11 0 0,11 5 0,-22-5 0,0 0 0,16 5 0,11 0 0,-5 0 0,-22-5 0,17 0 0,5 0 0,-6 0 0,6-5 0,0 5 0,-11 0 0,11 0 0,0 5 0,-6 0 0,1-5 0,-1 0 0,1 4 0,5-4 0,-6 5 0,-5 0 0,0 5 0,6-5 0,4-5 0,-4 5 0,-17-5 0,11 5 8,11-1-8,0-4 8,-6 0-8,6 5 0,-5-5 0,10 0 8,0 0-8,-5 0 0,-16 0 0,10 5 0,17 0 0,-16-5 0,-17 0 0,0 0 0,0 0 0,11-5 0,0 0 0,-11 5 0,0 0 0,0 0-9,16-9 9,-16 9-13,0 0-17,0 0-3,17 0-1,-1 0 0,-16 0-36,0 0-7,0 0-2</inkml:trace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8.12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FEC512C-D9B6-4483-BCDE-6A53C1B977B9}" emma:medium="tactile" emma:mode="ink">
          <msink:context xmlns:msink="http://schemas.microsoft.com/ink/2010/main" type="inkDrawing" rotatedBoundingBox="5386,15588 9247,17022 9208,17129 5347,15694" semanticType="callout" shapeName="Other">
            <msink:sourceLink direction="with" ref="{D5A53225-F288-4F10-A784-1274B9F2DB13}"/>
          </msink:context>
        </emma:interpretation>
      </emma:emma>
    </inkml:annotationXML>
    <inkml:trace contextRef="#ctx0" brushRef="#br0">0 3 1249,'0'0'55,"0"0"12,0 0-54,0 0-13,6 0 0,5-5 0,-6 5 92,-5 0 16,0 0 4,11 0 0,0 0-22,-5 5-4,-6-5-1,16 0 0,-5 0-17,6 5-3,-1 0-1,-5 5 0,5-5-24,1 4-6,5 1-1,5 0 0,-10 0-1,10-1-1,-5-4 0,5 5 0,1 5-31,5-6 0,0 1 0,0 0 0,5 5 11,0-1-1,1-9 0,-1 10 0,-5-6-2,5 1 0,-5 0 0,6 0 0,-1 4-20,1 1-4,-1-5 0,0 4-1,6 1 35,0-5 7,0-1 2,5 6 0,-10-5-27,-1 0 0,6 4 0,0-4 0,5 0 0,-10-1-17,-1 1 2,6 5 1,-6-5 2,-5-6 0,0 6 0,0 5 0,0-5-2,-6-1 0,1 1 0,-1 0 0,-5 0 5,5-1 1,6 6 0,-5 0 0,-6-1 8,5 1-8,-5-1 8,5 6-8,-5-10 8,6 4 0,-6-4 0,-6 5 0,-5-6 0,0 6 0,11-10 0,0 5 0,-11-5 0,11-1 0,-6 6 0,6-5 0,0 0 0,-5 0 0,-1 0 0,1 0 0,5 4 0,-1-4 0,-10 0 0,11 0 0,-5 5 0,-1-5 0,6 4 0,-11 1-8,6-5 0,-1 5 0,6-1 0,-6 1 0,-16-10-4,17 15-1,5-5 0,0-6 0,0 6 13,-6 5 0,1-10 0,-1 4-9,12-4 9,-7 5 0,-10-5 0,6 5-8,10-5 8,-5 4 0,-5-4 8,-1 5-8,12-5 0,-7 0 0,7 0 0,-6 4-8,-17 1 8,6 0 0,11 0 8,0-1-8,-5 1 0,-6 0 0,16 0 0,0-1 0,6-4 0,-11 5 0,-5 0 0,5-5 0,5 4 0,-5-4 0,-11 5 0,5 0-8,6-5 8,0-1 0,0 6 0,-11-5 0,-11-5 0,17 5 0,5 0 0,0 0 0,-22-5 0,11 9 0,10 1 0,1 0 0,-5 0 0,-1-5 0,1 4 0,-1-4 0,12 5 0,-6-5 0,-17 0 0,11 0 0,12-1 0,-12 1 0,1-5 0,-6 10 0,11-5 0,-6 0 0,6-5 0,-11 5 0,-11-5 0,11 0 0,11 9 0,0-4 0,-17 0 8,6 0-8,6-5 8,-1 5-8,6 0 0,-22-5 0,0 0 0,22 5 0,11 4 9,-11-9-9,-22 0 12,0 0-12,27 5 0,-10 0 0,-17-5-12,0 0 3,0 0 9,16 5 0,1 0 0,-17-5 0,0 0 0,0 0 11,22 5-3,-11-5 0,-11 0-8,0 0 0,0 0-12,16 10 12,1-6-16,-17-4 5,0 0 1,0 0 0,11 0-54,-11 0-12</inkml:trace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9.59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8768C39-2534-4E34-94B2-0D3917659F1B}" emma:medium="tactile" emma:mode="ink">
          <msink:context xmlns:msink="http://schemas.microsoft.com/ink/2010/main" type="inkDrawing" rotatedBoundingBox="5488,15605 9461,18111 9380,18239 5408,15734" semanticType="underline" shapeName="Other">
            <msink:sourceLink direction="with" ref="{D5A53225-F288-4F10-A784-1274B9F2DB13}"/>
          </msink:context>
        </emma:interpretation>
      </emma:emma>
    </inkml:annotationXML>
    <inkml:trace contextRef="#ctx0" brushRef="#br0">0 0 1000,'0'0'44,"0"0"10,0 0-43,0 0-11,16 10 0,-5-5 0,11 0 86,-17 5 15,6-6 3,6 6 1,-1-5-21,1 5-5,-1 0-1,-5-1 0,11 1-6,-5 0-2,-1-5 0,1 4 0,4 1 6,-4 0 0,10 0 1,-5 4 0,6 6-62,-6-6-15,11-4 0,-6 10 0,6-1 20,0 1 4,5-1 1,-10 6 0,10-1-25,-5 0 8,0-4-8,5-1 0,1 1 0,-1-1 0,0 1 8,6-1-8,0 1 0,0 4 0,-6-4 0,12-1 0,-6 6 0,5-6 0,-11 1 0,17-1 0,-22-4 0,11 4 0,0-4-10,-6 4 10,1-4 0,-7 4 0,7 1 0,-1-1 0,-10 1 0,5-1 0,-6 6 0,6-6 0,0-4 0,0 9 0,0 1 0,-6-1 0,0 0 0,1 1 0,-1-6 8,1 6-8,-1-11 8,1 6-8,-7-6 12,7 1-12,-6 5 10,5-6-10,-10 1 8,5-1-8,0-4 0,0 5 8,-1-5-8,1 4 0,-5-4 0,5 5 0,-6-1 0,6 1 0,-5-1 0,-1-4 8,6 5-8,0-1 0,-6 1 0,6 5 0,-5-1 0,-1-4 0,6 4 0,0 1 0,-5-6 0,-1 1 0,6 0 0,-6-1 0,6-4 0,-5 5 0,-1-6 0,1 1 0,5 5 0,-6-1 0,-10-4-9,16 5-1,5-6 0,0 6 0,-10-5 10,-1 0 0,1 4-9,10-4 9,1 5 0,-7-6 0,-10 6 0,11-5 0,11 4 0,-5 1 0,-17 0 0,0-1 0,5-4 0,1 5 0,-1-1 0,-5-4 0,-6 0-10,12-1-1,10 1 0,-10 0 0,-17-10 11,16 10 11,6 9-3,-5 1 0,-1-11-8,1 1-11,-6-5 3,10 5 0,7-5 8,-12 9 12,-10-4-2,10 5-1,1-10-9,5 4 0,-11 1 0,0 0 0,-6 0 0,6 4-14,11 1 5,-11-1 1,-11-4 8,11 0 16,11 0-4,-6-1-1,-10 1-11,-1 0-12,17 0 2,6-1 1,-1 1 9,-11 0 12,-5 0-2,11 4-1,11-9-9,-11 5 0,-22 0 0,6-6 0,5 6 0,5 0-14,1 0 5,-17-10 1,0 0 8,16 9 12,6 6-2,-6-5-1,-10 0-9,5-1-12,11 1 2,-6 0 1,1 0 9,-6-1 9,-6 1-1,12-5-8,5 5 8,-1-5-8,-21-5 0,11 9 0,6-4 0,-1 5 0,-16-10 0,0 0-12,0 0 12,0 0 0,17 5 0,-6 0 0,-11-5 0,0 0 0,11 9 0,-11-9 0,0 0 0,0 0 0,11 10 8,0-5-8,5 5 9,-16-10-9,0 0 0,6 5 9,10 4-9,-5-4 0,-11-5 0,0 0 0,11 5 8,-11-5 0,0 0 0,0 0 0,0 0-8,0 0 0,0 0 0,0 0 0,0 0-14,0 0-5,0 0-1,0 0-656,-5-10-131</inkml:trace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56.211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1741770-9204-46D6-A4FA-E55C9E94DCE8}" emma:medium="tactile" emma:mode="ink">
          <msink:context xmlns:msink="http://schemas.microsoft.com/ink/2010/main" type="writingRegion" rotatedBoundingBox="8338,4521 13142,3544 16046,17819 11241,18796"/>
        </emma:interpretation>
      </emma:emma>
    </inkml:annotationXML>
    <inkml:traceGroup>
      <inkml:annotationXML>
        <emma:emma xmlns:emma="http://www.w3.org/2003/04/emma" version="1.0">
          <emma:interpretation id="{29DD8D00-B4AB-48B3-AF55-700D07C770A8}" emma:medium="tactile" emma:mode="ink">
            <msink:context xmlns:msink="http://schemas.microsoft.com/ink/2010/main" type="paragraph" rotatedBoundingBox="9270,4293 13320,4100 13354,4825 9305,501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DE8E508-936E-43DC-8F5C-06645DD4592C}" emma:medium="tactile" emma:mode="ink">
              <msink:context xmlns:msink="http://schemas.microsoft.com/ink/2010/main" type="line" rotatedBoundingBox="9270,4293 13320,4100 13354,4825 9305,5018"/>
            </emma:interpretation>
          </emma:emma>
        </inkml:annotationXML>
        <inkml:traceGroup>
          <inkml:annotationXML>
            <emma:emma xmlns:emma="http://www.w3.org/2003/04/emma" version="1.0">
              <emma:interpretation id="{93D0A66C-44A8-43FF-B709-564AFE3A26CB}" emma:medium="tactile" emma:mode="ink">
                <msink:context xmlns:msink="http://schemas.microsoft.com/ink/2010/main" type="inkWord" rotatedBoundingBox="9270,4293 11351,4194 11386,4919 9305,5018"/>
              </emma:interpretation>
              <emma:one-of disjunction-type="recognition" id="oneOf0">
                <emma:interpretation id="interp0" emma:lang="en-AU" emma:confidence="0">
                  <emma:literal>sample</emma:literal>
                </emma:interpretation>
                <emma:interpretation id="interp1" emma:lang="en-AU" emma:confidence="0">
                  <emma:literal>Sample</emma:literal>
                </emma:interpretation>
                <emma:interpretation id="interp2" emma:lang="en-AU" emma:confidence="0">
                  <emma:literal>simple</emma:literal>
                </emma:interpretation>
                <emma:interpretation id="interp3" emma:lang="en-AU" emma:confidence="0">
                  <emma:literal>simply</emma:literal>
                </emma:interpretation>
                <emma:interpretation id="interp4" emma:lang="en-AU" emma:confidence="0">
                  <emma:literal>sampi</emma:literal>
                </emma:interpretation>
              </emma:one-of>
            </emma:emma>
          </inkml:annotationXML>
          <inkml:trace contextRef="#ctx0" brushRef="#br0">193 99 1422,'0'14'63,"0"-4"13,0-20-61,0 0-15,0 1 0,0 4 0,-6-10 136,1 5 24,5 1 4,0-1 2,-11 5-54,5 5-12,1-10-1,-6 5-1,0-4-17,0 4-3,0-5-1,-6 10 0,1 0-61,-1 5-16,6 5 0,1-5 0,-1-1 0,-6-4 0,12 0 0,5 0 0,-6 15 0,6-15 0,0 0 0,-5 10 0,5-10 0,0 0 0,0 0 0,0 0 0,11 10-10,0-1-5,-11-9-1,11 10 0,0 0 26,5-5 5,-5 0 1,5-5 0,1 4-29,-1 1-6,6 0-1,0 5 0,-16 5 20,5-1 0,0 6 0,0-6 0,5 6 0,-11-6 0,-5 1 0,6 0 0,5 4 0,-11-9 0,-6 5 8,1-11-8,5-4 0,0 0 11,-11 5-11,0-5 10,0 5 1,-5 5 0,-1 0 0,1-1 0,-6-9-11,5 5 0,1 0 0,-1 0 0,1 0-49,5-5-12,-5-5-3,5 0 0,11 5-37,0 0-8,-11-10-2,11 10-853</inkml:trace>
          <inkml:trace contextRef="#ctx0" brushRef="#br0" timeOffset="406.8">593 162 921,'-6'-5'82,"1"-5"-66,5 1-16,0 9 0,0 0 264,0 0 48,-6-5 11,-4-5 1,4 5-149,-5-5-31,0 1-5,-5 9-2,5 0-58,0 9-12,-6-4-3,1 0 0,-1 0-32,6 0-8,0 5 0,-5-1-1,-6-4-15,6 10-8,10 4 8,1-4-8,-6-10 0,11 14 0,0 11 0,0-6-8,11-9 8,-11-15-8,0 0 8,11 9-8,0 6 8,-1-10-13,-10-5 5,17 5 8,-1-5-12,1 0 12,-6-5-10,5 0 10,1-5-10,-6 10 10,0 5-10,0-15 10,0-14-8,-6 0 8,6 9 0,0-5-9,0 1 9,-6 4 0,1 1 0,-1-6 0,1 6 0,-1 4 0,1 5 0,-6 5 8,0 0-8,0 0 9,0 0-9,0 0 10,0 0-10,0 0 0,5 10 0,1 4 8,-1-4-8,1 10 0,-1-1-10,1-9 10,-6-10-46,0 0-3,11 14-1,-6-4 0,1 5-192,-1-5-38,1 4-8</inkml:trace>
          <inkml:trace contextRef="#ctx0" brushRef="#br0" timeOffset="908.33">757 123 1623,'0'0'72,"0"0"15,0 0-70,0 0-17,0 0 0,0 0 0,0 0 139,0 0 24,6 15 5,-1-6 0,-5-9-51,0 10-10,6 5-3,-6-15 0,0 0-46,5 14-10,1 16-1,-6-1-1,5-5-26,1-4-4,-6-6-2,5 1 0,-5 0-14,0-15 8,0 0-8,0 0 0,6 9 0,-6-9 0,0 0 0,0 0 0,5-14 8,-5 14-8,0 0 0,0-15 0,0-4 0,0-6 0,0 6 0,0-1 0,0 1 0,6 4-10,-6-4 10,5 4-8,1 5 20,-6 10 5,0 0 1,5-10 0,1-4-34,-1 4-8,-5 10 0,0 0-1,0 0 25,11 5 0,-5 10 0,-6-15 0,11 9 0,-6 1 0,6 10 0,0-6 0,-5 1 0,4-1 0,-10-14 0,11 15 0,-5 5 20,-1-1 2,-5-19 1,6 10 0,5 0-23,-11-10-15,0 0 3,0 0 0,0 0 12,0 0 0,0 0 0,11-5 0,0-15 0,-6 6 0,6-1 0,-5 0 0,-1-4 10,1 4-10,-6 15 8,5-10-8,1 1 0,5-6 0,-6 0 0,6 6 0,-11 9 0,0 0 0,0 0 0,11 5 0,0 4 0,0 1 0,-11 5 0,5 4 0,12 6 0,-6-6 0,-6-4 0,1-1 0,-1 1 0,1 0 0,5-1 0,-6 1 0,-5-15-35,0 0-2,17 14-1,-6-4 0,0 0-122,-11-10-25,0 0-5,0 0-499,16 10-100</inkml:trace>
          <inkml:trace contextRef="#ctx0" brushRef="#br0" timeOffset="1293.1099">1284 196 691,'0'0'61,"0"0"-49,0 0-12,0 0 0,0 0 210,0 0 39,0 0 8,0 0 2,0 0-84,5 10-17,6 4-3,0 11-1,0-1-50,-5 1-9,5 4-3,-6-5 0,6 1-40,-5 4-9,-1-5-2,1 5 0,-1-9-22,1 9-5,-1 0-1,1-4 0,-6-1-22,5-9-5,1 4-1,-1-4 0,-5-15 30,0 0 5,0 0 2,0 0 0,0 10-12,0-10-2,0 0-8,-5-10 12,5 10-12,-6-15 0,1-9 0,-6 0 0,5-6 0,1 1 0,5 5 0,-6-6 0,1-9 31,5 10 3,0 10 1,5-6 0,1 6-48,-1-1-10,1 1-1,5 4-1,-6 1 25,6-6 17,0 5-2,0 6-1,5 9 1,-5 0 0,0 0 0,-11 0 0,11 0 1,0 9 1,0-4 0,-11-5 0,0 0 7,0 0 2,6 10 0,-1 5 0,-10-1-6,5 1 0,0 4-1,-6-4 0,1-5-7,-6 0-2,0-1 0,0 11 0,0 4-10,0-9 0,-5-10 0,-1 0 0,1 4-14,5 1-5,-6-5-1,1-5 0,5-5-41,0-5-9,5 1-2,1 4 0,-1-10-160,6 15-32,0 0-6</inkml:trace>
          <inkml:trace contextRef="#ctx0" brushRef="#br0" timeOffset="1750.17">1575-72 1861,'11'-15'82,"-6"10"18,1 1-80,-6 4-20,0 0 0,0 0 0,0 0 148,0 0 25,0 0 6,5 9 1,0 11-76,-5-1-16,6-4-2,-6 4-1,5 11-48,-5-1-9,0 5-3,0-5 0,6-4-25,-1-1 8,1 10-8,5-14 0,-6-11 0,6 11 0,-5 4 0,5 1 0,5-1 0,-5-4 0,0-6-8,6 1 8,-1-10 0,1-5 0,-7 5 0,7-5 0,-6 4 0,5 1 0,-5-10 0,6 1 0,-6-16 0,-6 10 0,-5 10 0,17-9 0,-6-11 0,0 1 12,-11 4-2,11-5 0,-6-4 2,1 9 0,-1 1 0,-5-6 0,-5 1 2,-1-6 1,1 1 0,-6 5 0,0 9-3,0 0 0,-6 10 0,1-5 0,5 5-12,0 5 11,-6 5-11,12 4 10,-6 6-10,11-1 0,0 6 0,0-6 0,5 1-9,1 4 9,-1 10 0,12-9 0,-1-11-9,1 1 9,5-5 0,0 4-9,-6 11 9,6-11 0,-6-9 0,1 0 0,10 15-44,-5-11-4,0 1-1,-5-10 0,-1-10-115,6 1-24</inkml:trace>
        </inkml:traceGroup>
        <inkml:traceGroup>
          <inkml:annotationXML>
            <emma:emma xmlns:emma="http://www.w3.org/2003/04/emma" version="1.0">
              <emma:interpretation id="{031E41A5-D506-400D-A476-2E9ABC2752A5}" emma:medium="tactile" emma:mode="ink">
                <msink:context xmlns:msink="http://schemas.microsoft.com/ink/2010/main" type="inkWord" rotatedBoundingBox="11630,4209 13321,4128 13354,4821 11663,4902"/>
              </emma:interpretation>
              <emma:one-of disjunction-type="recognition" id="oneOf1">
                <emma:interpretation id="interp5" emma:lang="en-AU" emma:confidence="0">
                  <emma:literal>space</emma:literal>
                </emma:interpretation>
                <emma:interpretation id="interp6" emma:lang="en-AU" emma:confidence="0">
                  <emma:literal>Space</emma:literal>
                </emma:interpretation>
                <emma:interpretation id="interp7" emma:lang="en-AU" emma:confidence="0">
                  <emma:literal>spall</emma:literal>
                </emma:interpretation>
                <emma:interpretation id="interp8" emma:lang="en-AU" emma:confidence="0">
                  <emma:literal>spare</emma:literal>
                </emma:interpretation>
                <emma:interpretation id="interp9" emma:lang="en-AU" emma:confidence="0">
                  <emma:literal>Spare</emma:literal>
                </emma:interpretation>
              </emma:one-of>
            </emma:emma>
          </inkml:annotationXML>
          <inkml:trace contextRef="#ctx0" brushRef="#br0" timeOffset="2194.54">2578 45 2095,'0'0'46,"0"0"10,0 0 1,0 0 2,0 0-47,0 0-12,0 0 0,0-5 0,0-10 125,-5 6 23,5 9 5,-6-5 1,-5 0-45,0 5-9,-5 5-1,5 0-1,-6-5-57,1 0-11,-1 5-2,1-1-1,0 1-27,-1 5 0,6 0 8,-5 0-8,5-6 0,5 6 0,1 5 0,-1-1 0,6-14-15,0 0-5,0 0 0,6 20-1,5 4-16,0-4-3,0-1-1,0-4 0,0 0 41,5-6 22,-5-4-2,5 5-1,1 0-31,-1-1-5,1 1-2,-1 0 0,-10-5 19,5 0 0,0 4 0,-11-9 0,0 0 0,11 10 0,-6 0 0,-5 5 0,6-1 31,-12-4 9,1-5 3,5-5 0,0 0-28,-22-5-6,22 5-1,-11 0 0,-6 0-47,6-5-9,-5 5-3,-1-5 0,1 0-113,0 0-22,5 1-5,0-1-897</inkml:trace>
          <inkml:trace contextRef="#ctx0" brushRef="#br0" timeOffset="2596.17">2715 225 2246,'0'0'49,"0"0"11,17-5 1,-6 5 3,5 5-52,-5 5-12,-11-10 0,6 10 0,5 0 92,-6 4 16,1 6 4,4 4 0,1 0-39,-5 6-7,-1-6-2,1-4 0,-1 4-51,-5 5-13,6-4 0,-1-6 0,-5 1 0,0-6 0,6 1 0,-6-5 0,0-10 0,0 0-13,0 0 4,0 0 1,0 0 8,-6-5 12,-5-10-2,0-4-1,6-1-58,-1-9-12,1-5-3,-1-5 0,1 0 52,0 0 12,5 0 0,-6 0 0,1 0 48,5 9 13,5-4 3,-5 10 0,0-5-53,6 4-11,-1 6 0,0-1 0,6 6 8,0-1 4,0 5 0,0-4 1,6 9 2,-1-5 0,-5 5 0,0 5 0,-5 0 11,-6 0 2,0 0 1,11 5 0,-6 0-3,1 10-1,-1-1 0,-5 1 0,-5-1-12,5 1-2,-6 0-1,1-1 0,-6-4-10,0 5 0,0 4 0,5-4 0,-5-5-36,0-1-2,0 6-1,0-5 0,11-10-59,0 0-12,0 0-2,0 0-1,0 0-183,0 0-36,0 0-7,0 0-1</inkml:trace>
          <inkml:trace contextRef="#ctx0" brushRef="#br0" timeOffset="2999.27">3231 16 288,'11'-25'25,"-11"16"-25,0 9 0,5-5 0,1-5 406,-1 0 76,1-4 15,-6 9 3,0 5-250,0 0-50,0-5-11,0-5-1,0 5-88,-6-5-18,1 6-3,5 4-1,-11 4-39,0-8-8,-6 4-2,6 4 0,0 6-17,-5 0-4,5-5-8,0 5 12,-5 4-12,-1-4 0,12 5 0,-6 4 0,5 5-23,1 1 3,5 9 0,0-5 0,0-9-4,5-1 0,1 1 0,5-1 0,0 1 12,0-1 3,-6-4 0,6-5 0,0-1 9,0-4 0,-11-5-9,11-5 9,0-4 0,0-1 0,-6-5 8,6 1-8,-5-11 20,-1 6-2,6 4 0,-5-4 0,5-6-2,-6 1-1,6 4 0,-5 1 0,5 4-6,-6-4-1,1-1 0,-1 10 0,-5 10 3,0 0 0,0 0 0,0 0 0,11-4-1,-11 4 0,0 0 0,0 0 0,11 9-10,-11-9 8,0 0-8,11 10 8,0 5-8,-6-1-11,6 6 3,-5-6 0,-6-14-40,0 0-7,11 10-1,0 0-1,-11-10-131,11 5-27,0-15-5,0 5 0,5 5-45,-10 0-9,5 0-2</inkml:trace>
          <inkml:trace contextRef="#ctx0" brushRef="#br0" timeOffset="3346.89">3549 21 288,'5'-20'25,"1"15"-25,-1 0 0,1-4 0,5-6 273,-6 5 50,-5-4 9,6 4 3,-1-10-114,1 6-22,-1-1-5,1 5-1,-6-4-21,0 9-5,0 5-1,0 0 0,0-10-61,0 10-12,0 0-2,0 0-1,0 0-29,0 0-5,-11 5-2,5 10 0,1-1-31,-1 1-7,1 4 0,5 6-1,5-1-15,6 0 0,-5-9 0,-1 9 0,1 1 0,-1-1 0,6 1-9,0-6 9,11 1-15,-6-6 3,1 6 1,5-6 0,-6 1-33,6-5-8,-5-5 0,5-1-1,-6-8 64,1-6 13,-6-5 2,5 1 1,-5 4-19,5-5-8,-5 1 0,0-11 8,0 1-8,-5-5 12,5-6-12,0 6 12,-6-5-12,1 5 10,-1 4-10,-5 1 10,0 5-10,-5 4 8,-1 0-8,1 1 8,5 14-8,0 0 10,-6 0-10,-5 5 10,0-5-10,0 14 0,6 11 9,5-1-9,-6-5 0,6 1 0,6 9 0,-1 0 0,6 1-18,-5-6 2,5-4 0,5 4 0,-5 10-14,6-5-2,-1-9-1,1-6 0,-1 1-159,6-10-32,-6-5-7</inkml:trace>
        </inkml:traceGroup>
      </inkml:traceGroup>
    </inkml:traceGroup>
    <inkml:traceGroup>
      <inkml:annotationXML>
        <emma:emma xmlns:emma="http://www.w3.org/2003/04/emma" version="1.0">
          <emma:interpretation id="{568B2057-0249-4795-B53C-8A6C6A43AFE3}" emma:medium="tactile" emma:mode="ink">
            <msink:context xmlns:msink="http://schemas.microsoft.com/ink/2010/main" type="paragraph" rotatedBoundingBox="10022,4966 11426,4791 11478,5209 10074,53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B909FC4-5659-4BC2-B808-BDCA69001A48}" emma:medium="tactile" emma:mode="ink">
              <msink:context xmlns:msink="http://schemas.microsoft.com/ink/2010/main" type="inkBullet" rotatedBoundingBox="10022,4966 10654,4888 10706,5305 10074,5384"/>
            </emma:interpretation>
            <emma:one-of disjunction-type="recognition" id="oneOf2">
              <emma:interpretation id="interp10" emma:lang="en-AU" emma:confidence="0">
                <emma:literal>a,</emma:literal>
              </emma:interpretation>
              <emma:interpretation id="interp11" emma:lang="en-AU" emma:confidence="0">
                <emma:literal>Cl,</emma:literal>
              </emma:interpretation>
              <emma:interpretation id="interp12" emma:lang="en-AU" emma:confidence="0">
                <emma:literal>c',</emma:literal>
              </emma:interpretation>
              <emma:interpretation id="interp13" emma:lang="en-AU" emma:confidence="0">
                <emma:literal>C),</emma:literal>
              </emma:interpretation>
              <emma:interpretation id="interp14" emma:lang="en-AU" emma:confidence="0">
                <emma:literal>a.</emma:literal>
              </emma:interpretation>
            </emma:one-of>
          </emma:emma>
        </inkml:annotationXML>
        <inkml:trace contextRef="#ctx0" brushRef="#br0" timeOffset="7270.17">818 674 172,'-6'44'16,"6"-44"-16,0 0 0,0-10 0,0-5 295,0 1 56,6-1 11,-6 5 2,0 10-158,0 0-32,0 0-6,0 0-2,0-9-58,0 9-12,0 0-3,0 0 0,0 0-7,0 0-2,-11 9 0,0 6 0,5 0-32,1-1-6,-1-4-2,6 5 0,-5-1-44,-1 6 0,6-6 0,0 6 0,0-6 0,0 11 0,11-1 0,-5-4 9,-1-1-9,1-4 0,-1-5-10,6-1 10,0 1 0,6 0 0,-6-5 0,0-5 10,0 0-162,5-5-33,-5 0-7,5 0-545,-5 5-110</inkml:trace>
        <inkml:trace contextRef="#ctx0" brushRef="#br0" timeOffset="7583.3">1054 693 1958,'0'0'43,"0"0"9,0 0 1,0 0 3,0 0-45,0 0-11,11-5 0,-11 5 0,0 0 156,0 0 28,0 0 7,0 0 1,11 10-103,-1 0-20,7 5-4,-12-1-1,-5-14-52,6 15-12,5 4 0,-6-4 0,1-5 0,-1-1 0,1 1 0,-1 5 0,1-5-18,-1 4-10,-5-14-3,0 0 0,11 10-187,-11-10-38</inkml:trace>
        <inkml:trace contextRef="#ctx0" brushRef="#br0" timeOffset="7801.55">1366 810 921,'0'0'82,"0"0"-66,0 0-16,11 0 0,-5 0 212,-6 0 40,0 0 7,5-5 1,-5 5-72,11 0-14,-11 0-3,0 0-1,0 0-64,0 0-13,6 5-2,-6-5-1,0 0-42,0 0-8,0 0-1,0 0-1,5 15-19,-5 0-4,0 4-1,0 1 0,0-6-14,-5-4 0,-1 5 0,1 4 0,-6-4-36,11 4-9,-6 1-3,1-11 0,5-9-196,0 0-39,-17-4-8,17 4-1</inkml:trace>
      </inkml:traceGroup>
      <inkml:traceGroup>
        <inkml:annotationXML>
          <emma:emma xmlns:emma="http://www.w3.org/2003/04/emma" version="1.0">
            <emma:interpretation id="{6EA9491B-C737-4FBB-890F-18225E38C928}" emma:medium="tactile" emma:mode="ink">
              <msink:context xmlns:msink="http://schemas.microsoft.com/ink/2010/main" type="line" rotatedBoundingBox="11025,4845 11426,4794 11470,5144 11069,5194"/>
            </emma:interpretation>
          </emma:emma>
        </inkml:annotationXML>
        <inkml:traceGroup>
          <inkml:annotationXML>
            <emma:emma xmlns:emma="http://www.w3.org/2003/04/emma" version="1.0">
              <emma:interpretation id="{A9AF4106-54F0-4397-AD56-1C42A973092E}" emma:medium="tactile" emma:mode="ink">
                <msink:context xmlns:msink="http://schemas.microsoft.com/ink/2010/main" type="inkWord" rotatedBoundingBox="11025,4845 11426,4794 11470,5144 11069,5194"/>
              </emma:interpretation>
              <emma:one-of disjunction-type="recognition" id="oneOf3">
                <emma:interpretation id="interp15" emma:lang="en-AU" emma:confidence="0">
                  <emma:literal>1)</emma:literal>
                </emma:interpretation>
                <emma:interpretation id="interp16" emma:lang="en-AU" emma:confidence="0">
                  <emma:literal>I )</emma:literal>
                </emma:interpretation>
                <emma:interpretation id="interp17" emma:lang="en-AU" emma:confidence="0">
                  <emma:literal>l )</emma:literal>
                </emma:interpretation>
                <emma:interpretation id="interp18" emma:lang="en-AU" emma:confidence="0">
                  <emma:literal>| )</emma:literal>
                </emma:interpretation>
                <emma:interpretation id="interp19" emma:lang="en-AU" emma:confidence="0">
                  <emma:literal>1 )</emma:literal>
                </emma:interpretation>
              </emma:one-of>
            </emma:emma>
          </inkml:annotationXML>
          <inkml:trace contextRef="#ctx0" brushRef="#br0" timeOffset="8092.17">1772 596 748,'0'0'67,"0"0"-54,0 0-13,0 0 0,0 0 257,0 0 49,0 0 10,0 0 1,0 0-137,0 0-27,0 0-5,0 0-2,0 0-25,0 0-5,0 0 0,0 0-1,0 14-82,0 1-16,0 0-3,5-1-1,-5-4 23,0 10 4,0-1 0,0 1 1,0-6-33,0 1-8,6 4 0,-1-4 0,-5-5-23,0-10-6,0 14-2,6-4 0,-6-10-137,0 0-27,0 0-5,0 0-894</inkml:trace>
          <inkml:trace contextRef="#ctx0" brushRef="#br0" timeOffset="8384.73">1953 508 1094,'-11'0'97,"11"0"-77,0 0-20,0 0 0,0 0 192,0 0 36,0 0 6,22 0 2,5 0-60,-10 5-12,-17-5-3,22 5 0,-6 5-58,6-1-12,-5 1-3,-1 5 0,-5-10-38,5 9-8,-5-4-2,0 5 0,0-1-20,-5 1-5,-1 4-1,-5-4 0,0 4-14,0-4 0,-5 5 0,-1 4 0,-5 0-76,0-4-20,-5-1-5,5 1-738,-5-6-147</inkml:trace>
        </inkml:traceGroup>
      </inkml:traceGroup>
    </inkml:traceGroup>
    <inkml:traceGroup>
      <inkml:annotationXML>
        <emma:emma xmlns:emma="http://www.w3.org/2003/04/emma" version="1.0">
          <emma:interpretation id="{55F6F1D0-C374-44DD-91A3-84FAA7B5A368}" emma:medium="tactile" emma:mode="ink">
            <msink:context xmlns:msink="http://schemas.microsoft.com/ink/2010/main" type="paragraph" rotatedBoundingBox="10071,5576 11456,5337 11537,5807 10152,604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3F601A5-7971-42B3-BC14-E013C190F6B3}" emma:medium="tactile" emma:mode="ink">
              <msink:context xmlns:msink="http://schemas.microsoft.com/ink/2010/main" type="line" rotatedBoundingBox="10071,5576 11456,5337 11537,5807 10152,6046"/>
            </emma:interpretation>
          </emma:emma>
        </inkml:annotationXML>
        <inkml:traceGroup>
          <inkml:annotationXML>
            <emma:emma xmlns:emma="http://www.w3.org/2003/04/emma" version="1.0">
              <emma:interpretation id="{65CAE808-FAF8-4FFE-BAEB-8DD8C3BE47FE}" emma:medium="tactile" emma:mode="ink">
                <msink:context xmlns:msink="http://schemas.microsoft.com/ink/2010/main" type="inkWord" rotatedBoundingBox="10071,5576 11456,5337 11537,5807 10152,6046"/>
              </emma:interpretation>
              <emma:one-of disjunction-type="recognition" id="oneOf4">
                <emma:interpretation id="interp20" emma:lang="en-AU" emma:confidence="0">
                  <emma:literal>(1.2)</emma:literal>
                </emma:interpretation>
                <emma:interpretation id="interp21" emma:lang="en-AU" emma:confidence="0">
                  <emma:literal>C', 2)</emma:literal>
                </emma:interpretation>
                <emma:interpretation id="interp22" emma:lang="en-AU" emma:confidence="0">
                  <emma:literal>Cl, 2)</emma:literal>
                </emma:interpretation>
                <emma:interpretation id="interp23" emma:lang="en-AU" emma:confidence="0">
                  <emma:literal>(l, 2)</emma:literal>
                </emma:interpretation>
                <emma:interpretation id="interp24" emma:lang="en-AU" emma:confidence="0">
                  <emma:literal>a, 2)</emma:literal>
                </emma:interpretation>
              </emma:one-of>
            </emma:emma>
          </inkml:annotationXML>
          <inkml:trace contextRef="#ctx0" brushRef="#br0" timeOffset="9055.57">927 1264 345,'0'0'15,"0"0"4,0 0-19,0 0 0,0 0 0,0 0 0,0 0 346,0 0 66,-11 5 12,-5-1 4,16-4-224,-5 10-45,-12-5-9,12 10-2,-6-10-74,0 4-15,5 1-3,1 0-1,-1 4-21,1 1-4,-1 0-1,6-1 0,0 1-14,0 0-3,6-1-1,-1 6 0,1-11-11,-1 6 0,1 0 0,5-1 0,0-9-11,0 5-4,0 0-1,-6-6 0,-5-4-51,16 10-10,1-5-3,-1 0-672,-5-5-136</inkml:trace>
          <inkml:trace contextRef="#ctx0" brushRef="#br0" timeOffset="9363.7">1103 1337 288,'0'0'25,"0"0"-25,0 0 0,0 0 0,0 0 360,0 0 68,0 0 12,0 0 4,0 0-230,0 0-46,0 10-8,0 4-3,-6 1-81,6-1-17,0 1-3,0 0-1,0-1-39,0 1-8,6 0-8,-1-1 11,6 1-39,-11-15-7,0 0-1,6 9-1,5 1-136,0 0-27,-11-10-6</inkml:trace>
          <inkml:trace contextRef="#ctx0" brushRef="#br0" timeOffset="9500.84">1394 1507 1944,'0'0'43,"0"0"9,0 0 1,0 10 1,0 0-43,5-5-11,-5 9 0,0-4 0,0 5 74,-5-1 13,5-4 2,0 5 1,0-1-66,0-4-14,0 0-2,0-10-8,0 0-170,0 0-41</inkml:trace>
          <inkml:trace contextRef="#ctx0" brushRef="#br0" timeOffset="9881">1564 1137 1036,'5'15'92,"-5"-15"-73,11-5-19,6 5 0,-12-5 208,11 5 39,-5-5 7,6 5 2,-6 0-60,0 10-12,0-10-3,5 5 0,-5-1-85,0 1-16,0 0-4,0 0-1,-5 5-37,-1 4-7,-5-4-2,0 5 0,0-1-19,0 1-10,-5-5 10,-6 4-10,5 11-9,-5-6-8,6 1-2,-6-6 0,0 1-26,0 0-6,11-15-1,-6 14 0,6-14 1,0 0 0,-5 5 0,5-5 0,0 0 9,0 0 2,0 0 0,0 0 0,0 0 56,0 0 12,0 0 3,0 0 0,0 0 1,0 0 1,11 5 0,-11-5 0,11 5 3,0-5 0,5 0 0,6 0 0,-5 0-14,-1 0-2,0 0-1,6-5 0,0-5-19,-5 5 0,-1 1 0,1-1 0,-1-5-136,-5 5-25,-5 0-5</inkml:trace>
          <inkml:trace contextRef="#ctx0" brushRef="#br0" timeOffset="10081.48">2041 1049 2415,'0'0'53,"0"0"11,0 0 3,0 0 1,0 0-55,0 0-13,16 5 0,-16-5 0,28 10 106,-12-5 18,-16-5 4,22 14 1,-6 1-56,1 0-11,-1 4-2,-5 1-1,0-1-34,-5 1-6,-1-1-2,6 1 0,-11 9-17,0-5 0,-5 1 0,-1-6 0,1 5-34,-6-4-10,0-1-3,-6 1 0,1 4-216,-6 1-43</inkml:trace>
        </inkml:traceGroup>
      </inkml:traceGroup>
    </inkml:traceGroup>
    <inkml:traceGroup>
      <inkml:annotationXML>
        <emma:emma xmlns:emma="http://www.w3.org/2003/04/emma" version="1.0">
          <emma:interpretation id="{AEC917D6-6E1F-487E-A748-DEC8156AF90F}" emma:medium="tactile" emma:mode="ink">
            <msink:context xmlns:msink="http://schemas.microsoft.com/ink/2010/main" type="paragraph" rotatedBoundingBox="10118,6179 11527,5886 11644,6454 10236,674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3AE51FD-C59C-4842-B59A-1B8FC48839AE}" emma:medium="tactile" emma:mode="ink">
              <msink:context xmlns:msink="http://schemas.microsoft.com/ink/2010/main" type="line" rotatedBoundingBox="10118,6179 11527,5886 11644,6454 10236,6746"/>
            </emma:interpretation>
          </emma:emma>
        </inkml:annotationXML>
        <inkml:traceGroup>
          <inkml:annotationXML>
            <emma:emma xmlns:emma="http://www.w3.org/2003/04/emma" version="1.0">
              <emma:interpretation id="{EC0E4CF5-5F3E-4970-8A03-4197B8F3FB96}" emma:medium="tactile" emma:mode="ink">
                <msink:context xmlns:msink="http://schemas.microsoft.com/ink/2010/main" type="inkWord" rotatedBoundingBox="10118,6179 11527,5886 11644,6454 10236,6746"/>
              </emma:interpretation>
              <emma:one-of disjunction-type="recognition" id="oneOf5">
                <emma:interpretation id="interp25" emma:lang="en-AU" emma:confidence="0">
                  <emma:literal>(1.3)</emma:literal>
                </emma:interpretation>
                <emma:interpretation id="interp26" emma:lang="en-AU" emma:confidence="0">
                  <emma:literal>(1.3 )</emma:literal>
                </emma:interpretation>
                <emma:interpretation id="interp27" emma:lang="en-AU" emma:confidence="0">
                  <emma:literal>(1,3 )</emma:literal>
                </emma:interpretation>
                <emma:interpretation id="interp28" emma:lang="en-AU" emma:confidence="0">
                  <emma:literal>(1.3 '</emma:literal>
                </emma:interpretation>
                <emma:interpretation id="interp29" emma:lang="en-AU" emma:confidence="0">
                  <emma:literal>(1.31</emma:literal>
                </emma:interpretation>
              </emma:one-of>
            </emma:emma>
          </inkml:annotationXML>
          <inkml:trace contextRef="#ctx0" brushRef="#br0" timeOffset="10616.1">949 1844 518,'0'0'23,"0"0"5,0 0-28,0 0 0,0 0 0,0 0 0,0 0 353,0 0 66,0 0 13,0 0 2,0 0-258,0 0-51,-16 9-10,5 6-3,0-5-52,6 4-10,-6-4-2,5 5-1,1 4-25,5 11-5,-6 4-1,12-5 0,-6 0-16,5 0 0,1 1 0,5-6 0,-1-4 0,1-1 0,6 5-13,-6-4 5,11-5-26,-6-6-5,1 1-1,5 0 0,-6-5-59,-5 0-12,-11-5-2,17 0-904</inkml:trace>
          <inkml:trace contextRef="#ctx0" brushRef="#br0" timeOffset="10918.78">1207 2019 1670,'0'0'74,"0"0"15,0 0-71,0 0-18,0 0 0,0 0 0,0 0 147,0 0 25,0 0 6,6 15 1,-6 4-67,5-4-14,1 0-2,-1 4-1,-5 1-55,6-1-10,-6 5-2,5-4-1,1-1-45,-6 1-9,5-5-1,0-1-1,6 6 1,-5-11 0,-6-9 0,0 0-740,11 10-148</inkml:trace>
          <inkml:trace contextRef="#ctx0" brushRef="#br0" timeOffset="11059.5">1553 2146 633,'0'0'56,"0"0"-44,0 15-12,0-15 0,0 0 338,0 0 66,-6 14 12,6 1 4,0-1-228,0-4-46,-5 5-9,-1-1-1,6-14-82,-5 15-16,-1 5-3,1-1-1,-1-9-59,6-10-12,0 0-3,-11 14-752,11-14-150</inkml:trace>
          <inkml:trace contextRef="#ctx0" brushRef="#br0" timeOffset="11496.9599">1723 1844 2358,'5'-10'52,"6"5"10,0 0 2,-11 5 3,0 0-54,11 0-13,5-5 0,1 5 0,-1 0 81,-5-5 14,6 1 2,-1-1 1,-5 5-41,6 0-8,-6-10-1,0 10-1,-11 0-18,0 0-3,0 0-1,0 0 0,0 0-40,0 0-8,0 0-1,0 0-1,-6 24 37,-5 1 7,6-1 1,-1-4 1,1-1-65,-1 1-14,1-6-2,5 6-1,0-1-24,0 1-5,0-20-1,5 14 0,1 6 7,-6-20 2,11 10 0,-11-10 0,0 0 58,11 9 11,-11-9 2,0 0 1,0 0 34,16 5 6,1 5 2,-6-10 0,-1-5 17,1 5 4,0-5 1,0 5 0,0-5-2,-5 5-1,5-9 0,-6 4 0,-5 5-23,0 0-5,0 0-1,0 0 0,0 0 34,0 0 6,0 0 2,0 0 0,-5 14-52,-6 6-12,-6-1 0,6-4 0,0 0 0,-5-1 0,11-4 0,-12 5 0,1-1-28,-1-9-12,1 0-3,-1 0 0,1 0-155,5-5-31</inkml:trace>
          <inkml:trace contextRef="#ctx0" brushRef="#br0" timeOffset="11790.12">2161 1605 2131,'0'0'94,"0"0"20,11 5-91,-5 0-23,5 4 0,0-4 0,0 5 139,0 5 23,0-1 5,0 1 1,0 9-80,0 1-16,0-6-4,0 10 0,-6-4-41,0-1-9,6 0-2,-5 6 0,-6-1-16,5 0 0,-5 0 8,0 6-8,-5-6-25,-1 5-9,1-5-2,-1-4-844,1 4-170</inkml:trace>
        </inkml:traceGroup>
      </inkml:traceGroup>
    </inkml:traceGroup>
    <inkml:traceGroup>
      <inkml:annotationXML>
        <emma:emma xmlns:emma="http://www.w3.org/2003/04/emma" version="1.0">
          <emma:interpretation id="{6BD2FFDE-7405-4DBF-B36B-79CF72EC8DE1}" emma:medium="tactile" emma:mode="ink">
            <msink:context xmlns:msink="http://schemas.microsoft.com/ink/2010/main" type="paragraph" rotatedBoundingBox="10149,7123 11675,6728 11845,7383 10319,777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DBC604F-40CF-4D52-A924-39837EF2FC00}" emma:medium="tactile" emma:mode="ink">
              <msink:context xmlns:msink="http://schemas.microsoft.com/ink/2010/main" type="line" rotatedBoundingBox="10149,7123 11675,6728 11845,7383 10319,7778"/>
            </emma:interpretation>
          </emma:emma>
        </inkml:annotationXML>
        <inkml:traceGroup>
          <inkml:annotationXML>
            <emma:emma xmlns:emma="http://www.w3.org/2003/04/emma" version="1.0">
              <emma:interpretation id="{0DDB6E31-E1C3-4D61-B6B1-5F037A98F020}" emma:medium="tactile" emma:mode="ink">
                <msink:context xmlns:msink="http://schemas.microsoft.com/ink/2010/main" type="inkWord" rotatedBoundingBox="10149,7123 11675,6728 11845,7383 10319,7778"/>
              </emma:interpretation>
              <emma:one-of disjunction-type="recognition" id="oneOf6">
                <emma:interpretation id="interp30" emma:lang="en-AU" emma:confidence="0">
                  <emma:literal>(14)</emma:literal>
                </emma:interpretation>
                <emma:interpretation id="interp31" emma:lang="en-AU" emma:confidence="0">
                  <emma:literal>I', 4)</emma:literal>
                </emma:interpretation>
                <emma:interpretation id="interp32" emma:lang="en-AU" emma:confidence="0">
                  <emma:literal>" 4)</emma:literal>
                </emma:interpretation>
                <emma:interpretation id="interp33" emma:lang="en-AU" emma:confidence="0">
                  <emma:literal>(1, 4)</emma:literal>
                </emma:interpretation>
                <emma:interpretation id="interp34" emma:lang="en-AU" emma:confidence="0">
                  <emma:literal>(I, 4)</emma:literal>
                </emma:interpretation>
              </emma:one-of>
            </emma:emma>
          </inkml:annotationXML>
          <inkml:trace contextRef="#ctx0" brushRef="#br0" timeOffset="12382.7">938 2794 1634,'-5'54'72,"5"-44"16,0-15-71,0 5-17,0 0 0,0 0 0,0 0 128,0 0 21,0 0 5,0 0 1,-6 10-73,6 4-14,-5 11-4,5-1 0,0 0-40,5 6-8,-5-6-1,6 5-1,-1-4-14,6-6 0,-5 5 0,5-4-10,5-5-21,1-1-4,-1 1-1,1-5 0,-1-1-51,1-9-10,-17 0-3,21 0-835</inkml:trace>
          <inkml:trace contextRef="#ctx0" brushRef="#br0" timeOffset="12519.15">1300 2804 230,'0'0'10,"0"0"2,0 0-12,0 0 0,0 0 0,0 0 0,0 0 449,0 0 87,0 0 18,6 20 3,-1-11-358,1 6-72,-1 0-15,1 9-2,-6-5-74,5 1-14,-5-1-3,6 1-1,-1-1-39,1 1-8,-1-1-2,1 1-749,-6-5-151</inkml:trace>
          <inkml:trace contextRef="#ctx0" brushRef="#br0" timeOffset="12764.25">1597 3028 1976,'0'0'88,"0"0"17,0 0-84,0 0-21,0 0 0,0 0 0,0 0 147,0 10 25,5 5 4,-5-1 2,0 1-81,0 9-16,-5-4-3,5-1-1,0 6-41,-6-1-9,1-4-2,5-1 0,-6-4-25,6-1 0,-5 6 0,5-6 0,-6-4-20,6 5-7,-5-5-1,5-10-838,0 0-168</inkml:trace>
          <inkml:trace contextRef="#ctx0" brushRef="#br0" timeOffset="13076.8699">1838 2707 1036,'-6'9'92,"6"-9"-73,0 0-19,0 0 0,0 0 311,0 10 58,0 0 12,0 0 3,0-1-206,0-9-41,0 0-8,0 15-1,0 0-64,0 4-13,6-4-3,-6-1 0,5 6-24,-5 4-6,6-9-1,-1-1 0,1-4-8,-1 0-1,12 0-8,-6 4 12,0-9-12,-11-5 0,0 0 0,16 0 0,-5 5 0,0-10 8,5 5-8,1 0 0,-6 0 0,5 0 11,-5-5-11,6 0 10,-1 1-10,1-1 0,-6-5 0,5 5 0,-5-5 0,0 1-19,0 4 3,0-5 1,0 5-101,-6 0-21,6 0-4,-5-4-695,-1 4-140</inkml:trace>
          <inkml:trace contextRef="#ctx0" brushRef="#br0" timeOffset="13362.73">2096 2672 748,'0'0'67,"0"0"-54,0 0-13,0 0 0,0 0 292,0 0 56,0 0 12,0 0 1,0 0-156,-6 15-31,6 5-6,0-1-2,0-19-82,6 20-16,-6 9-3,5-5-1,1 1 0,-6-1 0,5-5 0,0 1 0,-5-1-64,6 1 0,-6 4-13,5-4 1,1-1-79,-6-19-16,0 0-3,0 0-1,0 0-152,0 0-30</inkml:trace>
          <inkml:trace contextRef="#ctx0" brushRef="#br0" timeOffset="13499.88">2337 2438 1152,'0'0'102,"0"0"-82,0 0-20,0 0 0,11 10 234,-6-5 42,6 5 9,0 0 2,-5-1-95,5 1-20,-6 5-3,6-1-1,0-4-62,-5 5-13,5-1-2,-6 1-1,1 9-46,-1 1-8,-5-1-3,6 10 0,-6-9-21,0 4-12,0 0 12,-6 0-12,1 1-9,-6 4-9,0-5-2,-6 5 0,1-10-167,-6 6-33,0-6-8</inkml:trace>
        </inkml:traceGroup>
      </inkml:traceGroup>
    </inkml:traceGroup>
    <inkml:traceGroup>
      <inkml:annotationXML>
        <emma:emma xmlns:emma="http://www.w3.org/2003/04/emma" version="1.0">
          <emma:interpretation id="{318007BB-9D45-43F6-AFAF-48CF25C52CBA}" emma:medium="tactile" emma:mode="ink">
            <msink:context xmlns:msink="http://schemas.microsoft.com/ink/2010/main" type="paragraph" rotatedBoundingBox="10216,7885 11783,7483 11967,8201 10401,860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3347A0E-0E59-4B23-9361-A6756BB562AD}" emma:medium="tactile" emma:mode="ink">
              <msink:context xmlns:msink="http://schemas.microsoft.com/ink/2010/main" type="line" rotatedBoundingBox="10216,7885 11783,7483 11967,8201 10401,8604"/>
            </emma:interpretation>
          </emma:emma>
        </inkml:annotationXML>
        <inkml:traceGroup>
          <inkml:annotationXML>
            <emma:emma xmlns:emma="http://www.w3.org/2003/04/emma" version="1.0">
              <emma:interpretation id="{80160992-C41B-4187-B098-C56EC1151E44}" emma:medium="tactile" emma:mode="ink">
                <msink:context xmlns:msink="http://schemas.microsoft.com/ink/2010/main" type="inkWord" rotatedBoundingBox="10216,7885 11783,7483 11967,8201 10401,8604"/>
              </emma:interpretation>
              <emma:one-of disjunction-type="recognition" id="oneOf7">
                <emma:interpretation id="interp35" emma:lang="en-AU" emma:confidence="0">
                  <emma:literal>(1.5)</emma:literal>
                </emma:interpretation>
                <emma:interpretation id="interp36" emma:lang="en-AU" emma:confidence="0">
                  <emma:literal>(1, 5)</emma:literal>
                </emma:interpretation>
                <emma:interpretation id="interp37" emma:lang="en-AU" emma:confidence="0">
                  <emma:literal>11.5)</emma:literal>
                </emma:interpretation>
                <emma:interpretation id="interp38" emma:lang="en-AU" emma:confidence="0">
                  <emma:literal>(115)</emma:literal>
                </emma:interpretation>
                <emma:interpretation id="interp39" emma:lang="en-AU" emma:confidence="0">
                  <emma:literal>a, 5)</emma:literal>
                </emma:interpretation>
              </emma:one-of>
            </emma:emma>
          </inkml:annotationXML>
          <inkml:trace contextRef="#ctx0" brushRef="#br0" timeOffset="14025">1043 3643 230,'-6'24'20,"1"-9"-20,5-15 0,0 0 0,0 0 388,0 0 74,0 0 14,0 0 4,0 0-282,0 0-56,0 0-11,0 0-3,-6 14-51,6 6-10,-5-1-3,-1 1 0,1 4-51,5-4-13,0 4 0,5-5 0,-5 1 0,6-1 0,-1-4 0,12 0 0,-6-1-22,0-4-7,0 0-2,-1-1 0,1-4-53,6 0-10,-1-10-2,1 5-598,-1 0-119</inkml:trace>
          <inkml:trace contextRef="#ctx0" brushRef="#br0" timeOffset="14332.64">1339 3638 1209,'0'0'53,"0"0"12,0 0-52,0 0-13,0 0 0,5 9 0,-5 6 252,6 0 47,-1-1 9,-5 11 3,6-11-197,-1 11-39,1-1-8,-1 0-2,1 1-44,-1-6-9,1-4-1,-1 4-1,1-4-30,-1 0-5,1-1-2,-1 1 0,1-1-167,-1-4-34</inkml:trace>
          <inkml:trace contextRef="#ctx0" brushRef="#br0" timeOffset="14480.43">1772 3828 2185,'0'0'96,"0"0"21,0 0-93,-5 10-24,5-1 0,0 6 0,-6-5 108,1 4 16,5 1 4,0-1 1,0 6-66,0 4-14,-6 1-2,1-6-1,-1 1-74,6-1-14,0-4-3,-5 4-1160</inkml:trace>
          <inkml:trace contextRef="#ctx0" brushRef="#br0" timeOffset="15015.81">2046 3521 2401,'0'0'52,"0"0"12,0 0 1,0 0 3,0 0-54,0 0-14,0 0 0,-5 9 0,-1 6 58,1 0 9,5-1 1,0-14 1,0 0-55,5 10-14,-5 10 0,11-1 0,-11-19 0,11 10 0,0 4 0,0-4 0,0 5 0,6-5 0,-17-10 0,10 9 0,7 6 0,-6-5 0,-11-10 0,16 5 0,1-1 0,-6 1 0,-11-5 0,0 0 0,11 10 47,-11-10 6,0 0 2,0 0 0,11 10-37,-11-10-7,0 0-2,0 0 0,5 14 44,-5-14 9,0 0 2,0 15 0,0 0-52,-5-1-12,-1 1 0,-5 0 0,0-6 0,-5 6 0,-1-5 0,-5-1 0,1-4-48,-1 0-13,0 0-3,0-5 0,0 0-146,11 0-30,-6-5-5,6 0-2</inkml:trace>
          <inkml:trace contextRef="#ctx0" brushRef="#br0" timeOffset="14689.78">1953 3467 2188,'11'20'48,"-11"-20"11,0 0 1,0 0 1,11-10-49,0 5-12,-11 5 0,11-10 0,5 0 105,-5 6 19,0-6 3,0 0 1,6 5-72,-6-5-15,5 1-2,1 4-1,-7 0-10,7-5-1,-6 0-1,0 1 0,0-1-82,-6 0-16,-5 10-3,0 0-733,0 0-146</inkml:trace>
          <inkml:trace contextRef="#ctx0" brushRef="#br0" timeOffset="15323.89">2375 3204 230,'0'0'20,"0"0"-20,0 0 0,11 5 0,-11-5 487,17 5 93,-6-1 18,0 6 4,5 0-363,-5 5-73,0-1-14,0 6-4,0-11-79,5 11-16,-5 4-3,11 1-1,-5-1 1,-6 0 0,0 11 0,0 4 0,0-5-38,0 0-12,-6 0 8,-5 0-8,6-5 0,-6 5-9,5-4 1,-10-1 0,5 5-42,-17 20-8,1-15-2,10-25 0,-5 6-216,-5-1-43</inkml:trace>
        </inkml:traceGroup>
      </inkml:traceGroup>
    </inkml:traceGroup>
    <inkml:traceGroup>
      <inkml:annotationXML>
        <emma:emma xmlns:emma="http://www.w3.org/2003/04/emma" version="1.0">
          <emma:interpretation id="{B27D9255-2390-4690-8D22-44021D5AC468}" emma:medium="tactile" emma:mode="ink">
            <msink:context xmlns:msink="http://schemas.microsoft.com/ink/2010/main" type="paragraph" rotatedBoundingBox="10337,8862 11899,8308 12134,8970 10573,952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AC6D0D1-4024-4AB0-82BA-C9EDB1B13608}" emma:medium="tactile" emma:mode="ink">
              <msink:context xmlns:msink="http://schemas.microsoft.com/ink/2010/main" type="line" rotatedBoundingBox="10337,8862 11899,8308 12134,8970 10573,9525"/>
            </emma:interpretation>
          </emma:emma>
        </inkml:annotationXML>
        <inkml:traceGroup>
          <inkml:annotationXML>
            <emma:emma xmlns:emma="http://www.w3.org/2003/04/emma" version="1.0">
              <emma:interpretation id="{7CE9B556-8B8A-492F-B11E-FD433171DF8F}" emma:medium="tactile" emma:mode="ink">
                <msink:context xmlns:msink="http://schemas.microsoft.com/ink/2010/main" type="inkWord" rotatedBoundingBox="10337,8862 11899,8308 12134,8970 10573,9525"/>
              </emma:interpretation>
              <emma:one-of disjunction-type="recognition" id="oneOf8">
                <emma:interpretation id="interp40" emma:lang="en-AU" emma:confidence="0">
                  <emma:literal>C1,6)</emma:literal>
                </emma:interpretation>
                <emma:interpretation id="interp41" emma:lang="en-AU" emma:confidence="0">
                  <emma:literal>a, 6 )</emma:literal>
                </emma:interpretation>
                <emma:interpretation id="interp42" emma:lang="en-AU" emma:confidence="0">
                  <emma:literal>a, 6)</emma:literal>
                </emma:interpretation>
                <emma:interpretation id="interp43" emma:lang="en-AU" emma:confidence="0">
                  <emma:literal>C', 6 )</emma:literal>
                </emma:interpretation>
                <emma:interpretation id="interp44" emma:lang="en-AU" emma:confidence="0">
                  <emma:literal>C', 6)</emma:literal>
                </emma:interpretation>
              </emma:one-of>
            </emma:emma>
          </inkml:annotationXML>
          <inkml:trace contextRef="#ctx0" brushRef="#br0" timeOffset="15767.91">1251 4510 1670,'-11'39'74,"11"-29"15,-5-15-71,5-5-18,-11 5 0,5-4 0,1-1 135,-6 5 23,5 5 5,1 0 1,-6 0-72,0 5-13,0 5-3,5 4-1,-5 6-45,6-1-9,-1 6-1,1-1-1,5 5-19,0 1 0,5-1 0,1 0 0,-1-5 0,6 1-12,0-6 12,0 1-12,6-1-22,-6-4-4,5-5-1,1-1 0,-1-4-42,6 0-9,-6-5-2</inkml:trace>
          <inkml:trace contextRef="#ctx0" brushRef="#br0" timeOffset="16075.46">1476 4583 460,'11'0'41,"-11"0"-33,0 0-8,0 0 0,0 0 335,0 0 65,0 0 12,0 0 4,0 0-169,0 0-34,0 10-6,5 5-2,-5-6-109,6 11-23,-1-1-4,-5-4-1,6 5-45,-1-6-10,-5 1-1,6 4-1,-1 1-11,1-6-11,-6 1 3,11-5 0,-6 0-61,1-1-12,5 6-3,-6 0-740,-5-1-148</inkml:trace>
          <inkml:trace contextRef="#ctx0" brushRef="#br0" timeOffset="16224.93">1849 4739 2419,'0'0'53,"0"0"11,0 0 3,0 0 1,0 0-55,0 0-13,0 15 0,0-5 0,0-1 90,-6 6 15,-5 5 3,6-6 1,5 6-72,-6-1-14,1 6-3,-6 4-1,5-5-19,-5-4 0,6-1 0,-1-4 0,1-1-250,5 1-54,-5 9-10,5-24-2</inkml:trace>
          <inkml:trace contextRef="#ctx0" brushRef="#br0" timeOffset="16538.56">2145 4276 2646,'0'0'58,"0"0"12,-6 0 2,1 5 3,-1 0-60,-5 0-15,1 0 0,4 4 0,1 6 80,-1-5 14,1 4 2,-6 1 1,11 14-57,-6-4-11,6 4-2,6-5-1,-6-4-18,11 4-8,-6 1 0,6-1 8,0-9-8,0 4 0,0-4-10,0 4 10,0-4-24,0-1 2,5-4 0,-5-5 0,0 0 9,-5-5 1,5-5 1,-6 0 0,6-5 11,-5 10 0,-6 0 0,0-9-8,5-6 8,1 5 9,-6 10-1,-6-5-8,6 5 20,-5-9-4,-1-6 0,1 10 0,-12-5-1,6 10-1,11 0 0,-11 5 0,-5 0-14,-1 0 0,1 5 0,5 4 0,0-4-41,0 0-2,11-10 0,-5 10 0,-1 4-176,6 1-35,0 0-7</inkml:trace>
          <inkml:trace contextRef="#ctx0" brushRef="#br0" timeOffset="16847.38">2452 4062 1850,'0'0'82,"11"-10"17,0 10-79,0-5-20,0 0 0,0 10 0,0 0 148,5 0 27,-5 0 5,0 0 0,6-1-60,-6 6-13,0 0-3,5 0 0,-5-1-35,5 1-7,-5 5-2,0-1 0,0 6-16,6 4-3,-6-9-1,-6 9 0,1-9-21,-1 4-5,-5 1-1,-5-1 0,5 1-13,-6 4 0,1-4 0,-6-1 0,0 1-29,-6 9-6,1 0-1,-6 1-914,0-6-183</inkml:trace>
        </inkml:traceGroup>
      </inkml:traceGroup>
    </inkml:traceGroup>
    <inkml:traceGroup>
      <inkml:annotationXML>
        <emma:emma xmlns:emma="http://www.w3.org/2003/04/emma" version="1.0">
          <emma:interpretation id="{0D0276BD-80B9-4422-96AE-4455BDF6B722}" emma:medium="tactile" emma:mode="ink">
            <msink:context xmlns:msink="http://schemas.microsoft.com/ink/2010/main" type="paragraph" rotatedBoundingBox="10488,9533 12033,9120 12155,9574 10610,998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9158D45-D627-4FF3-94EA-21D9882ADC5F}" emma:medium="tactile" emma:mode="ink">
              <msink:context xmlns:msink="http://schemas.microsoft.com/ink/2010/main" type="line" rotatedBoundingBox="10488,9533 12033,9120 12155,9574 10610,9988"/>
            </emma:interpretation>
          </emma:emma>
        </inkml:annotationXML>
        <inkml:traceGroup>
          <inkml:annotationXML>
            <emma:emma xmlns:emma="http://www.w3.org/2003/04/emma" version="1.0">
              <emma:interpretation id="{D7D1E988-E776-40B9-AD5F-4DB4ABCCD55C}" emma:medium="tactile" emma:mode="ink">
                <msink:context xmlns:msink="http://schemas.microsoft.com/ink/2010/main" type="inkWord" rotatedBoundingBox="10488,9533 12033,9120 12155,9574 10610,9988"/>
              </emma:interpretation>
              <emma:one-of disjunction-type="recognition" id="oneOf9">
                <emma:interpretation id="interp45" emma:lang="en-AU" emma:confidence="0">
                  <emma:literal>12,1)</emma:literal>
                </emma:interpretation>
                <emma:interpretation id="interp46" emma:lang="en-AU" emma:confidence="0">
                  <emma:literal>12, "</emma:literal>
                </emma:interpretation>
                <emma:interpretation id="interp47" emma:lang="en-AU" emma:confidence="0">
                  <emma:literal>12,"</emma:literal>
                </emma:interpretation>
                <emma:interpretation id="interp48" emma:lang="en-AU" emma:confidence="0">
                  <emma:literal>12,I)</emma:literal>
                </emma:interpretation>
                <emma:interpretation id="interp49" emma:lang="en-AU" emma:confidence="0">
                  <emma:literal>12, y</emma:literal>
                </emma:interpretation>
              </emma:one-of>
            </emma:emma>
          </inkml:annotationXML>
          <inkml:trace contextRef="#ctx0" brushRef="#br0" timeOffset="17493.5">1235 5227 1958,'5'-5'43,"1"5"9,-6-10 1,0 10 3,0 0-45,0 0-11,0 0 0,0 0 0,0 0 104,0 0 20,0 20 3,0-6 1,0 6-103,0-1-25,0 1 0,0 4 0,0-9 0,5 4 0,6 1 0,0-1 0,0-4 0,5-5-12,1-1 0,-6 1 1,5-5-33,-5 0-8,6 0 0,-1 5-1,1-6-126,-6 1-25,-11-5-4,27-5-2</inkml:trace>
          <inkml:trace contextRef="#ctx0" brushRef="#br0" timeOffset="17655.59">1547 5241 1094,'0'0'97,"6"-4"-77,5-1-20,-6 0 0,12 0 194,-6-5 35,-1 0 7,1 6 2,0-6-60,0 0-12,-11 10-2,17 0-1,-6 5-59,0-10-12,0 0-3,-11 5 0,0 0-39,0 0-8,0 10-2,0 0 0,0-10-24,0 14-4,-6 11-2,-5-6 0,0-4-27,6 9-6,-6 1-1,5-1 0,1-9-39,-6 4-8,5-9-1,1 4-1,5-14-15,-6 15-4,1-5 0,5-10 0,0 0 31,0 0 5,0 14 2,0-14 0,0 0 54,0 0 0,0 0 0,0 0 12,0 0 13,0 0 3,0 0 1,11 0 0,5 5 5,-5-10 1,6 5 0,-6-4 0,5 4 12,1 0 2,-1-5 1,1 5 0,-1-5-34,1 5-8,-7-5 0,7 0-8,-1 5-90,1-5-25,-1 0-5</inkml:trace>
          <inkml:trace contextRef="#ctx0" brushRef="#br0" timeOffset="17899.73">2041 5339 1875,'-6'-15'83,"6"15"17,0 0-80,0 0-20,0 0 0,0 0 0,0 0 154,0 0 26,0 0 6,0 0 1,6 15-96,-12 4-19,6 1-4,-5-1-1,-6 1-34,5-5-6,1 4-2,5 1 0,-11-6-144,5 1-29,6-15-5,0 0-972</inkml:trace>
          <inkml:trace contextRef="#ctx0" brushRef="#br0" timeOffset="18150.97">2337 4920 1152,'0'0'102,"0"0"-82,0 14-20,0-14 0,0 0 280,0 0 52,5 10 11,1 0 1,-6 0-167,0 4-33,0 11-8,5-6 0,-5 1-97,0-1-19,0-4-4,6 9-1,-1-4-24,1 4-5,-6 0-1,5-4 0,1-6-211,-1 1-42,-5-15-9,22 15-2</inkml:trace>
          <inkml:trace contextRef="#ctx0" brushRef="#br0" timeOffset="18405.56">2677 4837 1440,'0'0'128,"0"0"-103,0 0-25,0 0 0,16 0 223,-5 5 39,0 4 8,0 1 2,0-5-112,-5 5-23,5-5-4,-6 9-1,6-4-61,0 5-13,0-1-2,-5 11-1,-1-6-25,0 1-5,-5 9-1,-5-5 0,5 6-16,-5-1-8,-1-5 0,-10 5 8,5-4-33,-6 4-7,6-5-2,-11 1-890,6-1-179</inkml:trace>
        </inkml:traceGroup>
      </inkml:traceGroup>
    </inkml:traceGroup>
    <inkml:traceGroup>
      <inkml:annotationXML>
        <emma:emma xmlns:emma="http://www.w3.org/2003/04/emma" version="1.0">
          <emma:interpretation id="{19CB3392-54EB-47B2-86CB-DEA12B6D4DA8}" emma:medium="tactile" emma:mode="ink">
            <msink:context xmlns:msink="http://schemas.microsoft.com/ink/2010/main" type="paragraph" rotatedBoundingBox="10620,9916 12073,9621 12190,10201 10738,1049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2721A71-BCE7-4D06-BA97-FEA3253F50DB}" emma:medium="tactile" emma:mode="ink">
              <msink:context xmlns:msink="http://schemas.microsoft.com/ink/2010/main" type="line" rotatedBoundingBox="10620,9916 12073,9621 12190,10201 10738,10496"/>
            </emma:interpretation>
          </emma:emma>
        </inkml:annotationXML>
        <inkml:traceGroup>
          <inkml:annotationXML>
            <emma:emma xmlns:emma="http://www.w3.org/2003/04/emma" version="1.0">
              <emma:interpretation id="{966095CD-30DA-404B-B845-80457A97685F}" emma:medium="tactile" emma:mode="ink">
                <msink:context xmlns:msink="http://schemas.microsoft.com/ink/2010/main" type="inkWord" rotatedBoundingBox="10620,9916 12073,9621 12190,10201 10738,10496"/>
              </emma:interpretation>
              <emma:one-of disjunction-type="recognition" id="oneOf10">
                <emma:interpretation id="interp50" emma:lang="en-AU" emma:confidence="0">
                  <emma:literal>(2/2)</emma:literal>
                </emma:interpretation>
                <emma:interpretation id="interp51" emma:lang="en-AU" emma:confidence="0">
                  <emma:literal>(2, 2)</emma:literal>
                </emma:interpretation>
                <emma:interpretation id="interp52" emma:lang="en-AU" emma:confidence="0">
                  <emma:literal>(212)</emma:literal>
                </emma:interpretation>
                <emma:interpretation id="interp53" emma:lang="en-AU" emma:confidence="0">
                  <emma:literal>(22)</emma:literal>
                </emma:interpretation>
                <emma:interpretation id="interp54" emma:lang="en-AU" emma:confidence="0">
                  <emma:literal>12, 2)</emma:literal>
                </emma:interpretation>
              </emma:one-of>
            </emma:emma>
          </inkml:annotationXML>
          <inkml:trace contextRef="#ctx0" brushRef="#br0" timeOffset="18937">1416 5685 288,'0'0'25,"0"0"-25,0 0 0,0 0 0,0 0 324,0 0 59,0-10 12,0 5 2,0 1-168,0-6-33,0 5-8,0 5 0,0 0-71,0 0-13,-6-5-4,6 5 0,0 0-54,-11 5-11,6 5-3,5 4 0,-11 1-23,11 0-9,0 4 0,0 5 9,0-4-9,0 4 0,5 1 0,6-6-11,-5 6-12,5-6-2,0-4-1,-1-6 0,7 1-21,-6 0-4,0 5-1,5-11 0,-16-4-44,17 0-8,-6 5-3,5-10-594,-5-4-119</inkml:trace>
          <inkml:trace contextRef="#ctx0" brushRef="#br0" timeOffset="19301.93">1701 5778 1728,'0'0'76,"0"0"16,11-5-73,0 0-19,-11 5 0,11-10 0,-6 0 208,12 1 39,-6 4 7,-1 0 2,7 0-154,-6 0-30,5 5-7,-5-5-1,6 5 2,-6 0 0,0 0 0,5 0 0,-16 0-42,0 0-8,11 0-1,-11 0-1,0 0-14,0 0 8,0 0-8,0 0 0,0 0 0,0 15 0,0-15 0,-11 19-10,6-4-20,5-15-4,-11 15-1,5-1 0,-5 1-13,0-5-4,11-10 0,0 0 0,-5 14-11,5-14-2,0 0-1,0 0 0,0 0 10,0 0 3,0 0 0,-6 25 0,6-6 53,0-19 20,0 0-1,0 0 0,17 5 21,-6 0 4,-11-5 0,11 0 1,5-10-45,1 5-8,-6 5-3,0-9 0,0 4 11,5 0 16,-5 0-4,5 0-1,1-10-11,-1 11 0,1-6 0,-1 5 0,1-5-96,-6 5-22,0 5-4</inkml:trace>
          <inkml:trace contextRef="#ctx0" brushRef="#br0" timeOffset="19626.48">2244 5700 2199,'0'0'48,"5"-5"11,1 0 1,-6 5 2,0 0-50,0 0-12,0 0 0,0 0 0,0 15 144,0-6 25,0 6 6,0 0 1,0 4-80,0 1-15,0-1-3,0 1-1,-6 4-61,1 0-16,5 6 0,0-6 0,-6 0-48,6-4-13,0-1-3,0-4 0,0 0-206,0-6-42</inkml:trace>
          <inkml:trace contextRef="#ctx0" brushRef="#br0" timeOffset="19924.23">2370 5549 921,'0'0'82,"0"0"-66,0 0-16,0 0 0,0 0 285,11-5 54,-11 5 10,0 0 3,5 0-148,-5 0-30,11 0-6,0 0 0,0 5-82,0-1-16,-11-4-3,11 5-1,0-5-38,-11 0-8,0 0-2,11 5 0,0 0-18,-11-5 8,0 0-8,0 0 0,0 10 0,0-10 0,0 0 0,0 19 0,-6 1-24,6-6-3,-5 1 0,5 0 0,0-15-17,0 14-3,0-14-1,0 15 0,0-5-2,0-10-1,0 0 0,0 14 0,5-4 17,-5-10 3,0 0 1,0 0 0,0 0 50,11 5 11,-11-5 1,0 0 1,6 5-47,5-5-10,0 5-1,0-5-1,-6 0 42,6-5 8,0 0 1,0 0 1,6-5-37,-6-4-7,0 4-2,5 0 0,-10 0-124,5-4-26,-6-1-5</inkml:trace>
          <inkml:trace contextRef="#ctx0" brushRef="#br0" timeOffset="20207.28">2765 5315 1267,'0'0'112,"0"0"-89,0 0-23,0 0 0,11 9 189,-6 1 34,-5-10 6,6 15 2,-12-6-63,12 1-12,-1 0-2,6 9-1,-6 1-21,1-1-5,-1-9-1,1 10 0,-1-1-99,1-4-27,-6 4 8,-6-4-8,6 4 55,-5-4 7,-1 0 2,1 4 0,5 1-154,-11-1-30,6-4-7,-6 4-1229</inkml:trace>
        </inkml:traceGroup>
      </inkml:traceGroup>
    </inkml:traceGroup>
    <inkml:traceGroup>
      <inkml:annotationXML>
        <emma:emma xmlns:emma="http://www.w3.org/2003/04/emma" version="1.0">
          <emma:interpretation id="{6933584D-715C-474B-861A-2FB46CB73482}" emma:medium="tactile" emma:mode="ink">
            <msink:context xmlns:msink="http://schemas.microsoft.com/ink/2010/main" type="paragraph" rotatedBoundingBox="10586,10496 12184,10283 12256,10823 10658,1103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FD0E0C7-A622-4D54-8628-F8F9442D47D8}" emma:medium="tactile" emma:mode="ink">
              <msink:context xmlns:msink="http://schemas.microsoft.com/ink/2010/main" type="line" rotatedBoundingBox="10586,10496 12184,10283 12256,10823 10658,11036"/>
            </emma:interpretation>
          </emma:emma>
        </inkml:annotationXML>
        <inkml:traceGroup>
          <inkml:annotationXML>
            <emma:emma xmlns:emma="http://www.w3.org/2003/04/emma" version="1.0">
              <emma:interpretation id="{013F97B3-39D9-43DB-9B5E-5A085114F11D}" emma:medium="tactile" emma:mode="ink">
                <msink:context xmlns:msink="http://schemas.microsoft.com/ink/2010/main" type="inkWord" rotatedBoundingBox="10586,10496 12184,10283 12256,10823 10658,11036"/>
              </emma:interpretation>
              <emma:one-of disjunction-type="recognition" id="oneOf11">
                <emma:interpretation id="interp55" emma:lang="en-AU" emma:confidence="0">
                  <emma:literal>123)</emma:literal>
                </emma:interpretation>
                <emma:interpretation id="interp56" emma:lang="en-AU" emma:confidence="0">
                  <emma:literal>12, 3)</emma:literal>
                </emma:interpretation>
                <emma:interpretation id="interp57" emma:lang="en-AU" emma:confidence="0">
                  <emma:literal>1237</emma:literal>
                </emma:interpretation>
                <emma:interpretation id="interp58" emma:lang="en-AU" emma:confidence="0">
                  <emma:literal>(213)</emma:literal>
                </emma:interpretation>
                <emma:interpretation id="interp59" emma:lang="en-AU" emma:confidence="0">
                  <emma:literal>12, 37</emma:literal>
                </emma:interpretation>
              </emma:one-of>
            </emma:emma>
          </inkml:annotationXML>
          <inkml:trace contextRef="#ctx0" brushRef="#br0" timeOffset="20810.14">1361 6207 921,'0'0'40,"0"0"10,0 0-40,0 0-10,-6 9 0,6-9 0,0 0 240,-5 10 47,-1 5 9,1 4 1,-1 1-194,1-1-39,5-4-8,5 4-2,1-4-44,-6 4-10,5-4 0,6 0 0,0-6-9,0 6-2,0-5 0,0 4 0,6-4-37,-6-5-8,5 0-2,-5-5 0,5-5-122,-16 5-24</inkml:trace>
          <inkml:trace contextRef="#ctx0" brushRef="#br0" timeOffset="21181.22">1569 6187 345,'17'15'31,"-12"-10"-31,1-10 0,4 5 0,1 5 339,-5-5 61,10 0 13,-10 0 3,5 0-205,0 0-41,5 0-8,-5 5-2,-5-10-36,10 5-8,-5 5-2,-5-1 0,5 1-66,-6 5-14,-5-10-2,6 10-1,5 0-19,-11 4-3,-11 1-1,5 4 0,-5-4-31,0 4-6,0-4-2,0 0 0,6-1-46,-6 1-10,0-1-1,0-4-1,0-5-7,0-5 0,11 0-1,-11 10 0,5-5 59,6-5 12,0 0 2,0 0 1,0 0 37,0 0 7,0 0 2,0 0 0,0 0 8,0 0 1,0 0 1,11 0 0,6-5-1,-6 0-1,5 5 0,-5-5 0,6 5 24,-1-5 5,1 5 0,5-5 1,-1 0-46,-4 5-15,5 0 8,-6 0-8,1 5 0,-6-5 0,5-5 0,-5 1-1174</inkml:trace>
          <inkml:trace contextRef="#ctx0" brushRef="#br0" timeOffset="21323.1699">2057 6348 2113,'0'0'46,"0"0"10,0 0 1,0 0 3,0 0-48,0 0-12,17 15 0,-12-1 0,-5-14 131,0 15 23,6 4 5,-6 1 1,0-1-93,0 6-19,-6-1-3,6 10-1,-5-5-44,5 1-21,0-11 1,0 1-1227</inkml:trace>
          <inkml:trace contextRef="#ctx0" brushRef="#br0" timeOffset="22111.56">2331 6143 1587,'0'0'70,"0"0"15,0 0-68,6-9-17,5-6 0,-6 5 0,6-4 147,0 4 25,-11 10 6,17-5 1,-6-5-58,5 0-11,1 10-2,-1-4-1,-5 4-27,-11 0-6,11 4-1,-11-4 0,11 5-47,-11-5-10,11 0-1,-11 0-1,5 10-6,6 0 0,-11 4-8,0-9 12,0-5-12,-11 5 0,6 5 0,-6 5 0,0-1-21,5-4-7,1 0-2,5-10 0,-5 14-14,5-14-2,-6 10-1,6-10 0,0 0 2,0 0 0,0 0 0,6 10 0,-1 0 25,0-1 4,-5-9 2,0 0 0,11 10 14,0 0 0,0-5 0,0 4 0,-5-4 20,5 0 1,0 5 0,-11-10 0,11 5 16,-6 5 3,6-1 1,-5 6 0,-6-5 8,5 4 2,-5-4 0,-5 5 0,5-6-41,-6 1-10,6-10 0,0 0 0,-11 5 20,6-5 3,-12 5 0,6 0 0,0-5-23,0 0-8,0 0 0,0-5 0,-5-5-125,5 0-25,6 1-5,-6-6-977</inkml:trace>
          <inkml:trace contextRef="#ctx0" brushRef="#br0" timeOffset="22235.28">2726 6017 1958,'22'-25'87,"-22"25"17,0 0-83,6 10-21,-1 0 0,6 4 0,-5-9 158,10 0 27,-5 5 6,0-5 1,0 0-103,5 4-20,1 1-4,-1 0-1,-5 0 0,0-1 0,0 6 0,0 0 0,0 4 0,-5-4 0,-6 4 0,5 1 0,-10-6-51,5 6-13,-11-1 0,5 1 0,-5-1-48,0-4-13,0-1-3,-5 6 0,-12-5-144,12-1-28</inkml:trace>
        </inkml:traceGroup>
      </inkml:traceGroup>
    </inkml:traceGroup>
    <inkml:traceGroup>
      <inkml:annotationXML>
        <emma:emma xmlns:emma="http://www.w3.org/2003/04/emma" version="1.0">
          <emma:interpretation id="{20A62D14-8CAC-4A4E-B80C-57C969B3D1F3}" emma:medium="tactile" emma:mode="ink">
            <msink:context xmlns:msink="http://schemas.microsoft.com/ink/2010/main" type="paragraph" rotatedBoundingBox="10682,11083 12125,10781 12242,11344 10800,1164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07D45F1-34F5-48A8-BB9E-B920CC8AE3E4}" emma:medium="tactile" emma:mode="ink">
              <msink:context xmlns:msink="http://schemas.microsoft.com/ink/2010/main" type="line" rotatedBoundingBox="10682,11083 12125,10781 12242,11344 10800,11645"/>
            </emma:interpretation>
          </emma:emma>
        </inkml:annotationXML>
        <inkml:traceGroup>
          <inkml:annotationXML>
            <emma:emma xmlns:emma="http://www.w3.org/2003/04/emma" version="1.0">
              <emma:interpretation id="{BF2C6015-3490-44D4-BEF5-6CA36464E684}" emma:medium="tactile" emma:mode="ink">
                <msink:context xmlns:msink="http://schemas.microsoft.com/ink/2010/main" type="inkWord" rotatedBoundingBox="10682,11083 12125,10781 12242,11344 10800,11645"/>
              </emma:interpretation>
              <emma:one-of disjunction-type="recognition" id="oneOf12">
                <emma:interpretation id="interp60" emma:lang="en-AU" emma:confidence="0">
                  <emma:literal>12.4)</emma:literal>
                </emma:interpretation>
                <emma:interpretation id="interp61" emma:lang="en-AU" emma:confidence="0">
                  <emma:literal>(2.4)</emma:literal>
                </emma:interpretation>
                <emma:interpretation id="interp62" emma:lang="en-AU" emma:confidence="0">
                  <emma:literal>"2.4)</emma:literal>
                </emma:interpretation>
                <emma:interpretation id="interp63" emma:lang="en-AU" emma:confidence="0">
                  <emma:literal>22.4)</emma:literal>
                </emma:interpretation>
                <emma:interpretation id="interp64" emma:lang="en-AU" emma:confidence="0">
                  <emma:literal>k 14)</emma:literal>
                </emma:interpretation>
              </emma:one-of>
            </emma:emma>
          </inkml:annotationXML>
          <inkml:trace contextRef="#ctx0" brushRef="#br0" timeOffset="22896.08">1503 6777 518,'-5'5'23,"5"-5"5,0 0-28,0 0 0,0 0 0,-6-5 0,1 0 271,-1-5 49,1 5 9,-1 5 3,6 0-180,0 0-36,-5 20-8,-1-1 0,1-9-37,-1 5-7,6 4-2,-5-4 0,5 4-28,0-4-6,-6 0 0,12 4-1,-6 1-10,5-1-1,1 6-1,-1-6 0,1-4-15,5 4 0,-6-4 0,1-1-10,-1-4-52,6 5-10,-5-1-3,5-4-943</inkml:trace>
          <inkml:trace contextRef="#ctx0" brushRef="#br0" timeOffset="23319.3299">1690 6962 2066,'0'0'45,"0"0"10,0 0 1,11 0 3,5 0-47,-5-5-12,6 5 0,-1 0 0,0 0 92,-5 0 17,6 0 3,-17 0 1,0 0-51,0 0-10,11 5-3,-11-5 0,0 0-13,11 5-4,-6 5 0,-5 0 0,0-1-18,-5 6-4,-12-5-1,12 9 0,-6-4-29,0-1-7,-5 6-1,5-5 0,0-11-38,0 6-8,0 0-2,0 5 0,0-11 0,5 6-1,1 0 0,-1-5 0,1 5 24,5-1 5,0 1 0,5 0 1,-5-10 32,6 10 7,-1-1 8,1 1-13,5-5 13,0 0 0,0 0 0,0 4 0,5-4 36,-5 0 4,5-5 1,1 0 0,-1-10-27,6 6-6,0 4 0,-11-5-8,-11 5 0,11-10-11,6 0 0,-1 0-925</inkml:trace>
          <inkml:trace contextRef="#ctx0" brushRef="#br0" timeOffset="23521.64">2150 7069 1944,'0'0'43,"0"0"9,0 0 1,0 0 1,0 0-43,0 0-11,0 0 0,0 0 0,0 0 123,0 15 22,6 0 5,-6-1 1,0-14-85,0 15-17,0 4-3,0-4-1,0-15-45,0 0 0,0 0 0,0 15 0,0-1-192,0-14-31</inkml:trace>
          <inkml:trace contextRef="#ctx0" brushRef="#br0" timeOffset="23788.25">2364 6704 1267,'6'-34'56,"-6"24"12,0 10-55,0 0-13,0 0 0,0 0 0,0 15 291,-6 9 55,6 0 11,0-4 3,-5-10-231,5 9-45,-6 1-10,6 4-2,6-5-52,-1 1-10,1-10-2,-1 9-8,1-4 0,-1-1 0,1-4 0,-6-10 0,16-5 0,-5 5 0,6 10 0,-6-10 0,0-10 12,-1 5-12,1 5 12,6-4-12,-1 4 12,-5-5-4,6 5 0,-6-10-8,5 5 9,-5-5-9,0 5 0,-11 5 9,17 0-21,-6-4-5,0-6-1,-1 5 0,-10 5-143,0 0-29,0 0-6</inkml:trace>
          <inkml:trace contextRef="#ctx0" brushRef="#br0" timeOffset="24129.54">2562 6626 576,'0'0'25,"0"24"6,0-24-31,0 0 0,0 0 0,0 0 0,0 0 364,5 20 68,1-1 12,-6 6 4,5-6-256,1 1-52,5-6-9,-6 11-3,1 4-57,-1 0-12,-5-5-3,6 6 0,-6-1-44,5-10-12,1 1 0,-6-5 0,5-6-116,-5-9-24,0 0-6,0 0-974</inkml:trace>
          <inkml:trace contextRef="#ctx0" brushRef="#br0" timeOffset="24295.1699">2808 6538 864,'0'0'76,"0"0"-60,0 0-16,0 0 0,0 0 246,0 0 46,11 10 10,0 4 2,0-4-90,0 5-18,0-1-3,0 11-1,0-1-73,-5-4-15,-1 9-4,-5-5 0,11 10-57,-11-4-12,0-1-3,0 0 0,0 0-28,-5 10 0,-6-9 0,5-1 0,-5-5-96,0-4-26,0-1-5,-5 1-1127</inkml:trace>
        </inkml:traceGroup>
      </inkml:traceGroup>
    </inkml:traceGroup>
    <inkml:traceGroup>
      <inkml:annotationXML>
        <emma:emma xmlns:emma="http://www.w3.org/2003/04/emma" version="1.0">
          <emma:interpretation id="{5F9CEE26-6D86-467D-BDD8-B6F6B2E6FE64}" emma:medium="tactile" emma:mode="ink">
            <msink:context xmlns:msink="http://schemas.microsoft.com/ink/2010/main" type="paragraph" rotatedBoundingBox="10795,11921 12198,11348 12474,12024 11070,1259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79F0C75-6243-4F5F-9247-FC92B1716C98}" emma:medium="tactile" emma:mode="ink">
              <msink:context xmlns:msink="http://schemas.microsoft.com/ink/2010/main" type="line" rotatedBoundingBox="10795,11921 12198,11348 12474,12024 11070,12597"/>
            </emma:interpretation>
          </emma:emma>
        </inkml:annotationXML>
        <inkml:traceGroup>
          <inkml:annotationXML>
            <emma:emma xmlns:emma="http://www.w3.org/2003/04/emma" version="1.0">
              <emma:interpretation id="{AABE68AB-EA01-4A02-AEED-7EA1A390D092}" emma:medium="tactile" emma:mode="ink">
                <msink:context xmlns:msink="http://schemas.microsoft.com/ink/2010/main" type="inkWord" rotatedBoundingBox="10795,11921 12198,11348 12474,12024 11070,12597"/>
              </emma:interpretation>
              <emma:one-of disjunction-type="recognition" id="oneOf13">
                <emma:interpretation id="interp65" emma:lang="en-AU" emma:confidence="0">
                  <emma:literal>125)</emma:literal>
                </emma:interpretation>
                <emma:interpretation id="interp66" emma:lang="en-AU" emma:confidence="0">
                  <emma:literal>12, 5 )</emma:literal>
                </emma:interpretation>
                <emma:interpretation id="interp67" emma:lang="en-AU" emma:confidence="0">
                  <emma:literal>12, 5)</emma:literal>
                </emma:interpretation>
                <emma:interpretation id="interp68" emma:lang="en-AU" emma:confidence="0">
                  <emma:literal>135)</emma:literal>
                </emma:interpretation>
                <emma:interpretation id="interp69" emma:lang="en-AU" emma:confidence="0">
                  <emma:literal>95)</emma:literal>
                </emma:interpretation>
              </emma:one-of>
            </emma:emma>
          </inkml:annotationXML>
          <inkml:trace contextRef="#ctx0" brushRef="#br0" timeOffset="24731.19">1646 7557 979,'-6'107'43,"6"-87"9,0-20-41,0 0-11,0 0 0,0-20 0,0 6 271,0 14 52,0 0 10,0 0 3,0 0-169,0 0-34,0 0-6,0 0-2,-5 14-76,-1 6-15,1-1-3,5 6-1,0-1-30,0 5 0,5-4 0,1-1 0,-1 10-32,-5-10-10,6 1-2,-1-6 0,6-4-52,0 0-12,0-6-1,0 1-930</inkml:trace>
          <inkml:trace contextRef="#ctx0" brushRef="#br0" timeOffset="25094.1">1821 7674 1616,'0'0'72,"0"0"14,0 0-69,11-5-17,11-5 0,-5 10 0,-1-5 172,1-4 30,-1-6 6,-5 5 2,-11 10-69,0 0-13,6 5-4,4 0 0,-10-5-56,0 0-11,6 10-2,-1 0-1,1-6-30,-6 6-7,0 0-1,0 5 0,-6 4-16,1-4 8,-1-1-8,-4 6 0,-1-1-29,0-4-13,5 0-2,-5-1-1,0 1-31,6-5-7,5-10-1,0 0 0,-6 4 5,6 6 1,0 0 0,0 0 0,0-10 30,0 0 5,0 0 2,6 9 0,5 6 33,-11-15 8,11 0 0,0 0 0,0 0 40,5 5 11,-5-10 1,5 5 1,-5 0-33,6 0-8,5-5 0,-6 5-1,6 0 8,-5-5 1,-1 10 1,1-5 0,-1-5-41,-5 0-8,0 10-1,5-5-692,-5-5-139</inkml:trace>
          <inkml:trace contextRef="#ctx0" brushRef="#br0" timeOffset="25376.5099">2260 7879 2185,'0'-5'48,"0"0"9,0 0 3,0 5 2,0 0-50,0 0-12,0 0 0,0 0 0,6 20 109,-1-6 19,-5 6 4,6-1 1,-6-4-69,0 4-15,5-4-2,-5 4-1,6-4-46,-6 0 0,0 4 0,5-4 0,0-5-164,-5-10-25,0 0-6</inkml:trace>
          <inkml:trace contextRef="#ctx0" brushRef="#br0" timeOffset="25630.55">2573 7435 2185,'0'0'96,"0"0"21,0 0-93,0 0-24,11-5 0,0 5 0,-11 0 132,16 0 23,-5-10 4,0 10 1,5-4-77,-5 4-15,6-5-4,-6 5 0,5 0-36,-5-5-7,0 5-1,6 0-1,-6 0-4,-11 0-1,11-5 0,-11 5 0,0 0-114,0 0-22,0 0-5,0 0-1,0 0-102,-6-5-21</inkml:trace>
          <inkml:trace contextRef="#ctx0" brushRef="#br0" timeOffset="25793.99">2595 7420 1569,'0'20'69,"0"-20"15,0 0-67,0 0-17,0 0 0,0 0 0,0 0 141,0 0 25,0 0 5,11 10 1,-11 4-43,5-4-8,1 5-1,5-6-1,-6 1-55,6 5-12,-6 4-1,1 1-1,-1-6-12,6 1-2,-5 0-1,-1 4 0,1-9-5,5 5-1,-6-1 0,-5 1 0,6-5-3,-6-1-1,5 1 0,-5 0 0,-5 0-6,-1-1-2,6-9 0,-11 15 0,0 0-17,0-1 10,0-4-10,0 0 8,0-5-19,1 4-4,4 1-1,-5-5 0,0-5-92,11 0-18,-11 0-4,0-5-1,6-5-110,-1 1-23</inkml:trace>
          <inkml:trace contextRef="#ctx0" brushRef="#br0" timeOffset="26010.05">2841 7157 1094,'0'0'48,"0"0"11,0 0-47,0 0-12,17 0 0,-1 5 0,1 0 325,-1-5 63,-5 10 13,0-5 3,6-1-233,-1 1-47,-5 5-8,0 5-3,0-6-43,-6 6-9,-5-15-1,11 15-1,-5-1-27,-1-4-6,1 10-1,-6-6 0,5 6-14,-5-6-3,0 1-8,-5 4 12,5-4-28,0 9-7,-6-4-1,1 4 0,-1-4-184,-5-1-38</inkml:trace>
        </inkml:traceGroup>
      </inkml:traceGroup>
    </inkml:traceGroup>
    <inkml:traceGroup>
      <inkml:annotationXML>
        <emma:emma xmlns:emma="http://www.w3.org/2003/04/emma" version="1.0">
          <emma:interpretation id="{CB48344E-E07A-4423-8B85-B9FA4EA8CD6E}" emma:medium="tactile" emma:mode="ink">
            <msink:context xmlns:msink="http://schemas.microsoft.com/ink/2010/main" type="paragraph" rotatedBoundingBox="10902,12528 12300,12041 12538,12726 11140,1321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F392B53-3C70-4DB4-801B-58827358660E}" emma:medium="tactile" emma:mode="ink">
              <msink:context xmlns:msink="http://schemas.microsoft.com/ink/2010/main" type="line" rotatedBoundingBox="10902,12528 12300,12041 12538,12726 11140,13212"/>
            </emma:interpretation>
          </emma:emma>
        </inkml:annotationXML>
        <inkml:traceGroup>
          <inkml:annotationXML>
            <emma:emma xmlns:emma="http://www.w3.org/2003/04/emma" version="1.0">
              <emma:interpretation id="{3E584680-DFFB-44E0-A545-6E221E2FB44B}" emma:medium="tactile" emma:mode="ink">
                <msink:context xmlns:msink="http://schemas.microsoft.com/ink/2010/main" type="inkWord" rotatedBoundingBox="10902,12528 12300,12041 12538,12726 11140,13212"/>
              </emma:interpretation>
              <emma:one-of disjunction-type="recognition" id="oneOf14">
                <emma:interpretation id="interp70" emma:lang="en-AU" emma:confidence="0">
                  <emma:literal>126)</emma:literal>
                </emma:interpretation>
                <emma:interpretation id="interp71" emma:lang="en-AU" emma:confidence="0">
                  <emma:literal>1216)</emma:literal>
                </emma:interpretation>
                <emma:interpretation id="interp72" emma:lang="en-AU" emma:confidence="0">
                  <emma:literal>1206)</emma:literal>
                </emma:interpretation>
                <emma:interpretation id="interp73" emma:lang="en-AU" emma:confidence="0">
                  <emma:literal>(26)</emma:literal>
                </emma:interpretation>
                <emma:interpretation id="interp74" emma:lang="en-AU" emma:confidence="0">
                  <emma:literal>12, b)</emma:literal>
                </emma:interpretation>
              </emma:one-of>
            </emma:emma>
          </inkml:annotationXML>
          <inkml:trace contextRef="#ctx0" brushRef="#br0" timeOffset="26514.57">1750 8225 691,'-5'39'61,"5"-25"-49,0-14-12,0 0 0,0 0 274,0-14 52,-6 4 10,6 10 3,0 0-159,0 0-31,-5-10-6,5 10-2,-6 5-29,1 5-5,-1 0-2,1 4 0,5 6-62,0 4-13,-6 5-2,1-4-1,10-11-19,1 6-8,-6 4 0,5 1 8,1-1-23,-1-4-5,6-1 0,0-9-1,-5 4-75,5-4-14,-1 0-3,1-5-657,-11-5-131</inkml:trace>
          <inkml:trace contextRef="#ctx0" brushRef="#br0" timeOffset="26926.93">1920 8225 748,'0'0'67,"0"0"-54,6-10-13,-1 0 0,-5 10 261,0 0 50,11-5 9,5 5 3,-16 0-119,11 0-24,11-4-5,-5-1-1,-1 5-58,-5 5-11,6-1-2,-6 1-1,0 0-29,-11-5-5,0 0-2,5 10 0,1 0-29,-6 4-5,0 1-2,-6 4 0,1 1-20,-1-1-10,-5 6 10,0-6-10,0 1 0,-5-1 0,5 6-13,0-11 4,0-14-10,0 0-1,5 15-1,1-5 0,5-10 2,-6 5 1,1 4 0,5-9 0,0 0 8,0 0 2,-6 10 0,6-5 0,0-5 8,0 0 16,0 0-4,6 10-1,-1-1-11,1-4 0,5 5-10,-6-5 10,6 0 0,0 0 0,0 0 8,6-1-8,-1-4 8,1 5-8,-1 0 0,1-5 0,-6 5 0,5-5 0,-11 0 0,12 0 0,-6 0-120,0 5-20,-11-5-5,11 0-1091</inkml:trace>
          <inkml:trace contextRef="#ctx0" brushRef="#br0" timeOffset="27145.47">2353 8352 691,'0'0'30,"0"0"7,0 0-29,0 0-8,0 0 0,0 0 0,0 0 385,0 0 76,0 0 15,6 9 4,-6 11-276,5-1-56,-5-4-10,0 9-2,0-4-68,0-1-12,6 6-4,-6 4 0,0 5-36,0-5-7,0-4-1,0 4-8,0-5-8,0-4-9,0-6-2,5 1 0,-5-15-193,0 0-38,0 0-8</inkml:trace>
          <inkml:trace contextRef="#ctx0" brushRef="#br0" timeOffset="27404.12">2688 7971 1094,'0'0'97,"0"0"-77,0 0-20,0 0 0,5-9 324,-5 9 62,0 0 12,0 0 2,-5 9-212,-1-4-42,6 5-9,0 0-1,-5 14-84,-1 0-16,6 1-3,0-1-1,0 1-20,0-1-12,6-9 12,5 4-12,0-4 0,0 4 0,5 1 0,1-1 0,-6-4-12,0-5 1,5-1 0,1-9 0,-17 0-2,5-9-1,0 4 0,-5 5 0,0 0 14,0 0 0,0 0-10,0 0 10,0 0 0,0 0 0,0-10 10,0 10-10,0 0 13,0 0-4,0 0-1,-10-15 0,-1 1-8,-6 4 0,1 0 0,-1 5 0,1 0-38,5 1-3,-6 4-1,6 4 0,0 11-185,0-5-37</inkml:trace>
          <inkml:trace contextRef="#ctx0" brushRef="#br0" timeOffset="27676.8">2929 7762 2401,'0'0'52,"0"0"12,0 0 1,0 0 3,17 0-54,-12 5-14,1-1 0,5 1 0,0 0 109,-6 0 19,0 0 4,6 5 1,-5-1-45,10 1-10,-5 0-2,0 0 0,0 4-19,6 1-4,-6 14-1,0 10 0,0-10-52,0 6 0,-6-6 0,6-5-8,-5 1 8,-1-1 0,-5 0 0,6 1 0,-6-6 0,0 1 9,0 4-9,-6-4 10,-5 4-66,0-5-12,6 1-4,-6 4-874,-6 1-175</inkml:trace>
        </inkml:traceGroup>
      </inkml:traceGroup>
    </inkml:traceGroup>
    <inkml:traceGroup>
      <inkml:annotationXML>
        <emma:emma xmlns:emma="http://www.w3.org/2003/04/emma" version="1.0">
          <emma:interpretation id="{C54B5F49-2C9E-40B9-9979-EE621E3DABE0}" emma:medium="tactile" emma:mode="ink">
            <msink:context xmlns:msink="http://schemas.microsoft.com/ink/2010/main" type="paragraph" rotatedBoundingBox="10965,13302 12229,12998 12364,13555 11099,1386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5A32D4D-47FD-4B71-9C9B-478AAE903689}" emma:medium="tactile" emma:mode="ink">
              <msink:context xmlns:msink="http://schemas.microsoft.com/ink/2010/main" type="line" rotatedBoundingBox="10965,13302 12229,12998 12364,13555 11099,13860"/>
            </emma:interpretation>
          </emma:emma>
        </inkml:annotationXML>
        <inkml:traceGroup>
          <inkml:annotationXML>
            <emma:emma xmlns:emma="http://www.w3.org/2003/04/emma" version="1.0">
              <emma:interpretation id="{39DF33AE-370E-4367-8DD4-EE219559EA50}" emma:medium="tactile" emma:mode="ink">
                <msink:context xmlns:msink="http://schemas.microsoft.com/ink/2010/main" type="inkWord" rotatedBoundingBox="10965,13302 12229,12998 12364,13555 11099,13860"/>
              </emma:interpretation>
              <emma:one-of disjunction-type="recognition" id="oneOf15">
                <emma:interpretation id="interp75" emma:lang="en-AU" emma:confidence="0">
                  <emma:literal>1311)</emma:literal>
                </emma:interpretation>
                <emma:interpretation id="interp76" emma:lang="en-AU" emma:confidence="0">
                  <emma:literal>(311)</emma:literal>
                </emma:interpretation>
                <emma:interpretation id="interp77" emma:lang="en-AU" emma:confidence="0">
                  <emma:literal>{311)</emma:literal>
                </emma:interpretation>
                <emma:interpretation id="interp78" emma:lang="en-AU" emma:confidence="0">
                  <emma:literal>131)</emma:literal>
                </emma:interpretation>
                <emma:interpretation id="interp79" emma:lang="en-AU" emma:confidence="0">
                  <emma:literal>(3/1)</emma:literal>
                </emma:interpretation>
              </emma:one-of>
            </emma:emma>
          </inkml:annotationXML>
          <inkml:trace contextRef="#ctx0" brushRef="#br0" timeOffset="28369.88">1772 9000 518,'-5'39'23,"5"-34"5,5-15-28,-5 0 0,0 0 0,5 1 0,-5 9 325,0-10 60,-5 5 12,5 5 3,0 0-228,0 0-46,0 0-9,0 0-1,-5 15-66,-6 4-13,5 6-2,6-1-1,-5-5-24,5 16-10,0 18 8,5 1-8,6-10 0,-5-10 0,4-5 0,7 0 0,5 1-35,0-6 1,-6 0 0,6-4 0,0-1-167,-5-4-34</inkml:trace>
          <inkml:trace contextRef="#ctx0" brushRef="#br0" timeOffset="29203.18">1964 9112 1677,'-11'-5'74,"11"0"16,5-5-72,-5 6-18,6-6 0,-1 5 0,6-5 142,-5 0 25,5 6 5,0 4 0,0 4-60,5-4-12,-5-9-2,6 4-1,-6 0-37,5 0-8,-5 5-2,0 0 0,0-5-23,-6 5-5,6 5-1,-11-5 0,0 0-11,0 0-2,0 0-8,0 0 12,0 0-12,0 0 8,0 10-8,-11 4 0,6-4 0,-6 0-20,6 0 4,-6-1 0,0 1-18,0 0-3,5 5-1,1-6 0,-1-4-1,1 5 0,5-10 0,0 0 0,0 0 11,0 0 3,0 0 0,0 0 0,5 5 15,6 0 10,-11-5-12,11 9 12,0-4-8,0 5 8,-5 0 0,4 0 0,7-6 0,-6 6 16,0 10-2,0-6 0,-6 1 11,6 0 3,-5-6 0,-1 6 0,-5-5 4,6-1 2,-6-4 0,0 10 0,0 0-3,0-1-1,-6-4 0,1 0 0,-1-1-22,6 1-8,-11 5 0,6-5 9,5-10-9,-11 4 0,0 1 0,-6 0 0,12-10 0,-6 0 0,0 5 0,0-4 0,0-11-13,0 5-5,0 0-1,6 6 0,-1-6-127,6 10-26,0-10-4,0 0-896</inkml:trace>
          <inkml:trace contextRef="#ctx0" brushRef="#br0" timeOffset="29527.75">2386 9136 1094,'6'25'97,"-1"-11"-77,1-4-20,-1-5 0,-5 5 247,0-10 45,0 0 10,0 0 2,0 0-111,0 0-21,0 0-5,0 0-1,0 9-80,0 6-16,0 0-3,0-1-1,-5 1-43,-6 4-9,11-4-2,-6 5 0,-5-1-21,6-4-5,-1-1-1,1 1 0,-1-5-111,1-1-22,-1-4-5,6-5-647,0 0-130</inkml:trace>
          <inkml:trace contextRef="#ctx0" brushRef="#br0" timeOffset="29689.35">2660 8897 1209,'0'0'108,"0"0"-87,0 0-21,0 0 0,0 0 273,0 0 51,0 0 9,0 0 3,0 0-167,0 0-33,0 0-6,0 15-2,0 5-58,0 4-12,0-5-2,0 6-1,0-6-39,0 6-7,0-1-1,0 10-8,0-9 0,0 4-12,0-5 0,0 1 0,0-6-82,6-4-16,-6-15-3,0 0-725,5 9-145</inkml:trace>
          <inkml:trace contextRef="#ctx0" brushRef="#br0" timeOffset="29953.49">2880 8703 230,'0'0'10,"0"0"2,0 0-12,0 0 0,0 0 0,0 0 0,0 0 489,0 0 95,0 0 20,5 9 3,-5-9-379,11 10-76,0 0-16,-5 4-2,5-4-54,0 0-12,0 4-1,-6 1-1,6-5-30,0 9-7,0-4-1,-6 4 0,6 1-11,-5 4-2,-6 1-1,5-1 0,-5 0-14,6 6 11,-6-6-11,-6 5 10,1 1-10,-1-1-12,-5 0 2,6 0 1,-11-4-111,5-1-21,5 0-5,-5 6-1162</inkml:trace>
        </inkml:traceGroup>
      </inkml:traceGroup>
    </inkml:traceGroup>
    <inkml:traceGroup>
      <inkml:annotationXML>
        <emma:emma xmlns:emma="http://www.w3.org/2003/04/emma" version="1.0">
          <emma:interpretation id="{432125BF-865F-40C9-B0E9-CA4361A615F1}" emma:medium="tactile" emma:mode="ink">
            <msink:context xmlns:msink="http://schemas.microsoft.com/ink/2010/main" type="paragraph" rotatedBoundingBox="11207,14099 12486,13893 12571,14425 11292,1463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CEEA137-110A-4B6F-A0D3-9E4973506A94}" emma:medium="tactile" emma:mode="ink">
              <msink:context xmlns:msink="http://schemas.microsoft.com/ink/2010/main" type="line" rotatedBoundingBox="11207,14099 12486,13893 12571,14425 11292,14631"/>
            </emma:interpretation>
          </emma:emma>
        </inkml:annotationXML>
        <inkml:traceGroup>
          <inkml:annotationXML>
            <emma:emma xmlns:emma="http://www.w3.org/2003/04/emma" version="1.0">
              <emma:interpretation id="{6BBBD57C-F1C5-4811-8583-C27EB7532122}" emma:medium="tactile" emma:mode="ink">
                <msink:context xmlns:msink="http://schemas.microsoft.com/ink/2010/main" type="inkWord" rotatedBoundingBox="11207,14099 12486,13893 12571,14425 11292,14631"/>
              </emma:interpretation>
              <emma:one-of disjunction-type="recognition" id="oneOf16">
                <emma:interpretation id="interp80" emma:lang="en-AU" emma:confidence="0">
                  <emma:literal>132)</emma:literal>
                </emma:interpretation>
                <emma:interpretation id="interp81" emma:lang="en-AU" emma:confidence="0">
                  <emma:literal>17127</emma:literal>
                </emma:interpretation>
                <emma:interpretation id="interp82" emma:lang="en-AU" emma:confidence="0">
                  <emma:literal>(32)</emma:literal>
                </emma:interpretation>
                <emma:interpretation id="interp83" emma:lang="en-AU" emma:confidence="0">
                  <emma:literal>1372)</emma:literal>
                </emma:interpretation>
                <emma:interpretation id="interp84" emma:lang="en-AU" emma:confidence="0">
                  <emma:literal>11127</emma:literal>
                </emma:interpretation>
              </emma:one-of>
            </emma:emma>
          </inkml:annotationXML>
          <inkml:trace contextRef="#ctx0" brushRef="#br0" timeOffset="30488.21">1991 9780 1728,'0'44'76,"0"-44"16,0 0-73,0 0-19,0-15 0,0 5 0,0 10 169,0 0 31,-11-5 5,11 5 2,0 0-75,0 0-16,0 0-2,0 0-1,-5 10-90,-1 5-23,-5-1 0,6 6 0,5-1 0,0 6 0,0-1 0,5 5 0,1-4 0,5-6 0,0 1 0,5 4 0,1 1-68,-1-6-17,-5-9-4,6 0-1,5 9-137,-6-9-27,-5-5-6</inkml:trace>
          <inkml:trace contextRef="#ctx0" brushRef="#br0" timeOffset="30899.5">2216 9804 1036,'0'0'92,"0"0"-73,11-5-19,6 5 0,-6-5 209,0 1 39,0-1 7,5 0 1,-5 0-72,0 5-16,0 0-2,0 0-1,0 0-63,-11 0-13,5 5-2,-5-5-1,11-5-36,-11 5-7,0 0-2,0 0 0,0 0-21,0 10-4,0 4 0,0-4-1,-5 5-15,-1-1 0,1 1 0,-1 4 0,1-4-18,-1-5-6,6-10-2,-5 14 0,5-4-5,0-10-1,0 15 0,0-15 0,0 0 12,-6 10 3,6-10 0,0 0 0,0 0 8,6 14 9,-1-4-13,1 0 5,-6-10 8,5 9 0,1 6 0,-1 0-8,-5-15 8,6 9 0,-1-4 8,-5-5-8,0 0 16,6 10 0,-6-10-1,0 0 0,0 0-5,0 0-1,0 0 0,0 10 0,0 0-9,0-1 12,0-4-12,-6 5 12,6 0-12,-5-5 0,-1 4 0,1 1 0,-1-5-30,1 5-5,5-10-1,-6 5 0,6-5-56,-5 9-11,5-9-2,-6 10-1013</inkml:trace>
          <inkml:trace contextRef="#ctx0" brushRef="#br0" timeOffset="31235.21">2617 9989 864,'0'-19'76,"0"19"-60,0 0-16,5-5 0,-5-5 308,0 10 60,0 0 11,0 0 2,0 0-169,0 0-35,0 0-6,0 15-2,-5 9-90,5 1-19,-6-1-3,6 0-1,-5 1-42,-1-1-14,1-4 8,5 4-8,-6-9-86,6 4-21,-5 1-4,-1-6-1137</inkml:trace>
          <inkml:trace contextRef="#ctx0" brushRef="#br0" timeOffset="31545.35">2737 9751 1911,'11'-10'84,"-5"5"19,-1 0-83,1 0-20,5-5 0,-11 10 0,0 0 168,0 0 30,0 0 6,5-4 0,6-1-112,-11 5-22,11 0-5,-11 0-1,0 0-8,0 0-3,0 19 0,5 1 0,1-1-40,-6 1-13,-6-1 8,1 10-8,0-4-20,-1-1-8,-5-4-2,6-1 0,-1 6-48,1-11-10,5-14-1,0 10-1,0-10 21,0 15 4,0 4 1,0-19 0,0 0 51,0 0 13,0 0 0,11 0 0,-11 0 0,11 0 0,0-5 0,-11 5 0,0 0 48,5-10 13,6 1 3,0 4 0,0 5 0,5-5 0,-5-5 0,0 5 0,11 5-52,-5-5-12,-6-14 0,0 4 0,0 10 0,5-4 0,-10-1 0,5 0 0,-11 10-47,0 0-12,10-5-2,-4-4-755,-1-6-152</inkml:trace>
          <inkml:trace contextRef="#ctx0" brushRef="#br0" timeOffset="31747.4">3066 9629 2156,'0'0'96,"0"0"19,0 0-92,0 0-23,11-5 0,-5-5 0,5 5 165,-6-5 29,-5 10 6,11 0 0,0-4-110,0 8-22,0 6-5,0 0-1,0 0-10,0-1-3,0 6 0,-6-5 0,6-5-18,0 0-4,-5 14-1,-1-4 0,1-1-10,-1 6-3,-5-10 0,0 14 0,0-5-28,-5 6-5,-1-1-2,1 1 0,-1 4 32,1-5 6,-6 10 2,5-4 0,-5-1-131,0-5-27,0 10-4,1-9-777,-1-11-155</inkml:trace>
        </inkml:traceGroup>
      </inkml:traceGroup>
    </inkml:traceGroup>
    <inkml:traceGroup>
      <inkml:annotationXML>
        <emma:emma xmlns:emma="http://www.w3.org/2003/04/emma" version="1.0">
          <emma:interpretation id="{403D0441-0601-44E2-9E98-CC2B3D76CD8C}" emma:medium="tactile" emma:mode="ink">
            <msink:context xmlns:msink="http://schemas.microsoft.com/ink/2010/main" type="paragraph" rotatedBoundingBox="11323,14920 12456,14606 12610,15163 11476,1547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D8420A9E-2306-496F-AD66-F340634AF383}" emma:medium="tactile" emma:mode="ink">
              <msink:context xmlns:msink="http://schemas.microsoft.com/ink/2010/main" type="line" rotatedBoundingBox="11323,14920 12456,14606 12610,15163 11476,15476"/>
            </emma:interpretation>
          </emma:emma>
        </inkml:annotationXML>
        <inkml:traceGroup>
          <inkml:annotationXML>
            <emma:emma xmlns:emma="http://www.w3.org/2003/04/emma" version="1.0">
              <emma:interpretation id="{70266F71-AA02-4415-8954-173AB85E3217}" emma:medium="tactile" emma:mode="ink">
                <msink:context xmlns:msink="http://schemas.microsoft.com/ink/2010/main" type="inkWord" rotatedBoundingBox="11323,14920 12456,14606 12610,15163 11476,15476"/>
              </emma:interpretation>
              <emma:one-of disjunction-type="recognition" id="oneOf17">
                <emma:interpretation id="interp85" emma:lang="en-AU" emma:confidence="0">
                  <emma:literal>13,3)</emma:literal>
                </emma:interpretation>
                <emma:interpretation id="interp86" emma:lang="en-AU" emma:confidence="0">
                  <emma:literal>1313)</emma:literal>
                </emma:interpretation>
                <emma:interpretation id="interp87" emma:lang="en-AU" emma:confidence="0">
                  <emma:literal>133)</emma:literal>
                </emma:interpretation>
                <emma:interpretation id="interp88" emma:lang="en-AU" emma:confidence="0">
                  <emma:literal>13,3s</emma:literal>
                </emma:interpretation>
                <emma:interpretation id="interp89" emma:lang="en-AU" emma:confidence="0">
                  <emma:literal>13,3 )</emma:literal>
                </emma:interpretation>
              </emma:one-of>
            </emma:emma>
          </inkml:annotationXML>
          <inkml:trace contextRef="#ctx0" brushRef="#br0" timeOffset="32482.5">2172 10574 1807,'-5'20'80,"5"-20"16,0 0-76,0 0-20,0 0 0,0 0 0,-6-15 128,6 15 21,0 0 5,0 0 1,0 0-53,0 0-10,0 0-3,0 0 0,-11 0-39,6 10-8,-6 5-2,5-1 0,1 11-28,5-6-12,-11 6 11,11-1-11,-5 0 0,5 6-21,0-6 3,0 0 1,5-4-30,0-1-5,1 11-2,-1-16 0,6-4-112,-5 0-22,-1-5-5,6 4-765</inkml:trace>
          <inkml:trace contextRef="#ctx0" brushRef="#br0" timeOffset="32826.05">2271 10648 633,'0'-15'56,"0"15"-44,0 0-12,0 0 0,11-5 275,-5 0 53,4 0 10,-4 5 2,5-5-147,-11 5-29,11 0-7,0 5-1,0-5-53,0 5-11,0-10-3,0 10 0,-11-5-33,11 0-8,-11 0 0,0 0-1,5 5-25,-5-5-5,0 0-1,0 0 0,0 0-16,0 15 8,0-1-8,-5 1 0,-1 0-16,1-6-11,5 1-1,-6 0-1,6-10-27,-11 10-6,11-10-1,-5 9 0,5-9-9,0 0-3,-6 10 0,1 0 0,5 0 22,0-10 4,0 0 1,0 0 0,0 9 30,0 1 6,0 5 2,0-15 0,0 0 22,5 9 4,6 6 0,-5-5 1,-6-10 16,11 5 3,0 0 1,-11-5 0,11 4 9,-11-4 2,5 10 0,1 0 0,-6-10 2,0 0 1,0 0 0,0 24 0,-6 10-16,6-19-3,0-15-1,0 0 0,-5 10-18,-6-5-3,5 0-1,1-1 0,-6 1-9,5 5 0,-5-10 0,6 5-11,-6-5-25,11 0-6,0 0-1,0 0 0,-11-5-129,11 5-27,-6-10-5</inkml:trace>
          <inkml:trace contextRef="#ctx0" brushRef="#br0" timeOffset="33082.06">2540 10891 1324,'0'0'118,"0"0"-94,0 0-24,0 0 0,0 0 228,0 0 40,0 10 9,0 0 2,-6 0-139,6-1-27,0 6-5,-5 4-2,-1-4-62,1 5-13,5-1-3,-6 1 0,6-1-46,-5-4-10,-1-6-1,6-9-1,0 0-208,0 0-42</inkml:trace>
          <inkml:trace contextRef="#ctx0" brushRef="#br0" timeOffset="33428.28">2704 10570 1886,'0'0'84,"11"-5"16,-5-5-80,5 0-20,0 5 0,5 0 0,-5 1 174,0 4 30,-5-10 7,5 5 1,-11 5-130,0 0-26,10 5-4,-10-5-2,0 0-17,0 0-3,6 14-1,-6 6 0,-11 4-17,11-4-4,0-1-8,0-4 12,0 0-28,0-1-5,-5 1-2,5-15 0,0 0-29,0 0-5,0 0-2,0 0 0,0 0 11,0 0 3,0 0 0,0 14 0,-6 1 33,6-15 12,0 0-9,0 0 9,0 15 0,0-15 14,0 0-2,0 0 0,0 0 17,6 5 3,-6-5 1,0 0 0,0 0-33,16 4 0,-5 1 0,5-5 0,-5 5 58,-11-5 5,0 0 1,11 5 0,-5 0-52,-1 5-12,6 4 0,-5-4 0,-6 5 54,-6-1 8,6 6 2,-11-1 0,6-4-52,5-5-12,-6-1 0,1-4 0,-6 10-11,5-10-5,1 0 0,5-5-1,0 0-95,-11-5-18,5 0-4,-5-5-688,1 0-138</inkml:trace>
          <inkml:trace contextRef="#ctx0" brushRef="#br0" timeOffset="33769.64">3028 10345 2224,'0'0'49,"16"0"11,1 0 1,-6 0 1,0-5-50,5 10-12,1 5 0,-1-5 0,-5-10 132,0 5 23,5 5 5,-10 10 0,10 4-60,-10 5-12,5 1-2,0-1-1,0-4-29,-6-1-7,1 1-1,5 9 0,-6-5-25,-5-4-6,0 4-1,0-4 0,-5-1-16,-6 1 0,5-1 0,-5-4-9,0 4-95,-5-4-18,5 0-4,-6-1-1226</inkml:trace>
        </inkml:traceGroup>
      </inkml:traceGroup>
    </inkml:traceGroup>
    <inkml:traceGroup>
      <inkml:annotationXML>
        <emma:emma xmlns:emma="http://www.w3.org/2003/04/emma" version="1.0">
          <emma:interpretation id="{B3CC502F-F1DA-4869-831B-56296E98512C}" emma:medium="tactile" emma:mode="ink">
            <msink:context xmlns:msink="http://schemas.microsoft.com/ink/2010/main" type="paragraph" rotatedBoundingBox="11090,15662 12409,15633 12427,16474 11108,165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BB45FFF-BDEE-4B0E-B226-3EDC0D24D428}" emma:medium="tactile" emma:mode="ink">
              <msink:context xmlns:msink="http://schemas.microsoft.com/ink/2010/main" type="line" rotatedBoundingBox="11090,15662 12409,15633 12427,16474 11108,16503"/>
            </emma:interpretation>
          </emma:emma>
        </inkml:annotationXML>
        <inkml:traceGroup>
          <inkml:annotationXML>
            <emma:emma xmlns:emma="http://www.w3.org/2003/04/emma" version="1.0">
              <emma:interpretation id="{43500637-DE98-4A13-8588-8798F59A91F9}" emma:medium="tactile" emma:mode="ink">
                <msink:context xmlns:msink="http://schemas.microsoft.com/ink/2010/main" type="inkWord" rotatedBoundingBox="11090,15662 12409,15633 12427,16474 11108,16503"/>
              </emma:interpretation>
              <emma:one-of disjunction-type="recognition" id="oneOf18">
                <emma:interpretation id="interp90" emma:lang="en-AU" emma:confidence="0">
                  <emma:literal>(3,4)</emma:literal>
                </emma:interpretation>
                <emma:interpretation id="interp91" emma:lang="en-AU" emma:confidence="0">
                  <emma:literal>134)</emma:literal>
                </emma:interpretation>
                <emma:interpretation id="interp92" emma:lang="en-AU" emma:confidence="0">
                  <emma:literal>13, 4)</emma:literal>
                </emma:interpretation>
                <emma:interpretation id="interp93" emma:lang="en-AU" emma:confidence="0">
                  <emma:literal>(3, 4)</emma:literal>
                </emma:interpretation>
                <emma:interpretation id="interp94" emma:lang="en-AU" emma:confidence="0">
                  <emma:literal>(3.4)</emma:literal>
                </emma:interpretation>
              </emma:one-of>
            </emma:emma>
          </inkml:annotationXML>
          <inkml:trace contextRef="#ctx0" brushRef="#br0" timeOffset="34479">1915 11481 1695,'-11'-24'75,"11"24"16,0 0-73,0 0-18,0 0 0,0 0 0,0 0 143,0 0 25,-6 5 4,1 4 2,-6 1-66,0-5-14,11-5-2,-6 15-1,-5-1-42,0 1-8,11-5-1,-5 4-1,-6 1-27,5 4-4,6 1-8,0-1 11,0 1-11,0-6 0,11 6-12,0-1 12,0 6-39,0-1 0,0 5 0,6 1 0,-6-1-20,5-5-4,-5 1-1,5-6-682,1 1-137</inkml:trace>
          <inkml:trace contextRef="#ctx0" brushRef="#br0" timeOffset="34793.2199">2079 11593 864,'0'0'76,"0"0"-60,0 0-16,11 0 0,0 0 226,0 0 42,0-5 9,-6 5 2,6 0-100,0 0-20,0-5-4,0 5-1,-11 0-47,11 0-10,0 5-1,-11-5-1,6 10-41,-6-10-8,5 5-2,-5-5 0,0 0-24,6 15-6,-6-1-1,0 1 0,0-5-13,-6-1 0,6 1 0,-5 0 0,-1 4-16,6-14-7,-11 10-1,6 5 0,-1-5-22,1-1-5,5 6-1,-6-5 0,1-1-6,5 1-2,0-10 0,5 10 0,-5-10 23,6 10 4,-1-1 1,1 1 0,-6-10 17,0 0 4,11 10 1,0 5 0,5-1 10,-10-4 0,10-5 0,-10-5-8,5 10 8,-6-1 8,-5-9-8,0 0 11,6 5 12,-6-5 2,0 0 1,0 0 0,0 0 7,0 0 2,5 10 0,-5-10 0,0 0-13,-11 5-2,0 5-1,0-6 0,6 1-19,-12-5 0,6 0 0,0 5 0,0-5-44,0 5-7,0-5-1,6 0 0,-6 0-167,11 0-33</inkml:trace>
          <inkml:trace contextRef="#ctx0" brushRef="#br0" timeOffset="35061.04">2458 11959 1944,'0'0'86,"0"0"18,0 0-84,0 0-20,0 0 0,0 0 0,0 0 139,5 14 23,-10 1 5,5 0 1,-6 4-93,1-4-19,5 4-3,-6 1-1,1-1-52,-1-4 0,1 4-11,5 1 2,-6-5-194,1-1-38</inkml:trace>
          <inkml:trace contextRef="#ctx0" brushRef="#br0" timeOffset="35337.51">2578 11696 1209,'11'-20'108,"-11"20"-87,0 0-21,0 0 0,0 0 205,0 0 37,0 0 7,0 0 2,0 0-82,0 15-16,0 4-3,0-9-1,-5 5-68,-1-6-13,6 6-4,0 0 0,0-1-50,0-4-14,0 5 0,11-1 0,-5-4 0,5 0 0,-11 4 0,11-4 0,0-5 0,-6 5 0,-5-10 0,11 5 0,0 4 0,0-9 0,5 5 0,-5 0 0,0 0 0,0-5 0,-11 0 0,11-5 0,6 5 0,-6-5-16,0-5 4,-11 10 1,5-9-109,1-1-23,-1-5-4,1 6-967</inkml:trace>
          <inkml:trace contextRef="#ctx0" brushRef="#br0" timeOffset="35514.18">2699 11661 806,'0'0'72,"5"10"-58,-5-10-14,0 15 0,0-5 335,0-10 64,0 0 13,6 9 2,-6 1-222,5 5-45,1-1-9,-1 6-2,1 4-66,-1-4-14,1 4-2,-1 5-1,1-4-39,-1-1-14,1-4 9,-1-1-9,1-4-20,-6-6-10,0-9-2,0 0 0,0 0-195,0 0-39</inkml:trace>
          <inkml:trace contextRef="#ctx0" brushRef="#br0" timeOffset="35709.18">2918 11325 1958,'0'0'87,"11"0"17,-5 0-83,5 0-21,-6 0 0,6 5 0,6 0 158,-7 5 27,1-6 6,11 16 1,-5-1-52,-6 1-9,5-5-3,-5 4 0,6 5-51,-6 6-10,0-11-3,-6 10 0,1 6-51,-1-1-13,1 5 0,-6-5 0,0 10 0,5-5 0,-10 0 0,-1 0 0,1-5-100,-6 0-22,5-10-5,-5 1-785,0-6-158</inkml:trace>
        </inkml:traceGroup>
      </inkml:traceGroup>
    </inkml:traceGroup>
    <inkml:traceGroup>
      <inkml:annotationXML>
        <emma:emma xmlns:emma="http://www.w3.org/2003/04/emma" version="1.0">
          <emma:interpretation id="{D443FA9C-40F6-48BC-82AA-DA4AC804D11E}" emma:medium="tactile" emma:mode="ink">
            <msink:context xmlns:msink="http://schemas.microsoft.com/ink/2010/main" type="paragraph" rotatedBoundingBox="11126,16690 12348,16610 12390,17258 11168,173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3F07268-146E-42E1-9250-75EC9C0E7BA8}" emma:medium="tactile" emma:mode="ink">
              <msink:context xmlns:msink="http://schemas.microsoft.com/ink/2010/main" type="line" rotatedBoundingBox="11126,16690 12348,16610 12390,17258 11168,17337"/>
            </emma:interpretation>
          </emma:emma>
        </inkml:annotationXML>
        <inkml:traceGroup>
          <inkml:annotationXML>
            <emma:emma xmlns:emma="http://www.w3.org/2003/04/emma" version="1.0">
              <emma:interpretation id="{F6BEA556-530A-4124-9A90-10547B367B13}" emma:medium="tactile" emma:mode="ink">
                <msink:context xmlns:msink="http://schemas.microsoft.com/ink/2010/main" type="inkWord" rotatedBoundingBox="11126,16690 12348,16610 12390,17258 11168,17337"/>
              </emma:interpretation>
              <emma:one-of disjunction-type="recognition" id="oneOf19">
                <emma:interpretation id="interp95" emma:lang="en-AU" emma:confidence="0">
                  <emma:literal>(315)</emma:literal>
                </emma:interpretation>
                <emma:interpretation id="interp96" emma:lang="en-AU" emma:confidence="0">
                  <emma:literal>(3,5)</emma:literal>
                </emma:interpretation>
                <emma:interpretation id="interp97" emma:lang="en-AU" emma:confidence="0">
                  <emma:literal>(3i5)</emma:literal>
                </emma:interpretation>
                <emma:interpretation id="interp98" emma:lang="en-AU" emma:confidence="0">
                  <emma:literal>(3.5)</emma:literal>
                </emma:interpretation>
                <emma:interpretation id="interp99" emma:lang="en-AU" emma:confidence="0">
                  <emma:literal>(3157</emma:literal>
                </emma:interpretation>
              </emma:one-of>
            </emma:emma>
          </inkml:annotationXML>
          <inkml:trace contextRef="#ctx0" brushRef="#br0" timeOffset="36451.15">1980 12490 1548,'-11'-34'68,"6"24"15,-6 5-67,11 5-16,0 0 0,0-9 0,0 9 145,0-10 26,0 10 5,0 0 0,0 0-37,0 0-8,-11-5-2,0 10 0,0-5-52,6 10-10,-6-1-3,0 6 0,5 5-64,1-6 0,-1 11-18,1 4 4,-1 0 14,6 0 0,6 5 0,-1 1 10,1-1-22,5 5-5,0-5-1,0-5 0,0 0-26,5-4-6,0-6-1,1 1 0,-1-6-48,-5 1-9,6-5-3,-6-10-593,5 5-118</inkml:trace>
          <inkml:trace contextRef="#ctx0" brushRef="#br0" timeOffset="36779.98">2107 12612 1094,'0'0'97,"5"0"-77,6-5-20,0 0 0,0 0 205,5 1 38,-10-1 7,10 0 2,-5 5-89,6-5-18,-6 5-3,0 0-1,0 0-47,-11 0-10,11 0-1,-11 0-1,11 5-43,-11-5-9,0 0-2,5 14 0,1-4-16,-6 5-4,-6-1-8,1-4 12,-1 5-24,1-5-4,-6 4-2,5 1 0,1-5-42,-1-6-9,1 1-2,5-5 0,-6 10-4,-5 0-1,11-10 0,0 10 0,0-10 23,0 0 4,0 9 1,6 1 0,-6 0 31,5-5 6,-5-5 2,11 9 0,-11-9 20,11 10 4,-5 0 1,5 0 0,0-5-2,0-5 0,-11 0 0,11 4 0,-6 1 36,6 0 7,-11-5 2,0 0 0,0 0-2,0 0 0,0 0 0,5 10 0,-5 5-11,-5-6-2,5-9-1,-6 15 0,1-5-27,5-10-4,-5 5-2,-6 4 0,5-4-10,-5 0 0,0 0 0,0 0-11,11-5-39,-5 5-8,-12-5-2,6 0 0,11 0-152,-5 0-32</inkml:trace>
          <inkml:trace contextRef="#ctx0" brushRef="#br0" timeOffset="36954.84">2474 12792 1382,'0'0'123,"0"0"-99,0 0-24,0 0 0,5 15 184,1-5 32,-6 0 7,0 4 1,0 6-96,0-6-20,0 1-3,0 4-1,0-4-71,-6 0-14,6-1-3,-5 1-1,5-5-159,0-1-31,0-9-6</inkml:trace>
          <inkml:trace contextRef="#ctx0" brushRef="#br0" timeOffset="37391.07">2638 12554 230,'0'0'20,"0"0"-20,-5 9 0,5-9 0,0 10 252,-5 0 47,5-10 9,0 14 1,5-4-133,-5 5-26,5-5-6,1 4 0,-6-4-47,5 0-9,6-1-1,-5 6-1,-1-5-14,1 0-4,5 4 0,5-4 0,-10 0-9,5 4-3,5-4 0,-5 0 0,0 0-1,-5-1-1,5 1 0,-6 0 0,6-5-13,-11 4-2,6 1-1,-6 0 0,0 0-18,0-1-4,-6 1-1,1 0 0,-6 0-15,5-1 9,-5 1-9,0-5 8,0 5-8,0-5-17,0-5 4,0 0 1,-5 0-47,-1-5-9,6 0-1,-5 0-1,5-5-176,-5 1-35</inkml:trace>
          <inkml:trace contextRef="#ctx0" brushRef="#br0" timeOffset="37142.45">2638 12558 1893,'17'-19'84,"-12"9"17,6 10-81,0-5-20,6-4 0,-6 4 0,0 0 121,5-10 20,1 1 4,-1 4 1,-5 0-14,-5 0-4,5 5 0,-11 5 0,0 0-117,0 0-24,0 0-5,0 0-1,0 0-21,0 0-4,0 0 0,0 0-1,-6-4-134,6 4-26,-11 4-6,-5-4-754</inkml:trace>
          <inkml:trace contextRef="#ctx0" brushRef="#br0" timeOffset="37707.97">2874 12315 2019,'0'0'89,"11"-5"19,0 5-86,0 0-22,0 0 0,0 5 0,0 4 151,0-4 25,6 5 6,-6 0 1,-1 0-71,7 4-15,-6 6-2,0 4-1,5-4-42,-5 9-9,0 0-2,-5 5 0,-1 0-22,1 0-5,5 1-1,-11-1 0,0-5-13,0 0 0,0 5 0,5-9-10,-10 4-62,5-5-13,-11 6-3,5-6 0,1-5-148,-6 1-31</inkml:trace>
        </inkml:traceGroup>
      </inkml:traceGroup>
    </inkml:traceGroup>
    <inkml:traceGroup>
      <inkml:annotationXML>
        <emma:emma xmlns:emma="http://www.w3.org/2003/04/emma" version="1.0">
          <emma:interpretation id="{909C20DF-D13D-4007-9719-7A530DE3AB62}" emma:medium="tactile" emma:mode="ink">
            <msink:context xmlns:msink="http://schemas.microsoft.com/ink/2010/main" type="paragraph" rotatedBoundingBox="11084,17766 12611,17705 12646,18577 11119,1863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D9666A6-BA82-48B3-A6D6-42E10C3F3371}" emma:medium="tactile" emma:mode="ink">
              <msink:context xmlns:msink="http://schemas.microsoft.com/ink/2010/main" type="line" rotatedBoundingBox="11084,17766 12611,17705 12646,18577 11119,18638"/>
            </emma:interpretation>
          </emma:emma>
        </inkml:annotationXML>
        <inkml:traceGroup>
          <inkml:annotationXML>
            <emma:emma xmlns:emma="http://www.w3.org/2003/04/emma" version="1.0">
              <emma:interpretation id="{37E313F1-FBD5-4F28-BA1F-3DA259F8ACD5}" emma:medium="tactile" emma:mode="ink">
                <msink:context xmlns:msink="http://schemas.microsoft.com/ink/2010/main" type="inkWord" rotatedBoundingBox="11084,17766 12611,17705 12646,18577 11119,18638"/>
              </emma:interpretation>
              <emma:one-of disjunction-type="recognition" id="oneOf20">
                <emma:interpretation id="interp100" emma:lang="en-AU" emma:confidence="0">
                  <emma:literal>1316)</emma:literal>
                </emma:interpretation>
                <emma:interpretation id="interp101" emma:lang="en-AU" emma:confidence="0">
                  <emma:literal>(316)</emma:literal>
                </emma:interpretation>
                <emma:interpretation id="interp102" emma:lang="en-AU" emma:confidence="0">
                  <emma:literal>(3/6)</emma:literal>
                </emma:interpretation>
                <emma:interpretation id="interp103" emma:lang="en-AU" emma:confidence="0">
                  <emma:literal>136)</emma:literal>
                </emma:interpretation>
                <emma:interpretation id="interp104" emma:lang="en-AU" emma:confidence="0">
                  <emma:literal>(36)</emma:literal>
                </emma:interpretation>
              </emma:one-of>
            </emma:emma>
          </inkml:annotationXML>
          <inkml:trace contextRef="#ctx0" brushRef="#br0" timeOffset="38104.48">1898 13704 1926,'-11'-59'42,"6"45"9,5 14 1,0 0 3,0 0-44,0 0-11,0 0 0,-6 0 0,-5 5 112,6 0 21,5-5 4,0 0 1,-11 4-60,-11 21-12,22-25-2,-6 14-1,6 6-51,0-1-12,0 1 0,0 9 0,6-4 0,-1-1 0,1 0 0,-1 1 0,6-1 0,0 0-12,-5-4 3,5-1 0,5 1-139,-5-1-28,6-4-6,-6 0-798</inkml:trace>
          <inkml:trace contextRef="#ctx0" brushRef="#br0" timeOffset="38554.61">2096 13680 864,'0'0'76,"0"0"-60,11 0-16,-1-5 0,1 0 228,6 0 42,-12-5 9,12 10 1,-6-5-123,0 0-25,0 1-4,5-1-2,-10 5-41,10 0-8,-16 0-1,0 0-1,0 0-37,6 5-7,-1 4-2,1 1 0,-6-10-17,5 10-4,-5 4-8,0 1 12,0 0-36,-5-1-7,-1-4-1,1 5-1,-1-6-39,1 1-8,-6 0-2,11-10 0,0 0-7,-6 10-2,-5-1 0,11-9 0,-5 5 35,5-5 8,0 0 0,0 0 1,0 0 18,-6 10 3,6-10 1,0 10 0,0-10 37,0 0 8,0 0 2,11 10 0,0-1 7,0-4 2,-11-5 0,17 10 0,-6-5 1,0 0 0,0 0 0,-11-5 0,11 4 11,-1 1 2,1 10 1,0-5 0,-11-10-5,11 9-1,-11 1 0,6 0 0,-6-10-9,0 0-3,0 15 0,0-1 0,0 1-9,-6-1-3,1-4 0,-6 0 0,5 5-16,-5-6 0,1 1 0,-1 0 0,0-5 0,0 0-12,-6 4 1,6-4 1,-5-5-24,5 5-5,0-5-1,0 0 0,0 0-46,11 0-10,-11 0-1,11 0-837</inkml:trace>
          <inkml:trace contextRef="#ctx0" brushRef="#br0" timeOffset="38898.74">2523 13948 864,'0'0'76,"0"5"-60,0-5-16,0 0 0,0 0 297,0 14 57,0-4 11,0 0 3,0 4-192,-11 16-37,11-6-8,0-9-2,0 4-82,-5 5-17,5 1-3,0-1-1,0 1-42,5-1-8,-5-5-1,0-4-1,0 5-163,0-6-33,0 6-6,0-20-2</inkml:trace>
          <inkml:trace contextRef="#ctx0" brushRef="#br0" timeOffset="39209.53">2737 13645 518,'0'0'23,"0"0"5,0 0-28,0 10 0,-11 5 0,6-5 0,-1 9 464,1-4 88,5-1 18,0 6 3,0-1-403,5 6-81,1-1-16,5-4-3,0 4-49,-6 0-9,6 6-3,6-6 0,-1 0-9,-5-4-12,0 4 2,5-4 1,-5-6-16,6-4-3,-6 0-1,5 0 0,-5-6 5,6-4 2,-6-4 0,-11 4 0,5-10 22,1-5 0,5 1 0,-11-1 0,5-5 0,-5 6 0,-5 4 0,5-5 0,-11 6 47,5-6 13,1 10 4,-6 0 0,0 0-52,0 1-12,-6 4 0,6 4 0,6 1-12,-6 0-4,0 0-2,5 5 0,-5-5-47,0 9-10,6-4-1,0 5-712,5-6-143</inkml:trace>
          <inkml:trace contextRef="#ctx0" brushRef="#br0" timeOffset="39493.01">3055 13426 2113,'0'0'93,"0"0"20,11-5-90,0 0-23,-11 5 0,6-9 0,5 9 124,5-5 20,-5 5 4,0 0 0,6 5-16,-1 0-3,0 4-1,1 1 0,-6 0-102,5 4-26,1 6 0,-1 4 0,-5-4 56,0 4 7,0 5 1,0-4 0,0 4-52,0 0-12,0-4 0,-6 9 0,1-5 0,-1 5 0,-5 0 0,0-5 0,0 6 0,0-1 0,-5 0 0,-1 0 0,-10-5 0,5 5 0,0 5 0,-5-5 0,-6 5-202,5-9-43,1-6-9,-1 0-2</inkml:trace>
        </inkml:traceGroup>
      </inkml:traceGroup>
    </inkml:traceGroup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7:57.732"/>
    </inkml:context>
    <inkml:brush xml:id="br0">
      <inkml:brushProperty name="width" value="0.05292" units="cm"/>
      <inkml:brushProperty name="height" value="0.1058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472 194 601,'0'0'26,"0"0"6,-6-5-32,-5 0 0,6-5 0,-6 5 0,6-5 14,5 10-4,-11-4-1,11 4 0,0 0-20,0 0-4,0 0-1,0 0 0,0-5 4,0 5 1,0 0 0,0 0 0,-11-10-33,11 10-8,0 0 0,0 0-1,0 0 89,0 0 17,0 0 4,0 0 1,0 0 61,-11-5 12,11 5 2,-11 0 1,0 0-28,5 5-6,-5 0 0,-5 0-1,5-5-11,-6 9-1,1-4-1,5 5 0,-11-5-32,6 5-6,-1-1-2,1 1 0,-6 0-24,5 0-5,-5-1-1,11 1 0,-11 0-5,11 0-2,0-1 0,0-4 0,1 5 4,4-5 1,-5 0 0,11-5 0,0 0 0,0 0 0,0 0 0,0 0 0,0 0 1,0 0 0,11 5 0,5-5 0,6-5 14,6 0 3,-12 0 1,12 0 0,-6-5-5,5 1 0,6-1-1,-6 0 0,6 0-12,-5 1-3,-6 4 0,11 0 0,-11-5-12,5 10 9,-11-5-9,6 10 8,-5-5-8,-1 5 0,1 0 0,-17-5 0,11 15 8,-6-6 0,-5 6 0,0 0 0,-5-6-8,-1 6 0,1 0 0,-6-1 0,-6 1 56,1-5 7,-1-1 1,-5 1 0,6-5-75,0 0-14,-12-5-3,6-5-1,-5 0 46,-1 0 10,1-5 1,-1 1 1,1-1-44,5-5-9,-5 1-1,5-1-1,0 0 26,11 6-10,-11-6 10,5 5 0,6-4 16,6 4 11,0-5 1,-1 6 1,6-1-46,6 0-10,4-5-1,7 6-1,-6-1 46,11 0 10,-6 5 1,12-4 1,-6 9-48,11-10-9,-12 10-3,7-5 0,-6 5 31,0 0 0,5 0 0,-5 0 0,0 5 24,0 0 4,0 0 0,-6-1 1,6 6-29,-5 0 0,-6 0 0,5-1 0,-5 6 0,0 5 0,-5-6 0,-1 6 0,-5-1-8,-5 1-8,-1-1-2,1 1 0,-6-1 18,-6-4 0,1 9 11,-6-9-11,-6-1 9,7 1-9,-7 0 0,-5-6 9,0 1 0,-5-5 0,5 0 0,0-5 0,-5 0-9,-1 0-17,12 0 4,-1-5 1,1-5 12,5 5 16,0 1-3,6-11-1,10 5-24,-5 0-4,6 1-2,10-1 0,6-5 18,-5 1 0,10-1-8,6 0 8,0 6 12,5-6 7,1 0 1,5 1 0,0-1-31,5 1-5,-5-1-2,5 0 0,6 6 29,0-1 5,-5 0 2,-1 0 0,6 1-18,-6 4 0,1 0 0,-1 5 0,0 5 0,-5-5 0,-5 5 0,-1-1 0,-5 6 0,0 0 0,-6 0 0,1 4 0,-12 1 14,1 4-1,-6 1 0,0 4 0,-6 6-1,-5-1-1,-5-5 0,-1 5 0,-4 1-11,-1-6 0,0 5 0,-6-9 0,-10-1 0,5 1-16,0-6 4,0-4 1,-5 0-1,-1 0-1,6-5 0,1-5 0,-1 0 13,5 0 0,6-5 0,0-5 0,-5 5 0,16-10 0,-6 1 0,7-1 0,10-4 0,0 4 13,5-9-2,6-1-1,0 1-1,0-5 0,5-1 0,6 1 0,0-5 8,6 5 2,-6 0 0,11-6 0,-12 6-2,12 0 0,0 5 0,6 4 0,-6-4-7,5 4-2,-5 6 0,5 4 0,1-5-8,-1 5 0,-5 10 0,0-4 8,0 4-8,0 4 0,-6 1 0,-5 5 0,0 0 0,-6 0 0,1 4 8,-6 6-8,-11 4 10,5 0-10,-10 6 12,-1-1-12,-5 5 10,0 0-10,-5 0 8,-12-4-8,-4 4 0,-1-5 0,-6-5 0,6 1 0,-5-1 0,-6-9 0,0-1 8,-5-4-8,5-10-10,-5 5-4,-1-5-1,1-5 0,5 0 15,0-5 0,0 1 0,0-1 0,12-5 0,-1 6 16,0-6-3,11 5-1,0-9-12,5 4-16,6-4 3,0-1 1,11 5 21,0-4 5,11-1 1,0 1 0,6 4-15,5-4 0,0 4 0,11 1 0,-6-1 0,6 0 0,5 1 0,-5 4 0,6 0-9,5 0-5,-17 1-1,11-1 0,-5 5 15,11 0 0,0-5 0,-11 6 0,0 4 0,-6 0 0,12 0 0,-6 0 0,-6 4 20,0 1 6,-5 5 2,6 0 0,-12 4-20,-5 1-8,0 5 0,-5 4 8,-1 5-8,-10-4 0,-1 9 9,-5 0-9,0 0 0,-5 0 0,-6 0 0,0-5 0,-6 1-30,1-6-1,-6 0 0,-5-4 0,-1-1 42,1-4 8,0-5 1,-1 0 1,1-6-21,5-4 0,0-4 0,6 4 0,-12-10-12,17 5 4,0-5 0,11 5 0,-11-4 8,17-6 0,-6 5-9,11-4 9,0-1 0,11 0-9,-6-4 9,17-1 0,-11 1 0,11-6 0,0 1 0,6 0 0,-1-1 0,6 6 11,11-6-2,-11 6 0,5-5 3,11-1 0,-5 6 0,6 4 0,-1 0-3,-5 1 0,0 4 0,5 5 0,-5 0 16,0 5 3,-6 0 1,1 0 0,-6 5-41,-6 0-9,0 5-2,1 0 0,-6-1 23,-11 1 0,0 0 0,0 4 0,0 1 12,-6 5-4,-5-6 0,-5 6 0,-1-1 2,-10 6 0,-1-6 0,1 5 0,-12 1-10,1-6 0,-6 1 9,-5-1-9,-6 1 0,5-10 0,-5-1 0,1 1 0,-1 0 0,0-10 0,0 0 0,6 0 0,5-10-12,0 5 2,0 0 1,11-4 0,0-1 9,6 5 0,-1-5 0,12 0 0,-1 1-9,12-1 9,-1-5-10,6 6 10,0-6 0,11 0 0,5-4-8,-5 4 8,6 1 0,5-1 0,0-5 0,10 6 0,-10-1 0,11 1 0,-5 4 12,4-5-12,1 10 12,-5 0-12,-1-4 12,-10 4-12,4 5 12,1 0-12,-5 0 12,-1 5-12,1 0 0,-12 4 0,-5 1 0,6 5 0,-12-1 0,6 1 0,-6 4 0,-5 1 0,-5 4 0,-6 1 0,6-1 0,-6 5 0,-11-4 0,0 4 0,-6 0 0,1-4 0,-6-1 0,-5 0 0,-1-4 0,1-1 0,-6-4 0,0 0 0,0-6 0,0 1 0,6-10 0,10 0 0,-10 0 0,5-5 0,11 0 0,-5-9 0,10 4 0,6 0 0,0-4 0,11 4 0,6-5 0,5 5 0,11-4 0,5 4 0,-10 0 0,10 1 0,6-1 0,5 0 0,6 0 0,0 5 0,0-4 0,5 4 0,-5-5 0,6 0 0,-7 5 0,1 1 0,6-6 0,-1 5 0,-5 5 0,5-5 0,1 0 0,-6 5 0,5-10-100,-5 6-21,5-6-4,-11 0-1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1.82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0 258 691,'6'-10'61,"-6"-4"-49,5 4-12,-5 5 0,0 5 188,0 0 34,0 0 7,0 0 2,16-5-103,-5 0-20,-11 5-4,6 0 0,5-4-17,-6-1-3,12 0-1,-12 0 0,6 0-17,-5 5-3,5-5-1,11-5 0,-17 6-18,6-1-4,0 5-1,6 0 0,-7-5-11,7 0-3,5 10 0,-11-5 0,5 5-11,12-5-2,-17-5-1,16 0 0,-16 5-11,16 0 0,-5-5 9,0-5-9,0 5 0,6 1 0,-1-11 0,1 10 0,-1 0 0,0 0 0,-5 5 0,0-5 0,11-4 0,-5 4 0,-1 5 0,0 5 0,1-5 0,10 5 0,-10-1 0,5 6 0,-1 0 0,7 0 0,-17-15 0,11 5 0,-6 10 0,6-10 0,0 4 0,-6-8 0,6-6 0,0 5 0,-5 10 0,4-10 0,1-5 0,6 0 0,-17 10 0,11 5 0,-6-10 0,0 5-16,1 0 2,-1 0 1,12-4 13,-1 4 0,0 0 0,-10 4 0,10-4 12,-5 5 4,6 0 2,-1 5 0,-11-5-18,12 5 0,-1-1 8,-10-4-8,4 0 0,1 0 0,6-5 0,-12 0 0,1 0 0,10-5 0,-16-5 0,11 5 0,5 1-12,-16 4-7,11 0-1,-5 0 0,-1-5 34,11 5 6,-16 5 2,6-5 0,16-5-22,-17 10 8,0-5-8,12 0 0,-12-5 0,1 0 0,-1 5 0,0 0 0,6 0 8,-5 0-8,-1-5 8,1 5-8,-1 10 0,0-5 0,1-10 0,-6 0-8,11-5 8,-11 5 0,5 5 0,1 0 8,-7 0-8,7 0 8,-6 0-8,11 0 8,-17-5-8,12 5 0,-12-5 0,0 5 0,6 5 0,0-5 8,6-5-8,-6 5 0,5 0 0,-5-4 8,0-1-8,0 0 0,5-5 27,-5 5 1,0 5 0,0 0 0,6-5-28,-12 0-20,11 5 3,-16-4 1,6-1 16,5 0 0,-6 0 0,1 0 0,-6 5 9,5 0-9,-5-5 8,0 0-8,0 0 0,5 5 0,-5-4 8,0-1-8,0 5 0,0 0 0,-11 0 0,22-5 0,-11 5 0,0 0 0,-11 0 9,11 0-9,0 0 8,0 0-8,-11 0 8,17 5-8,-17-5 10,11 0-2,0 0-8,-11 0 12,16 5-12,-5-5 0,5 4 0,-16-4 0,11-4 11,0 8-11,-11-4 12,17 0-12,5 0 0,-6 5 0,-16-5 0,0 0 0,17 5-13,-17-5 3,0 0 1,0 0 0,11 5 9,-11-5 0,0 0 0,0 0 0,16 0 0,-16 0-12,0 0 12,0 0-12,0 0-199,0 0-40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3.01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31 3218 748,'-17'-20'33,"6"15"7,11 5-32,0 0-8,0 0 0,0 0 0,-5 0 156,5 0 28,0 0 7,0 0 1,0 0-93,0 0-19,0 0-3,0 0-1,0 0-20,0 0-5,16-5-1,-10 0 0,10 10-7,1-5-2,-1-5 0,-5 5 0,16-4-11,-16-1-2,6-5-1,10 0 0,-10 0-11,5 1-1,-6-6-1,12 0 0,-7 1 5,7-1 1,-1-9 0,1 4 0,10 1-9,-16-6-2,11 1 0,5 0 0,1-1 1,-12 1 0,12-5 0,-7-1 0,1 1 3,0 5 1,6-5 0,-1 4 0,0-4-6,6 0-8,-5-5 11,10-1-11,-16 1 10,11 0-10,-6-5 8,6 0-8,0 0 0,-6 5 8,1-5-8,5 0 0,-6-5 0,6 5 0,0-5 0,5 5 0,-11 0 0,6-5 0,0 1 0,6-1 0,-7 5 0,1-5 0,6 0 0,-6 0 0,5 0 0,-5-4 0,-6-1 9,6 5-9,5 0 0,-10 5 0,-6 0 0,5 0 0,0 0 0,6 0 0,-5-5 0,-6 5 0,0 0 0,-1 5 0,12 0 0,-5 0 0,-1-5 0,-5 0 0,0 5 0,11 0 0,-17 4 0,12-9 0,-12 5 0,11 0 0,-10 0 0,-1 5 0,1-1 0,-1 1 0,0 5 0,1-5 0,-6-1 0,0 6 0,0 0 0,0-1 0,5 11 0,-10-11 0,4 6 0,-4-1 0,5 1 0,-6 4 0,6-4 0,0 4 0,-5 0 0,-1 1 0,1-1 0,-6 0 0,5-4 0,0-1 0,1 11 0,5-6 0,-6-4 0,1 4 0,-1-9 0,-5 9 0,6 0 0,-1 1 0,0-1 0,-5 0 0,11 1 0,-16-1 0,10 5 0,1 1 0,-1-6 0,-10 0 0,10 1 0,1 4 0,-12 0 0,6 5 0,-5 1 0,-6 4 0,11-5 0,-11 5 0,0 0 0,10-5 0,-10 5 0,11-5 0,-5 0 0,-6 5 0,0 0 0,11-10-8,-6 5-4,1 1 0,5-6 0,-11 0 0,11 5-1,-11 5-1,0 0 0,0 0 0,0 0-47,0 0-10,0 0-1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5.019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3861 3617 230,'11'-5'20,"-11"0"-20,0 5 0,0 0 0,0 0 256,0 0 48,0 0 8,0 0 3,-11 0-146,11 0-29,0 0-5,0 0-2,-6-5-48,1-4-9,-1 9-3,-5-5 0,6-5-40,-1 5-8,1-5-1,-6 5-1,0-4 17,0 4 4,0 0 1,0-5 0,0 0-26,-5-4-6,5 4-1,-6-5 0,1 6-12,-1-6 9,1 0-9,5 1 8,-17-15-8,12 4 0,-6 6 0,6-6 0,-6 1 0,5 0 0,-10-1 0,5 1 0,5 0 0,-5-1 0,-5 1-9,5-5 9,0-1 0,-5 1 0,10 0 0,-5 4 0,-5-4 0,0 5 0,5-5 0,-6-1 0,1 1 0,-1 0 0,1 4 0,10 1 0,-15 0 0,4-1 0,1 6 0,-6-1 0,5-4 0,1 0 0,-6-1 0,0-4 0,6 5 0,-6-1 0,-6 1 8,7-5-8,-1-1 0,-6-4 8,1-5-8,5 15 0,6 9 8,-6 1-8,11-11 0,-17-4 9,6 5-9,1-6 0,4 1 0,-16-10 0,6 5 0,5 0 0,0 0 0,-5 4 8,-1-4-8,6 0 0,-5-5 0,5 10 0,-5 0 0,5-1 0,-6 1 0,1 5 0,-6-1 0,6 1 0,-1 5 0,1-6 0,0-4 0,5 5 0,5-6 0,-5 1 8,0-5-8,-5 0 0,0 0 0,10 0 0,1-1 0,-1 1 0,1 0 0,-6 0 0,6 5 0,-1-5 0,-5 0 0,11-1 0,-5 1 0,0 0 0,-1 0 0,1 5 0,-1 0 0,-5 4 0,6-4 0,0 5 0,-1 4 0,-5 1 0,11-6 0,-11 1 0,11 0 0,-5-6 0,5 6 0,-5 0 0,10-1 0,-10-4-9,5 5 9,0-6-13,0 6 13,0 0 15,6-1-3,-12 6-1,6-6-11,0 6 0,6-1 0,-6 1 8,0-1-16,5 1-4,-4-1-1,4 6 0,-5-6 22,6 1 5,-1-1 1,-5 6 0,6-6-15,-6 1 0,5 9 8,1-5-8,0-4 8,-1 4-8,-10 5 11,10-4-11,1 4 12,-6-5-12,5 6 12,-5-6-12,6 5 10,0 0-10,-1 1 8,12-6-8,-12 5 0,1 1 0,5-1 0,0-5 0,0 5 0,-6-4 0,6-1-9,11 10 9,-11-4-117,6 4-17,5-5-3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6.646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-1 68 1688,'0'0'75,"0"0"15,0 5-72,5-5-18,1-5 0,-1 0 0,-5 0 135,11 0 23,-5-4 5,-1 4 1,6 10-49,-6-5-10,6-5-1,6 5-1,-12-5-52,12-5-11,-1 5-1,-5 0-1,6-4-15,-1 4-3,-5 5-1,0 0 0,6 0-7,-6 5 0,0 0-1,-6 4 0,0 6-1,-5 0 0,0 4 0,-5 5 0,0 6-19,-6-1-4,11 5-1,-22 0 0,5 0 14,6-4-12,-5 4 12,-1-5-12,6 0-12,-11-4-3,11-1 0,6-9 0,-17-1 9,16-4 2,-4 0 0,-1-1 0,5-9 16,6 0 0,0 5-8,0-5 8,0 0 12,0 0 5,0 0 2,0 0 0,0 0 12,0 0 2,0 0 1,0 0 0,6-5 2,5 1 0,5-6 0,6 10 0,-11 0-11,5 0-1,1 5-1,-1 0 0,6-1-23,-5-4 9,-1 5-9,1 0 0,-1 0-96,0-5-25,1 5-6,-1 0-717,1 5-144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8.36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208 195 288,'0'0'12,"0"0"4,0-10-16,-5-4 0,5-1 0,0 5 0,-6-4 376,1 4 73,-1-5 15,6 6 2,-11-6-290,11 0-57,-11 1-12,11-1-3,0 15-46,-5-5-10,-1-9-1,1 4-1,5 10-22,0 0-4,-6-10 0,6 10-1,0 0-8,0 0-2,-5 5 0,-1 5 0,-4 0-9,-1-1 0,5-4 0,1 10 0,-1-1 0,6 1 0,0 0 0,0-1 0,6 1 0,-1 0 15,-5-1-1,6 1 0,5-1-29,-1 1-5,-4-5-2,5 4 0,0 1 35,5 0 7,-5-1 2,-11 1 0,11-5-22,-5 4 0,5-4 0,-11-10 0,0 0-12,0 0-6,0 10-2,0-10 0,-11 14 32,0-4 7,5 0 1,-10 0 0,5-10-20,-6 5 0,6-5-8,-16 0 8,16 0-24,-5-5 0,-1 5 1,1-5 0,10 0-131,-16 0-26,6 0-6</inkml:trace>
  <inkml:trace contextRef="#ctx0" brushRef="#br0" timeOffset="431.96">263 239 1486,'28'0'66,"-23"5"14,6-5-64,0 5-16,-11 5 0,11-1 0,5 1 108,-10 5 18,5-1 4,0 6 1,-6-1-3,6 6 0,-5-1 0,-1 0 0,6 1-85,-5-1-18,-6 1-3,0-1-1,5 0-33,-5-4-8,0-6 0,0-4-1,0 5 41,0-1 9,0 1 2,0-15 0,0 0 1,0 0 1,0 0 0,-5-10 0,-1 1-77,6-11-16,-11 1-4,6-6 0,-1 1 52,1-5 12,-1 4 0,1-4 0,5-5 0,-11 5 0,5-1 0,1 6 0,-1 0 0,6-1 8,0 6 0,6-1-8,-6 6 0,11-1 0,0 0-10,0 6 10,0-1 21,-6 5 12,12 0 3,-6 5 0,5 5 1,6 0 1,-17-5 0,12 10 0,-1-1-2,-5 1 0,-5 0 0,5 4 0,-6 1-14,6 0-3,-11 4-1,11-4 0,-11-1 6,-11-4 0,11 5 1,-5-1 0,-1-4-14,-5 0-3,0-5-8,0 0 12,0 0-35,-5-1-7,-6-4-2,6-4 0,-1-1 23,6-5 9,-16-5-8,16 6 8,-6-1-81,6-5-11,0 1-3,6-1-697,-6 0-139</inkml:trace>
  <inkml:trace contextRef="#ctx0" brushRef="#br0" timeOffset="618.58">609 73 1094,'0'0'97,"0"0"-77,11 10-20,-6 0 0,1-5 196,4 4 36,1 6 8,-11 0 0,11-1-48,-5 1-9,-6 0-3,5-1 0,1 1-80,5 4-16,-11 1-3,0-6-1,0 1-49,5 5-11,-5-6-1,0-4-1,0 0-18,0-10-11,0 0 2,0 0 0,-5 14-131,5-14-27,0 0-5,0 0-957</inkml:trace>
  <inkml:trace contextRef="#ctx0" brushRef="#br0" timeOffset="1084.55">658-73 1479,'0'0'32,"0"0"8,0 0 0,0 0 2,0 0-34,0 0-8,0 0 0,0 0 0,0 0 0,11 5-16,-11-5 4,0 0 1,0 0-69,11 10-15,0-5-2,-6 4-1,-5-9-15,11 10-3,0 0-1,-5 4 0,5-9 96,-6 5 21,1 5 0,5-1 0,-6 1 128,6 0 24,0-6 4,-11 6 0,11-5-16,-5 4-4,4 1-1,-4 0 0,-1-6-6,1 6-1,-1 0 0,1-1 0,-6 1-40,5-1-9,1 1-2,-1 0 0,-5-15-26,0 14-6,0 1-1,0-15 0,0 0-15,0 0-3,0 0-1,0 0 0,0 0-7,0 0-2,0 0 0,0 0 0,0 0-1,0 0-1,-5-15 0,-1 1 0,1 4-14,5-10 0,0 1 0,-6-1 0,1 6 0,5-1 8,0 5-8,5-4 0,-5 4 19,0 0-3,6 1 0,-1-1 0,6 5-4,-5-5 0,-1 5-1,6 0 0,0 5-20,0 0-4,-11 0-1,0 0 0,11 5 46,0 0 10,0 5 2,0 5 0,0-1-20,-5 1-3,5 4-1,-6 1 0,1-1-12,-6 1-8,5-1 10,6 1-10,-6-6 0,-5 1 0,0-5 0,0-10 0,6 14-43,-6-14-1,0 0-1,0 0 0,0 0-151,0 0-29,0 0-7,0 0-847</inkml:trace>
  <inkml:trace contextRef="#ctx0" brushRef="#br0" timeOffset="1857.53">1097 29 230,'0'0'20,"0"0"-20,0 0 0,0 0 0,0 0 361,0 0 68,11 10 14,-11-10 2,5 10-208,1-5-41,5 5-9,-6-1-2,-5 6-64,6 0-13,-6-6-2,5 6-1,-5 0-84,0-1-21,0 1 0,0-1 0,11 1 0,-11 0 0,0-1 0,0-14 0,0 0 0,0 15 0,0-5 0,0-10 0,0 0 0,0 0 0,0 0 0,0 0 0,0 0 0,0-10 0,5-5 0,-5 1 0,6-6 0,-6 1 0,0-1 0,0-4 0,-6 9 0,6-4 0,-5-1 0,10 6 0,1-1 0,-6 0 0,5 6 0,-5-1 0,0-5 0,6 5 0,-6 10 0,0 0 0,0 0 0,0 0 0,0 0 0,16 10 0,-16-10 0,6 15 0,5 4 0,-6-4 0,6 0 0,0-1 0,0 6 0,-5-6 0,5 1 32,0 4 1,0-9 1,-6 5 0,6-5-34,0 4 0,5-4 0,-5 5 0,-11-15 0,11 4 0,-11-4 0,17 5-9,-17-5 9,16 5 0,1-5 0,-1-5 0,1 0 0,-6 1 0,0-6 0,5 0 8,-10-5-8,5 1 9,-1-1-9,-4-4 10,5 4 2,0-4 1,-11-1 0,0 1 0,0-1-1,0 1-1,0 4 0,0-5 0,0 6-11,-11 4 0,5-5 9,1 6-9,-1 4 0,-4 0 0,4 5 0,-5 5 0,0 0 0,0 0 0,0 4 0,6 11 0,5 4-11,0-4 0,-11-1 0,22 1 0,-11 4 11,0-4-13,5 4 5,1-9 8,-1-1-12,6-4 12,0 0-12,-5-1 12,5 1 0,-11-10 0,16 0 0,6 0 0,-11-5 0,5 0 0,-5 1 0,6-6 0,-1 0-38,-5 0 0,0-4 0,6-1 0,5 0 23,-17 6 5,11-6 1,-5 0 0,6-4-37,-6 4-7,0 6-2,0-1 0,0 0 44,-6 5 11,6 5 0,0 0 0,-5 0 0,5 5 0,-6 5 0,6 0 0,-5-1 0,-6 1 0,5 5 0,1-1 0,-1 1 0,6 4 0,-11-4 0,0-5 0,5 4 29,1-4 8,-6-10 2,0 0 0,0 0-12,0 0-3,0 0 0,0 0 0,0 0 13,5-10 3,-5-4 0,11-1 0,-11-4-12,6-6-3,5 1 0,0 0 0,-6-1 6,6-4 1,-5 5 0,10 4 0,-16 1-17,17-6-3,-1 6-1,-5-6 0,0 6-11,6-6-9,4 1 9,-10 5-13,6-1-142,5 1-28,0-1-5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7.476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104 45 1555,'0'0'138,"0"0"-110,0 0-28,0 0 0,0 0 160,0 0 28,0 0 4,11-15 2,-5 6-53,4-1-10,1 5-3,-11 5 0,11-5-53,0 5-11,6 0-3,-6 0 0,5 5-29,-5-5-5,6 5-2,-12 5 0,1-6-14,5 1-3,-6 5-8,6 0 12,-11 0-12,0 4 0,0-4 8,0 5-8,0-1-8,0 1-5,0-1-1,0-4 0,-11 0-20,11 0-4,-5-1-1,5 1 0,0 0-5,0-10 0,0 0-1,0 0 0,0 0 6,0 0 2,-6 10 0,6-10 0,0 0 16,0 0 3,0 0 1,0 0 0,0 0 17,11 9 0,0 1-8,-11 5 8,6-5 0,-6-10 0,11 4-8,-1 11 8,7-5-20,-6 4-1,-11-14 0,5 0 0,6 0 40,-11 0 8,0 0 1,11 10 1,0 10 5,0-11 1,-11-9 0,0 0 0,0 0 3,6 20 1,-6-1 0,0-19 0,0 0 1,0 0 0,0 0 0,0 0 0,-11 0 7,5 10 1,-16 5 1,6-10 0,-6-10-35,0-5-14,0 5 11,0 10-11,6 10 0,-12-6 0,1-13 0,-1 4-10,-10 4-43,11 1-9,-1-5-2,1-9-819,5-6-164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15.747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4122-185 1209,'0'-10'108,"5"5"-87,-5 5-21,0 0 0,0 0 171,0 0 29,0 0 7,0 0 1,0 0-41,0 0-8,0 0-2,0 0 0,11 0-57,-11 0-12,0 0-3,6 5 0,5 5-33,0 0-8,0-1 0,-11 6-1,5 9-23,1 1-4,-6-1 0,0 5-1,5 1-15,-5 4 8,0-5-8,0 0 0,0-4-20,0 4-9,6-5-3,-1 1 0,1-1-212,-1-9-44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1:36.24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301 6254 1861,'-6'10'40,"1"-5"9,-1-1 2,6-4 2,-5 0-42,5 0-11,0 0 0,0 0 0,0 0 117,0 0 22,0 10 4,0 5 1,5-5-49,-5-1-10,0 6-1,0 0-1,11 9-24,-11-5-5,6 6-1,-6-1 0,0-4-30,5-1-7,6 1 0,-11-1-1,0-4-15,6-1-16,-6 1 3,5-5 1,1 4-154,-6-14-30,5 5-7,6 0-1</inkml:trace>
  <inkml:trace contextRef="#ctx0" brushRef="#br0" timeOffset="-178.53">92 6356 2217,'0'0'48,"0"0"11,0 0 1,0 0 4,0 0-52,0 0-12,0 0 0,0 0 0,0 0 117,0 0 21,0 0 4,0 0 1,0 0-82,0 0-16,0 0-3,0 0-1,0 0 19,0 0 3,0 0 1,0 10 0,6 5-52,5-6-12,-11 6 0,5-5 0,-5 4 0,0-4 0,6 5 0,5-5 0,-11-10 0,5 14 0,6-4 8,0 0-8,-11-10 0,11 5 0,-11-5 0,22 9 0,-5-4 0,-17-5 0,0 0 0,21 0 0,1-5-13,-5 5 1,-6-9 0,5-1 0,-5 0-39,0 0-7,0 1-2,-5-6 0,-1 5-148,1-4-29,-1 4-7,-5 10-778</inkml:trace>
  <inkml:trace contextRef="#ctx0" brushRef="#br0" timeOffset="384.67">191 7014 230,'11'15'20,"-11"-10"-20,0-5 0,0 0 0,6-5 388,5-10 74,-11 15 14,10-4 4,1-1-248,6 0-50,-6 5-10,5-5-1,-5 0-75,6-5-16,5-4-2,-6 4-1,1 0-34,5-4-7,-12 4-2,12 0 0,-5 15-22,-1-5-4,-5-10 0,0 0-8,0 6-19,0-6-10,-11 10-3,0 0 0,6 0-26,-6 0-6,0 0 0,0 0-751,0-10-149</inkml:trace>
  <inkml:trace contextRef="#ctx0" brushRef="#br0" timeOffset="677.71">224 6995 1958,'0'0'43,"0"0"9,0-10 1,0 10 3,0 0-45,0 0-11,0 0 0,11 15 0,0-1 104,-6 1 20,-5 0 3,11-1 1,0-4-52,-5 0-9,-1 0-3,12 4 0,-1 1-7,-5-1-1,0 1-1,6-5 0,-12 0-23,12-1-5,-6-4-1,-1 0 0,-10-5-34,6 10-8,5 4 0,0-4-1,-6 5 65,-5-15 12,0 0 4,0 10 0,0-10-50,0 0-14,-5 14 0,5 1 8,-6-5-8,1 4 0,-12-4 0,7 5 0,-1-6 0,0 1 0,0-5 0,-6 5 0,1-5-19,-1-1 2,6-4 0,-5 0 0,-1 5-24,-5 0-5,11 0-1,1 0 0,10-5-116,0 0-23,-11-5-5,11 5-897</inkml:trace>
  <inkml:trace contextRef="#ctx0" brushRef="#br0" timeOffset="1057.06">410 7658 2026,'0'0'90,"0"0"18,0-10-86,0 5-22,0-4 0,0 4 0,0-5 157,0 10 27,0 0 6,0 0 1,0 0-116,0 0-23,0 0-5,0 0-1,-11 15 6,11 4 0,0 10 1,-5 1 0,5-1-33,-5 5-8,10-5 0,-5 0-1,0-4-20,5 9-4,6 0-1,-5-5 0,5-4-29,0-6-5,0 1-2,-6-1 0,6-4 40,0-1 10,0-4 0,-5 0 0,5 0 20,0-6 7,-11-4 1,0 0 0,0 0-45,0 0-9,11-4-2,-6-6 0,-5 10 53,6-15 11,-1 1 1,1-1 1,-6 0-22,-6 6-4,1-6 0,-1 5-1,1 5-11,-1-4 8,-5 4-8,6 5 8,5 0-8,-17 5-12,-5 0 2,6 9 1,5-4-100,0 5-20,0-1-4,5 10-687,-10 1-136</inkml:trace>
  <inkml:trace contextRef="#ctx0" brushRef="#br0" timeOffset="-5232.54">-1 0 1036,'0'0'92,"0"0"-73,0 0-19,0 0 0,0 0 171,0 0 30,0 0 7,0 0 0,0 0-46,0 0-10,0 0-1,0 0-1,0 0-59,0 14-12,6-4-3,-6 5 0,0-15-28,0 14-5,0-4-2,5 5 0,1-1-30,-6 1-11,0 0 0,0-1 9,5 1-19,-5-1-4,0 1-1,0 5 0,0-6-174,6 1-35,-6 4-8</inkml:trace>
  <inkml:trace contextRef="#ctx0" brushRef="#br0" timeOffset="-4635.4399">-160 672 1288,'0'0'57,"0"0"12,0 0-55,17 0-14,-17 0 0,11 0 0,0-4 126,-1-1 22,1 5 5,0-5 1,0 0-46,0 0-10,6-5-2,-1 5 0,1 1-28,-1-1-5,6-5-2,-5 5 0,-6 0-20,-11 5-4,0 0-1,0 0 0,16 0-11,-16 0-2,0 0-1,0 0 0,11 10-11,0 5-3,-6-6 0,-5 6 0,0-5-8,-11 4 0,6 1-12,-6 4 12,0-4-53,-5 0-3,5 4-1,0 1 0,0-6-57,-6 6-11,1-6-3,5 1 0,0 0 94,-6-1 18,6-4 4,6 0 1,5-10-1,0 0 0,-11 5 0,11-5 0,0 0 28,0 0 6,0 0 1,0 0 0,0 0 32,0 0 6,0 0 2,11 9 0,-11-9 1,11 5 1,5-5 0,1 5 0,-1-5-24,1 0-5,-6 0 0,5-5-1,6 5-21,-11 0-4,5-5-1,-5 5 0,11 0-42,-5 0-9,-6 0-2,5 0-1057</inkml:trace>
  <inkml:trace contextRef="#ctx0" brushRef="#br0" timeOffset="-4026.21">-23 1282 1713,'0'0'76,"0"0"16,0 0-74,0 0-18,0-15 0,6 5 0,-6 10 160,0 0 29,5-14 6,6 4 1,-11 10-106,0 0-21,17-10-4,-6 5-1,0 0 8,0-4 0,-1 4 1,7 0 0,5 0-36,-22 5-7,0 0-2,0 0 0,11-5-16,-11 5-4,0 0-8,0 0 12,0 0-12,0 0 8,0 0-8,0 0 0,-6 15-32,1-1-12,5 1-2,0 5-1,-6-6-3,6 6-1,0-6 0,-5 1 0,5 4-72,0 6-14,0-6-3,0 1-1,0-10 10,5 4 3,-5 1 0,0-1 0,6 1 81,-6-15 17,0 10 3,0-10 1,-17 10 42,17-1 8,0 1 1,0-10 1,0 0 82,0 0 16,0 0 3,0 0 1,17 10-103,-17-10-25,0 0 0,0 0 0,16 10 56,-16-10 7,0 14 1,0-14 0,0 10-1,0-10 0,0 0 0,0 0 0,0 10-50,0-1-13,-5 1 0,-1 0 0,-5 0 36,0-1 3,0-4 0,-5 5 0,0 0-27,-1-5-4,-5 4-8,6-4 11,5 5-11,0-5 0,-6 0 0,1 0 8,16-5-42,-11 0-9,0 0-1,11 0-1,0 0-134,0 0-26,0 0-6</inkml:trace>
  <inkml:trace contextRef="#ctx0" brushRef="#br0" timeOffset="-3610.36">-94 2110 633,'0'0'28,"0"0"6,0 0-34,0 0 0,0 0 0,0 0 0,0 0 395,0 0 72,0 0 14,0 0 3,0 0-296,0 10-60,0-10-12,5 15-3,-5-1-53,-5 6-12,5-1-1,-6 1-1,6-1-30,0 1-7,-5 4-1,-1-4 0,12-1-8,-6 1-9,0-6 9,0 1-13,0 5 1,5-11 0,-5-9 0,6 10 0,-6-10 4,5 10 8,1 0-13,-6-10 5,0 0 8,0 0 0,11 9 0,5-9-8,-16 0 8,0 0 14,11-5-3,0 1-1,6-1 0,-1 0 0,-5 0 0,0-5 0,6 0-24,-1 1-5,-11-1-1,6 0 0,0 0-10,0 1-2,-11-1-1,0 10 0,0 0-203,0 0-41</inkml:trace>
  <inkml:trace contextRef="#ctx0" brushRef="#br0" timeOffset="-3385.08">27 2281 1926,'0'0'85,"0"0"18,0 0-83,0 0-20,0 0 0,0 0 0,0 0 165,0 15 29,0-1 6,-6-4 0,12 5-81,-6-1-17,0 1-3,0 4-1,0 6-47,0-6-10,5 6-1,1-1-1,-6 0-26,5 1-5,1-1 0,4 1-8,1-6 0,-5 5-11,-1-9 0,-5 0 0,6 4-43,-1-4-9,-5-1-1,6-4-1,5 0-207,-11-10-42,0 0-8</inkml:trace>
  <inkml:trace contextRef="#ctx0" brushRef="#br0" timeOffset="-3039.82">-127 3149 1036,'0'0'92,"0"0"-73,0 0-19,0 0 0,0 0 222,0 0 41,0 0 8,0 0 1,16-5-77,-10 5-16,5-5-3,0 0-1,-11 5-96,11-5-19,5 0-4,6 1-1,-11-1-15,6 0-2,5 5-1,0-5 0,-11 5-22,-1-5-5,-10 5-1,17 0 0,-1 0-9,-5-5 0,-11 5 0,0 0 0,11-5-40,0 0-1,-11 5 0,0 0 0,0 0-115,0 0-24,0 0-4</inkml:trace>
  <inkml:trace contextRef="#ctx0" brushRef="#br0" timeOffset="-2717.55">-78 3159 345,'0'0'31,"0"0"-31,0 0 0,0 19 0,0-19 346,0 0 63,0 0 13,0 0 2,0 15-241,0-1-49,6 6-10,-6-20-1,0 0-24,5 14-5,12 6-1,-6-6 0,-6 1-84,6-5-9,0 4-17,0-4 4,0 5 13,0-5 16,-5 4-3,10-4-1,-16-10 13,6 10 3,4-1 0,-4-4 0,5 5-4,-11-10-1,0 0 0,0 0 0,5 5-8,-5-5-2,0 0 0,0 0 0,0 0 15,-5 10 2,5-10 1,-17 14 0,1-4-20,0-5-11,5 5 12,-6-5-12,1-5 0,-1 4 0,1 1-12,5 0 3,0-5-21,-6 0-4,6 5-1,0 0 0,11-5-121,-10 10-24,-1 4-4,5 1-900</inkml:trace>
  <inkml:trace contextRef="#ctx0" brushRef="#br0" timeOffset="-2339.65">43 3802 633,'0'0'56,"0"0"-44,0 0-12,-5 0 0,-12 5 348,6-5 67,11 0 13,-5 5 4,-6 4-251,5 1-49,1 0-11,5 5-1,0-1-52,-6 1-9,6 9-3,0-4 0,0-1-40,6 1-8,-1-1-8,6 6 12,-5-6-1,-1 1 0,1-1 0,-1-4 0,12-1-11,-1 1 0,0 4 0,-10-4 0,-6 0 0,5-6 0,12 1 0,-1 0 0,-10-15 0,5 5 0,-6-5 0,6 0 0,0 0-11,-5 1-4,-6-6-1,5 5 0,1-5 26,-6 0 5,-6 1 1,6-1 0,-5 0-16,-6 0 0,5 6 0,6 4 0,0 0 25,-16 0 3,-1 0 0,-5 4 0,6 1-60,-6 5-12,6 0-3,5 4-808,0-4-161</inkml:trace>
  <inkml:trace contextRef="#ctx0" brushRef="#br0" timeOffset="-1718.54">65 4567 172,'0'83'8,"5"-68"1,1-10-9,-1-10 0,-5 0 0,6-5 0,5 5 348,-6-4 67,-5 9 13,6 0 4,-1-5-244,1 10-48,-1-1-9,1 1-3,-6-5-11,5 5-2,1 5-1,-6 5 0,0-1-64,0 1-13,0-1-2,5 1-1,1-5-34,-6 4 0,0-4 0,0 5 0,11-5-40,-11-10-16,0 0-2,0 0-1093</inkml:trace>
  <inkml:trace contextRef="#ctx0" brushRef="#br0" timeOffset="-1221.6099">59 5069 1990,'0'0'44,"0"0"8,-5-4 3,5-6 1,0 10-44,0 0-12,0 0 0,5-10 0,6 5 126,-5-5 23,-1 1 5,1-1 1,5 0-51,0 5-9,-11 5-3,0 0 0,5-5-73,6 1-19,6 4 0,-1 0 0,-16 0 55,0 0 7,11 4 2,6-4 0,-1 0-56,-16 0-8,0 0 0,11 10-10,5 5 10,-10-1 0,-6-4 10,-6 5-10,12-1-45,-1-4-15,-5 5-4,-5-5 0,-6 4 31,0-4 5,0 5 2,-5-1 0,-1-4-61,1 0-12,10 4-2,-5-4-1,-5-5 30,10 5 7,1-5 1,5-5 0,0 0 34,0 4 7,-11 6 2,11-10 0,0 0 33,0 0 6,-6 10 2,6-10 0,0 0 36,0 0 7,0 0 1,0 0 1,0 0-1,0 0 0,0 0 0,0 0 0,0 0 0,17 5 0,5-5 0,0 0 0,0-5-51,-6 0-13,1 0 0,-1 0 0,6 0 14,-6 1 0,1-1 0,-1 5-876,1-5-175</inkml:trace>
  <inkml:trace contextRef="#ctx0" brushRef="#br0" timeOffset="-536.38">59 5630 403,'0'0'36,"6"5"-36,-6-5 0,0 0 0,11 0 250,-11 0 43,0 0 9,5 0 2,12-10-96,-6 5-18,-11 5-4,11-9-1,5 4-63,-5 0-13,-11 5-2,0 0-1,6-5-10,5 0-3,0 0 0,0 5 0,-6-5-51,6 0-10,0 1-3,5-1 0,-5 5-6,-5 0-2,5 0 0,-6 5 0,1-1-12,-6-4-9,0 0 12,0 0-12,11 10 0,-11-10 0,0 0 0,0 20 0,0-20-28,0 0-4,-11 14 0,11-14 0,-6 15-15,1 4-3,5-19-1,0 0 0,0 0-4,0 0-1,0 10 0,0-10 0,0 0 16,0 20 2,-6-6 1,12 1 0,5-5 26,-6-1 11,-5 6-8,6-5 8,-1 4 0,6-4 0,-11-10 0,6 10-8,-6-10 40,5 10 8,1-1 1,-1 1 1,-5-10-4,0 0-1,6 5 0,-6-5 0,0 0-1,0 0 0,0 0 0,0 0 0,0 0 0,0 0 0,-11 5 0,0 0 0,11 0-8,-17 4-1,1-4-1,-1 5 0,1-10-16,5 5-10,-5 0 12,-1-5-12,-10 0-37,10 5-15,17 4-2,0-9-1,-5 5-7,-1 0-2,6-5 0,0 0-751,6 10-150</inkml:trace>
  <inkml:trace contextRef="#ctx0" brushRef="#br0" timeOffset="1531.53">520 8545 1958,'0'-58'43,"0"43"9,0 15 1,0 0 3,0 0-45,0 0-11,0 0 0,0 0 0,0 0 156,0 5 28,0 5 7,-5 4 1,-1 1-103,6 4-20,0 6-4,0 4-1,0-5-51,0 6-13,0-11 0,6 5 0,-1 1 14,-5-1 0,0 1 0,0 4 0,6-10-125,-1-4-25,-5-15-4,0 0-1020</inkml:trace>
  <inkml:trace contextRef="#ctx0" brushRef="#br0" timeOffset="2169.35">394 9515 1951,'0'0'43,"0"0"9,0-10 1,0 1 2,0-6-44,0 0-11,5 6 0,-5 9 0,0 0 113,11-5 21,-5-10 4,10 10 1,-5 0-67,0 1-14,0-1-2,0 0-1,6 0 16,-1 15 3,-10 4 1,5-9 0,0-10-75,-11 5 0,5 5-12,-5-5 1,0 0 11,0 0 0,6 10 0,-6 9 0,-6 6 0,6-1 0,-5-9 0,-6 4 0,0 11-53,-6-1-9,6-15-2,0 1 0,6 5 0,-6-6-1,-6 1 0,6-1 0,11-14 1,-5 10 1,-12-5 0,6 0 0,11-5 51,0 0 12,0 0 0,0 0 0,-5 0 13,5 0 6,0 0 1,0 0 0,0 0 19,0 0 4,0 0 1,0 0 0,11-10 16,0 5 3,-6-9 1,12 4 0,-1 10-8,-5 5 0,0 5-1,0-6 0,6 1-37,-1 0-7,-5-5-2,0 10 0,6 0-9,-6-5 0,5-1 0,0-4 0,-5 5 0,6 0 0,-6-5 0,0 0-852,0 0-172</inkml:trace>
  <inkml:trace contextRef="#ctx0" brushRef="#br0" timeOffset="2799.08">432 10173 2246,'0'0'49,"0"0"11,0 0 1,6-9 3,-6-1-52,5 0-12,6 5 0,-5-5 0,-1 1 92,1-6 16,5 5 4,0 1 0,-6-1-24,1 0-5,-6 10-1,0 0 0,16 0-42,-5 5-9,-11-5-2,0 0 0,11 0-9,-11 0-3,0 0 0,0 0 0,0 15-17,6-1 0,-1-4 0,-5-10 0,0 15 0,0-6 0,0 6 0,0 4 0,-5 6-34,5-1-10,-6-9-3,6 4 0,0-9 24,0 5 5,-5-6 1,5 16 0,5 4-71,-5-5-13,0-14-3,0 10-1,6-6 42,-6-4 9,0-10 2,0 0 0,0 10 28,0-10 5,0 0 2,0 0 0,0 0 17,11 5 8,-6-5-8,-5 0 12,11 5 16,-11-5 4,0 0 0,0 0 0,11 9 31,0-4 6,-11-5 2,0 0 0,0 0-39,0 0-8,0 0-2,0 15 0,-6-1 16,1-9 3,5-5 1,-6 5 0,-10-5-34,5 5-8,0 0 0,6 0 0,5-5 0,-11 0 0,-6 0 0,6 5 0,0-5 0,6 4 0,-6-4 0,0 0 0,11 0-65,0 0-15,-11 5-4,11-5-719,0 0-144</inkml:trace>
  <inkml:trace contextRef="#ctx0" brushRef="#br0" timeOffset="3316.35">421 11065 2012,'-11'-24'89,"11"24"19,0 0-87,0 0-21,0 0 0,0 0 0,0 0 146,0 0 25,0 0 5,0 0 0,6 10-89,-6 4-19,0-4-3,0 5-1,0-1-51,-6 6-13,6-6 0,0 6 0,-5 4 0,-1 20 0,6-15 0,0-29 0,0 15 0,-5-5 0,5 4 0,5-4 0,-5-10 0,0 10 0,0-10 0,0 10 0,6-1 0,-6-9 0,0 0 0,0 0 0,11 10 0,-11-10 0,0 0 0,0 0 0,11 5 54,0 0 8,0-5 2,5 0 0,-5 0-52,0 0-12,6-5 0,-1 0 0,1 0 0,-6 0 0,-11 5 0,16-4 0,0-6 0,1 0-16,-17 10 3,0 0 1,11-10-35,0 1-6,-11 9-2,0 0 0,0 0-209,0 0-43,5-30-8,-5 30-1</inkml:trace>
  <inkml:trace contextRef="#ctx0" brushRef="#br0" timeOffset="3522.69">564 11051 2188,'-5'14'48,"5"-4"11,0 0 1,0 0 1,0-6-49,0 6-12,0 0 0,0 0 0,5 4 117,1 6 21,-1-6 4,0 11 1,1-6-66,-6 1-13,5-1-2,1 6-1,-1 4-35,-5-5-7,6 1-2,-1-1 0,-5 5-17,6 1-9,-6-11 1,5 5 0,-5-9-100,0 5-19,0-6-4,6-4-665,-6-10-134</inkml:trace>
  <inkml:trace contextRef="#ctx0" brushRef="#br0" timeOffset="3845.41">542 11962 1958,'0'0'87,"0"0"17,0 0-83,0 0-21,0 0 0,-5 10 0,5-10 158,0 0 27,0 0 6,11 10 1,-11-10-103,11 10-20,0-6-4,5 1-1,0-5-16,1 0-4,-17 0-1,16-5 0,6 1-25,-5-1-5,-1 0-1,1-5 0,-1 5-2,-5-5-1,0 1 0,-11 9 0,5-10-25,6 5-6,0-5-1,-11 10 0,0 0-117,0 0-23,0 0-5,0 0 0,-5-5-80,-1 1-15,-5-6-3,11 10-1</inkml:trace>
  <inkml:trace contextRef="#ctx0" brushRef="#br0" timeOffset="4158.42">575 11923 2188,'0'0'48,"0"0"11,-5 10 1,5-10 1,0 0-49,-6 10-12,6 4 0,0-4 0,0 5 105,0-5 19,-5-1 3,5 6 1,0-5-52,5 4-9,-5 1-3,0-5 0,0 4-47,6-4-9,4 0-8,-4 4 9,5-4-9,-6 5 0,6-5-10,0 4 10,6-4 24,-6 5 12,-6-6 1,1 1 1,5 5-18,-6-1-4,1-4-1,-1 0 0,1 4-15,-1-4 0,1 5 8,-12-5-8,6-10 0,-5 14 8,5-14-8,0 10 0,-17 0 9,12-1-9,-1 1 8,1 0-8,-6 0 8,0-5-8,-6-1 0,6 1 8,-5 5-8,5-10 0,-11 5 0,6-5 0,-1 5 0,6-5 0,-11 5 0,11-5 0,-5 0-52,10 0-10,6 0-2,-11 0 0,6 5-196,5-5-40</inkml:trace>
  <inkml:trace contextRef="#ctx0" brushRef="#br0" timeOffset="4602.74">652 12986 2091,'-17'0'92,"17"0"20,0 0-89,0 0-23,-5 10 0,-6 4 0,11-14 128,0 15 22,-6 4 4,1 1 1,-1-5-73,1 4-14,5 10-4,5-4 0,-5-1-43,6 0-9,-1 1-1,1-1-1,5 1-10,0-1-14,0-5 3,0-4 1,0 5 10,5-6 0,-10 1 0,5-5 0,0-6 0,0 1 0,-11-5 0,0 0 0,16 0 49,-5-5 12,5-4 3,-5 4 0,0-10-52,-5 1-12,-1-6 0,1 5 0,5 1 0,-11-1 0,0 1 0,0-1 0,5 5 0,-5 10 0,-5-10 0,-1 1 0,6 9 0,-11-5 0,-5 5 0,5 5 0,11-5 54,-11 9 8,-6 6 2,-4 0 0,4 4-103,12 1-20,-6 4-4,5 5-1,1-4-36,-1-1-8,1 0-2,5-4 0,5-1-131,-5 1-27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4.35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2988 864,'0'0'76,"0"0"-60,0 0-16,0 0 0,0 0 93,0 0 16,0 0 3,11-10 1,6-4-40,-6-1-8,-1 1-1,7-1-1,-1-4 1,6-1 0,0-4 0,0-1 0,6 6-13,-1-10-3,0-1 0,1-4 0,5 0-14,0 0-3,5-5-1,6-5 0,-6 0-11,12 0-3,-17 5 0,16-9 0,-11 4-5,6-5-2,-5 0 0,4 5 0,1 0 4,0-4 1,0-1 0,0 0 0,-6 0-2,1 6-1,-1-6 0,1 5 0,-1 5 11,-5 0 2,0 0 1,5 0 0,-5 0-7,0 5-2,5-5 0,-5 5 0,0-5-8,0 9-8,0-4 12,0 5-12,0-10 8,0 10-8,-6-5 0,6 4 0,0-4 0,-6 5 0,-5 5 0,6-6 0,-1 1 8,-5 5-8,0-1 0,0 1 0,0 0 0,5-1 0,1 11 0,-6-6 0,0-4 10,-1 4 2,7-4 0,-1 0 0,1-1-12,-1 6 0,1-6 0,-1 1 0,0-5 0,1 4 0,-1 1 0,1 4 0,-1 1 0,-5 4 0,0-4 0,0-1 0,5 1 0,-5-1 0,-5 1 0,5-1 0,-6 6 0,-5-6 0,6 6 0,-1 4 0,0-10 0,1 6 0,-1-6 0,1 6 8,-1-1-8,1 0 0,-1 1 0,1-6 0,-1 6 0,0-11 0,1 11 0,-1-1 0,1 0 0,-1 1 0,-5 4 0,6 0 0,-12-4 16,12-1 2,-6 0 0,0 6 0,0-1-18,-6 5 0,11-5 8,1 1-8,-12-1 0,6 0 0,-5 0 0,5 1 0,0 9 0,0-5-9,-11 5 1,11-10 0,5-5 8,-5 6 0,0-1 8,0 0-8,0 0 0,0 5 8,-11 5-8,11-9 0,-11 9 0,5-10 0,-5 10 0,0 0 0,0 0-12,0 0 0,11-5 0,-11 5 0,0 0-24,0 0-4,0 0-2,0 0-653,0 0-130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5.79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-3 2315 288,'0'0'25,"0"0"-25,0 0 0,0 0 0,0 0 225,0 0 40,0 0 8,0 0 2,0-5-131,0 5-27,0-9-5,0 9 0,5-5-32,1-5-7,4 0-1,1 1 0,6-1-21,-1-5-5,1 1-1,-1 4 0,6-5-16,6-4-3,-1-6-1,0 6 0,6-6-4,0 1-1,0 0 0,11-6 0,-6 1-10,6 0-2,6-10-8,-6 5 12,-1-5-12,1 0 0,0 0 8,0 0-8,5 5 0,-10-5 0,5 5 8,-6-5-8,6 9 0,-6 1 9,-5-5-9,6 5 8,-7-1 2,1 1 0,-5-5 0,5 5 0,0 4-2,0-4 0,5 5 0,-11-5 0,1-6-8,-1 6 8,1 0-8,4 5 8,-4-11-8,-1 11 0,1-5 0,-1 0 8,1 4-8,-6 1 0,5-1 0,-5 6 0,0-5 0,5 4 0,-10 1 0,5-1 0,-6 1 0,12 4 0,-7 0 0,1-4 0,0 4 0,0-4 0,0-1 0,6 1 0,-6 4 0,-1-4 0,1 4 0,0-5 0,0 6 0,0-6 0,0 6 0,-5-1 0,5 0 0,-6 1 0,0 4 0,-5-5 0,6 6 0,-1-1 0,-5 0 0,0 0 8,6 1-8,-1-1 0,-10 0 0,10 0 8,-5 1 8,0-1 2,5-5 0,-5 6 0,0-6-18,6 5-19,-1-4 4,-5 4 1,0 5 24,6-5 5,-6 0 1,0 1 0,0-1-26,5 5-5,-5 0-1,0-5 0,5 6 24,-10-1 5,5-5 1,0 5 0,0 0-14,0 0 0,0 5 0,0-5 0,0-4-10,0-1-5,0-5-1,5 6 0,-5 4 28,6 0 4,-6-5 2,5 5 0,0-5-18,-5 6 0,0-6 0,6 5 0,-1 0 0,1 0 0,-6-5 0,0 10 0,0-4 0,0 4 0,0-5 0,0 0 0,-6 0 0,0 0 0,12 0 0,-6 5 0,-11 0 12,0 0-2,0 0 0,16-5 0,-5 0 2,6 1 1,-12-1 0,12 0 0,-6 0-13,0 0 9,-11 5-9,11-5 8,5 0-8,-5 0 0,-11 5 0,0 0 8,0 0-8,11-4 0,0-6 0,-11 10 8,0 0-8,0 0 10,0 0-10,0 0 10,0 0-10,5-5 0,-5 5 0,0 0 8,11-10-20,-11 10-4,0 0 0,0 0-1,6-10-187,-1 1-38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7.02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1696 928,'0'0'41,"0"0"9,0 0-40,0 0-10,0 0 0,0 0 0,0 0 112,0 0 21,0 0 4,0 0 1,11-4-43,0-1-9,11-5-2,-17 5 0,6-5 19,6 1 3,-6-6 1,5 0 0,1 1-38,-1 4-7,6-5-2,0 6 0,6-1-19,-7-5-4,7 5-1,-6-4 0,11 4-9,-6 0-3,6-4 0,0-1 0,-6-4 4,6 4 1,0-9 0,6 4 0,-7 1-20,1-1-9,6-4 8,-1-1-8,1 1 19,-1-5-2,0-1 0,6 6 0,0 0-1,-11-1-1,0 1 0,5-5 0,1 4-5,-1 1-1,-5 0 0,5-1 0,-5 1 1,0 4 0,0 1 0,0-1 0,-6 6-10,1-6 10,-1 6-10,1-6 10,-1-4-10,-5 9 0,5-4 9,1-1-9,-12 1 0,6 4 9,6-5-9,-1-4 0,0 9 20,1 1-2,-1-1-1,-5-4 0,6-1-17,-6 6 0,0-1-8,-1 0 8,7 1 0,-6-1 13,0 0-1,5 1 0,-5-1-12,6 5 0,-7 1-9,1-6 9,0-4 0,6 9 0,-12-5 0,6 1 0,0 4 0,0 0 0,0-5 0,-6 6 0,1 4 0,-1-5 0,6 0 0,-5 1 0,5-1 0,-6 5 0,1-5 0,-1 0 0,6 6 0,-6-1 0,1-5 0,5 0 0,-6 5 0,6-4 0,-11-1 0,6 0 0,5 5 0,-11 0 0,5 0 0,-11-4 0,-5 9 0,11-5 0,6-5 8,-1 0-8,-16 10 0,6-5 0,10-4 8,1-1-8,-1 5 0,-5-5 8,-11 10-8,17-9 0,10 4 8,-5-5-8,-22 10 0,5-10 0,17 0 0,-5 6 0,-12-1 8,-5 5-8,0 0 0,6-15 0,-1 5 0,-5 10 0,-11-5 0,11 5 0,11-9 0,0-1 0,-11 10 0,6-5 0,-1-5 0,12 1 0,-1 4-16,-16 5-6,0 0-2,0 0 0,17-10-124,-17 10-26,0 0-5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09.15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0 819 633,'0'0'56,"0"0"-44,0 0-12,0 0 0,0 0 148,0 0 27,0 0 5,0 0 2,0 0-43,0 0-9,0 0-2,0 0 0,0 0-28,0 0-5,0 0-2,0 0 0,0 0-51,0 0-10,0 0-3,0 0 0,0 0 28,0 0 6,17 0 1,-6-5 0,-11 5-52,11-5-12,5-5 0,-5 10 0,6-9 54,-1 4 8,-5-5 2,6 5 0,4-5-52,-4 6-12,-6-1 0,5-5 0,6 0 0,-5 0 0,-1 1-9,6-6 9,-5 0 8,4 6 8,-4-1 2,-1 0 0,1-4-6,5 4 0,0 0-1,-6 5 0,6-9-11,0 4 0,-6 5 9,6 0-9,0 0 8,0 0-8,0-4 8,0 9-8,0 0 0,0 0 0,0-5 0,5 5 8,-5-5-8,0 0 0,0 5 0,6 0 8,-6 0-8,0 0 0,-1-5 0,7 5 0,-1-10 0,-5 10 0,-5-9 0,5 4 8,0-5 16,5 5 3,-5 0 1,5 0 0,-5 0-28,0 1 0,0-1 0,6 0 0,-7 5 0,1-5 0,0 0 0,6 0 0,-12 0 0,6 5 0,-5-5 0,5 5 0,-6-9-16,6-1-8,-6 5-1,12 5-1,-17-10 26,5 5 0,6 5 0,-5-4 0,-1-1 0,1 0 0,-1 0 0,0 0 0,6 0 0,0 0 0,-5 0 0,5 1 0,0-1 0,0-5 0,0 5 0,-1 0 0,1 0 16,0-4 8,6 4 1,-6-5 1,5 0-26,6 5 0,-11 0 0,5-4 0,1-1 0,-6 5 0,11 0 0,-11 0 0,-1 0-16,7-4-8,-6 9-1,5-5-1,-5 0 26,0 0 0,6 0 0,-1 0 0,0-4 0,-5 4 0,0-5 0,11 0 0,-5 0 0,-1 1-8,-5-1 8,0 0 0,11 0 0,-6 1 0,1 4 0,-6 0 0,-6 0 0,6 0 0,16-5 0,-10 6 0,-28 4 0,22-5 0,11 5 0,-6-5 0,0 0 0,-5-5 0,0 5 0,11 0 0,0 1 0,-11-1 0,-22 5 0,22-5 0,11 0 0,-11-5 0,-6 5 0,1 0 0,-1 1 0,1-1 0,-6 0 0,-11 5 0,0 0 0,0 0-10,16 0 10,-16 0-13,0 0-13,0 0-2,0 0-1,0 0 0,0 0-26,0 0-5,0 0 0,0 0-1,0 0-50,0 0-9,-11-5-3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0.43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0 127 990,'0'0'21,"0"0"5,0 0 1,0 0 1,0 0-28,0 0 0,0 0 0,0 0 0,0 0 76,6-10 10,-6 5 2,0-5 0,5 1-2,-5 9 0,0-10 0,0 10 0,0 0-7,11-5-2,0-5 0,0 5 0,-6 1 4,-5 4 1,11-5 0,6 0 0,-6 5-66,0 0-16,5 5 0,6 0 0,-5-5 55,-1 4 7,1-4 2,4 5 0,7-5-52,-1 5-12,1 0 0,-6-5 0,11 5 13,-6-5 0,6 5 0,-6-5 0,1-5-5,10 5-8,-16 0 11,11 0-11,-6-5 10,1 5-10,5 5 8,0-5-8,0 0 0,-6 0 8,6 5-8,0-5 0,0 0-15,0 0-8,5 0-1,-5 0-1,-6 0 25,1 0 0,-1 0 0,6 0 0,-6 5 15,6-5 8,-5 0 1,-1 5 1,6-5-25,-11 4 8,5-4-8,-5 5 0,0-5 0,0 0 0,0 0 0,0 0 0,0 0 0,0 0 8,-6 0-8,6 0 0,-5 0 0,5-5 0,-6 1 0,1-1 0,-1 5 0,1 0 8,-1 0-8,1-5 0,-1 0 0,0 0 0,1 0 0,5 0 0,0 0 0,0 5 0,-6 0 0,12 0 0,-12 0 32,6 0 0,0 0 1,-6 5 0,1-5-53,5 0-10,0 0-2,5 0-1,-5 0 53,0 0 10,0 0 2,0 0 1,0 0-51,-6-5-10,12 1-3,-6 4 0,5-10 31,-11 5 0,6-5 0,-5 5 0,5 5 0,0 0 0,0 5 0,0-5 0,-22 0 0,16 5 0,11-5 0,-10 5 0,-1 0 0,6-5 0,-5 0 0,5 0 0,-6 0 0,1 5 0,-1 0 0,6-5 0,5-5 0,-5 0 0,-16 5 0,16-5 0,0 0 0,0 5 0,0 0 0,-11 0 0,-1-5 0,7 5 0,5 0 0,-6 0 0,-16 0 0,6 0 0,21 0 0,-10 0 0,-6 0 0,5 0 0,1 0 8,4 0-8,7 0 0,-6 0 0,-22 0 0,11-5 0,16 0 0,-10 1 0,-17 4 0,0 0 0,16-10 0,1 5 0,-1 0 0,-16 5 0,0 0 0,0 0 0,27 0 8,-10 0-8,-17 0 0,0 0 0,22 0 8,-6 5-8,-5 0 0,6-5 0,-17 0 8,11-5-8,11 5 0,-22 0 0,0 0 0,0 0 0,16-5 0,-5 5 0,-11 0 0,0 0-9,0 0-21,0 0-4,0 0-1,0 0-703,0 0-141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1.82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-4 20 633,'0'0'28,"0"0"6,0 0-34,0 0 0,0 0 0,0 0 0,0 0 199,0 0 33,0-10 6,0 10 2,0 0-97,0 0-19,11-10-4,-11 10-1,16-4-45,-5 8-9,0-4-1,6 0-1,-6 10-11,5-5-3,-5 0 0,6 0 0,-1 0-19,6 4-4,-6 1-1,1 0 0,-1-5-14,6 5-3,0-1-8,6-4 12,-12 0-1,6 5-1,5-1 0,1 6 0,-1-10-10,1 5 12,-1-1-12,1 1 12,-1 0-12,0 0 0,-5 4 0,6-4 8,-1 0 25,6-5 5,-5 0 1,-1 4 0,0-4-63,1 5-12,5-5-2,0 5-1,-6-6 11,0 1 3,1 0 0,-1 0 0,-5 0 25,0-5 0,0 10 0,0-5 0,11-1 0,-6 1 19,1-5-3,-6 5-1,-6 0-15,6 0 0,-5-5 0,4 5 0,-4 0 0,-1-5 0,-5 0 0,6 5 0,-1-1 0,1-4 0,-6 0 8,5 5-8,-16-5 0,17 0 0,-1 0 0,0 5 0,-5 0 0,6-5 0,-6 0 0,11 0 0,-11 5 0,5 0 0,6 0-8,-5 0 8,-1-1 0,-5 1 0,6 0 0,-1-5 0,0 5-9,1 0-5,-1 0-1,6 0 0,-11 0 15,6 4 0,-1 6 0,12-5 0,-12-5 0,6 4 0,0-4 0,0 0 0,0 0 0,0 0 0,0 0 0,0 0 0,-6 4 0,6 1 0,0-5 0,5 0 0,-5 0 8,0 4 4,0-4 0,6 5 1,-7-5-13,7 5 0,-12-5 0,6 4 0,0 1 0,-5 0 0,5-5 0,-6 9 0,1-4 0,4-5 0,-4 5 0,-1-5 0,1-1 0,5 1 0,0-5-8,0 5 8,-11 0 0,11 0 0,-6-5-8,11 0 8,-5 5-9,6 0 9,-12 0-13,12-1 5,10 1 8,-11 0 0,-5 5 0,-5-5 0,10 5 0,1-6 0,-6 6 0,-11 0 0,0-5 0,10 5 9,7-6-1,-6 1-8,-22-5 0,11 5 0,16 0 0,1 0 0,-6 0 0,-1-5 0,-4 5 0,5-5 0,5 0 0,-5 0 0,-5 5 0,-1-5 0,6 4 0,0-4 0,-11 5 0,5 0 0,6 0 8,-5 0-8,-1 0 0,1-5 0,-17 0 0,11 5 0,11 0 0,-6-1 0,-16-4 0,11 0 0,11 0 0,-6 5 0,6-5 8,-11 5-8,6-5 0,5 5 0,0-5 0,-11 0 0,-11 0 0,0 0 0,22 10 0,-6-10-16,-16 0 2,0 0-706,0 0-142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3.767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10 1784 518,'-11'10'46,"11"-10"-37,0 0-9,0 0 0,0 0 168,0 0 32,0 0 7,16-5 1,1 0-104,-17 5-20,11 0-4,0-10 0,5 5-25,1 1-5,-17 4-1,11-5 0,0-5 23,0 0 5,0 5 1,0-4 0,-1-1-35,1 0-7,6 5-2,-6-5 0,5 1-17,1-1-3,-1 0-1,1 0 0,-1-4-13,1 4 0,-1-5 8,6 6-8,0-6 0,-6 5 0,6-9 0,-5 4 0,10 5 0,-5-4 0,0-1 0,0 1 0,0-1 0,0 0 0,5 1 0,-5-1 0,6 5 0,-1 1 0,0-1 0,6 0 0,-5 0 0,-6 5 0,0-9 0,-6 4 0,12 0-11,-7 1-8,7-1-1,-12 0-1,12-5 12,-6 1 9,-6 4-12,6 0 12,0 5-11,0-4 11,0-1-10,-6 0 10,1 5 0,5 0 0,-6 1 0,1-6 0,5 5 0,-11 0 0,5 0 0,0-5 0,1 1 0,-6-1 0,11 0 0,-11 0 0,5 1 0,-5 4 0,0-5 0,6 0 0,-6 1 0,5-1 0,1 0 0,-7 0 0,1-4 0,6 4 0,-6-5 0,5 6 0,-5-1 0,0 0 0,6 0 0,-6 1 0,0-1 0,11 0 0,-6 0 0,0 1 0,6-1 0,-11 0-9,6-5 9,-1 6 0,1-6 0,-1 1 0,1 4 0,-6-5 8,0-4-8,0 4 0,5 0 0,0 6 0,1-11-24,-1 6-8,-5 4-3,6 0 0,-1 0 58,1 1 11,-1-1 2,1 5 1,-1-5-22,6 0-5,-22 10-1,16-14 0,-16 14-9,28-5 12,-6 0-12,-6-5 12,6 5-4,-5 1-8,-1-6 12,6 0-4,-6 0-8,1 1 10,-1 4-10,6-5 10,-5 0-10,5 5 0,-11-4 9,11-1-9,0 5 0,-6-5 8,0 5-8,1-4 0,-6-1 0,11 0 0,0 5 0,-6-5-12,-10-4 12,10 4 11,12 0-3,-1 1 0,-11-6-8,1 5-11,-1 5 3,12-4 0,-6-6 8,-6 10 0,-10-5 0,16 1 0,10-1 0,-10 0 0,-16 0 0,-6 10 0,16-9 11,6 4 4,-11-10 1,0 5 0,-5 1-16,5-1 0,11 0 8,-11 0-8,-6 1 0,-5 9 0,16-10 0,-5 0 0,6 0 0,-6 1 0,0 4 0,5-5 0,6 0 0,-5 5 9,-17 5-9,0 0 8,22-5 0,-6-4-8,-5 9 12,-11 0-4,11-10-8,0 5 12,0 0-12,-11 5 12,0 0-12,11-5 0,5-4 0,1-1 8,-12 5-8,1-5 0,5 0 0,0 1 8,5 4-8,-5 0 0,-11 5 0,11-5 0,6 0 0,-6-5 0,-11 10 0,0 0 0,5-4 0,1-1 0,-6 5 0,0 0 8,0 0-8,0 0 0,10-10 0,-10 0 0,-10 0 0,10 10 0,10-9-12,-4 4 12,-6 5-24,0 0 2,0 0 1,0 0 0,11-5-29,-11 5-6,0 0 0,0 0-883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5.149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1329 172,'0'0'16,"0"0"-16,0 0 0,0 0 0,0 0 238,0 0 45,0 0 9,0 0 1,0 0-175,0 0-35,0 0-7,0 0-2,0 0-8,0 0-2,0 0 0,11 0 0,11 0 0,-5 0 0,-17 0 0,11 0 0,5-5 0,1 5 0,-6-4 0,5 4 0,6-5-50,-11 0-14,11 5 0,-6-5 0,1 0 14,-1 0-2,6-5-1,0 6 0,-6-6-11,6 5 0,0 0 0,0-5 8,0 5-17,0-4-4,6 4-1,-6-5 0,5 0 14,0 5 0,-5-4 0,6-1 0,5 0 11,-6 5 5,6-4 0,-6-1 1,1-5-31,-6 5-6,5 1-2,1 4 0,-6-5 22,5 5-11,0 0 11,6 0-8,-11 1-4,6-1 0,-1 5 0,-5 0 0,5-5 12,-5 0 0,0 0 8,0-5-8,0 1 0,0 4 0,-5-5-10,4 0 10,-4 0 0,-1 1 0,1-1 0,-1 5 0,-5-5 0,6 1 0,5-1 0,-6-5 0,1 5 0,-1 6 0,0-1 0,1-5 0,5 5 0,-6 0 8,6-5-8,-5 6 9,-1-6 0,6 5 0,0-5 0,0 0 0,0 1-1,0-1 0,0 0 0,5 0 0,-5 1 0,0-1-8,0-5 12,-6 6-4,6-1-8,6 0-11,-6 0 3,0-4 0,-6 4 8,6 0 0,5 0 0,-10 1 0,-1-6 16,1 5 4,5 1 2,0-1 0,-6 0-35,6 0-7,0 1-2,-6-1 0,6 0 44,-5 0 9,-1 1 1,6 4 1,0-5-23,0 5-10,-5-5 8,5 5-8,-6 1 8,6-6-8,-6 5 8,1-5-8,-6 0 10,5 6-10,12-1 12,-12-5-12,-10 0 12,5 1-12,16-1 12,0-5-12,-5 5 10,-5 1-10,-12-1 8,17 0-8,17 0 11,-12 6-3,-22-6-8,6 0 12,11 0-12,0 5 0,-5-4-9,-6-1 9,0 5 0,5-5 0,1 5 0,-1 1 0,-16 4 0,11-10 0,11 0 0,0 5 0,-11-5 0,5 6 0,1-6 0,-6 0 0,11 0 0,-11 5 0,0-4 0,0-1 0,11 0 0,-11 5 0,-11 5 0,16-9 0,0-1 0,-5 0 0,0 5 0,-11 5 0,11-10 0,-5 1 0,16-1 0,-11 0 0,-11 10 0,5-5 0,17-4 0,-11 4 0,6-5 8,-12 5-8,6 0 0,0-5 0,11 6 8,-6-1-8,-16 5 9,11-10-9,11 5 0,-5-5 0,-17 10 0,5-5-10,6-4 10,-5-1 0,5 5 0,-11 5 0,5-10 0,6 5 0,-5 1 0,-6 4 0,0 0-11,0 0 0,0 0 0,0 0 0,0 0-41,0 0-8,-11 0-1,11 0-935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6.55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5 730 1267,'-5'15'28,"5"-15"5,0 0 2,0 0 1,0 0-36,0 0 0,0 0 0,0 0 0,16-5 66,6 5 6,-22 0 2,11 0 0,5 0 14,1-5 2,-6 5 1,11 0 0,-6 0-17,1 0-3,5-5-1,-1 5 0,-4 0-39,5 0-8,0 0-2,0 0 0,0 0 26,5 0 5,1-5 0,-7 5 1,7 0-37,-1 0-8,-5-4-8,11-1 11,-5 5-11,4-5 0,1 0 0,0 0 0,0-5 0,-5 5 0,4 1 0,1-1 0,0 0 0,0 5 0,0-10 0,0 5-11,-6 5-1,1-5 0,-1 0 0,1 5 0,5-4 2,-17-1 0,11 0 0,-5 5 0,6-10 2,-12 5 0,6 0 0,0 0 0,0 5 8,-5-4-10,-1-1 10,0 5-10,12 0-8,-12-5-2,6 0 0,-5 0 0,-1 0 32,6 0 7,0 5 1,-6-5 0,6 1-32,0-1-7,0-5-1,-5 5 0,-1-5 20,1 1 0,-1 4 0,1-5 0,-1 0 0,-5 5 0,11-4 0,0-1 0,-6 5 17,1 0 7,5 0 2,0 0 0,-6 0-26,1 1 0,-1 4-9,0-5 9,1 5 0,-1-5 0,6 0 0,-5 0 0,-1 5 0,1-5 0,-6 0 0,5 5 0,-5-9 0,5 4 0,1-5 0,-6 5 0,5-5-18,-5 5-3,11 1-1,-5-6 0,-1 5 38,1 5 7,-1-10 1,1 10 1,10-5-40,-5 5-8,-11-5-1,11 5-1,0 0 25,-6-4 0,6 4 0,-5-5 0,-6 0 0,10 0 0,7 0 0,-12 5 0,-16 0 0,11-15 0,11 6 0,-11 4 0,0-5 0,6 5 0,-6 0 0,16-4 0,-5 4 0,0-5 0,-11 5 0,5-5 0,17 5 20,-11 1 8,-22 4 3,22-10 0,-5 5-31,4-5 0,-4 10 0,-17 0 0,0 0 0,11-10 0,16 1 0,-10 4 0,-17 5 0,16-10 0,6 5 0,0-5 0,-5 1 0,-6 4 0,5-5 0,0 5 0,12 5 8,-12-5-8,-16 5 0,17-5 0,5 1 9,-6-1-9,-5 0 8,0 0-8,0 0 0,5 0 8,1 0-8,-1-4 0,-16 9 0,6-5 0,21-5 0,-10 5 0,-6 0 0,0 0 8,11 0-8,0 1 0,5-1 0,-11 0 8,-16 5-8,17 0 0,16-5 0,-17 5 8,-16 0-8,0 0 0,17-5 0,-1 5 8,-16 0-8,0 0 0,0 0 0,0 0 0,0 0 0,0 0 0,0 0-37,0 0-7,17 0 0,-17 0-1,0 0-118,0 0-23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7.915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-1 209 288,'0'0'12,"0"0"4,0 0-16,0 0 0,0-4 0,0 4 0,6-5 223,-6 5 41,0 0 9,0 0 2,11-5-139,-6 0-28,6 0-6,-11 5-1,11-5-12,-11 5-2,22 0-1,-11 0 0,5 0-14,1 0-2,-1 0-1,1 0 0,-1 0-13,1 0-4,-1 5 0,6-5 0,-6 0-19,6 5-4,-5-5-1,5 0 0,-6 5-16,12-5-3,-6 0-1,0 5 0,5-5-8,0 0 0,1 0 0,5 0 8,0 5-8,-1-5 0,7 0 0,-1 0 0,-5 0 30,6 0 4,-7-5 1,7 5 0,-1-5-58,1 5-11,-1 0-2,0-5-1,1 0 25,-6 5 12,0 0-12,-1 0 12,1 0-14,-5-5 5,5 5 1,-6-5 0,1 5-4,-1 0-1,0 0 0,-5-5 0,6 5 13,-1 0 0,1 0 0,-1 0 0,-5 0 0,5 0 0,1 0 0,-6 0 0,0 0 0,0 0 0,0 0 0,-1 0 0,1-4 0,0-1 0,0 5 0,0 0 0,0-5 0,0 0 12,-5 0-3,-1 5 0,0-5-9,1 0-12,-1 0 2,1 5 1,-1-4 9,6 4 12,-11-5-2,6 0-1,-1 5-9,-5-5 0,6 5 0,4 0 0,-4-5 0,-1 5-12,1-5 2,-1 5 1,6 0 9,-11-5 12,0 0-2,6 5-1,10-4-9,-11 4-12,-5-5 2,6 0 1,5 5 9,-6 0 0,1-5 0,-1 0 0,-16 5 0,11 0 0,17-5 0,-12 5 0,-11 0 0,12-5 0,10 5 0,1 0 0,-6 5 0,0-5 0,-22 0 0,16 0 0,17 0 0,-11 0 0,-22 0 0,16 0 0,6 0 0,-5 0 12,-1 0-2,-16 0-1,0 0-9,17-5 0,5 0 0,-6 5 0,-16 0 0,0 0 0,22-4 0,-6 4 0,1 0 0,-6-5 0,5 0 0,1 5 8,-1 0-8,1 0 8,-17 0-8,0 0 8,16 0-8,1 0 0,-1-5 0,1 0 8,-7 5-8,1 0 0,0-5 0,-11 5 0,0 0 0,0 0 0,17 0 0,-17 0 8,0 0-8,0 0 0,16-5 0,1 0 0,-6 1 0,-11 4 0,11 0 0,5-5 0,1 5 0,-6 0 0,-11 0 0,0 0 0,16-5-16,0 5 2,-16 0 0,0 0 0,0 0-38,0 0-8,0 0-2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19.03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0 856,'0'0'38,"0"0"8,0 0-37,0 0-9,0 0 0,0 0 0,5 5 89,-5-5 16,0 0 3,0 0 1,0 0-30,11 4-7,-5-4 0,5 5-1,-11-5-11,11 5-1,0-5-1,0 0 0,-11 0-8,0 0-2,16 5 0,1-5 0,-1 5-22,-5 0-5,5-5-1,1 5 0,10 0 33,-16-1 7,6 6 0,5-5 1,0 0-25,0 0-4,0 0-2,-1 0 0,7-1-6,-6 1-2,5 0 0,1 0 0,-1 0-3,1-5-1,4 0 0,-4 0 0,-6 5-18,11-5 0,-6 0 0,6 5 0,0-5 0,0 5 0,0-5 0,-6 0 0,12 4 8,-7-4 7,1 5 1,0-5 1,-5 5-17,5 0 0,-1 0 0,-4 0 0,-1 0 0,1 4 0,5-4 0,-6 0 0,0 0 0,1 5 0,5-5 0,0 4 0,-6-4-10,6 0-6,0 0 0,0 0-1,-6 0 17,1 0 0,5 0 0,-6-1 0,-5 1 0,5 0 0,6-5 0,-5 10 0,-1-5 10,-5 0 6,0 0 0,5-1 1,-5 1-17,0 0 0,6 0 0,-6 0 0,0 0 0,0-5 0,-6 5 0,6-5 0,-6 0 0,6 0 0,0 0 0,-5 0 0,-6 5 0,5-5 0,6 4 0,-6-4 0,-5 5 0,6 0 0,5 0 0,5 0 0,-5 0-10,0 0-6,-11 4 0,17-4-1,4 5 25,-4-5 6,-17 0 1,5 5 0,6-6-24,0 6-5,-5-5-1,-6 0 0,5-5 15,0 10 0,6-5 0,-5-1 0,-17-4 0,11 5 0,16-5 0,-5 0 0,-11 0 0,6 5 8,-1-5 0,0 5-8,17 0 0,-16 0 0,-17-5 0,16 5 0,12-5 0,-6 0 0,-6 0 0,-5 0 0,0 0 0,6 5 0,-1-1 0,-5-4 0,-11 0 0,0 0 0,16 0 0,1 0 0,-17 0 0,0 0 0,22 0 0,-6 0 0,1 0 0,-6 0 0,-11 0 0,16 0 0,6 5 0,-11 0 0,-11-5 0,0 0 0,22 0 0,-11 0 0,-11 0 0,0 0 0,0 0 0,11 5 0,5-5 0,-16 0 0,0 0 0,0 0 0,22 0 0,-5 0 0,-17 0 8,0 0-8,16 0 0,1 0 0,5 0 13,-17 0-4,-5 0-1,0 0 0,27 0-8,-16 0-14,-11 0 3,0 0 1,0 0-22,0 0-5,0 0-1,0 0-663,-22 5-133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0.448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0 576,'0'0'51,"0"0"-41,0 0-10,0 0 0,0 0 136,0 0 26,0 0 5,0 0 1,0 0-64,0 0-13,0 0-3,0 0 0,0 0-26,0 0-6,0 0 0,0 0-1,0 0-37,11 9-7,0 1-2,0-5 0,-11-5 39,16 10 8,1 0 2,-1-6 0,1 6-12,5 0-2,-6-5-1,6 0 0,0 4-7,0 1 0,0-5-1,5 5 0,1 0-11,-6-6-3,10 6 0,-10 0 0,11 0 11,-5-1 3,-1 1 0,6 0 0,0 5-35,0-6 0,-6 1 0,6 5 0,-5-6 0,4 1-17,7 0 1,-1-5 1,-5 9 15,0-4 0,5 0 0,-5 5 0,6-6 0,-6 1 0,0 0 0,-1 0 0,7 4 0,-17-4 0,5 5 0,1-1 0,-1-4 0,0 5-9,1-11 9,-1 6-8,-5 0 8,6 0-12,-1-1 12,-5 6-12,0-5 12,0-5 0,0 4 0,0 1-8,-6-5 8,1 0 0,-1 0 0,1 5 0,-6-1 0,-1 1 0,12 0 0,-5 0 0,5-6 0,-6 6 0,-5 0 0,0-5-8,6 0 8,-1 4 0,-16-9 0,17 5-8,-6 0 8,-11-5 0,16 5 0,-16-5-8,0 0 8,16 10 0,1 0 0,-6-1-8,-11-9 8,11 10 0,0 0 0,5-5 0,-16-5 0,11 9-8,0 1 8,6 0-8,-6-5 8,5 0-13,-5 0 5,0 4 8,0-4-14,0 5 5,-11-10 1,11 5 0,0 5 8,0-6-10,0 6 10,-11-10-10,5 5 10,6 5-8,0-5 8,0 4-8,-11-9 8,0 0 0,11 5 0,0 0 0,-11-5 0,17 5 0,-6 0 0,0 0 0,5 0 0,0 0 0,-16-5 0,11 9 0,6-4 0,-1-5 0,-16 0 0,11 10-8,6-10 8,-1 5 0,-5 0 0,-11-5 0,0 0 0,0 0 0,22 9 0,-11-4 0,-11-5 0,11 10 0,0-5 0,11 0 0,-6 0 0,1 0 0,-6-1 0,5 1 0,17 0 0,-16 0 0,-17-5 0,0 0 0,22 15 0,-6-10 0,-11 4 0,-5-9 0,0 0 0,11 10 0,6 0 0,-12-5 0,-5-5 0,0 0 0,17 14 0,-1-4 0,-5-5 0,0 5 0,6-1 0,10-4 0,-5 5 0,-6-5 0,-16-5 0,17 10 0,5-5 0,-6-1 0,-5 1 0,0 5 0,6-10 0,-1 5 0,-5 5 0,-11-10 0,0 0 0,11 5 0,6-1 0,-6-4 0,-11 0 0,0 0 0,16 10 0,0-5 0,1 0 0,-17-5 0,5 5 0,12 5 0,-1-10 0,1 4 0,-17-4 0,0 0 0,16 10 0,-5-5 0,-11-5 0,0 0 0,0 0 0,11 5 0,6 0 0,-6 5 0,-11-10 0,0 0 0,16 4 0,0 1 0,-16-5 0,0 0 0,11 10 0,6-5 0,-1 0 0,1 0 0,-17-5 0,11 9 0,16-4 0,-10 5 0,-17-10 0,11 5 0,5 0 0,0-5 0,-10 0 0,-6 0 0,0 0 0,0 0 0,16 5 0,-16-5 0,0 0 0,0 0 0,6 9 0,5-9 0,-11 0 0,0 0 0,0 0 0,0 0 0,11 0 0,-11 0-15,0 0 3,0 0 0,16 5-20,-16-5-3,0 0-1,0 0 0,0 0-48,0 0-11,0 0-1,0 0-705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2.51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2271 345,'0'0'15,"0"0"4,0 0-19,0 0 0,0 0 0,0 0 0,0 0 163,0 0 29,0 0 5,0 0 2,0 0-135,0 0-26,0 0-6,0 0 0,0 0 4,0 0 0,0 0 1,0 0 0,0 0 13,0 0 2,11-10 1,-11 10 0,0 0 9,11-4 2,0-1 0,-11 5 0,0 0-15,0 0-2,0 0-1,16-10 0,-5 5-22,-11 5-5,11-10-1,-11 10 0,16-9 25,1 4 5,-17 5 0,16-5 1,1 0-27,-1-5-6,6 0 0,-11 1-1,6-1 16,-1 5 3,-5 0 1,-11 5 0,17-10-14,-7 1-2,12-1-1,0 0 0,0 0-6,0 1 0,0-1-1,0 0 0,0 0 1,0 1 1,0-1 0,5 0 0,-5 0-13,6 1 9,-6-1-9,0 5 8,5-5-8,0 1 0,-5-1 0,6 0 8,-1 0-8,-5 1 0,11-1 0,-6 0 0,-5-4 0,0-1 0,6 5 0,5 0 0,-11 1-18,5 4 1,0-5 0,1 5 0,-1-5 17,1 6 0,-17-6 0,11 5 0,0-5 0,-1 5 0,1-4 0,0-1 0,0 0 0,0 0 0,0 1 0,-5-1 0,-1 5 0,0 0-10,1-5 10,-1 5-12,1 1 12,-1-1 0,1 0 0,-1-5-8,-5 0 8,6 1 0,-6-1 0,0 0-8,5 0 8,-5 1 0,0-6 0,0 5 0,0 0 0,0-4 0,0 4 0,-6 0 0,6 1 0,0-1 0,0 0 0,0 0 0,-5 1 0,-1-6 0,6 5 0,6 0 0,-6 1 0,0-1 0,-1 0 0,1 0 0,0 6 0,6-6 0,-6 0 0,5 0 0,1 1 0,-6-6 0,0 5 0,5 0 0,1 1 0,-1 4 0,0-5 0,6 0 0,-11 1 0,6-1 0,5 0 0,0 0 0,-6-4 0,1-1 0,-6 0 0,5 1 0,0-1 0,6 1 12,-5-1-2,-1 0-1,-5 1-9,6-1-12,-1 5 2,1-4 1,-1-1 9,6 0 0,-6 1 0,6 4 0,-5 0 0,5-4 8,-6-1-8,1 5 11,-1-4-11,6 4 0,-11-5 0,6 1 8,-1-1-8,0 0 0,1-4 0,-1 4 8,1 1-8,-1-6 0,6 6 0,-11-1 8,0 0-8,6 6 0,-1-1 0,6-5 0,-6 5 0,1-4 0,5 4 0,0 0 8,11 1-8,-11-1 0,-6 0-10,6 0 10,11 1 0,-6-6 0,-10 5 0,-1 5 0,1-4 0,5-1 0,0-5 0,-12 5 0,-10 1 0,6-1 0,16-5 0,0 6 0,-17-6 0,6 5 18,11 0-2,0 1-1,6-1-15,-12 0 0,0-4 8,6 4-8,0 0 0,0 5 0,-11-5 8,6 1-8,-6 4 0,5-5 9,-5-5-9,6 6 8,-6-1-8,-6 0 0,17 0 0,-11 1 8,-11 4-8,11 0 0,5-5 0,1 5 8,-6-9-8,0 9 8,0-5-8,5 0 8,6 5-8,-5-9 0,-12 4 0,11 0 8,12 1-8,-12 4 0,-10-10 0,-1 10 8,12 0-8,-1-4 0,-5-1 0,0 5 0,-11 5 0,11-15 8,6 6-8,-6 4 0,-11 5 26,5-10 0,17 0 0,0 0 0,-11 1-37,0 4-7,-6-5-2,6 0 0,-5 5 20,-1 1 0,1-6 0,10 0 0,6 5 17,0 0 1,-16-4 0,5-1 0,-1 5-18,1 0 0,0-5 0,-11 10 0,0 0-11,0 0-5,17-5-2,-6 1 0,-17-6 18,6 10 0,11-10 0,0 5 0,0 0 0,-11 5 0,0 0 0,0 0 0,22-5 0,-22 5-16,-5 0 3,5 0 1,0 0-100,0 0-19,-11-4-4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4.064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1253 1267,'0'0'28,"0"0"5,0 0 2,0 0 1,0 0-36,0 0 0,0 0 0,0 0 0,17 0 108,-6 0 14,-6-5 3,1 0 1,-6 5-50,11-4-9,0-6-3,0 5 0,5 0-16,-5 0-4,6-5-1,-6 6 0,5-1-17,6 0-3,-6-5-1,1 10 0,5-5-9,-6-5-1,6 6-1,0-1 0,0 0-11,0 0 10,0 0-10,5-5 10,1 10-10,-1-9 0,6-1-10,-11 0 10,0 0 0,5 1-9,6 4 9,-11-5 0,11 0 0,-5 5-10,-1-9 10,0 9 0,1-5-12,5 5 12,-6-5-12,6 6 12,-5-1-17,-1-5 3,0 5 1,1-5 0,5 6 1,-17-6 1,6 5 0,0 0 0,0-5 11,0 5-8,0 1 8,0-1-8,0-5 8,-6 5 0,6-5 0,0 5 0,-6 1 0,6 4 0,-11-5 0,6 5 0,5-5 0,-6 0 0,1 5 0,5-5 0,-17 0 0,12-5 0,-1 6 0,-5-6 0,5 5 0,-5-5 0,6 0 0,-6 6 0,5-1 0,-5 0 0,6 0 0,-1 0 0,1 0 0,-1 0 0,-5-4 0,0 4 0,5-5 0,1 5 0,-1 0 8,-5 0-8,6 0 8,-1 1-8,1-1 8,-1 5-8,1-5 0,-1 0 0,6 0 0,0 0 0,-6 0 0,6-4 9,-5 4-9,5-5 0,-6 0 8,6 5-8,-6 0 0,1-4 0,-1 4 0,1-5 0,5 10 0,-6-10 0,1 5 0,-1 1 0,1-1 0,-1 0 0,0-5 0,1 0 0,-1 5 0,6-4 0,-5 4 8,-1-5-8,1 0 0,-1 5 0,6-4 8,-11-1-8,6 0 0,-1 5 0,0-4 11,1 4-11,5 0 10,-6 0-10,-5-5 11,6 5-11,5 0 12,-11 1-12,0-1 10,5 0-10,6-5 8,0 5-8,-6-5 9,1 6-9,-1-1 10,6 0-10,6 0 9,-6 0-9,-12 0 8,12 0-8,6 5 10,-6-5-10,-6 5 12,1-4-12,-6-1 16,5 0-4,6 5-1,-11-5 0,-11 5 19,16-5 4,6 0 1,0 0 0,-22 5-47,11-9-8,11 4-3,6 0 0,-6 0 37,-6 0 7,-5 0 2,5-5 0,12 6-34,-12-1-6,-16 5-2,17-5 0,5-5 19,-6 5 0,-16 5 0,0 0 0,0 0 0,17-10 0,5 1 0,-6-1 9,-16 10-9,11-5 0,5 0 0,1 0 0,-6-4 0,0 4 0,0 0 0,11 0 8,-6 5-8,-5-5 0,-11 5 0,11-5 0,11 0 0,-11-4 0,-11 9 0,11-5 8,0 0-8,0 0 0,-6-5 0,6 5 8,-11 5-8,6-5 8,10 1-8,-5-6 8,-11 10-8,6-5 0,10 0 0,-5 0 8,0 0-8,6 0 0,-12 1 0,12-1 0,4 0 0,-10 0 0,-11 5 0,11 0 8,6-5-8,-1 0 0,-10 0 0,-6 5 0,0 0 16,11-5 2,5 1 0,-10-6 0,-6 10-18,0 0 0,11-10 0,-11 10 0,-17-5 0,17 5-12,11-5 1,0 0 1,6 1 10,-12-6 14,-5 10-3,0 0-1,22-5-10,-6 0 0,-21 0 0,5 5 8,0 0-8,0 0 0,0 0 0,0 0 0,-11-5-20,11 5-7,11-5-1,-11 5 0,-11 0-36,11 0-8,0 0-2,0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5.52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0 569 403,'0'0'36,"0"0"-36,0 0 0,0 0 0,0 0 199,0 0 33,0 0 6,0 0 2,0 0-90,0 0-18,0 0-3,0 0-1,0 0 0,11 0 0,5-5 0,-16 5 0,0 0-106,5-5-22,6 0 0,6 5 0,-6 0 23,5-5 12,6 0 2,-11 5 1,6 0-14,-1 0-4,6-5 0,-5 1 0,4-1-7,1-5-1,0 5-1,6 0 0,-1 0-11,1 0 0,4 1 0,-4-6 0,-1 5 20,1-5 3,10 0 0,-10 1 0,-1 4-15,11 0-8,-10 0 8,-1 0-8,6 0 0,0 0 8,-6-4-8,12 9 0,-6-5 0,0 0 0,0 0 0,5-5 0,-5 5-8,0 5 0,-6-4 0,6-1 0,0 0 8,5 0 0,-5 5 0,0 0 0,-5-5-15,-1 5-1,0-5 0,6 5 0,-11 0 16,6 0-9,5 0 9,-17 0-8,6 0 8,-6 0 0,6 0 0,-5 0 0,5 0 0,-6 0 0,1 0 0,5 0 0,-6 0 0,6-5 0,-6 5 0,1-5 0,-1 5 0,1-4 0,-1 4 0,1 0-8,-6-5 8,5 0 0,6 5 0,-5-5 0,-7 0 0,7 0 0,-1 0 0,6 0 0,-5 5 0,-1-4 0,6-1 0,-5-5-8,-6 5 8,11 5 0,-6-5 0,0 0 0,1 1 0,-1 4 0,6-5 0,0 5 0,0-5 0,-5 5 0,-1 0 0,6 0 0,-22 0 0,27-5 0,-10 0 0,5-5 0,-6 5 0,6 1 0,-5-6 0,5 5 0,-22 5 0,22 0 0,-6-5 0,6 0 0,-6 0 0,1 0 0,5 5 0,-6-4 0,6-1 0,-11 5 0,6 0 0,4-5 0,7 5 0,-6-5 0,-11 0 0,5-5 0,12 10 0,-12-5 0,1 1 0,5 4 0,-6-5 0,11 10-15,1-5 3,-12 4 0,-16-4 12,11 0 0,17-4 0,-12 4 0,-16 0 28,17 0 1,4 0 1,1-5 0,6 0-30,-12 5 0,-16 0 0,28-5 0,-1 5 0,1 0-20,-12-5 4,0 0 0,6 5 16,0 0 0,-11 0 0,-11 0 0,0 0 0,17 0 0,5 0 0,-11-5 0,-11 5 0,11-5 0,11 5 0,-6 0 0,-10-4 0,4-6 0,1 0 8,6 5-8,-1-5 0,1 10 0,-17 0 8,16 0-8,1 0 0,-1 0 0,-16 0 0,11 0 0,6 0 0,-6-4 0,0-1 8,-1-5-8,-10 10 0,6 0 0,10-5 0,1 0 0,-17 5 0,5-5-12,12 0 3,-1 1 0,-5 4 17,0-5 4,-5 0 1,10 5 0,6 0-13,-5 0-18,-17 0 4,10-5 1,7 5 13,-1-5 15,-16 5-3,0 0-1,0 0-11,6-5 0,5 5-12,-11 0 12,0 0-19,0 0 4,22-5 1,-11 5 0,-11 0-15,0 0-3,0 0-1,11 0 0,0-5-15,-11 5-2,0 0-1,0 0 0,27 0-41,-10 0-9,-17 0-2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6.93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26 921,'0'0'82,"0"0"-66,0 0-16,0 0 0,5-9 132,1 4 22,-6 5 5,11-10 1,0 10-40,0 0-8,5 0-2,-11 0 0,12 0-48,5 0-10,-6 0-1,6 0-1,-5 5-22,5 0-5,0-5-1,0 5 0,5-1-10,0 1-1,1-5-1,5 5 0,-11-5 12,11 5 2,5-5 1,-11 0 0,12 0-7,-6 0-2,-6-5 0,11 5 0,-5 0-4,0 0-2,0-5 0,0 5 0,0 0-10,5 0 8,1 0-8,-1 0 8,1 0-8,-1 0 0,-5 5 0,11 0 0,-11-5 0,5 0-11,0 0 3,1 5 0,-1-5-5,-5 0-1,0 0 0,0 0 0,0 5 2,-6-5 1,1 0 0,-6 0 0,5 0 11,-5 0 0,5 0 0,-5 5-8,0-5 8,0 0 8,-5 5-8,5-1 11,-6 1-11,0 0 0,1 0 0,5 0-11,-11 0 11,11 0 0,-6 0 0,1-1 8,5 1-8,-6 0 0,0 0 0,1 0-8,5 0 8,0 0 0,-6-5 0,1 5 0,-6-5 0,5 4 0,1-4 10,4 5-10,-4-5 0,-1 0 0,6 0 0,-5 5 0,5-5 0,0 5 0,-6 0 0,1-5-10,-1 10 10,0-10 0,1 5 0,-1-5-8,-5 4 8,6-4 0,-1 0 0,1 5 0,-17-5 0,16 0 0,6 0 0,-11 0 0,6-5 0,-1 5 0,0 0 0,1 0-8,5 0 8,-11 0 0,-11 0 0,22 0 0,0 5 0,0 0 11,-11 0-3,5-5 0,0 5-8,1 0 0,-1 0-12,-5 0 12,-11-5 0,22 4 0,0-4 0,0 5 0,-22-5 0,17 5 0,10 0 0,0 0 0,-5 0 0,0-5 8,-22 0-8,22 0 0,11 0 0,-5 0 0,-12 0 0,0 0 0,12 5 0,-1 4 0,-5-4 0,-5 0 0,-17-5 0,11 0 0,11 5 0,-22-5 0,0 0 0,16 5 0,11 0 0,-5 0 0,-22-5 0,17 0 0,5 0 0,-6 0 0,6-5 0,0 5 0,-11 0 0,11 0 0,0 5 0,-6 0 0,1-5 0,-1 0 0,1 4 0,5-4 0,-6 5 0,-5 0 0,0 5 0,6-5 0,4-5 0,-4 5 0,-17-5 0,11 5 8,11-1-8,0-4 8,-6 0-8,6 5 0,-5-5 0,10 0 8,0 0-8,-5 0 0,-16 0 0,10 5 0,17 0 0,-16-5 0,-17 0 0,0 0 0,0 0 0,11-5 0,0 0 0,-11 5 0,0 0 0,0 0-9,16-9 9,-16 9-13,0 0-17,0 0-3,17 0-1,-1 0 0,-16 0-36,0 0-7,0 0-2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8.122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3 1249,'0'0'55,"0"0"12,0 0-54,0 0-13,6 0 0,5-5 0,-6 5 92,-5 0 16,0 0 4,11 0 0,0 0-22,-5 5-4,-6-5-1,16 0 0,-5 0-17,6 5-3,-1 0-1,-5 5 0,5-5-24,1 4-6,5 1-1,5 0 0,-10 0-1,10-1-1,-5-4 0,5 5 0,1 5-31,5-6 0,0 1 0,0 0 0,5 5 11,0-1-1,1-9 0,-1 10 0,-5-6-2,5 1 0,-5 0 0,6 0 0,-1 4-20,1 1-4,-1-5 0,0 4-1,6 1 35,0-5 7,0-1 2,5 6 0,-10-5-27,-1 0 0,6 4 0,0-4 0,5 0 0,-10-1-17,-1 1 2,6 5 1,-6-5 2,-5-6 0,0 6 0,0 5 0,0-5-2,-6-1 0,1 1 0,-1 0 0,-5 0 5,5-1 1,6 6 0,-5 0 0,-6-1 8,5 1-8,-5-1 8,5 6-8,-5-10 8,6 4 0,-6-4 0,-6 5 0,-5-6 0,0 6 0,11-10 0,0 5 0,-11-5 0,11-1 0,-6 6 0,6-5 0,0 0 0,-5 0 0,-1 0 0,1 0 0,5 4 0,-1-4 0,-10 0 0,11 0 0,-5 5 0,-1-5 0,6 4 0,-11 1-8,6-5 0,-1 5 0,6-1 0,-6 1 0,-16-10-4,17 15-1,5-5 0,0-6 0,0 6 13,-6 5 0,1-10 0,-1 4-9,12-4 9,-7 5 0,-10-5 0,6 5-8,10-5 8,-5 4 0,-5-4 8,-1 5-8,12-5 0,-7 0 0,7 0 0,-6 4-8,-17 1 8,6 0 0,11 0 8,0-1-8,-5 1 0,-6 0 0,16 0 0,0-1 0,6-4 0,-11 5 0,-5 0 0,5-5 0,5 4 0,-5-4 0,-11 5 0,5 0-8,6-5 8,0-1 0,0 6 0,-11-5 0,-11-5 0,17 5 0,5 0 0,0 0 0,-22-5 0,11 9 0,10 1 0,1 0 0,-5 0 0,-1-5 0,1 4 0,-1-4 0,12 5 0,-6-5 0,-17 0 0,11 0 0,12-1 0,-12 1 0,1-5 0,-6 10 0,11-5 0,-6 0 0,6-5 0,-11 5 0,-11-5 0,11 0 0,11 9 0,0-4 0,-17 0 8,6 0-8,6-5 8,-1 5-8,6 0 0,-22-5 0,0 0 0,22 5 0,11 4 9,-11-9-9,-22 0 12,0 0-12,27 5 0,-10 0 0,-17-5-12,0 0 3,0 0 9,16 5 0,1 0 0,-17-5 0,0 0 0,0 0 11,22 5-3,-11-5 0,-11 0-8,0 0 0,0 0-12,16 10 12,1-6-16,-17-4 5,0 0 1,0 0 0,11 0-54,-11 0-12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29.590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0 0 1000,'0'0'44,"0"0"10,0 0-43,0 0-11,16 10 0,-5-5 0,11 0 86,-17 5 15,6-6 3,6 6 1,-1-5-21,1 5-5,-1 0-1,-5-1 0,11 1-6,-5 0-2,-1-5 0,1 4 0,4 1 6,-4 0 0,10 0 1,-5 4 0,6 6-62,-6-6-15,11-4 0,-6 10 0,6-1 20,0 1 4,5-1 1,-10 6 0,10-1-25,-5 0 8,0-4-8,5-1 0,1 1 0,-1-1 0,0 1 8,6-1-8,0 1 0,0 4 0,-6-4 0,12-1 0,-6 6 0,5-6 0,-11 1 0,17-1 0,-22-4 0,11 4 0,0-4-10,-6 4 10,1-4 0,-7 4 0,7 1 0,-1-1 0,-10 1 0,5-1 0,-6 6 0,6-6 0,0-4 0,0 9 0,0 1 0,-6-1 0,0 0 0,1 1 0,-1-6 8,1 6-8,-1-11 8,1 6-8,-7-6 12,7 1-12,-6 5 10,5-6-10,-10 1 8,5-1-8,0-4 0,0 5 8,-1-5-8,1 4 0,-5-4 0,5 5 0,-6-1 0,6 1 0,-5-1 0,-1-4 8,6 5-8,0-1 0,-6 1 0,6 5 0,-5-1 0,-1-4 0,6 4 0,0 1 0,-5-6 0,-1 1 0,6 0 0,-6-1 0,6-4 0,-5 5 0,-1-6 0,1 1 0,5 5 0,-6-1 0,-10-4-9,16 5-1,5-6 0,0 6 0,-10-5 10,-1 0 0,1 4-9,10-4 9,1 5 0,-7-6 0,-10 6 0,11-5 0,11 4 0,-5 1 0,-17 0 0,0-1 0,5-4 0,1 5 0,-1-1 0,-5-4 0,-6 0-10,12-1-1,10 1 0,-10 0 0,-17-10 11,16 10 11,6 9-3,-5 1 0,-1-11-8,1 1-11,-6-5 3,10 5 0,7-5 8,-12 9 12,-10-4-2,10 5-1,1-10-9,5 4 0,-11 1 0,0 0 0,-6 0 0,6 4-14,11 1 5,-11-1 1,-11-4 8,11 0 16,11 0-4,-6-1-1,-10 1-11,-1 0-12,17 0 2,6-1 1,-1 1 9,-11 0 12,-5 0-2,11 4-1,11-9-9,-11 5 0,-22 0 0,6-6 0,5 6 0,5 0-14,1 0 5,-17-10 1,0 0 8,16 9 12,6 6-2,-6-5-1,-10 0-9,5-1-12,11 1 2,-6 0 1,1 0 9,-6-1 9,-6 1-1,12-5-8,5 5 8,-1-5-8,-21-5 0,11 9 0,6-4 0,-1 5 0,-16-10 0,0 0-12,0 0 12,0 0 0,17 5 0,-6 0 0,-11-5 0,0 0 0,11 9 0,-11-9 0,0 0 0,0 0 0,11 10 8,0-5-8,5 5 9,-16-10-9,0 0 0,6 5 9,10 4-9,-5-4 0,-11-5 0,0 0 0,11 5 8,-11-5 0,0 0 0,0 0 0,0 0-8,0 0 0,0 0 0,0 0 0,0 0-14,0 0-5,0 0-1,0 0-656,-5-10-131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4:22:56.211"/>
    </inkml:context>
    <inkml:brush xml:id="br0">
      <inkml:brushProperty name="width" value="0.03528" units="cm"/>
      <inkml:brushProperty name="height" value="0.03528" units="cm"/>
      <inkml:brushProperty name="color" value="#3165BB"/>
      <inkml:brushProperty name="fitToCurve" value="1"/>
    </inkml:brush>
  </inkml:definitions>
  <inkml:trace contextRef="#ctx0" brushRef="#br0">193 99 1422,'0'14'63,"0"-4"13,0-20-61,0 0-15,0 1 0,0 4 0,-6-10 136,1 5 24,5 1 4,0-1 2,-11 5-54,5 5-12,1-10-1,-6 5-1,0-4-17,0 4-3,0-5-1,-6 10 0,1 0-61,-1 5-16,6 5 0,1-5 0,-1-1 0,-6-4 0,12 0 0,5 0 0,-6 15 0,6-15 0,0 0 0,-5 10 0,5-10 0,0 0 0,0 0 0,0 0 0,11 10-10,0-1-5,-11-9-1,11 10 0,0 0 26,5-5 5,-5 0 1,5-5 0,1 4-29,-1 1-6,6 0-1,0 5 0,-16 5 20,5-1 0,0 6 0,0-6 0,5 6 0,-11-6 0,-5 1 0,6 0 0,5 4 0,-11-9 0,-6 5 8,1-11-8,5-4 0,0 0 11,-11 5-11,0-5 10,0 5 1,-5 5 0,-1 0 0,1-1 0,-6-9-11,5 5 0,1 0 0,-1 0 0,1 0-49,5-5-12,-5-5-3,5 0 0,11 5-37,0 0-8,-11-10-2,11 10-853</inkml:trace>
  <inkml:trace contextRef="#ctx0" brushRef="#br0" timeOffset="406.8">593 162 921,'-6'-5'82,"1"-5"-66,5 1-16,0 9 0,0 0 264,0 0 48,-6-5 11,-4-5 1,4 5-149,-5-5-31,0 1-5,-5 9-2,5 0-58,0 9-12,-6-4-3,1 0 0,-1 0-32,6 0-8,0 5 0,-5-1-1,-6-4-15,6 10-8,10 4 8,1-4-8,-6-10 0,11 14 0,0 11 0,0-6-8,11-9 8,-11-15-8,0 0 8,11 9-8,0 6 8,-1-10-13,-10-5 5,17 5 8,-1-5-12,1 0 12,-6-5-10,5 0 10,1-5-10,-6 10 10,0 5-10,0-15 10,0-14-8,-6 0 8,6 9 0,0-5-9,0 1 9,-6 4 0,1 1 0,-1-6 0,1 6 0,-1 4 0,1 5 0,-6 5 8,0 0-8,0 0 9,0 0-9,0 0 10,0 0-10,0 0 0,5 10 0,1 4 8,-1-4-8,1 10 0,-1-1-10,1-9 10,-6-10-46,0 0-3,11 14-1,-6-4 0,1 5-192,-1-5-38,1 4-8</inkml:trace>
  <inkml:trace contextRef="#ctx0" brushRef="#br0" timeOffset="908.33">757 123 1623,'0'0'72,"0"0"15,0 0-70,0 0-17,0 0 0,0 0 0,0 0 139,0 0 24,6 15 5,-1-6 0,-5-9-51,0 10-10,6 5-3,-6-15 0,0 0-46,5 14-10,1 16-1,-6-1-1,5-5-26,1-4-4,-6-6-2,5 1 0,-5 0-14,0-15 8,0 0-8,0 0 0,6 9 0,-6-9 0,0 0 0,0 0 0,5-14 8,-5 14-8,0 0 0,0-15 0,0-4 0,0-6 0,0 6 0,0-1 0,0 1 0,6 4-10,-6-4 10,5 4-8,1 5 20,-6 10 5,0 0 1,5-10 0,1-4-34,-1 4-8,-5 10 0,0 0-1,0 0 25,11 5 0,-5 10 0,-6-15 0,11 9 0,-6 1 0,6 10 0,0-6 0,-5 1 0,4-1 0,-10-14 0,11 15 0,-5 5 20,-1-1 2,-5-19 1,6 10 0,5 0-23,-11-10-15,0 0 3,0 0 0,0 0 12,0 0 0,0 0 0,11-5 0,0-15 0,-6 6 0,6-1 0,-5 0 0,-1-4 10,1 4-10,-6 15 8,5-10-8,1 1 0,5-6 0,-6 0 0,6 6 0,-11 9 0,0 0 0,0 0 0,11 5 0,0 4 0,0 1 0,-11 5 0,5 4 0,12 6 0,-6-6 0,-6-4 0,1-1 0,-1 1 0,1 0 0,5-1 0,-6 1 0,-5-15-35,0 0-2,17 14-1,-6-4 0,0 0-122,-11-10-25,0 0-5,0 0-499,16 10-100</inkml:trace>
  <inkml:trace contextRef="#ctx0" brushRef="#br0" timeOffset="1293.1">1284 196 691,'0'0'61,"0"0"-49,0 0-12,0 0 0,0 0 210,0 0 39,0 0 8,0 0 2,0 0-84,5 10-17,6 4-3,0 11-1,0-1-50,-5 1-9,5 4-3,-6-5 0,6 1-40,-5 4-9,-1-5-2,1 5 0,-1-9-22,1 9-5,-1 0-1,1-4 0,-6-1-22,5-9-5,1 4-1,-1-4 0,-5-15 30,0 0 5,0 0 2,0 0 0,0 10-12,0-10-2,0 0-8,-5-10 12,5 10-12,-6-15 0,1-9 0,-6 0 0,5-6 0,1 1 0,5 5 0,-6-6 0,1-9 31,5 10 3,0 10 1,5-6 0,1 6-48,-1-1-10,1 1-1,5 4-1,-6 1 25,6-6 17,0 5-2,0 6-1,5 9 1,-5 0 0,0 0 0,-11 0 0,11 0 1,0 9 1,0-4 0,-11-5 0,0 0 7,0 0 2,6 10 0,-1 5 0,-10-1-6,5 1 0,0 4-1,-6-4 0,1-5-7,-6 0-2,0-1 0,0 11 0,0 4-10,0-9 0,-5-10 0,-1 0 0,1 4-14,5 1-5,-6-5-1,1-5 0,5-5-41,0-5-9,5 1-2,1 4 0,-1-10-160,6 15-32,0 0-6</inkml:trace>
  <inkml:trace contextRef="#ctx0" brushRef="#br0" timeOffset="1750.16">1575-72 1861,'11'-15'82,"-6"10"18,1 1-80,-6 4-20,0 0 0,0 0 0,0 0 148,0 0 25,0 0 6,5 9 1,0 11-76,-5-1-16,6-4-2,-6 4-1,5 11-48,-5-1-9,0 5-3,0-5 0,6-4-25,-1-1 8,1 10-8,5-14 0,-6-11 0,6 11 0,-5 4 0,5 1 0,5-1 0,-5-4 0,0-6-8,6 1 8,-1-10 0,1-5 0,-7 5 0,7-5 0,-6 4 0,5 1 0,-5-10 0,6 1 0,-6-16 0,-6 10 0,-5 10 0,17-9 0,-6-11 0,0 1 12,-11 4-2,11-5 0,-6-4 2,1 9 0,-1 1 0,-5-6 0,-5 1 2,-1-6 1,1 1 0,-6 5 0,0 9-3,0 0 0,-6 10 0,1-5 0,5 5-12,0 5 11,-6 5-11,12 4 10,-6 6-10,11-1 0,0 6 0,0-6 0,5 1-9,1 4 9,-1 10 0,12-9 0,-1-11-9,1 1 9,5-5 0,0 4-9,-6 11 9,6-11 0,-6-9 0,1 0 0,10 15-44,-5-11-4,0 1-1,-5-10 0,-1-10-115,6 1-24</inkml:trace>
  <inkml:trace contextRef="#ctx0" brushRef="#br0" timeOffset="2194.54">2578 45 2095,'0'0'46,"0"0"10,0 0 1,0 0 2,0 0-47,0 0-12,0 0 0,0-5 0,0-10 125,-5 6 23,5 9 5,-6-5 1,-5 0-45,0 5-9,-5 5-1,5 0-1,-6-5-57,1 0-11,-1 5-2,1-1-1,0 1-27,-1 5 0,6 0 8,-5 0-8,5-6 0,5 6 0,1 5 0,-1-1 0,6-14-15,0 0-5,0 0 0,6 20-1,5 4-16,0-4-3,0-1-1,0-4 0,0 0 41,5-6 22,-5-4-2,5 5-1,1 0-31,-1-1-5,1 1-2,-1 0 0,-10-5 19,5 0 0,0 4 0,-11-9 0,0 0 0,11 10 0,-6 0 0,-5 5 0,6-1 31,-12-4 9,1-5 3,5-5 0,0 0-28,-22-5-6,22 5-1,-11 0 0,-6 0-47,6-5-9,-5 5-3,-1-5 0,1 0-113,0 0-22,5 1-5,0-1-897</inkml:trace>
  <inkml:trace contextRef="#ctx0" brushRef="#br0" timeOffset="2596.17">2715 225 2246,'0'0'49,"0"0"11,17-5 1,-6 5 3,5 5-52,-5 5-12,-11-10 0,6 10 0,5 0 92,-6 4 16,1 6 4,4 4 0,1 0-39,-5 6-7,-1-6-2,1-4 0,-1 4-51,-5 5-13,6-4 0,-1-6 0,-5 1 0,0-6 0,6 1 0,-6-5 0,0-10 0,0 0-13,0 0 4,0 0 1,0 0 8,-6-5 12,-5-10-2,0-4-1,6-1-58,-1-9-12,1-5-3,-1-5 0,1 0 52,0 0 12,5 0 0,-6 0 0,1 0 48,5 9 13,5-4 3,-5 10 0,0-5-53,6 4-11,-1 6 0,0-1 0,6 6 8,0-1 4,0 5 0,0-4 1,6 9 2,-1-5 0,-5 5 0,0 5 0,-5 0 11,-6 0 2,0 0 1,11 5 0,-6 0-3,1 10-1,-1-1 0,-5 1 0,-5-1-12,5 1-2,-6 0-1,1-1 0,-6-4-10,0 5 0,0 4 0,5-4 0,-5-5-36,0-1-2,0 6-1,0-5 0,11-10-59,0 0-12,0 0-2,0 0-1,0 0-183,0 0-36,0 0-7,0 0-1</inkml:trace>
  <inkml:trace contextRef="#ctx0" brushRef="#br0" timeOffset="2999.27">3231 16 288,'11'-25'25,"-11"16"-25,0 9 0,5-5 0,1-5 406,-1 0 76,1-4 15,-6 9 3,0 5-250,0 0-50,0-5-11,0-5-1,0 5-88,-6-5-18,1 6-3,5 4-1,-11 4-39,0-8-8,-6 4-2,6 4 0,0 6-17,-5 0-4,5-5-8,0 5 12,-5 4-12,-1-4 0,12 5 0,-6 4 0,5 5-23,1 1 3,5 9 0,0-5 0,0-9-4,5-1 0,1 1 0,5-1 0,0 1 12,0-1 3,-6-4 0,6-5 0,0-1 9,0-4 0,-11-5-9,11-5 9,0-4 0,0-1 0,-6-5 8,6 1-8,-5-11 20,-1 6-2,6 4 0,-5-4 0,5-6-2,-6 1-1,6 4 0,-5 1 0,5 4-6,-6-4-1,1-1 0,-1 10 0,-5 10 3,0 0 0,0 0 0,0 0 0,11-4-1,-11 4 0,0 0 0,0 0 0,11 9-10,-11-9 8,0 0-8,11 10 8,0 5-8,-6-1-11,6 6 3,-5-6 0,-6-14-40,0 0-7,11 10-1,0 0-1,-11-10-131,11 5-27,0-15-5,0 5 0,5 5-45,-10 0-9,5 0-2</inkml:trace>
  <inkml:trace contextRef="#ctx0" brushRef="#br0" timeOffset="3346.89">3549 21 288,'5'-20'25,"1"15"-25,-1 0 0,1-4 0,5-6 273,-6 5 50,-5-4 9,6 4 3,-1-10-114,1 6-22,-1-1-5,1 5-1,-6-4-21,0 9-5,0 5-1,0 0 0,0-10-61,0 10-12,0 0-2,0 0-1,0 0-29,0 0-5,-11 5-2,5 10 0,1-1-31,-1 1-7,1 4 0,5 6-1,5-1-15,6 0 0,-5-9 0,-1 9 0,1 1 0,-1-1 0,6 1-9,0-6 9,11 1-15,-6-6 3,1 6 1,5-6 0,-6 1-33,6-5-8,-5-5 0,5-1-1,-6-8 64,1-6 13,-6-5 2,5 1 1,-5 4-19,5-5-8,-5 1 0,0-11 8,0 1-8,-5-5 12,5-6-12,0 6 12,-6-5-12,1 5 10,-1 4-10,-5 1 10,0 5-10,-5 4 8,-1 0-8,1 1 8,5 14-8,0 0 10,-6 0-10,-5 5 10,0-5-10,0 14 0,6 11 9,5-1-9,-6-5 0,6 1 0,6 9 0,-1 0 0,6 1-18,-5-6 2,5-4 0,5 4 0,-5 10-14,6-5-2,-1-9-1,1-6 0,-1 1-159,6-10-32,-6-5-7</inkml:trace>
  <inkml:trace contextRef="#ctx0" brushRef="#br0" timeOffset="7270.17">818 674 172,'-6'44'16,"6"-44"-16,0 0 0,0-10 0,0-5 295,0 1 56,6-1 11,-6 5 2,0 10-158,0 0-32,0 0-6,0 0-2,0-9-58,0 9-12,0 0-3,0 0 0,0 0-7,0 0-2,-11 9 0,0 6 0,5 0-32,1-1-6,-1-4-2,6 5 0,-5-1-44,-1 6 0,6-6 0,0 6 0,0-6 0,0 11 0,11-1 0,-5-4 9,-1-1-9,1-4 0,-1-5-10,6-1 10,0 1 0,6 0 0,-6-5 0,0-5 10,0 0-162,5-5-33,-5 0-7,5 0-545,-5 5-110</inkml:trace>
  <inkml:trace contextRef="#ctx0" brushRef="#br0" timeOffset="7583.3">1054 693 1958,'0'0'43,"0"0"9,0 0 1,0 0 3,0 0-45,0 0-11,11-5 0,-11 5 0,0 0 156,0 0 28,0 0 7,0 0 1,11 10-103,-1 0-20,7 5-4,-12-1-1,-5-14-52,6 15-12,5 4 0,-6-4 0,1-5 0,-1-1 0,1 1 0,-1 5 0,1-5-18,-1 4-10,-5-14-3,0 0 0,11 10-187,-11-10-38</inkml:trace>
  <inkml:trace contextRef="#ctx0" brushRef="#br0" timeOffset="7801.55">1366 810 921,'0'0'82,"0"0"-66,0 0-16,11 0 0,-5 0 212,-6 0 40,0 0 7,5-5 1,-5 5-72,11 0-14,-11 0-3,0 0-1,0 0-64,0 0-13,6 5-2,-6-5-1,0 0-42,0 0-8,0 0-1,0 0-1,5 15-19,-5 0-4,0 4-1,0 1 0,0-6-14,-5-4 0,-1 5 0,1 4 0,-6-4-36,11 4-9,-6 1-3,1-11 0,5-9-196,0 0-39,-17-4-8,17 4-1</inkml:trace>
  <inkml:trace contextRef="#ctx0" brushRef="#br0" timeOffset="8092.17">1772 596 748,'0'0'67,"0"0"-54,0 0-13,0 0 0,0 0 257,0 0 49,0 0 10,0 0 1,0 0-137,0 0-27,0 0-5,0 0-2,0 0-25,0 0-5,0 0 0,0 0-1,0 14-82,0 1-16,0 0-3,5-1-1,-5-4 23,0 10 4,0-1 0,0 1 1,0-6-33,0 1-8,6 4 0,-1-4 0,-5-5-23,0-10-6,0 14-2,6-4 0,-6-10-137,0 0-27,0 0-5,0 0-894</inkml:trace>
  <inkml:trace contextRef="#ctx0" brushRef="#br0" timeOffset="8384.73">1953 508 1094,'-11'0'97,"11"0"-77,0 0-20,0 0 0,0 0 192,0 0 36,0 0 6,22 0 2,5 0-60,-10 5-12,-17-5-3,22 5 0,-6 5-58,6-1-12,-5 1-3,-1 5 0,-5-10-38,5 9-8,-5-4-2,0 5 0,0-1-20,-5 1-5,-1 4-1,-5-4 0,0 4-14,0-4 0,-5 5 0,-1 4 0,-5 0-76,0-4-20,-5-1-5,5 1-738,-5-6-147</inkml:trace>
  <inkml:trace contextRef="#ctx0" brushRef="#br0" timeOffset="9055.57">927 1264 345,'0'0'15,"0"0"4,0 0-19,0 0 0,0 0 0,0 0 0,0 0 346,0 0 66,-11 5 12,-5-1 4,16-4-224,-5 10-45,-12-5-9,12 10-2,-6-10-74,0 4-15,5 1-3,1 0-1,-1 4-21,1 1-4,-1 0-1,6-1 0,0 1-14,0 0-3,6-1-1,-1 6 0,1-11-11,-1 6 0,1 0 0,5-1 0,0-9-11,0 5-4,0 0-1,-6-6 0,-5-4-51,16 10-10,1-5-3,-1 0-672,-5-5-136</inkml:trace>
  <inkml:trace contextRef="#ctx0" brushRef="#br0" timeOffset="9363.7">1103 1337 288,'0'0'25,"0"0"-25,0 0 0,0 0 0,0 0 360,0 0 68,0 0 12,0 0 4,0 0-230,0 0-46,0 10-8,0 4-3,-6 1-81,6-1-17,0 1-3,0 0-1,0-1-39,0 1-8,6 0-8,-1-1 11,6 1-39,-11-15-7,0 0-1,6 9-1,5 1-136,0 0-27,-11-10-6</inkml:trace>
  <inkml:trace contextRef="#ctx0" brushRef="#br0" timeOffset="9500.84">1394 1507 1944,'0'0'43,"0"0"9,0 0 1,0 10 1,0 0-43,5-5-11,-5 9 0,0-4 0,0 5 74,-5-1 13,5-4 2,0 5 1,0-1-66,0-4-14,0 0-2,0-10-8,0 0-170,0 0-41</inkml:trace>
  <inkml:trace contextRef="#ctx0" brushRef="#br0" timeOffset="9881">1564 1137 1036,'5'15'92,"-5"-15"-73,11-5-19,6 5 0,-12-5 208,11 5 39,-5-5 7,6 5 2,-6 0-60,0 10-12,0-10-3,5 5 0,-5-1-85,0 1-16,0 0-4,0 0-1,-5 5-37,-1 4-7,-5-4-2,0 5 0,0-1-19,0 1-10,-5-5 10,-6 4-10,5 11-9,-5-6-8,6 1-2,-6-6 0,0 1-26,0 0-6,11-15-1,-6 14 0,6-14 1,0 0 0,-5 5 0,5-5 0,0 0 9,0 0 2,0 0 0,0 0 0,0 0 56,0 0 12,0 0 3,0 0 0,0 0 1,0 0 1,11 5 0,-11-5 0,11 5 3,0-5 0,5 0 0,6 0 0,-5 0-14,-1 0-2,0 0-1,6-5 0,0-5-19,-5 5 0,-1 1 0,1-1 0,-1-5-136,-5 5-25,-5 0-5</inkml:trace>
  <inkml:trace contextRef="#ctx0" brushRef="#br0" timeOffset="10081.48">2041 1049 2415,'0'0'53,"0"0"11,0 0 3,0 0 1,0 0-55,0 0-13,16 5 0,-16-5 0,28 10 106,-12-5 18,-16-5 4,22 14 1,-6 1-56,1 0-11,-1 4-2,-5 1-1,0-1-34,-5 1-6,-1-1-2,6 1 0,-11 9-17,0-5 0,-5 1 0,-1-6 0,1 5-34,-6-4-10,0-1-3,-6 1 0,1 4-216,-6 1-43</inkml:trace>
  <inkml:trace contextRef="#ctx0" brushRef="#br0" timeOffset="10616.1">949 1844 518,'0'0'23,"0"0"5,0 0-28,0 0 0,0 0 0,0 0 0,0 0 353,0 0 66,0 0 13,0 0 2,0 0-258,0 0-51,-16 9-10,5 6-3,0-5-52,6 4-10,-6-4-2,5 5-1,1 4-25,5 11-5,-6 4-1,12-5 0,-6 0-16,5 0 0,1 1 0,5-6 0,-1-4 0,1-1 0,6 5-13,-6-4 5,11-5-26,-6-6-5,1 1-1,5 0 0,-6-5-59,-5 0-12,-11-5-2,17 0-904</inkml:trace>
  <inkml:trace contextRef="#ctx0" brushRef="#br0" timeOffset="10918.78">1207 2019 1670,'0'0'74,"0"0"15,0 0-71,0 0-18,0 0 0,0 0 0,0 0 147,0 0 25,0 0 6,6 15 1,-6 4-67,5-4-14,1 0-2,-1 4-1,-5 1-55,6-1-10,-6 5-2,5-4-1,1-1-45,-6 1-9,5-5-1,0-1-1,6 6 1,-5-11 0,-6-9 0,0 0-740,11 10-148</inkml:trace>
  <inkml:trace contextRef="#ctx0" brushRef="#br0" timeOffset="11059.5">1553 2146 633,'0'0'56,"0"0"-44,0 15-12,0-15 0,0 0 338,0 0 66,-6 14 12,6 1 4,0-1-228,0-4-46,-5 5-9,-1-1-1,6-14-82,-5 15-16,-1 5-3,1-1-1,-1-9-59,6-10-12,0 0-3,-11 14-752,11-14-150</inkml:trace>
  <inkml:trace contextRef="#ctx0" brushRef="#br0" timeOffset="11496.9599">1723 1844 2358,'5'-10'52,"6"5"10,0 0 2,-11 5 3,0 0-54,11 0-13,5-5 0,1 5 0,-1 0 81,-5-5 14,6 1 2,-1-1 1,-5 5-41,6 0-8,-6-10-1,0 10-1,-11 0-18,0 0-3,0 0-1,0 0 0,0 0-40,0 0-8,0 0-1,0 0-1,-6 24 37,-5 1 7,6-1 1,-1-4 1,1-1-65,-1 1-14,1-6-2,5 6-1,0-1-24,0 1-5,0-20-1,5 14 0,1 6 7,-6-20 2,11 10 0,-11-10 0,0 0 58,11 9 11,-11-9 2,0 0 1,0 0 34,16 5 6,1 5 2,-6-10 0,-1-5 17,1 5 4,0-5 1,0 5 0,0-5-2,-5 5-1,5-9 0,-6 4 0,-5 5-23,0 0-5,0 0-1,0 0 0,0 0 34,0 0 6,0 0 2,0 0 0,-5 14-52,-6 6-12,-6-1 0,6-4 0,0 0 0,-5-1 0,11-4 0,-12 5 0,1-1-28,-1-9-12,1 0-3,-1 0 0,1 0-155,5-5-31</inkml:trace>
  <inkml:trace contextRef="#ctx0" brushRef="#br0" timeOffset="11790.12">2161 1605 2131,'0'0'94,"0"0"20,11 5-91,-5 0-23,5 4 0,0-4 0,0 5 139,0 5 23,0-1 5,0 1 1,0 9-80,0 1-16,0-6-4,0 10 0,-6-4-41,0-1-9,6 0-2,-5 6 0,-6-1-16,5 0 0,-5 0 8,0 6-8,-5-6-25,-1 5-9,1-5-2,-1-4-844,1 4-170</inkml:trace>
  <inkml:trace contextRef="#ctx0" brushRef="#br0" timeOffset="12382.7">938 2794 1634,'-5'54'72,"5"-44"16,0-15-71,0 5-17,0 0 0,0 0 0,0 0 128,0 0 21,0 0 5,0 0 1,-6 10-73,6 4-14,-5 11-4,5-1 0,0 0-40,5 6-8,-5-6-1,6 5-1,-1-4-14,6-6 0,-5 5 0,5-4-10,5-5-21,1-1-4,-1 1-1,1-5 0,-1-1-51,1-9-10,-17 0-3,21 0-835</inkml:trace>
  <inkml:trace contextRef="#ctx0" brushRef="#br0" timeOffset="12519.15">1300 2804 230,'0'0'10,"0"0"2,0 0-12,0 0 0,0 0 0,0 0 0,0 0 449,0 0 87,0 0 18,6 20 3,-1-11-358,1 6-72,-1 0-15,1 9-2,-6-5-74,5 1-14,-5-1-3,6 1-1,-1-1-39,1 1-8,-1-1-2,1 1-749,-6-5-151</inkml:trace>
  <inkml:trace contextRef="#ctx0" brushRef="#br0" timeOffset="12764.25">1597 3028 1976,'0'0'88,"0"0"17,0 0-84,0 0-21,0 0 0,0 0 0,0 0 147,0 10 25,5 5 4,-5-1 2,0 1-81,0 9-16,-5-4-3,5-1-1,0 6-41,-6-1-9,1-4-2,5-1 0,-6-4-25,6-1 0,-5 6 0,5-6 0,-6-4-20,6 5-7,-5-5-1,5-10-838,0 0-168</inkml:trace>
  <inkml:trace contextRef="#ctx0" brushRef="#br0" timeOffset="13076.8699">1838 2707 1036,'-6'9'92,"6"-9"-73,0 0-19,0 0 0,0 0 311,0 10 58,0 0 12,0 0 3,0-1-206,0-9-41,0 0-8,0 15-1,0 0-64,0 4-13,6-4-3,-6-1 0,5 6-24,-5 4-6,6-9-1,-1-1 0,1-4-8,-1 0-1,12 0-8,-6 4 12,0-9-12,-11-5 0,0 0 0,16 0 0,-5 5 0,0-10 8,5 5-8,1 0 0,-6 0 0,5 0 11,-5-5-11,6 0 10,-1 1-10,1-1 0,-6-5 0,5 5 0,-5-5 0,0 1-19,0 4 3,0-5 1,0 5-101,-6 0-21,6 0-4,-5-4-695,-1 4-140</inkml:trace>
  <inkml:trace contextRef="#ctx0" brushRef="#br0" timeOffset="13362.73">2096 2672 748,'0'0'67,"0"0"-54,0 0-13,0 0 0,0 0 292,0 0 56,0 0 12,0 0 1,0 0-156,-6 15-31,6 5-6,0-1-2,0-19-82,6 20-16,-6 9-3,5-5-1,1 1 0,-6-1 0,5-5 0,0 1 0,-5-1-64,6 1 0,-6 4-13,5-4 1,1-1-79,-6-19-16,0 0-3,0 0-1,0 0-152,0 0-30</inkml:trace>
  <inkml:trace contextRef="#ctx0" brushRef="#br0" timeOffset="13499.88">2337 2438 1152,'0'0'102,"0"0"-82,0 0-20,0 0 0,11 10 234,-6-5 42,6 5 9,0 0 2,-5-1-95,5 1-20,-6 5-3,6-1-1,0-4-62,-5 5-13,5-1-2,-6 1-1,1 9-46,-1 1-8,-5-1-3,6 10 0,-6-9-21,0 4-12,0 0 12,-6 0-12,1 1-9,-6 4-9,0-5-2,-6 5 0,1-10-167,-6 6-33,0-6-8</inkml:trace>
  <inkml:trace contextRef="#ctx0" brushRef="#br0" timeOffset="14025">1043 3643 230,'-6'24'20,"1"-9"-20,5-15 0,0 0 0,0 0 388,0 0 74,0 0 14,0 0 4,0 0-282,0 0-56,0 0-11,0 0-3,-6 14-51,6 6-10,-5-1-3,-1 1 0,1 4-51,5-4-13,0 4 0,5-5 0,-5 1 0,6-1 0,-1-4 0,12 0 0,-6-1-22,0-4-7,0 0-2,-1-1 0,1-4-53,6 0-10,-1-10-2,1 5-598,-1 0-119</inkml:trace>
  <inkml:trace contextRef="#ctx0" brushRef="#br0" timeOffset="14332.64">1339 3638 1209,'0'0'53,"0"0"12,0 0-52,0 0-13,0 0 0,5 9 0,-5 6 252,6 0 47,-1-1 9,-5 11 3,6-11-197,-1 11-39,1-1-8,-1 0-2,1 1-44,-1-6-9,1-4-1,-1 4-1,1-4-30,-1 0-5,1-1-2,-1 1 0,1-1-167,-1-4-34</inkml:trace>
  <inkml:trace contextRef="#ctx0" brushRef="#br0" timeOffset="14480.43">1772 3828 2185,'0'0'96,"0"0"21,0 0-93,-5 10-24,5-1 0,0 6 0,-6-5 108,1 4 16,5 1 4,0-1 1,0 6-66,0 4-14,-6 1-2,1-6-1,-1 1-74,6-1-14,0-4-3,-5 4-1160</inkml:trace>
  <inkml:trace contextRef="#ctx0" brushRef="#br0" timeOffset="15015.81">2046 3521 2401,'0'0'52,"0"0"12,0 0 1,0 0 3,0 0-54,0 0-14,0 0 0,-5 9 0,-1 6 58,1 0 9,5-1 1,0-14 1,0 0-55,5 10-14,-5 10 0,11-1 0,-11-19 0,11 10 0,0 4 0,0-4 0,0 5 0,6-5 0,-17-10 0,10 9 0,7 6 0,-6-5 0,-11-10 0,16 5 0,1-1 0,-6 1 0,-11-5 0,0 0 0,11 10 47,-11-10 6,0 0 2,0 0 0,11 10-37,-11-10-7,0 0-2,0 0 0,5 14 44,-5-14 9,0 0 2,0 15 0,0 0-52,-5-1-12,-1 1 0,-5 0 0,0-6 0,-5 6 0,-1-5 0,-5-1 0,1-4-48,-1 0-13,0 0-3,0-5 0,0 0-146,11 0-30,-6-5-5,6 0-2</inkml:trace>
  <inkml:trace contextRef="#ctx0" brushRef="#br0" timeOffset="14689.78">1953 3467 2188,'11'20'48,"-11"-20"11,0 0 1,0 0 1,11-10-49,0 5-12,-11 5 0,11-10 0,5 0 105,-5 6 19,0-6 3,0 0 1,6 5-72,-6-5-15,5 1-2,1 4-1,-7 0-10,7-5-1,-6 0-1,0 1 0,0-1-82,-6 0-16,-5 10-3,0 0-733,0 0-146</inkml:trace>
  <inkml:trace contextRef="#ctx0" brushRef="#br0" timeOffset="15323.89">2375 3204 230,'0'0'20,"0"0"-20,0 0 0,11 5 0,-11-5 487,17 5 93,-6-1 18,0 6 4,5 0-363,-5 5-73,0-1-14,0 6-4,0-11-79,5 11-16,-5 4-3,11 1-1,-5-1 1,-6 0 0,0 11 0,0 4 0,0-5-38,0 0-12,-6 0 8,-5 0-8,6-5 0,-6 5-9,5-4 1,-10-1 0,5 5-42,-17 20-8,1-15-2,10-25 0,-5 6-216,-5-1-43</inkml:trace>
  <inkml:trace contextRef="#ctx0" brushRef="#br0" timeOffset="15767.91">1251 4510 1670,'-11'39'74,"11"-29"15,-5-15-71,5-5-18,-11 5 0,5-4 0,1-1 135,-6 5 23,5 5 5,1 0 1,-6 0-72,0 5-13,0 5-3,5 4-1,-5 6-45,6-1-9,-1 6-1,1-1-1,5 5-19,0 1 0,5-1 0,1 0 0,-1-5 0,6 1-12,0-6 12,0 1-12,6-1-22,-6-4-4,5-5-1,1-1 0,-1-4-42,6 0-9,-6-5-2</inkml:trace>
  <inkml:trace contextRef="#ctx0" brushRef="#br0" timeOffset="16075.46">1476 4583 460,'11'0'41,"-11"0"-33,0 0-8,0 0 0,0 0 335,0 0 65,0 0 12,0 0 4,0 0-169,0 0-34,0 10-6,5 5-2,-5-6-109,6 11-23,-1-1-4,-5-4-1,6 5-45,-1-6-10,-5 1-1,6 4-1,-1 1-11,1-6-11,-6 1 3,11-5 0,-6 0-61,1-1-12,5 6-3,-6 0-740,-5-1-148</inkml:trace>
  <inkml:trace contextRef="#ctx0" brushRef="#br0" timeOffset="16224.93">1849 4739 2419,'0'0'53,"0"0"11,0 0 3,0 0 1,0 0-55,0 0-13,0 15 0,0-5 0,0-1 90,-6 6 15,-5 5 3,6-6 1,5 6-72,-6-1-14,1 6-3,-6 4-1,5-5-19,-5-4 0,6-1 0,-1-4 0,1-1-250,5 1-54,-5 9-10,5-24-2</inkml:trace>
  <inkml:trace contextRef="#ctx0" brushRef="#br0" timeOffset="16538.56">2145 4276 2646,'0'0'58,"0"0"12,-6 0 2,1 5 3,-1 0-60,-5 0-15,1 0 0,4 4 0,1 6 80,-1-5 14,1 4 2,-6 1 1,11 14-57,-6-4-11,6 4-2,6-5-1,-6-4-18,11 4-8,-6 1 0,6-1 8,0-9-8,0 4 0,0-4-10,0 4 10,0-4-24,0-1 2,5-4 0,-5-5 0,0 0 9,-5-5 1,5-5 1,-6 0 0,6-5 11,-5 10 0,-6 0 0,0-9-8,5-6 8,1 5 9,-6 10-1,-6-5-8,6 5 20,-5-9-4,-1-6 0,1 10 0,-12-5-1,6 10-1,11 0 0,-11 5 0,-5 0-14,-1 0 0,1 5 0,5 4 0,0-4-41,0 0-2,11-10 0,-5 10 0,-1 4-176,6 1-35,0 0-7</inkml:trace>
  <inkml:trace contextRef="#ctx0" brushRef="#br0" timeOffset="16847.38">2452 4062 1850,'0'0'82,"11"-10"17,0 10-79,0-5-20,0 0 0,0 10 0,0 0 148,5 0 27,-5 0 5,0 0 0,6-1-60,-6 6-13,0 0-3,5 0 0,-5-1-35,5 1-7,-5 5-2,0-1 0,0 6-16,6 4-3,-6-9-1,-6 9 0,1-9-21,-1 4-5,-5 1-1,-5-1 0,5 1-13,-6 4 0,1-4 0,-6-1 0,0 1-29,-6 9-6,1 0-1,-6 1-914,0-6-183</inkml:trace>
  <inkml:trace contextRef="#ctx0" brushRef="#br0" timeOffset="17493.5">1235 5227 1958,'5'-5'43,"1"5"9,-6-10 1,0 10 3,0 0-45,0 0-11,0 0 0,0 0 0,0 0 104,0 0 20,0 20 3,0-6 1,0 6-103,0-1-25,0 1 0,0 4 0,0-9 0,5 4 0,6 1 0,0-1 0,0-4 0,5-5-12,1-1 0,-6 1 1,5-5-33,-5 0-8,6 0 0,-1 5-1,1-6-126,-6 1-25,-11-5-4,27-5-2</inkml:trace>
  <inkml:trace contextRef="#ctx0" brushRef="#br0" timeOffset="17655.59">1547 5241 1094,'0'0'97,"6"-4"-77,5-1-20,-6 0 0,12 0 194,-6-5 35,-1 0 7,1 6 2,0-6-60,0 0-12,-11 10-2,17 0-1,-6 5-59,0-10-12,0 0-3,-11 5 0,0 0-39,0 0-8,0 10-2,0 0 0,0-10-24,0 14-4,-6 11-2,-5-6 0,0-4-27,6 9-6,-6 1-1,5-1 0,1-9-39,-6 4-8,5-9-1,1 4-1,5-14-15,-6 15-4,1-5 0,5-10 0,0 0 31,0 0 5,0 14 2,0-14 0,0 0 54,0 0 0,0 0 0,0 0 12,0 0 13,0 0 3,0 0 1,11 0 0,5 5 5,-5-10 1,6 5 0,-6-4 0,5 4 12,1 0 2,-1-5 1,1 5 0,-1-5-34,1 5-8,-7-5 0,7 0-8,-1 5-90,1-5-25,-1 0-5</inkml:trace>
  <inkml:trace contextRef="#ctx0" brushRef="#br0" timeOffset="17899.73">2041 5339 1875,'-6'-15'83,"6"15"17,0 0-80,0 0-20,0 0 0,0 0 0,0 0 154,0 0 26,0 0 6,0 0 1,6 15-96,-12 4-19,6 1-4,-5-1-1,-6 1-34,5-5-6,1 4-2,5 1 0,-11-6-144,5 1-29,6-15-5,0 0-972</inkml:trace>
  <inkml:trace contextRef="#ctx0" brushRef="#br0" timeOffset="18150.97">2337 4920 1152,'0'0'102,"0"0"-82,0 14-20,0-14 0,0 0 280,0 0 52,5 10 11,1 0 1,-6 0-167,0 4-33,0 11-8,5-6 0,-5 1-97,0-1-19,0-4-4,6 9-1,-1-4-24,1 4-5,-6 0-1,5-4 0,1-6-211,-1 1-42,-5-15-9,22 15-2</inkml:trace>
  <inkml:trace contextRef="#ctx0" brushRef="#br0" timeOffset="18405.56">2677 4837 1440,'0'0'128,"0"0"-103,0 0-25,0 0 0,16 0 223,-5 5 39,0 4 8,0 1 2,0-5-112,-5 5-23,5-5-4,-6 9-1,6-4-61,0 5-13,0-1-2,-5 11-1,-1-6-25,0 1-5,-5 9-1,-5-5 0,5 6-16,-5-1-8,-1-5 0,-10 5 8,5-4-33,-6 4-7,6-5-2,-11 1-890,6-1-179</inkml:trace>
  <inkml:trace contextRef="#ctx0" brushRef="#br0" timeOffset="18937">1416 5685 288,'0'0'25,"0"0"-25,0 0 0,0 0 0,0 0 324,0 0 59,0-10 12,0 5 2,0 1-168,0-6-33,0 5-8,0 5 0,0 0-71,0 0-13,-6-5-4,6 5 0,0 0-54,-11 5-11,6 5-3,5 4 0,-11 1-23,11 0-9,0 4 0,0 5 9,0-4-9,0 4 0,5 1 0,6-6-11,-5 6-12,5-6-2,0-4-1,-1-6 0,7 1-21,-6 0-4,0 5-1,5-11 0,-16-4-44,17 0-8,-6 5-3,5-10-594,-5-4-119</inkml:trace>
  <inkml:trace contextRef="#ctx0" brushRef="#br0" timeOffset="19301.93">1701 5778 1728,'0'0'76,"0"0"16,11-5-73,0 0-19,-11 5 0,11-10 0,-6 0 208,12 1 39,-6 4 7,-1 0 2,7 0-154,-6 0-30,5 5-7,-5-5-1,6 5 2,-6 0 0,0 0 0,5 0 0,-16 0-42,0 0-8,11 0-1,-11 0-1,0 0-14,0 0 8,0 0-8,0 0 0,0 0 0,0 15 0,0-15 0,-11 19-10,6-4-20,5-15-4,-11 15-1,5-1 0,-5 1-13,0-5-4,11-10 0,0 0 0,-5 14-11,5-14-2,0 0-1,0 0 0,0 0 10,0 0 3,0 0 0,-6 25 0,6-6 53,0-19 20,0 0-1,0 0 0,17 5 21,-6 0 4,-11-5 0,11 0 1,5-10-45,1 5-8,-6 5-3,0-9 0,0 4 11,5 0 16,-5 0-4,5 0-1,1-10-11,-1 11 0,1-6 0,-1 5 0,1-5-96,-6 5-22,0 5-4</inkml:trace>
  <inkml:trace contextRef="#ctx0" brushRef="#br0" timeOffset="19626.48">2244 5700 2199,'0'0'48,"5"-5"11,1 0 1,-6 5 2,0 0-50,0 0-12,0 0 0,0 0 0,0 15 144,0-6 25,0 6 6,0 0 1,0 4-80,0 1-15,0-1-3,0 1-1,-6 4-61,1 0-16,5 6 0,0-6 0,-6 0-48,6-4-13,0-1-3,0-4 0,0 0-206,0-6-42</inkml:trace>
  <inkml:trace contextRef="#ctx0" brushRef="#br0" timeOffset="19924.23">2370 5549 921,'0'0'82,"0"0"-66,0 0-16,0 0 0,0 0 285,11-5 54,-11 5 10,0 0 3,5 0-148,-5 0-30,11 0-6,0 0 0,0 5-82,0-1-16,-11-4-3,11 5-1,0-5-38,-11 0-8,0 0-2,11 5 0,0 0-18,-11-5 8,0 0-8,0 0 0,0 10 0,0-10 0,0 0 0,0 19 0,-6 1-24,6-6-3,-5 1 0,5 0 0,0-15-17,0 14-3,0-14-1,0 15 0,0-5-2,0-10-1,0 0 0,0 14 0,5-4 17,-5-10 3,0 0 1,0 0 0,0 0 50,11 5 11,-11-5 1,0 0 1,6 5-47,5-5-10,0 5-1,0-5-1,-6 0 42,6-5 8,0 0 1,0 0 1,6-5-37,-6-4-7,0 4-2,5 0 0,-10 0-124,5-4-26,-6-1-5</inkml:trace>
  <inkml:trace contextRef="#ctx0" brushRef="#br0" timeOffset="20207.28">2765 5315 1267,'0'0'112,"0"0"-89,0 0-23,0 0 0,11 9 189,-6 1 34,-5-10 6,6 15 2,-12-6-63,12 1-12,-1 0-2,6 9-1,-6 1-21,1-1-5,-1-9-1,1 10 0,-1-1-99,1-4-27,-6 4 8,-6-4-8,6 4 55,-5-4 7,-1 0 2,1 4 0,5 1-154,-11-1-30,6-4-7,-6 4-1229</inkml:trace>
  <inkml:trace contextRef="#ctx0" brushRef="#br0" timeOffset="20810.14">1361 6207 921,'0'0'40,"0"0"10,0 0-40,0 0-10,-6 9 0,6-9 0,0 0 240,-5 10 47,-1 5 9,1 4 1,-1 1-194,1-1-39,5-4-8,5 4-2,1-4-44,-6 4-10,5-4 0,6 0 0,0-6-9,0 6-2,0-5 0,0 4 0,6-4-37,-6-5-8,5 0-2,-5-5 0,5-5-122,-16 5-24</inkml:trace>
  <inkml:trace contextRef="#ctx0" brushRef="#br0" timeOffset="21181.22">1569 6187 345,'17'15'31,"-12"-10"-31,1-10 0,4 5 0,1 5 339,-5-5 61,10 0 13,-10 0 3,5 0-205,0 0-41,5 0-8,-5 5-2,-5-10-36,10 5-8,-5 5-2,-5-1 0,5 1-66,-6 5-14,-5-10-2,6 10-1,5 0-19,-11 4-3,-11 1-1,5 4 0,-5-4-31,0 4-6,0-4-2,0 0 0,6-1-46,-6 1-10,0-1-1,0-4-1,0-5-7,0-5 0,11 0-1,-11 10 0,5-5 59,6-5 12,0 0 2,0 0 1,0 0 37,0 0 7,0 0 2,0 0 0,0 0 8,0 0 1,0 0 1,11 0 0,6-5-1,-6 0-1,5 5 0,-5-5 0,6 5 24,-1-5 5,1 5 0,5-5 1,-1 0-46,-4 5-15,5 0 8,-6 0-8,1 5 0,-6-5 0,5-5 0,-5 1-1174</inkml:trace>
  <inkml:trace contextRef="#ctx0" brushRef="#br0" timeOffset="21323.1699">2057 6348 2113,'0'0'46,"0"0"10,0 0 1,0 0 3,0 0-48,0 0-12,17 15 0,-12-1 0,-5-14 131,0 15 23,6 4 5,-6 1 1,0-1-93,0 6-19,-6-1-3,6 10-1,-5-5-44,5 1-21,0-11 1,0 1-1227</inkml:trace>
  <inkml:trace contextRef="#ctx0" brushRef="#br0" timeOffset="22111.56">2331 6143 1587,'0'0'70,"0"0"15,0 0-68,6-9-17,5-6 0,-6 5 0,6-4 147,0 4 25,-11 10 6,17-5 1,-6-5-58,5 0-11,1 10-2,-1-4-1,-5 4-27,-11 0-6,11 4-1,-11-4 0,11 5-47,-11-5-10,11 0-1,-11 0-1,5 10-6,6 0 0,-11 4-8,0-9 12,0-5-12,-11 5 0,6 5 0,-6 5 0,0-1-21,5-4-7,1 0-2,5-10 0,-5 14-14,5-14-2,-6 10-1,6-10 0,0 0 2,0 0 0,0 0 0,6 10 0,-1 0 25,0-1 4,-5-9 2,0 0 0,11 10 14,0 0 0,0-5 0,0 4 0,-5-4 20,5 0 1,0 5 0,-11-10 0,11 5 16,-6 5 3,6-1 1,-5 6 0,-6-5 8,5 4 2,-5-4 0,-5 5 0,5-6-41,-6 1-10,6-10 0,0 0 0,-11 5 20,6-5 3,-12 5 0,6 0 0,0-5-23,0 0-8,0 0 0,0-5 0,-5-5-125,5 0-25,6 1-5,-6-6-977</inkml:trace>
  <inkml:trace contextRef="#ctx0" brushRef="#br0" timeOffset="22235.28">2726 6017 1958,'22'-25'87,"-22"25"17,0 0-83,6 10-21,-1 0 0,6 4 0,-5-9 158,10 0 27,-5 5 6,0-5 1,0 0-103,5 4-20,1 1-4,-1 0-1,-5 0 0,0-1 0,0 6 0,0 0 0,0 4 0,-5-4 0,-6 4 0,5 1 0,-10-6-51,5 6-13,-11-1 0,5 1 0,-5-1-48,0-4-13,0-1-3,-5 6 0,-12-5-144,12-1-28</inkml:trace>
  <inkml:trace contextRef="#ctx0" brushRef="#br0" timeOffset="22896.08">1503 6777 518,'-5'5'23,"5"-5"5,0 0-28,0 0 0,0 0 0,-6-5 0,1 0 271,-1-5 49,1 5 9,-1 5 3,6 0-180,0 0-36,-5 20-8,-1-1 0,1-9-37,-1 5-7,6 4-2,-5-4 0,5 4-28,0-4-6,-6 0 0,12 4-1,-6 1-10,5-1-1,1 6-1,-1-6 0,1-4-15,5 4 0,-6-4 0,1-1-10,-1-4-52,6 5-10,-5-1-3,5-4-943</inkml:trace>
  <inkml:trace contextRef="#ctx0" brushRef="#br0" timeOffset="23319.3299">1690 6962 2066,'0'0'45,"0"0"10,0 0 1,11 0 3,5 0-47,-5-5-12,6 5 0,-1 0 0,0 0 92,-5 0 17,6 0 3,-17 0 1,0 0-51,0 0-10,11 5-3,-11-5 0,0 0-13,11 5-4,-6 5 0,-5 0 0,0-1-18,-5 6-4,-12-5-1,12 9 0,-6-4-29,0-1-7,-5 6-1,5-5 0,0-11-38,0 6-8,0 0-2,0 5 0,0-11 0,5 6-1,1 0 0,-1-5 0,1 5 24,5-1 5,0 1 0,5 0 1,-5-10 32,6 10 7,-1-1 8,1 1-13,5-5 13,0 0 0,0 0 0,0 4 0,5-4 36,-5 0 4,5-5 1,1 0 0,-1-10-27,6 6-6,0 4 0,-11-5-8,-11 5 0,11-10-11,6 0 0,-1 0-925</inkml:trace>
  <inkml:trace contextRef="#ctx0" brushRef="#br0" timeOffset="23521.64">2150 7069 1944,'0'0'43,"0"0"9,0 0 1,0 0 1,0 0-43,0 0-11,0 0 0,0 0 0,0 0 123,0 15 22,6 0 5,-6-1 1,0-14-85,0 15-17,0 4-3,0-4-1,0-15-45,0 0 0,0 0 0,0 15 0,0-1-192,0-14-31</inkml:trace>
  <inkml:trace contextRef="#ctx0" brushRef="#br0" timeOffset="23788.25">2364 6704 1267,'6'-34'56,"-6"24"12,0 10-55,0 0-13,0 0 0,0 0 0,0 15 291,-6 9 55,6 0 11,0-4 3,-5-10-231,5 9-45,-6 1-10,6 4-2,6-5-52,-1 1-10,1-10-2,-1 9-8,1-4 0,-1-1 0,1-4 0,-6-10 0,16-5 0,-5 5 0,6 10 0,-6-10 0,0-10 12,-1 5-12,1 5 12,6-4-12,-1 4 12,-5-5-4,6 5 0,-6-10-8,5 5 9,-5-5-9,0 5 0,-11 5 9,17 0-21,-6-4-5,0-6-1,-1 5 0,-10 5-143,0 0-29,0 0-6</inkml:trace>
  <inkml:trace contextRef="#ctx0" brushRef="#br0" timeOffset="24129.54">2562 6626 576,'0'0'25,"0"24"6,0-24-31,0 0 0,0 0 0,0 0 0,0 0 364,5 20 68,1-1 12,-6 6 4,5-6-256,1 1-52,5-6-9,-6 11-3,1 4-57,-1 0-12,-5-5-3,6 6 0,-6-1-44,5-10-12,1 1 0,-6-5 0,5-6-116,-5-9-24,0 0-6,0 0-974</inkml:trace>
  <inkml:trace contextRef="#ctx0" brushRef="#br0" timeOffset="24295.1699">2808 6538 864,'0'0'76,"0"0"-60,0 0-16,0 0 0,0 0 246,0 0 46,11 10 10,0 4 2,0-4-90,0 5-18,0-1-3,0 11-1,0-1-73,-5-4-15,-1 9-4,-5-5 0,11 10-57,-11-4-12,0-1-3,0 0 0,0 0-28,-5 10 0,-6-9 0,5-1 0,-5-5-96,0-4-26,0-1-5,-5 1-1127</inkml:trace>
  <inkml:trace contextRef="#ctx0" brushRef="#br0" timeOffset="24731.19">1646 7557 979,'-6'107'43,"6"-87"9,0-20-41,0 0-11,0 0 0,0-20 0,0 6 271,0 14 52,0 0 10,0 0 3,0 0-169,0 0-34,0 0-6,0 0-2,-5 14-76,-1 6-15,1-1-3,5 6-1,0-1-30,0 5 0,5-4 0,1-1 0,-1 10-32,-5-10-10,6 1-2,-1-6 0,6-4-52,0 0-12,0-6-1,0 1-930</inkml:trace>
  <inkml:trace contextRef="#ctx0" brushRef="#br0" timeOffset="25094.1">1821 7674 1616,'0'0'72,"0"0"14,0 0-69,11-5-17,11-5 0,-5 10 0,-1-5 172,1-4 30,-1-6 6,-5 5 2,-11 10-69,0 0-13,6 5-4,4 0 0,-10-5-56,0 0-11,6 10-2,-1 0-1,1-6-30,-6 6-7,0 0-1,0 5 0,-6 4-16,1-4 8,-1-1-8,-4 6 0,-1-1-29,0-4-13,5 0-2,-5-1-1,0 1-31,6-5-7,5-10-1,0 0 0,-6 4 5,6 6 1,0 0 0,0 0 0,0-10 30,0 0 5,0 0 2,6 9 0,5 6 33,-11-15 8,11 0 0,0 0 0,0 0 40,5 5 11,-5-10 1,5 5 1,-5 0-33,6 0-8,5-5 0,-6 5-1,6 0 8,-5-5 1,-1 10 1,1-5 0,-1-5-41,-5 0-8,0 10-1,5-5-692,-5-5-139</inkml:trace>
  <inkml:trace contextRef="#ctx0" brushRef="#br0" timeOffset="25376.5099">2260 7879 2185,'0'-5'48,"0"0"9,0 0 3,0 5 2,0 0-50,0 0-12,0 0 0,0 0 0,6 20 109,-1-6 19,-5 6 4,6-1 1,-6-4-69,0 4-15,5-4-2,-5 4-1,6-4-46,-6 0 0,0 4 0,5-4 0,0-5-164,-5-10-25,0 0-6</inkml:trace>
  <inkml:trace contextRef="#ctx0" brushRef="#br0" timeOffset="25630.55">2573 7435 2185,'0'0'96,"0"0"21,0 0-93,0 0-24,11-5 0,0 5 0,-11 0 132,16 0 23,-5-10 4,0 10 1,5-4-77,-5 4-15,6-5-4,-6 5 0,5 0-36,-5-5-7,0 5-1,6 0-1,-6 0-4,-11 0-1,11-5 0,-11 5 0,0 0-114,0 0-22,0 0-5,0 0-1,0 0-102,-6-5-21</inkml:trace>
  <inkml:trace contextRef="#ctx0" brushRef="#br0" timeOffset="25793.99">2595 7420 1569,'0'20'69,"0"-20"15,0 0-67,0 0-17,0 0 0,0 0 0,0 0 141,0 0 25,0 0 5,11 10 1,-11 4-43,5-4-8,1 5-1,5-6-1,-6 1-55,6 5-12,-6 4-1,1 1-1,-1-6-12,6 1-2,-5 0-1,-1 4 0,1-9-5,5 5-1,-6-1 0,-5 1 0,6-5-3,-6-1-1,5 1 0,-5 0 0,-5 0-6,-1-1-2,6-9 0,-11 15 0,0 0-17,0-1 10,0-4-10,0 0 8,0-5-19,1 4-4,4 1-1,-5-5 0,0-5-92,11 0-18,-11 0-4,0-5-1,6-5-110,-1 1-23</inkml:trace>
  <inkml:trace contextRef="#ctx0" brushRef="#br0" timeOffset="26010.05">2841 7157 1094,'0'0'48,"0"0"11,0 0-47,0 0-12,17 0 0,-1 5 0,1 0 325,-1-5 63,-5 10 13,0-5 3,6-1-233,-1 1-47,-5 5-8,0 5-3,0-6-43,-6 6-9,-5-15-1,11 15-1,-5-1-27,-1-4-6,1 10-1,-6-6 0,5 6-14,-5-6-3,0 1-8,-5 4 12,5-4-28,0 9-7,-6-4-1,1 4 0,-1-4-184,-5-1-38</inkml:trace>
  <inkml:trace contextRef="#ctx0" brushRef="#br0" timeOffset="26514.57">1750 8225 691,'-5'39'61,"5"-25"-49,0-14-12,0 0 0,0 0 274,0-14 52,-6 4 10,6 10 3,0 0-159,0 0-31,-5-10-6,5 10-2,-6 5-29,1 5-5,-1 0-2,1 4 0,5 6-62,0 4-13,-6 5-2,1-4-1,10-11-19,1 6-8,-6 4 0,5 1 8,1-1-23,-1-4-5,6-1 0,0-9-1,-5 4-75,5-4-14,-1 0-3,1-5-657,-11-5-131</inkml:trace>
  <inkml:trace contextRef="#ctx0" brushRef="#br0" timeOffset="26926.93">1920 8225 748,'0'0'67,"0"0"-54,6-10-13,-1 0 0,-5 10 261,0 0 50,11-5 9,5 5 3,-16 0-119,11 0-24,11-4-5,-5-1-1,-1 5-58,-5 5-11,6-1-2,-6 1-1,0 0-29,-11-5-5,0 0-2,5 10 0,1 0-29,-6 4-5,0 1-2,-6 4 0,1 1-20,-1-1-10,-5 6 10,0-6-10,0 1 0,-5-1 0,5 6-13,0-11 4,0-14-10,0 0-1,5 15-1,1-5 0,5-10 2,-6 5 1,1 4 0,5-9 0,0 0 8,0 0 2,-6 10 0,6-5 0,0-5 8,0 0 16,0 0-4,6 10-1,-1-1-11,1-4 0,5 5-10,-6-5 10,6 0 0,0 0 0,0 0 8,6-1-8,-1-4 8,1 5-8,-1 0 0,1-5 0,-6 5 0,5-5 0,-11 0 0,12 0 0,-6 0-120,0 5-20,-11-5-5,11 0-1091</inkml:trace>
  <inkml:trace contextRef="#ctx0" brushRef="#br0" timeOffset="27145.47">2353 8352 691,'0'0'30,"0"0"7,0 0-29,0 0-8,0 0 0,0 0 0,0 0 385,0 0 76,0 0 15,6 9 4,-6 11-276,5-1-56,-5-4-10,0 9-2,0-4-68,0-1-12,6 6-4,-6 4 0,0 5-36,0-5-7,0-4-1,0 4-8,0-5-8,0-4-9,0-6-2,5 1 0,-5-15-193,0 0-38,0 0-8</inkml:trace>
  <inkml:trace contextRef="#ctx0" brushRef="#br0" timeOffset="27404.12">2688 7971 1094,'0'0'97,"0"0"-77,0 0-20,0 0 0,5-9 324,-5 9 62,0 0 12,0 0 2,-5 9-212,-1-4-42,6 5-9,0 0-1,-5 14-84,-1 0-16,6 1-3,0-1-1,0 1-20,0-1-12,6-9 12,5 4-12,0-4 0,0 4 0,5 1 0,1-1 0,-6-4-12,0-5 1,5-1 0,1-9 0,-17 0-2,5-9-1,0 4 0,-5 5 0,0 0 14,0 0 0,0 0-10,0 0 10,0 0 0,0 0 0,0-10 10,0 10-10,0 0 13,0 0-4,0 0-1,-10-15 0,-1 1-8,-6 4 0,1 0 0,-1 5 0,1 0-38,5 1-3,-6 4-1,6 4 0,0 11-185,0-5-37</inkml:trace>
  <inkml:trace contextRef="#ctx0" brushRef="#br0" timeOffset="27676.8">2929 7762 2401,'0'0'52,"0"0"12,0 0 1,0 0 3,17 0-54,-12 5-14,1-1 0,5 1 0,0 0 109,-6 0 19,0 0 4,6 5 1,-5-1-45,10 1-10,-5 0-2,0 0 0,0 4-19,6 1-4,-6 14-1,0 10 0,0-10-52,0 6 0,-6-6 0,6-5-8,-5 1 8,-1-1 0,-5 0 0,6 1 0,-6-6 0,0 1 9,0 4-9,-6-4 10,-5 4-66,0-5-12,6 1-4,-6 4-874,-6 1-175</inkml:trace>
  <inkml:trace contextRef="#ctx0" brushRef="#br0" timeOffset="28369.88">1772 9000 518,'-5'39'23,"5"-34"5,5-15-28,-5 0 0,0 0 0,5 1 0,-5 9 325,0-10 60,-5 5 12,5 5 3,0 0-228,0 0-46,0 0-9,0 0-1,-5 15-66,-6 4-13,5 6-2,6-1-1,-5-5-24,5 16-10,0 18 8,5 1-8,6-10 0,-5-10 0,4-5 0,7 0 0,5 1-35,0-6 1,-6 0 0,6-4 0,0-1-167,-5-4-34</inkml:trace>
  <inkml:trace contextRef="#ctx0" brushRef="#br0" timeOffset="29203.18">1964 9112 1677,'-11'-5'74,"11"0"16,5-5-72,-5 6-18,6-6 0,-1 5 0,6-5 142,-5 0 25,5 6 5,0 4 0,0 4-60,5-4-12,-5-9-2,6 4-1,-6 0-37,5 0-8,-5 5-2,0 0 0,0-5-23,-6 5-5,6 5-1,-11-5 0,0 0-11,0 0-2,0 0-8,0 0 12,0 0-12,0 0 8,0 10-8,-11 4 0,6-4 0,-6 0-20,6 0 4,-6-1 0,0 1-18,0 0-3,5 5-1,1-6 0,-1-4-1,1 5 0,5-10 0,0 0 0,0 0 11,0 0 3,0 0 0,0 0 0,5 5 15,6 0 10,-11-5-12,11 9 12,0-4-8,0 5 8,-5 0 0,4 0 0,7-6 0,-6 6 16,0 10-2,0-6 0,-6 1 11,6 0 3,-5-6 0,-1 6 0,-5-5 4,6-1 2,-6-4 0,0 10 0,0 0-3,0-1-1,-6-4 0,1 0 0,-1-1-22,6 1-8,-11 5 0,6-5 9,5-10-9,-11 4 0,0 1 0,-6 0 0,12-10 0,-6 0 0,0 5 0,0-4 0,0-11-13,0 5-5,0 0-1,6 6 0,-1-6-127,6 10-26,0-10-4,0 0-896</inkml:trace>
  <inkml:trace contextRef="#ctx0" brushRef="#br0" timeOffset="29527.75">2386 9136 1094,'6'25'97,"-1"-11"-77,1-4-20,-1-5 0,-5 5 247,0-10 45,0 0 10,0 0 2,0 0-111,0 0-21,0 0-5,0 0-1,0 9-80,0 6-16,0 0-3,0-1-1,-5 1-43,-6 4-9,11-4-2,-6 5 0,-5-1-21,6-4-5,-1-1-1,1 1 0,-1-5-111,1-1-22,-1-4-5,6-5-647,0 0-130</inkml:trace>
  <inkml:trace contextRef="#ctx0" brushRef="#br0" timeOffset="29689.35">2660 8897 1209,'0'0'108,"0"0"-87,0 0-21,0 0 0,0 0 273,0 0 51,0 0 9,0 0 3,0 0-167,0 0-33,0 0-6,0 15-2,0 5-58,0 4-12,0-5-2,0 6-1,0-6-39,0 6-7,0-1-1,0 10-8,0-9 0,0 4-12,0-5 0,0 1 0,0-6-82,6-4-16,-6-15-3,0 0-725,5 9-145</inkml:trace>
  <inkml:trace contextRef="#ctx0" brushRef="#br0" timeOffset="29953.49">2880 8703 230,'0'0'10,"0"0"2,0 0-12,0 0 0,0 0 0,0 0 0,0 0 489,0 0 95,0 0 20,5 9 3,-5-9-379,11 10-76,0 0-16,-5 4-2,5-4-54,0 0-12,0 4-1,-6 1-1,6-5-30,0 9-7,0-4-1,-6 4 0,6 1-11,-5 4-2,-6 1-1,5-1 0,-5 0-14,6 6 11,-6-6-11,-6 5 10,1 1-10,-1-1-12,-5 0 2,6 0 1,-11-4-111,5-1-21,5 0-5,-5 6-1162</inkml:trace>
  <inkml:trace contextRef="#ctx0" brushRef="#br0" timeOffset="30488.21">1991 9780 1728,'0'44'76,"0"-44"16,0 0-73,0 0-19,0-15 0,0 5 0,0 10 169,0 0 31,-11-5 5,11 5 2,0 0-75,0 0-16,0 0-2,0 0-1,-5 10-90,-1 5-23,-5-1 0,6 6 0,5-1 0,0 6 0,0-1 0,5 5 0,1-4 0,5-6 0,0 1 0,5 4 0,1 1-68,-1-6-17,-5-9-4,6 0-1,5 9-137,-6-9-27,-5-5-6</inkml:trace>
  <inkml:trace contextRef="#ctx0" brushRef="#br0" timeOffset="30899.5">2216 9804 1036,'0'0'92,"0"0"-73,11-5-19,6 5 0,-6-5 209,0 1 39,0-1 7,5 0 1,-5 0-72,0 5-16,0 0-2,0 0-1,0 0-63,-11 0-13,5 5-2,-5-5-1,11-5-36,-11 5-7,0 0-2,0 0 0,0 0-21,0 10-4,0 4 0,0-4-1,-5 5-15,-1-1 0,1 1 0,-1 4 0,1-4-18,-1-5-6,6-10-2,-5 14 0,5-4-5,0-10-1,0 15 0,0-15 0,0 0 12,-6 10 3,6-10 0,0 0 0,0 0 8,6 14 9,-1-4-13,1 0 5,-6-10 8,5 9 0,1 6 0,-1 0-8,-5-15 8,6 9 0,-1-4 8,-5-5-8,0 0 16,6 10 0,-6-10-1,0 0 0,0 0-5,0 0-1,0 0 0,0 10 0,0 0-9,0-1 12,0-4-12,-6 5 12,6 0-12,-5-5 0,-1 4 0,1 1 0,-1-5-30,1 5-5,5-10-1,-6 5 0,6-5-56,-5 9-11,5-9-2,-6 10-1013</inkml:trace>
  <inkml:trace contextRef="#ctx0" brushRef="#br0" timeOffset="31235.21">2617 9989 864,'0'-19'76,"0"19"-60,0 0-16,5-5 0,-5-5 308,0 10 60,0 0 11,0 0 2,0 0-169,0 0-35,0 0-6,0 15-2,-5 9-90,5 1-19,-6-1-3,6 0-1,-5 1-42,-1-1-14,1-4 8,5 4-8,-6-9-86,6 4-21,-5 1-4,-1-6-1137</inkml:trace>
  <inkml:trace contextRef="#ctx0" brushRef="#br0" timeOffset="31545.35">2737 9751 1911,'11'-10'84,"-5"5"19,-1 0-83,1 0-20,5-5 0,-11 10 0,0 0 168,0 0 30,0 0 6,5-4 0,6-1-112,-11 5-22,11 0-5,-11 0-1,0 0-8,0 0-3,0 19 0,5 1 0,1-1-40,-6 1-13,-6-1 8,1 10-8,0-4-20,-1-1-8,-5-4-2,6-1 0,-1 6-48,1-11-10,5-14-1,0 10-1,0-10 21,0 15 4,0 4 1,0-19 0,0 0 51,0 0 13,0 0 0,11 0 0,-11 0 0,11 0 0,0-5 0,-11 5 0,0 0 48,5-10 13,6 1 3,0 4 0,0 5 0,5-5 0,-5-5 0,0 5 0,11 5-52,-5-5-12,-6-14 0,0 4 0,0 10 0,5-4 0,-10-1 0,5 0 0,-11 10-47,0 0-12,10-5-2,-4-4-755,-1-6-152</inkml:trace>
  <inkml:trace contextRef="#ctx0" brushRef="#br0" timeOffset="31747.4">3066 9629 2156,'0'0'96,"0"0"19,0 0-92,0 0-23,11-5 0,-5-5 0,5 5 165,-6-5 29,-5 10 6,11 0 0,0-4-110,0 8-22,0 6-5,0 0-1,0 0-10,0-1-3,0 6 0,-6-5 0,6-5-18,0 0-4,-5 14-1,-1-4 0,1-1-10,-1 6-3,-5-10 0,0 14 0,0-5-28,-5 6-5,-1-1-2,1 1 0,-1 4 32,1-5 6,-6 10 2,5-4 0,-5-1-131,0-5-27,0 10-4,1-9-777,-1-11-155</inkml:trace>
  <inkml:trace contextRef="#ctx0" brushRef="#br0" timeOffset="32482.5">2172 10574 1807,'-5'20'80,"5"-20"16,0 0-76,0 0-20,0 0 0,0 0 0,-6-15 128,6 15 21,0 0 5,0 0 1,0 0-53,0 0-10,0 0-3,0 0 0,-11 0-39,6 10-8,-6 5-2,5-1 0,1 11-28,5-6-12,-11 6 11,11-1-11,-5 0 0,5 6-21,0-6 3,0 0 1,5-4-30,0-1-5,1 11-2,-1-16 0,6-4-112,-5 0-22,-1-5-5,6 4-765</inkml:trace>
  <inkml:trace contextRef="#ctx0" brushRef="#br0" timeOffset="32826.05">2271 10648 633,'0'-15'56,"0"15"-44,0 0-12,0 0 0,11-5 275,-5 0 53,4 0 10,-4 5 2,5-5-147,-11 5-29,11 0-7,0 5-1,0-5-53,0 5-11,0-10-3,0 10 0,-11-5-33,11 0-8,-11 0 0,0 0-1,5 5-25,-5-5-5,0 0-1,0 0 0,0 0-16,0 15 8,0-1-8,-5 1 0,-1 0-16,1-6-11,5 1-1,-6 0-1,6-10-27,-11 10-6,11-10-1,-5 9 0,5-9-9,0 0-3,-6 10 0,1 0 0,5 0 22,0-10 4,0 0 1,0 0 0,0 9 30,0 1 6,0 5 2,0-15 0,0 0 22,5 9 4,6 6 0,-5-5 1,-6-10 16,11 5 3,0 0 1,-11-5 0,11 4 9,-11-4 2,5 10 0,1 0 0,-6-10 2,0 0 1,0 0 0,0 24 0,-6 10-16,6-19-3,0-15-1,0 0 0,-5 10-18,-6-5-3,5 0-1,1-1 0,-6 1-9,5 5 0,-5-10 0,6 5-11,-6-5-25,11 0-6,0 0-1,0 0 0,-11-5-129,11 5-27,-6-10-5</inkml:trace>
  <inkml:trace contextRef="#ctx0" brushRef="#br0" timeOffset="33082.06">2540 10891 1324,'0'0'118,"0"0"-94,0 0-24,0 0 0,0 0 228,0 0 40,0 10 9,0 0 2,-6 0-139,6-1-27,0 6-5,-5 4-2,-1-4-62,1 5-13,5-1-3,-6 1 0,6-1-46,-5-4-10,-1-6-1,6-9-1,0 0-208,0 0-42</inkml:trace>
  <inkml:trace contextRef="#ctx0" brushRef="#br0" timeOffset="33428.28">2704 10570 1886,'0'0'84,"11"-5"16,-5-5-80,5 0-20,0 5 0,5 0 0,-5 1 174,0 4 30,-5-10 7,5 5 1,-11 5-130,0 0-26,10 5-4,-10-5-2,0 0-17,0 0-3,6 14-1,-6 6 0,-11 4-17,11-4-4,0-1-8,0-4 12,0 0-28,0-1-5,-5 1-2,5-15 0,0 0-29,0 0-5,0 0-2,0 0 0,0 0 11,0 0 3,0 0 0,0 14 0,-6 1 33,6-15 12,0 0-9,0 0 9,0 15 0,0-15 14,0 0-2,0 0 0,0 0 17,6 5 3,-6-5 1,0 0 0,0 0-33,16 4 0,-5 1 0,5-5 0,-5 5 58,-11-5 5,0 0 1,11 5 0,-5 0-52,-1 5-12,6 4 0,-5-4 0,-6 5 54,-6-1 8,6 6 2,-11-1 0,6-4-52,5-5-12,-6-1 0,1-4 0,-6 10-11,5-10-5,1 0 0,5-5-1,0 0-95,-11-5-18,5 0-4,-5-5-688,1 0-138</inkml:trace>
  <inkml:trace contextRef="#ctx0" brushRef="#br0" timeOffset="33769.64">3028 10345 2224,'0'0'49,"16"0"11,1 0 1,-6 0 1,0-5-50,5 10-12,1 5 0,-1-5 0,-5-10 132,0 5 23,5 5 5,-10 10 0,10 4-60,-10 5-12,5 1-2,0-1-1,0-4-29,-6-1-7,1 1-1,5 9 0,-6-5-25,-5-4-6,0 4-1,0-4 0,-5-1-16,-6 1 0,5-1 0,-5-4-9,0 4-95,-5-4-18,5 0-4,-6-1-1226</inkml:trace>
  <inkml:trace contextRef="#ctx0" brushRef="#br0" timeOffset="34479">1915 11481 1695,'-11'-24'75,"11"24"16,0 0-73,0 0-18,0 0 0,0 0 0,0 0 143,0 0 25,-6 5 4,1 4 2,-6 1-66,0-5-14,11-5-2,-6 15-1,-5-1-42,0 1-8,11-5-1,-5 4-1,-6 1-27,5 4-4,6 1-8,0-1 11,0 1-11,0-6 0,11 6-12,0-1 12,0 6-39,0-1 0,0 5 0,6 1 0,-6-1-20,5-5-4,-5 1-1,5-6-682,1 1-137</inkml:trace>
  <inkml:trace contextRef="#ctx0" brushRef="#br0" timeOffset="34793.21">2079 11593 864,'0'0'76,"0"0"-60,0 0-16,11 0 0,0 0 226,0 0 42,0-5 9,-6 5 2,6 0-100,0 0-20,0-5-4,0 5-1,-11 0-47,11 0-10,0 5-1,-11-5-1,6 10-41,-6-10-8,5 5-2,-5-5 0,0 0-24,6 15-6,-6-1-1,0 1 0,0-5-13,-6-1 0,6 1 0,-5 0 0,-1 4-16,6-14-7,-11 10-1,6 5 0,-1-5-22,1-1-5,5 6-1,-6-5 0,1-1-6,5 1-2,0-10 0,5 10 0,-5-10 23,6 10 4,-1-1 1,1 1 0,-6-10 17,0 0 4,11 10 1,0 5 0,5-1 10,-10-4 0,10-5 0,-10-5-8,5 10 8,-6-1 8,-5-9-8,0 0 11,6 5 12,-6-5 2,0 0 1,0 0 0,0 0 7,0 0 2,5 10 0,-5-10 0,0 0-13,-11 5-2,0 5-1,0-6 0,6 1-19,-12-5 0,6 0 0,0 5 0,0-5-44,0 5-7,0-5-1,6 0 0,-6 0-167,11 0-33</inkml:trace>
  <inkml:trace contextRef="#ctx0" brushRef="#br0" timeOffset="35061.04">2458 11959 1944,'0'0'86,"0"0"18,0 0-84,0 0-20,0 0 0,0 0 0,0 0 139,5 14 23,-10 1 5,5 0 1,-6 4-93,1-4-19,5 4-3,-6 1-1,1-1-52,-1-4 0,1 4-11,5 1 2,-6-5-194,1-1-38</inkml:trace>
  <inkml:trace contextRef="#ctx0" brushRef="#br0" timeOffset="35337.51">2578 11696 1209,'11'-20'108,"-11"20"-87,0 0-21,0 0 0,0 0 205,0 0 37,0 0 7,0 0 2,0 0-82,0 15-16,0 4-3,0-9-1,-5 5-68,-1-6-13,6 6-4,0 0 0,0-1-50,0-4-14,0 5 0,11-1 0,-5-4 0,5 0 0,-11 4 0,11-4 0,0-5 0,-6 5 0,-5-10 0,11 5 0,0 4 0,0-9 0,5 5 0,-5 0 0,0 0 0,0-5 0,-11 0 0,11-5 0,6 5 0,-6-5-16,0-5 4,-11 10 1,5-9-109,1-1-23,-1-5-4,1 6-967</inkml:trace>
  <inkml:trace contextRef="#ctx0" brushRef="#br0" timeOffset="35514.18">2699 11661 806,'0'0'72,"5"10"-58,-5-10-14,0 15 0,0-5 335,0-10 64,0 0 13,6 9 2,-6 1-222,5 5-45,1-1-9,-1 6-2,1 4-66,-1-4-14,1 4-2,-1 5-1,1-4-39,-1-1-14,1-4 9,-1-1-9,1-4-20,-6-6-10,0-9-2,0 0 0,0 0-195,0 0-39</inkml:trace>
  <inkml:trace contextRef="#ctx0" brushRef="#br0" timeOffset="35709.18">2918 11325 1958,'0'0'87,"11"0"17,-5 0-83,5 0-21,-6 0 0,6 5 0,6 0 158,-7 5 27,1-6 6,11 16 1,-5-1-52,-6 1-9,5-5-3,-5 4 0,6 5-51,-6 6-10,0-11-3,-6 10 0,1 6-51,-1-1-13,1 5 0,-6-5 0,0 10 0,5-5 0,-10 0 0,-1 0 0,1-5-100,-6 0-22,5-10-5,-5 1-785,0-6-158</inkml:trace>
  <inkml:trace contextRef="#ctx0" brushRef="#br0" timeOffset="36451.15">1980 12490 1548,'-11'-34'68,"6"24"15,-6 5-67,11 5-16,0 0 0,0-9 0,0 9 145,0-10 26,0 10 5,0 0 0,0 0-37,0 0-8,-11-5-2,0 10 0,0-5-52,6 10-10,-6-1-3,0 6 0,5 5-64,1-6 0,-1 11-18,1 4 4,-1 0 14,6 0 0,6 5 0,-1 1 10,1-1-22,5 5-5,0-5-1,0-5 0,0 0-26,5-4-6,0-6-1,1 1 0,-1-6-48,-5 1-9,6-5-3,-6-10-593,5 5-118</inkml:trace>
  <inkml:trace contextRef="#ctx0" brushRef="#br0" timeOffset="36779.98">2107 12612 1094,'0'0'97,"5"0"-77,6-5-20,0 0 0,0 0 205,5 1 38,-10-1 7,10 0 2,-5 5-89,6-5-18,-6 5-3,0 0-1,0 0-47,-11 0-10,11 0-1,-11 0-1,11 5-43,-11-5-9,0 0-2,5 14 0,1-4-16,-6 5-4,-6-1-8,1-4 12,-1 5-24,1-5-4,-6 4-2,5 1 0,1-5-42,-1-6-9,1 1-2,5-5 0,-6 10-4,-5 0-1,11-10 0,0 10 0,0-10 23,0 0 4,0 9 1,6 1 0,-6 0 31,5-5 6,-5-5 2,11 9 0,-11-9 20,11 10 4,-5 0 1,5 0 0,0-5-2,0-5 0,-11 0 0,11 4 0,-6 1 36,6 0 7,-11-5 2,0 0 0,0 0-2,0 0 0,0 0 0,5 10 0,-5 5-11,-5-6-2,5-9-1,-6 15 0,1-5-27,5-10-4,-5 5-2,-6 4 0,5-4-10,-5 0 0,0 0 0,0 0-11,11-5-39,-5 5-8,-12-5-2,6 0 0,11 0-152,-5 0-32</inkml:trace>
  <inkml:trace contextRef="#ctx0" brushRef="#br0" timeOffset="36954.84">2474 12792 1382,'0'0'123,"0"0"-99,0 0-24,0 0 0,5 15 184,1-5 32,-6 0 7,0 4 1,0 6-96,0-6-20,0 1-3,0 4-1,0-4-71,-6 0-14,6-1-3,-5 1-1,5-5-159,0-1-31,0-9-6</inkml:trace>
  <inkml:trace contextRef="#ctx0" brushRef="#br0" timeOffset="37391.07">2638 12554 230,'0'0'20,"0"0"-20,-5 9 0,5-9 0,0 10 252,-5 0 47,5-10 9,0 14 1,5-4-133,-5 5-26,5-5-6,1 4 0,-6-4-47,5 0-9,6-1-1,-5 6-1,-1-5-14,1 0-4,5 4 0,5-4 0,-10 0-9,5 4-3,5-4 0,-5 0 0,0 0-1,-5-1-1,5 1 0,-6 0 0,6-5-13,-11 4-2,6 1-1,-6 0 0,0 0-18,0-1-4,-6 1-1,1 0 0,-6 0-15,5-1 9,-5 1-9,0-5 8,0 5-8,0-5-17,0-5 4,0 0 1,-5 0-47,-1-5-9,6 0-1,-5 0-1,5-5-176,-5 1-35</inkml:trace>
  <inkml:trace contextRef="#ctx0" brushRef="#br0" timeOffset="37142.45">2638 12558 1893,'17'-19'84,"-12"9"17,6 10-81,0-5-20,6-4 0,-6 4 0,0 0 121,5-10 20,1 1 4,-1 4 1,-5 0-14,-5 0-4,5 5 0,-11 5 0,0 0-117,0 0-24,0 0-5,0 0-1,0 0-21,0 0-4,0 0 0,0 0-1,-6-4-134,6 4-26,-11 4-6,-5-4-754</inkml:trace>
  <inkml:trace contextRef="#ctx0" brushRef="#br0" timeOffset="37707.97">2874 12315 2019,'0'0'89,"11"-5"19,0 5-86,0 0-22,0 0 0,0 5 0,0 4 151,0-4 25,6 5 6,-6 0 1,-1 0-71,7 4-15,-6 6-2,0 4-1,5-4-42,-5 9-9,0 0-2,-5 5 0,-1 0-22,1 0-5,5 1-1,-11-1 0,0-5-13,0 0 0,0 5 0,5-9-10,-10 4-62,5-5-13,-11 6-3,5-6 0,1-5-148,-6 1-31</inkml:trace>
  <inkml:trace contextRef="#ctx0" brushRef="#br0" timeOffset="38104.48">1898 13704 1926,'-11'-59'42,"6"45"9,5 14 1,0 0 3,0 0-44,0 0-11,0 0 0,-6 0 0,-5 5 112,6 0 21,5-5 4,0 0 1,-11 4-60,-11 21-12,22-25-2,-6 14-1,6 6-51,0-1-12,0 1 0,0 9 0,6-4 0,-1-1 0,1 0 0,-1 1 0,6-1 0,0 0-12,-5-4 3,5-1 0,5 1-139,-5-1-28,6-4-6,-6 0-798</inkml:trace>
  <inkml:trace contextRef="#ctx0" brushRef="#br0" timeOffset="38554.61">2096 13680 864,'0'0'76,"0"0"-60,11 0-16,-1-5 0,1 0 228,6 0 42,-12-5 9,12 10 1,-6-5-123,0 0-25,0 1-4,5-1-2,-10 5-41,10 0-8,-16 0-1,0 0-1,0 0-37,6 5-7,-1 4-2,1 1 0,-6-10-17,5 10-4,-5 4-8,0 1 12,0 0-36,-5-1-7,-1-4-1,1 5-1,-1-6-39,1 1-8,-6 0-2,11-10 0,0 0-7,-6 10-2,-5-1 0,11-9 0,-5 5 35,5-5 8,0 0 0,0 0 1,0 0 18,-6 10 3,6-10 1,0 10 0,0-10 37,0 0 8,0 0 2,11 10 0,0-1 7,0-4 2,-11-5 0,17 10 0,-6-5 1,0 0 0,0 0 0,-11-5 0,11 4 11,-1 1 2,1 10 1,0-5 0,-11-10-5,11 9-1,-11 1 0,6 0 0,-6-10-9,0 0-3,0 15 0,0-1 0,0 1-9,-6-1-3,1-4 0,-6 0 0,5 5-16,-5-6 0,1 1 0,-1 0 0,0-5 0,0 0-12,-6 4 1,6-4 1,-5-5-24,5 5-5,0-5-1,0 0 0,0 0-46,11 0-10,-11 0-1,11 0-837</inkml:trace>
  <inkml:trace contextRef="#ctx0" brushRef="#br0" timeOffset="38898.74">2523 13948 864,'0'0'76,"0"5"-60,0-5-16,0 0 0,0 0 297,0 14 57,0-4 11,0 0 3,0 4-192,-11 16-37,11-6-8,0-9-2,0 4-82,-5 5-17,5 1-3,0-1-1,0 1-42,5-1-8,-5-5-1,0-4-1,0 5-163,0-6-33,0 6-6,0-20-2</inkml:trace>
  <inkml:trace contextRef="#ctx0" brushRef="#br0" timeOffset="39209.53">2737 13645 518,'0'0'23,"0"0"5,0 0-28,0 10 0,-11 5 0,6-5 0,-1 9 464,1-4 88,5-1 18,0 6 3,0-1-403,5 6-81,1-1-16,5-4-3,0 4-49,-6 0-9,6 6-3,6-6 0,-1 0-9,-5-4-12,0 4 2,5-4 1,-5-6-16,6-4-3,-6 0-1,5 0 0,-5-6 5,6-4 2,-6-4 0,-11 4 0,5-10 22,1-5 0,5 1 0,-11-1 0,5-5 0,-5 6 0,-5 4 0,5-5 0,-11 6 47,5-6 13,1 10 4,-6 0 0,0 0-52,0 1-12,-6 4 0,6 4 0,6 1-12,-6 0-4,0 0-2,5 5 0,-5-5-47,0 9-10,6-4-1,0 5-712,5-6-143</inkml:trace>
  <inkml:trace contextRef="#ctx0" brushRef="#br0" timeOffset="39493.01">3055 13426 2113,'0'0'93,"0"0"20,11-5-90,0 0-23,-11 5 0,6-9 0,5 9 124,5-5 20,-5 5 4,0 0 0,6 5-16,-1 0-3,0 4-1,1 1 0,-6 0-102,5 4-26,1 6 0,-1 4 0,-5-4 56,0 4 7,0 5 1,0-4 0,0 4-52,0 0-12,0-4 0,-6 9 0,1-5 0,-1 5 0,-5 0 0,0-5 0,0 6 0,0-1 0,-5 0 0,-1 0 0,-10-5 0,5 5 0,0 5 0,-5-5 0,-6 5-202,5-9-43,1-6-9,-1 0-2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22.83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7C41D02-AC54-44C3-8430-B6CB7424E94A}" emma:medium="tactile" emma:mode="ink">
          <msink:context xmlns:msink="http://schemas.microsoft.com/ink/2010/main" type="writingRegion" rotatedBoundingBox="18446,1570 23688,1339 23724,2156 18482,2387"/>
        </emma:interpretation>
      </emma:emma>
    </inkml:annotationXML>
    <inkml:traceGroup>
      <inkml:annotationXML>
        <emma:emma xmlns:emma="http://www.w3.org/2003/04/emma" version="1.0">
          <emma:interpretation id="{0BDBB322-37F0-463A-B449-3982FA47E83F}" emma:medium="tactile" emma:mode="ink">
            <msink:context xmlns:msink="http://schemas.microsoft.com/ink/2010/main" type="paragraph" rotatedBoundingBox="18446,1570 23688,1339 23724,2156 18482,23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C50C123-7871-450F-8B1C-676A7ED3F55C}" emma:medium="tactile" emma:mode="ink">
              <msink:context xmlns:msink="http://schemas.microsoft.com/ink/2010/main" type="line" rotatedBoundingBox="18446,1570 23688,1339 23724,2156 18482,2387"/>
            </emma:interpretation>
          </emma:emma>
        </inkml:annotationXML>
        <inkml:traceGroup>
          <inkml:annotationXML>
            <emma:emma xmlns:emma="http://www.w3.org/2003/04/emma" version="1.0">
              <emma:interpretation id="{FD7C444D-1F9B-4010-ACA5-5E518FBCA596}" emma:medium="tactile" emma:mode="ink">
                <msink:context xmlns:msink="http://schemas.microsoft.com/ink/2010/main" type="inkWord" rotatedBoundingBox="18446,1570 19214,1536 19242,2186 18474,2219"/>
              </emma:interpretation>
              <emma:one-of disjunction-type="recognition" id="oneOf0">
                <emma:interpretation id="interp0" emma:lang="en-AU" emma:confidence="0">
                  <emma:literal>W</emma:literal>
                </emma:interpretation>
                <emma:interpretation id="interp1" emma:lang="en-AU" emma:confidence="0">
                  <emma:literal>w</emma:literal>
                </emma:interpretation>
                <emma:interpretation id="interp2" emma:lang="en-AU" emma:confidence="0">
                  <emma:literal>U</emma:literal>
                </emma:interpretation>
                <emma:interpretation id="interp3" emma:lang="en-AU" emma:confidence="0">
                  <emma:literal>u</emma:literal>
                </emma:interpretation>
                <emma:interpretation id="interp4" emma:lang="en-AU" emma:confidence="0">
                  <emma:literal>ir</emma:literal>
                </emma:interpretation>
              </emma:one-of>
            </emma:emma>
          </inkml:annotationXML>
          <inkml:trace contextRef="#ctx0" brushRef="#br0">35 336 1555,'0'0'68,"-6"-14"16,1 4-68,0-5-16,-1 1 0,1-1 0,5 1 147,-6-1 25,1 5 6,5 0 1,0 1-67,0 9-12,0 0-4,0 0 0,0 0-43,0 0-9,0 0-1,0 0-1,0 0-23,11 14-5,-6 1-1,1 4 0,-1-4-13,0 5 11,6 4-11,0 5 10,-5-4-10,5 9 0,-6 0 0,6-5 0,-5 5 0,5-9-12,-6-1 2,6 0 1,6-4-9,-6-1-2,-6-4 0,12-5 0,-6-5-4,0-1-2,-1-8 0,7 4 0,-6 0 2,0-5 1,0 0 0,0-5 0,0-5 6,-6 1 1,6-1 0,-5-4 0,-1-1-5,6 6-1,-11 14 0,6-5 0,-1 0 5,-5 5 1,0 0 0,0 0 0,6 0-5,5 5-1,0 0 0,-6 9 0,6-4 10,-6 5 1,12 4 1,-6-9 0,0 4 10,0-4-10,5 0 10,1 0-10,-1-5 10,1 4 9,-1-9-1,1 5-8,4-5 44,-4-5 1,-1 0 1,1 1 0,5-6 18,-6 0 4,6-5 1,-5-9 0,-1 0-5,1 4-2,-1-4 0,-5-5 0,5-1-14,-5-4-2,-5-5-1,-1 5 0,1-5-27,-12 5-6,6 0 0,-5-5-1,-1 5-11,1 0 0,-1 4 0,-5 1 8,6 5-39,-6 4-8,5 10-1,1-9-1,5 14-186,0 5-37</inkml:trace>
        </inkml:traceGroup>
        <inkml:traceGroup>
          <inkml:annotationXML>
            <emma:emma xmlns:emma="http://www.w3.org/2003/04/emma" version="1.0">
              <emma:interpretation id="{C2AC1255-0C49-48E3-B055-D3FBED6DECB3}" emma:medium="tactile" emma:mode="ink">
                <msink:context xmlns:msink="http://schemas.microsoft.com/ink/2010/main" type="inkWord" rotatedBoundingBox="22618,1552 23695,1504 23724,2156 22647,2204"/>
              </emma:interpretation>
              <emma:one-of disjunction-type="recognition" id="oneOf1">
                <emma:interpretation id="interp5" emma:lang="en-AU" emma:confidence="0">
                  <emma:literal>CF</emma:literal>
                </emma:interpretation>
                <emma:interpretation id="interp6" emma:lang="en-AU" emma:confidence="0">
                  <emma:literal>(F</emma:literal>
                </emma:interpretation>
                <emma:interpretation id="interp7" emma:lang="en-AU" emma:confidence="0">
                  <emma:literal>EF</emma:literal>
                </emma:interpretation>
                <emma:interpretation id="interp8" emma:lang="en-AU" emma:confidence="0">
                  <emma:literal>(I</emma:literal>
                </emma:interpretation>
                <emma:interpretation id="interp9" emma:lang="en-AU" emma:confidence="0">
                  <emma:literal>cF</emma:literal>
                </emma:interpretation>
              </emma:one-of>
            </emma:emma>
          </inkml:annotationXML>
          <inkml:trace contextRef="#ctx0" brushRef="#br0" timeOffset="1963.25">4537 24 691,'0'0'61,"0"0"-49,0 0-12,0 0 0,0-14 165,0 14 31,-11-5 5,6 0 2,5 5-79,-11 0-16,11 0-4,-16 0 0,-1 0-61,1 0-13,-1 5-2,-5 0-1,6 9-11,-6-4-1,0 0-1,0 9 0,0-4-14,6 5 11,-12-1-11,12 1 10,-1-1-10,1 5 0,-1-4 0,1 9 0,10-4 0,1 4 0,-1-5 0,6 5 8,6-4-8,-1 4 0,1-9-10,10-1 10,-5 1 0,6-1-9,-1-4 9,6 4 0,6-4-16,-6-5 1,-1 4 1,7-9 0,-1 5-23,1-5-5,-1-10-1,1 0-756</inkml:trace>
          <inkml:trace contextRef="#ctx0" brushRef="#br0" timeOffset="2422.21">4784 78 691,'0'0'30,"0"0"7,0 0-29,0 0-8,0 0 0,0 0 0,0 0 198,0 0 38,11 0 8,6-5 2,-6 5-119,5-5-24,6 5-5,-6 0-1,6-5-27,0 1-6,6 4 0,-6-5-1,-6 5-51,12 0-12,-7 5 0,1-5 0,6 4 0,-6 1 0,0 0 0,0 0 0,0 5-36,-1 0-11,-4-1-1,-1 6-560,1-5-112</inkml:trace>
          <inkml:trace contextRef="#ctx0" brushRef="#br0" timeOffset="2835.23">4817 390 864,'0'0'76,"0"0"-60,0 0-16,0 0 0,0 0 149,17 0 27,-17 0 6,16 0 1,0-5-64,1 0-13,-1 10-2,6-5-1,-5-5-40,5 5-8,-6 0-2,1 0 0,5 0-33,-6 5-8,6 0 0,0 0-1,0-5-20,5 5-4,-5 0-1,0-5-607,0 0-122</inkml:trace>
          <inkml:trace contextRef="#ctx0" brushRef="#br0" timeOffset="2198.04">4839 54 1468,'0'0'32,"0"0"8,0 0 0,0 14 1,0 1-33,0 0-8,0 4 0,0 5 0,0 1 52,0 4 9,-5 0 2,5 5 0,0 5-31,0 0-7,0-9-1,0 4 0,0 0-16,5-5-8,1 0 0,-1 6 8,0-11-8,6 0-17,-5-4 4,-1-6 1,6 6-66,0-15-13,-11-5-2</inkml:trace>
        </inkml:traceGroup>
      </inkml:traceGroup>
    </inkml:traceGroup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35.354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E5314EA-7984-41B0-A4BD-2B2EFD687186}" emma:medium="tactile" emma:mode="ink">
          <msink:context xmlns:msink="http://schemas.microsoft.com/ink/2010/main" type="writingRegion" rotatedBoundingBox="1275,3043 6978,3127 6971,3553 1268,3469"/>
        </emma:interpretation>
      </emma:emma>
    </inkml:annotationXML>
    <inkml:traceGroup>
      <inkml:annotationXML>
        <emma:emma xmlns:emma="http://www.w3.org/2003/04/emma" version="1.0">
          <emma:interpretation id="{B4A7E70F-96F7-4241-8096-BDA7D03FDCAA}" emma:medium="tactile" emma:mode="ink">
            <msink:context xmlns:msink="http://schemas.microsoft.com/ink/2010/main" type="paragraph" rotatedBoundingBox="1275,3043 6978,3127 6971,3553 1268,34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953761-A8D8-4131-A918-31A49926127B}" emma:medium="tactile" emma:mode="ink">
              <msink:context xmlns:msink="http://schemas.microsoft.com/ink/2010/main" type="line" rotatedBoundingBox="1275,3043 6978,3127 6971,3553 1268,3469"/>
            </emma:interpretation>
          </emma:emma>
        </inkml:annotationXML>
        <inkml:traceGroup>
          <inkml:annotationXML>
            <emma:emma xmlns:emma="http://www.w3.org/2003/04/emma" version="1.0">
              <emma:interpretation id="{B89A6BA1-E177-4D68-B145-01C3DBD699F3}" emma:medium="tactile" emma:mode="ink">
                <msink:context xmlns:msink="http://schemas.microsoft.com/ink/2010/main" type="inkWord" rotatedBoundingBox="1275,3043 1770,3050 1764,3467 1269,3459"/>
              </emma:interpretation>
              <emma:one-of disjunction-type="recognition" id="oneOf0">
                <emma:interpretation id="interp0" emma:lang="en-AU" emma:confidence="0">
                  <emma:literal>J</emma:literal>
                </emma:interpretation>
                <emma:interpretation id="interp1" emma:lang="en-AU" emma:confidence="0">
                  <emma:literal>j</emma:literal>
                </emma:interpretation>
                <emma:interpretation id="interp2" emma:lang="en-AU" emma:confidence="0">
                  <emma:literal>5</emma:literal>
                </emma:interpretation>
                <emma:interpretation id="interp3" emma:lang="en-AU" emma:confidence="0">
                  <emma:literal>+</emma:literal>
                </emma:interpretation>
                <emma:interpretation id="interp4" emma:lang="en-AU" emma:confidence="0">
                  <emma:literal>=</emma:literal>
                </emma:interpretation>
              </emma:one-of>
            </emma:emma>
          </inkml:annotationXML>
          <inkml:trace contextRef="#ctx0" brushRef="#br0">0 147 1220,'0'0'54,"0"0"11,0 0-52,0 0-13,0 0 0,0 0 0,0 0 77,0 0 13,0 0 2,16 0 1,-5-5-49,11 5-9,-5-10-3,-1 5 0,6-5 8,-5 5 2,4 1 0,1-6 0,0 5-18,0 0-3,6-10-1,-6 6 0,0 4-8,0-5-3,5 5 0,-5 0 0,-6 0-9,1-4 0,-1 4 9,6 0-9,-16 0 0,5 5 0,11-5-12,-22 5 4,5-5-60,-5 5-11,0 0-2</inkml:trace>
          <inkml:trace contextRef="#ctx0" brushRef="#br0" timeOffset="309.26">307 127 288,'0'0'12,"0"0"4,0 0-16,0 0 0,0 0 0,0 0 0,0 0 171,11 10 31,0-5 6,-11-5 2,5 9-118,6 1-23,0 0-5,6 0 0,-6-1 2,0-4 1,-11-5 0,16 10 0,-5 0-15,6 0-2,-12-1-1,12 1 0,-17-10-9,5 10-1,12 4-1,-17-14 0,0 0-6,5 5 0,0 10-1,-5-15 0,0 0 4,0 0 1,-5 14 0,5 1 0,-5 0-4,-1-1-1,-10-4 0,16 0 0,0-10-13,-17 14-2,1-4-1,-1 0 0,-5 0-1,6-5 0,-6-5 0,0-5 0,0 5-14,-5-5 0,5-5 0,0 0 0,-6 5-11,6-4-1,6-1-1,5 0 0,-16 0-52,10 1-11,6-1-1</inkml:trace>
        </inkml:traceGroup>
        <inkml:traceGroup>
          <inkml:annotationXML>
            <emma:emma xmlns:emma="http://www.w3.org/2003/04/emma" version="1.0">
              <emma:interpretation id="{ABEBA7AC-68F2-4360-8492-E670B4202AD6}" emma:medium="tactile" emma:mode="ink">
                <msink:context xmlns:msink="http://schemas.microsoft.com/ink/2010/main" type="inkWord" rotatedBoundingBox="3600,3099 4393,3111 4387,3510 3594,3498"/>
              </emma:interpretation>
              <emma:one-of disjunction-type="recognition" id="oneOf1">
                <emma:interpretation id="interp5" emma:lang="en-AU" emma:confidence="0">
                  <emma:literal>m</emma:literal>
                </emma:interpretation>
                <emma:interpretation id="interp6" emma:lang="en-AU" emma:confidence="0">
                  <emma:literal>M</emma:literal>
                </emma:interpretation>
                <emma:interpretation id="interp7" emma:lang="en-AU" emma:confidence="0">
                  <emma:literal>n</emma:literal>
                </emma:interpretation>
                <emma:interpretation id="interp8" emma:lang="en-AU" emma:confidence="0">
                  <emma:literal>u</emma:literal>
                </emma:interpretation>
                <emma:interpretation id="interp9" emma:lang="en-AU" emma:confidence="0">
                  <emma:literal>U</emma:literal>
                </emma:interpretation>
              </emma:one-of>
            </emma:emma>
          </inkml:annotationXML>
          <inkml:trace contextRef="#ctx0" brushRef="#br0" timeOffset="1269.29">2325 190 1357,'0'0'29,"0"0"7,0 0 0,0 0 4,0 0-32,0 0-8,0 0 0,6 15 0,-1 0 67,-5-1 12,0-14 2,6 20 1,-6-1-59,5 6-12,1-11-3,5 6 0,-11-1 20,0 6 3,0-6 1,0 1 0,0-6-32,0-4 0,0 0 0,0-10 0,0 0 12,0 0-3,0 0-1,0 0 0,0 0-8,0 0 8,0 0-8,0 0 8,0 0-8,0-15 0,5 0 0,6 1 0,-11-6 0,0 6 0,11-11 0,-6 6 0,-5-6 0,11 11 0,0-6 0,-11 6-11,11-6 11,-5 6 0,5-1 8,0 5-8,-6 5 0,1 1 0,-6 4 0,0 0-8,11 0 8,-11 0 0,11 4 0,0 6 8,-11-10-8,11 10 0,-6 5 8,6-1-8,-5 1 0,10-1 0,-11-9 0,1 10 8,5-10-8,-11-5 0,5 9 8,1 1-8,5 0 0,0 5 0,-6-11 0,-5-4 0,0 0 0,0 0 8,0 0-8,0 0 0,0 0 8,0 0-8,11 0 8,-11 0-8,11-4 12,0-1-1,-5-5-1,5 0 0,5-4-10,-5-1 0,0 0 0,6-4 8,4-1-8,-10-4 0,6 0 9,10-1-9,-10 6 63,5-1 8,-6 6 1,1-1 1,-6 0-86,5 6-18,0 4-3,1 5-1,-17 0 50,11 0 9,5 10 3,1 9 0,-1-9-5,-5 9-1,-5 6 0,10-1 0,-10 0 5,-1 6 1,1-1 0,-1 0 0,1-5-19,-1 1-8,6-1 8,0-4-8,-6 4-20,6-4-8,0-1-3,6-9-986</inkml:trace>
        </inkml:traceGroup>
        <inkml:traceGroup>
          <inkml:annotationXML>
            <emma:emma xmlns:emma="http://www.w3.org/2003/04/emma" version="1.0">
              <emma:interpretation id="{FF97ADAC-4723-4E76-B6A0-51D045A38D4C}" emma:medium="tactile" emma:mode="ink">
                <msink:context xmlns:msink="http://schemas.microsoft.com/ink/2010/main" type="inkWord" rotatedBoundingBox="6052,3145 6977,3158 6971,3553 6046,3540"/>
              </emma:interpretation>
              <emma:one-of disjunction-type="recognition" id="oneOf2">
                <emma:interpretation id="interp10" emma:lang="en-AU" emma:confidence="0">
                  <emma:literal>so</emma:literal>
                </emma:interpretation>
                <emma:interpretation id="interp11" emma:lang="en-AU" emma:confidence="0">
                  <emma:literal>Co</emma:literal>
                </emma:interpretation>
                <emma:interpretation id="interp12" emma:lang="en-AU" emma:confidence="0">
                  <emma:literal>co</emma:literal>
                </emma:interpretation>
                <emma:interpretation id="interp13" emma:lang="en-AU" emma:confidence="0">
                  <emma:literal>€0</emma:literal>
                </emma:interpretation>
                <emma:interpretation id="interp14" emma:lang="en-AU" emma:confidence="0">
                  <emma:literal>too</emma:literal>
                </emma:interpretation>
              </emma:one-of>
            </emma:emma>
          </inkml:annotationXML>
          <inkml:trace contextRef="#ctx0" brushRef="#br0" timeOffset="2322.65">4990 112 889,'0'0'39,"0"0"9,0 0-39,0 0-9,0 0 0,0 0 0,0 0 108,0 0 19,-5-4 4,-6-1 1,5 0-36,6 5-8,-10 0 0,-1 0-1,0 5-33,0 0-6,5-5-2,-5 4 0,-5 1-14,-1 5-4,6-5 0,0 5 0,-5 4-15,5-4-3,0 0-1,5 0 0,1 9-9,-6-9 0,6 4 0,-1 1 0,1 9 0,5-14 0,0 5 0,0 4-11,0 1 11,5-1 0,1-4-9,10 4 9,-5-9 0,5 5-11,1-1 11,-1 1-8,1-5 8,5 4 0,-6 1-9,6-5 9,0-5 0,0-5 0,5 0-9,-10 0 9,5-5-11,0 0 2,-6 0 0,6-5 0,0 0-61,-6-4-12,1-1-2,5 1-1</inkml:trace>
          <inkml:trace contextRef="#ctx0" brushRef="#br0" timeOffset="2771.07">5374 176 1378,'0'0'30,"0"0"6,0 0 2,0 0 2,-16 5-32,5-5-8,11 0 0,0 0 0,-17 5 81,6-1 15,1 1 4,10-5 0,-6 10-55,-5 0-10,0 0-3,0-1 0,11 1-14,-5 0-3,-1 4-1,1-4 0,5 10-14,5-1 0,1-4 8,-1-1-8,1 1 28,5-5 4,5 4 0,-5 1 0,5 0-32,1-6 0,5 1 0,0-5 0,-11 0 0,11-5 0,-11 5 0,11-5 0,0-5 0,-1 5 0,1-5 0,0 0-10,-5-5 19,5-4 4,-6-1 1,1 0 0,-1 1 14,-5-6 2,5 6 1,1-6 0,-12-4 7,1 9 2,-1-4 0,6-1 0,-11 1-20,0 9-3,0-5-1,-16 1 0,5 4 0,0 0 0,-11 5 0,0 5 0,-11 0-4,0 5-2,-5 0 0,5 5 0,-5 0-19,-1 4-4,6-4-1,-5 5 0,5-6-10,0 6-1,6-5-1,5 4 0,5-9-46,1 5-8,5-5-3,5 5-866</inkml:trace>
        </inkml:traceGroup>
      </inkml:traceGroup>
    </inkml:traceGroup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45.209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2D5D8C2-228C-4C5D-89D6-F267EFC5B94B}" emma:medium="tactile" emma:mode="ink">
          <msink:context xmlns:msink="http://schemas.microsoft.com/ink/2010/main" type="inkDrawing" rotatedBoundingBox="2301,10903 4591,9231 4676,9347 2386,11020" semanticType="callout" shapeName="Other">
            <msink:sourceLink direction="with" ref="{A9096266-2D54-48A2-8C62-72474F0FAA6A}"/>
          </msink:context>
        </emma:interpretation>
      </emma:emma>
    </inkml:annotationXML>
    <inkml:trace contextRef="#ctx0" brushRef="#br0">0 1745 1242,'0'0'27,"0"0"5,0 0 2,0 0 2,0 0-36,0-9 0,6-1 0,-6 0 0,11 0 60,-11-4 4,0-1 2,11 5 0,-6-4-9,6 4-1,0-9-1,-5 4 0,-1 0-6,0 1-1,17-1 0,-5-4 0,-12-1-17,6 1-4,11 4-1,-5-9 0,5-1-14,0 6-2,10-6-1,-4 1 0,5 0-9,5-1 10,-5 1-10,5-5 10,1 4-10,-1-9 0,1 5 0,5 0 0,-1-1 0,-4-4 0,5 0 0,5 0 0,6 0 8,-11-5 0,5 10 0,-5-5 0,5 4-8,6-4-11,0 0 3,5 0 0,-5 0 8,0 0 9,-17 0-1,17 4-8,-5-4 15,-7 10-4,1-5-1,0-1 0,0 6-10,-6 0 0,1-6 9,-6 6-9,0 0 8,0-6-8,5 6 10,0 0-10,1 4 0,-6-4 0,0-1 0,-1 1 0,1 4 0,0-4 0,0-5-13,-5 4 4,4 6-28,-10-1-6,6-4-1,-12 9 0,6-4-48,-5 4-9</inkml:trace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45.88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BBA91678-065D-4C37-882C-9ECB2E06F2F6}" emma:medium="tactile" emma:mode="ink">
          <msink:context xmlns:msink="http://schemas.microsoft.com/ink/2010/main" type="writingRegion" rotatedBoundingBox="4275,9127 5466,8876 6277,12718 5086,12969"/>
        </emma:interpretation>
      </emma:emma>
    </inkml:annotationXML>
    <inkml:traceGroup>
      <inkml:annotationXML>
        <emma:emma xmlns:emma="http://www.w3.org/2003/04/emma" version="1.0">
          <emma:interpretation id="{442CE5FB-E4C2-41A2-9801-87425023C8F8}" emma:medium="tactile" emma:mode="ink">
            <msink:context xmlns:msink="http://schemas.microsoft.com/ink/2010/main" type="paragraph" rotatedBoundingBox="4880,9018 5422,8804 5580,9204 5039,941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35E388E-AE32-4F3F-AB5E-EEB15454560F}" emma:medium="tactile" emma:mode="ink">
              <msink:context xmlns:msink="http://schemas.microsoft.com/ink/2010/main" type="line" rotatedBoundingBox="4880,9018 5422,8804 5580,9204 5039,9419"/>
            </emma:interpretation>
          </emma:emma>
        </inkml:annotationXML>
        <inkml:traceGroup>
          <inkml:annotationXML>
            <emma:emma xmlns:emma="http://www.w3.org/2003/04/emma" version="1.0">
              <emma:interpretation id="{A9096266-2D54-48A2-8C62-72474F0FAA6A}" emma:medium="tactile" emma:mode="ink">
                <msink:context xmlns:msink="http://schemas.microsoft.com/ink/2010/main" type="inkWord" rotatedBoundingBox="4880,9018 5422,8804 5580,9204 5039,9419">
                  <msink:destinationLink direction="with" ref="{32D5D8C2-228C-4C5D-89D6-F267EFC5B94B}"/>
                  <msink:destinationLink direction="with" ref="{C9A50F26-48CC-4A93-9FD0-30E3369CB38D}"/>
                </msink:context>
              </emma:interpretation>
              <emma:one-of disjunction-type="recognition" id="oneOf0">
                <emma:interpretation id="interp0" emma:lang="en-AU" emma:confidence="0">
                  <emma:literal>w</emma:literal>
                </emma:interpretation>
                <emma:interpretation id="interp1" emma:lang="en-AU" emma:confidence="0">
                  <emma:literal>W</emma:literal>
                </emma:interpretation>
                <emma:interpretation id="interp2" emma:lang="en-AU" emma:confidence="0">
                  <emma:literal>u</emma:literal>
                </emma:interpretation>
                <emma:interpretation id="interp3" emma:lang="en-AU" emma:confidence="0">
                  <emma:literal>U</emma:literal>
                </emma:interpretation>
                <emma:interpretation id="interp4" emma:lang="en-AU" emma:confidence="0">
                  <emma:literal>iv</emma:literal>
                </emma:interpretation>
              </emma:one-of>
            </emma:emma>
          </inkml:annotationXML>
          <inkml:trace contextRef="#ctx0" brushRef="#br0">-2 96 1634,'0'0'36,"0"0"7,0 0 1,0 0 3,0 0-38,0 0-9,0 0 0,0 0 0,0 0 48,0 19 8,0-4 2,6 9 0,-1 5-32,1-4-6,-1-1-2,1 5 0,-1-4-5,1-1-1,-1 5 0,-5-4 0,0-6 1,6 1 0,-6-20 0,5 14 0,-5 6-13,0-10 0,0 4 8,0-14-8,0 0 0,0 0 9,0 0-9,0 0 8,22 5 40,-6-10 8,6 0 2,-16-4 0,10-1-108,1 0-22,-1-4-4,-16-6 0,17 1 52,-6 4 10,0-9 2,-11 14 1,0 10 1,5-15 0,1 5 0,-6 10 0,0 0-7,0 0-2,0 0 0,0 0 0,0 0 3,11 10 1,0 5 0,-1-5 0,1-1 15,6 1 0,-6 0 0,0 0 0,0-1 0,0 1 0,5-5 0,-16-5 0,17 5 12,-6 0 6,5-10 1,-5 5 0,-11 0 14,11-5 3,0 0 1,0 0 0,-11 5 12,11-14 3,0-1 0,0-5 0,5-4-7,-5 0-1,-5 4 0,5-4 0,-6-5-9,6 4-3,-5-4 0,-1 5 0,-5-1-9,0 6-3,-5-6 0,-6 6 0,0-1-57,5 6-12,-5-1-3,-11 5-1001</inkml:trace>
        </inkml:traceGroup>
      </inkml:traceGroup>
    </inkml:traceGroup>
    <inkml:traceGroup>
      <inkml:annotationXML>
        <emma:emma xmlns:emma="http://www.w3.org/2003/04/emma" version="1.0">
          <emma:interpretation id="{915F6D49-1E80-4F78-A76A-FFFDC8A9D880}" emma:medium="tactile" emma:mode="ink">
            <msink:context xmlns:msink="http://schemas.microsoft.com/ink/2010/main" type="paragraph" rotatedBoundingBox="4962,12382 5965,12170 6088,12758 5086,129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874940F-726F-4C41-8557-7FE481F82C21}" emma:medium="tactile" emma:mode="ink">
              <msink:context xmlns:msink="http://schemas.microsoft.com/ink/2010/main" type="line" rotatedBoundingBox="4962,12382 5965,12170 6088,12758 5086,12969"/>
            </emma:interpretation>
          </emma:emma>
        </inkml:annotationXML>
        <inkml:traceGroup>
          <inkml:annotationXML>
            <emma:emma xmlns:emma="http://www.w3.org/2003/04/emma" version="1.0">
              <emma:interpretation id="{41592315-191D-4CFE-896C-6E9A177A5097}" emma:medium="tactile" emma:mode="ink">
                <msink:context xmlns:msink="http://schemas.microsoft.com/ink/2010/main" type="inkWord" rotatedBoundingBox="4962,12382 5965,12170 6088,12758 5086,12969">
                  <msink:destinationLink direction="with" ref="{C9A50F26-48CC-4A93-9FD0-30E3369CB38D}"/>
                </msink:context>
              </emma:interpretation>
              <emma:one-of disjunction-type="recognition" id="oneOf1">
                <emma:interpretation id="interp5" emma:lang="en-AU" emma:confidence="0">
                  <emma:literal>CF</emma:literal>
                </emma:interpretation>
                <emma:interpretation id="interp6" emma:lang="en-AU" emma:confidence="0">
                  <emma:literal>(F</emma:literal>
                </emma:interpretation>
                <emma:interpretation id="interp7" emma:lang="en-AU" emma:confidence="0">
                  <emma:literal>cF</emma:literal>
                </emma:interpretation>
                <emma:interpretation id="interp8" emma:lang="en-AU" emma:confidence="0">
                  <emma:literal>EF</emma:literal>
                </emma:interpretation>
                <emma:interpretation id="interp9" emma:lang="en-AU" emma:confidence="0">
                  <emma:literal>OF</emma:literal>
                </emma:interpretation>
              </emma:one-of>
            </emma:emma>
          </inkml:annotationXML>
          <inkml:trace contextRef="#ctx0" brushRef="#br0" timeOffset="1366.74">300 3464 633,'0'0'56,"0"0"-44,0 0-12,0 0 0,0 0 232,-11-5 45,5-4 9,6 9 2,-5 0-141,-6-5-28,5 0-6,-5 5-1,11 0-51,-10 0-10,-7 5-3,6 0 0,-11-1-20,6 1-4,10 5 0,-16 0-1,6 0-14,5 4-9,-6 1 12,1 4-12,16 1 0,0 4 0,-11 1 0,11-6 0,0 5-9,-11 1 9,11-6-8,0 1 8,0-1-8,0 1 8,11-1-8,-11-4 8,0 4-32,0-4 0,0 0-1,5 4 0,1-4 33,5-1 0,5-4 0,-5 0 0,11-5 0,0 5-8,-11-6 8,6 1 0,5-5-54,-6 0-7,0 0-2,1 0 0,-1-5-78,1 1-16,10-11-3,1-9-550</inkml:trace>
          <inkml:trace contextRef="#ctx0" brushRef="#br0" timeOffset="1632.6599">591 3435 1728,'0'0'38,"0"0"8,0 0 2,0 0 0,0 0-39,0 0-9,0 0 0,0 0 0,0 0 118,5 5 22,-5-5 4,5 14 0,1-4-88,-6 5-17,5-1-4,-5 1-1,6 0-2,-1-1 0,1 6 0,-1-1 0,1 6-19,-1-6-4,1 6-1,-1-1 0,1 0-28,5 1-5,-11-6-2,5 6 0,1 4 27,-6-5 0,5 1 0,6-6 0,-11 5-56,6-4-7,-1-5-1,1-1 0,-6-4-174,5 0-35,-5-10-7,0 0-2</inkml:trace>
          <inkml:trace contextRef="#ctx0" brushRef="#br0" timeOffset="1881.26">629 3454 1792,'0'0'40,"0"0"8,0 0 1,0 0 1,0 0-40,11 0-10,0-4 0,11 4 0,-22 0 78,5-5 14,12 5 2,-1-5 1,1 0-23,-6 5-5,5-5-1,6 5 0,-6-5-22,6 5-5,-5 0-1,-1-5 0,1 5-27,-6-5-11,-11 5 8,0 0-8,22 0 0,-6 0-11,-5 0 1,0 0 0,-11 0-64,0 0-13,16 0-2,-16 0-594,0 0-118</inkml:trace>
          <inkml:trace contextRef="#ctx0" brushRef="#br0" timeOffset="2106.25">766 3669 172,'0'0'16,"0"0"-16,0 0 0,0 0 0,0 0 362,0 0 70,0 0 13,16 5 3,-5 0-248,6-5-51,-1 0-9,1 0-3,-1-5-50,-16 5-11,6-5-1,10 0-1,6-5-47,0 5-10,-6 1-1,6-1-1,6-5-15,-6 5-12,0-5 3,0 1-757,-6 4-151</inkml:trace>
        </inkml:traceGroup>
      </inkml:traceGroup>
    </inkml:traceGroup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46.78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9A50F26-48CC-4A93-9FD0-30E3369CB38D}" emma:medium="tactile" emma:mode="ink">
          <msink:context xmlns:msink="http://schemas.microsoft.com/ink/2010/main" type="inkDrawing" rotatedBoundingBox="2388,11187 4652,12580 4628,12620 2363,11227" semanticType="callout" shapeName="Other">
            <msink:sourceLink direction="with" ref="{A9096266-2D54-48A2-8C62-72474F0FAA6A}"/>
            <msink:sourceLink direction="with" ref="{41592315-191D-4CFE-896C-6E9A177A5097}"/>
          </msink:context>
        </emma:interpretation>
      </emma:emma>
    </inkml:annotationXML>
    <inkml:trace contextRef="#ctx0" brushRef="#br0">37 42 230,'0'0'20,"0"0"-20,-6-5 0,6 5 0,0 0 184,0 0 32,-11-5 6,11 5 2,0 0-77,-5-5-15,5-4-4,-11 4 0,11 5-27,0 0-5,0-5-2,0 5 0,-6-10-20,6 10-4,0 0-1,0 0 0,0 0-28,0 0-5,0 0-2,0 0 0,0 0-22,17 5-4,-17-5 0,11 15-8,5-6 0,1 6-12,-1 0 0,0-1 0,-10 1 29,10-1 7,1 1 0,5 0 1,0 4-17,5-4-8,11 4 8,-10-4-8,-1 4-18,12 1-9,-12-1-1,12 1-1,-7-1 48,7 1 9,-6-1 3,5 6 0,0-1-31,1 1 0,-1-1 0,1 5 0,-1-4-8,0 4 8,1 0 0,-1-5 0,6 6 0,0-6 0,5 0 0,-5 6 0,6-1-12,-7 0 2,7-4 0,-1 4 0,-5-5 10,0 1-12,0-1 12,0 5-12,-1-4 12,-4 4-13,10-5 5,-10 1 8,5-6 0,-6 5 0,0-4 0,6 4 0,-5 1 0,4-6 0,7 6 0,-12-1 0,-5-5-10,0 6 10,5-6 0,-5 6-9,-11-6 9,6 1 0,-1-1 0,0 1 0,-10-6 0,5-4 0,-17 5 0,6-1 0,6-4 0,-17-10 0,0 0 0,16 10 0,-16-10 23,17 5 6,-17-5 2,0 0 0,0 0-50,0 0-9,0 0-3,0 0 0,0 0 31,0 0 0,0 0 0,0 0 0,0 0 0,0 0 0,0 0 0,0 0 0,0 0-57,0 0-6,0 0-1,0 0 0</inkml:trace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54.76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FEE4203-9EC2-4ACD-A58A-C8CD939D87D8}" emma:medium="tactile" emma:mode="ink">
          <msink:context xmlns:msink="http://schemas.microsoft.com/ink/2010/main" type="inkDrawing" rotatedBoundingBox="5726,8505 7815,7588 8169,8395 6080,9312" hotPoints="6500,8667 7797,7159 -2147483648,-2147483648" semanticType="enclosure" shapeName="IsoscelesTriangle">
            <msink:destinationLink direction="with" ref="{D7A29F5A-B83A-4631-982B-BEC7DE4925EA}"/>
          </msink:context>
        </emma:interpretation>
      </emma:emma>
    </inkml:annotationXML>
    <inkml:trace contextRef="#ctx0" brushRef="#br0">-1 1301 345,'0'0'31,"0"0"-31,0 0 0,0 0 0,0 0 181,0 0 31,0 0 5,0 0 2,0 0-107,0 0-22,0 0-4,0 0-1,0 0-22,0 0-5,0 0-1,0 0 0,-5-10-12,5 10-2,5-4-1,11-6 0,-10 0-16,5 0-3,0-4-1,5 4 0,1 0-13,-1 0-9,1-4 12,10 4-12,-10-5 10,4 1-10,7-1 8,-12 1-8,6-6 16,6 1-1,-1-1-1,-5 1 0,0-1 2,5-4 0,1-1 0,-1-4 0,6 5-4,-5-1-1,5-4 0,-1 5 0,7-6-3,-6 6-8,11-5 12,-6 4-4,-5-4-8,5 5 12,-5 4-12,6-4 12,-1 0-12,0 4 0,1-4 0,5-1 8,-6 1-8,0 0 0,6-1 0,-5 1 0,-6 0 0,-1-6 0,7 6 0,5 0 0,-6-6 0,0 6 10,6 0-10,-5-1 10,-1 6-10,1-6 0,-1 11 9,-5-1-9,-6-4 0,1-6 0,5 6 0,-1-1 8,-4 1-8,-1 4 0,-5 5 0,0-4 8,0 4-8,0 0 0,-11 5-8,5-4 8,-5 4-44,-11 5-4,0 0-1,0 0 0,0 0-68,0 0-14</inkml:trace>
    <inkml:trace contextRef="#ctx0" brushRef="#br0" timeOffset="811.4399">37 1218 874,'-11'0'39,"11"0"8,0 0-38,0 0-9,-5 5 0,-1-5 0,6 5 78,0-5 14,0 0 2,0 0 1,-16 0-26,16 0-5,0 0 0,0 0-1,0 0 1,0 0 1,0 0 0,0 0 0,0 0-17,0 0-3,0 0-1,0 0 0,22-5 44,-6 5 9,1-5 2,-1 5 0,1 0-109,5-5-22,-11 1-4,5-1 0,-16 5 46,28-5 10,-1 0 1,-5 5 1,0-10-7,0 5-2,5 0 0,-5 1 0,6-6-5,-1 0-8,0 5 11,1 0-11,-1 0 12,6 1-4,-5-6 0,4 0-8,1 0 16,0 1-3,6-1-1,-12 5 0,6-5-12,0 5 0,0-9 0,5 9 0,-5-5 0,5 5 0,1 0 0,-1-4 0,1-1 8,-1 5-8,0-5 0,1 10 0,-6 0 0,0-5 0,-6 0 0,6 5 0,0 0 0,0-4 0,-6 4 0,1 0 0,-1 0 0,6 0 0,0 0 0,-6 0 0,6 0 0,-5 4 0,-1-4 0,0 0 0,1 0 8,5 0-8,-6-4 0,1 4 0,-7-5 0,1 0 0,0 5 0,6 0 0,-12 0 0,1 0 0,-1-5 0,1 5 0,-1-5 8,0 5-8,1-5 0,-1 5 0,1 0 8,-17 0-8,0 0 0,11-5 0,-11 5 0,0 0 0,0 0-13,0 0 4,0 0-86,0 0-17,0 0-3</inkml:trace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56.44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7A29F5A-B83A-4631-982B-BEC7DE4925EA}" emma:medium="tactile" emma:mode="ink">
          <msink:context xmlns:msink="http://schemas.microsoft.com/ink/2010/main" type="inkDrawing" rotatedBoundingBox="5954,8864 8124,9755 8090,9838 5920,8947" semanticType="callout" shapeName="Other">
            <msink:sourceLink direction="with" ref="{5FEE4203-9EC2-4ACD-A58A-C8CD939D87D8}"/>
            <msink:sourceLink direction="with" ref="{CC3D4E31-8A4D-4E2E-9E89-FC9B0651D71C}"/>
          </msink:context>
        </emma:interpretation>
      </emma:emma>
    </inkml:annotationXML>
    <inkml:trace contextRef="#ctx0" brushRef="#br0">0 18 576,'11'0'51,"-11"0"-41,0 0-10,0 0 0,6 0 164,-6 0 32,0 0 5,0 0 2,0 0-78,0 0-15,5-5-3,-5 0-1,6 5-38,-1-5-7,6 0-1,0 5-1,6 0-5,-12 0-1,6 5 0,0 0 0,0-5-21,0 5-5,-11-5-1,22 5 0,0 4-9,-11 1-1,0 0-1,5 4 0,1-4-4,-1 5-1,6-1 0,-5-4 0,-1 0-10,6 0 0,0 4 0,0 1 0,0-10 0,0 5 0,0-1 0,0 1 0,11 5 0,-12-6 0,7 1 0,5 0 8,0 0-8,-6 4 0,6 1 0,-6 0 0,-5-1 0,6 1 0,5-5 0,-17 4-11,17 1 11,-6 4 0,1-9 0,-1 5 0,1-6 0,-1 6 0,1-5 0,-1 4-8,0 1 8,-5 0 0,0-1 0,6-4-8,5 5 8,-17-6 0,11 1 0,1 0-8,-1-5 8,1 5 0,5-1 0,-11 1 0,5-5 0,0 0 0,6 0-9,0 4 9,-5-4 0,-1 0 0,6 5 8,-6 0-8,6-5 0,0 9 0,-11-4 0,11 0 0,-6-1-11,1 1-4,-1 0-1,1 0 0,-12 4 16,6-4 0,0 0 0,5 0 0,-10-6 0,5 6 0,-6 0 0,6 0 0,0-5 0,0-1 0,-5 6 0,-1-5 0,0 0 0,1 0 0,-6 5 0,11-6 0,-6 1 0,1 0 0,-6 0 0,-11-5 0,0 0 0,11 5-9,5 0 9,1 0-8,-17-5-20,0 0-4,0 0-1,0 0 0,5 5-55,-5-5-10,0 0-2</inkml:trace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57.668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B94ADFB-7B19-4605-8BE1-5342C44C8CDE}" emma:medium="tactile" emma:mode="ink">
          <msink:context xmlns:msink="http://schemas.microsoft.com/ink/2010/main" type="writingRegion" rotatedBoundingBox="9124,7097 9801,13901 8687,14012 8009,7208"/>
        </emma:interpretation>
      </emma:emma>
    </inkml:annotationXML>
    <inkml:traceGroup>
      <inkml:annotationXML>
        <emma:emma xmlns:emma="http://www.w3.org/2003/04/emma" version="1.0">
          <emma:interpretation id="{928467D8-10E6-44DF-8140-5FABE912A3D8}" emma:medium="tactile" emma:mode="ink">
            <msink:context xmlns:msink="http://schemas.microsoft.com/ink/2010/main" type="paragraph" rotatedBoundingBox="9124,7097 9801,13901 8687,14012 8009,72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CC18009-CEA1-430F-B804-3F3A18BC0B50}" emma:medium="tactile" emma:mode="ink">
              <msink:context xmlns:msink="http://schemas.microsoft.com/ink/2010/main" type="line" rotatedBoundingBox="9124,7097 9801,13901 8687,14012 8009,7208"/>
            </emma:interpretation>
          </emma:emma>
        </inkml:annotationXML>
        <inkml:traceGroup>
          <inkml:annotationXML>
            <emma:emma xmlns:emma="http://www.w3.org/2003/04/emma" version="1.0">
              <emma:interpretation id="{40BD5BD8-E28B-4E2C-AD28-CFDFAF93058E}" emma:medium="tactile" emma:mode="ink">
                <msink:context xmlns:msink="http://schemas.microsoft.com/ink/2010/main" type="inkWord" rotatedBoundingBox="8697,7090 9025,8597 8487,8714 8159,7207"/>
              </emma:interpretation>
              <emma:one-of disjunction-type="recognition" id="oneOf0">
                <emma:interpretation id="interp0" emma:lang="en-AU" emma:confidence="0">
                  <emma:literal>Mr</emma:literal>
                </emma:interpretation>
                <emma:interpretation id="interp1" emma:lang="en-AU" emma:confidence="0">
                  <emma:literal>M 5</emma:literal>
                </emma:interpretation>
                <emma:interpretation id="interp2" emma:lang="en-AU" emma:confidence="0">
                  <emma:literal>M E</emma:literal>
                </emma:interpretation>
                <emma:interpretation id="interp3" emma:lang="en-AU" emma:confidence="0">
                  <emma:literal>M 4</emma:literal>
                </emma:interpretation>
                <emma:interpretation id="interp4" emma:lang="en-AU" emma:confidence="0">
                  <emma:literal>or</emma:literal>
                </emma:interpretation>
              </emma:one-of>
            </emma:emma>
          </inkml:annotationXML>
          <inkml:trace contextRef="#ctx0" brushRef="#br0">22 42 1432,'-22'-4'64,"22"4"12,0 0-60,0 0-16,0 0 0,0 0 0,0 0 89,11 0 15,6 0 4,-6-5 0,-11 5-19,11-5-3,22 0-1,-17 0 0,1 5-31,-1 0-6,6-5-2,5 0 0,1 5-18,-1 0-3,-10-5-1,5 1 0,16 4-12,-16 0-4,-11 0 0,5 0 0,6 0-8,-5 0 0,-12 0 0,-5 0 0,0 0-34,0 0-2,11 4-1,-11-4 0,-11 5-31,11-5-7,0 0-1,0 0 0,0 0 7,-11 0 1,11 0 0,0 0 0,0 0 22,0 0 5,-11 5 1,0 0 0,11-5 28,0 0 12,-11 0-11,6 0 11,5 0 0,0 0 0,0 0 0,-17 15 10,-5-6 8,11 1 2,11-10 0,0 0 0,-10 15 9,4-1 3,12 1 0,4 0 0,7-6-19,-12 6-3,-5 0-1,11-1 0,6 1 15,-1 0 4,-10-1 0,-1 1 0,6-5 3,-5 4 1,-6 6 0,0-1 0,-11-9-4,5 5-1,12-6 0,-12 11 0,-10-6 2,5 1 1,16 0 0,-5-1 0,-11-4 2,0 0 1,0-5 0,6 4 0,5-9-7,-6 10-2,-21-5 0,16 0 0,11-5-6,-11 0-2,-11 0 0,0 0 0,0 0-16,6-5 0,-1 5 0,-5-5 0,1-5-27,4 6-9,17 4-1,-11-5-1,-5 0-46,5 5-10,11 0-2</inkml:trace>
          <inkml:trace contextRef="#ctx0" brushRef="#br0" timeOffset="664.01">286 930 1594,'0'0'71,"-6"5"14,-5-1-68,6-4-17,5 0 0,0 0 0,-22 10 77,11 0 12,11-10 3,16 14 0,-5 6-42,-11-5-8,-11-1-2,17 6 0,5-11-28,-6 11-12,-10-5 8,-1 9-8,17-9 0,-5 4 0,-12-4 0,6 4 0,0-4 0,0-1 0,0-14 0,-5 10 0,-12-5 0,12 5 8,5-10-8,0 0 0,0 0 0,0 0 0,0 0 0,11-10 0,5 0 0,-10 1 0,-12-6-9,6 0 9,17 1-13,-6-1 4,-11 0 1,5-4 0,0 4 8,6-4 0,-5 4 0,-1 1-8,-10-1 8,10 5 0,6 0 0,-5 1 0,-6 9 0,0 0 0,11-10 0,-11 10 0,0 0 0,0 0 0,0 0 0,16 10 0,6-5 8,-5 4-8,-17 1 10,5 5-10,6-1 0,0 1 0,-11 0 0,0-1 0,-5 1 0,5 4 0,5-4 0,1 0 0,-12-1 0,6 1 0,17-1 0,-12-4 0,-5-10 0,0 0 0,0 0 0,11 10 0,0 0 0,-11-10 0,0 0 0,0 0 0,16-5 0,-5 5 0,-11 0 0,0 0 0,11-20 0,0 6 0,0-1 0,-5-4 0,-6 4 0,5-5 0,17 1 0,-11-1 0,-5 6 13,5-6-3,0 6-1,0-1 0,5 5 19,-5 5 3,-11 5 1,16-4 0,6-1-4,-5 5 0,-17 0 0,11 14 0,5-14-4,1 10-2,-12 5 0,6 4 0,-11 6-8,0-1-2,0 10 0,0-5 0,0 5-12,6 1 0,-6-1-12,5 5 12,6-5-60,-11 0-4,6-5-2,5 0-938</inkml:trace>
        </inkml:traceGroup>
        <inkml:traceGroup>
          <inkml:annotationXML>
            <emma:emma xmlns:emma="http://www.w3.org/2003/04/emma" version="1.0">
              <emma:interpretation id="{CC3D4E31-8A4D-4E2E-9E89-FC9B0651D71C}" emma:medium="tactile" emma:mode="ink">
                <msink:context xmlns:msink="http://schemas.microsoft.com/ink/2010/main" type="inkWord" rotatedBoundingBox="8587,9431 9452,9773 9264,10250 8398,9908">
                  <msink:destinationLink direction="with" ref="{D7A29F5A-B83A-4631-982B-BEC7DE4925EA}"/>
                </msink:context>
              </emma:interpretation>
              <emma:one-of disjunction-type="recognition" id="oneOf1">
                <emma:interpretation id="interp5" emma:lang="en-AU" emma:confidence="0">
                  <emma:literal>E</emma:literal>
                </emma:interpretation>
                <emma:interpretation id="interp6" emma:lang="en-AU" emma:confidence="0">
                  <emma:literal>e</emma:literal>
                </emma:interpretation>
                <emma:interpretation id="interp7" emma:lang="en-AU" emma:confidence="0">
                  <emma:literal>*</emma:literal>
                </emma:interpretation>
                <emma:interpretation id="interp8" emma:lang="en-AU" emma:confidence="0">
                  <emma:literal>X</emma:literal>
                </emma:interpretation>
                <emma:interpretation id="interp9" emma:lang="en-AU" emma:confidence="0">
                  <emma:literal>K</emma:literal>
                </emma:interpretation>
              </emma:one-of>
            </emma:emma>
          </inkml:annotationXML>
          <inkml:trace contextRef="#ctx0" brushRef="#br0" timeOffset="1200.3799">472 2416 230,'33'20'10,"-28"-20"2,1 0-12,-6-5 0,-6-5 0,12 1 0,-1 4 412,1-5 80,-23 5 16,17 5 4,0 0-332,0 0-67,-5-10-13,-6 5-2,0 1-54,0 8-12,0 1-1,-11 0-1,0 5-9,6 0-1,5 4-1,0 6 0,-11-1-19,0 1 0,5-1 0,12 1 0,10 4 0,-5 1 0,-11-1 0,11 0-9,22 1 9,-5-6-8,-1 6 8,-5-1-8,-5-5 8,5 1-8,-6-1 8,6-4-8,-5 5 8,5-6-13,11-4 5,-6-5 8,-5 5-40,5-10 0,6 4 0,6-4 0,-6-4-46,0-1-10,0-5-1,5-5-551,0 1-111</inkml:trace>
          <inkml:trace contextRef="#ctx0" brushRef="#br0" timeOffset="1489.1599">949 2509 518,'-38'10'23,"38"-10"5,11 0-28,-11 0 0,-17 5 0,6 0 0,11-5 288,0 0 53,-5 9 11,-12 6 1,-5 0-225,11-6-44,11 6-10,-5 4-2,-11-4-41,-1 9-9,6-4-2,11 9 0,6-4-9,-6-1-3,5 5 0,6 0 0,5-4-8,1 4 0,-12-5 0,12 1 0,5-6 0,5 6 0,-16-11 0,0 6 0,0-6 0,6 1 0,5-10 0,-6 5 0,-16-10-8,0 0 8,22-5 0,0 0 0,-17-5 16,6-4 8,11-6 2,6-4 0,-1-6 36,-10-4 7,-12 5 2,11 0 0,6-5-7,-11 4-2,-11-4 0,0 5 0,6 0-30,-6 4-7,-11 1-1,-6 0 0,-10 4-14,0 1-10,5 4 12,-6 0-12,-10 11-10,-1 4-9,12 4-1,-6 11-1,0 5-55,-5-1-10,5 10-2,0 5-1043</inkml:trace>
        </inkml:traceGroup>
        <inkml:traceGroup>
          <inkml:annotationXML>
            <emma:emma xmlns:emma="http://www.w3.org/2003/04/emma" version="1.0">
              <emma:interpretation id="{0728C55C-4A26-4026-B8D9-432EB5900AE2}" emma:medium="tactile" emma:mode="ink">
                <msink:context xmlns:msink="http://schemas.microsoft.com/ink/2010/main" type="inkWord" rotatedBoundingBox="9384,11143 9521,12517 8547,12613 8411,11239">
                  <msink:destinationLink direction="with" ref="{FB6AA469-1DB8-4E52-B15D-C4AD149120B8}"/>
                </msink:context>
              </emma:interpretation>
              <emma:one-of disjunction-type="recognition" id="oneOf2">
                <emma:interpretation id="interp10" emma:lang="en-AU" emma:confidence="0">
                  <emma:literal>M</emma:literal>
                </emma:interpretation>
                <emma:interpretation id="interp11" emma:lang="en-AU" emma:confidence="0">
                  <emma:literal>m</emma:literal>
                </emma:interpretation>
                <emma:interpretation id="interp12" emma:lang="en-AU" emma:confidence="0">
                  <emma:literal>n</emma:literal>
                </emma:interpretation>
                <emma:interpretation id="interp13" emma:lang="en-AU" emma:confidence="0">
                  <emma:literal>N</emma:literal>
                </emma:interpretation>
                <emma:interpretation id="interp14" emma:lang="en-AU" emma:confidence="0">
                  <emma:literal>a</emma:literal>
                </emma:interpretation>
              </emma:one-of>
            </emma:emma>
          </inkml:annotationXML>
          <inkml:trace contextRef="#ctx0" brushRef="#br0" timeOffset="4243.88">236 4093 1209,'0'0'108,"0"0"-87,0 0-21,0 0 0,22 0 118,-22 0 19,0 0 4,0 0 1,17-5-15,-17 5-3,0 0-1,0 0 0,16-4-36,6-1-7,5 0-2,-10 0 0,-17 5-24,0 0-5,27-5-1,1 0 0,-6 0-24,-6 5-6,-16 0-1,27 0 0,6 0-17,-11 0 0,-22 0 0,0 0 0,22 0-12,0 5-7,-22-5-1,0 0 0,0 0-32,0 0-8,0 0 0,0 0-1,0 10-40,0 0-8,0-10-2,-5 14 0,-6-4 24,5 0 5,6-10 1,0 0 0,-5 10 47,-1-1 10,1 1 1,5-10 1,5 10 22,-5 4 0,0-4 0,0 5 0,-11-5 12,6-1 6,-1 1 2,1 0 0,-6 0 10,11 4 2,0-4 1,0 5 0,-6-1-5,6 1-2,11-1 0,0 1 0,0 0 10,-5-1 3,5 1 0,0 0 0,11-6 5,-6 1 2,-10 0 0,5 0 0,0-1-2,0 1 0,-11-10 0,0 10 0,-11-5-9,11-5-3,11 9 0,-11-9 0,-6 10 1,6-10 0,0 0 0,-5 5 0,-1 5-7,-5-5-2,6 0 0,-6-1 0,11-4-11,-11 0-2,-17 0-1,12 0 0,10 5-10,-10-5 0,-6 0 0,0 0 0,0-5-65,0 5-12,6 5-3,-6-5-677,-11 0-136</inkml:trace>
        </inkml:traceGroup>
        <inkml:traceGroup>
          <inkml:annotationXML>
            <emma:emma xmlns:emma="http://www.w3.org/2003/04/emma" version="1.0">
              <emma:interpretation id="{DCF63214-55C9-494F-B5D9-04A03F3497F7}" emma:medium="tactile" emma:mode="ink">
                <msink:context xmlns:msink="http://schemas.microsoft.com/ink/2010/main" type="inkWord" rotatedBoundingBox="8907,12077 9536,12102 9521,12517 8891,12492">
                  <msink:destinationLink direction="with" ref="{FB6AA469-1DB8-4E52-B15D-C4AD149120B8}"/>
                </msink:context>
              </emma:interpretation>
              <emma:one-of disjunction-type="recognition" id="oneOf3">
                <emma:interpretation id="interp15" emma:lang="en-AU" emma:confidence="0">
                  <emma:literal>8</emma:literal>
                </emma:interpretation>
                <emma:interpretation id="interp16" emma:lang="en-AU" emma:confidence="0">
                  <emma:literal>W</emma:literal>
                </emma:interpretation>
                <emma:interpretation id="interp17" emma:lang="en-AU" emma:confidence="0">
                  <emma:literal>w</emma:literal>
                </emma:interpretation>
                <emma:interpretation id="interp18" emma:lang="en-AU" emma:confidence="0">
                  <emma:literal>s</emma:literal>
                </emma:interpretation>
                <emma:interpretation id="interp19" emma:lang="en-AU" emma:confidence="0">
                  <emma:literal>E</emma:literal>
                </emma:interpretation>
              </emma:one-of>
            </emma:emma>
          </inkml:annotationXML>
          <inkml:trace contextRef="#ctx0" brushRef="#br0" timeOffset="4951.96">730 4912 1749,'0'0'77,"0"0"17,0 0-75,0 0-19,0 10 0,0 5 0,5-1 61,1 1 9,-12 0 2,6 4 0,0 1-36,0-1-8,6 5 0,-6 1-1,-6-1-16,6 5-3,6-4-8,-6-1 12,-6 1-12,6-1 0,6-5 0,5-4 0,-6 0 0,1-6 0,-6-9 8,0 0-8,11 10 0,-11-10 0,0 0 0,0 0 0,0 0 0,0 0 0,0-10-8,-6-4 8,6 4 0,6-9-8,-1-1 8,-5 1 0,-11-1 0,11 1 0,6-1 0,5 1 0,-11-6 0,5 6 0,1 4 0,5 0 0,5 6 10,-11-1-10,-5 10 10,0 0-10,17-5 0,-17 5 0,0 0 0,0 0 0,0 0 0,11 10 8,0 0-8,-6 4 0,-10-4 0,10 5 0,12-1-12,-6 1 12,-17-5 0,12 4 0,5-4 0,5 0 0,-5-1-10,-5 1 10,-6-10-8,16 10 8,1-10 0,-17 0 0,0 0 0,0 0 0,16 0 15,0 0-2,-16 0 0,6-10 0,-6 0 7,5 1 0,6-6 1,0 0 0,-16 1 7,5-1 0,11 1 1,0-1 0,-11 0 14,11-4 2,0 4 1,11 1 0,5-1-11,-10 5-3,-17 10 0,16-10 0,6 6 0,-6 4 0,-16 0 0,0 0 0,11 4-22,6 11-10,-1 0 8,-5 4-8,-5 6 11,-1-1-3,6 0-8,-11 6 12,0-6-12,6 0-8,-1 6 8,6-6-13,0 0-43,-5-4-8,-1 4-1,6 1-714,0-6-142</inkml:trace>
        </inkml:traceGroup>
        <inkml:traceGroup>
          <inkml:annotationXML>
            <emma:emma xmlns:emma="http://www.w3.org/2003/04/emma" version="1.0">
              <emma:interpretation id="{73E7DE1A-36DB-4511-AAE7-2DFB3262D6CC}" emma:medium="tactile" emma:mode="ink">
                <msink:context xmlns:msink="http://schemas.microsoft.com/ink/2010/main" type="inkWord" rotatedBoundingBox="9538,13517 9578,13923 8693,14011 8652,13605">
                  <msink:destinationLink direction="with" ref="{AA02FA95-718C-4320-BF86-A5561F806AEE}"/>
                </msink:context>
              </emma:interpretation>
              <emma:one-of disjunction-type="recognition" id="oneOf4">
                <emma:interpretation id="interp20" emma:lang="en-AU" emma:confidence="0">
                  <emma:literal>8</emma:literal>
                </emma:interpretation>
                <emma:interpretation id="interp21" emma:lang="en-AU" emma:confidence="0">
                  <emma:literal>E</emma:literal>
                </emma:interpretation>
                <emma:interpretation id="interp22" emma:lang="en-AU" emma:confidence="0">
                  <emma:literal>X</emma:literal>
                </emma:interpretation>
                <emma:interpretation id="interp23" emma:lang="en-AU" emma:confidence="0">
                  <emma:literal>*</emma:literal>
                </emma:interpretation>
                <emma:interpretation id="interp24" emma:lang="en-AU" emma:confidence="0">
                  <emma:literal>¢</emma:literal>
                </emma:interpretation>
              </emma:one-of>
            </emma:emma>
          </inkml:annotationXML>
          <inkml:trace contextRef="#ctx0" brushRef="#br0" timeOffset="5799.92">1125 6375 1728,'22'9'76,"-22"-9"16,-17 5-73,17-5-19,0 0 0,0 0 0,-5 10 106,-1 5 18,-10 4 3,10-4 1,12 4-52,-12 1-9,-10 4-3,10-4 0,12-1-39,5 6-8,-11-6-1,0 5-1,-6 1-15,12-6 0,10-4 8,1 4-8,-12 1-11,6-10-5,11-1 0,-6 6-1,6-10 17,-5 0 0,-6-5 0,11 5 0,5-5 0,-10 0 0,-17 0 0,16-5 0,6-5 0,-11-5 0,-6 6 0,1-6 0,5-4 48,0-1 12,-6 1 4,1-6 0,-12 1 0,6 4 0,0-4 0,-5 0 0,-6 4-52,0-4-12,-6 4 0,7 1 0,-1-1 0,-17 6 0,-5 4 0,6 0 0,16 5 0,-11 10 0,-16 0 0,10 5 0,6 4-120,0 1-26,-5 4-6,10 1-975</inkml:trace>
          <inkml:trace contextRef="#ctx0" brushRef="#br0" timeOffset="5492.4399">741 6487 921,'-22'0'82,"22"0"-66,0 0-16,0 0 0,-17 0 256,6-5 48,11 5 10,-5-10 2,-6 5-153,0 0-31,-5 5-5,5 0-2,11 0-69,-11 10-13,-6-5-3,1 5-1,10 0-16,-5-1-3,-11 6-1,6 0 0,5 4-7,5-4-2,1-6 0,-1 6 0,-10 0-31,16-1-7,5-4 0,1 5-1,-12 4 45,12-4 8,5 4 3,5 1 0,1-6-27,-1 6 0,-5-1 8,11-9-8,0 5 0,0-10-12,-11 4 2,11 1 1,0-10-15,5 0-4,-5 0 0,0-5 0,-11 0-36,6 1-8,15-11-2,-10-5-657,-5 1-131</inkml:trace>
        </inkml:traceGroup>
      </inkml:traceGroup>
    </inkml:traceGroup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5:59.91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B6AA469-1DB8-4E52-B15D-C4AD149120B8}" emma:medium="tactile" emma:mode="ink">
          <msink:context xmlns:msink="http://schemas.microsoft.com/ink/2010/main" type="inkDrawing" rotatedBoundingBox="6646,12456 7914,11696 7948,11752 6680,12512" semanticType="callout" shapeName="Other">
            <msink:sourceLink direction="with" ref="{0728C55C-4A26-4026-B8D9-432EB5900AE2}"/>
            <msink:sourceLink direction="with" ref="{DCF63214-55C9-494F-B5D9-04A03F3497F7}"/>
            <msink:sourceLink direction="with" ref="{A9654A21-7296-4C56-85FC-4EA5EE54DD27}"/>
          </msink:context>
        </emma:interpretation>
      </emma:emma>
    </inkml:annotationXML>
    <inkml:trace contextRef="#ctx0" brushRef="#br0">22 741 1090,'-6'39'48,"6"-39"11,0 0-47,0 0-12,0 0 0,0-5 0,-5 0 92,5 1 17,-6-1 3,6 5 1,6-10-12,-6 5-2,0 0-1,0-5 0,-11 6-20,11-6-4,11 0-1,11 0 0,-6 1-10,1-1-3,-1 0 0,6 0 0,0 1-19,0-1-4,0 0-1,0-5 0,5 1-8,1-1-3,-1 1 0,11-6 0,1-4-5,-6 4 0,5-4-1,-5 4 0,0-4-8,0 0-2,11-1 0,-6 1 0,0 4 6,6-9 1,6 5 0,-6-6 0,-1 6-16,1-5 0,0 4 0,5-4 0,-10 5 0,-1 4-16,-5 1 3,6 4 1,-7-4 12,-10 4-11,6 0 11,-6 6-10,0-1-38,-6 5-8,-5 5-2,-11 0-691,11-5-139</inkml:trace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6:00.516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9654A21-7296-4C56-85FC-4EA5EE54DD27}" emma:medium="tactile" emma:mode="ink">
          <msink:context xmlns:msink="http://schemas.microsoft.com/ink/2010/main" type="inkDrawing" rotatedBoundingBox="6695,12485 8389,12362 8391,12393 6697,12516" shapeName="Other">
            <msink:destinationLink direction="with" ref="{FB6AA469-1DB8-4E52-B15D-C4AD149120B8}"/>
            <msink:destinationLink direction="with" ref="{AA02FA95-718C-4320-BF86-A5561F806AEE}"/>
          </msink:context>
        </emma:interpretation>
      </emma:emma>
    </inkml:annotationXML>
    <inkml:trace contextRef="#ctx0" brushRef="#br0">-12 122 1292,'0'0'57,"0"0"12,0 0-55,0 0-14,-11 0 0,11 0 0,0 0 102,0 0 18,0 0 3,0 0 1,0 0-30,0 0-6,0 0 0,0 0-1,16-5-23,-5 5-5,11 0-1,-11 0 0,-11 0-12,16 0-2,6-5-1,6 5 0,-6-4 17,5 4 4,1 0 1,-1 0 0,0-5-65,6 5-12,-5-5-4,5 0 0,0 5 16,-1-5 0,1 0 0,0-5 10,6 6-10,-1-1 0,-5 0 0,5 0 0,1 5 0,5-5 8,-1 0-8,1 0 0,0 0 0,-5 5 0,4 0 0,-4-4 0,-1 4 0,6-5 0,0 5 0,-6 0 0,-10 0 0,10 0 0,1 0 0,-6 0 0,-6 0 0,0 0 0,12 0 0,-6-5 0,0 5 0,5-5 0,-11 5 0,6-5 0,11 5 0,-11 0 0,-11-5 0,0 0 0,0 5-12,-6 0-8,-5 0-2,-11 0 0,0 0-127,0 0-26</inkml:trace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6:01.071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A02FA95-718C-4320-BF86-A5561F806AEE}" emma:medium="tactile" emma:mode="ink">
          <msink:context xmlns:msink="http://schemas.microsoft.com/ink/2010/main" type="inkDrawing" rotatedBoundingBox="6822,12596 8289,13721 8247,13776 6779,12651" semanticType="callout" shapeName="Other">
            <msink:sourceLink direction="with" ref="{A9654A21-7296-4C56-85FC-4EA5EE54DD27}"/>
            <msink:sourceLink direction="with" ref="{73E7DE1A-36DB-4511-AAE7-2DFB3262D6CC}"/>
          </msink:context>
        </emma:interpretation>
      </emma:emma>
    </inkml:annotationXML>
    <inkml:trace contextRef="#ctx0" brushRef="#br0">43 72 1324,'-28'-63'59,"17"53"12,6 10-57,5 0-14,0 0 0,0 0 0,0 0 122,0 0 22,0 0 4,5 15 0,-5-15-67,11 15-13,-5-1-4,-6-14 0,11 10-23,5 0-5,6 9 0,-5 1-1,-1-11-8,11 6-2,1 5 0,-1-1 0,6 5-1,-5-4 0,5 4 0,5 1 0,6-1-3,-11 5-1,5-4 0,1 4 0,4 0-11,1 0-9,6-9 12,-1 9-12,-5-5-8,0 11-9,-6 4-2,6-5 0,0-10 29,0 5 6,-6 5 0,-10-9 1,-1 9-17,6-5 0,0 0-11,-6 1 11,1 4-13,-1-5 4,6-5 1,0 11 0,-6-6 0,-5 0 0,6-9 0,-1-1 0,0-4-12,-10 4-1,5-4-1,-6-5 0,6-6-29,-5 6-5,-17-10-2,0 0-595,11 5-119</inkml:trace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6:12.18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4DB8354-0CD6-4E0B-AAC0-E8517F235A26}" emma:medium="tactile" emma:mode="ink">
          <msink:context xmlns:msink="http://schemas.microsoft.com/ink/2010/main" type="writingRegion" rotatedBoundingBox="9871,6630 13538,6588 13624,14166 9956,14208"/>
        </emma:interpretation>
      </emma:emma>
    </inkml:annotationXML>
    <inkml:traceGroup>
      <inkml:annotationXML>
        <emma:emma xmlns:emma="http://www.w3.org/2003/04/emma" version="1.0">
          <emma:interpretation id="{0B13034C-705E-43E8-88A8-43F58B53573F}" emma:medium="tactile" emma:mode="ink">
            <msink:context xmlns:msink="http://schemas.microsoft.com/ink/2010/main" type="paragraph" rotatedBoundingBox="9846,6732 12036,6554 12121,7609 9931,77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124694A-8CF8-434F-B97A-0C420CF2E495}" emma:medium="tactile" emma:mode="ink">
              <msink:context xmlns:msink="http://schemas.microsoft.com/ink/2010/main" type="line" rotatedBoundingBox="9846,6732 12036,6554 12121,7609 9931,7787"/>
            </emma:interpretation>
          </emma:emma>
        </inkml:annotationXML>
        <inkml:traceGroup>
          <inkml:annotationXML>
            <emma:emma xmlns:emma="http://www.w3.org/2003/04/emma" version="1.0">
              <emma:interpretation id="{5BD8D337-27DB-4834-9753-2EC47EE538BA}" emma:medium="tactile" emma:mode="ink">
                <msink:context xmlns:msink="http://schemas.microsoft.com/ink/2010/main" type="inkWord" rotatedBoundingBox="9846,6732 12036,6554 12121,7609 9931,7787"/>
              </emma:interpretation>
              <emma:one-of disjunction-type="recognition" id="oneOf0">
                <emma:interpretation id="interp0" emma:lang="en-AU" emma:confidence="0">
                  <emma:literal>was)</emma:literal>
                </emma:interpretation>
                <emma:interpretation id="interp1" emma:lang="en-AU" emma:confidence="0">
                  <emma:literal>(w, 3)</emma:literal>
                </emma:interpretation>
                <emma:interpretation id="interp2" emma:lang="en-AU" emma:confidence="0">
                  <emma:literal>(was)</emma:literal>
                </emma:interpretation>
                <emma:interpretation id="interp3" emma:lang="en-AU" emma:confidence="0">
                  <emma:literal>(w, 37</emma:literal>
                </emma:interpretation>
                <emma:interpretation id="interp4" emma:lang="en-AU" emma:confidence="0">
                  <emma:literal>(Was)</emma:literal>
                </emma:interpretation>
              </emma:one-of>
            </emma:emma>
          </inkml:annotationXML>
          <inkml:trace contextRef="#ctx0" brushRef="#br0">94 15 1393,'0'0'30,"0"0"6,0 0 2,5-10 2,-5 10-32,0 0-8,0-5 0,0 5 0,0 0 109,0 0 20,0 0 4,-11-5 1,-5 5-54,16 0-12,0 0-1,-6 10-1,-5 5-21,0 4-4,0-4-1,6 4 0,-1 1-29,-5-1-11,6 6 0,-1-1 9,6 5-9,0 1 0,0-1 9,0 5-9,6-5 9,-1-4-9,6-6 12,0 5-12,0 1 0,0-1 0,0-4 0,6-1-12,-6 1-22,11-1-4,-6 1-1,11-1 0,1-4-75,-6-5-15,0-1-3</inkml:trace>
          <inkml:trace contextRef="#ctx0" brushRef="#br0" timeOffset="472.56">494 127 1152,'0'0'102,"0"0"-82,0 0-20,0 0 0,0 0 150,0 0 26,0 0 4,0 0 2,0 0-81,0 15-16,-5-1-3,5 1-1,0-1-56,0 1-11,0 0-2,5 4-1,-5 1-11,0-1 0,6 1 0,-1-1 8,0 1-8,-5-6 0,6 1 0,5-5 0,-6-1 0,-5-9 0,11 10 0,-11-10 8,11 10-8,-11-10 0,0 0 0,11-5 0,0 0 0,0 0-16,0-4 4,-5-6 1,5 0-1,-6 1-1,6 4 0,-5-5 0,-1 6 13,6-1-9,-5 0 9,5 5-8,-11 5 8,5-5-13,6 0 5,0 5 8,0 5-49,0 0-3,-6 5 0,6-5 0,6 5 32,-1-10 5,-5 4 2,6-4 0,-1 5 4,1 0 1,-1 0 0,0-5 0,1-5 29,-1 5 7,1-5 0,-6 0 1,5-4 19,1-6 4,-12 5 1,6-4 0,-5-1 1,-1 0 0,6-4 0,-5-1 0,-1 1-12,-5-1-2,-5 1-1,5 4 0,-6 6-22,-5-6-4,6-5-1,-6 6 0,0-6-27,0 6-5,-6-6-2,6 6 0,0-1-57,0 5-11,0 0-2,6 1-864</inkml:trace>
          <inkml:trace contextRef="#ctx0" brushRef="#br0" timeOffset="953.58">1125-112 1094,'0'0'48,"0"0"11,0 0-47,0 0-12,0 0 0,22 0 0,0 0 185,-1-5 35,-4-5 8,10 6 0,-10-1-108,5 0-21,0-5-5,0 0-1,-6 1-43,1-1-9,-1 0-1,0 5-1,1-5-27,-6 6-4,-11 4-8,0 0 11,16-5-11,-16 5-11,0 0 3,0 0 0,0 0-52,0 0-11,0 0-1,0 0-1,0 0-61,0 0-12,0 0-2,-5 9-1,5 1 20,-6 0 4,1 0 1,-1-5 0,-5 4 65,6-4 14,-1 0 2,1 5 1,-1-5 50,1 4 9,-6 1 3,6 0 0,5-10 30,-6 10 6,1 4 2,-1 1 0,1 0 6,5-1 0,-6 1 1,6 4 0,0-4-4,0 4-1,6 6 0,-1-6 0,1 1 4,-1 4 0,1 1 0,-1 4 0,6 0 2,-6-5 1,6 6 0,-5-11 0,5 6-19,-6-6-3,1 5-1,5-4 0,-11 4-17,5-4-4,6-1-1,-11-4 0,0 0 10,0-6 3,0-9 0,0 15 0,-11-5 10,6-1 3,-6-4 0,5 5 0,-5-10-18,-5 5-3,0-5-1,-1 0 0,-5 5-17,0-5-9,-5 0 10,-1 0-10,6 0-24,0 0-12,1 0-1,-1 0-1,0 0-146,0 0-28,5 5-7</inkml:trace>
          <inkml:trace contextRef="#ctx0" brushRef="#br0" timeOffset="1680.45">1777-146 288,'0'0'12,"6"0"4,5 0-16,0 0 0,5 0 0,1 0 0,-17 0 344,16 0 67,1 5 13,4 0 2,1-5-270,0 0-53,0 9-11,0-4-3,0 10-27,0 0-6,0 4 0,0 5-1,-6 1-6,6-1-1,-5 5 0,-1 6 0,-5-6-17,6 10-4,-6-5-1,0 10 0,-6-5-13,1 0-2,-1 0-1,1 0 0,-12-5-10,1 5 0,-1 0 9,1 0-9,-6 5 0,0-5-18,-6 0 3,1 0 1,-1 0-138,1 0-27,-1 0-5</inkml:trace>
          <inkml:trace contextRef="#ctx0" brushRef="#br0" timeOffset="2557.69">971 429 1263,'28'0'56,"-28"0"12,0 0-55,0 0-13,0 0 0,0 0 0,11-5 120,-11 5 22,0 0 4,0 0 1,0 0-53,0 0-10,0 0-3,0 0 0,0 0-18,0 10-4,5 5-1,-5-1 0,0 1-27,-5 4-6,-1 1-1,1 4 0,-6 6-24,5-1 8,-5 5-8,-5 0 0,10 0-126,-5 0-30,-22 35-7,11-16-1</inkml:trace>
        </inkml:traceGroup>
      </inkml:traceGroup>
    </inkml:traceGroup>
    <inkml:traceGroup>
      <inkml:annotationXML>
        <emma:emma xmlns:emma="http://www.w3.org/2003/04/emma" version="1.0">
          <emma:interpretation id="{A3FF80BB-C4B5-409A-ACE0-7B2FCDD2AD4B}" emma:medium="tactile" emma:mode="ink">
            <msink:context xmlns:msink="http://schemas.microsoft.com/ink/2010/main" type="paragraph" rotatedBoundingBox="9959,8032 12223,8068 12208,9008 9944,897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BDBC78B-15C3-4D3D-827D-5C881FA6403E}" emma:medium="tactile" emma:mode="ink">
              <msink:context xmlns:msink="http://schemas.microsoft.com/ink/2010/main" type="line" rotatedBoundingBox="9959,8032 12223,8068 12208,9008 9944,8972"/>
            </emma:interpretation>
          </emma:emma>
        </inkml:annotationXML>
        <inkml:traceGroup>
          <inkml:annotationXML>
            <emma:emma xmlns:emma="http://www.w3.org/2003/04/emma" version="1.0">
              <emma:interpretation id="{C657C997-CDE8-4742-A733-C5E1F660ADD9}" emma:medium="tactile" emma:mode="ink">
                <msink:context xmlns:msink="http://schemas.microsoft.com/ink/2010/main" type="inkWord" rotatedBoundingBox="9959,8032 12223,8068 12208,9008 9944,8972"/>
              </emma:interpretation>
              <emma:one-of disjunction-type="recognition" id="oneOf1">
                <emma:interpretation id="interp5" emma:lang="en-AU" emma:confidence="0">
                  <emma:literal>(Wim)</emma:literal>
                </emma:interpretation>
                <emma:interpretation id="interp6" emma:lang="en-AU" emma:confidence="0">
                  <emma:literal>(Him)</emma:literal>
                </emma:interpretation>
                <emma:interpretation id="interp7" emma:lang="en-AU" emma:confidence="0">
                  <emma:literal>Crim)</emma:literal>
                </emma:interpretation>
                <emma:interpretation id="interp8" emma:lang="en-AU" emma:confidence="0">
                  <emma:literal>(Wim '</emma:literal>
                </emma:interpretation>
                <emma:interpretation id="interp9" emma:lang="en-AU" emma:confidence="0">
                  <emma:literal>(Wim \</emma:literal>
                </emma:interpretation>
              </emma:one-of>
            </emma:emma>
          </inkml:annotationXML>
          <inkml:trace contextRef="#ctx0" brushRef="#br0" timeOffset="4062.2">346 1209 1220,'-27'0'54,"21"0"11,1 5-52,-1-5-13,-16 0 0,11 5 0,6-5 112,-6 5 20,0 0 4,0 0 1,0 4-40,0 6-8,-6 0-1,1 4-1,10-4-35,-10 4-6,5 5-2,0 6 0,-11 4-13,11 0-3,0 5-1,6 5 0,-1 0-27,6 0 0,0-5 0,6 0 0,5 4 0,-6-8-9,6-1 0,6 0 0,10-5-71,0 0-13,1-9-3,-1-1-808</inkml:trace>
          <inkml:trace contextRef="#ctx0" brushRef="#br0" timeOffset="4682.71">571 1541 1324,'0'0'118,"0"0"-94,0 0-24,-6 9 0,6 1 125,-5 0 21,-1 4 4,1 6 1,5-5-71,-6 9-15,1-5-2,-1 6-1,6-1-41,0 1-8,-5-1-1,5 0-1,5 1-11,-5-1 0,6 0 0,-1 1 8,1-6-8,-1 1 0,1-10 0,-1-1 0,1 6 0,-1-10 0,-5-5 0,0 0 0,11 5-21,0-5 0,-11 0 0,11-10 0,-5 0-18,5-4-3,0 4-1,-6-5 0,1 5 3,5-4 0,-6 4 0,6-5 0,-6-4 0,1 4 1,-1-4 0,1 9 0,10 0 4,-10 10 1,-6 0 0,0 0 0,11-5 9,0 1 1,-11 4 1,11 4 0,0-4 23,0 5 0,0-5 0,-11 0 0,0 0 32,5 5 2,6-10 0,6 5 0,-6 0 29,0 0 5,-11 0 2,10-5 0,1-9-6,0-1 0,-5 1-1,5-6 0,0 1-24,-6-1-5,1 1-1,-1-1 0,1-4-3,-6 4-1,-6 1 0,6 4 0,-5-4-46,-1 4-10,6 5-1,-5-4-1,-6-1-131,5 5-25</inkml:trace>
          <inkml:trace contextRef="#ctx0" brushRef="#br0" timeOffset="4786.81">1147 1814 1825,'-6'9'80,"6"-9"18,0 0-78,0 10-20,0 5 0,6-6 0,-6-9 97,-6 10 16,6 5 3,-5-1 1,-1-4-67,1 10-14,-1-6-2,1 11-1,-1-6-23,-5 1-10,0 4 8,0 0-8,6 1-11,-1-1-7,-10-4-2,16-6 0,0-14-124,-6 15-26,1-5-5</inkml:trace>
          <inkml:trace contextRef="#ctx0" brushRef="#br0" timeOffset="5303.65">1350 1692 1659,'0'0'73,"0"0"16,0 0-71,0 0-18,0 0 0,11 9 0,-6 1 88,0 5 15,-5-1 2,11 6 1,-5-1-51,-6 1-11,0-1-1,0-4-1,0 5-26,5-1-6,-5-9-1,0 4 0,0-4-9,0 0 8,0-10-8,0 0 8,0 0 4,0 0 0,0 0 0,0 0 0,0 0 0,0 0 1,11-10 0,-5 0 0,-1-4-13,1-6 0,-1 6 8,1-1-8,5-4 0,-6-6 0,6 6 0,0-1 0,-5 1 0,5-1 0,0 6 0,0-1 0,0 5 0,-6 5 0,1-9 0,-1 9 0,0 5 0,-5 0 9,0 0-1,0 0 0,11 5 21,-5 9 4,5-4 1,-6 5 0,1-6-34,-6 1-12,5 5 0,1-1 0,-1 1 20,1-5 5,-1 4 1,1-9 0,-6-5-29,0 0-5,0 0-2,11 10 0,-6-5 3,6-5 1,-11 0 0,11-5 0,6-5 3,-12 5 1,6-4 0,0-1 0,0 0 14,5 0 0,-10-9 0,5 4 0,0 1 0,0-6 0,5 6 0,-5-1 0,0-5 8,0 6-8,6 9 12,-6-5-12,-11 10 28,0 0-2,11 0 0,5 5 0,-5-5 0,0 5 0,-11-5 0,11 15 0,0-1-16,-6 6-10,6-6 12,-5 1-12,5 0 0,0 4 0,0-9 0,0 4 0,-6-4-133,-5-10-21,0 0-4</inkml:trace>
          <inkml:trace contextRef="#ctx0" brushRef="#br0" timeOffset="5547.79">2200 1282 1533,'0'0'68,"0"0"14,0 0-66,5 15-16,1-5 0,5 4 0,-6 1 119,0-1 20,6 1 4,0 5 1,0-6-36,-5 6-8,5 4 0,-6 0-1,1 6-25,-1-6-5,6 5-1,-5 1 0,-1-1-30,1 5-6,-1 0-2,1 5 0,-6-10-20,0 1-10,0 4 10,-6-5-10,6 5-27,-5-5-11,5-4-2</inkml:trace>
        </inkml:traceGroup>
      </inkml:traceGroup>
    </inkml:traceGroup>
    <inkml:traceGroup>
      <inkml:annotationXML>
        <emma:emma xmlns:emma="http://www.w3.org/2003/04/emma" version="1.0">
          <emma:interpretation id="{EB9B0505-7F71-4BB0-AEEF-6286848A8AB0}" emma:medium="tactile" emma:mode="ink">
            <msink:context xmlns:msink="http://schemas.microsoft.com/ink/2010/main" type="paragraph" rotatedBoundingBox="10217,9403 12780,9454 12764,10277 10201,102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40D3315-5810-4F2D-AC02-F8E4B4DBD6A6}" emma:medium="tactile" emma:mode="ink">
              <msink:context xmlns:msink="http://schemas.microsoft.com/ink/2010/main" type="line" rotatedBoundingBox="10217,9403 12780,9454 12764,10277 10201,10225"/>
            </emma:interpretation>
          </emma:emma>
        </inkml:annotationXML>
        <inkml:traceGroup>
          <inkml:annotationXML>
            <emma:emma xmlns:emma="http://www.w3.org/2003/04/emma" version="1.0">
              <emma:interpretation id="{E6521DC4-736F-459C-A884-B34784E5557B}" emma:medium="tactile" emma:mode="ink">
                <msink:context xmlns:msink="http://schemas.microsoft.com/ink/2010/main" type="inkWord" rotatedBoundingBox="10217,9403 12780,9454 12764,10277 10201,10225"/>
              </emma:interpretation>
              <emma:one-of disjunction-type="recognition" id="oneOf2">
                <emma:interpretation id="interp10" emma:lang="en-AU" emma:confidence="0">
                  <emma:literal>(Wico,</emma:literal>
                </emma:interpretation>
                <emma:interpretation id="interp11" emma:lang="en-AU" emma:confidence="0">
                  <emma:literal>(U, co)</emma:literal>
                </emma:interpretation>
                <emma:interpretation id="interp12" emma:lang="en-AU" emma:confidence="0">
                  <emma:literal>(Wico)</emma:literal>
                </emma:interpretation>
                <emma:interpretation id="interp13" emma:lang="en-AU" emma:confidence="0">
                  <emma:literal>(U, co,</emma:literal>
                </emma:interpretation>
                <emma:interpretation id="interp14" emma:lang="en-AU" emma:confidence="0">
                  <emma:literal>CU, co)</emma:literal>
                </emma:interpretation>
              </emma:one-of>
            </emma:emma>
          </inkml:annotationXML>
          <inkml:trace contextRef="#ctx0" brushRef="#br0" timeOffset="5993.2">543 2589 1580,'0'0'70,"0"0"14,0 0-67,-11 0-17,-5-5 0,0 5 0,5 5 110,-6 0 18,1-5 4,5 9 1,-6 1-40,6 5-8,0-6-1,0 11-1,0-1-39,0 6-8,0 4-2,6 0 0,-6 5-19,5 1-4,1-1-1,5 5 0,0-5-10,11 5-11,0-5 3,5 0 0,-5-5-10,6 1-2,5-6 0,5-5 0,1 1-126,-1-5-26,0-1-4</inkml:trace>
          <inkml:trace contextRef="#ctx0" brushRef="#br0" timeOffset="6414.85">905 2798 403,'0'0'36,"0"5"-36,0-5 0,-5 10 0,-1 0 323,1-1 57,5 1 12,0 0 3,-6 5-241,6-1-48,0 1-10,0-1-1,6 6-51,-6-5-11,5 4-1,1-4-1,-6-1-23,5-4-8,1 0 0,-6-10 0,11 10 0,-11-10 0,0 0 0,5 4 0,-5-4 0,11 5 0,6-5 0,-6 0 0,-11 0 0,11-9-10,-6-1 2,6 0 0,0 0-26,-5 5-5,-1-4-1,-5 9 0,5-10 14,-5 10 2,0 0 1,0 0 0,17-5 1,-17 5 0,0 0 0,11 0 0,5 0 2,-5 5 1,6 0 0,-6 0 0,5 0 4,1-1 1,-1-4 0,1 10 0,-1-10 14,0-5 0,1 0 0,-1 5 0,-5-9 22,0 4 7,0-10 2,0 5 0,-5-4 23,5-1 5,-6 1 1,1-6 0,-1 1-1,1-6 0,-6 6 0,-6-6 0,6 6-20,-5-6-4,5-4-1,-6 5 0,1-1-34,5 6 0,-6-1 0,1 1 0,-1 9-146,6 10-36,0-10-7</inkml:trace>
          <inkml:trace contextRef="#ctx0" brushRef="#br0" timeOffset="6646.92">1558 3003 1209,'0'0'108,"0"0"-87,0 0-21,0 0 0,0 0 196,0 0 36,0 15 6,0-1 2,0 1-129,-6 4-26,6 1-5,-11-1 0,6 6-55,0-1-10,-1 1-3,-5 4 0,6 0-33,-6-5-7,5 6-2,1-11-663,-1-4-133</inkml:trace>
          <inkml:trace contextRef="#ctx0" brushRef="#br0" timeOffset="6925.62">1986 2784 2516,'0'0'56,"0"0"11,-6-10 2,-5-5 1,0 6-56,0-1-14,11 10 0,0 0 0,-11-5 64,-5 0 9,-1 0 3,1 5 0,5 0-26,-5 5-5,5 0-1,0 5 0,0 4-35,0 1-9,0 4 0,0 1 0,0-1-10,5-4-4,1 5-1,5-1 0,0 1-4,0 4-1,5-5 0,1 1 0,5-5-4,0-1 0,0 1-1,0-5 0,0 4-21,0-9-4,5 0-1,0-5 0,1 0-19,5 0-4,0 0-1,-6-5 0,6 0-33,6-5-6,-12 1-2</inkml:trace>
          <inkml:trace contextRef="#ctx0" brushRef="#br0" timeOffset="7239.46">2287 2818 748,'0'0'33,"0"0"7,0 0-32,0 0-8,0 0 0,0 0 0,-11 5 309,0 0 60,6-1 12,5-4 3,-6 10-240,1 5-47,-1-5-9,1 4-3,5-4-38,-6 5-8,6-6-2,0 6 0,0 0-14,6-1-3,-1 1-1,1-1 0,-1-4-19,1 5 8,5-5-8,-6-1 0,6-4 0,-5 5 0,5-5 0,0 5 0,-11-10 8,11 0-8,0 0 0,5 0 0,-5-5 8,0-5-8,6 0 0,-7 0 0,1-4 12,6-6-12,-6 1 12,0-1-12,0-4 20,0 4-4,0-4 0,-11 5 0,5-6-2,-5 6-1,0-6 0,-5 6 0,-1-1-13,-5 1 0,0 4 0,0 1 0,-5 4-42,-1 0-8,1 10-2,0-5 0,-1 5-113,1 0-23,-1 0-5</inkml:trace>
          <inkml:trace contextRef="#ctx0" brushRef="#br0" timeOffset="7540.75">2726 2623 1440,'22'10'128,"-22"-10"-103,0 0-25,0 0 0,0 0 108,0 0 17,11 4 3,0 6 1,0 0-26,0 0-6,5-1-1,-5 1 0,0 5-24,0 4-4,-5-4-2,5 4 0,-6 6-27,6-1-6,-5 5-1,-1 1 0,6-1 0,-11 5 0,0-5 0,0 5 0,0 1-20,-5-1-12,-1 5 12,-5 0-12,0 0-24,6 5-11,-12-5-2,6 4-1,0-4-21,0-4-4,-5 4-1,5-5-1028</inkml:trace>
        </inkml:traceGroup>
      </inkml:traceGroup>
    </inkml:traceGroup>
    <inkml:traceGroup>
      <inkml:annotationXML>
        <emma:emma xmlns:emma="http://www.w3.org/2003/04/emma" version="1.0">
          <emma:interpretation id="{5F17032A-7D22-4E99-B4DD-F50C30B42E5B}" emma:medium="tactile" emma:mode="ink">
            <msink:context xmlns:msink="http://schemas.microsoft.com/ink/2010/main" type="paragraph" rotatedBoundingBox="10111,10980 12817,10839 12865,11757 10159,118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8BE7F31-0FF3-4332-B5A4-B167287E06B9}" emma:medium="tactile" emma:mode="ink">
              <msink:context xmlns:msink="http://schemas.microsoft.com/ink/2010/main" type="line" rotatedBoundingBox="10111,10980 12817,10839 12865,11757 10159,11899"/>
            </emma:interpretation>
          </emma:emma>
        </inkml:annotationXML>
        <inkml:traceGroup>
          <inkml:annotationXML>
            <emma:emma xmlns:emma="http://www.w3.org/2003/04/emma" version="1.0">
              <emma:interpretation id="{1AEE2212-96A4-4AE3-8502-E20111F9261D}" emma:medium="tactile" emma:mode="ink">
                <msink:context xmlns:msink="http://schemas.microsoft.com/ink/2010/main" type="inkWord" rotatedBoundingBox="10111,10980 12817,10839 12865,11757 10159,11899"/>
              </emma:interpretation>
              <emma:one-of disjunction-type="recognition" id="oneOf3">
                <emma:interpretation id="interp15" emma:lang="en-AU" emma:confidence="0">
                  <emma:literal>acts)</emma:literal>
                </emma:interpretation>
                <emma:interpretation id="interp16" emma:lang="en-AU" emma:confidence="0">
                  <emma:literal>act, D )</emma:literal>
                </emma:interpretation>
                <emma:interpretation id="interp17" emma:lang="en-AU" emma:confidence="0">
                  <emma:literal>act, J)</emma:literal>
                </emma:interpretation>
                <emma:interpretation id="interp18" emma:lang="en-AU" emma:confidence="0">
                  <emma:literal>(let, D )</emma:literal>
                </emma:interpretation>
                <emma:interpretation id="interp19" emma:lang="en-AU" emma:confidence="0">
                  <emma:literal>(let, J)</emma:literal>
                </emma:interpretation>
              </emma:one-of>
            </emma:emma>
          </inkml:annotationXML>
          <inkml:trace contextRef="#ctx0" brushRef="#br0" timeOffset="8208.6">489 4236 691,'0'0'61,"-6"-5"-49,1 1-12,-6-6 0,5 5 230,-5-5 43,0 5 9,0 0 2,0 1-114,0-6-22,0 5-5,-5 5-1,-1-5-52,6 5-10,11 0-3,0 0 0,-16 10-40,5 4-8,-5 1-1,5 5-1,5 4-16,-5 0-3,0 10-8,6 5 12,5-4-12,0 4-8,-11 4 8,11 6-13,5-5-7,1-5 0,10 0-1,-10 0 0,5-5-23,5-5-5,6-4-1,0-1 0,0-4-50,0-6-11,5-9-1,1 5-515,-1-10-102</inkml:trace>
          <inkml:trace contextRef="#ctx0" brushRef="#br0" timeOffset="8426.5">774 4378 518,'0'0'46,"0"0"-37,0 0-9,0 0 0,0 0 213,-6 9 41,1 1 8,-1 0 2,6 5-121,-5-1-24,5 6-5,0-6-1,0 11-48,0-6-9,0 6-3,0 4 0,5-5-35,-5 5-7,6-4-2,-1-1 0,1 1-9,-1-6 0,1-4 0,-1-6-11,1 1-45,-6-10-8,0 0-3,0 0-793</inkml:trace>
          <inkml:trace contextRef="#ctx0" brushRef="#br0" timeOffset="9154.03">916 4334 1562,'0'0'34,"0"0"7,0 0 2,0 0 1,0 0-35,0 0-9,0 0 0,0 0 0,0 0 101,-5-5 19,5 5 3,-6-5 1,6 5-38,0 0-7,-5-5-2,5 5 0,-11-5-39,0 0-8,0 5-2,0 0 0,11 0-17,-11 5-11,0 0 12,0 0-12,11-5 8,-11 10-8,6 0 0,5-10 0,-11 9 0,5 1 0,6-10 0,-5 15 0,5-1-12,-6 1 3,6 4 1,0-4 0,0 0 8,0-1-12,0 6 12,6-6-12,-1 6 12,1-1 0,-6-4 0,0 5-8,5-1 8,1-4 0,-6 4 0,0-4 0,5 4-8,-5 1 0,0-6 0,6 1 0,-6 0-8,5-1 0,1-4-1,-1 5 0,1-6 5,-1 1 2,6-5 0,0 5 0,5-10-8,1 0-2,-1 0 0,6-5 0,-5 0-8,5 0-3,-6-5 0,1-4 0,4-1-55,1 1-11</inkml:trace>
          <inkml:trace contextRef="#ctx0" brushRef="#br0" timeOffset="9875.68">1245 4500 979,'0'0'43,"0"0"9,0 0-41,0 0-11,6 4 0,-6-4 0,5 5 238,1 0 46,-1-5 8,6 0 3,0 0-139,0 0-27,0 0-5,6 5-2,-6-5-67,0 5-14,0-5-2,-1 5-1,7-5-38,-6 0 0,0 5 0,5 0-8,-5-5-156,0 0-32</inkml:trace>
          <inkml:trace contextRef="#ctx0" brushRef="#br0" timeOffset="9642.94">1234 4275 806,'0'0'72,"0"0"-58,0 0-14,6-5 0,-1 1 220,1-1 40,-1 5 9,1 0 2,5-5-117,0 5-23,0 0-5,5 5-1,1-5-40,-1 0-8,-5 0-1,5 0-1,1 0-30,-6 0-5,5 0-2,1 0 0,-6 0-25,5 0-5,-16 0 0,17 0-8,-6 0-9,-11 0-9,0 0-2,0 0 0,0 0-128,0 0-25,0 0-6</inkml:trace>
          <inkml:trace contextRef="#ctx0" brushRef="#br0" timeOffset="9420.39">1267 4309 1504,'-11'-4'67,"11"4"13,0 0-64,0 0-16,0 0 0,0 0 0,0 0 123,0 0 21,0 0 4,0 9 0,-5 1-43,5 5-9,0-1-1,5 6-1,-10-1-43,5 11-9,5-1-2,-5 0 0,6 5-20,-6-5-4,0 1 0,5 4-1,1-10-15,-1 1 0,6-1 0,-5-5-10,5 1-41,-6-10-8,-5-10-1,11 9-663,-11-9-132</inkml:trace>
          <inkml:trace contextRef="#ctx0" brushRef="#br0" timeOffset="10084.03">1744 4734 1152,'0'0'102,"0"0"-82,0 0-20,0 0 0,0 0 255,0 0 46,0 0 10,6 9 1,-6 1-171,5 0-34,-5 0-7,0 4-2,0 6-68,-5-1-14,-1 1-2,1-1-1,-6 6-13,11-6-12,-11 5 3,5 1 0,6-11-146,-5 1-29,5-5-5,0-10-2</inkml:trace>
          <inkml:trace contextRef="#ctx0" brushRef="#br0" timeOffset="10424.69">1909 4251 1094,'0'0'97,"0"0"-77,0 0-20,0 0 0,0 0 192,0 0 36,11 0 6,5 0 2,1-5-86,-1-5-17,6 5-3,0 5-1,0-4-43,0-1-9,0-5-1,11 0-1,-6 5-28,1-4-6,-1-1-1,-5 5 0,0-5-22,0 5-5,0 0-1,0 1 0,-6-1-28,-5 0-7,6-5-1,-17 10 0,0 0-117,0 0-24,0 0-5,0 0-550,0 0-111</inkml:trace>
          <inkml:trace contextRef="#ctx0" brushRef="#br0" timeOffset="10723.18">2298 4207 518,'0'0'46,"0"0"-37,0 0-9,0 0 0,0 0 176,0 0 32,0 15 8,6-1 0,-6-14-60,5 10-12,1 0-2,-1 4-1,1-4-27,5 5-6,-6-1 0,6 1-1,-5 5-49,-1-6-10,6 1-1,-5-1-1,-1 1-16,1-5-3,-1 0-1,6-1 0,-11-9-5,5 10-1,-5-10 0,0 0 0,0 0 10,0 15 2,0-15 0,-5 14 0,-1-4-9,1 5-2,0-6 0,-6 1 0,5 5-12,-10-10-9,5 0 12,0-1-12,-6 6 9,1-10-9,-6 5 0,5 0 9,-5-5-9,6 0 0,-6 0 0,11-5 8,-5 0-19,5 5-4,0-10-1,0 6 0,5-6-35,1 0-7,-1 0-2,6 1 0,6-6-180,-1 0-37</inkml:trace>
          <inkml:trace contextRef="#ctx0" brushRef="#br0" timeOffset="11039.17">2732 4022 230,'0'0'20,"0"0"-20,0 0 0,0 0 0,10 5 384,1 4 72,0-4 14,0 10 3,6 0-257,-6-1-52,5 6-11,-5-6-1,0 6-63,6-6-12,-6 11-2,5-1-1,-5 1-17,0-1-3,0-5-1,-6 6 0,6 4-40,-5-5-13,5 1 8,-6-6-8,1 6 0,-6-1 0,0-4 0,0 4 0,0 0 0,0-4 0,-6 4 0,1 1 0,-6-1-38,5 0-11,-5 1-3,-5-1 0,0 0-28,-6 1-7,5-1-1,-10 1-677,-1-6-136</inkml:trace>
        </inkml:traceGroup>
      </inkml:traceGroup>
    </inkml:traceGroup>
    <inkml:traceGroup>
      <inkml:annotationXML>
        <emma:emma xmlns:emma="http://www.w3.org/2003/04/emma" version="1.0">
          <emma:interpretation id="{7AABADC5-5317-4CD5-87BA-EB359924A1E2}" emma:medium="tactile" emma:mode="ink">
            <msink:context xmlns:msink="http://schemas.microsoft.com/ink/2010/main" type="paragraph" rotatedBoundingBox="10439,12051 13218,11960 13247,12870 10468,129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3D5456-A955-41DA-BCD0-A8F2E58C334D}" emma:medium="tactile" emma:mode="ink">
              <msink:context xmlns:msink="http://schemas.microsoft.com/ink/2010/main" type="line" rotatedBoundingBox="10439,12051 13218,11960 13247,12870 10468,12961"/>
            </emma:interpretation>
          </emma:emma>
        </inkml:annotationXML>
        <inkml:traceGroup>
          <inkml:annotationXML>
            <emma:emma xmlns:emma="http://www.w3.org/2003/04/emma" version="1.0">
              <emma:interpretation id="{011B6649-1BDC-4E01-A210-FE06A5EE3010}" emma:medium="tactile" emma:mode="ink">
                <msink:context xmlns:msink="http://schemas.microsoft.com/ink/2010/main" type="inkWord" rotatedBoundingBox="10514,11949 11890,12196 11769,12870 10393,12624"/>
              </emma:interpretation>
              <emma:one-of disjunction-type="recognition" id="oneOf4">
                <emma:interpretation id="interp20" emma:lang="en-AU" emma:confidence="0">
                  <emma:literal>(CF,</emma:literal>
                </emma:interpretation>
                <emma:interpretation id="interp21" emma:lang="en-AU" emma:confidence="0">
                  <emma:literal>(Ct,</emma:literal>
                </emma:interpretation>
                <emma:interpretation id="interp22" emma:lang="en-AU" emma:confidence="0">
                  <emma:literal>(OF,</emma:literal>
                </emma:interpretation>
                <emma:interpretation id="interp23" emma:lang="en-AU" emma:confidence="0">
                  <emma:literal>(CI,</emma:literal>
                </emma:interpretation>
                <emma:interpretation id="interp24" emma:lang="en-AU" emma:confidence="0">
                  <emma:literal>(CE,</emma:literal>
                </emma:interpretation>
              </emma:one-of>
            </emma:emma>
          </inkml:annotationXML>
          <inkml:trace contextRef="#ctx0" brushRef="#br0" timeOffset="11526.8499">796 5216 403,'0'0'36,"0"0"-36,-11 5 0,0 0 0,0-5 246,0 5 42,11-5 9,-6 5 2,-10-5-140,5 5-28,0-1-6,0 6-1,-6-5-41,7 10-9,-7-6-2,6 11 0,0-5-28,0 4-7,0-4-1,0 4 0,6 6-16,-1-6-3,1 5-1,-1 6 0,1-6 13,10 0 3,1 1 0,-1 4 0,6 0-32,0 1 0,6-1 0,5 0 0,-6-5-16,11 1-4,-5-6 0,11 1 0,-5-6-30,5-4-6,0 0-2,-1-5-621,1 0-124</inkml:trace>
          <inkml:trace contextRef="#ctx0" brushRef="#br0" timeOffset="11834.49">1223 5416 1688,'0'0'75,"0"0"15,0 0-72,0 0-18,-5 0 0,5 0 0,0 0 135,-11 0 23,0 5 5,-5 0 1,-1-5-76,6 5-14,0-5-3,0 9-1,-5-9-32,-1 10-6,1 0-2,5 5 0,0-6-6,0 6-2,5 0 0,1-1 0,-6 6-22,5-6 0,1 6 0,5-1 0,0 1 0,5-1 0,1 1 0,-1-1 0,1 1-36,5-6-1,5 1-1,-5 0 0,6-6-2,5-4-1,0 5 0,5-5 0,-5-5-17,0-5-3,5-5-1,-5 1 0,6-6-102,-12 0-21</inkml:trace>
          <inkml:trace contextRef="#ctx0" brushRef="#br0" timeOffset="12254.9499">1465 5362 633,'0'0'28,"0"0"6,0 0-34,0 0 0,0 0 0,0 0 0,0 0 327,0 0 58,0 0 12,11 5 3,0-5-238,5 0-47,-5 0-10,0 0-1,0 0-24,5 0-5,1 0-1,-6 0 0,5-5-29,1 1-5,-1-1-2,-5 0 0,6 0-26,-6 5-12,0-5 10,0 0-10,0 0-19,-6 0-9,6 5-3,0-4 0,0 4-162,-11 0-33,0 0-6</inkml:trace>
          <inkml:trace contextRef="#ctx0" brushRef="#br0" timeOffset="12450.59">1492 5499 1152,'0'0'102,"0"0"-82,0 0-20,0 15 0,0-15 199,6 9 35,5 1 7,0-5 2,0 5-77,-1-10-15,-10 0-3,11 5-1,6-1-63,-1-4-12,1 5-2,5-5-1,-11 0-53,5 0-16,1 5 8,-1-5-8,1 0-57,-7 5-16,7-5-3,-1 5-1099</inkml:trace>
          <inkml:trace contextRef="#ctx0" brushRef="#br0" timeOffset="12069.18">1520 5392 691,'0'0'30,"0"0"7,0 0-29,0 14-8,-6-4 0,6 5 0,0-15 292,0 14 58,6-4 11,-6 5 3,0-1-227,0 1-45,0 4-8,0 1-3,0-1-36,0 1-7,5-1-2,1 1 0,-6-1-25,0 1-11,5-5 8,-5-1-8,0 1-14,5-5-8,-5-10-2,0 0 0,0 0-152,0 0-30</inkml:trace>
          <inkml:trace contextRef="#ctx0" brushRef="#br0" timeOffset="12645.78">1931 5743 864,'0'0'76,"0"0"-60,0 0-16,0 9 0,0-9 236,0 15 44,0-15 8,0 15 3,0-1-132,0 1-27,0 0-4,-6-1-2,6 1-77,-5 4-15,-1 1-3,1-1-1,-6 1-30,5-1 0,1 6-13,-6-6 4,6-4-125,5-1-25,5 1-5</inkml:trace>
        </inkml:traceGroup>
        <inkml:traceGroup>
          <inkml:annotationXML>
            <emma:emma xmlns:emma="http://www.w3.org/2003/04/emma" version="1.0">
              <emma:interpretation id="{CC5F27A6-8CE3-4AB4-8AE9-64B3C3B6C637}" emma:medium="tactile" emma:mode="ink">
                <msink:context xmlns:msink="http://schemas.microsoft.com/ink/2010/main" type="inkWord" rotatedBoundingBox="12132,11983 13224,11962 13242,12871 12150,12892"/>
              </emma:interpretation>
              <emma:one-of disjunction-type="recognition" id="oneOf5">
                <emma:interpretation id="interp25" emma:lang="en-AU" emma:confidence="0">
                  <emma:literal>my</emma:literal>
                </emma:interpretation>
                <emma:interpretation id="interp26" emma:lang="en-AU" emma:confidence="0">
                  <emma:literal>m)</emma:literal>
                </emma:interpretation>
                <emma:interpretation id="interp27" emma:lang="en-AU" emma:confidence="0">
                  <emma:literal>My</emma:literal>
                </emma:interpretation>
                <emma:interpretation id="interp28" emma:lang="en-AU" emma:confidence="0">
                  <emma:literal>m</emma:literal>
                </emma:interpretation>
                <emma:interpretation id="interp29" emma:lang="en-AU" emma:confidence="0">
                  <emma:literal>m,</emma:literal>
                </emma:interpretation>
              </emma:one-of>
            </emma:emma>
          </inkml:annotationXML>
          <inkml:trace contextRef="#ctx0" brushRef="#br0" timeOffset="13346.49">2260 5382 1936,'0'0'86,"0"0"18,0 0-84,0 0-20,0 0 0,0 0 0,0 0 56,5 15 8,1-1 0,-1 6 1,-5-1-26,6 1-6,-6 4-1,0 0 0,5 1-24,-5-1-8,0-4 0,0 4 0,6-9 0,-1-6 0,-5-9 0,0 15 0,0-15 0,0 0 0,0 0 0,0 0 0,0 0-10,0 0-2,0 0-1,0 0 0,6-15 13,-1 6 0,1-6 0,5-4-9,0-1 9,-6 1 8,6-1-8,-5-4 11,-1 4-11,6-4-11,-5-1 3,5 6 0,-1 4 19,-4-4 4,5 4 1,0 1 0,-6-1 0,6 5 1,-5 5 0,-6 5 0,0 0-1,0 0 0,11 5 0,0 0 0,-6 5 7,6 4 1,-5 1 0,-1 0 0,6-1-24,0 6 0,-5-6 0,-1 1-8,1 0 8,-1 4 0,1-9 8,-1 5-8,1-1-18,-1-4-8,0 0-2,-5-10 0,0 0 28,0 0 0,0 0 0,0 0 0,0 0 0,11 0 0,6-5 0,-1 0 0,1-10-15,-1 1 3,-5-6 0,6-4 0,5-1 12,-6 6 0,-10-1 0,5 1 0,-6 4 0,0 1 0,1 4 8,-1 0-8,-5 10 32,11-10 4,-11 10 0,11 0 0,6 0-14,-6 10-2,-11-10-1,5 10 0,6 5 26,-5-6 6,5 6 1,0 4 0,0-4-36,-6 0-6,6-1-2,0 6 0,-5-10-8,5 4 0,-6-4-10,6 5 10,-6-6-52,-5-9-5,11 5-1,0 5 0,-11-10-121,0 0-24,11-5-5</inkml:trace>
          <inkml:trace contextRef="#ctx0" brushRef="#br0" timeOffset="13553.69">3137 5148 1440,'0'0'64,"0"0"12,6 0-60,10-5-16,-10 0 0,10 5 0,-5 0 111,0 0 19,0 0 4,0 0 1,0 10-19,6-5-3,-12 5-1,6 4 0,-6 6-19,6-6-4,-5 6-1,5-1 0,-6 1-30,1 4-6,5 1-2,-6-1 0,1 0-16,-6 1-3,5-1-1,1 10 0,-1-5-14,-5 6-4,0-1 0,0 0 0,6 0-12,-6 0 0,0 5 0,-6-5 0,1 0 0,5 0-10,0 5 2,-11 0 0,5 0-68,1 0-12,-6-4-4,5-6-726,-5 5-146</inkml:trace>
        </inkml:traceGroup>
      </inkml:traceGroup>
    </inkml:traceGroup>
    <inkml:traceGroup>
      <inkml:annotationXML>
        <emma:emma xmlns:emma="http://www.w3.org/2003/04/emma" version="1.0">
          <emma:interpretation id="{0B009322-0696-401B-A435-29C64FAF392D}" emma:medium="tactile" emma:mode="ink">
            <msink:context xmlns:msink="http://schemas.microsoft.com/ink/2010/main" type="paragraph" rotatedBoundingBox="10569,13318 13614,13284 13624,14166 10579,142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FFDF0FC-B654-40CC-9703-05FDC1E0151F}" emma:medium="tactile" emma:mode="ink">
              <msink:context xmlns:msink="http://schemas.microsoft.com/ink/2010/main" type="line" rotatedBoundingBox="10569,13318 13614,13284 13624,14166 10579,14201"/>
            </emma:interpretation>
          </emma:emma>
        </inkml:annotationXML>
        <inkml:traceGroup>
          <inkml:annotationXML>
            <emma:emma xmlns:emma="http://www.w3.org/2003/04/emma" version="1.0">
              <emma:interpretation id="{573FD3FE-6ADB-4486-80AE-3CB5E4472125}" emma:medium="tactile" emma:mode="ink">
                <msink:context xmlns:msink="http://schemas.microsoft.com/ink/2010/main" type="inkWord" rotatedBoundingBox="10569,13318 13614,13284 13624,14166 10579,14201"/>
              </emma:interpretation>
              <emma:one-of disjunction-type="recognition" id="oneOf6">
                <emma:interpretation id="interp30" emma:lang="en-AU" emma:confidence="0">
                  <emma:literal>(Cried)</emma:literal>
                </emma:interpretation>
                <emma:interpretation id="interp31" emma:lang="en-AU" emma:confidence="0">
                  <emma:literal>(CF, co)</emma:literal>
                </emma:interpretation>
                <emma:interpretation id="interp32" emma:lang="en-AU" emma:confidence="0">
                  <emma:literal>(CF, wo)</emma:literal>
                </emma:interpretation>
                <emma:interpretation id="interp33" emma:lang="en-AU" emma:confidence="0">
                  <emma:literal>(CF; co)</emma:literal>
                </emma:interpretation>
                <emma:interpretation id="interp34" emma:lang="en-AU" emma:confidence="0">
                  <emma:literal>(CF, Co)</emma:literal>
                </emma:interpretation>
              </emma:one-of>
            </emma:emma>
          </inkml:annotationXML>
          <inkml:trace contextRef="#ctx0" brushRef="#br0" timeOffset="14187.11">889 6664 1659,'-22'-39'148,"16"34"-119,-5 5-29,11 0 0,-10 0 120,-1 0 17,0 0 4,0 5 1,-6 0-58,1 5-12,5-1-3,0 1 0,0 0-13,0 9-4,0 1 0,5-1 0,-5 6-32,11-6-6,-5 6-2,5 4 0,0 0-12,5 0 0,-5 1 0,11 4 0,0 0 0,0-5 0,6 0-9,-1 1 9,6-11-38,0 1-2,6-6 0,-7 1 0,1-1-85,0-4-18,6-5-3,-1-5-813</inkml:trace>
          <inkml:trace contextRef="#ctx0" brushRef="#br0" timeOffset="14440.96">1366 6722 633,'-5'44'28,"5"-44"6,0 0-34,0 0 0,0 0 0,0 0 0,-11-5 341,-6 1 62,6-1 12,0 10 2,11-5-264,-16 4-53,-1-4-10,1 10-2,-1 0-43,6 5-8,-5-6-1,-1 1-1,6 0-16,1 4-3,-7 1-1,6 0 0,6-1-15,-1 1 11,1 9-11,-1-4 10,6-6-10,6 1 0,-6 0 0,5-1 0,12 1-11,-6-5-4,0 4-1,-1-4 0,7 0-5,-1-5-2,6-5 0,-5 9 0,10-9-35,-10 5-7,5-10-2,0 1 0,-6-16-29,0 10-7,1 5-1</inkml:trace>
          <inkml:trace contextRef="#ctx0" brushRef="#br0" timeOffset="14874.05">1635 6727 633,'0'0'28,"0"0"6,0 0-34,0 0 0,0-14 0,5 4 0,-5 10 304,6-5 53,5-5 11,0 10 3,0-5-215,0 1-44,5-1-8,-5 0-1,5 0-24,1 0-5,-6-5-1,5 1 0,1 4-23,-1 0-5,1-5-1,-6 0 0,0 1-30,0 4-6,0 0-8,-11 5 11,5-10-49,6 0-10,-11 10-1,0 0-744,0 0-149</inkml:trace>
          <inkml:trace contextRef="#ctx0" brushRef="#br0" timeOffset="14680.46">1662 6737 1850,'0'0'82,"0"0"17,0 10-79,0-10-20,0 0 0,0 0 0,0 10 115,0-1 19,0 1 4,6 5 1,-6-1-43,0-4-9,5 0-2,-5 9 0,0 1-39,6-1-8,-1 6-2,1-6 0,-1 6-26,1-11-10,-1 1 0,6-1 9,-6 1-28,1 0-5,5-1-2,-6-4 0,-5-10-119,0 0-24,0 0-5,0 0-853</inkml:trace>
          <inkml:trace contextRef="#ctx0" brushRef="#br0" timeOffset="15069.92">1728 6810 1659,'0'0'73,"0"0"16,5 5-71,-5-5-18,0 0 0,0 0 0,11 10 146,6-5 26,-6 0 4,5-1 2,-5-4-65,6-4-13,-1 4-2,1 0-1,5 0-77,-6 0-20,0 4 0,1-4 0,-1 0 0,1 5 0,-1 0 0,1 0 0,-1-5-201,-5 5-44</inkml:trace>
          <inkml:trace contextRef="#ctx0" brushRef="#br0" timeOffset="15288.12">2287 6981 2106,'0'0'46,"0"0"10,0 0 1,11 10 3,-11-10-48,6 10-12,-6 4 0,11-4 0,-11 5 98,5 5 18,-5-1 3,6 1 1,-6 0-72,0 0-13,0-11-3,0 16-1,-6 0 26,6-1 6,0 1 1,0-5 0,-5-1-52,5-4-12,0 0 0,0-5 0,-6 0-76,6 0-19,0-10-3,0 9-1083</inkml:trace>
          <inkml:trace contextRef="#ctx0" brushRef="#br0" timeOffset="16146.99">2775 6820 1728,'-11'-20'76,"11"20"16,0 0-73,0 0-19,0 0 0,0 0 0,-16 10 88,5 5 13,0-5 3,-5 4 1,5 1-65,5-5-14,6-10-2,-11 14-1,6 1 33,-1-1 6,6 1 2,0-15 0,0 0-52,6 10-12,-6-10 0,5 14 0,12 1 0,-12 0 0,1-6 0,10 6 0,-5 0 0,5 4 0,1-14 0,5 5 0,0 0-34,0-6-10,0 1-1,0 5-1,0-5-29,-6 0-5,0-5-2,1 0 0,-1-10-56,1 5-11</inkml:trace>
          <inkml:trace contextRef="#ctx0" brushRef="#br0" timeOffset="16412.12">3148 6786 1958,'0'0'43,"0"0"9,0 0 1,0 0 3,0 14-45,0-14-11,0 0 0,-5 10 0,5 5 84,-6-5 16,6 4 2,6 1 1,-6-1-65,5 1-13,-5 5-2,6-6-1,-1-4-22,6-5 9,-5 5-9,5-1 0,-6 1 19,6 0-3,0 0-1,6-6 0,-6 1-24,5 0-5,-5-5-1,0-5 0,0 0 39,0 1 7,0-6 1,-6 0 1,6 0-1,-5-4-1,5-1 0,-6 0 0,-5 1-31,0-6 0,6 1 0,-6-1 0,0 1 45,-6-1 3,6 1 1,0-1 0,-11 1-29,6-1-7,-6 1-1,0-1 0,-6 6-12,6-6 0,-5 10-12,0-4 12,-1 9-60,1 0-4,-1 0-2,6 0 0,-5 5-95,5 0-19,0 0-4,5 5-792</inkml:trace>
          <inkml:trace contextRef="#ctx0" brushRef="#br0" timeOffset="16776.7">3516 6459 1209,'0'0'53,"0"0"12,0 0-52,11 0-13,-11 0 0,11 0 0,-11 0 210,16 5 39,-5-5 8,0 5 2,-11-5-150,17 5-29,-7 9-7,7-4-1,-6 0-15,0 5-3,5-1-1,-5 1 0,-5 4-8,5-4-1,-6 9-1,6-9 0,-5 0-5,5-1-1,-11 11 0,5-1 0,1-5-29,-1 6-8,-5-1 0,6 10 0,-6-4 0,-6-1 0,6 0 0,0 0 0,-5 5 0,-1-4 0,1-1 0,-1 0 0,1 0-19,-6 6-5,5-6 0,-5-5-1,6 5-83,-6-4-16,0-1-3,0 1-985</inkml:trace>
        </inkml:traceGroup>
      </inkml:traceGroup>
    </inkml:traceGroup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6:06:52.42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61226130-A822-4279-AF92-6CB9F7420B99}" emma:medium="tactile" emma:mode="ink">
          <msink:context xmlns:msink="http://schemas.microsoft.com/ink/2010/main" type="writingRegion" rotatedBoundingBox="15723,6157 25717,6299 25689,8299 15695,8157"/>
        </emma:interpretation>
      </emma:emma>
    </inkml:annotationXML>
    <inkml:traceGroup>
      <inkml:annotationXML>
        <emma:emma xmlns:emma="http://www.w3.org/2003/04/emma" version="1.0">
          <emma:interpretation id="{9F8D4A47-1871-490B-AACE-EBC55B193C22}" emma:medium="tactile" emma:mode="ink">
            <msink:context xmlns:msink="http://schemas.microsoft.com/ink/2010/main" type="paragraph" rotatedBoundingBox="15723,6157 25717,6299 25689,8299 15695,81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757F3A5-D258-4026-B1B3-6169BA7C1278}" emma:medium="tactile" emma:mode="ink">
              <msink:context xmlns:msink="http://schemas.microsoft.com/ink/2010/main" type="line" rotatedBoundingBox="15723,6157 25717,6299 25689,8299 15695,8157"/>
            </emma:interpretation>
          </emma:emma>
        </inkml:annotationXML>
        <inkml:traceGroup>
          <inkml:annotationXML>
            <emma:emma xmlns:emma="http://www.w3.org/2003/04/emma" version="1.0">
              <emma:interpretation id="{4B1C3A71-3F61-4584-ADCB-5FE273DE6076}" emma:medium="tactile" emma:mode="ink">
                <msink:context xmlns:msink="http://schemas.microsoft.com/ink/2010/main" type="inkWord" rotatedBoundingBox="15714,6796 16919,6814 16899,8174 15695,8157"/>
              </emma:interpretation>
              <emma:one-of disjunction-type="recognition" id="oneOf0">
                <emma:interpretation id="interp0" emma:lang="en-AU" emma:confidence="0">
                  <emma:literal>Pl</emma:literal>
                </emma:interpretation>
                <emma:interpretation id="interp1" emma:lang="en-AU" emma:confidence="0">
                  <emma:literal>P"</emma:literal>
                </emma:interpretation>
                <emma:interpretation id="interp2" emma:lang="en-AU" emma:confidence="0">
                  <emma:literal>P</emma:literal>
                </emma:interpretation>
                <emma:interpretation id="interp3" emma:lang="en-AU" emma:confidence="0">
                  <emma:literal>PI</emma:literal>
                </emma:interpretation>
                <emma:interpretation id="interp4" emma:lang="en-AU" emma:confidence="0">
                  <emma:literal>p</emma:literal>
                </emma:interpretation>
              </emma:one-of>
            </emma:emma>
          </inkml:annotationXML>
          <inkml:trace contextRef="#ctx0" brushRef="#br0">0 59 1468,'0'0'65,"5"-4"14,-5-6-63,5 5-16,1-5 0,5 0 0,0 6 74,5 4 12,1-5 2,-1 5 1,6-5-12,-5 5-2,-1-5-1,6 5 0,11 5-20,-6 0-4,1 4-1,5 1 0,0-5-13,5 0-2,-5-5-1,0 5 0,-6 9-13,6-4-4,-5 5 0,-1-1 0,0-4-16,-5 0 0,0 5 8,-5-6-8,-1 11 0,-5-6 0,-5 6 8,-1-1-8,1-4 10,-1 5-2,-10-1 0,-1 1 0,1-1 2,-6 5 0,-6-4 0,1 4 0,-1-4-10,-5-1 0,-5-4 0,0 4 0,-1 1-14,-5-5 2,0 4 0,0-9 0,0 4-4,6-4 0,0-5 0,-1 0 0,12 0-35,5-5-7,11 0-2,0 0 0,-11-5-62,5-5-13,6-4-2</inkml:trace>
          <inkml:trace contextRef="#ctx0" brushRef="#br0" timeOffset="-338.7199">340 225 1209,'5'15'53,"-5"-15"12,0 5-52,0-5-13,0 0 0,0 0 0,0 19 159,0 1 29,0 4 5,0 5 2,6-4-116,-6 9-23,-6 10-5,6-5-1,-5 9-22,-1 1-5,6 5-1,-5-1 0,-1-4-10,1 0-1,5-5-1,0-5 0,0 5-10,0-10 10,0 0-10,0-5 10,5-4-34,-5-11-8,0 1 0,0-1-608,0-14-120</inkml:trace>
          <inkml:trace contextRef="#ctx0" brushRef="#br0" timeOffset="277.8">1206-23 2098,'0'4'46,"-5"1"10,-1-5 1,6 0 3,0 0-48,-5-5-12,-1 5 0,1-4 0,5 4 98,0 0 18,-11 9 3,5-4 1,1 5-56,-1 0-10,-5-1-2,6 16-1,-12-1-27,6 15-6,0 0-1,0 5 0,0 5-9,0 9-8,0 1 12,0 4-12,-5 5 8,5 1-8,0 4 0,6 5 0,-1-5 0,12 0 10,-1 5-10,1-10 8,5-4-8,5-1-11,0-14 3,6 4 0,0-9-135,11-10-26,-5-4-6</inkml:trace>
        </inkml:traceGroup>
        <inkml:traceGroup>
          <inkml:annotationXML>
            <emma:emma xmlns:emma="http://www.w3.org/2003/04/emma" version="1.0">
              <emma:interpretation id="{1E420926-7C3E-4518-B747-225AC10C714A}" emma:medium="tactile" emma:mode="ink">
                <msink:context xmlns:msink="http://schemas.microsoft.com/ink/2010/main" type="inkWord" rotatedBoundingBox="17580,6756 20332,6795 20319,7741 17566,7702"/>
              </emma:interpretation>
              <emma:one-of disjunction-type="recognition" id="oneOf1">
                <emma:interpretation id="interp5" emma:lang="en-AU" emma:confidence="0">
                  <emma:literal>wand</emma:literal>
                </emma:interpretation>
                <emma:interpretation id="interp6" emma:lang="en-AU" emma:confidence="0">
                  <emma:literal>wound</emma:literal>
                </emma:interpretation>
                <emma:interpretation id="interp7" emma:lang="en-AU" emma:confidence="0">
                  <emma:literal>waned</emma:literal>
                </emma:interpretation>
                <emma:interpretation id="interp8" emma:lang="en-AU" emma:confidence="0">
                  <emma:literal>wands</emma:literal>
                </emma:interpretation>
                <emma:interpretation id="interp9" emma:lang="en-AU" emma:confidence="0">
                  <emma:literal>wind</emma:literal>
                </emma:interpretation>
              </emma:one-of>
            </emma:emma>
          </inkml:annotationXML>
          <inkml:trace contextRef="#ctx0" brushRef="#br0" timeOffset="1842.37">1881 435 1497,'0'0'133,"0"0"-106,0 0-27,0 0 0,0 0 86,0 0 12,0 0 2,0 0 1,0 14-12,-6 1-2,-5 0-1,6 9 0,16 0-55,0 1-11,-6 4-3,1 0 0,-1-4-9,1-1-8,4 0 12,-4 6-12,-1-6 0,1 0 0,5 1 0,0-6 0,5-9 8,-5 0-8,-5 4 0,-6-14 0,16 5 12,-5 0-4,-11-5 0,17-5-8,-1 0 12,-5-4-12,0 4 12,0-10-12,0-4 0,0 4 0,0-4 0,0 4 0,-6-5 0,6 6-11,-5-1 0,-1 5 0,1-4 1,-6 14 0,0 0 0,11-5 0,5 0-2,-5 5-1,-5 10 0,10 0 0,-5-1-6,6 1-1,-7 5 0,7-1 0,-1 6 10,1-1 2,5 1 0,-6-6 0,1 1 8,-1-5 0,6 4-9,0-4 9,-11 0 13,5-5 7,1 0 2,-6 0 0,5-10 20,-5 0 4,6 0 1,-6-5 0,5 0 14,-5-9 3,0-5 1,0 4 0,0-4-9,0-1-3,-11-4 0,0 5 0,0-6-13,0 1-4,-6 0 0,-4 0 0,-1-1-20,-6 6-4,6-5 0,-5 0-1,-1-6-11,1 6-11,-1 5 3,6-1 0,-5 6-52,5 4-11,0 6-1,0 4-1,11 5-191,0 0-37</inkml:trace>
          <inkml:trace contextRef="#ctx0" brushRef="#br0" timeOffset="2401.14">3306 557 1321,'0'0'58,"0"0"13,-5-10-57,5 10-14,0-10 0,-6 0 0,-5 6 126,6-6 22,-6 5 5,0 0 1,0 5-54,0 0-12,-5 0-1,5 5-1,-11 0-37,11 0-7,-6 4-2,6 1 0,-5 5-27,10-1-5,-5 1-8,6 5 11,-6-6-11,6 6 0,5-6-12,0 6 12,0-6-11,5 1 11,6 0-8,-6-6 8,6 1-10,-5 0 10,10 5-12,-5-15 12,6 0-10,-6 0 10,5-5-8,-5-5 8,0 5 0,6-5-10,-1 1 10,1-1 0,-7-5 0,7-4 0,-6 4 0,0-4 0,5 4 0,-5-5 0,0 6 8,0 4-8,-5 0 0,-1 1 0,6-1 8,-11 10-8,0 0 0,6-5 0,5-5 8,-11 10-8,0 0 0,0 0 0,0 0 0,5 5 0,6 0 0,-5 0 0,5 5 0,-6-1 0,0-4 0,1 10 0,-1-5 0,1 4-10,-6-14-16,11 10-3,-6 5-1,1-6 0,5 1-35,-6 0-7,-5-10-2,6 10-820</inkml:trace>
          <inkml:trace contextRef="#ctx0" brushRef="#br0" timeOffset="2768.2199">3614 532 633,'0'0'56,"0"0"-44,0 0-12,0 0 0,0 0 220,11 10 43,-6 0 8,0-5 1,-5-5-128,6 14-25,-1-4-6,6 5-1,-11-6-60,6 1-12,-1 5-2,1-1-1,-6-4-9,5 5-1,1-5-1,-1 4 0,1-4-6,-6-10 0,0 0-1,5 5 0,-5-5-3,0 0 0,0 0 0,0 0 0,11 0-1,6-5-1,-12-5 0,6-4 0,-5-1-6,5 0-8,0-4 11,0-1-11,0-4 10,-1 4-10,7 1 8,-1-1-8,-5 1 8,6-1-8,-6 1 8,5 4-8,-5 10 15,0-4-3,-5-1 0,-6 10 0,0 0 9,11 5 2,5 5 0,-10-1 0,5 6-7,-1 0-2,1 4 0,0 1 0,0-1-14,-5 1 0,10 4 0,-5-5 0,0 1-64,6-5-7,-6 4-1,11 1-666,-6-6-134</inkml:trace>
          <inkml:trace contextRef="#ctx0" brushRef="#br0" timeOffset="3229.44">4486 562 1875,'0'0'83,"-17"-5"17,6-5-80,-5 5-20,16 5 0,-6-10 0,-5 5 121,6 1 20,-12 4 4,6-5 1,-5 5-62,-1 5-13,6-1-3,-5 1 0,5 5-43,0 0-9,0 0-1,0 4-1,6 6-14,-1-1 0,6 1 0,0 4 0,0 0-20,6-4 2,5-1 1,0 1 0,-6-5-7,11-6-2,-5 6 0,6-5 0,5-10 10,-11 0 1,-11 0 1,11 0 0,11-10 3,-6 5 1,6-5 0,-5-4 0,-1-6-2,6 1 0,-6-1 0,1 1 0,-1-1-23,-5-4-5,0 4 0,-5-4-1,-1 4-5,1-4-1,-1 0 0,1-1 0,-12 1 16,6-5 3,-5-5 1,-1-1 0,1 1 27,-6-5 0,0 5 0,5-5 0,-5-5 32,-5 5 4,5 0 2,0 5 0,0 0 22,5 5 4,1 4 0,0 11 1,-1 4-3,6 10-1,0 0 0,0 0 0,-5 10-13,-1 9-4,12 6 0,-6 14 0,0 5-26,5 4-6,1 6 0,-1 4-1,0 1-11,1-5 0,-1-1 0,6 1 8,6-10-36,-1 0-7,1-1-1,-1 6-768,6-10-154</inkml:trace>
        </inkml:traceGroup>
        <inkml:traceGroup>
          <inkml:annotationXML>
            <emma:emma xmlns:emma="http://www.w3.org/2003/04/emma" version="1.0">
              <emma:interpretation id="{475223E9-C58D-4C81-B199-050C446D2DA0}" emma:medium="tactile" emma:mode="ink">
                <msink:context xmlns:msink="http://schemas.microsoft.com/ink/2010/main" type="inkWord" rotatedBoundingBox="20942,6602 23320,6643 23293,8237 20915,8196"/>
              </emma:interpretation>
              <emma:one-of disjunction-type="recognition" id="oneOf2">
                <emma:interpretation id="interp10" emma:lang="en-AU" emma:confidence="0">
                  <emma:literal>co):</emma:literal>
                </emma:interpretation>
                <emma:interpretation id="interp11" emma:lang="en-AU" emma:confidence="0">
                  <emma:literal>Co):</emma:literal>
                </emma:interpretation>
                <emma:interpretation id="interp12" emma:lang="en-AU" emma:confidence="0">
                  <emma:literal>coz:</emma:literal>
                </emma:interpretation>
                <emma:interpretation id="interp13" emma:lang="en-AU" emma:confidence="0">
                  <emma:literal>co)".</emma:literal>
                </emma:interpretation>
                <emma:interpretation id="interp14" emma:lang="en-AU" emma:confidence="0">
                  <emma:literal>com:</emma:literal>
                </emma:interpretation>
              </emma:one-of>
            </emma:emma>
          </inkml:annotationXML>
          <inkml:trace contextRef="#ctx0" brushRef="#br0" timeOffset="3905.92">5478 250 691,'0'0'30,"0"0"7,0-10-29,-5-5-8,-1 5 0,1 1 0,5 9 270,-11-5 53,5-5 10,-5 5 3,0 0-168,0 0-32,-5 1-8,5 4 0,-6 4-51,1-4-9,0 5-3,-1 5 0,1 5-19,-1-1-4,1 1-1,-1 4 0,6 1-29,0 4-12,0 6 8,11-1-8,0 0 0,6 5 0,-6 5 0,5-5 0,6 0 0,0-4 8,6 4-8,-1-5 0,6 0 0,0-4 0,0-6-12,5-4 12,1 4-32,-1-9 0,1-5 1,-1 0 0,1-5-45,-1 0-10,-5 0-2,5-5-636,-5-5-128</inkml:trace>
          <inkml:trace contextRef="#ctx0" brushRef="#br0" timeOffset="4138.89">5878 454 864,'0'0'76,"0"0"-60,0 0-16,0 0 0,-5 5 196,-6 5 36,11-10 7,-5 10 1,-1 4-92,1-4-20,-1 5-3,6 4-1,0 1-60,0-1-13,0 1-3,6-1 0,-1 1-8,1-1-1,-1 6-1,6-6 0,-6-4-14,6-1-2,0-4-1,0 0 0,0-5 17,0 0 3,6-5 1,-6 0 0,5-10-26,1 5-6,-1-5-1,1-4 0,-1-1 10,-5 0 1,0-4 1,0-1 0,-6 1-21,1-1 9,-1 1-9,-5-1 0,0 1 32,-5-1-1,-1 1 0,1 4 0,-12-4-31,1 9 0,-6-5 0,6 6 0,-6 4-39,0 5-13,5 0-4,-5 5 0,6-1-55,-1 1-11,6 5-2,0 5-614,1-6-122</inkml:trace>
          <inkml:trace contextRef="#ctx0" brushRef="#br0" timeOffset="6040.86">6131-214 1612,'0'0'144,"0"0"-116,5-4-28,-5 4 0,0 0 81,0 0 11,6 0 1,10 0 1,-5 0 14,0 4 2,11 6 1,0 0 0,-6 0-32,6 4-7,0 11 0,0-1-1,6 0-16,-1 6-3,-5-1-1,0 10 0,5 10-20,1-5-4,-6-1-1,5 1 0,-5 10-10,0 0-1,-6-6-1,1 6 0,-6-5-6,0 4-8,0 6 11,-6-6-11,-5 1 11,0 5-11,-5 4 10,-6 5-10,0-4 8,-6-1-8,1-5 0,-6 6 0,-5-11-31,-1 1-12,1 0-2,-1-6-1,1-9-200,0-5-40</inkml:trace>
          <inkml:trace contextRef="#ctx0" brushRef="#br0" timeOffset="6415.74">7255 293 1652,'0'0'73,"0"0"15,0 0-70,0 0-18,11 0 0,0 0 0,0 0 112,5-4 18,-5 4 4,6-5 1,-1 5-50,1 0-9,-6 0-3,5 0 0,-5-5-21,5 5-4,1 0 0,-1 0-1,-5-5-26,6 5-5,-1 0 0,1-5-1,-1 5-15,-5 0 0,0 0 0,0 5 0,6-5-56,-6 0-8,-1 0-2,-10 0-1031</inkml:trace>
          <inkml:trace contextRef="#ctx0" brushRef="#br0" timeOffset="6659.35">7293 732 1267,'0'0'112,"0"0"-89,0 0-23,11 5 0,0 0 121,0-5 20,0 5 4,6-5 1,-1 0-28,1 0-6,5-5 0,-1 5-1,-4-10-60,5 5-12,0 0-3,0 1 0,0-1-131,5 0-26</inkml:trace>
        </inkml:traceGroup>
        <inkml:traceGroup>
          <inkml:annotationXML>
            <emma:emma xmlns:emma="http://www.w3.org/2003/04/emma" version="1.0">
              <emma:interpretation id="{D487454E-3A07-4431-9B8C-2EBB7DC69DEA}" emma:medium="tactile" emma:mode="ink">
                <msink:context xmlns:msink="http://schemas.microsoft.com/ink/2010/main" type="inkWord" rotatedBoundingBox="24270,6278 25717,6299 25689,8290 24242,8269"/>
              </emma:interpretation>
              <emma:one-of disjunction-type="recognition" id="oneOf3">
                <emma:interpretation id="interp15" emma:lang="en-AU" emma:confidence="0">
                  <emma:literal>to</emma:literal>
                </emma:interpretation>
                <emma:interpretation id="interp16" emma:lang="en-AU" emma:confidence="0">
                  <emma:literal>I</emma:literal>
                </emma:interpretation>
                <emma:interpretation id="interp17" emma:lang="en-AU" emma:confidence="0">
                  <emma:literal>To</emma:literal>
                </emma:interpretation>
                <emma:interpretation id="interp18" emma:lang="en-AU" emma:confidence="0">
                  <emma:literal>too</emma:literal>
                </emma:interpretation>
                <emma:interpretation id="interp19" emma:lang="en-AU" emma:confidence="0">
                  <emma:literal>'to</emma:literal>
                </emma:interpretation>
              </emma:one-of>
            </emma:emma>
          </inkml:annotationXML>
          <inkml:trace contextRef="#ctx0" brushRef="#br0" timeOffset="9800.58">9147-550 1152,'0'0'102,"0"0"-82,0 0-20,0 0 0,0 0 125,0 0 21,0 0 4,0 0 1,0 0-17,0 0-3,0 0-1,5 10 0,-5 0-64,6 4-13,-6 6-2,0-6-1,0 6-18,0-1-3,5 1-1,6 9 0,-11-5-17,6 1-11,5-6 12,0 6-12,-6-1 0,1-4-22,-1-1 3,6 1 1,0-1-148,0-4-30</inkml:trace>
          <inkml:trace contextRef="#ctx0" brushRef="#br0" timeOffset="10322.24">8544 410 518,'0'0'23,"0"0"5,0 0-28,0 0 0,0 0 0,0 0 0,0 0 241,0 0 43,5-9 9,1 4 2,-6 5-153,11-5-30,0-5-7,-6 5-1,-5 5-18,17-5-4,-12-4-1,12 4 0,-7-5-13,1 10-2,6-5-1,5 0 0,-6 5-27,1 0-6,10 0 0,1 0-1,-1-5-7,6 5-2,0 5 0,5-5 0,-5 0-8,5 0-2,1 0 0,5 0 0,0 5-12,5 0 9,0-5-9,6 0 8,0 0-8,0 0 12,-6-5-12,6 5 12,5-5-12,-10 5 0,-1-5 0,-5 1-11,0 4 11,-6-5-12,1 5 12,-6 0-12,-6 0 12,-5 0 0,0 0 0,0 0 0,-6 5-47,-5-1-10,6 1-3,-6 0 0,0 0-24,-11-5-4,0 0-2,11 10-932</inkml:trace>
          <inkml:trace contextRef="#ctx0" brushRef="#br0" timeOffset="12272.13">9416 786 1324,'0'0'118,"-6"-5"-94,-5 0-24,6-5 0,-1 5 135,-5 1 22,6-1 5,5 5 1,-11-5-6,-6 0-1,6 5 0,0 5 0,1 0-70,-7 0-14,1 4-4,5-4 0,-6 5-45,1 9-10,-1 1-1,6-1-1,-5 6-11,5-1 0,0 5 0,0 6 0,5-1 0,1 5 0,0 0-8,5 0 8,0 5 0,5-5-11,-5-5 11,11 0-8,-6-5 8,6 5-8,0-5 8,6-4-8,-1-11 0,6 6 0,-5-10 0,-1 4 0,1-4 0,5-5 0,-6-5 0,0 0 0,1-5 8,-1-5 0,1 0 8,-6 1-8,-6-1 15,1-5-2,5 6 0,-6-6 0,1 0 5,-6 1 1,-11 4 0,0-5 0,-6 6 6,1 4 2,-12 0 0,1 0 0,-6 5-19,0 5-8,0 5 8,6-1-8,-6-4-27,6 10-10,5-5-3,5 4 0,1 1-138,5-1-28</inkml:trace>
        </inkml:traceGroup>
      </inkml:traceGroup>
    </inkml:traceGroup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04:00.462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625 363 806,'6'-9'72,"-1"-1"-58,1-5-14,-1 1 0,6 4 69,0 5 11,-5-5 3,5 0 0,-1 1-43,7 4-9,-1 0-2,-5 0 0,6 0-12,-1 5-2,-5 0-1,6-5 0,-6 0-5,5 5-1,1 5 0,-1-5 0,6 10 4,0-10 1,-6 5 0,6 0 0,0 0-13,0-5 0,0 5 0,-5-1 0,-1-4 0,-5 5 11,0 0-3,0 0-8,-11-5 24,11 0-1,-11 0-1,0 0 0,0 0 10,0 0 3,0 0 0,0 0 0,0 0-21,-17 0-4,1 0-1,-6 0 0,0-5-9,-5 0-9,-6 0 9,-6 1-13,6-1 13,1-5 0,-7 0 0,6 0 0,0 1 16,0-1 5,1 0 2,-1-4 0,5 4 20,-5 5 4,11-5 1,-5 5 0,0 0-11,10-4-1,1 4-1,-1 0 0,6 0-10,0-5-1,11 5-1,0 5 0,0 0-6,6-9-1,5-1 0,5 0 0,6-4-16,0 4 10,11-5-10,0 10 8,5-4-8,1 4 0,4-5 0,1 5 8,0 0-8,6 5 10,4-5-10,-4 5 10,-1 0-10,0 5 0,-5-5 9,-5 5-9,-6 0 0,0 0 0,-12 5 0,1-6 0,-11 6 0,-11-10 0,0 0 0,0 10 8,0 9 0,-11-9 1,-11 5 0,-10-5 0,-1 4 11,-6 1 1,-5 4 1,-5-4 0,-6 0-22,0-6-18,1 6 3,-1-5 1,5 4 14,1-4 15,0 0-3,5 0-1,0-6-11,6 1 0,-1-5 0,1 0-11,10 0 21,6 0 4,-5-5 1,16 1 0,-5-1-4,10 5-1,6 0 0,0 0 0,0 0-10,6-5 0,4 0 0,7 0 0,5 0 0,5 0 0,1 5 0,5-9 8,5 4 2,0-5 0,1 5 0,5 0 0,-6 0-10,6 0 12,5 1-12,-5 4 12,6 0-12,-7 0 0,-4 4 0,5 6 8,-6-5-8,-5 0-11,-6 0 3,1 5 0,-6-1 8,-6 1 11,-5 5-3,-11-15 0,0 0-8,0 9 8,-16 6-8,-1 0 8,-5 4 10,-11-4 2,-5-1 0,-11 1 0,-1 0-20,1-6 0,-6 1 8,6-5-8,-6 10-11,0-6-5,0-4-2,0 0 0,1-5 18,-1 0 0,5-5 0,1 0 0,11-4 14,-6 4 0,5 0 0,6-5 0,1 0-14,4 1 0,6-6 0,6 5 0,-1 1 8,12-1 4,-1 5 2,6 5 0,6-15-6,-1 6 0,12-1-8,-1 0 12,12 0-12,4 1 9,1-6-9,0 5 8,11 0-8,6 1 8,-7 4-8,12 0 8,-5 0-8,4 0 0,-10 5 0,6 5 8,-1 0-8,0 5 0,6-5 0,-11 9 8,0-4-8,0 5 0,-11-6 0,0 6 8,-6 0-8,-5-1 0,0 6 0,-6-6 0,-5-4 0,-5 0 0,-6 4 0,-6 1 0,-5 0 28,6-6 1,-12 1 0,1 0 0,-11 5-29,-12-11 0,1 1 0,-6 0-10,-5 10 10,-1-5 0,1-6 0,0-4 0,-6-4 0,5-1 9,-5 0 0,6-5 0,0-5-9,-1 1 0,7-1-10,4 1 10,6-6 0,0 5 0,6-4 0,5 4 10,0-4-10,6-6 10,5 1-10,5 9 10,6-4-2,0 4 0,6-4 0,-1-1 0,12 1-8,4-1 0,-4 1 0,10-1 0,1 6 0,10-1 10,6-4-10,0 4 10,0 0-10,5 6 0,1-1-10,4 0 10,1 0 0,0 1 0,5 4 0,1 5 0,4 5-8,1-1 8,-5 6 0,-1 5-9,-5-1 9,0 1 0,-6 0 0,-11-1 0,1 1 0,-6 4 0,-11-4 0,0 5 0,-11-6 0,-1 1 0,-10 4 0,0-4 0,-5 0 8,-11-1-8,-6 6 10,-11-6-10,-6 11 0,-10-6 0,-11 6 0,-1-1 0,-5-9 0,1 4-10,-7-4 0,7 4 0,-1-4-1,5-10 0,-4 0 0,4-1 0,-4-4 19,4 0 3,6-4 1,6-6 0,-6 0-12,6-5 0,-1 1 0,7-6 0,4 1 0,12-1 0,-1 1 12,12-1-4,-6 6 3,11-1 0,5 0 0,1 1 0,10-1-1,6 5 0,0-4 0,17-1 0,5 1-10,11-1 0,-1 0 0,12 1 0,0 4 0,0 0 0,11-4 8,0-1-8,-1 5 9,1 5-9,0-4 10,5-1-10,6 0 12,0 0-4,-11 1-8,5-1 12,0 5 2,-5 0 0,-11 0 0,-6 5 0,-5 0-6,0-5-8,-11 5 11,-6 0-11,-5 0 11,-5 5-11,-1-5 10,-16 0-10,0 0 8,0 0-8,0 0 0,0 0 0,-16 10 0,-6-5 0,-6 0 0,-10 4 0,-6 1-32,0 0-12,-11 0-2,6-1-1,-6 1-180,11 0-36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04:01.892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828 292 1850,'17'-19'82,"-6"14"17,0-5-79,0 0-20,5 0 0,0-4 0,1 4 66,5-5 10,-6 6 1,1-1 1,-1 5-22,1-5-4,-12 5 0,-5 5-1,0 0-31,0 0-7,0 0-1,0 0 0,0 0-3,0 0-1,-11 10 0,-16 5 0,-1-1-8,-10 6 0,0-1 0,-6 6 8,-6-1-8,-10 1 8,0-6-8,-1 5 8,1-9 12,5 5 1,-11-6 1,6-4 0,5 0-6,6-5-2,-1-5 0,7 0 0,4-5 2,12 0 1,-1 5 0,6 0 0,6-15-3,0 5-1,5-4 0,5 4 0,6-5 6,6 1 1,-1-6 0,11 6 0,1-1-20,10 0 0,6-4-11,6 4 11,-1 6 0,11-1 0,1 0 0,5 0 0,5 1 0,6 4 0,-6 0 0,6 0 0,-6 5 8,-5 0 1,5-5 1,-5 5 0,-5 5-10,4 0 0,-10 0 0,6 0 0,-7 4 0,-4-4 0,-6 0 0,0 0 8,-6 5 0,-5-1-8,-16-4 12,-6-5-4,0 0 5,0 0 1,0 0 0,-17 10 0,-10 0-5,-6-5-1,-11-5 0,0 0 0,-16 5-8,-1-1-16,-4-4 4,-7 0 1,1 0 2,0-4 0,-1-1 0,1 0 0,5-5 9,0 5 0,6-5 0,5-4 0,6 4 8,5-5-8,6 6 10,10-1-10,1 5 10,5-5-10,11 5 10,0-4-10,5 4 10,6 5-10,0 0 10,0 0-10,17-5 0,5 0 0,5 0 0,12 5-10,-1 0 10,11 0 0,1 0 0,10 0 8,0-5 1,6 5 1,-5 0 0,4 5 0,1 0 10,-5 0 1,4 5 1,-10-5 0,0-1-22,0 1 0,-6 5 0,1 0 0,-12 0 0,-5-1 14,0 1-3,-6 0-1,-5 0-10,0-1 0,-11 1 0,-5 0 0,-1 4 0,-10 1 0,-6-5 0,-11 0 0,-6 4 0,-10-4 0,-1 0 0,-10-5 0,0 4 0,-6 1 0,0-10-11,-5 0 11,-6 0-8,6 0 8,-6 0-8,5-5 8,7-5 0,4 1 0,6-6 0,0 0 0,6 1 0,5-1 9,11-9-9,0 4 10,11 1-10,0-1 0,6 1 0,5-1 0,-6 6 0,12-1 0,10 0 0,1 1-11,5-6 11,0 6 0,11-1 0,5 0 0,0 1 0,12 4 0,-1 0 0,6 5 0,0 5 0,0 0 0,-1 0 12,1 0-4,-5 5-8,-1 0 0,0 0 0,1 5 0,-1-5 0,-5 4 0,-6 6 0,1-5 0,-12 4 0,-5-4 0,-5 5 0,-7-5 8,-4-1-8,5 1 0,-6 0 0,-10 4 8,-12 1-8,-4 5 8,-12-6-8,-6 1 8,-10-1-8,-6 6 0,-11-5 0,0-1 0,-10 6-8,-1-6-4,0 1 0,0-5 0,6-1 12,5 1 0,6-5 0,0-5 0,10-5 0,1-5 0,5 1 10,11-1-10,0 0 14,6 0-3,5-4-1,5-1 0,6 1-1,6-1 0,-1 0 0,6 1 0,6-1-9,5 0 10,5-9-10,6 9 10,0 1-10,11-1 0,5 1 0,6 4 0,11-5 8,0 5-8,5 1 0,-5 4 8,11 5 13,-6-5 3,-5 5 0,6 0 0,-7 5-24,1 5 0,0-1 0,-6-4 8,1 10-8,-1-5-12,-11 4 4,1 1 0,-1 4 8,-10 1 0,-6-1 0,-6 6 0,-10-6 0,-1 10 0,-10-4 0,-6 4 0,-11 5 0,-11 0-10,0 0 10,-11 5-10,-11 0-23,-5 0-5,-6 0-1,-5 0 0,-6-9-122,-5-1-25,10-5-5,7-4-577,4-6-116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04:03.188"/>
    </inkml:context>
    <inkml:brush xml:id="br0">
      <inkml:brushProperty name="width" value="0.10583" units="cm"/>
      <inkml:brushProperty name="height" value="0.211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1123 292 2170,'0'0'96,"0"0"20,0 0-92,0 0-24,0 0 0,0 0 0,0 0 41,0 0 4,0 0 1,0 0 0,11 0-30,-11 0-7,0 0-1,0 0 0,0 0-8,0 0 0,5 10 0,-5-10 0,0 14 8,-5-4 0,-12 5 0,-5-1 0,-10 1 15,-7 4 2,-16-4 1,6 0 0,-6-1-14,-5 1-4,-1-5 0,1-1 0,0 1 1,-1 0 0,1-5 0,5 0 0,-5-1-9,11-4 12,-1-4-12,1-1 12,5-5-2,0 0 0,6 0 0,5 1 0,5-1-10,7 0 0,10 0 0,0 1 0,5-6 0,1 5 10,10 1-10,6-1 10,6 5 2,10-5 1,0-4 0,12 4 0,5 5 9,10-5 2,-4 0 0,5 6 0,-1-6-13,7 5-3,5 0 0,-1 5 0,1 0-8,6 0 10,-1 0-10,0 0 10,-5 5-10,0 0 10,-11 0-10,-1 4 10,1-4-2,-11 0 0,-5 10 0,-7-5 0,1-1 0,-11 1-8,0 0 12,-5-5-4,-12 0-8,-5-5 12,6 14-12,-6-14 12,-17 10-12,1 0 0,-12-1 0,1 6 0,-17-5-8,0 0-1,-11-6 0,0 1 0,-5-10-9,5 5-2,0-14 0,1 4 0,4 0 20,6-4 0,1-1 0,4-9 0,6 9 0,6-4 0,5-6 0,5 1 9,1-1-9,10 6 10,1-1-10,10 1 10,1-5-10,5 4 0,11 5 0,5-4 0,6-1 0,6 1 0,-1 4 0,11 1 0,6-1 0,5 5 0,1-4 9,-6 9-9,5 0 0,0 0 0,1 0 0,-7 5 0,1-5 36,0 5 4,0 0 0,0 5 0,-17 5-31,6 0-9,0-1 0,-6 1 0,-10 5 11,-6-1-11,0 1 10,-11 0-10,0-1 0,-6 6 0,-10-1 0,-6 1 0,0 4 0,-17 1-12,-10-1 12,-6 0-10,-5 6 10,-12-1 0,-5-5 0,-10 5 0,-1-4 0,-5-1-13,-6-4 3,11-1 1,0-4 9,12-5 0,4-6 0,6 1 0,6-5 0,0 0 11,10 0-3,1-9 0,5 4-8,6-5-17,5 0 4,5 0 1,6 1 12,6-1 0,-1-10 0,12 6-9,5-6 9,5 1 9,12-1-1,4 1-8,7-6 12,10 1-12,12 5 12,4-1-12,1 10 9,11-4-9,-6 4 0,6 0 9,-6 0-1,1 6-8,4-6 12,-4 10-4,4 0-8,-4 0 10,-1 0-10,-5 5 10,0 0 0,-17-1 0,0 1 0,-5 0 0,-11 5-10,-5-5 0,-7 0 0,-4 0 0,-17-5 24,5 14 5,-5 1 2,-11-1 0,-5 1-31,-17 5 0,-16 4 0,-6 0 0,-16 1-12,-6-1-8,0 0-1,0-4-1,6-1 10,5 6 1,0-6 1,6-4 0,-6 0 10,11-1 0,1 1 0,4-5 0,1-6 0,5 1-13,6-10 5,5 5 8,-6-4-41,6-1-1,6-10 0,0-9-1262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7.19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32-3 972,'0'0'43,"0"0"9,-11 0-42,0 0-10,11 0 0,0 0 0,-11 0 96,11 0 16,0 0 4,0 0 1,0 0-28,0 0-5,0 0-2,0 0 0,-5 35-20,5-35-4,0 0-1,0 0 0,0 0-13,16 18-2,0-18-1,6 18 0,7-36-5,-7 18-2,5 0 0,6 18 0,0-18 0,1-18 0,4 18 0,1 0 0,0 18-13,5-18-2,-6 0-1,7-18 0,-6 36-18,5-18 0,0-18 8,0 18-8,1 0 0,4 0 0,-5 0 8,1 0-8,-1 0 0,1 0 0,-7 36-11,1-36 11,-5 14-56,-1 21-4,-6-17 0,-5 0-921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7.71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6 1 1036,'0'0'92,"-5"0"-73,-6 5-19,11-5 0,0 0 106,0 0 18,0 0 3,0 0 1,0 0-32,0 0-5,11 5-2,5 5 0,1-6-30,10-4-7,6 5 0,5-5-1,-5 5 5,11-5 0,0-5 1,11 5 0,0 0-23,0-5-5,-1 1-1,7-1 0,-1 0-17,-5 5-11,5 0 12,1 0-12,4 5 0,-4 0 0,-1-1 0,6 1 0,0 5-23,-1-5-5,-4 0 0,-1 5-1,-5-6-143,-6 6-29,1-5-6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8.202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92 6 1324,'-27'-5'118,"16"5"-94,0 5-24,0-5 0,0 0 59,0 5 7,11-5 2,-11 0 0,0 5 32,11-5 6,0 0 2,0 0 0,0 0-45,0 0-9,16 9-2,12 6 0,-6-5-19,5 0-4,6 4-1,16 1 0,1-1-8,5 1-3,-1 0 0,7-6 0,-1 6-17,0-5 10,6-5-10,0 4 8,0-9-8,5 5 0,6 0 0,5 0 8,-5-5-8,-6 0 0,6 0 0,0 5-11,-11-5-36,-1 5-7,-4-5-2,5 5-596,-6 0-119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8.79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0-7 1497,'0'0'66,"0"0"14,0 0-64,0 0-16,0 0 0,0 0 0,0 0 55,0 0 7,6 14 2,10-4 0,6 0-2,0 5 0,0-6 0,17 6 0,4-5 3,7-1 1,5 1 0,10-5 0,-4 5-53,5 0-13,-1-6 0,7 6 0,-1-10 0,-5 0 0,5 5 0,6 0 0,-6-5 0,6 5 0,0 0 0,-6 4 0,-5-4-103,-17 10-23,50 34-5,-17-15-1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9.09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4-1 1731,'0'25'38,"0"-11"8,-5 1 2,5-5 0,0-10-38,0 0-10,0 0 0,0 0 0,0 0 48,16 10 7,6-6 1,11 6 1,5-5-15,6 0-3,0-5-1,5 0 0,6 0-6,0 0 0,5 0-1,1 0 0,5-5-16,-6 0-3,6-5-1,5 6 0,6-6-11,0 10 8,5-5-8,0 5 8,-11 0-23,1 0-5,-12-5 0,6 5-1,-11 0-56,-1 0-11,-4-5-3,-6 5-780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09.48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22 57 1720,'-11'44'38,"11"-29"8,-6-1 2,6-4 0,0-5-39,0 0-9,-5 0 0,5-5 0,0 0 55,0 0 9,0 0 1,5 9 1,6 1-2,6-5 0,10 5 0,6-5 0,5-1 0,6 1 0,6 0 0,10 0 0,0-10-51,0 0-13,6-4 0,6-1 0,4 0 0,1-5 0,0-4 0,16-1 0,-11 1 0,6-1 0,0 1 0,11 4 0,-12-4-51,1 4-13,-6 1-2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0.095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74-3 979,'-6'29'87,"-5"-14"-70,0 5-17,0-1 0,-5 1 141,5-6 25,6-4 5,-1-5 1,6 5-61,0-1-12,0-9-3,11 10 0,0-5-39,5 5-8,6-10-1,6 5-1,5 4-15,11-4-2,-1 0-1,12 5 0,0 0-1,11-6-1,0 1 0,10 5 0,1-10-17,0 10-10,-6-10 12,6 10-12,-6-1 0,6-4 0,-6-5 0,6 0 0,0 0-8,-6 5-9,1-10-2,4 5 0,-10 0-40,0-5-8,-11-4-1,0-1-563,-6-5-112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0.48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102 175 921,'-22'4'40,"22"-4"10,-11 0-40,-5-4-10,5-6 0,0 5 0,0 5 166,11 0 31,-11-10 7,5 5 0,6 5-88,0 0-19,-5-14-3,5 4-1,0 0-37,0 10-7,5-10-1,12 6-1,-1-1-19,6 0-4,11 5-1,5 0 0,12 5-5,5-5-1,5 0 0,11 0 0,0 0-5,1 5-2,-1-10 0,6 5 0,-6 5-10,6-5 0,-6 0 0,6 0 8,5-5-8,-10 5 0,-1 0 0,0 0 0,-11 0 0,1-5-14,-12 0 3,6 0 1,-11-5-21,-6 5-4,-5-4-1,0-1 0,0-5-45,-17 6-10,1-11-1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0.91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28 188 1324,'0'0'118,"0"0"-94,-6-5-24,-5 5 0,0-4 83,11 4 12,-5-5 2,5 5 1,0 0 10,0 0 1,0 0 1,0 0 0,11 0-51,5-5-11,1-5-1,5 10-1,0-5-15,11 5-3,0 0-1,-1 0 0,12 5-4,0-5-1,6 5 0,4-5 0,1 5-11,0-5-3,5 0 0,1 0 0,-1-5-8,6 0 0,-11 0 0,0 0 8,-1 0-8,-4-4 0,5-1 0,-6-5 0,6 6 0,-11-6-12,5 0 2,0 1 1,1-1-73,-1 0-14,-5 1-4,0-1-875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1.38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89 1670,'0'-15'148,"-5"6"-118,5 9-30,0 0 0,0 0 40,0 0 3,0 0 0,0 0 0,0 19 25,11-4 4,0-10 2,5 4 0,1 6-22,5-5-4,0-1 0,11-4-1,5 5-11,-5-5-3,5 5 0,12-5 0,4-5-17,7 4-4,-6 6-1,-1-10 0,7 0-11,-1 0 0,-5 0 0,5 0 0,-5 0 0,0-5 0,5-4 0,-5-6 0,0 5 12,0-9 1,5-6 0,0 1 0,1 0-52,-1-1-10,-11 1-3,1-5-992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1.748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54 27 1267,'-5'-39'56,"5"39"12,-11 0-55,0 5-13,0 0 0,5 0 0,1 4 110,-1-4 19,6 5 4,0 0 1,0-1-38,6 1-8,-1 5-2,1-1 0,10 1-36,1 0-7,-1 4-2,6-4 0,6-1-7,5-4-2,10 5 0,1-1 0,-5-4-8,10 0-1,6 0-1,11-1 0,-6-4-6,6 0-2,-6-5 0,6 0 0,-6-5-14,6 5 9,0-10-9,0 1 8,-1-1-8,-4 0 0,-1-4 0,6-1 0,-6 0-35,1 1-9,-12-11-1,0 11-658,-10-6-131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1:12.093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99 117 230,'-16'-44'10,"5"35"2,0-1-12,-6 10 0,1-5 0,5 5 0,0 0 303,0-5 57,11 5 12,0 0 3,0 0-180,0 0-36,0 0-7,0 0-2,0 0-54,0 0-10,0 0-2,0 0-1,11 10-15,5 0-4,6-1 0,0 1 0,-5-5-48,10 5-16,0-10 10,17 5-10,-5 4 11,5-9-3,0 0-8,5 5 12,0-5-12,1 0 0,-7-5 8,12 1-8,0-6 0,5 5 0,1-10 8,-1 1-8,6 4-16,5-5-7,6-4-1,5 4-762,-5-4-153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5:57.967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-12 198 172,'0'0'16,"0"0"-16,0 0 0,0 0 0,0 0 86,0 0 14,0 0 4,0 0 0,0 0-10,0 0-2,-11 0 0,11 0 0,0 0-16,0 0-4,0 0-1,0 0 0,0 0-12,0 0-3,0 0 0,0 0 0,16 0-17,-5 5-4,6-5-1,5 5 0,-6 5-4,6-5-1,0 0 0,5 4 0,6-4-11,-5 0-2,5-5-1,-1 0 0,1 0 0,6-5 0,-1 5 0,6-5 0,-6-4 3,6-1 1,0 0 0,0-9 0,5 4 0,-5-4 0,0-1 0,5 1 0,1-1-6,-1 1-1,-5-1 0,5 1 0,1 4-20,-1 5-5,6-4-1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5:58.752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1-1 288,'0'0'25,"-5"0"-25,5 0 0,0 0 0,0 0 182,0 0 31,0 0 7,0 0 0,11 10-121,5 0-25,6-5-5,0 0-1,11-1-19,-6-4-4,12 0-1,-1 0 0,0 0 4,1 0 0,-1-4 0,6 4 0,-6-5-21,6 5-4,6 0-1,-1 5 0,-5-1-14,0 1-8,5 0 10,6 5-10,-6-5 0,1 0 0,4 0 0,-4-1-10,-1 1-26,1 0-4,-1 0-2,-16-5-689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6:02.281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27 288,'0'0'25,"0"0"-25,0 0 0,22-14 0,-17 9 69,6 0 9,-5 5 2,5 0 0,0 5-1,0-5 0,0 5 0,0 0 0,0 4-36,0-4-7,0 0-2,5 0 0,-5 5 10,5-5 1,1-5 1,5 0 0,0 9-10,0-9-3,5 0 0,0 0 0,1 5-33,-1-5 0,1 5 0,5-5 0,0 0 0,-6 0 0,11 5 0,-5 0 0,6-5 12,-1 0-4,-5 0 0,5 5-8,-5 0 8,0 0-8,6-10 0,-1 10 0,-11 9 11,12 1-11,-1-15 10,1-5-10,-1 5 0,0 5-16,6 5 1,0-1 1,-6-4 33,1-10 6,-6-4 2,11 9 0,-1 4-17,1 1-10,-5 0 12,5-10-12,-1-4 32,1-1-1,-5 15 0,-1 0 0,-5-5-31,0 9-20,0 1 4,5 0 0,-5-10 25,11 0 6,0 0 1,-6 5 0,1 0-16,-6-5-15,-1-5 3,7 5 1,5 0 11,0 0 11,-6 14-3,6-9 0,-6-5-8,1 5 0,-1-5 9,0 0-9,1-10 0,-6 5 0,5-4 0,0-1 0,-10-5 28,10 6 2,1-1 0,-1 5 0,0-5-18,-5 10-3,0 0-1,6 0 0,5 0-8,-1 0 0,-4 0 0,-1-5 8,12 5 13,-7 0 3,-4 0 0,-1-5 0,1 1-36,-1-1-8,-5 5 0,0 0-1,0 5 21,-6-5 0,6-5 0,0 0 0,0 0 0,0 5 0,0 0 0,0 5 0,-1 0 0,1 0 0,-5-5 0,-1 4 0,6-4 0,0 0 0,0 0 0,0 0 0,0 0 0,0-4 0,-6-1 0,6 0 0,-6 5 0,1 0 0,5-5 9,-6 5-9,-5-5 0,5 0 8,1 5-8,-1 5 0,-5 0 0,6 0 9,-1-5-9,-5 0 0,5 5 0,-5 4 0,0-9 0,0 10 0,11-5 8,-5 0-8,-7 0 0,7-5 0,-6-5 0,5 5 0,1 5 0,-6-5 0,0 0 8,-1-5-8,7 0 0,-1 5 0,1 0 13,-6-5-4,5 5-1,1-5 0,-1 10 0,0-5-8,-5 0 12,6 5-4,-1-5-8,1-5-11,-1 5 3,-5-5 0,0 0 18,5 1 4,-5-1 1,6 0 0,-6 0-15,0 0 0,5 5 0,-5-5 0,5-5-9,-5 6-5,11-1-1,-5 5 0,-1-5 15,0 5 0,1-5 0,-1 5 0,6 0 0,0-5 0,-6 5 0,1 0 0,-1 0 48,6-5 13,-5 0 3,5 5 0,-1 0-52,1 0-12,-5 0 0,5-5 0,-6 10 0,6-5 0,-6 0 0,1 0 0,5 5 0,-6-5 0,6 0 0,0 0 0,0 5-48,0-5-13,0 0-3,0 5 0,-1 0 81,-4 0 16,-1-5 3,6 0 1,0 5-8,6-1-1,-7 6-1,7-5 0,-6 5-38,5 0-7,-5-6-2,0 1 0,5-5 20,-5 5 8,0 0-8,0-5 12,0 5-12,11 0 9,-6 0-9,1 0 8,-7-1-8,1 1 12,0 0-12,6 0 12,-6 0-12,-1-5 0,1 0 0,6-5 0,-1 5 8,1 5-8,-1-5 0,-5 0 8,-6 0-8,6 5 0,6 0 0,-7 0 8,1-1-8,0-4 10,0 5-10,11-5 10,-6 0-10,-5 5 12,6-5-12,-1-5 12,-5 5-12,5-5 10,1 5-10,-1-4 10,1 4-10,-1 0 8,0 0-8,1 0 8,-1-5-8,1 5 0,4 0 9,-4 0-9,-1 0 0,1 0 8,-7 0-8,7 0 0,-1 0 8,-5 0-8,0 0 8,5 0-8,-5-5 10,0 0-2,6 5-8,-6-5 12,5 5 0,0-5-1,-10 0 0,5 0 0,5 1 0,0 4 0,1-5 0,-1 0 0,1 5-11,-1-5 12,6 5-12,-6-5 12,1 0-12,-1 5 0,-5-5 0,5 5 8,-5-5 0,0 5-8,0 0 12,0-4-4,0 4-8,0 0-17,0-5 4,5 0 1,0 5 24,-5 5 4,6-10 2,-6 0 0,0 0-18,5 5 10,0-5-10,1 0 8,-1 0-8,0 1 0,1 4 9,5-5-9,-6 0 0,1-5 0,-1 5 0,6 0 0,-6 5-16,-5 0-7,5-5-1,1 1-1,5-1 25,-6 5 0,0-5 0,6 0 0,-5 5 15,5-5 8,-6 5 1,6 0 1,-6 0-40,12 0-8,-6 0-1,-1 5-1,1-5 40,-11 0 8,-5-5 1,10 5 1,-5-5-25,0 5 0,5 0 0,-5 5 0,5-5 0,12 5 8,-6-5-8,5 5 0,-5 0 0,0 0 0,0 4 0,0-4 0,5 0 0,-5-5 0,0 10 0,5-5 0,-11 0 0,1-1 0,5-4 0,-6 5 0,-5 5 0,5 0 8,1-5-8,-1 4 0,0 1 0,1 5 0,-1-5 0,6-1 0,0-4 0,-6 5 0,-5-5 0,0 5 0,0-1 0,6 1 0,-1-5 0,-11 0 0,6 0 0,0-5 0,6 5 0,-7-1 0,1-4 0,6 5 0,-6 0 0,10 0 0,-4 0 0,-1 0 0,-5 0 0,6 0 0,-7-5 0,7 4 0,-1-4 0,-5 0 0,-5 5 0,-1-5 8,6 0-8,0 0 0,5 5 0,1-5 0,-1 0 0,-5 0 0,5-5 0,1 5 0,-6-5 0,5 5 0,-5-4 0,0-1 0,5 0 0,-5 5 0,0-5 0,0 0 0,0 0 0,5 0 0,-5 0 0,0 1 8,5-1-8,1 0 0,-6 0 0,0 0 0,5 0 0,-5 0 0,11-4 0,-6-1 0,0 5 0,6-5 0,0 5 0,0 0 0,0 1 0,0-6 0,-6 5 0,1 0 0,-1 5 0,0-5 0,1 5 0,5-5 0,-6 5 0,0-5 0,1 5 0,-1 0 0,-5 0 0,6 0 0,4 0 0,1 5 0,0-5 0,0 0 0,0 5 0,0-5 0,-6-5 0,6 5 0,-6 0 0,1 0 0,-1 0 0,1 0 0,-1 5 0,0-5 0,-5 5 0,6 0 0,-6-5 0,5 5 0,0 0 0,-5 0 0,0-5 0,-5 4 0,4 1 0,1 0 0,0 5 0,-5-10 8,5 5-8,-1 0 0,1 0 0,-5-1 8,-1-4-8,1 5 0,-1-5 12,0 0-4,-5 0 0,0 5 0,0-5-8,0 5 8,0-5-8,-5 0 8,-1 0-8,6 0 8,-6 0-8,1 0 8,-1 0-8,-5-5 0,-11 5 0,11 0 8,6 0-8,-17 0 0,0 0 0,11 0 8,0 5-8,-11-5 0,0 0 0,16 0 0,-16 0-11,0 0-4,0 0-1,0 0-1032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21-06-29T05:56:04.610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16 473 518,'-16'25'23,"16"-25"5,0 0-28,0 0 0,0 0 0,0 4 0,-6 1 90,6-5 13,0 0 2,0 0 1,0 0-49,0 0-9,0 0-3,0 0 0,0 0 7,0 0 2,0 0 0,11 5 0,6 0 2,-1-5 0,-5 5 0,6-10 0,5 0-8,0 0-2,-6 5 0,12 0 0,-7-5-11,7 1-3,-1-1 0,6 0 0,0 10-12,0-5-2,5 0-1,1 0 0,-1 5-2,1-1-1,4-4 0,1-4 0,0 4-6,0 0 0,-6 0-8,6-5 12,6 0-1,-1 0-1,-5 5 0,11 0 0,0-5-1,-1 0 0,-4 5 0,10 0 0,0 0-1,-5 0-8,6 0 12,-7 0-4,-4 5-8,5-5 0,-1-10 0,1 5 8,-5 5-8,5 0 0,-1 0-10,1-4 10,0 4 0,5 0 0,-5 0 0,6 4 0,-1-8 0,0 8 0,-10 1 0,10 0 0,-5 0 0,0 0 0,-6 0 0,6 0 0,0 0 9,5-5 8,-11 4 2,6 1 0,0-5-10,5 5-1,-5 0-8,11 0 12,-11-5-4,0 0-8,-1 5 11,1-5-11,0-5 11,-6 5-11,1 5 10,5-5-10,0-5 8,-6 0-8,0 0 0,6 5 0,-11 0 8,11 0-8,-6-5 0,0 5 0,1 5 12,-1-5-4,1-5-8,-1 5 12,-11 0-2,6 0-1,0-5 0,5 1 0,1-1-9,-1 5 8,0 0-8,1-5 8,5 0-8,-6 0 0,0 0 0,6 5 8,-5 0-8,-1 0 0,0 5 0,1 0 8,-6 0-8,-1 0 0,1-10 0,6 0 0,-6 10 0,-1-10 0,7 0 0,-1 0 0,0 0 0,1 5 8,-1 0-8,6-5 8,-6 1-8,1-1 0,-1 5 0,0 0 0,1 0 0,-6 0 10,0 5-10,5-5 10,-5 4-10,0-4 8,0-4-8,-1 4 8,7 4-8,-6-4 8,5-4-8,-5 4 8,11 0-8,-6 4 8,6-4-8,0 0 8,-6 0-8,6 5 10,-6 0-10,1 0 10,-1-10-30,0 5-5,-5 5-2,6 0 0,-1-10 51,0 5 11,1-5 1,4 5 1,1 0-25,6 0-4,-1 0-8,0-5 11,-5 10-11,0-5 8,0 5-8,0-5 8,0-5-8,-6 5 0,6 0 0,5-5 8,-5-4-8,5 4 12,1 0-12,4 5 12,1-10-12,0 5 12,-6 5-12,1 0 12,4 0-4,-4 0 0,-1-10 0,0 6 0,1-1-8,5 5 12,-1-15-12,1 10 12,0 0-12,5-4 0,-5-1 0,5 5 8,-5-10-8,0 10 0,-6-4 0,12 4 8,-12 0-8,6 5 0,0-10 0,5 5 8,0-4-8,0 4 0,6 0 0,-6-5 0,-5 0 0,0 1 0,0 4 0,0-5 8,0 5-8,-6-5 0,6 1 0,-1-1 0,1 0 0,0 0 0,5 1 0,1-1 8,-7-5-8,-4 10 0,-1-4 0,0-1 8,1-5-8,-1 1 8,0 4-8,-5 0 8,11 0-8,-6 5 8,6-4-8,0 4 8,0 0-8,-6 0 8,0-5-8,1 5 8,-6 1-8,-1-1 0,1 0 0,0 0 0,5 5 0,1-5 0,5 0 0,-17 5 0,-5-5 0,5 5 0,1-5 0,-1 5 0,0 5 0,1-5 0,4 0 0,-4 0 0,-6 0 0,-6 0 0,11 5 0,-10-5 0,5 0 0,0 5 0,-1 0 0,-4-5 0,5 0 0,-6 5 0,-5-5 0,0 5 0,0-5 0,5 0 8,1 5-8,-1-1 0,0-4 0,6 5 0,-5 0 0,10 0 0,0-5 0,-5 0 0,-5 5 0,-1 5 0,0-5 0,1-1 0,-6 11 0,5-10 0,-5 5 0,5-1 0,1-4 0,-6 0 0,-6 10 0,6-5 0,0-6 0,5 6 0,-5 0 0,6-5 0,-1 5 0,0-6 0,6 6 0,-5 0 8,-6-5-8,-1 0 0,7 4 0,-6 1 0,0-5 0,0 5 0,-6 0 0,0-6 0,6 6 0,0-5 0,-5 5 0,-1-5 8,6 0-8,0 4 0,0-4 0,-6 5 0,1-10 0,-1 10 0,6-5 0,-6 4 8,6-4-8,-5 0 0,5 0 0,-1 5 0,1-10 0,-5 5 0,-1-1 13,1 1-2,-1 0-1,0 0 0,-5 5-10,6-5 0,-6-5 0,5 5 0,-5-1 0,0 1 0,0-5 0,0 0 0,5 0 12,1 5-4,-6-5 0,5 0 0,1 0-8,-1 0 0,0 0 0,-5 0-11,0 0 11,6 0 0,-6 0 0,5 0 0,0 0 0,1 0 0,5 0 0,-6 0 0,6 0 0,-5-5-12,4 5 2,-4-5 0,-1 5 18,6-4 3,-5 4 1,-1-5 0,6 0 6,-11 5 2,5 0 0,1 0 0,-6-5-20,11 5 0,-6 0 0,0-5 0,-5 5 0,6 0 0,-1 0 0,6-5 0,-6 0 0,1 5 0,5 0 0,-6 5 0,-5-5-12,6 0-5,-6 5-2,-1 0 0,7-5 19,-1 5 0,-5 0 0,6 0 0,-12-1 0,6 1 0,0 0 0,0-5 0,0 0-15,0 5-5,-6 0-2,12-5-752,-12-5-150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7AC8E-DB1B-410F-A6AB-3E4E20EF5C74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1781A-A4AA-4805-BE58-D95C838501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0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1781A-A4AA-4805-BE58-D95C8385011D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011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1781A-A4AA-4805-BE58-D95C8385011D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506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41781A-A4AA-4805-BE58-D95C8385011D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805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41781A-A4AA-4805-BE58-D95C8385011D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58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703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12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97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29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08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713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327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984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30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87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27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21/07/2021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38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13" Type="http://schemas.openxmlformats.org/officeDocument/2006/relationships/image" Target="../media/image1410.png"/><Relationship Id="rId18" Type="http://schemas.openxmlformats.org/officeDocument/2006/relationships/image" Target="../media/image19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emf"/><Relationship Id="rId17" Type="http://schemas.openxmlformats.org/officeDocument/2006/relationships/image" Target="../media/image180.png"/><Relationship Id="rId2" Type="http://schemas.openxmlformats.org/officeDocument/2006/relationships/image" Target="../media/image18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160.png"/><Relationship Id="rId10" Type="http://schemas.openxmlformats.org/officeDocument/2006/relationships/image" Target="../media/image12.emf"/><Relationship Id="rId19" Type="http://schemas.openxmlformats.org/officeDocument/2006/relationships/image" Target="../media/image200.png"/><Relationship Id="rId4" Type="http://schemas.openxmlformats.org/officeDocument/2006/relationships/image" Target="../media/image9.emf"/><Relationship Id="rId9" Type="http://schemas.openxmlformats.org/officeDocument/2006/relationships/customXml" Target="../ink/ink4.xml"/><Relationship Id="rId14" Type="http://schemas.openxmlformats.org/officeDocument/2006/relationships/image" Target="../media/image1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9.png"/><Relationship Id="rId5" Type="http://schemas.openxmlformats.org/officeDocument/2006/relationships/image" Target="../media/image270.png"/><Relationship Id="rId10" Type="http://schemas.openxmlformats.org/officeDocument/2006/relationships/image" Target="../media/image38.png"/><Relationship Id="rId4" Type="http://schemas.openxmlformats.org/officeDocument/2006/relationships/image" Target="../media/image260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emf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9" Type="http://schemas.openxmlformats.org/officeDocument/2006/relationships/image" Target="../media/image63.emf"/><Relationship Id="rId21" Type="http://schemas.openxmlformats.org/officeDocument/2006/relationships/image" Target="../media/image54.emf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47" Type="http://schemas.openxmlformats.org/officeDocument/2006/relationships/image" Target="../media/image67.emf"/><Relationship Id="rId50" Type="http://schemas.openxmlformats.org/officeDocument/2006/relationships/customXml" Target="../ink/ink26.xml"/><Relationship Id="rId55" Type="http://schemas.openxmlformats.org/officeDocument/2006/relationships/image" Target="../media/image71.emf"/><Relationship Id="rId7" Type="http://schemas.openxmlformats.org/officeDocument/2006/relationships/image" Target="../media/image61.png"/><Relationship Id="rId12" Type="http://schemas.openxmlformats.org/officeDocument/2006/relationships/customXml" Target="../ink/ink7.xml"/><Relationship Id="rId17" Type="http://schemas.openxmlformats.org/officeDocument/2006/relationships/image" Target="../media/image52.emf"/><Relationship Id="rId25" Type="http://schemas.openxmlformats.org/officeDocument/2006/relationships/image" Target="../media/image56.emf"/><Relationship Id="rId33" Type="http://schemas.openxmlformats.org/officeDocument/2006/relationships/image" Target="../media/image60.emf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73.emf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58.emf"/><Relationship Id="rId41" Type="http://schemas.openxmlformats.org/officeDocument/2006/relationships/image" Target="../media/image64.emf"/><Relationship Id="rId54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49.emf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62.emf"/><Relationship Id="rId40" Type="http://schemas.openxmlformats.org/officeDocument/2006/relationships/customXml" Target="../ink/ink21.xml"/><Relationship Id="rId45" Type="http://schemas.openxmlformats.org/officeDocument/2006/relationships/image" Target="../media/image66.emf"/><Relationship Id="rId53" Type="http://schemas.openxmlformats.org/officeDocument/2006/relationships/image" Target="../media/image70.emf"/><Relationship Id="rId58" Type="http://schemas.openxmlformats.org/officeDocument/2006/relationships/customXml" Target="../ink/ink30.xml"/><Relationship Id="rId5" Type="http://schemas.openxmlformats.org/officeDocument/2006/relationships/image" Target="../media/image59.png"/><Relationship Id="rId15" Type="http://schemas.openxmlformats.org/officeDocument/2006/relationships/image" Target="../media/image51.emf"/><Relationship Id="rId23" Type="http://schemas.openxmlformats.org/officeDocument/2006/relationships/image" Target="../media/image55.emf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68.emf"/><Relationship Id="rId57" Type="http://schemas.openxmlformats.org/officeDocument/2006/relationships/image" Target="../media/image72.emf"/><Relationship Id="rId10" Type="http://schemas.openxmlformats.org/officeDocument/2006/relationships/customXml" Target="../ink/ink6.xml"/><Relationship Id="rId19" Type="http://schemas.openxmlformats.org/officeDocument/2006/relationships/image" Target="../media/image53.emf"/><Relationship Id="rId31" Type="http://schemas.openxmlformats.org/officeDocument/2006/relationships/image" Target="../media/image59.emf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57.emf"/><Relationship Id="rId30" Type="http://schemas.openxmlformats.org/officeDocument/2006/relationships/customXml" Target="../ink/ink16.xml"/><Relationship Id="rId35" Type="http://schemas.openxmlformats.org/officeDocument/2006/relationships/image" Target="../media/image61.emf"/><Relationship Id="rId43" Type="http://schemas.openxmlformats.org/officeDocument/2006/relationships/image" Target="../media/image65.emf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8" Type="http://schemas.openxmlformats.org/officeDocument/2006/relationships/image" Target="../media/image62.png"/><Relationship Id="rId51" Type="http://schemas.openxmlformats.org/officeDocument/2006/relationships/image" Target="../media/image69.emf"/><Relationship Id="rId3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6.xml"/><Relationship Id="rId18" Type="http://schemas.openxmlformats.org/officeDocument/2006/relationships/image" Target="../media/image540.emf"/><Relationship Id="rId26" Type="http://schemas.openxmlformats.org/officeDocument/2006/relationships/image" Target="../media/image580.emf"/><Relationship Id="rId39" Type="http://schemas.openxmlformats.org/officeDocument/2006/relationships/customXml" Target="../ink/ink49.xml"/><Relationship Id="rId21" Type="http://schemas.openxmlformats.org/officeDocument/2006/relationships/customXml" Target="../ink/ink40.xml"/><Relationship Id="rId34" Type="http://schemas.openxmlformats.org/officeDocument/2006/relationships/image" Target="../media/image620.emf"/><Relationship Id="rId42" Type="http://schemas.openxmlformats.org/officeDocument/2006/relationships/image" Target="../media/image660.emf"/><Relationship Id="rId47" Type="http://schemas.openxmlformats.org/officeDocument/2006/relationships/customXml" Target="../ink/ink53.xml"/><Relationship Id="rId50" Type="http://schemas.openxmlformats.org/officeDocument/2006/relationships/image" Target="../media/image700.emf"/><Relationship Id="rId55" Type="http://schemas.openxmlformats.org/officeDocument/2006/relationships/customXml" Target="../ink/ink57.xml"/><Relationship Id="rId7" Type="http://schemas.openxmlformats.org/officeDocument/2006/relationships/customXml" Target="../ink/ink33.xml"/><Relationship Id="rId12" Type="http://schemas.openxmlformats.org/officeDocument/2006/relationships/image" Target="../media/image510.emf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customXml" Target="../ink/ink46.xml"/><Relationship Id="rId38" Type="http://schemas.openxmlformats.org/officeDocument/2006/relationships/image" Target="../media/image640.emf"/><Relationship Id="rId46" Type="http://schemas.openxmlformats.org/officeDocument/2006/relationships/image" Target="../media/image680.emf"/><Relationship Id="rId59" Type="http://schemas.openxmlformats.org/officeDocument/2006/relationships/customXml" Target="../ink/ink59.xml"/><Relationship Id="rId2" Type="http://schemas.openxmlformats.org/officeDocument/2006/relationships/image" Target="../media/image64.png"/><Relationship Id="rId16" Type="http://schemas.openxmlformats.org/officeDocument/2006/relationships/image" Target="../media/image530.emf"/><Relationship Id="rId20" Type="http://schemas.openxmlformats.org/officeDocument/2006/relationships/image" Target="../media/image550.emf"/><Relationship Id="rId29" Type="http://schemas.openxmlformats.org/officeDocument/2006/relationships/customXml" Target="../ink/ink44.xml"/><Relationship Id="rId41" Type="http://schemas.openxmlformats.org/officeDocument/2006/relationships/customXml" Target="../ink/ink50.xml"/><Relationship Id="rId54" Type="http://schemas.openxmlformats.org/officeDocument/2006/relationships/image" Target="../media/image7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emf"/><Relationship Id="rId11" Type="http://schemas.openxmlformats.org/officeDocument/2006/relationships/customXml" Target="../ink/ink35.xml"/><Relationship Id="rId24" Type="http://schemas.openxmlformats.org/officeDocument/2006/relationships/image" Target="../media/image570.emf"/><Relationship Id="rId32" Type="http://schemas.openxmlformats.org/officeDocument/2006/relationships/image" Target="../media/image610.emf"/><Relationship Id="rId37" Type="http://schemas.openxmlformats.org/officeDocument/2006/relationships/customXml" Target="../ink/ink48.xml"/><Relationship Id="rId40" Type="http://schemas.openxmlformats.org/officeDocument/2006/relationships/image" Target="../media/image650.emf"/><Relationship Id="rId45" Type="http://schemas.openxmlformats.org/officeDocument/2006/relationships/customXml" Target="../ink/ink52.xml"/><Relationship Id="rId53" Type="http://schemas.openxmlformats.org/officeDocument/2006/relationships/customXml" Target="../ink/ink56.xml"/><Relationship Id="rId58" Type="http://schemas.openxmlformats.org/officeDocument/2006/relationships/image" Target="../media/image74.emf"/><Relationship Id="rId5" Type="http://schemas.openxmlformats.org/officeDocument/2006/relationships/customXml" Target="../ink/ink32.xml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590.emf"/><Relationship Id="rId36" Type="http://schemas.openxmlformats.org/officeDocument/2006/relationships/image" Target="../media/image630.emf"/><Relationship Id="rId49" Type="http://schemas.openxmlformats.org/officeDocument/2006/relationships/customXml" Target="../ink/ink54.xml"/><Relationship Id="rId57" Type="http://schemas.openxmlformats.org/officeDocument/2006/relationships/customXml" Target="../ink/ink58.xml"/><Relationship Id="rId10" Type="http://schemas.openxmlformats.org/officeDocument/2006/relationships/image" Target="../media/image500.emf"/><Relationship Id="rId19" Type="http://schemas.openxmlformats.org/officeDocument/2006/relationships/customXml" Target="../ink/ink39.xml"/><Relationship Id="rId31" Type="http://schemas.openxmlformats.org/officeDocument/2006/relationships/customXml" Target="../ink/ink45.xml"/><Relationship Id="rId44" Type="http://schemas.openxmlformats.org/officeDocument/2006/relationships/image" Target="../media/image670.emf"/><Relationship Id="rId52" Type="http://schemas.openxmlformats.org/officeDocument/2006/relationships/image" Target="../media/image710.emf"/><Relationship Id="rId60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customXml" Target="../ink/ink34.xml"/><Relationship Id="rId14" Type="http://schemas.openxmlformats.org/officeDocument/2006/relationships/image" Target="../media/image520.emf"/><Relationship Id="rId22" Type="http://schemas.openxmlformats.org/officeDocument/2006/relationships/image" Target="../media/image560.emf"/><Relationship Id="rId27" Type="http://schemas.openxmlformats.org/officeDocument/2006/relationships/customXml" Target="../ink/ink43.xml"/><Relationship Id="rId30" Type="http://schemas.openxmlformats.org/officeDocument/2006/relationships/image" Target="../media/image600.emf"/><Relationship Id="rId35" Type="http://schemas.openxmlformats.org/officeDocument/2006/relationships/customXml" Target="../ink/ink47.xml"/><Relationship Id="rId43" Type="http://schemas.openxmlformats.org/officeDocument/2006/relationships/customXml" Target="../ink/ink51.xml"/><Relationship Id="rId48" Type="http://schemas.openxmlformats.org/officeDocument/2006/relationships/image" Target="../media/image690.emf"/><Relationship Id="rId56" Type="http://schemas.openxmlformats.org/officeDocument/2006/relationships/image" Target="../media/image730.emf"/><Relationship Id="rId8" Type="http://schemas.openxmlformats.org/officeDocument/2006/relationships/image" Target="../media/image490.emf"/><Relationship Id="rId51" Type="http://schemas.openxmlformats.org/officeDocument/2006/relationships/customXml" Target="../ink/ink55.xml"/><Relationship Id="rId3" Type="http://schemas.openxmlformats.org/officeDocument/2006/relationships/customXml" Target="../ink/ink31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customXml" Target="../ink/ink68.xml"/><Relationship Id="rId26" Type="http://schemas.openxmlformats.org/officeDocument/2006/relationships/customXml" Target="../ink/ink72.xml"/><Relationship Id="rId39" Type="http://schemas.openxmlformats.org/officeDocument/2006/relationships/image" Target="../media/image85.png"/><Relationship Id="rId21" Type="http://schemas.openxmlformats.org/officeDocument/2006/relationships/image" Target="../media/image76.png"/><Relationship Id="rId34" Type="http://schemas.openxmlformats.org/officeDocument/2006/relationships/customXml" Target="../ink/ink76.xml"/><Relationship Id="rId42" Type="http://schemas.openxmlformats.org/officeDocument/2006/relationships/customXml" Target="../ink/ink80.xml"/><Relationship Id="rId47" Type="http://schemas.openxmlformats.org/officeDocument/2006/relationships/image" Target="../media/image89.png"/><Relationship Id="rId50" Type="http://schemas.openxmlformats.org/officeDocument/2006/relationships/customXml" Target="../ink/ink84.xml"/><Relationship Id="rId55" Type="http://schemas.openxmlformats.org/officeDocument/2006/relationships/image" Target="../media/image93.png"/><Relationship Id="rId7" Type="http://schemas.openxmlformats.org/officeDocument/2006/relationships/image" Target="../media/image69.png"/><Relationship Id="rId12" Type="http://schemas.openxmlformats.org/officeDocument/2006/relationships/customXml" Target="../ink/ink65.xml"/><Relationship Id="rId17" Type="http://schemas.openxmlformats.org/officeDocument/2006/relationships/image" Target="../media/image74.png"/><Relationship Id="rId25" Type="http://schemas.openxmlformats.org/officeDocument/2006/relationships/image" Target="../media/image78.png"/><Relationship Id="rId33" Type="http://schemas.openxmlformats.org/officeDocument/2006/relationships/image" Target="../media/image82.png"/><Relationship Id="rId38" Type="http://schemas.openxmlformats.org/officeDocument/2006/relationships/customXml" Target="../ink/ink78.xml"/><Relationship Id="rId46" Type="http://schemas.openxmlformats.org/officeDocument/2006/relationships/customXml" Target="../ink/ink82.xml"/><Relationship Id="rId2" Type="http://schemas.openxmlformats.org/officeDocument/2006/relationships/customXml" Target="../ink/ink60.xml"/><Relationship Id="rId16" Type="http://schemas.openxmlformats.org/officeDocument/2006/relationships/customXml" Target="../ink/ink67.xml"/><Relationship Id="rId20" Type="http://schemas.openxmlformats.org/officeDocument/2006/relationships/customXml" Target="../ink/ink69.xml"/><Relationship Id="rId29" Type="http://schemas.openxmlformats.org/officeDocument/2006/relationships/image" Target="../media/image80.png"/><Relationship Id="rId41" Type="http://schemas.openxmlformats.org/officeDocument/2006/relationships/image" Target="../media/image86.png"/><Relationship Id="rId54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11" Type="http://schemas.openxmlformats.org/officeDocument/2006/relationships/image" Target="../media/image71.png"/><Relationship Id="rId24" Type="http://schemas.openxmlformats.org/officeDocument/2006/relationships/customXml" Target="../ink/ink71.xml"/><Relationship Id="rId32" Type="http://schemas.openxmlformats.org/officeDocument/2006/relationships/customXml" Target="../ink/ink75.xml"/><Relationship Id="rId37" Type="http://schemas.openxmlformats.org/officeDocument/2006/relationships/image" Target="../media/image84.png"/><Relationship Id="rId40" Type="http://schemas.openxmlformats.org/officeDocument/2006/relationships/customXml" Target="../ink/ink79.xml"/><Relationship Id="rId45" Type="http://schemas.openxmlformats.org/officeDocument/2006/relationships/image" Target="../media/image88.png"/><Relationship Id="rId53" Type="http://schemas.openxmlformats.org/officeDocument/2006/relationships/image" Target="../media/image92.png"/><Relationship Id="rId58" Type="http://schemas.openxmlformats.org/officeDocument/2006/relationships/image" Target="../media/image96.png"/><Relationship Id="rId5" Type="http://schemas.openxmlformats.org/officeDocument/2006/relationships/image" Target="../media/image68.png"/><Relationship Id="rId15" Type="http://schemas.openxmlformats.org/officeDocument/2006/relationships/image" Target="../media/image73.png"/><Relationship Id="rId23" Type="http://schemas.openxmlformats.org/officeDocument/2006/relationships/image" Target="../media/image77.png"/><Relationship Id="rId28" Type="http://schemas.openxmlformats.org/officeDocument/2006/relationships/customXml" Target="../ink/ink73.xml"/><Relationship Id="rId36" Type="http://schemas.openxmlformats.org/officeDocument/2006/relationships/customXml" Target="../ink/ink77.xml"/><Relationship Id="rId49" Type="http://schemas.openxmlformats.org/officeDocument/2006/relationships/image" Target="../media/image90.png"/><Relationship Id="rId57" Type="http://schemas.openxmlformats.org/officeDocument/2006/relationships/image" Target="../media/image95.png"/><Relationship Id="rId10" Type="http://schemas.openxmlformats.org/officeDocument/2006/relationships/customXml" Target="../ink/ink64.xml"/><Relationship Id="rId19" Type="http://schemas.openxmlformats.org/officeDocument/2006/relationships/image" Target="../media/image75.png"/><Relationship Id="rId31" Type="http://schemas.openxmlformats.org/officeDocument/2006/relationships/image" Target="../media/image81.png"/><Relationship Id="rId44" Type="http://schemas.openxmlformats.org/officeDocument/2006/relationships/customXml" Target="../ink/ink81.xml"/><Relationship Id="rId52" Type="http://schemas.openxmlformats.org/officeDocument/2006/relationships/customXml" Target="../ink/ink85.xml"/><Relationship Id="rId4" Type="http://schemas.openxmlformats.org/officeDocument/2006/relationships/customXml" Target="../ink/ink61.xml"/><Relationship Id="rId9" Type="http://schemas.openxmlformats.org/officeDocument/2006/relationships/image" Target="../media/image70.png"/><Relationship Id="rId14" Type="http://schemas.openxmlformats.org/officeDocument/2006/relationships/customXml" Target="../ink/ink66.xml"/><Relationship Id="rId22" Type="http://schemas.openxmlformats.org/officeDocument/2006/relationships/customXml" Target="../ink/ink70.xml"/><Relationship Id="rId27" Type="http://schemas.openxmlformats.org/officeDocument/2006/relationships/image" Target="../media/image79.png"/><Relationship Id="rId30" Type="http://schemas.openxmlformats.org/officeDocument/2006/relationships/customXml" Target="../ink/ink74.xml"/><Relationship Id="rId35" Type="http://schemas.openxmlformats.org/officeDocument/2006/relationships/image" Target="../media/image83.png"/><Relationship Id="rId43" Type="http://schemas.openxmlformats.org/officeDocument/2006/relationships/image" Target="../media/image87.png"/><Relationship Id="rId48" Type="http://schemas.openxmlformats.org/officeDocument/2006/relationships/customXml" Target="../ink/ink83.xml"/><Relationship Id="rId56" Type="http://schemas.openxmlformats.org/officeDocument/2006/relationships/image" Target="../media/image94.png"/><Relationship Id="rId8" Type="http://schemas.openxmlformats.org/officeDocument/2006/relationships/customXml" Target="../ink/ink63.xml"/><Relationship Id="rId51" Type="http://schemas.openxmlformats.org/officeDocument/2006/relationships/image" Target="../media/image91.png"/><Relationship Id="rId3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0.xml"/><Relationship Id="rId13" Type="http://schemas.openxmlformats.org/officeDocument/2006/relationships/image" Target="../media/image85.emf"/><Relationship Id="rId18" Type="http://schemas.openxmlformats.org/officeDocument/2006/relationships/customXml" Target="../ink/ink95.xml"/><Relationship Id="rId26" Type="http://schemas.openxmlformats.org/officeDocument/2006/relationships/customXml" Target="../ink/ink99.xml"/><Relationship Id="rId3" Type="http://schemas.openxmlformats.org/officeDocument/2006/relationships/image" Target="../media/image80.emf"/><Relationship Id="rId21" Type="http://schemas.openxmlformats.org/officeDocument/2006/relationships/image" Target="../media/image89.emf"/><Relationship Id="rId7" Type="http://schemas.openxmlformats.org/officeDocument/2006/relationships/image" Target="../media/image82.emf"/><Relationship Id="rId12" Type="http://schemas.openxmlformats.org/officeDocument/2006/relationships/customXml" Target="../ink/ink92.xml"/><Relationship Id="rId17" Type="http://schemas.openxmlformats.org/officeDocument/2006/relationships/image" Target="../media/image87.emf"/><Relationship Id="rId25" Type="http://schemas.openxmlformats.org/officeDocument/2006/relationships/image" Target="../media/image91.emf"/><Relationship Id="rId2" Type="http://schemas.openxmlformats.org/officeDocument/2006/relationships/customXml" Target="../ink/ink87.xml"/><Relationship Id="rId16" Type="http://schemas.openxmlformats.org/officeDocument/2006/relationships/customXml" Target="../ink/ink94.xml"/><Relationship Id="rId20" Type="http://schemas.openxmlformats.org/officeDocument/2006/relationships/customXml" Target="../ink/ink9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9.xml"/><Relationship Id="rId11" Type="http://schemas.openxmlformats.org/officeDocument/2006/relationships/image" Target="../media/image84.emf"/><Relationship Id="rId24" Type="http://schemas.openxmlformats.org/officeDocument/2006/relationships/customXml" Target="../ink/ink98.xml"/><Relationship Id="rId5" Type="http://schemas.openxmlformats.org/officeDocument/2006/relationships/image" Target="../media/image81.emf"/><Relationship Id="rId15" Type="http://schemas.openxmlformats.org/officeDocument/2006/relationships/image" Target="../media/image86.emf"/><Relationship Id="rId23" Type="http://schemas.openxmlformats.org/officeDocument/2006/relationships/image" Target="../media/image90.emf"/><Relationship Id="rId10" Type="http://schemas.openxmlformats.org/officeDocument/2006/relationships/customXml" Target="../ink/ink91.xml"/><Relationship Id="rId19" Type="http://schemas.openxmlformats.org/officeDocument/2006/relationships/image" Target="../media/image88.emf"/><Relationship Id="rId4" Type="http://schemas.openxmlformats.org/officeDocument/2006/relationships/customXml" Target="../ink/ink88.xml"/><Relationship Id="rId9" Type="http://schemas.openxmlformats.org/officeDocument/2006/relationships/image" Target="../media/image83.emf"/><Relationship Id="rId14" Type="http://schemas.openxmlformats.org/officeDocument/2006/relationships/customXml" Target="../ink/ink93.xml"/><Relationship Id="rId22" Type="http://schemas.openxmlformats.org/officeDocument/2006/relationships/customXml" Target="../ink/ink97.xml"/><Relationship Id="rId27" Type="http://schemas.openxmlformats.org/officeDocument/2006/relationships/image" Target="../media/image9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4.emf"/><Relationship Id="rId3" Type="http://schemas.openxmlformats.org/officeDocument/2006/relationships/image" Target="../media/image940.png"/><Relationship Id="rId21" Type="http://schemas.openxmlformats.org/officeDocument/2006/relationships/customXml" Target="../ink/ink100.xml"/><Relationship Id="rId7" Type="http://schemas.openxmlformats.org/officeDocument/2006/relationships/image" Target="../media/image980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customXml" Target="../ink/ink102.xml"/><Relationship Id="rId2" Type="http://schemas.openxmlformats.org/officeDocument/2006/relationships/image" Target="../media/image930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0.png"/><Relationship Id="rId11" Type="http://schemas.openxmlformats.org/officeDocument/2006/relationships/image" Target="../media/image102.png"/><Relationship Id="rId24" Type="http://schemas.openxmlformats.org/officeDocument/2006/relationships/image" Target="../media/image113.emf"/><Relationship Id="rId5" Type="http://schemas.openxmlformats.org/officeDocument/2006/relationships/image" Target="../media/image960.png"/><Relationship Id="rId15" Type="http://schemas.openxmlformats.org/officeDocument/2006/relationships/image" Target="../media/image106.png"/><Relationship Id="rId23" Type="http://schemas.openxmlformats.org/officeDocument/2006/relationships/customXml" Target="../ink/ink101.xml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950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2.e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26" Type="http://schemas.openxmlformats.org/officeDocument/2006/relationships/image" Target="../media/image135.png"/><Relationship Id="rId39" Type="http://schemas.openxmlformats.org/officeDocument/2006/relationships/customXml" Target="../ink/ink103.xml"/><Relationship Id="rId21" Type="http://schemas.openxmlformats.org/officeDocument/2006/relationships/image" Target="../media/image130.png"/><Relationship Id="rId34" Type="http://schemas.openxmlformats.org/officeDocument/2006/relationships/image" Target="../media/image143.png"/><Relationship Id="rId42" Type="http://schemas.openxmlformats.org/officeDocument/2006/relationships/image" Target="../media/image146.emf"/><Relationship Id="rId47" Type="http://schemas.openxmlformats.org/officeDocument/2006/relationships/customXml" Target="../ink/ink107.xml"/><Relationship Id="rId50" Type="http://schemas.openxmlformats.org/officeDocument/2006/relationships/image" Target="../media/image150.emf"/><Relationship Id="rId55" Type="http://schemas.openxmlformats.org/officeDocument/2006/relationships/customXml" Target="../ink/ink111.xml"/><Relationship Id="rId63" Type="http://schemas.openxmlformats.org/officeDocument/2006/relationships/image" Target="../media/image157.png"/><Relationship Id="rId68" Type="http://schemas.openxmlformats.org/officeDocument/2006/relationships/customXml" Target="../ink/ink117.xml"/><Relationship Id="rId7" Type="http://schemas.openxmlformats.org/officeDocument/2006/relationships/image" Target="../media/image116.png"/><Relationship Id="rId71" Type="http://schemas.openxmlformats.org/officeDocument/2006/relationships/image" Target="../media/image161.e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25.png"/><Relationship Id="rId29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24" Type="http://schemas.openxmlformats.org/officeDocument/2006/relationships/image" Target="../media/image133.png"/><Relationship Id="rId32" Type="http://schemas.openxmlformats.org/officeDocument/2006/relationships/image" Target="../media/image141.png"/><Relationship Id="rId40" Type="http://schemas.openxmlformats.org/officeDocument/2006/relationships/image" Target="../media/image145.emf"/><Relationship Id="rId45" Type="http://schemas.openxmlformats.org/officeDocument/2006/relationships/customXml" Target="../ink/ink106.xml"/><Relationship Id="rId53" Type="http://schemas.openxmlformats.org/officeDocument/2006/relationships/customXml" Target="../ink/ink110.xml"/><Relationship Id="rId58" Type="http://schemas.openxmlformats.org/officeDocument/2006/relationships/image" Target="../media/image154.emf"/><Relationship Id="rId66" Type="http://schemas.openxmlformats.org/officeDocument/2006/relationships/customXml" Target="../ink/ink116.xml"/><Relationship Id="rId74" Type="http://schemas.openxmlformats.org/officeDocument/2006/relationships/image" Target="../media/image164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28" Type="http://schemas.openxmlformats.org/officeDocument/2006/relationships/image" Target="../media/image137.png"/><Relationship Id="rId49" Type="http://schemas.openxmlformats.org/officeDocument/2006/relationships/customXml" Target="../ink/ink108.xml"/><Relationship Id="rId57" Type="http://schemas.openxmlformats.org/officeDocument/2006/relationships/customXml" Target="../ink/ink112.xml"/><Relationship Id="rId61" Type="http://schemas.openxmlformats.org/officeDocument/2006/relationships/customXml" Target="../ink/ink114.xml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31" Type="http://schemas.openxmlformats.org/officeDocument/2006/relationships/image" Target="../media/image140.png"/><Relationship Id="rId44" Type="http://schemas.openxmlformats.org/officeDocument/2006/relationships/image" Target="../media/image147.emf"/><Relationship Id="rId52" Type="http://schemas.openxmlformats.org/officeDocument/2006/relationships/image" Target="../media/image151.emf"/><Relationship Id="rId60" Type="http://schemas.openxmlformats.org/officeDocument/2006/relationships/image" Target="../media/image155.emf"/><Relationship Id="rId65" Type="http://schemas.openxmlformats.org/officeDocument/2006/relationships/image" Target="../media/image158.emf"/><Relationship Id="rId73" Type="http://schemas.openxmlformats.org/officeDocument/2006/relationships/image" Target="../media/image163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Relationship Id="rId22" Type="http://schemas.openxmlformats.org/officeDocument/2006/relationships/image" Target="../media/image131.png"/><Relationship Id="rId27" Type="http://schemas.openxmlformats.org/officeDocument/2006/relationships/image" Target="../media/image136.png"/><Relationship Id="rId30" Type="http://schemas.openxmlformats.org/officeDocument/2006/relationships/image" Target="../media/image139.png"/><Relationship Id="rId35" Type="http://schemas.openxmlformats.org/officeDocument/2006/relationships/image" Target="../media/image144.png"/><Relationship Id="rId43" Type="http://schemas.openxmlformats.org/officeDocument/2006/relationships/customXml" Target="../ink/ink105.xml"/><Relationship Id="rId48" Type="http://schemas.openxmlformats.org/officeDocument/2006/relationships/image" Target="../media/image149.emf"/><Relationship Id="rId56" Type="http://schemas.openxmlformats.org/officeDocument/2006/relationships/image" Target="../media/image153.emf"/><Relationship Id="rId64" Type="http://schemas.openxmlformats.org/officeDocument/2006/relationships/customXml" Target="../ink/ink115.xml"/><Relationship Id="rId69" Type="http://schemas.openxmlformats.org/officeDocument/2006/relationships/image" Target="../media/image160.emf"/><Relationship Id="rId8" Type="http://schemas.openxmlformats.org/officeDocument/2006/relationships/image" Target="../media/image117.png"/><Relationship Id="rId51" Type="http://schemas.openxmlformats.org/officeDocument/2006/relationships/customXml" Target="../ink/ink109.xml"/><Relationship Id="rId72" Type="http://schemas.openxmlformats.org/officeDocument/2006/relationships/image" Target="../media/image162.png"/><Relationship Id="rId3" Type="http://schemas.openxmlformats.org/officeDocument/2006/relationships/image" Target="../media/image112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5" Type="http://schemas.openxmlformats.org/officeDocument/2006/relationships/image" Target="../media/image134.png"/><Relationship Id="rId33" Type="http://schemas.openxmlformats.org/officeDocument/2006/relationships/image" Target="../media/image142.png"/><Relationship Id="rId38" Type="http://schemas.openxmlformats.org/officeDocument/2006/relationships/image" Target="../media/image151.png"/><Relationship Id="rId46" Type="http://schemas.openxmlformats.org/officeDocument/2006/relationships/image" Target="../media/image148.emf"/><Relationship Id="rId59" Type="http://schemas.openxmlformats.org/officeDocument/2006/relationships/customXml" Target="../ink/ink113.xml"/><Relationship Id="rId67" Type="http://schemas.openxmlformats.org/officeDocument/2006/relationships/image" Target="../media/image159.emf"/><Relationship Id="rId20" Type="http://schemas.openxmlformats.org/officeDocument/2006/relationships/image" Target="../media/image129.png"/><Relationship Id="rId41" Type="http://schemas.openxmlformats.org/officeDocument/2006/relationships/customXml" Target="../ink/ink104.xml"/><Relationship Id="rId54" Type="http://schemas.openxmlformats.org/officeDocument/2006/relationships/image" Target="../media/image152.emf"/><Relationship Id="rId62" Type="http://schemas.openxmlformats.org/officeDocument/2006/relationships/image" Target="../media/image156.emf"/><Relationship Id="rId70" Type="http://schemas.openxmlformats.org/officeDocument/2006/relationships/customXml" Target="../ink/ink1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>
                <a:cs typeface="Arial" panose="020B0604020202020204" pitchFamily="34" charset="0"/>
              </a:rPr>
              <a:t>I will recap probability.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Exercise Book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Pencil, pen, 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Calculator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449854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Activate Prior Knowledge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586036" y="0"/>
          <a:ext cx="2605964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0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What are we going to learn?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15" y="1208603"/>
            <a:ext cx="10998509" cy="20732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852" y="4092963"/>
            <a:ext cx="3717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You will spontaneously combust into flames.</a:t>
            </a:r>
          </a:p>
          <a:p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999864" y="5728749"/>
            <a:ext cx="5522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You will come to school tomorrow.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9772" y="4012785"/>
            <a:ext cx="4271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year after 2020 will be 2021.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7507" y="4896090"/>
            <a:ext cx="353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It will rain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0357" y="5678261"/>
            <a:ext cx="4089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WCE will win the Grand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852" y="5401261"/>
            <a:ext cx="2511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you flip a coin, it will land on a 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6943" y="4351503"/>
            <a:ext cx="3560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You will go to the beach in December. </a:t>
            </a:r>
          </a:p>
        </p:txBody>
      </p:sp>
    </p:spTree>
    <p:extLst>
      <p:ext uri="{BB962C8B-B14F-4D97-AF65-F5344CB8AC3E}">
        <p14:creationId xmlns:p14="http://schemas.microsoft.com/office/powerpoint/2010/main" val="21294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 will recap probability.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391" y="409290"/>
            <a:ext cx="3058494" cy="3058494"/>
          </a:xfrm>
          <a:prstGeom prst="rect">
            <a:avLst/>
          </a:prstGeom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I will be able to list sample spaces.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I will be able to calculate probabilities of single events.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I will be able to calculate probabilities of complementary events.</a:t>
            </a:r>
          </a:p>
        </p:txBody>
      </p:sp>
    </p:spTree>
    <p:extLst>
      <p:ext uri="{BB962C8B-B14F-4D97-AF65-F5344CB8AC3E}">
        <p14:creationId xmlns:p14="http://schemas.microsoft.com/office/powerpoint/2010/main" val="424314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505808" y="0"/>
          <a:ext cx="2686192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/>
                        <a:t>CFU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What is an everyday word for probability?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334365" y="1241714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AU" sz="2600" dirty="0"/>
              <a:t>To work out probability as a fraction, we do:</a:t>
            </a:r>
          </a:p>
          <a:p>
            <a:pPr algn="ctr">
              <a:buFontTx/>
              <a:buNone/>
            </a:pPr>
            <a:r>
              <a:rPr lang="en-AU" sz="2600" u="sng" dirty="0"/>
              <a:t>Number of successful outcomes</a:t>
            </a:r>
          </a:p>
          <a:p>
            <a:pPr algn="ctr">
              <a:buFontTx/>
              <a:buNone/>
            </a:pPr>
            <a:r>
              <a:rPr lang="en-AU" sz="2600" dirty="0"/>
              <a:t>Number of outcomes in total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  <a:p>
            <a:pPr marL="0" indent="0">
              <a:buFont typeface="Arial" panose="020B0604020202020204" pitchFamily="34" charset="0"/>
              <a:buNone/>
            </a:pP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45720" y="701395"/>
            <a:ext cx="960536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en-AU" sz="2600" dirty="0">
                <a:solidFill>
                  <a:srgbClr val="C00000"/>
                </a:solidFill>
                <a:cs typeface="Arial" panose="020B0604020202020204" pitchFamily="34" charset="0"/>
              </a:rPr>
              <a:t>Probability</a:t>
            </a:r>
            <a:r>
              <a:rPr lang="en-AU" sz="2600" dirty="0">
                <a:cs typeface="Arial" panose="020B0604020202020204" pitchFamily="34" charset="0"/>
              </a:rPr>
              <a:t> describes how likely it is that something will happen.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799" y="2753019"/>
            <a:ext cx="1148963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sz="2600" dirty="0">
                <a:cs typeface="Arial" panose="020B0604020202020204" pitchFamily="34" charset="0"/>
              </a:rPr>
              <a:t>We write it like this: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39832" y="3580219"/>
            <a:ext cx="201332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sz="2600" dirty="0">
                <a:cs typeface="Arial" panose="020B0604020202020204" pitchFamily="34" charset="0"/>
              </a:rPr>
              <a:t>P(event)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9832" y="5176996"/>
            <a:ext cx="400114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sz="2600" dirty="0">
                <a:cs typeface="Arial" panose="020B0604020202020204" pitchFamily="34" charset="0"/>
              </a:rPr>
              <a:t>P(landing on heads)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5642" y="3413131"/>
            <a:ext cx="593508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en-AU" sz="2600" dirty="0">
                <a:cs typeface="Arial" panose="020B0604020202020204" pitchFamily="34" charset="0"/>
              </a:rPr>
              <a:t>The answer can be given as a fraction, decimal or percentage.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640977" y="5176995"/>
                <a:ext cx="3839344" cy="6683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FontTx/>
                  <a:buNone/>
                </a:pPr>
                <a:r>
                  <a:rPr lang="en-AU" sz="2600" dirty="0"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6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6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600" dirty="0">
                    <a:cs typeface="Arial" panose="020B0604020202020204" pitchFamily="34" charset="0"/>
                  </a:rPr>
                  <a:t> OR 0.5 OR 50%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977" y="5176995"/>
                <a:ext cx="3839344" cy="668388"/>
              </a:xfrm>
              <a:prstGeom prst="rect">
                <a:avLst/>
              </a:prstGeom>
              <a:blipFill rotWithShape="0">
                <a:blip r:embed="rId2"/>
                <a:stretch>
                  <a:fillRect l="-2857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470799" y="4405906"/>
            <a:ext cx="400114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AU" sz="2600" dirty="0">
                <a:cs typeface="Arial" panose="020B0604020202020204" pitchFamily="34" charset="0"/>
              </a:rPr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415049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/>
              <p:nvPr/>
            </p:nvSpPr>
            <p:spPr>
              <a:xfrm>
                <a:off x="55652" y="1720541"/>
                <a:ext cx="7642320" cy="624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Probability is also expressed as fractions: </a:t>
                </a:r>
                <a:r>
                  <a:rPr lang="en-AU" sz="2400" b="1" dirty="0" err="1"/>
                  <a:t>eg</a:t>
                </a:r>
                <a:r>
                  <a:rPr lang="en-AU" sz="24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2" y="1720541"/>
                <a:ext cx="7642320" cy="624851"/>
              </a:xfrm>
              <a:prstGeom prst="rect">
                <a:avLst/>
              </a:prstGeom>
              <a:blipFill>
                <a:blip r:embed="rId2"/>
                <a:stretch>
                  <a:fillRect l="-1196" b="-8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2576959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1183443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Probability can be expressed as decimals: </a:t>
            </a:r>
            <a:r>
              <a:rPr lang="en-AU" sz="2400" b="1" dirty="0" err="1"/>
              <a:t>eg</a:t>
            </a:r>
            <a:r>
              <a:rPr lang="en-AU" sz="2400" b="1" dirty="0"/>
              <a:t> 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2473377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Probability is also expressed as percentages: </a:t>
            </a:r>
            <a:r>
              <a:rPr lang="en-AU" sz="2400" b="1" dirty="0" err="1"/>
              <a:t>eg</a:t>
            </a:r>
            <a:r>
              <a:rPr lang="en-AU" sz="2400" b="1" dirty="0"/>
              <a:t> 80%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6E501-E78F-48B3-BCFE-6637EDDAE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542" y="4121728"/>
            <a:ext cx="10454916" cy="1881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/>
              <p:nvPr/>
            </p:nvSpPr>
            <p:spPr>
              <a:xfrm>
                <a:off x="5741979" y="3701294"/>
                <a:ext cx="6206836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979" y="3701294"/>
                <a:ext cx="6206836" cy="6117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/>
              <p:nvPr/>
            </p:nvSpPr>
            <p:spPr>
              <a:xfrm>
                <a:off x="5826199" y="3205969"/>
                <a:ext cx="62068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199" y="3205969"/>
                <a:ext cx="62068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42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2576959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1183443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Flipping a coin: </a:t>
            </a:r>
            <a:r>
              <a:rPr lang="en-AU" sz="2400" b="1" i="1" dirty="0"/>
              <a:t>P</a:t>
            </a:r>
            <a:r>
              <a:rPr lang="en-AU" sz="2400" b="1" dirty="0"/>
              <a:t>(heads or tails) =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6E501-E78F-48B3-BCFE-6637EDDA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42" y="4121728"/>
            <a:ext cx="10454916" cy="1881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/>
              <p:nvPr/>
            </p:nvSpPr>
            <p:spPr>
              <a:xfrm>
                <a:off x="3201979" y="3626491"/>
                <a:ext cx="6206836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979" y="3626491"/>
                <a:ext cx="6206836" cy="6117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/>
              <p:nvPr/>
            </p:nvSpPr>
            <p:spPr>
              <a:xfrm>
                <a:off x="3354379" y="3024894"/>
                <a:ext cx="6206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2400" b="1" dirty="0"/>
                  <a:t>5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379" y="3024894"/>
                <a:ext cx="6206836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4A5635DE-D9DF-41FE-9806-FD71C9791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264" y="483820"/>
            <a:ext cx="3374909" cy="170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3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1183443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1" dirty="0"/>
              <a:t> P</a:t>
            </a:r>
            <a:r>
              <a:rPr lang="en-AU" sz="2400" b="1" dirty="0"/>
              <a:t>(that you will pull a red card from a deck of cards) =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6E501-E78F-48B3-BCFE-6637EDDA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42" y="4121728"/>
            <a:ext cx="10454916" cy="188162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29BF01C-B961-4641-B182-A00BFC7CA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348" y="180758"/>
            <a:ext cx="3194934" cy="239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C0097-E725-45CA-A2F7-641F8758D4BB}"/>
                  </a:ext>
                </a:extLst>
              </p:cNvPr>
              <p:cNvSpPr txBox="1"/>
              <p:nvPr/>
            </p:nvSpPr>
            <p:spPr>
              <a:xfrm>
                <a:off x="3201979" y="3626491"/>
                <a:ext cx="6206836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CC0097-E725-45CA-A2F7-641F8758D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979" y="3626491"/>
                <a:ext cx="6206836" cy="6117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177781-6F0C-47AB-B271-EB6F141BC99B}"/>
                  </a:ext>
                </a:extLst>
              </p:cNvPr>
              <p:cNvSpPr txBox="1"/>
              <p:nvPr/>
            </p:nvSpPr>
            <p:spPr>
              <a:xfrm>
                <a:off x="3354379" y="3024894"/>
                <a:ext cx="6206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2400" b="1" dirty="0"/>
                  <a:t>5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177781-6F0C-47AB-B271-EB6F141BC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379" y="3024894"/>
                <a:ext cx="6206836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68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2576959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1183443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1" dirty="0"/>
              <a:t> P</a:t>
            </a:r>
            <a:r>
              <a:rPr lang="en-AU" sz="2400" b="1" dirty="0"/>
              <a:t>(that you will pull a card of hearts from a deck of cards) =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6E501-E78F-48B3-BCFE-6637EDDA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42" y="4121728"/>
            <a:ext cx="10454916" cy="1881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/>
              <p:nvPr/>
            </p:nvSpPr>
            <p:spPr>
              <a:xfrm>
                <a:off x="1051446" y="3509957"/>
                <a:ext cx="6206836" cy="611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1800" b="1" i="1" dirty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446" y="3509957"/>
                <a:ext cx="6206836" cy="6117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/>
              <p:nvPr/>
            </p:nvSpPr>
            <p:spPr>
              <a:xfrm>
                <a:off x="1203846" y="2908360"/>
                <a:ext cx="6206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2400" b="1" dirty="0"/>
                  <a:t>25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846" y="2908360"/>
                <a:ext cx="6206836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6" name="Picture 4">
            <a:extLst>
              <a:ext uri="{FF2B5EF4-FFF2-40B4-BE49-F238E27FC236}">
                <a16:creationId xmlns:a16="http://schemas.microsoft.com/office/drawing/2014/main" id="{D29BF01C-B961-4641-B182-A00BFC7CA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348" y="180758"/>
            <a:ext cx="3194934" cy="239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275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2576959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1183443"/>
            <a:ext cx="9661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  </a:t>
            </a:r>
            <a:r>
              <a:rPr lang="en-AU" sz="2400" b="1" i="1" dirty="0"/>
              <a:t>P</a:t>
            </a:r>
            <a:r>
              <a:rPr lang="en-AU" sz="2400" b="1" dirty="0"/>
              <a:t>(you will feel sleepy at some point) =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6E501-E78F-48B3-BCFE-6637EDDA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42" y="4121728"/>
            <a:ext cx="10454916" cy="1881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/>
              <p:nvPr/>
            </p:nvSpPr>
            <p:spPr>
              <a:xfrm>
                <a:off x="7364522" y="3694082"/>
                <a:ext cx="620683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3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B2FD2-8C7E-4FD4-9CC9-76DC7A3BC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522" y="3694082"/>
                <a:ext cx="620683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/>
              <p:nvPr/>
            </p:nvSpPr>
            <p:spPr>
              <a:xfrm>
                <a:off x="7478822" y="3224680"/>
                <a:ext cx="620683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AU" sz="2400" b="1" dirty="0"/>
                  <a:t>10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AD2804-84C5-43A6-BEC2-C09082588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822" y="3224680"/>
                <a:ext cx="6206836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>
            <a:extLst>
              <a:ext uri="{FF2B5EF4-FFF2-40B4-BE49-F238E27FC236}">
                <a16:creationId xmlns:a16="http://schemas.microsoft.com/office/drawing/2014/main" id="{D7D31C32-35BA-414D-8A09-BEF6E1B73B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033" y="285782"/>
            <a:ext cx="23336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51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1012911"/>
            <a:ext cx="904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that probability that you will roll a 3 on a normal die?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3372801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/>
              <p:nvPr/>
            </p:nvSpPr>
            <p:spPr>
              <a:xfrm>
                <a:off x="55652" y="1752183"/>
                <a:ext cx="10935809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 probability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400" dirty="0"/>
                  <a:t> as only 1 of the faces on a die has a 3 on it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046BE2BE-401B-43B6-9F59-E6AE635E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2" y="1752183"/>
                <a:ext cx="10935809" cy="616194"/>
              </a:xfrm>
              <a:prstGeom prst="rect">
                <a:avLst/>
              </a:prstGeom>
              <a:blipFill rotWithShape="0">
                <a:blip r:embed="rId2"/>
                <a:stretch>
                  <a:fillRect l="-836"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2831533"/>
            <a:ext cx="10182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that you will roll an even number on a normal die?</a:t>
            </a:r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/>
              <p:nvPr/>
            </p:nvSpPr>
            <p:spPr>
              <a:xfrm>
                <a:off x="55652" y="3561647"/>
                <a:ext cx="8585589" cy="614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The probability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6 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2" y="3561647"/>
                <a:ext cx="8585589" cy="614655"/>
              </a:xfrm>
              <a:prstGeom prst="rect">
                <a:avLst/>
              </a:prstGeom>
              <a:blipFill>
                <a:blip r:embed="rId3"/>
                <a:stretch>
                  <a:fillRect l="-1065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4787262"/>
            <a:ext cx="844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that probability that you will roll a 7 on a normal die?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0" y="5450936"/>
            <a:ext cx="8641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probability is 0 as a normal die does not have a 7 on a face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A4567D6-5C4B-4767-B1C4-5C3FA18F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1510" y="3756354"/>
            <a:ext cx="2254840" cy="291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370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/>
      <p:bldP spid="13" grpId="0"/>
      <p:bldP spid="19" grpId="0"/>
      <p:bldP spid="20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1883865"/>
            <a:ext cx="2302202" cy="31414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1264560" y="2776249"/>
              <a:ext cx="45719" cy="45719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87162" y="2575231"/>
                <a:ext cx="201596" cy="4092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/>
              <p14:cNvContentPartPr/>
              <p14:nvPr/>
            </p14:nvContentPartPr>
            <p14:xfrm>
              <a:off x="1609372" y="3878482"/>
              <a:ext cx="45719" cy="45719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0014" y="3697406"/>
                <a:ext cx="228235" cy="395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/>
              <p14:cNvContentPartPr/>
              <p14:nvPr/>
            </p14:nvContentPartPr>
            <p14:xfrm>
              <a:off x="1940321" y="3046642"/>
              <a:ext cx="45719" cy="45719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6163" y="2870966"/>
                <a:ext cx="207715" cy="367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/>
              <p14:cNvContentPartPr/>
              <p14:nvPr/>
            </p14:nvContentPartPr>
            <p14:xfrm>
              <a:off x="2138611" y="3676530"/>
              <a:ext cx="45719" cy="45719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67333" y="3528933"/>
                <a:ext cx="200516" cy="341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/>
              <p14:cNvContentPartPr/>
              <p14:nvPr/>
            </p14:nvContentPartPr>
            <p14:xfrm>
              <a:off x="1005187" y="3624489"/>
              <a:ext cx="45719" cy="45719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0468" y="3446653"/>
                <a:ext cx="195836" cy="370072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45" y="1745009"/>
            <a:ext cx="3327657" cy="3612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42848" y="2392935"/>
            <a:ext cx="33378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/>
              <a:t>M		A</a:t>
            </a:r>
          </a:p>
          <a:p>
            <a:r>
              <a:rPr lang="en-AU" sz="4000" b="1" dirty="0"/>
              <a:t>T	H	E</a:t>
            </a:r>
          </a:p>
          <a:p>
            <a:r>
              <a:rPr lang="en-AU" sz="4000" b="1" dirty="0"/>
              <a:t>M	A	T</a:t>
            </a:r>
          </a:p>
          <a:p>
            <a:r>
              <a:rPr lang="en-AU" sz="4000" b="1" dirty="0"/>
              <a:t>     I     C     S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-1737065" y="859842"/>
            <a:ext cx="10515600" cy="1325563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u="sng" dirty="0"/>
              <a:t>Number of successful outcomes</a:t>
            </a:r>
            <a:br>
              <a:rPr lang="en-AU" u="sng" dirty="0"/>
            </a:br>
            <a:r>
              <a:rPr lang="en-AU" dirty="0"/>
              <a:t>Number of outcomes in total</a:t>
            </a:r>
            <a:br>
              <a:rPr lang="en-AU" dirty="0"/>
            </a:br>
            <a:endParaRPr lang="en-AU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6680689" y="1177665"/>
            <a:ext cx="33011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P(red)</a:t>
            </a:r>
          </a:p>
          <a:p>
            <a:endParaRPr lang="en-AU" sz="2400" b="1" dirty="0"/>
          </a:p>
          <a:p>
            <a:r>
              <a:rPr lang="en-AU" sz="2400" b="1" dirty="0"/>
              <a:t>P(blue)</a:t>
            </a:r>
          </a:p>
          <a:p>
            <a:endParaRPr lang="en-AU" sz="2400" b="1" dirty="0"/>
          </a:p>
          <a:p>
            <a:r>
              <a:rPr lang="en-AU" sz="2400" b="1" dirty="0"/>
              <a:t>P(H)</a:t>
            </a:r>
          </a:p>
          <a:p>
            <a:endParaRPr lang="en-AU" sz="2400" b="1" dirty="0"/>
          </a:p>
          <a:p>
            <a:r>
              <a:rPr lang="en-AU" sz="2400" b="1" dirty="0"/>
              <a:t>P(M)</a:t>
            </a:r>
          </a:p>
          <a:p>
            <a:endParaRPr lang="en-AU" sz="2400" b="1" dirty="0"/>
          </a:p>
          <a:p>
            <a:r>
              <a:rPr lang="en-AU" sz="2400" b="1" dirty="0"/>
              <a:t>P(vowel)</a:t>
            </a:r>
          </a:p>
          <a:p>
            <a:endParaRPr lang="en-AU" sz="2400" b="1" dirty="0"/>
          </a:p>
          <a:p>
            <a:r>
              <a:rPr lang="en-AU" sz="2400" b="1" dirty="0"/>
              <a:t>P(consonant)</a:t>
            </a:r>
          </a:p>
          <a:p>
            <a:endParaRPr lang="en-AU" sz="2400" b="1" dirty="0"/>
          </a:p>
          <a:p>
            <a:r>
              <a:rPr lang="en-AU" sz="2400" b="1" dirty="0"/>
              <a:t>P(letter)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050665"/>
                <a:ext cx="726440" cy="63478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1812454"/>
                <a:ext cx="726440" cy="634789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2574243"/>
                <a:ext cx="726440" cy="634789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095" y="3294178"/>
                <a:ext cx="726440" cy="634789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047956"/>
                <a:ext cx="726440" cy="609911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7" y="4767891"/>
                <a:ext cx="726440" cy="609077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4366" y="5486992"/>
                <a:ext cx="1183345" cy="610936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82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8FD0-7EA9-4468-9180-91478E9C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98477"/>
            <a:ext cx="4140591" cy="534569"/>
          </a:xfrm>
          <a:solidFill>
            <a:srgbClr val="00206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Abadi" panose="020B0604020104020204" pitchFamily="34" charset="0"/>
              </a:rPr>
              <a:t> Hinge-point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7DC38-04B8-40FA-863A-7BAD40874845}"/>
              </a:ext>
            </a:extLst>
          </p:cNvPr>
          <p:cNvSpPr txBox="1"/>
          <p:nvPr/>
        </p:nvSpPr>
        <p:spPr>
          <a:xfrm>
            <a:off x="70340" y="701679"/>
            <a:ext cx="690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Arial Rounded MT Bold" panose="020F0704030504030204" pitchFamily="34" charset="0"/>
              </a:rPr>
              <a:t>Which of the options below are correct? (there could be more than one)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C45D5-61F5-4514-A127-D5C6FF10F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889" y="1940789"/>
            <a:ext cx="3949112" cy="4341478"/>
          </a:xfrm>
          <a:prstGeom prst="rect">
            <a:avLst/>
          </a:prstGeom>
        </p:spPr>
      </p:pic>
      <p:sp>
        <p:nvSpPr>
          <p:cNvPr id="3" name="Cube 2">
            <a:extLst>
              <a:ext uri="{FF2B5EF4-FFF2-40B4-BE49-F238E27FC236}">
                <a16:creationId xmlns:a16="http://schemas.microsoft.com/office/drawing/2014/main" id="{018427DF-5804-4CAF-9777-76E8DA6F2215}"/>
              </a:ext>
            </a:extLst>
          </p:cNvPr>
          <p:cNvSpPr/>
          <p:nvPr/>
        </p:nvSpPr>
        <p:spPr>
          <a:xfrm>
            <a:off x="7704667" y="404228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B27CA1CD-30E8-4E58-95FA-5EA45D872AA6}"/>
              </a:ext>
            </a:extLst>
          </p:cNvPr>
          <p:cNvSpPr/>
          <p:nvPr/>
        </p:nvSpPr>
        <p:spPr>
          <a:xfrm>
            <a:off x="8195734" y="2680253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D4F0C78D-CAF0-4D55-AB11-6387C2C7566E}"/>
              </a:ext>
            </a:extLst>
          </p:cNvPr>
          <p:cNvSpPr/>
          <p:nvPr/>
        </p:nvSpPr>
        <p:spPr>
          <a:xfrm>
            <a:off x="8249215" y="3411868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53A99C22-85C2-4252-94F7-2ECA9F334AAE}"/>
              </a:ext>
            </a:extLst>
          </p:cNvPr>
          <p:cNvSpPr/>
          <p:nvPr/>
        </p:nvSpPr>
        <p:spPr>
          <a:xfrm>
            <a:off x="8955911" y="2854476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A720334-6EAB-4D56-8088-6DC23EF32001}"/>
              </a:ext>
            </a:extLst>
          </p:cNvPr>
          <p:cNvSpPr/>
          <p:nvPr/>
        </p:nvSpPr>
        <p:spPr>
          <a:xfrm>
            <a:off x="7613374" y="3306178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906ADEC-F85F-4870-8D5F-3BB16B07486A}"/>
              </a:ext>
            </a:extLst>
          </p:cNvPr>
          <p:cNvSpPr/>
          <p:nvPr/>
        </p:nvSpPr>
        <p:spPr>
          <a:xfrm>
            <a:off x="8296229" y="4233334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816771D-C8E2-4684-B459-0200A1BB4009}"/>
              </a:ext>
            </a:extLst>
          </p:cNvPr>
          <p:cNvSpPr/>
          <p:nvPr/>
        </p:nvSpPr>
        <p:spPr>
          <a:xfrm>
            <a:off x="9562004" y="4133830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C791A2F5-866B-4444-83B5-E1EE5474391D}"/>
              </a:ext>
            </a:extLst>
          </p:cNvPr>
          <p:cNvSpPr/>
          <p:nvPr/>
        </p:nvSpPr>
        <p:spPr>
          <a:xfrm>
            <a:off x="9195256" y="348140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F51C1EBC-57E4-43D7-AEFD-2239BAD47FC3}"/>
              </a:ext>
            </a:extLst>
          </p:cNvPr>
          <p:cNvSpPr/>
          <p:nvPr/>
        </p:nvSpPr>
        <p:spPr>
          <a:xfrm>
            <a:off x="9869864" y="2769009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62B0CCA4-CECB-4C92-8AF8-415216974334}"/>
              </a:ext>
            </a:extLst>
          </p:cNvPr>
          <p:cNvSpPr/>
          <p:nvPr/>
        </p:nvSpPr>
        <p:spPr>
          <a:xfrm>
            <a:off x="9820422" y="338100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583D4F3E-B53F-43FE-9524-37EA93E95484}"/>
              </a:ext>
            </a:extLst>
          </p:cNvPr>
          <p:cNvSpPr/>
          <p:nvPr/>
        </p:nvSpPr>
        <p:spPr>
          <a:xfrm>
            <a:off x="8899019" y="4194729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0980C0-E65D-4128-B5BF-A9992032F10E}"/>
                  </a:ext>
                </a:extLst>
              </p:cNvPr>
              <p:cNvSpPr/>
              <p:nvPr/>
            </p:nvSpPr>
            <p:spPr>
              <a:xfrm>
                <a:off x="318866" y="2239027"/>
                <a:ext cx="6284348" cy="9750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B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green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0980C0-E65D-4128-B5BF-A9992032F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6" y="2239027"/>
                <a:ext cx="6284348" cy="975034"/>
              </a:xfrm>
              <a:prstGeom prst="rect">
                <a:avLst/>
              </a:prstGeom>
              <a:blipFill>
                <a:blip r:embed="rId4"/>
                <a:stretch>
                  <a:fillRect l="-27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ube 20">
            <a:extLst>
              <a:ext uri="{FF2B5EF4-FFF2-40B4-BE49-F238E27FC236}">
                <a16:creationId xmlns:a16="http://schemas.microsoft.com/office/drawing/2014/main" id="{867A5A58-F1FC-4D9F-A0FA-80BCA536B69E}"/>
              </a:ext>
            </a:extLst>
          </p:cNvPr>
          <p:cNvSpPr/>
          <p:nvPr/>
        </p:nvSpPr>
        <p:spPr>
          <a:xfrm>
            <a:off x="8007092" y="4838075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783DADE4-B7FA-4E9F-AC65-12197DDEE2C1}"/>
              </a:ext>
            </a:extLst>
          </p:cNvPr>
          <p:cNvSpPr/>
          <p:nvPr/>
        </p:nvSpPr>
        <p:spPr>
          <a:xfrm>
            <a:off x="8598654" y="5029128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383DEB17-F285-4136-B6A0-A15EF3D9342F}"/>
              </a:ext>
            </a:extLst>
          </p:cNvPr>
          <p:cNvSpPr/>
          <p:nvPr/>
        </p:nvSpPr>
        <p:spPr>
          <a:xfrm>
            <a:off x="9201444" y="4990523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73421D-2AAE-4F1B-831C-820FD53F3239}"/>
                  </a:ext>
                </a:extLst>
              </p:cNvPr>
              <p:cNvSpPr/>
              <p:nvPr/>
            </p:nvSpPr>
            <p:spPr>
              <a:xfrm>
                <a:off x="318866" y="3365093"/>
                <a:ext cx="6284348" cy="9750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C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green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73421D-2AAE-4F1B-831C-820FD53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6" y="3365093"/>
                <a:ext cx="6284348" cy="975034"/>
              </a:xfrm>
              <a:prstGeom prst="rect">
                <a:avLst/>
              </a:prstGeom>
              <a:blipFill>
                <a:blip r:embed="rId5"/>
                <a:stretch>
                  <a:fillRect l="-27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A2F98F2-DC9C-4ECE-82D7-370444662477}"/>
                  </a:ext>
                </a:extLst>
              </p:cNvPr>
              <p:cNvSpPr/>
              <p:nvPr/>
            </p:nvSpPr>
            <p:spPr>
              <a:xfrm>
                <a:off x="334836" y="4439831"/>
                <a:ext cx="6284348" cy="9750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D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blue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A2F98F2-DC9C-4ECE-82D7-370444662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36" y="4439831"/>
                <a:ext cx="6284348" cy="975034"/>
              </a:xfrm>
              <a:prstGeom prst="rect">
                <a:avLst/>
              </a:prstGeom>
              <a:blipFill>
                <a:blip r:embed="rId6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8F5780B-64E1-461F-88C0-A301A9B1C3EA}"/>
                  </a:ext>
                </a:extLst>
              </p:cNvPr>
              <p:cNvSpPr/>
              <p:nvPr/>
            </p:nvSpPr>
            <p:spPr>
              <a:xfrm>
                <a:off x="297883" y="1160488"/>
                <a:ext cx="6284348" cy="9750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A) P(pulling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8F5780B-64E1-461F-88C0-A301A9B1C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83" y="1160488"/>
                <a:ext cx="6284348" cy="975034"/>
              </a:xfrm>
              <a:prstGeom prst="rect">
                <a:avLst/>
              </a:prstGeom>
              <a:blipFill>
                <a:blip r:embed="rId7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2BCA27-B7F5-4D75-AF00-B1D2CCC362BE}"/>
                  </a:ext>
                </a:extLst>
              </p:cNvPr>
              <p:cNvSpPr/>
              <p:nvPr/>
            </p:nvSpPr>
            <p:spPr>
              <a:xfrm>
                <a:off x="345750" y="5514569"/>
                <a:ext cx="6284348" cy="97503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E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a rabbit)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𝑙𝑖𝑘𝑒𝑙𝑦</m:t>
                    </m:r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2BCA27-B7F5-4D75-AF00-B1D2CCC36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0" y="5514569"/>
                <a:ext cx="6284348" cy="975034"/>
              </a:xfrm>
              <a:prstGeom prst="rect">
                <a:avLst/>
              </a:prstGeom>
              <a:blipFill>
                <a:blip r:embed="rId8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24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8FD0-7EA9-4468-9180-91478E9C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" y="98477"/>
            <a:ext cx="4140591" cy="534569"/>
          </a:xfrm>
          <a:solidFill>
            <a:srgbClr val="00206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AU" sz="3200" dirty="0">
                <a:solidFill>
                  <a:schemeClr val="bg1"/>
                </a:solidFill>
                <a:latin typeface="Abadi" panose="020B0604020104020204" pitchFamily="34" charset="0"/>
              </a:rPr>
              <a:t> Hinge-point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7DC38-04B8-40FA-863A-7BAD40874845}"/>
              </a:ext>
            </a:extLst>
          </p:cNvPr>
          <p:cNvSpPr txBox="1"/>
          <p:nvPr/>
        </p:nvSpPr>
        <p:spPr>
          <a:xfrm>
            <a:off x="70340" y="701679"/>
            <a:ext cx="690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latin typeface="Arial Rounded MT Bold" panose="020F0704030504030204" pitchFamily="34" charset="0"/>
              </a:rPr>
              <a:t>Which of the options below are correct? (there could be more than one)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C45D5-61F5-4514-A127-D5C6FF1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889" y="1940789"/>
            <a:ext cx="3949112" cy="4341478"/>
          </a:xfrm>
          <a:prstGeom prst="rect">
            <a:avLst/>
          </a:prstGeom>
        </p:spPr>
      </p:pic>
      <p:sp>
        <p:nvSpPr>
          <p:cNvPr id="3" name="Cube 2">
            <a:extLst>
              <a:ext uri="{FF2B5EF4-FFF2-40B4-BE49-F238E27FC236}">
                <a16:creationId xmlns:a16="http://schemas.microsoft.com/office/drawing/2014/main" id="{018427DF-5804-4CAF-9777-76E8DA6F2215}"/>
              </a:ext>
            </a:extLst>
          </p:cNvPr>
          <p:cNvSpPr/>
          <p:nvPr/>
        </p:nvSpPr>
        <p:spPr>
          <a:xfrm>
            <a:off x="7704667" y="404228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B27CA1CD-30E8-4E58-95FA-5EA45D872AA6}"/>
              </a:ext>
            </a:extLst>
          </p:cNvPr>
          <p:cNvSpPr/>
          <p:nvPr/>
        </p:nvSpPr>
        <p:spPr>
          <a:xfrm>
            <a:off x="8195734" y="2680253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D4F0C78D-CAF0-4D55-AB11-6387C2C7566E}"/>
              </a:ext>
            </a:extLst>
          </p:cNvPr>
          <p:cNvSpPr/>
          <p:nvPr/>
        </p:nvSpPr>
        <p:spPr>
          <a:xfrm>
            <a:off x="8249215" y="3411868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53A99C22-85C2-4252-94F7-2ECA9F334AAE}"/>
              </a:ext>
            </a:extLst>
          </p:cNvPr>
          <p:cNvSpPr/>
          <p:nvPr/>
        </p:nvSpPr>
        <p:spPr>
          <a:xfrm>
            <a:off x="8955911" y="2854476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FA720334-6EAB-4D56-8088-6DC23EF32001}"/>
              </a:ext>
            </a:extLst>
          </p:cNvPr>
          <p:cNvSpPr/>
          <p:nvPr/>
        </p:nvSpPr>
        <p:spPr>
          <a:xfrm>
            <a:off x="7613374" y="3306178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A906ADEC-F85F-4870-8D5F-3BB16B07486A}"/>
              </a:ext>
            </a:extLst>
          </p:cNvPr>
          <p:cNvSpPr/>
          <p:nvPr/>
        </p:nvSpPr>
        <p:spPr>
          <a:xfrm>
            <a:off x="8296229" y="4233334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816771D-C8E2-4684-B459-0200A1BB4009}"/>
              </a:ext>
            </a:extLst>
          </p:cNvPr>
          <p:cNvSpPr/>
          <p:nvPr/>
        </p:nvSpPr>
        <p:spPr>
          <a:xfrm>
            <a:off x="9562004" y="4133830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C791A2F5-866B-4444-83B5-E1EE5474391D}"/>
              </a:ext>
            </a:extLst>
          </p:cNvPr>
          <p:cNvSpPr/>
          <p:nvPr/>
        </p:nvSpPr>
        <p:spPr>
          <a:xfrm>
            <a:off x="9195256" y="348140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F51C1EBC-57E4-43D7-AEFD-2239BAD47FC3}"/>
              </a:ext>
            </a:extLst>
          </p:cNvPr>
          <p:cNvSpPr/>
          <p:nvPr/>
        </p:nvSpPr>
        <p:spPr>
          <a:xfrm>
            <a:off x="9869864" y="2769009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62B0CCA4-CECB-4C92-8AF8-415216974334}"/>
              </a:ext>
            </a:extLst>
          </p:cNvPr>
          <p:cNvSpPr/>
          <p:nvPr/>
        </p:nvSpPr>
        <p:spPr>
          <a:xfrm>
            <a:off x="9820422" y="3381001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583D4F3E-B53F-43FE-9524-37EA93E95484}"/>
              </a:ext>
            </a:extLst>
          </p:cNvPr>
          <p:cNvSpPr/>
          <p:nvPr/>
        </p:nvSpPr>
        <p:spPr>
          <a:xfrm>
            <a:off x="8899019" y="4194729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0980C0-E65D-4128-B5BF-A9992032F10E}"/>
                  </a:ext>
                </a:extLst>
              </p:cNvPr>
              <p:cNvSpPr/>
              <p:nvPr/>
            </p:nvSpPr>
            <p:spPr>
              <a:xfrm>
                <a:off x="318866" y="2239027"/>
                <a:ext cx="6284348" cy="975034"/>
              </a:xfrm>
              <a:prstGeom prst="rect">
                <a:avLst/>
              </a:prstGeom>
              <a:solidFill>
                <a:srgbClr val="00B05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B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green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C0980C0-E65D-4128-B5BF-A9992032F1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6" y="2239027"/>
                <a:ext cx="6284348" cy="975034"/>
              </a:xfrm>
              <a:prstGeom prst="rect">
                <a:avLst/>
              </a:prstGeom>
              <a:blipFill>
                <a:blip r:embed="rId3"/>
                <a:stretch>
                  <a:fillRect l="-27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ube 20">
            <a:extLst>
              <a:ext uri="{FF2B5EF4-FFF2-40B4-BE49-F238E27FC236}">
                <a16:creationId xmlns:a16="http://schemas.microsoft.com/office/drawing/2014/main" id="{867A5A58-F1FC-4D9F-A0FA-80BCA536B69E}"/>
              </a:ext>
            </a:extLst>
          </p:cNvPr>
          <p:cNvSpPr/>
          <p:nvPr/>
        </p:nvSpPr>
        <p:spPr>
          <a:xfrm>
            <a:off x="8007092" y="4838075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783DADE4-B7FA-4E9F-AC65-12197DDEE2C1}"/>
              </a:ext>
            </a:extLst>
          </p:cNvPr>
          <p:cNvSpPr/>
          <p:nvPr/>
        </p:nvSpPr>
        <p:spPr>
          <a:xfrm>
            <a:off x="8598654" y="5029128"/>
            <a:ext cx="491067" cy="445052"/>
          </a:xfrm>
          <a:prstGeom prst="cube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383DEB17-F285-4136-B6A0-A15EF3D9342F}"/>
              </a:ext>
            </a:extLst>
          </p:cNvPr>
          <p:cNvSpPr/>
          <p:nvPr/>
        </p:nvSpPr>
        <p:spPr>
          <a:xfrm>
            <a:off x="9201444" y="4990523"/>
            <a:ext cx="491067" cy="445052"/>
          </a:xfrm>
          <a:prstGeom prst="cube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73421D-2AAE-4F1B-831C-820FD53F3239}"/>
                  </a:ext>
                </a:extLst>
              </p:cNvPr>
              <p:cNvSpPr/>
              <p:nvPr/>
            </p:nvSpPr>
            <p:spPr>
              <a:xfrm>
                <a:off x="318866" y="3365093"/>
                <a:ext cx="6284348" cy="975034"/>
              </a:xfrm>
              <a:prstGeom prst="rect">
                <a:avLst/>
              </a:prstGeom>
              <a:solidFill>
                <a:srgbClr val="FF2929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C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green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B73421D-2AAE-4F1B-831C-820FD53F3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6" y="3365093"/>
                <a:ext cx="6284348" cy="975034"/>
              </a:xfrm>
              <a:prstGeom prst="rect">
                <a:avLst/>
              </a:prstGeom>
              <a:blipFill>
                <a:blip r:embed="rId4"/>
                <a:stretch>
                  <a:fillRect l="-27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A2F98F2-DC9C-4ECE-82D7-370444662477}"/>
                  </a:ext>
                </a:extLst>
              </p:cNvPr>
              <p:cNvSpPr/>
              <p:nvPr/>
            </p:nvSpPr>
            <p:spPr>
              <a:xfrm>
                <a:off x="334836" y="4439831"/>
                <a:ext cx="6284348" cy="975034"/>
              </a:xfrm>
              <a:prstGeom prst="rect">
                <a:avLst/>
              </a:prstGeom>
              <a:solidFill>
                <a:srgbClr val="00B05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D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blue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A2F98F2-DC9C-4ECE-82D7-3704446624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36" y="4439831"/>
                <a:ext cx="6284348" cy="975034"/>
              </a:xfrm>
              <a:prstGeom prst="rect">
                <a:avLst/>
              </a:prstGeom>
              <a:blipFill>
                <a:blip r:embed="rId5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8F5780B-64E1-461F-88C0-A301A9B1C3EA}"/>
                  </a:ext>
                </a:extLst>
              </p:cNvPr>
              <p:cNvSpPr/>
              <p:nvPr/>
            </p:nvSpPr>
            <p:spPr>
              <a:xfrm>
                <a:off x="297883" y="1160488"/>
                <a:ext cx="6284348" cy="975034"/>
              </a:xfrm>
              <a:prstGeom prst="rect">
                <a:avLst/>
              </a:prstGeom>
              <a:solidFill>
                <a:srgbClr val="00B05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A) P(pulling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AU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8F5780B-64E1-461F-88C0-A301A9B1C3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83" y="1160488"/>
                <a:ext cx="6284348" cy="975034"/>
              </a:xfrm>
              <a:prstGeom prst="rect">
                <a:avLst/>
              </a:prstGeom>
              <a:blipFill>
                <a:blip r:embed="rId6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2BCA27-B7F5-4D75-AF00-B1D2CCC362BE}"/>
                  </a:ext>
                </a:extLst>
              </p:cNvPr>
              <p:cNvSpPr/>
              <p:nvPr/>
            </p:nvSpPr>
            <p:spPr>
              <a:xfrm>
                <a:off x="345750" y="5514569"/>
                <a:ext cx="6284348" cy="975034"/>
              </a:xfrm>
              <a:prstGeom prst="rect">
                <a:avLst/>
              </a:prstGeom>
              <a:solidFill>
                <a:srgbClr val="FF2929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AU" sz="3200" dirty="0">
                    <a:solidFill>
                      <a:schemeClr val="tx1"/>
                    </a:solidFill>
                  </a:rPr>
                  <a:t>E</a:t>
                </a:r>
                <a:r>
                  <a:rPr lang="en-AU" sz="3200" dirty="0" smtClean="0">
                    <a:solidFill>
                      <a:schemeClr val="tx1"/>
                    </a:solidFill>
                  </a:rPr>
                  <a:t>) </a:t>
                </a:r>
                <a:r>
                  <a:rPr lang="en-AU" sz="3200" dirty="0">
                    <a:solidFill>
                      <a:schemeClr val="tx1"/>
                    </a:solidFill>
                  </a:rPr>
                  <a:t>P(pulling a rabbit)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𝑙𝑖𝑘𝑒𝑙𝑦</m:t>
                    </m:r>
                  </m:oMath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2BCA27-B7F5-4D75-AF00-B1D2CCC36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0" y="5514569"/>
                <a:ext cx="6284348" cy="975034"/>
              </a:xfrm>
              <a:prstGeom prst="rect">
                <a:avLst/>
              </a:prstGeom>
              <a:blipFill>
                <a:blip r:embed="rId7"/>
                <a:stretch>
                  <a:fillRect l="-37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25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152634" y="651581"/>
            <a:ext cx="10806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A class has 26 students, with 10 studying Chinese and the rest studying Japanese.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3372801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152634" y="1129254"/>
            <a:ext cx="727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How many students study Japanese?</a:t>
            </a:r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152634" y="1584812"/>
            <a:ext cx="858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What is the probability that a student studies Japanese?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/>
              <p:nvPr/>
            </p:nvSpPr>
            <p:spPr>
              <a:xfrm>
                <a:off x="624268" y="2979610"/>
                <a:ext cx="7642320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P(a student studies Japanese) </a:t>
                </a:r>
                <a14:m>
                  <m:oMath xmlns:m="http://schemas.openxmlformats.org/officeDocument/2006/math"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𝟏𝟔</m:t>
                        </m:r>
                      </m:num>
                      <m:den>
                        <m:r>
                          <a:rPr lang="en-AU" sz="2400" b="1" i="1" dirty="0" smtClean="0">
                            <a:latin typeface="Cambria Math" panose="02040503050406030204" pitchFamily="18" charset="0"/>
                          </a:rPr>
                          <m:t>𝟐𝟔</m:t>
                        </m:r>
                      </m:den>
                    </m:f>
                  </m:oMath>
                </a14:m>
                <a:r>
                  <a:rPr lang="en-AU" sz="2400" b="1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68" y="2979610"/>
                <a:ext cx="7642320" cy="625812"/>
              </a:xfrm>
              <a:prstGeom prst="rect">
                <a:avLst/>
              </a:prstGeom>
              <a:blipFill>
                <a:blip r:embed="rId2"/>
                <a:stretch>
                  <a:fillRect l="-1196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/>
              <p:nvPr/>
            </p:nvSpPr>
            <p:spPr>
              <a:xfrm>
                <a:off x="5246355" y="2865561"/>
                <a:ext cx="84964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2400" b="1" i="1" dirty="0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6BE2BE-401B-43B6-9F59-E6AE635E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55" y="2865561"/>
                <a:ext cx="849645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60694" y="2288815"/>
                <a:ext cx="77351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𝟐𝟔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 – 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</a:rPr>
                      <m:t>𝟏𝟔</m:t>
                    </m:r>
                  </m:oMath>
                </a14:m>
                <a:r>
                  <a:rPr lang="en-AU" sz="2400" b="1" dirty="0"/>
                  <a:t>, so 16 students studied Japanese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94" y="2288815"/>
                <a:ext cx="7735161" cy="461665"/>
              </a:xfrm>
              <a:prstGeom prst="rect">
                <a:avLst/>
              </a:prstGeom>
              <a:blipFill>
                <a:blip r:embed="rId4"/>
                <a:stretch>
                  <a:fillRect l="-158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429041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Daily Review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E05EEB-76B2-40B1-B903-743A65E1C08C}"/>
                  </a:ext>
                </a:extLst>
              </p:cNvPr>
              <p:cNvSpPr txBox="1"/>
              <p:nvPr/>
            </p:nvSpPr>
            <p:spPr>
              <a:xfrm>
                <a:off x="660693" y="3925193"/>
                <a:ext cx="10176639" cy="556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i="1" dirty="0" smtClean="0"/>
                  <a:t>P</a:t>
                </a:r>
                <a:r>
                  <a:rPr lang="en-AU" sz="2400" b="1" dirty="0"/>
                  <a:t>(a student studies Chinese) </a:t>
                </a:r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𝟏𝟎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𝟐𝟔</m:t>
                        </m:r>
                      </m:den>
                    </m:f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𝟏𝟑</m:t>
                        </m:r>
                      </m:den>
                    </m:f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𝒄𝒐𝒎𝒑𝒍𝒆𝒎𝒆𝒏𝒕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𝒑𝒓𝒐𝒃𝒂𝒃𝒊𝒍𝒊𝒕𝒚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E05EEB-76B2-40B1-B903-743A65E1C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93" y="3925193"/>
                <a:ext cx="10176639" cy="556306"/>
              </a:xfrm>
              <a:prstGeom prst="rect">
                <a:avLst/>
              </a:prstGeom>
              <a:blipFill>
                <a:blip r:embed="rId5"/>
                <a:stretch>
                  <a:fillRect l="-898" t="-3297" b="-131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52D73-8E17-4DAA-A2E1-8D8D1426B56B}"/>
                  </a:ext>
                </a:extLst>
              </p:cNvPr>
              <p:cNvSpPr txBox="1"/>
              <p:nvPr/>
            </p:nvSpPr>
            <p:spPr>
              <a:xfrm>
                <a:off x="660693" y="4855517"/>
                <a:ext cx="10176639" cy="556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i="1" dirty="0"/>
                  <a:t>P</a:t>
                </a:r>
                <a:r>
                  <a:rPr lang="en-AU" sz="2400" b="1" dirty="0"/>
                  <a:t>(a student is a master at origami) </a:t>
                </a:r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𝟐𝟔</m:t>
                        </m:r>
                      </m:den>
                    </m:f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   (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𝒊𝒎𝒑𝒐𝒔𝒔𝒊𝒃𝒍𝒆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b="1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352D73-8E17-4DAA-A2E1-8D8D1426B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93" y="4855517"/>
                <a:ext cx="10176639" cy="556306"/>
              </a:xfrm>
              <a:prstGeom prst="rect">
                <a:avLst/>
              </a:prstGeom>
              <a:blipFill>
                <a:blip r:embed="rId6"/>
                <a:stretch>
                  <a:fillRect l="-898" t="-4396" b="-120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98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9" grpId="0"/>
      <p:bldP spid="3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56" y="3614927"/>
            <a:ext cx="3372672" cy="31724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8667" y="929547"/>
            <a:ext cx="115146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000" b="1" dirty="0"/>
              <a:t>Complement probability</a:t>
            </a:r>
            <a:r>
              <a:rPr lang="en-AU" sz="3000" dirty="0"/>
              <a:t> – the probability of something not happening.</a:t>
            </a:r>
          </a:p>
          <a:p>
            <a:r>
              <a:rPr lang="en-AU" sz="3000" dirty="0"/>
              <a:t>		     </a:t>
            </a:r>
            <a:r>
              <a:rPr lang="en-AU" sz="3000" i="1" dirty="0"/>
              <a:t>P</a:t>
            </a:r>
            <a:r>
              <a:rPr lang="en-AU" sz="3000" dirty="0"/>
              <a:t>(event happening) + </a:t>
            </a:r>
            <a:r>
              <a:rPr lang="en-AU" sz="3000" i="1" dirty="0"/>
              <a:t>P</a:t>
            </a:r>
            <a:r>
              <a:rPr lang="en-AU" sz="3000" dirty="0"/>
              <a:t>(event not happening)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9274" y="2481076"/>
                <a:ext cx="3797845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2481076"/>
                <a:ext cx="3797845" cy="616194"/>
              </a:xfrm>
              <a:prstGeom prst="rect">
                <a:avLst/>
              </a:prstGeom>
              <a:blipFill rotWithShape="0">
                <a:blip r:embed="rId3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03041" y="2483255"/>
                <a:ext cx="3797845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a 5)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2483255"/>
                <a:ext cx="3797845" cy="622222"/>
              </a:xfrm>
              <a:prstGeom prst="rect">
                <a:avLst/>
              </a:prstGeom>
              <a:blipFill rotWithShape="0">
                <a:blip r:embed="rId4"/>
                <a:stretch>
                  <a:fillRect l="-2408" b="-98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20227" y="2425030"/>
                <a:ext cx="3797845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27" y="2425030"/>
                <a:ext cx="3797845" cy="81804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9274" y="3413372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odd)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3413372"/>
                <a:ext cx="3797845" cy="616964"/>
              </a:xfrm>
              <a:prstGeom prst="rect">
                <a:avLst/>
              </a:prstGeom>
              <a:blipFill rotWithShape="0">
                <a:blip r:embed="rId6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03041" y="3405165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odd)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3405165"/>
                <a:ext cx="3797845" cy="616964"/>
              </a:xfrm>
              <a:prstGeom prst="rect">
                <a:avLst/>
              </a:prstGeom>
              <a:blipFill rotWithShape="0">
                <a:blip r:embed="rId7"/>
                <a:stretch>
                  <a:fillRect l="-240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920227" y="3357326"/>
                <a:ext cx="379784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27" y="3357326"/>
                <a:ext cx="3797845" cy="78617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9274" y="4563253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Pr(rolling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74" y="4563253"/>
                <a:ext cx="3797845" cy="616964"/>
              </a:xfrm>
              <a:prstGeom prst="rect">
                <a:avLst/>
              </a:prstGeom>
              <a:blipFill>
                <a:blip r:embed="rId9"/>
                <a:stretch>
                  <a:fillRect l="-256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041" y="4557225"/>
                <a:ext cx="3797845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Pr(not rolling a cube)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041" y="4557225"/>
                <a:ext cx="3797845" cy="616964"/>
              </a:xfrm>
              <a:prstGeom prst="rect">
                <a:avLst/>
              </a:prstGeom>
              <a:blipFill>
                <a:blip r:embed="rId10"/>
                <a:stretch>
                  <a:fillRect l="-2408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15318" y="4507207"/>
                <a:ext cx="3702754" cy="818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18" y="4507207"/>
                <a:ext cx="3702754" cy="8180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659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2BB4B7-28D7-423C-8BE8-0AB79EE12125}"/>
              </a:ext>
            </a:extLst>
          </p:cNvPr>
          <p:cNvSpPr/>
          <p:nvPr/>
        </p:nvSpPr>
        <p:spPr>
          <a:xfrm>
            <a:off x="6096000" y="1"/>
            <a:ext cx="45719" cy="6857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157070" y="756519"/>
            <a:ext cx="58062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Everyone in the class (28) receive a box. 23 of the boxes are filled with  lollies and 5 of them are </a:t>
            </a:r>
            <a:r>
              <a:rPr lang="en-AU" sz="2000" b="1" dirty="0" smtClean="0"/>
              <a:t>empty</a:t>
            </a:r>
            <a:r>
              <a:rPr lang="en-AU" sz="2000" b="1" dirty="0" smtClean="0"/>
              <a:t>. </a:t>
            </a:r>
            <a:endParaRPr lang="en-AU" sz="2000" b="1" dirty="0"/>
          </a:p>
          <a:p>
            <a:endParaRPr lang="en-AU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</a:t>
            </a:r>
            <a:r>
              <a:rPr lang="en-AU" sz="2000" b="1" i="1" dirty="0"/>
              <a:t>P(you will get </a:t>
            </a:r>
            <a:r>
              <a:rPr lang="en-AU" sz="2000" b="1" i="1" dirty="0" smtClean="0"/>
              <a:t>an empty box</a:t>
            </a:r>
            <a:r>
              <a:rPr lang="en-AU" sz="2000" b="1" i="1" dirty="0" smtClean="0"/>
              <a:t>)?</a:t>
            </a:r>
            <a:endParaRPr lang="en-AU" sz="2000" b="1" dirty="0"/>
          </a:p>
          <a:p>
            <a:pPr marL="457200" indent="-457200">
              <a:buAutoNum type="alphaLcParenR"/>
            </a:pPr>
            <a:endParaRPr lang="en-AU" sz="2000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</a:t>
            </a:r>
            <a:r>
              <a:rPr lang="en-AU" sz="2000" b="1" i="1" dirty="0"/>
              <a:t>P(you will get lollies)?</a:t>
            </a:r>
            <a:endParaRPr lang="en-AU" sz="2000" b="1" dirty="0"/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57070" y="3786551"/>
                <a:ext cx="5577618" cy="53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a) </a:t>
                </a:r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receive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𝒍𝒐𝒍𝒍𝒊𝒆𝒔</m:t>
                        </m:r>
                      </m:e>
                    </m:d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𝟐𝟑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𝟐𝟖</m:t>
                        </m:r>
                      </m:den>
                    </m:f>
                  </m:oMath>
                </a14:m>
                <a:endParaRPr lang="en-AU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70" y="3786551"/>
                <a:ext cx="5577618" cy="537006"/>
              </a:xfrm>
              <a:prstGeom prst="rect">
                <a:avLst/>
              </a:prstGeom>
              <a:blipFill>
                <a:blip r:embed="rId2"/>
                <a:stretch>
                  <a:fillRect l="-984" b="-45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57069" y="4552728"/>
                <a:ext cx="5577618" cy="541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b</a:t>
                </a:r>
                <a14:m>
                  <m:oMath xmlns:m="http://schemas.openxmlformats.org/officeDocument/2006/math">
                    <m:r>
                      <a:rPr lang="en-AU" sz="2000" b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sz="2000" b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000" b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1" dirty="0">
                            <a:latin typeface="Cambria Math" panose="02040503050406030204" pitchFamily="18" charset="0"/>
                          </a:rPr>
                          <m:t>receive</m:t>
                        </m:r>
                        <m:r>
                          <m:rPr>
                            <m:nor/>
                          </m:rPr>
                          <a:rPr lang="en-AU" sz="2000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AU" sz="2000" b="1" i="1" dirty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AU" sz="2000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 dirty="0">
                            <a:latin typeface="Cambria Math" panose="02040503050406030204" pitchFamily="18" charset="0"/>
                          </a:rPr>
                          <m:t>𝒆𝒎𝒑𝒕𝒚</m:t>
                        </m:r>
                        <m:r>
                          <a:rPr lang="en-AU" sz="2000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1" i="1" dirty="0">
                            <a:latin typeface="Cambria Math" panose="02040503050406030204" pitchFamily="18" charset="0"/>
                          </a:rPr>
                          <m:t>𝒃𝒐𝒙</m:t>
                        </m:r>
                      </m:e>
                    </m:d>
                    <m:r>
                      <a:rPr lang="en-AU" sz="2000" b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dirty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AU" sz="2000" b="1" dirty="0">
                            <a:latin typeface="Cambria Math" panose="02040503050406030204" pitchFamily="18" charset="0"/>
                          </a:rPr>
                          <m:t>𝟐𝟖</m:t>
                        </m:r>
                      </m:den>
                    </m:f>
                  </m:oMath>
                </a14:m>
                <a:endParaRPr lang="en-AU" sz="20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69" y="4552728"/>
                <a:ext cx="5577618" cy="541559"/>
              </a:xfrm>
              <a:prstGeom prst="rect">
                <a:avLst/>
              </a:prstGeom>
              <a:blipFill>
                <a:blip r:embed="rId3"/>
                <a:stretch>
                  <a:fillRect l="-984" b="-44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76AC11-4D60-4EBF-847A-411858A80A77}"/>
              </a:ext>
            </a:extLst>
          </p:cNvPr>
          <p:cNvSpPr txBox="1"/>
          <p:nvPr/>
        </p:nvSpPr>
        <p:spPr>
          <a:xfrm>
            <a:off x="12098" y="6488668"/>
            <a:ext cx="260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example problem pairs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4C70ED-FAB1-4BF8-A8B4-ABAB4F3E961C}"/>
              </a:ext>
            </a:extLst>
          </p:cNvPr>
          <p:cNvSpPr txBox="1"/>
          <p:nvPr/>
        </p:nvSpPr>
        <p:spPr>
          <a:xfrm>
            <a:off x="6430878" y="746101"/>
            <a:ext cx="58062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Of the 30 </a:t>
            </a:r>
            <a:r>
              <a:rPr lang="en-AU" sz="2000" b="1" dirty="0" smtClean="0"/>
              <a:t>students</a:t>
            </a:r>
            <a:r>
              <a:rPr lang="en-AU" sz="2000" b="1" dirty="0" smtClean="0"/>
              <a:t> </a:t>
            </a:r>
            <a:r>
              <a:rPr lang="en-AU" sz="2000" b="1" dirty="0"/>
              <a:t>in class, 19 of them have </a:t>
            </a:r>
            <a:r>
              <a:rPr lang="en-AU" sz="2000" b="1" dirty="0" smtClean="0"/>
              <a:t>an android, </a:t>
            </a:r>
            <a:r>
              <a:rPr lang="en-AU" sz="2000" b="1" dirty="0"/>
              <a:t>while the others </a:t>
            </a:r>
            <a:r>
              <a:rPr lang="en-AU" sz="2000" b="1" dirty="0" smtClean="0"/>
              <a:t>have </a:t>
            </a:r>
            <a:r>
              <a:rPr lang="en-AU" sz="2000" b="1" dirty="0"/>
              <a:t>iPhones. </a:t>
            </a:r>
          </a:p>
          <a:p>
            <a:endParaRPr lang="en-AU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</a:t>
            </a:r>
            <a:r>
              <a:rPr lang="en-AU" sz="2000" b="1" i="1" dirty="0"/>
              <a:t>P(you have </a:t>
            </a:r>
            <a:r>
              <a:rPr lang="en-AU" sz="2000" b="1" i="1" dirty="0" smtClean="0"/>
              <a:t>an android)?</a:t>
            </a:r>
            <a:endParaRPr lang="en-AU" sz="2000" b="1" dirty="0"/>
          </a:p>
          <a:p>
            <a:pPr marL="457200" indent="-457200">
              <a:buAutoNum type="alphaLcParenR"/>
            </a:pPr>
            <a:endParaRPr lang="en-AU" sz="2000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</a:t>
            </a:r>
            <a:r>
              <a:rPr lang="en-AU" sz="2000" b="1" i="1" dirty="0"/>
              <a:t>P(you have an iPhone)?</a:t>
            </a:r>
            <a:endParaRPr lang="en-AU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C5A1F8-2F22-4200-82A3-B3EDC8786FEE}"/>
                  </a:ext>
                </a:extLst>
              </p:cNvPr>
              <p:cNvSpPr txBox="1"/>
              <p:nvPr/>
            </p:nvSpPr>
            <p:spPr>
              <a:xfrm>
                <a:off x="6430878" y="3776133"/>
                <a:ext cx="5577618" cy="556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a) </a:t>
                </a:r>
                <a14:m>
                  <m:oMath xmlns:m="http://schemas.openxmlformats.org/officeDocument/2006/math"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you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have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an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android</m:t>
                        </m:r>
                      </m:e>
                    </m:d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𝟏𝟗</m:t>
                        </m:r>
                      </m:num>
                      <m:den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C5A1F8-2F22-4200-82A3-B3EDC8786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878" y="3776133"/>
                <a:ext cx="5577618" cy="556306"/>
              </a:xfrm>
              <a:prstGeom prst="rect">
                <a:avLst/>
              </a:prstGeom>
              <a:blipFill>
                <a:blip r:embed="rId4"/>
                <a:stretch>
                  <a:fillRect l="-9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1EB1E8-DB6E-4537-94D6-B710C7DD0B02}"/>
                  </a:ext>
                </a:extLst>
              </p:cNvPr>
              <p:cNvSpPr txBox="1"/>
              <p:nvPr/>
            </p:nvSpPr>
            <p:spPr>
              <a:xfrm>
                <a:off x="6430877" y="4542310"/>
                <a:ext cx="5577618" cy="55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b</a:t>
                </a:r>
                <a14:m>
                  <m:oMath xmlns:m="http://schemas.openxmlformats.org/officeDocument/2006/math">
                    <m:r>
                      <a:rPr lang="en-AU" sz="2000" b="1" i="0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you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have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an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sz="2000" b="1" i="0" dirty="0" smtClean="0">
                            <a:latin typeface="Cambria Math" panose="02040503050406030204" pitchFamily="18" charset="0"/>
                          </a:rPr>
                          <m:t>iphone</m:t>
                        </m:r>
                      </m:e>
                    </m:d>
                    <m:r>
                      <a:rPr lang="en-AU" sz="20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1" i="1" dirty="0" smtClean="0">
                            <a:latin typeface="Cambria Math" panose="02040503050406030204" pitchFamily="18" charset="0"/>
                          </a:rPr>
                          <m:t>𝟏𝟏</m:t>
                        </m:r>
                      </m:num>
                      <m:den>
                        <m:r>
                          <a:rPr lang="en-AU" sz="2000" b="1" i="1" dirty="0">
                            <a:latin typeface="Cambria Math" panose="02040503050406030204" pitchFamily="18" charset="0"/>
                          </a:rPr>
                          <m:t>𝟐𝟖</m:t>
                        </m:r>
                      </m:den>
                    </m:f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1EB1E8-DB6E-4537-94D6-B710C7DD0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877" y="4542310"/>
                <a:ext cx="5577618" cy="556371"/>
              </a:xfrm>
              <a:prstGeom prst="rect">
                <a:avLst/>
              </a:prstGeom>
              <a:blipFill>
                <a:blip r:embed="rId5"/>
                <a:stretch>
                  <a:fillRect l="-984" b="-109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28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5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2BB4B7-28D7-423C-8BE8-0AB79EE12125}"/>
              </a:ext>
            </a:extLst>
          </p:cNvPr>
          <p:cNvSpPr/>
          <p:nvPr/>
        </p:nvSpPr>
        <p:spPr>
          <a:xfrm>
            <a:off x="6096000" y="1"/>
            <a:ext cx="45719" cy="6857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157070" y="756519"/>
            <a:ext cx="580620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Jenny has 50 pens in her pencil case. 44 are sparkly and 6 are red.</a:t>
            </a:r>
          </a:p>
          <a:p>
            <a:endParaRPr lang="en-AU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estimated probability she will reach in and pull out a sparkly pen?</a:t>
            </a:r>
          </a:p>
          <a:p>
            <a:pPr marL="457200" indent="-457200">
              <a:buAutoNum type="alphaLcParenR"/>
            </a:pPr>
            <a:endParaRPr lang="en-AU" sz="2000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estimated </a:t>
            </a:r>
            <a:r>
              <a:rPr lang="en-AU" sz="2000" b="1" i="1" dirty="0"/>
              <a:t>P</a:t>
            </a:r>
            <a:r>
              <a:rPr lang="en-AU" sz="2000" b="1" dirty="0"/>
              <a:t>(Jenny pulls out a red pen)?</a:t>
            </a:r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57070" y="3786551"/>
                <a:ext cx="580620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1" dirty="0" smtClean="0"/>
                  <a:t>a)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Jenny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pulls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sparkly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b="1" i="0" dirty="0" smtClean="0">
                            <a:latin typeface="Cambria Math" panose="02040503050406030204" pitchFamily="18" charset="0"/>
                          </a:rPr>
                          <m:t>pen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𝟒𝟒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𝟓𝟎</m:t>
                        </m:r>
                      </m:den>
                    </m:f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𝟖𝟖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 smtClean="0"/>
                  <a:t> </a:t>
                </a:r>
                <a:r>
                  <a:rPr lang="en-AU" b="1" i="1" dirty="0" smtClean="0"/>
                  <a:t> </a:t>
                </a:r>
                <a:r>
                  <a:rPr lang="en-AU" b="1" dirty="0" smtClean="0"/>
                  <a:t>0.88 </a:t>
                </a:r>
                <a:endParaRPr lang="en-AU" sz="2000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70" y="3786551"/>
                <a:ext cx="5806208" cy="492443"/>
              </a:xfrm>
              <a:prstGeom prst="rect">
                <a:avLst/>
              </a:prstGeom>
              <a:blipFill>
                <a:blip r:embed="rId3"/>
                <a:stretch>
                  <a:fillRect l="-1155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88927" y="4552728"/>
                <a:ext cx="5984651" cy="5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b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AU" b="1" dirty="0">
                            <a:latin typeface="Cambria Math" panose="02040503050406030204" pitchFamily="18" charset="0"/>
                          </a:rPr>
                          <m:t>Jenny</m:t>
                        </m:r>
                        <m:r>
                          <m:rPr>
                            <m:nor/>
                          </m:rPr>
                          <a:rPr lang="en-AU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AU" b="1" dirty="0">
                            <a:latin typeface="Cambria Math" panose="02040503050406030204" pitchFamily="18" charset="0"/>
                          </a:rPr>
                          <m:t>pulls</m:t>
                        </m:r>
                        <m:r>
                          <m:rPr>
                            <m:nor/>
                          </m:rPr>
                          <a:rPr lang="en-AU" b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𝒓𝒆𝒅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𝒑𝒆𝒏</m:t>
                        </m:r>
                      </m:e>
                    </m:d>
                    <m:r>
                      <a:rPr lang="en-AU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𝟓𝟎</m:t>
                        </m:r>
                      </m:den>
                    </m:f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m:rPr>
                        <m:nor/>
                      </m:rPr>
                      <a:rPr lang="en-AU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b="1" dirty="0"/>
                      <m:t> </m:t>
                    </m:r>
                    <m:r>
                      <m:rPr>
                        <m:nor/>
                      </m:rPr>
                      <a:rPr lang="en-AU" b="1" i="1" dirty="0" smtClean="0"/>
                      <m:t> </m:t>
                    </m:r>
                    <m:r>
                      <m:rPr>
                        <m:nor/>
                      </m:rPr>
                      <a:rPr lang="en-AU" b="1" dirty="0"/>
                      <m:t>0.</m:t>
                    </m:r>
                    <m:r>
                      <m:rPr>
                        <m:nor/>
                      </m:rPr>
                      <a:rPr lang="en-AU" b="1" i="0" dirty="0" smtClean="0"/>
                      <m:t>12</m:t>
                    </m:r>
                    <m:r>
                      <m:rPr>
                        <m:nor/>
                      </m:rPr>
                      <a:rPr lang="en-AU" b="1" dirty="0"/>
                      <m:t> </m:t>
                    </m:r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7" y="4552728"/>
                <a:ext cx="5984651" cy="509883"/>
              </a:xfrm>
              <a:prstGeom prst="rect">
                <a:avLst/>
              </a:prstGeom>
              <a:blipFill>
                <a:blip r:embed="rId4"/>
                <a:stretch>
                  <a:fillRect l="-916" b="-48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D76AC11-4D60-4EBF-847A-411858A80A77}"/>
              </a:ext>
            </a:extLst>
          </p:cNvPr>
          <p:cNvSpPr txBox="1"/>
          <p:nvPr/>
        </p:nvSpPr>
        <p:spPr>
          <a:xfrm>
            <a:off x="12098" y="6488668"/>
            <a:ext cx="260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example problem pairs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7C01D-AE2A-4740-9DC3-0D1B198DCB17}"/>
              </a:ext>
            </a:extLst>
          </p:cNvPr>
          <p:cNvSpPr txBox="1"/>
          <p:nvPr/>
        </p:nvSpPr>
        <p:spPr>
          <a:xfrm>
            <a:off x="6306299" y="756519"/>
            <a:ext cx="580620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Brian asked 50 friends if he could have $5.00 and 19 of them agreed to give him the money.</a:t>
            </a:r>
          </a:p>
          <a:p>
            <a:endParaRPr lang="en-AU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estimated probability if he asks another friend for money they will give it to him?</a:t>
            </a:r>
          </a:p>
          <a:p>
            <a:pPr marL="457200" indent="-457200">
              <a:buAutoNum type="alphaLcParenR"/>
            </a:pPr>
            <a:endParaRPr lang="en-AU" sz="2000" b="1" dirty="0"/>
          </a:p>
          <a:p>
            <a:pPr marL="457200" indent="-457200">
              <a:buAutoNum type="alphaLcParenR"/>
            </a:pPr>
            <a:r>
              <a:rPr lang="en-AU" sz="2000" b="1" dirty="0"/>
              <a:t>What is the estimated </a:t>
            </a:r>
            <a:r>
              <a:rPr lang="en-AU" sz="2000" b="1" i="1" dirty="0"/>
              <a:t>P</a:t>
            </a:r>
            <a:r>
              <a:rPr lang="en-AU" sz="2000" b="1" dirty="0"/>
              <a:t>(Brian </a:t>
            </a:r>
            <a:r>
              <a:rPr lang="en-AU" sz="2000" b="1" dirty="0" smtClean="0"/>
              <a:t>does not get </a:t>
            </a:r>
            <a:r>
              <a:rPr lang="en-AU" sz="2000" b="1" dirty="0"/>
              <a:t>another $5)?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98F436-DA6F-4098-A7E9-8C0276D2E974}"/>
                  </a:ext>
                </a:extLst>
              </p:cNvPr>
              <p:cNvSpPr txBox="1"/>
              <p:nvPr/>
            </p:nvSpPr>
            <p:spPr>
              <a:xfrm>
                <a:off x="6306299" y="3786551"/>
                <a:ext cx="580620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1" dirty="0" smtClean="0"/>
                  <a:t>a)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𝐁𝐫𝐢𝐚𝐧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𝐠𝐞𝐭𝐬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𝐚𝐧𝐨𝐭𝐡𝐞𝐫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$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𝟏𝟗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𝟓𝟎</m:t>
                        </m:r>
                      </m:den>
                    </m:f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𝟑𝟖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1" dirty="0"/>
                  <a:t> </a:t>
                </a:r>
                <a:r>
                  <a:rPr lang="en-AU" b="1" dirty="0" smtClean="0"/>
                  <a:t>0.38 </a:t>
                </a:r>
                <a:endParaRPr lang="en-AU" sz="20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98F436-DA6F-4098-A7E9-8C0276D2E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299" y="3786551"/>
                <a:ext cx="5806208" cy="492443"/>
              </a:xfrm>
              <a:prstGeom prst="rect">
                <a:avLst/>
              </a:prstGeom>
              <a:blipFill>
                <a:blip r:embed="rId5"/>
                <a:stretch>
                  <a:fillRect l="-1049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AD1EF2-29E4-4E6E-AF7A-02437524E5BD}"/>
                  </a:ext>
                </a:extLst>
              </p:cNvPr>
              <p:cNvSpPr txBox="1"/>
              <p:nvPr/>
            </p:nvSpPr>
            <p:spPr>
              <a:xfrm>
                <a:off x="6338156" y="4552728"/>
                <a:ext cx="5984651" cy="509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b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b="1" i="1" dirty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AU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𝐁𝐫𝐢𝐚𝐧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𝐝𝐨𝐞𝐬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𝐧𝐨𝐭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𝐠𝐞𝐭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𝐚𝐧𝐨𝐭𝐡𝐞𝐫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 $</m:t>
                        </m:r>
                        <m:r>
                          <a:rPr lang="en-AU" b="1" i="0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AU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𝟑𝟏</m:t>
                        </m:r>
                      </m:num>
                      <m:den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𝟓𝟎</m:t>
                        </m:r>
                      </m:den>
                    </m:f>
                    <m:r>
                      <a:rPr lang="en-AU" b="1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𝟔𝟐</m:t>
                        </m:r>
                      </m:num>
                      <m:den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  <m:r>
                      <m:rPr>
                        <m:nor/>
                      </m:rPr>
                      <a:rPr lang="en-AU" b="1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b="1" i="1" dirty="0"/>
                      <m:t> </m:t>
                    </m:r>
                    <m:r>
                      <m:rPr>
                        <m:nor/>
                      </m:rPr>
                      <a:rPr lang="en-AU" b="1" dirty="0"/>
                      <m:t>0.</m:t>
                    </m:r>
                    <m:r>
                      <m:rPr>
                        <m:nor/>
                      </m:rPr>
                      <a:rPr lang="en-AU" b="1" i="0" dirty="0" smtClean="0"/>
                      <m:t>62</m:t>
                    </m:r>
                    <m:r>
                      <m:rPr>
                        <m:nor/>
                      </m:rPr>
                      <a:rPr lang="en-AU" b="1" dirty="0"/>
                      <m:t> </m:t>
                    </m:r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9AD1EF2-29E4-4E6E-AF7A-02437524E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156" y="4552728"/>
                <a:ext cx="5984651" cy="509883"/>
              </a:xfrm>
              <a:prstGeom prst="rect">
                <a:avLst/>
              </a:prstGeom>
              <a:blipFill>
                <a:blip r:embed="rId6"/>
                <a:stretch>
                  <a:fillRect l="-917" b="-48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430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7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17" y="2024054"/>
            <a:ext cx="3372672" cy="317246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4017" y="725486"/>
            <a:ext cx="84652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000" b="1" dirty="0"/>
              <a:t>Sample space </a:t>
            </a:r>
            <a:r>
              <a:rPr lang="en-AU" sz="3000" dirty="0"/>
              <a:t>– a list of all possible outcomes. </a:t>
            </a:r>
          </a:p>
          <a:p>
            <a:r>
              <a:rPr lang="en-AU" sz="3000" dirty="0" err="1"/>
              <a:t>Eg</a:t>
            </a:r>
            <a:r>
              <a:rPr lang="en-AU" sz="3000" dirty="0"/>
              <a:t>. Rolling a dice. The sample space is 1, 2, 3, 4, 5, 6.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623" y="4535113"/>
            <a:ext cx="1971675" cy="1981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58482" y="3657600"/>
            <a:ext cx="45603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Write down the sample space when rolling this 12 sided dice.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2870" y="5637830"/>
            <a:ext cx="6837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sample space is 1, 2, 3, 4, 5, 6, 7, 8, 9, 10, 11, 12.</a:t>
            </a:r>
          </a:p>
        </p:txBody>
      </p:sp>
    </p:spTree>
    <p:extLst>
      <p:ext uri="{BB962C8B-B14F-4D97-AF65-F5344CB8AC3E}">
        <p14:creationId xmlns:p14="http://schemas.microsoft.com/office/powerpoint/2010/main" val="188735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83362" y="718535"/>
            <a:ext cx="60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a) List the sample space when a coin is toss twice</a:t>
            </a:r>
          </a:p>
          <a:p>
            <a:r>
              <a:rPr lang="en-AU" b="1" dirty="0"/>
              <a:t>b) List the sample space when a coin is toss three times</a:t>
            </a:r>
          </a:p>
          <a:p>
            <a:endParaRPr lang="en-AU" sz="2000" b="1" dirty="0"/>
          </a:p>
        </p:txBody>
      </p:sp>
      <p:sp>
        <p:nvSpPr>
          <p:cNvPr id="5" name="Oval 4"/>
          <p:cNvSpPr/>
          <p:nvPr/>
        </p:nvSpPr>
        <p:spPr>
          <a:xfrm>
            <a:off x="4708002" y="3362606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3044" y="2278620"/>
                <a:ext cx="10831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a) </a:t>
                </a:r>
                <a14:m>
                  <m:oMath xmlns:m="http://schemas.openxmlformats.org/officeDocument/2006/math"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b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44" y="2278620"/>
                <a:ext cx="10831651" cy="369332"/>
              </a:xfrm>
              <a:prstGeom prst="rect">
                <a:avLst/>
              </a:prstGeom>
              <a:blipFill>
                <a:blip r:embed="rId2"/>
                <a:stretch>
                  <a:fillRect l="-506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13043" y="3044797"/>
                <a:ext cx="10831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b</a:t>
                </a:r>
                <a14:m>
                  <m:oMath xmlns:m="http://schemas.openxmlformats.org/officeDocument/2006/math">
                    <m:r>
                      <a:rPr lang="en-AU" b="1" i="0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𝑯𝑯𝑯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𝑯𝑯𝑻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𝑯𝑻𝑯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𝑻𝑯𝑯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𝑯𝑻𝑻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𝑻𝑻𝑯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𝑻𝑯𝑻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𝑻𝑻𝑻</m:t>
                    </m:r>
                    <m:r>
                      <a:rPr lang="en-AU" b="1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AU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43" y="3044797"/>
                <a:ext cx="10831651" cy="369332"/>
              </a:xfrm>
              <a:prstGeom prst="rect">
                <a:avLst/>
              </a:prstGeom>
              <a:blipFill>
                <a:blip r:embed="rId3"/>
                <a:stretch>
                  <a:fillRect l="-50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E861E82-0D0A-4929-90A5-5756E82934E7}"/>
              </a:ext>
            </a:extLst>
          </p:cNvPr>
          <p:cNvSpPr/>
          <p:nvPr/>
        </p:nvSpPr>
        <p:spPr>
          <a:xfrm>
            <a:off x="6096000" y="1"/>
            <a:ext cx="45719" cy="6857999"/>
          </a:xfrm>
          <a:prstGeom prst="rect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1C1AD-8DAA-4DC5-A93D-6356D05B1E3E}"/>
              </a:ext>
            </a:extLst>
          </p:cNvPr>
          <p:cNvSpPr txBox="1"/>
          <p:nvPr/>
        </p:nvSpPr>
        <p:spPr>
          <a:xfrm>
            <a:off x="12098" y="6488668"/>
            <a:ext cx="2604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example problem pairs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6159E-1CF8-4681-9345-B23C7FB18F4D}"/>
              </a:ext>
            </a:extLst>
          </p:cNvPr>
          <p:cNvSpPr txBox="1"/>
          <p:nvPr/>
        </p:nvSpPr>
        <p:spPr>
          <a:xfrm>
            <a:off x="6260759" y="718535"/>
            <a:ext cx="60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a) list the sample space for the order that a pig, dog, and a cat  walk through the doorway.</a:t>
            </a:r>
          </a:p>
          <a:p>
            <a:endParaRPr lang="en-AU" sz="2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65C2D6-B939-415E-B2DD-3441E0C57204}"/>
                  </a:ext>
                </a:extLst>
              </p:cNvPr>
              <p:cNvSpPr txBox="1"/>
              <p:nvPr/>
            </p:nvSpPr>
            <p:spPr>
              <a:xfrm>
                <a:off x="6449472" y="2069487"/>
                <a:ext cx="57425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b="1" dirty="0" smtClean="0"/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AU" b="1" dirty="0"/>
                          <m:t>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𝒄𝒂𝒕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𝒅𝒐𝒈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𝒑𝒊𝒈</m:t>
                        </m:r>
                        <m:r>
                          <a:rPr lang="en-AU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AU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65C2D6-B939-415E-B2DD-3441E0C57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472" y="2069487"/>
                <a:ext cx="5742528" cy="646331"/>
              </a:xfrm>
              <a:prstGeom prst="rect">
                <a:avLst/>
              </a:prstGeom>
              <a:blipFill>
                <a:blip r:embed="rId4"/>
                <a:stretch>
                  <a:fillRect l="-2017" t="-71963" b="-10654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472033" y="4786284"/>
            <a:ext cx="7151237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It will be much easier to use tree diagrams to get all the combinations!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409878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/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0" y="551525"/>
            <a:ext cx="11658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Robin loves to play football with his mates after school, but he also loves to play his guitar. He can’t decide what to do, so he tosses a </a:t>
            </a:r>
            <a:r>
              <a:rPr lang="en-AU" sz="2000" b="1" dirty="0" smtClean="0"/>
              <a:t>coin for three days. </a:t>
            </a:r>
            <a:endParaRPr lang="en-AU" sz="2000" b="1" dirty="0"/>
          </a:p>
          <a:p>
            <a:r>
              <a:rPr lang="en-AU" sz="2000" b="1" dirty="0"/>
              <a:t>Heads mean he will play football that day and tails means he will play his guitar. Find the probability that he:</a:t>
            </a:r>
          </a:p>
          <a:p>
            <a:pPr marL="457200" indent="-457200">
              <a:buAutoNum type="alphaLcParenR"/>
            </a:pPr>
            <a:r>
              <a:rPr lang="en-AU" sz="2000" b="1" dirty="0"/>
              <a:t>Plays football 3 days in a row</a:t>
            </a:r>
          </a:p>
          <a:p>
            <a:pPr marL="457200" indent="-457200">
              <a:buAutoNum type="alphaLcParenR"/>
            </a:pPr>
            <a:r>
              <a:rPr lang="en-AU" sz="2000" b="1" dirty="0"/>
              <a:t>Plays guitar at least 2 days in a row</a:t>
            </a:r>
          </a:p>
          <a:p>
            <a:pPr marL="457200" indent="-457200">
              <a:buAutoNum type="alphaLcParenR"/>
            </a:pPr>
            <a:r>
              <a:rPr lang="en-AU" sz="2000" b="1" dirty="0"/>
              <a:t>Doesn’t play football 3 days in a row.</a:t>
            </a:r>
          </a:p>
          <a:p>
            <a:endParaRPr lang="en-AU" sz="2000" b="1" dirty="0"/>
          </a:p>
        </p:txBody>
      </p:sp>
      <p:sp>
        <p:nvSpPr>
          <p:cNvPr id="4" name="AutoShape 4" descr="Eat Breakfast Clip Art Images, Stock Photos &amp; Vectors | Shutterstock"/>
          <p:cNvSpPr>
            <a:spLocks noChangeAspect="1" noChangeArrowheads="1"/>
          </p:cNvSpPr>
          <p:nvPr/>
        </p:nvSpPr>
        <p:spPr bwMode="auto">
          <a:xfrm>
            <a:off x="1580955" y="671175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27295" y="2779054"/>
            <a:ext cx="10831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Step 1: List all possible outcomes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2945880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0" y="3234076"/>
                <a:ext cx="108316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𝐻𝐻𝐻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𝐻𝐻𝑇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𝐻𝑇𝐻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𝐻𝑇𝑇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𝑇𝐻𝐻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𝑇𝐻𝑇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𝑇𝑇𝐻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𝑇𝑇𝑇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34076"/>
                <a:ext cx="10831651" cy="461665"/>
              </a:xfrm>
              <a:prstGeom prst="rect">
                <a:avLst/>
              </a:prstGeom>
              <a:blipFill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7295" y="4029023"/>
                <a:ext cx="108316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a)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𝐹𝑜𝑜𝑡𝑏𝑎𝑙𝑙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𝑑𝑎𝑦𝑠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𝐻𝐻𝐻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95" y="4029023"/>
                <a:ext cx="10831651" cy="400110"/>
              </a:xfrm>
              <a:prstGeom prst="rect">
                <a:avLst/>
              </a:prstGeom>
              <a:blipFill>
                <a:blip r:embed="rId4"/>
                <a:stretch>
                  <a:fillRect l="-619" t="-9091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17058" y="3842610"/>
                <a:ext cx="807887" cy="670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058" y="3842610"/>
                <a:ext cx="807887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7295" y="4633162"/>
                <a:ext cx="108316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b)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𝐺𝑢𝑖𝑡𝑎𝑟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𝑎𝑡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𝑙𝑒𝑎𝑠𝑡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2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𝑑𝑎𝑦𝑠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𝐻𝑇𝑇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𝑇𝑇𝐻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𝑇𝑇𝑇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95" y="4633162"/>
                <a:ext cx="10831651" cy="400110"/>
              </a:xfrm>
              <a:prstGeom prst="rect">
                <a:avLst/>
              </a:prstGeom>
              <a:blipFill>
                <a:blip r:embed="rId6"/>
                <a:stretch>
                  <a:fillRect l="-619" t="-7576" b="-25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15476" y="4460852"/>
                <a:ext cx="1964742" cy="697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476" y="4460852"/>
                <a:ext cx="1964742" cy="6971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9119" y="5312800"/>
                <a:ext cx="108316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c)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𝐷𝑜𝑒𝑠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𝑝𝑙𝑎𝑦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𝑓𝑜𝑜𝑡𝑏𝑎𝑙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𝑑𝑎𝑦𝑠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𝑟𝑜𝑤</m:t>
                        </m:r>
                      </m:e>
                    </m:d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𝐻𝐻𝐻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19" y="5312800"/>
                <a:ext cx="10831651" cy="400110"/>
              </a:xfrm>
              <a:prstGeom prst="rect">
                <a:avLst/>
              </a:prstGeom>
              <a:blipFill>
                <a:blip r:embed="rId8"/>
                <a:stretch>
                  <a:fillRect l="-563" t="-9231" b="-276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7300" y="5140490"/>
                <a:ext cx="1964742" cy="668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7300" y="5140490"/>
                <a:ext cx="1964742" cy="6685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Ink 34"/>
              <p14:cNvContentPartPr/>
              <p14:nvPr/>
            </p14:nvContentPartPr>
            <p14:xfrm>
              <a:off x="8251349" y="5205252"/>
              <a:ext cx="630000" cy="408960"/>
            </p14:xfrm>
          </p:contentPart>
        </mc:Choice>
        <mc:Fallback>
          <p:pic>
            <p:nvPicPr>
              <p:cNvPr id="35" name="Ink 34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34429" y="5186892"/>
                <a:ext cx="66780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9" name="Ink 48"/>
              <p14:cNvContentPartPr/>
              <p14:nvPr/>
            </p14:nvContentPartPr>
            <p14:xfrm>
              <a:off x="9243149" y="3971532"/>
              <a:ext cx="383400" cy="550440"/>
            </p14:xfrm>
          </p:contentPart>
        </mc:Choice>
        <mc:Fallback>
          <p:pic>
            <p:nvPicPr>
              <p:cNvPr id="49" name="Ink 4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26949" y="3948852"/>
                <a:ext cx="42228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0" name="Ink 49"/>
              <p14:cNvContentPartPr/>
              <p14:nvPr/>
            </p14:nvContentPartPr>
            <p14:xfrm>
              <a:off x="9258269" y="4559412"/>
              <a:ext cx="399960" cy="208800"/>
            </p14:xfrm>
          </p:contentPart>
        </mc:Choice>
        <mc:Fallback>
          <p:pic>
            <p:nvPicPr>
              <p:cNvPr id="50" name="Ink 49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45669" y="4546812"/>
                <a:ext cx="425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1" name="Ink 50"/>
              <p14:cNvContentPartPr/>
              <p14:nvPr/>
            </p14:nvContentPartPr>
            <p14:xfrm>
              <a:off x="8238389" y="4556172"/>
              <a:ext cx="610920" cy="529200"/>
            </p14:xfrm>
          </p:contentPart>
        </mc:Choice>
        <mc:Fallback>
          <p:pic>
            <p:nvPicPr>
              <p:cNvPr id="51" name="Ink 50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16789" y="4534212"/>
                <a:ext cx="65520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4" name="Ink 53"/>
              <p14:cNvContentPartPr/>
              <p14:nvPr/>
            </p14:nvContentPartPr>
            <p14:xfrm>
              <a:off x="9447269" y="5659932"/>
              <a:ext cx="428400" cy="378360"/>
            </p14:xfrm>
          </p:contentPart>
        </mc:Choice>
        <mc:Fallback>
          <p:pic>
            <p:nvPicPr>
              <p:cNvPr id="54" name="Ink 5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32869" y="5644452"/>
                <a:ext cx="46188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5" name="Ink 54"/>
              <p14:cNvContentPartPr/>
              <p14:nvPr/>
            </p14:nvContentPartPr>
            <p14:xfrm>
              <a:off x="9409469" y="5324052"/>
              <a:ext cx="343800" cy="297720"/>
            </p14:xfrm>
          </p:contentPart>
        </mc:Choice>
        <mc:Fallback>
          <p:pic>
            <p:nvPicPr>
              <p:cNvPr id="55" name="Ink 5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397589" y="5307852"/>
                <a:ext cx="37188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8" name="Ink 57"/>
              <p14:cNvContentPartPr/>
              <p14:nvPr/>
            </p14:nvContentPartPr>
            <p14:xfrm>
              <a:off x="9966749" y="3028332"/>
              <a:ext cx="520920" cy="673920"/>
            </p14:xfrm>
          </p:contentPart>
        </mc:Choice>
        <mc:Fallback>
          <p:pic>
            <p:nvPicPr>
              <p:cNvPr id="58" name="Ink 57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53429" y="3006372"/>
                <a:ext cx="55620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8" name="Ink 67"/>
              <p14:cNvContentPartPr/>
              <p14:nvPr/>
            </p14:nvContentPartPr>
            <p14:xfrm>
              <a:off x="10016429" y="3799452"/>
              <a:ext cx="658080" cy="78840"/>
            </p14:xfrm>
          </p:contentPart>
        </mc:Choice>
        <mc:Fallback>
          <p:pic>
            <p:nvPicPr>
              <p:cNvPr id="68" name="Ink 67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00229" y="3783252"/>
                <a:ext cx="6926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9" name="Ink 68"/>
              <p14:cNvContentPartPr/>
              <p14:nvPr/>
            </p14:nvContentPartPr>
            <p14:xfrm>
              <a:off x="10131629" y="4321452"/>
              <a:ext cx="491760" cy="444240"/>
            </p14:xfrm>
          </p:contentPart>
        </mc:Choice>
        <mc:Fallback>
          <p:pic>
            <p:nvPicPr>
              <p:cNvPr id="69" name="Ink 68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21189" y="4305252"/>
                <a:ext cx="5216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1" name="Ink 70"/>
              <p14:cNvContentPartPr/>
              <p14:nvPr/>
            </p14:nvContentPartPr>
            <p14:xfrm>
              <a:off x="8981789" y="5422332"/>
              <a:ext cx="313200" cy="95040"/>
            </p14:xfrm>
          </p:contentPart>
        </mc:Choice>
        <mc:Fallback>
          <p:pic>
            <p:nvPicPr>
              <p:cNvPr id="71" name="Ink 70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68829" y="5407572"/>
                <a:ext cx="345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2" name="Ink 71"/>
              <p14:cNvContentPartPr/>
              <p14:nvPr/>
            </p14:nvContentPartPr>
            <p14:xfrm>
              <a:off x="8918789" y="4364292"/>
              <a:ext cx="62280" cy="335520"/>
            </p14:xfrm>
          </p:contentPart>
        </mc:Choice>
        <mc:Fallback>
          <p:pic>
            <p:nvPicPr>
              <p:cNvPr id="72" name="Ink 71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2949" y="4348452"/>
                <a:ext cx="9540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3" name="Ink 72"/>
              <p14:cNvContentPartPr/>
              <p14:nvPr/>
            </p14:nvContentPartPr>
            <p14:xfrm>
              <a:off x="8944709" y="4538892"/>
              <a:ext cx="175680" cy="53280"/>
            </p14:xfrm>
          </p:contentPart>
        </mc:Choice>
        <mc:Fallback>
          <p:pic>
            <p:nvPicPr>
              <p:cNvPr id="73" name="Ink 72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32109" y="4522332"/>
                <a:ext cx="2048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4" name="Ink 73"/>
              <p14:cNvContentPartPr/>
              <p14:nvPr/>
            </p14:nvContentPartPr>
            <p14:xfrm>
              <a:off x="9123269" y="5497932"/>
              <a:ext cx="64080" cy="282240"/>
            </p14:xfrm>
          </p:contentPart>
        </mc:Choice>
        <mc:Fallback>
          <p:pic>
            <p:nvPicPr>
              <p:cNvPr id="74" name="Ink 73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108509" y="5483172"/>
                <a:ext cx="9720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75" name="Ink 74"/>
              <p14:cNvContentPartPr/>
              <p14:nvPr/>
            </p14:nvContentPartPr>
            <p14:xfrm>
              <a:off x="9082949" y="4373652"/>
              <a:ext cx="50760" cy="261720"/>
            </p14:xfrm>
          </p:contentPart>
        </mc:Choice>
        <mc:Fallback>
          <p:pic>
            <p:nvPicPr>
              <p:cNvPr id="75" name="Ink 74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64229" y="4356012"/>
                <a:ext cx="882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6" name="Ink 75"/>
              <p14:cNvContentPartPr/>
              <p14:nvPr/>
            </p14:nvContentPartPr>
            <p14:xfrm>
              <a:off x="10151429" y="5095092"/>
              <a:ext cx="577440" cy="251640"/>
            </p14:xfrm>
          </p:contentPart>
        </mc:Choice>
        <mc:Fallback>
          <p:pic>
            <p:nvPicPr>
              <p:cNvPr id="76" name="Ink 75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37749" y="5080692"/>
                <a:ext cx="6037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7" name="Ink 76"/>
              <p14:cNvContentPartPr/>
              <p14:nvPr/>
            </p14:nvContentPartPr>
            <p14:xfrm>
              <a:off x="10197149" y="4736892"/>
              <a:ext cx="701640" cy="27000"/>
            </p14:xfrm>
          </p:contentPart>
        </mc:Choice>
        <mc:Fallback>
          <p:pic>
            <p:nvPicPr>
              <p:cNvPr id="77" name="Ink 76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184909" y="4718892"/>
                <a:ext cx="7311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90" name="Ink 89"/>
              <p14:cNvContentPartPr/>
              <p14:nvPr/>
            </p14:nvContentPartPr>
            <p14:xfrm>
              <a:off x="10189229" y="5359332"/>
              <a:ext cx="670320" cy="233640"/>
            </p14:xfrm>
          </p:contentPart>
        </mc:Choice>
        <mc:Fallback>
          <p:pic>
            <p:nvPicPr>
              <p:cNvPr id="90" name="Ink 89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170149" y="5339892"/>
                <a:ext cx="713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08" name="Ink 107"/>
              <p14:cNvContentPartPr/>
              <p14:nvPr/>
            </p14:nvContentPartPr>
            <p14:xfrm>
              <a:off x="9963149" y="3769212"/>
              <a:ext cx="823320" cy="200160"/>
            </p14:xfrm>
          </p:contentPart>
        </mc:Choice>
        <mc:Fallback>
          <p:pic>
            <p:nvPicPr>
              <p:cNvPr id="108" name="Ink 107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40469" y="3746892"/>
                <a:ext cx="8701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1" name="Ink 110"/>
              <p14:cNvContentPartPr/>
              <p14:nvPr/>
            </p14:nvContentPartPr>
            <p14:xfrm>
              <a:off x="10150709" y="4258092"/>
              <a:ext cx="633960" cy="462960"/>
            </p14:xfrm>
          </p:contentPart>
        </mc:Choice>
        <mc:Fallback>
          <p:pic>
            <p:nvPicPr>
              <p:cNvPr id="111" name="Ink 110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34869" y="4235772"/>
                <a:ext cx="67212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3" name="Ink 112"/>
              <p14:cNvContentPartPr/>
              <p14:nvPr/>
            </p14:nvContentPartPr>
            <p14:xfrm>
              <a:off x="10240349" y="4752012"/>
              <a:ext cx="727920" cy="55080"/>
            </p14:xfrm>
          </p:contentPart>
        </mc:Choice>
        <mc:Fallback>
          <p:pic>
            <p:nvPicPr>
              <p:cNvPr id="113" name="Ink 112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23069" y="4737612"/>
                <a:ext cx="7711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5" name="Ink 114"/>
              <p14:cNvContentPartPr/>
              <p14:nvPr/>
            </p14:nvContentPartPr>
            <p14:xfrm>
              <a:off x="10296509" y="5052252"/>
              <a:ext cx="636480" cy="228240"/>
            </p14:xfrm>
          </p:contentPart>
        </mc:Choice>
        <mc:Fallback>
          <p:pic>
            <p:nvPicPr>
              <p:cNvPr id="115" name="Ink 114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281389" y="5040372"/>
                <a:ext cx="66924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8" name="Ink 117"/>
              <p14:cNvContentPartPr/>
              <p14:nvPr/>
            </p14:nvContentPartPr>
            <p14:xfrm>
              <a:off x="10342949" y="6210372"/>
              <a:ext cx="485640" cy="219240"/>
            </p14:xfrm>
          </p:contentPart>
        </mc:Choice>
        <mc:Fallback>
          <p:pic>
            <p:nvPicPr>
              <p:cNvPr id="118" name="Ink 117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25669" y="6197412"/>
                <a:ext cx="5252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9" name="Ink 118"/>
              <p14:cNvContentPartPr/>
              <p14:nvPr/>
            </p14:nvContentPartPr>
            <p14:xfrm>
              <a:off x="10387229" y="5843532"/>
              <a:ext cx="594360" cy="317160"/>
            </p14:xfrm>
          </p:contentPart>
        </mc:Choice>
        <mc:Fallback>
          <p:pic>
            <p:nvPicPr>
              <p:cNvPr id="119" name="Ink 118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374269" y="5823012"/>
                <a:ext cx="6278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2" name="Ink 121"/>
              <p14:cNvContentPartPr/>
              <p14:nvPr/>
            </p14:nvContentPartPr>
            <p14:xfrm>
              <a:off x="10354829" y="6235932"/>
              <a:ext cx="668160" cy="330480"/>
            </p14:xfrm>
          </p:contentPart>
        </mc:Choice>
        <mc:Fallback>
          <p:pic>
            <p:nvPicPr>
              <p:cNvPr id="122" name="Ink 121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35389" y="6216492"/>
                <a:ext cx="7102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9" name="Ink 128"/>
              <p14:cNvContentPartPr/>
              <p14:nvPr/>
            </p14:nvContentPartPr>
            <p14:xfrm>
              <a:off x="9694229" y="2765532"/>
              <a:ext cx="1745280" cy="3870360"/>
            </p14:xfrm>
          </p:contentPart>
        </mc:Choice>
        <mc:Fallback>
          <p:pic>
            <p:nvPicPr>
              <p:cNvPr id="129" name="Ink 128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677669" y="2750052"/>
                <a:ext cx="1776600" cy="3912840"/>
              </a:xfrm>
              <a:prstGeom prst="rect">
                <a:avLst/>
              </a:prstGeom>
            </p:spPr>
          </p:pic>
        </mc:Fallback>
      </mc:AlternateContent>
      <p:sp>
        <p:nvSpPr>
          <p:cNvPr id="159" name="TextBox 158"/>
          <p:cNvSpPr txBox="1"/>
          <p:nvPr/>
        </p:nvSpPr>
        <p:spPr>
          <a:xfrm>
            <a:off x="7794472" y="1854025"/>
            <a:ext cx="3228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 = Football, T = Guitar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521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8" grpId="0"/>
      <p:bldP spid="9" grpId="0"/>
      <p:bldP spid="10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485118"/>
            <a:ext cx="1166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Duncan spins a spinner with the numbers 1, 2 and 3 on it and rolls a die.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15290" y="2191787"/>
            <a:ext cx="615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1: </a:t>
            </a:r>
            <a:r>
              <a:rPr lang="en-AU" b="1" dirty="0">
                <a:solidFill>
                  <a:srgbClr val="FF0000"/>
                </a:solidFill>
              </a:rPr>
              <a:t>draw the 3 lines for the possible spinner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290" y="3028039"/>
            <a:ext cx="6317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2: </a:t>
            </a:r>
            <a:r>
              <a:rPr lang="en-AU" b="1" dirty="0">
                <a:solidFill>
                  <a:srgbClr val="FF0000"/>
                </a:solidFill>
              </a:rPr>
              <a:t>draw the 6 lines for the possible die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290" y="4397305"/>
            <a:ext cx="639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4: </a:t>
            </a:r>
            <a:r>
              <a:rPr lang="en-AU" b="1" dirty="0">
                <a:solidFill>
                  <a:srgbClr val="FF0000"/>
                </a:solidFill>
              </a:rPr>
              <a:t>Determine the outcomes where the spinner is 2 and the die is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715290" y="5151118"/>
                <a:ext cx="6392176" cy="492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Step 5: </a:t>
                </a:r>
                <a:r>
                  <a:rPr lang="en-AU" b="1" dirty="0">
                    <a:solidFill>
                      <a:srgbClr val="FF0000"/>
                    </a:solidFill>
                  </a:rPr>
                  <a:t> P(getting a 2 and 5)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290" y="5151118"/>
                <a:ext cx="6392176" cy="492507"/>
              </a:xfrm>
              <a:prstGeom prst="rect">
                <a:avLst/>
              </a:prstGeom>
              <a:blipFill>
                <a:blip r:embed="rId2"/>
                <a:stretch>
                  <a:fillRect l="-859" b="-7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6394876" y="4444465"/>
              <a:ext cx="360" cy="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5516" y="4435105"/>
                <a:ext cx="1908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/>
          <p:cNvGrpSpPr/>
          <p:nvPr/>
        </p:nvGrpSpPr>
        <p:grpSpPr>
          <a:xfrm>
            <a:off x="231316" y="1549189"/>
            <a:ext cx="1826640" cy="4283640"/>
            <a:chOff x="231316" y="1549189"/>
            <a:chExt cx="1826640" cy="42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8" name="Ink 37"/>
                <p14:cNvContentPartPr/>
                <p14:nvPr/>
              </p14:nvContentPartPr>
              <p14:xfrm>
                <a:off x="284596" y="4229029"/>
                <a:ext cx="1423800" cy="9324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1356" y="4220029"/>
                  <a:ext cx="1436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0" name="Ink 39"/>
                <p14:cNvContentPartPr/>
                <p14:nvPr/>
              </p14:nvContentPartPr>
              <p14:xfrm>
                <a:off x="259756" y="3116269"/>
                <a:ext cx="1292760" cy="1158840"/>
              </p14:xfrm>
            </p:contentPart>
          </mc:Choice>
          <mc:Fallback xmlns="">
            <p:pic>
              <p:nvPicPr>
                <p:cNvPr id="40" name="Ink 39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3636" y="3108709"/>
                  <a:ext cx="1306440" cy="11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3" name="Ink 42"/>
                <p14:cNvContentPartPr/>
                <p14:nvPr/>
              </p14:nvContentPartPr>
              <p14:xfrm>
                <a:off x="231316" y="4325509"/>
                <a:ext cx="1390320" cy="1302120"/>
              </p14:xfrm>
            </p:contentPart>
          </mc:Choice>
          <mc:Fallback xmlns="">
            <p:pic>
              <p:nvPicPr>
                <p:cNvPr id="43" name="Ink 42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3756" y="4318309"/>
                  <a:ext cx="1402920" cy="13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/>
                <p14:cNvContentPartPr/>
                <p14:nvPr/>
              </p14:nvContentPartPr>
              <p14:xfrm>
                <a:off x="1821076" y="4130749"/>
                <a:ext cx="106560" cy="186480"/>
              </p14:xfrm>
            </p:contentPart>
          </mc:Choice>
          <mc:Fallback xmlns="">
            <p:pic>
              <p:nvPicPr>
                <p:cNvPr id="47" name="Ink 46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4956" y="4121749"/>
                  <a:ext cx="117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2" name="Ink 51"/>
                <p14:cNvContentPartPr/>
                <p14:nvPr/>
              </p14:nvContentPartPr>
              <p14:xfrm>
                <a:off x="1299436" y="1549189"/>
                <a:ext cx="758520" cy="337320"/>
              </p14:xfrm>
            </p:contentPart>
          </mc:Choice>
          <mc:Fallback xmlns="">
            <p:pic>
              <p:nvPicPr>
                <p:cNvPr id="52" name="Ink 51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92596" y="1540549"/>
                  <a:ext cx="7740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3" name="Ink 52"/>
                <p14:cNvContentPartPr/>
                <p14:nvPr/>
              </p14:nvContentPartPr>
              <p14:xfrm>
                <a:off x="1731796" y="5681629"/>
                <a:ext cx="138960" cy="1512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27116" y="5672629"/>
                  <a:ext cx="152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4" name="Ink 63"/>
                <p14:cNvContentPartPr/>
                <p14:nvPr/>
              </p14:nvContentPartPr>
              <p14:xfrm>
                <a:off x="1744396" y="3045349"/>
                <a:ext cx="33120" cy="148680"/>
              </p14:xfrm>
            </p:contentPart>
          </mc:Choice>
          <mc:Fallback xmlns="">
            <p:pic>
              <p:nvPicPr>
                <p:cNvPr id="64" name="Ink 63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38276" y="3036709"/>
                  <a:ext cx="4716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/>
          <p:cNvGrpSpPr/>
          <p:nvPr/>
        </p:nvGrpSpPr>
        <p:grpSpPr>
          <a:xfrm>
            <a:off x="1887676" y="1765189"/>
            <a:ext cx="1594440" cy="4857840"/>
            <a:chOff x="1887676" y="1765189"/>
            <a:chExt cx="1594440" cy="48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74" name="Ink 73"/>
                <p14:cNvContentPartPr/>
                <p14:nvPr/>
              </p14:nvContentPartPr>
              <p14:xfrm>
                <a:off x="3127516" y="1765189"/>
                <a:ext cx="354600" cy="485784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22476" y="1757629"/>
                  <a:ext cx="369360" cy="48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94" name="Ink 93"/>
                <p14:cNvContentPartPr/>
                <p14:nvPr/>
              </p14:nvContentPartPr>
              <p14:xfrm>
                <a:off x="1887676" y="1858069"/>
                <a:ext cx="1074240" cy="1076040"/>
              </p14:xfrm>
            </p:contentPart>
          </mc:Choice>
          <mc:Fallback xmlns="">
            <p:pic>
              <p:nvPicPr>
                <p:cNvPr id="94" name="Ink 93"/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82996" y="1850149"/>
                  <a:ext cx="1086840" cy="10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96" name="Ink 95"/>
                <p14:cNvContentPartPr/>
                <p14:nvPr/>
              </p14:nvContentPartPr>
              <p14:xfrm>
                <a:off x="1898836" y="2086309"/>
                <a:ext cx="1071000" cy="833760"/>
              </p14:xfrm>
            </p:contentPart>
          </mc:Choice>
          <mc:Fallback xmlns="">
            <p:pic>
              <p:nvPicPr>
                <p:cNvPr id="96" name="Ink 95"/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893076" y="2079109"/>
                  <a:ext cx="108396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98" name="Ink 97"/>
                <p14:cNvContentPartPr/>
                <p14:nvPr/>
              </p14:nvContentPartPr>
              <p14:xfrm>
                <a:off x="1948876" y="2279269"/>
                <a:ext cx="1001520" cy="610920"/>
              </p14:xfrm>
            </p:contentPart>
          </mc:Choice>
          <mc:Fallback xmlns="">
            <p:pic>
              <p:nvPicPr>
                <p:cNvPr id="98" name="Ink 97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43836" y="2270629"/>
                  <a:ext cx="101520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00" name="Ink 99"/>
                <p14:cNvContentPartPr/>
                <p14:nvPr/>
              </p14:nvContentPartPr>
              <p14:xfrm>
                <a:off x="1978396" y="2602189"/>
                <a:ext cx="1091880" cy="295200"/>
              </p14:xfrm>
            </p:contentPart>
          </mc:Choice>
          <mc:Fallback xmlns="">
            <p:pic>
              <p:nvPicPr>
                <p:cNvPr id="100" name="Ink 99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70836" y="2594989"/>
                  <a:ext cx="1108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2" name="Ink 101"/>
                <p14:cNvContentPartPr/>
                <p14:nvPr/>
              </p14:nvContentPartPr>
              <p14:xfrm>
                <a:off x="1952836" y="2881189"/>
                <a:ext cx="1121760" cy="46080"/>
              </p14:xfrm>
            </p:contentPart>
          </mc:Choice>
          <mc:Fallback xmlns="">
            <p:pic>
              <p:nvPicPr>
                <p:cNvPr id="102" name="Ink 101"/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948516" y="2872909"/>
                  <a:ext cx="11343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04" name="Ink 103"/>
                <p14:cNvContentPartPr/>
                <p14:nvPr/>
              </p14:nvContentPartPr>
              <p14:xfrm>
                <a:off x="1966156" y="2889829"/>
                <a:ext cx="1234800" cy="316440"/>
              </p14:xfrm>
            </p:contentPart>
          </mc:Choice>
          <mc:Fallback xmlns="">
            <p:pic>
              <p:nvPicPr>
                <p:cNvPr id="104" name="Ink 103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960396" y="2882989"/>
                  <a:ext cx="1248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6" name="Ink 105"/>
                <p14:cNvContentPartPr/>
                <p14:nvPr/>
              </p14:nvContentPartPr>
              <p14:xfrm>
                <a:off x="2034196" y="3470869"/>
                <a:ext cx="1117440" cy="645840"/>
              </p14:xfrm>
            </p:contentPart>
          </mc:Choice>
          <mc:Fallback xmlns="">
            <p:pic>
              <p:nvPicPr>
                <p:cNvPr id="106" name="Ink 105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29876" y="3463669"/>
                  <a:ext cx="11289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8" name="Ink 107"/>
                <p14:cNvContentPartPr/>
                <p14:nvPr/>
              </p14:nvContentPartPr>
              <p14:xfrm>
                <a:off x="2047516" y="3617029"/>
                <a:ext cx="1150920" cy="477720"/>
              </p14:xfrm>
            </p:contentPart>
          </mc:Choice>
          <mc:Fallback xmlns="">
            <p:pic>
              <p:nvPicPr>
                <p:cNvPr id="108" name="Ink 107"/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041756" y="3609109"/>
                  <a:ext cx="116460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0" name="Ink 109"/>
                <p14:cNvContentPartPr/>
                <p14:nvPr/>
              </p14:nvContentPartPr>
              <p14:xfrm>
                <a:off x="2085316" y="3846709"/>
                <a:ext cx="1171080" cy="268560"/>
              </p14:xfrm>
            </p:contentPart>
          </mc:Choice>
          <mc:Fallback xmlns="">
            <p:pic>
              <p:nvPicPr>
                <p:cNvPr id="110" name="Ink 109"/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80636" y="3839149"/>
                  <a:ext cx="1182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13" name="Ink 112"/>
                <p14:cNvContentPartPr/>
                <p14:nvPr/>
              </p14:nvContentPartPr>
              <p14:xfrm>
                <a:off x="2075596" y="4060549"/>
                <a:ext cx="1069920" cy="75960"/>
              </p14:xfrm>
            </p:contentPart>
          </mc:Choice>
          <mc:Fallback xmlns="">
            <p:pic>
              <p:nvPicPr>
                <p:cNvPr id="113" name="Ink 112"/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73076" y="4052629"/>
                  <a:ext cx="10803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5" name="Ink 114"/>
                <p14:cNvContentPartPr/>
                <p14:nvPr/>
              </p14:nvContentPartPr>
              <p14:xfrm>
                <a:off x="2098996" y="4118509"/>
                <a:ext cx="1103760" cy="180000"/>
              </p14:xfrm>
            </p:contentPart>
          </mc:Choice>
          <mc:Fallback xmlns="">
            <p:pic>
              <p:nvPicPr>
                <p:cNvPr id="115" name="Ink 114"/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95036" y="4114549"/>
                  <a:ext cx="1115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6" name="Ink 115"/>
                <p14:cNvContentPartPr/>
                <p14:nvPr/>
              </p14:nvContentPartPr>
              <p14:xfrm>
                <a:off x="2102956" y="4118509"/>
                <a:ext cx="1131480" cy="468720"/>
              </p14:xfrm>
            </p:contentPart>
          </mc:Choice>
          <mc:Fallback xmlns="">
            <p:pic>
              <p:nvPicPr>
                <p:cNvPr id="116" name="Ink 115"/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096836" y="4112389"/>
                  <a:ext cx="11448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8" name="Ink 117"/>
                <p14:cNvContentPartPr/>
                <p14:nvPr/>
              </p14:nvContentPartPr>
              <p14:xfrm>
                <a:off x="1935196" y="4848589"/>
                <a:ext cx="1368360" cy="817920"/>
              </p14:xfrm>
            </p:contentPart>
          </mc:Choice>
          <mc:Fallback xmlns="">
            <p:pic>
              <p:nvPicPr>
                <p:cNvPr id="118" name="Ink 117"/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930156" y="4841389"/>
                  <a:ext cx="138168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0" name="Ink 119"/>
                <p14:cNvContentPartPr/>
                <p14:nvPr/>
              </p14:nvContentPartPr>
              <p14:xfrm>
                <a:off x="1966516" y="5186989"/>
                <a:ext cx="1299240" cy="450720"/>
              </p14:xfrm>
            </p:contentPart>
          </mc:Choice>
          <mc:Fallback xmlns="">
            <p:pic>
              <p:nvPicPr>
                <p:cNvPr id="120" name="Ink 119"/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61836" y="5179069"/>
                  <a:ext cx="13118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22" name="Ink 121"/>
                <p14:cNvContentPartPr/>
                <p14:nvPr/>
              </p14:nvContentPartPr>
              <p14:xfrm>
                <a:off x="1954996" y="5440429"/>
                <a:ext cx="1305360" cy="204840"/>
              </p14:xfrm>
            </p:contentPart>
          </mc:Choice>
          <mc:Fallback xmlns="">
            <p:pic>
              <p:nvPicPr>
                <p:cNvPr id="122" name="Ink 121"/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948876" y="5433229"/>
                  <a:ext cx="13179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25" name="Ink 124"/>
                <p14:cNvContentPartPr/>
                <p14:nvPr/>
              </p14:nvContentPartPr>
              <p14:xfrm>
                <a:off x="1943116" y="5640949"/>
                <a:ext cx="1326960" cy="126000"/>
              </p14:xfrm>
            </p:contentPart>
          </mc:Choice>
          <mc:Fallback xmlns="">
            <p:pic>
              <p:nvPicPr>
                <p:cNvPr id="125" name="Ink 124"/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939156" y="5634109"/>
                  <a:ext cx="1338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7" name="Ink 126"/>
                <p14:cNvContentPartPr/>
                <p14:nvPr/>
              </p14:nvContentPartPr>
              <p14:xfrm>
                <a:off x="1925116" y="5649229"/>
                <a:ext cx="1400400" cy="490680"/>
              </p14:xfrm>
            </p:contentPart>
          </mc:Choice>
          <mc:Fallback xmlns="">
            <p:pic>
              <p:nvPicPr>
                <p:cNvPr id="127" name="Ink 126"/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920436" y="5643109"/>
                  <a:ext cx="141228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8" name="Ink 127"/>
                <p14:cNvContentPartPr/>
                <p14:nvPr/>
              </p14:nvContentPartPr>
              <p14:xfrm>
                <a:off x="1947076" y="5664349"/>
                <a:ext cx="1436040" cy="879120"/>
              </p14:xfrm>
            </p:contentPart>
          </mc:Choice>
          <mc:Fallback xmlns="">
            <p:pic>
              <p:nvPicPr>
                <p:cNvPr id="128" name="Ink 127"/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942756" y="5660029"/>
                  <a:ext cx="1447920" cy="89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34" name="Ink 133"/>
              <p14:cNvContentPartPr/>
              <p14:nvPr/>
            </p14:nvContentPartPr>
            <p14:xfrm>
              <a:off x="3339545" y="1488529"/>
              <a:ext cx="1463400" cy="5212440"/>
            </p14:xfrm>
          </p:contentPart>
        </mc:Choice>
        <mc:Fallback xmlns="">
          <p:pic>
            <p:nvPicPr>
              <p:cNvPr id="134" name="Ink 133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331265" y="1478449"/>
                <a:ext cx="1479960" cy="5229360"/>
              </a:xfrm>
              <a:prstGeom prst="rect">
                <a:avLst/>
              </a:prstGeom>
            </p:spPr>
          </p:pic>
        </mc:Fallback>
      </mc:AlternateContent>
      <p:sp>
        <p:nvSpPr>
          <p:cNvPr id="237" name="TextBox 236"/>
          <p:cNvSpPr txBox="1"/>
          <p:nvPr/>
        </p:nvSpPr>
        <p:spPr>
          <a:xfrm>
            <a:off x="5715290" y="3792062"/>
            <a:ext cx="609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3: </a:t>
            </a:r>
            <a:r>
              <a:rPr lang="en-AU" b="1" dirty="0">
                <a:solidFill>
                  <a:srgbClr val="FF0000"/>
                </a:solidFill>
              </a:rPr>
              <a:t>List the sample space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38" name="Ink 237"/>
              <p14:cNvContentPartPr/>
              <p14:nvPr/>
            </p14:nvContentPartPr>
            <p14:xfrm>
              <a:off x="3948349" y="4176829"/>
              <a:ext cx="592200" cy="232560"/>
            </p14:xfrm>
          </p:contentPart>
        </mc:Choice>
        <mc:Fallback xmlns="">
          <p:pic>
            <p:nvPicPr>
              <p:cNvPr id="238" name="Ink 237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938995" y="4157778"/>
                <a:ext cx="610909" cy="270302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FA49990-35B3-44D6-947F-6D34839F5C7D}"/>
              </a:ext>
            </a:extLst>
          </p:cNvPr>
          <p:cNvSpPr txBox="1"/>
          <p:nvPr/>
        </p:nvSpPr>
        <p:spPr>
          <a:xfrm>
            <a:off x="5481012" y="1244249"/>
            <a:ext cx="62399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/>
              <a:t>What is the probability of getting a 2 with the spinner and a 5 with the die?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7048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31" grpId="0"/>
      <p:bldP spid="2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485118"/>
            <a:ext cx="1166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Duncan spins a spinner with the numbers 1, 2 and 3 on it and rolls a die.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231316" y="1549189"/>
            <a:ext cx="1826640" cy="4283640"/>
            <a:chOff x="231316" y="1549189"/>
            <a:chExt cx="1826640" cy="428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8" name="Ink 37"/>
                <p14:cNvContentPartPr/>
                <p14:nvPr/>
              </p14:nvContentPartPr>
              <p14:xfrm>
                <a:off x="284596" y="4229029"/>
                <a:ext cx="1423800" cy="93240"/>
              </p14:xfrm>
            </p:contentPart>
          </mc:Choice>
          <mc:Fallback xmlns="">
            <p:pic>
              <p:nvPicPr>
                <p:cNvPr id="38" name="Ink 37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8116" y="4222549"/>
                  <a:ext cx="1436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0" name="Ink 39"/>
                <p14:cNvContentPartPr/>
                <p14:nvPr/>
              </p14:nvContentPartPr>
              <p14:xfrm>
                <a:off x="259756" y="3116269"/>
                <a:ext cx="1292760" cy="1158840"/>
              </p14:xfrm>
            </p:contentPart>
          </mc:Choice>
          <mc:Fallback xmlns="">
            <p:pic>
              <p:nvPicPr>
                <p:cNvPr id="40" name="Ink 39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3280" y="3109789"/>
                  <a:ext cx="1304993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3" name="Ink 42"/>
                <p14:cNvContentPartPr/>
                <p14:nvPr/>
              </p14:nvContentPartPr>
              <p14:xfrm>
                <a:off x="231316" y="4325509"/>
                <a:ext cx="1390320" cy="1302120"/>
              </p14:xfrm>
            </p:contentPart>
          </mc:Choice>
          <mc:Fallback xmlns="">
            <p:pic>
              <p:nvPicPr>
                <p:cNvPr id="43" name="Ink 42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836" y="4319031"/>
                  <a:ext cx="1402560" cy="13143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7" name="Ink 46"/>
                <p14:cNvContentPartPr/>
                <p14:nvPr/>
              </p14:nvContentPartPr>
              <p14:xfrm>
                <a:off x="1821076" y="4130749"/>
                <a:ext cx="106560" cy="186480"/>
              </p14:xfrm>
            </p:contentPart>
          </mc:Choice>
          <mc:Fallback xmlns="">
            <p:pic>
              <p:nvPicPr>
                <p:cNvPr id="47" name="Ink 46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14618" y="4124269"/>
                  <a:ext cx="118759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2" name="Ink 51"/>
                <p14:cNvContentPartPr/>
                <p14:nvPr/>
              </p14:nvContentPartPr>
              <p14:xfrm>
                <a:off x="1299436" y="1549189"/>
                <a:ext cx="758520" cy="337320"/>
              </p14:xfrm>
            </p:contentPart>
          </mc:Choice>
          <mc:Fallback xmlns="">
            <p:pic>
              <p:nvPicPr>
                <p:cNvPr id="52" name="Ink 51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2956" y="1542709"/>
                  <a:ext cx="7707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3" name="Ink 52"/>
                <p14:cNvContentPartPr/>
                <p14:nvPr/>
              </p14:nvContentPartPr>
              <p14:xfrm>
                <a:off x="1731796" y="5681629"/>
                <a:ext cx="138960" cy="15120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5349" y="5675164"/>
                  <a:ext cx="151137" cy="1634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4" name="Ink 63"/>
                <p14:cNvContentPartPr/>
                <p14:nvPr/>
              </p14:nvContentPartPr>
              <p14:xfrm>
                <a:off x="1744396" y="3045349"/>
                <a:ext cx="33120" cy="148680"/>
              </p14:xfrm>
            </p:contentPart>
          </mc:Choice>
          <mc:Fallback xmlns="">
            <p:pic>
              <p:nvPicPr>
                <p:cNvPr id="64" name="Ink 63"/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38054" y="3038916"/>
                  <a:ext cx="45100" cy="16083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/>
          <p:cNvGrpSpPr/>
          <p:nvPr/>
        </p:nvGrpSpPr>
        <p:grpSpPr>
          <a:xfrm>
            <a:off x="1887676" y="1765189"/>
            <a:ext cx="1594440" cy="4857840"/>
            <a:chOff x="1887676" y="1765189"/>
            <a:chExt cx="1594440" cy="48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4" name="Ink 73"/>
                <p14:cNvContentPartPr/>
                <p14:nvPr/>
              </p14:nvContentPartPr>
              <p14:xfrm>
                <a:off x="3127516" y="1765189"/>
                <a:ext cx="354600" cy="4857840"/>
              </p14:xfrm>
            </p:contentPart>
          </mc:Choice>
          <mc:Fallback xmlns="">
            <p:pic>
              <p:nvPicPr>
                <p:cNvPr id="74" name="Ink 73"/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21036" y="1758709"/>
                  <a:ext cx="366840" cy="48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4" name="Ink 93"/>
                <p14:cNvContentPartPr/>
                <p14:nvPr/>
              </p14:nvContentPartPr>
              <p14:xfrm>
                <a:off x="1887676" y="1858069"/>
                <a:ext cx="1074240" cy="1076040"/>
              </p14:xfrm>
            </p:contentPart>
          </mc:Choice>
          <mc:Fallback xmlns="">
            <p:pic>
              <p:nvPicPr>
                <p:cNvPr id="94" name="Ink 93"/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1196" y="1851589"/>
                  <a:ext cx="108648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6" name="Ink 95"/>
                <p14:cNvContentPartPr/>
                <p14:nvPr/>
              </p14:nvContentPartPr>
              <p14:xfrm>
                <a:off x="1898836" y="2086309"/>
                <a:ext cx="1071000" cy="833760"/>
              </p14:xfrm>
            </p:contentPart>
          </mc:Choice>
          <mc:Fallback xmlns="">
            <p:pic>
              <p:nvPicPr>
                <p:cNvPr id="96" name="Ink 95"/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92363" y="2079829"/>
                  <a:ext cx="1083228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8" name="Ink 97"/>
                <p14:cNvContentPartPr/>
                <p14:nvPr/>
              </p14:nvContentPartPr>
              <p14:xfrm>
                <a:off x="1948876" y="2279269"/>
                <a:ext cx="1001520" cy="610920"/>
              </p14:xfrm>
            </p:contentPart>
          </mc:Choice>
          <mc:Fallback xmlns="">
            <p:pic>
              <p:nvPicPr>
                <p:cNvPr id="98" name="Ink 97"/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2396" y="2272789"/>
                  <a:ext cx="10137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0" name="Ink 99"/>
                <p14:cNvContentPartPr/>
                <p14:nvPr/>
              </p14:nvContentPartPr>
              <p14:xfrm>
                <a:off x="1978396" y="2602189"/>
                <a:ext cx="1091880" cy="295200"/>
              </p14:xfrm>
            </p:contentPart>
          </mc:Choice>
          <mc:Fallback xmlns="">
            <p:pic>
              <p:nvPicPr>
                <p:cNvPr id="100" name="Ink 99"/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1918" y="2595709"/>
                  <a:ext cx="1104116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2" name="Ink 101"/>
                <p14:cNvContentPartPr/>
                <p14:nvPr/>
              </p14:nvContentPartPr>
              <p14:xfrm>
                <a:off x="1952836" y="2881189"/>
                <a:ext cx="1121760" cy="46080"/>
              </p14:xfrm>
            </p:contentPart>
          </mc:Choice>
          <mc:Fallback xmlns="">
            <p:pic>
              <p:nvPicPr>
                <p:cNvPr id="102" name="Ink 101"/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46356" y="2874709"/>
                  <a:ext cx="1134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4" name="Ink 103"/>
                <p14:cNvContentPartPr/>
                <p14:nvPr/>
              </p14:nvContentPartPr>
              <p14:xfrm>
                <a:off x="1966156" y="2889829"/>
                <a:ext cx="1234800" cy="316440"/>
              </p14:xfrm>
            </p:contentPart>
          </mc:Choice>
          <mc:Fallback xmlns="">
            <p:pic>
              <p:nvPicPr>
                <p:cNvPr id="104" name="Ink 103"/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59684" y="2883349"/>
                  <a:ext cx="1247026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6" name="Ink 105"/>
                <p14:cNvContentPartPr/>
                <p14:nvPr/>
              </p14:nvContentPartPr>
              <p14:xfrm>
                <a:off x="2034196" y="3470869"/>
                <a:ext cx="1117440" cy="645840"/>
              </p14:xfrm>
            </p:contentPart>
          </mc:Choice>
          <mc:Fallback xmlns="">
            <p:pic>
              <p:nvPicPr>
                <p:cNvPr id="106" name="Ink 105"/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27718" y="3464393"/>
                  <a:ext cx="1129676" cy="658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8" name="Ink 107"/>
                <p14:cNvContentPartPr/>
                <p14:nvPr/>
              </p14:nvContentPartPr>
              <p14:xfrm>
                <a:off x="2047516" y="3617029"/>
                <a:ext cx="1150920" cy="477720"/>
              </p14:xfrm>
            </p:contentPart>
          </mc:Choice>
          <mc:Fallback xmlns="">
            <p:pic>
              <p:nvPicPr>
                <p:cNvPr id="108" name="Ink 107"/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41038" y="3610573"/>
                  <a:ext cx="1163156" cy="489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0" name="Ink 109"/>
                <p14:cNvContentPartPr/>
                <p14:nvPr/>
              </p14:nvContentPartPr>
              <p14:xfrm>
                <a:off x="2085316" y="3846709"/>
                <a:ext cx="1171080" cy="268560"/>
              </p14:xfrm>
            </p:contentPart>
          </mc:Choice>
          <mc:Fallback xmlns="">
            <p:pic>
              <p:nvPicPr>
                <p:cNvPr id="110" name="Ink 109"/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78836" y="3840238"/>
                  <a:ext cx="1183320" cy="280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3" name="Ink 112"/>
                <p14:cNvContentPartPr/>
                <p14:nvPr/>
              </p14:nvContentPartPr>
              <p14:xfrm>
                <a:off x="2075596" y="4060549"/>
                <a:ext cx="1069920" cy="75960"/>
              </p14:xfrm>
            </p:contentPart>
          </mc:Choice>
          <mc:Fallback xmlns="">
            <p:pic>
              <p:nvPicPr>
                <p:cNvPr id="113" name="Ink 112"/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69118" y="4054038"/>
                  <a:ext cx="1082156" cy="88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5" name="Ink 114"/>
                <p14:cNvContentPartPr/>
                <p14:nvPr/>
              </p14:nvContentPartPr>
              <p14:xfrm>
                <a:off x="2098996" y="4118509"/>
                <a:ext cx="1103760" cy="180000"/>
              </p14:xfrm>
            </p:contentPart>
          </mc:Choice>
          <mc:Fallback xmlns="">
            <p:pic>
              <p:nvPicPr>
                <p:cNvPr id="115" name="Ink 114"/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92539" y="4112003"/>
                  <a:ext cx="1115956" cy="1922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6" name="Ink 115"/>
                <p14:cNvContentPartPr/>
                <p14:nvPr/>
              </p14:nvContentPartPr>
              <p14:xfrm>
                <a:off x="2102956" y="4118509"/>
                <a:ext cx="1131480" cy="468720"/>
              </p14:xfrm>
            </p:contentPart>
          </mc:Choice>
          <mc:Fallback xmlns="">
            <p:pic>
              <p:nvPicPr>
                <p:cNvPr id="116" name="Ink 115"/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96476" y="4112029"/>
                  <a:ext cx="11437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18" name="Ink 117"/>
                <p14:cNvContentPartPr/>
                <p14:nvPr/>
              </p14:nvContentPartPr>
              <p14:xfrm>
                <a:off x="1935196" y="4848589"/>
                <a:ext cx="1368360" cy="817920"/>
              </p14:xfrm>
            </p:contentPart>
          </mc:Choice>
          <mc:Fallback xmlns="">
            <p:pic>
              <p:nvPicPr>
                <p:cNvPr id="118" name="Ink 117"/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28716" y="4842109"/>
                  <a:ext cx="138060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0" name="Ink 119"/>
                <p14:cNvContentPartPr/>
                <p14:nvPr/>
              </p14:nvContentPartPr>
              <p14:xfrm>
                <a:off x="1966516" y="5186989"/>
                <a:ext cx="1299240" cy="450720"/>
              </p14:xfrm>
            </p:contentPart>
          </mc:Choice>
          <mc:Fallback xmlns="">
            <p:pic>
              <p:nvPicPr>
                <p:cNvPr id="120" name="Ink 119"/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960036" y="5180524"/>
                  <a:ext cx="1311480" cy="462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22" name="Ink 121"/>
                <p14:cNvContentPartPr/>
                <p14:nvPr/>
              </p14:nvContentPartPr>
              <p14:xfrm>
                <a:off x="1954996" y="5440429"/>
                <a:ext cx="1305360" cy="204840"/>
              </p14:xfrm>
            </p:contentPart>
          </mc:Choice>
          <mc:Fallback xmlns="">
            <p:pic>
              <p:nvPicPr>
                <p:cNvPr id="122" name="Ink 121"/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48516" y="5433983"/>
                  <a:ext cx="1317600" cy="217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25" name="Ink 124"/>
                <p14:cNvContentPartPr/>
                <p14:nvPr/>
              </p14:nvContentPartPr>
              <p14:xfrm>
                <a:off x="1943116" y="5640949"/>
                <a:ext cx="1326960" cy="126000"/>
              </p14:xfrm>
            </p:contentPart>
          </mc:Choice>
          <mc:Fallback xmlns="">
            <p:pic>
              <p:nvPicPr>
                <p:cNvPr id="125" name="Ink 124"/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36636" y="5634487"/>
                  <a:ext cx="1339200" cy="1382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7" name="Ink 126"/>
                <p14:cNvContentPartPr/>
                <p14:nvPr/>
              </p14:nvContentPartPr>
              <p14:xfrm>
                <a:off x="1925116" y="5649229"/>
                <a:ext cx="1400400" cy="490680"/>
              </p14:xfrm>
            </p:contentPart>
          </mc:Choice>
          <mc:Fallback xmlns="">
            <p:pic>
              <p:nvPicPr>
                <p:cNvPr id="127" name="Ink 126"/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918636" y="5642749"/>
                  <a:ext cx="14126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28" name="Ink 127"/>
                <p14:cNvContentPartPr/>
                <p14:nvPr/>
              </p14:nvContentPartPr>
              <p14:xfrm>
                <a:off x="1947076" y="5664349"/>
                <a:ext cx="1436040" cy="879120"/>
              </p14:xfrm>
            </p:contentPart>
          </mc:Choice>
          <mc:Fallback xmlns="">
            <p:pic>
              <p:nvPicPr>
                <p:cNvPr id="128" name="Ink 127"/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40612" y="5657885"/>
                  <a:ext cx="1448249" cy="89133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4" name="Ink 133"/>
              <p14:cNvContentPartPr/>
              <p14:nvPr/>
            </p14:nvContentPartPr>
            <p14:xfrm>
              <a:off x="3339545" y="1488529"/>
              <a:ext cx="1463400" cy="5212440"/>
            </p14:xfrm>
          </p:contentPart>
        </mc:Choice>
        <mc:Fallback xmlns="">
          <p:pic>
            <p:nvPicPr>
              <p:cNvPr id="134" name="Ink 133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33065" y="1482049"/>
                <a:ext cx="1475640" cy="5224680"/>
              </a:xfrm>
              <a:prstGeom prst="rect">
                <a:avLst/>
              </a:prstGeom>
            </p:spPr>
          </p:pic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FA49990-35B3-44D6-947F-6D34839F5C7D}"/>
              </a:ext>
            </a:extLst>
          </p:cNvPr>
          <p:cNvSpPr txBox="1"/>
          <p:nvPr/>
        </p:nvSpPr>
        <p:spPr>
          <a:xfrm>
            <a:off x="5481012" y="1255312"/>
            <a:ext cx="62399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/>
              <a:t>What is the probability of the following</a:t>
            </a:r>
          </a:p>
          <a:p>
            <a:endParaRPr lang="en-AU" sz="2400" b="1" dirty="0"/>
          </a:p>
          <a:p>
            <a:endParaRPr lang="en-AU" sz="2400" b="1" dirty="0"/>
          </a:p>
          <a:p>
            <a:r>
              <a:rPr lang="en-AU" sz="2400" b="1" i="1" dirty="0"/>
              <a:t>P(double number) =</a:t>
            </a:r>
          </a:p>
          <a:p>
            <a:endParaRPr lang="en-AU" sz="2400" b="1" i="1" dirty="0"/>
          </a:p>
          <a:p>
            <a:endParaRPr lang="en-AU" sz="2400" b="1" i="1" dirty="0"/>
          </a:p>
          <a:p>
            <a:r>
              <a:rPr lang="en-AU" sz="2400" b="1" i="1" dirty="0"/>
              <a:t>P(numbers with 3 in them) =</a:t>
            </a:r>
          </a:p>
          <a:p>
            <a:endParaRPr lang="en-AU" sz="2400" b="1" i="1" dirty="0"/>
          </a:p>
          <a:p>
            <a:endParaRPr lang="en-AU" sz="2400" b="1" i="1" dirty="0"/>
          </a:p>
          <a:p>
            <a:r>
              <a:rPr lang="en-AU" sz="2400" b="1" i="1" dirty="0"/>
              <a:t>P(numbers) = </a:t>
            </a:r>
            <a:endParaRPr lang="en-AU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D65675-A148-42D7-9653-2B8DB4E72939}"/>
                  </a:ext>
                </a:extLst>
              </p:cNvPr>
              <p:cNvSpPr txBox="1"/>
              <p:nvPr/>
            </p:nvSpPr>
            <p:spPr>
              <a:xfrm>
                <a:off x="8104149" y="2083365"/>
                <a:ext cx="843963" cy="901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DD65675-A148-42D7-9653-2B8DB4E72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4149" y="2083365"/>
                <a:ext cx="843963" cy="901978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48675C-32FF-420B-83C1-29E293B5C041}"/>
                  </a:ext>
                </a:extLst>
              </p:cNvPr>
              <p:cNvSpPr txBox="1"/>
              <p:nvPr/>
            </p:nvSpPr>
            <p:spPr>
              <a:xfrm>
                <a:off x="9223166" y="3228771"/>
                <a:ext cx="843963" cy="901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48675C-32FF-420B-83C1-29E293B5C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3166" y="3228771"/>
                <a:ext cx="843963" cy="901978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D4853A-B8CD-422A-BD82-03D78B496DA5}"/>
                  </a:ext>
                </a:extLst>
              </p:cNvPr>
              <p:cNvSpPr txBox="1"/>
              <p:nvPr/>
            </p:nvSpPr>
            <p:spPr>
              <a:xfrm>
                <a:off x="7386861" y="4351885"/>
                <a:ext cx="843963" cy="9019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n-AU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D4853A-B8CD-422A-BD82-03D78B496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861" y="4351885"/>
                <a:ext cx="843963" cy="901978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4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8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705247"/>
            <a:ext cx="118800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 A coin and a dice are randomly thrown. Represent all possible outcomes using a tree diagram. List the sample space.  Find the probability of getting tails and an even number.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64703" y="1894153"/>
            <a:ext cx="5313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1: </a:t>
            </a:r>
            <a:r>
              <a:rPr lang="en-AU" b="1" dirty="0">
                <a:solidFill>
                  <a:srgbClr val="FF0000"/>
                </a:solidFill>
              </a:rPr>
              <a:t>draw the 2 lines for the possible coin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703" y="2776258"/>
            <a:ext cx="673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2: </a:t>
            </a:r>
            <a:r>
              <a:rPr lang="en-AU" b="1" dirty="0">
                <a:solidFill>
                  <a:srgbClr val="FF0000"/>
                </a:solidFill>
              </a:rPr>
              <a:t>draw the 6 lines for the possible die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4704" y="4014725"/>
            <a:ext cx="1130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4: </a:t>
            </a:r>
            <a:r>
              <a:rPr lang="en-AU" b="1" dirty="0">
                <a:solidFill>
                  <a:srgbClr val="FF0000"/>
                </a:solidFill>
              </a:rPr>
              <a:t>Determine the outcomes where the coin is tails and the die is 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595431" y="4759424"/>
                <a:ext cx="11307890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Step 5: </a:t>
                </a:r>
                <a:r>
                  <a:rPr lang="en-AU" b="1" dirty="0">
                    <a:solidFill>
                      <a:srgbClr val="FF0000"/>
                    </a:solidFill>
                  </a:rPr>
                  <a:t>P(tails on coin and even on die)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31" y="4759424"/>
                <a:ext cx="11307890" cy="491096"/>
              </a:xfrm>
              <a:prstGeom prst="rect">
                <a:avLst/>
              </a:prstGeom>
              <a:blipFill rotWithShape="0">
                <a:blip r:embed="rId2"/>
                <a:stretch>
                  <a:fillRect l="-485" b="-87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probability tree coin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AutoShape 4" descr="probability tree coin dic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47" y="2714802"/>
            <a:ext cx="3304914" cy="3245836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2823579" y="4759424"/>
            <a:ext cx="436456" cy="236127"/>
          </a:xfrm>
          <a:prstGeom prst="ellipse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Oval 29"/>
          <p:cNvSpPr/>
          <p:nvPr/>
        </p:nvSpPr>
        <p:spPr>
          <a:xfrm>
            <a:off x="2823579" y="5195799"/>
            <a:ext cx="436456" cy="236127"/>
          </a:xfrm>
          <a:prstGeom prst="ellipse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2845349" y="5687122"/>
            <a:ext cx="436456" cy="236127"/>
          </a:xfrm>
          <a:prstGeom prst="ellipse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extBox 32"/>
          <p:cNvSpPr txBox="1"/>
          <p:nvPr/>
        </p:nvSpPr>
        <p:spPr>
          <a:xfrm>
            <a:off x="4664704" y="3437159"/>
            <a:ext cx="6737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3: </a:t>
            </a:r>
            <a:r>
              <a:rPr lang="en-AU" b="1" dirty="0">
                <a:solidFill>
                  <a:srgbClr val="FF0000"/>
                </a:solidFill>
              </a:rPr>
              <a:t>List the sample space</a:t>
            </a:r>
          </a:p>
        </p:txBody>
      </p:sp>
    </p:spTree>
    <p:extLst>
      <p:ext uri="{BB962C8B-B14F-4D97-AF65-F5344CB8AC3E}">
        <p14:creationId xmlns:p14="http://schemas.microsoft.com/office/powerpoint/2010/main" val="34460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31" grpId="0"/>
      <p:bldP spid="20" grpId="0" animBg="1"/>
      <p:bldP spid="30" grpId="0" animBg="1"/>
      <p:bldP spid="32" grpId="0" animBg="1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2" y="705247"/>
            <a:ext cx="96619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Claire tossed a coin three times. Find the probability of getting 3 tails.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799" y="1724084"/>
            <a:ext cx="5563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1: </a:t>
            </a:r>
            <a:r>
              <a:rPr lang="en-AU" b="1" dirty="0">
                <a:solidFill>
                  <a:srgbClr val="FF0000"/>
                </a:solidFill>
              </a:rPr>
              <a:t>draw the 2 lines for the possible coin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799" y="2607319"/>
            <a:ext cx="5563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2: </a:t>
            </a:r>
            <a:r>
              <a:rPr lang="en-AU" b="1" dirty="0">
                <a:solidFill>
                  <a:srgbClr val="FF0000"/>
                </a:solidFill>
              </a:rPr>
              <a:t>draw the 4 lines for the possible coin outcome</a:t>
            </a:r>
          </a:p>
          <a:p>
            <a:r>
              <a:rPr lang="en-AU" b="1" dirty="0">
                <a:solidFill>
                  <a:srgbClr val="FF0000"/>
                </a:solidFill>
              </a:rPr>
              <a:t>             (ensure they are lined up perfectly)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4350" y="3392922"/>
            <a:ext cx="556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3: </a:t>
            </a:r>
            <a:r>
              <a:rPr lang="en-AU" b="1" dirty="0">
                <a:solidFill>
                  <a:srgbClr val="FF0000"/>
                </a:solidFill>
              </a:rPr>
              <a:t>List all the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54350" y="4104717"/>
            <a:ext cx="556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4: </a:t>
            </a:r>
            <a:r>
              <a:rPr lang="en-AU" b="1" dirty="0">
                <a:solidFill>
                  <a:srgbClr val="FF0000"/>
                </a:solidFill>
              </a:rPr>
              <a:t>determine the outcomes which have 3 tails</a:t>
            </a:r>
          </a:p>
        </p:txBody>
      </p:sp>
      <p:sp>
        <p:nvSpPr>
          <p:cNvPr id="4" name="AutoShape 2" descr="probability tree coin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786431"/>
            <a:ext cx="4546130" cy="3064690"/>
          </a:xfrm>
          <a:prstGeom prst="rect">
            <a:avLst/>
          </a:prstGeom>
        </p:spPr>
      </p:pic>
      <p:sp>
        <p:nvSpPr>
          <p:cNvPr id="5" name="AutoShape 4" descr="probability tree coin dic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3741786" y="4579527"/>
            <a:ext cx="436456" cy="236127"/>
          </a:xfrm>
          <a:prstGeom prst="ellipse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354350" y="4613321"/>
                <a:ext cx="5563959" cy="492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Step 5: </a:t>
                </a:r>
                <a:r>
                  <a:rPr lang="en-AU" b="1" dirty="0">
                    <a:solidFill>
                      <a:srgbClr val="FF0000"/>
                    </a:solidFill>
                  </a:rPr>
                  <a:t>P(3 tails)</a:t>
                </a:r>
                <a14:m>
                  <m:oMath xmlns:m="http://schemas.openxmlformats.org/officeDocument/2006/math">
                    <m:r>
                      <a:rPr lang="en-AU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AU" b="1" dirty="0">
                    <a:solidFill>
                      <a:srgbClr val="FF0000"/>
                    </a:solidFill>
                  </a:rPr>
                  <a:t> is 1/8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350" y="4613321"/>
                <a:ext cx="5563959" cy="492507"/>
              </a:xfrm>
              <a:prstGeom prst="rect">
                <a:avLst/>
              </a:prstGeom>
              <a:blipFill rotWithShape="0">
                <a:blip r:embed="rId3"/>
                <a:stretch>
                  <a:fillRect l="-876" b="-7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96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31" grpId="0"/>
      <p:bldP spid="32" grpId="0" animBg="1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0" y="716028"/>
            <a:ext cx="118038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For breakfast, I have the choice of either weetbix or cornflakes to eat, and juice, milk or coffee to drink. Draw a tree diagram and determine the probability of having weetbix and coffee for breakfast.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4" name="AutoShape 2" descr="probability tree coin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AutoShape 4" descr="probability tree coin dic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6645218" y="554149"/>
              <a:ext cx="1888560" cy="236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2538" y="531469"/>
                <a:ext cx="19213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/>
              <p14:cNvContentPartPr/>
              <p14:nvPr/>
            </p14:nvContentPartPr>
            <p14:xfrm>
              <a:off x="458618" y="1098109"/>
              <a:ext cx="2054160" cy="17856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578" y="1081189"/>
                <a:ext cx="20887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/>
              <p14:cNvContentPartPr/>
              <p14:nvPr/>
            </p14:nvContentPartPr>
            <p14:xfrm>
              <a:off x="859298" y="3339109"/>
              <a:ext cx="806040" cy="6285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6698" y="3322909"/>
                <a:ext cx="83484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/>
              <p14:cNvContentPartPr/>
              <p14:nvPr/>
            </p14:nvContentPartPr>
            <p14:xfrm>
              <a:off x="1785938" y="3201229"/>
              <a:ext cx="386640" cy="142308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69738" y="3184669"/>
                <a:ext cx="414360" cy="14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/>
              <p14:cNvContentPartPr/>
              <p14:nvPr/>
            </p14:nvContentPartPr>
            <p14:xfrm>
              <a:off x="860018" y="4029589"/>
              <a:ext cx="809280" cy="51048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0578" y="4010149"/>
                <a:ext cx="84852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1" name="Ink 40"/>
              <p14:cNvContentPartPr/>
              <p14:nvPr/>
            </p14:nvContentPartPr>
            <p14:xfrm>
              <a:off x="2123258" y="2732149"/>
              <a:ext cx="704880" cy="468720"/>
            </p14:xfrm>
          </p:contentPart>
        </mc:Choice>
        <mc:Fallback xmlns="">
          <p:pic>
            <p:nvPicPr>
              <p:cNvPr id="41" name="Ink 4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07418" y="2713429"/>
                <a:ext cx="74052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3" name="Ink 42"/>
              <p14:cNvContentPartPr/>
              <p14:nvPr/>
            </p14:nvContentPartPr>
            <p14:xfrm>
              <a:off x="2136578" y="3203029"/>
              <a:ext cx="786240" cy="31608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8298" y="3185389"/>
                <a:ext cx="81216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/>
              <p14:cNvContentPartPr/>
              <p14:nvPr/>
            </p14:nvContentPartPr>
            <p14:xfrm>
              <a:off x="2944058" y="2579869"/>
              <a:ext cx="500040" cy="245628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29658" y="2558989"/>
                <a:ext cx="536760" cy="24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3" name="Ink 52"/>
              <p14:cNvContentPartPr/>
              <p14:nvPr/>
            </p14:nvContentPartPr>
            <p14:xfrm>
              <a:off x="2399378" y="4223629"/>
              <a:ext cx="455400" cy="28116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81738" y="4203829"/>
                <a:ext cx="4903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Ink 53"/>
              <p14:cNvContentPartPr/>
              <p14:nvPr/>
            </p14:nvContentPartPr>
            <p14:xfrm>
              <a:off x="2419538" y="4460509"/>
              <a:ext cx="601920" cy="4356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01538" y="4438549"/>
                <a:ext cx="641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Ink 54"/>
              <p14:cNvContentPartPr/>
              <p14:nvPr/>
            </p14:nvContentPartPr>
            <p14:xfrm>
              <a:off x="2449058" y="4545109"/>
              <a:ext cx="523800" cy="407160"/>
            </p14:xfrm>
          </p:contentPart>
        </mc:Choice>
        <mc:Fallback xmlns="">
          <p:pic>
            <p:nvPicPr>
              <p:cNvPr id="55" name="Ink 54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33218" y="4529269"/>
                <a:ext cx="555120" cy="4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/>
              <p14:cNvContentPartPr/>
              <p14:nvPr/>
            </p14:nvContentPartPr>
            <p14:xfrm>
              <a:off x="3556058" y="2382229"/>
              <a:ext cx="1347480" cy="27212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36258" y="2361709"/>
                <a:ext cx="1391040" cy="27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4" name="Ink 113"/>
              <p14:cNvContentPartPr/>
              <p14:nvPr/>
            </p14:nvContentPartPr>
            <p14:xfrm>
              <a:off x="5657018" y="2263429"/>
              <a:ext cx="3594960" cy="718560"/>
            </p14:xfrm>
          </p:contentPart>
        </mc:Choice>
        <mc:Fallback xmlns="">
          <p:pic>
            <p:nvPicPr>
              <p:cNvPr id="114" name="Ink 113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643338" y="2245429"/>
                <a:ext cx="3625560" cy="7588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3444098" y="5499012"/>
            <a:ext cx="5807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/>
              <a:t>Two step </a:t>
            </a:r>
            <a:r>
              <a:rPr lang="en-AU" sz="2800" dirty="0" smtClean="0"/>
              <a:t>probability events can also be represented using Two-Way tables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922447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705247"/>
            <a:ext cx="11880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Duncan spins a spinner with the numbers 1, 2 and 3 on it and rolls a die. What is the probability of getting a 3 with the spinner and an even number with the die – show the data using a table.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1304" y="4179599"/>
            <a:ext cx="557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1: </a:t>
            </a:r>
            <a:r>
              <a:rPr lang="en-AU" b="1" dirty="0">
                <a:solidFill>
                  <a:srgbClr val="FF0000"/>
                </a:solidFill>
              </a:rPr>
              <a:t>label the horizontal with die &amp; possible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304" y="4825930"/>
            <a:ext cx="1130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2:  </a:t>
            </a:r>
            <a:r>
              <a:rPr lang="en-AU" b="1" dirty="0">
                <a:solidFill>
                  <a:srgbClr val="FF0000"/>
                </a:solidFill>
              </a:rPr>
              <a:t>label the vertical with spinner and possible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304" y="5435676"/>
            <a:ext cx="11307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Step 3: </a:t>
            </a:r>
            <a:r>
              <a:rPr lang="en-AU" b="1" dirty="0">
                <a:solidFill>
                  <a:srgbClr val="FF0000"/>
                </a:solidFill>
              </a:rPr>
              <a:t>Determine outcomes where the spinner is 3 and the die is even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65886" y="6001230"/>
                <a:ext cx="11307890" cy="492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Step 4: </a:t>
                </a:r>
                <a:r>
                  <a:rPr lang="en-AU" b="1" dirty="0">
                    <a:solidFill>
                      <a:srgbClr val="FF0000"/>
                    </a:solidFill>
                  </a:rPr>
                  <a:t>P(getting a 3 and even)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</m:t>
                        </m:r>
                      </m:den>
                    </m:f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86" y="6001230"/>
                <a:ext cx="11307890" cy="492507"/>
              </a:xfrm>
              <a:prstGeom prst="rect">
                <a:avLst/>
              </a:prstGeom>
              <a:blipFill rotWithShape="0">
                <a:blip r:embed="rId2"/>
                <a:stretch>
                  <a:fillRect l="-485" b="-7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5" name="Oval 4"/>
          <p:cNvSpPr/>
          <p:nvPr/>
        </p:nvSpPr>
        <p:spPr>
          <a:xfrm>
            <a:off x="4955652" y="3372801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69867"/>
              </p:ext>
            </p:extLst>
          </p:nvPr>
        </p:nvGraphicFramePr>
        <p:xfrm>
          <a:off x="535709" y="1610738"/>
          <a:ext cx="81280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AU" dirty="0"/>
                        <a:t>Die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AU" dirty="0"/>
                        <a:t>Spinner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706136" y="233971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136" y="2339718"/>
                <a:ext cx="734496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706136" y="2709050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(2,1)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136" y="2709050"/>
                <a:ext cx="73449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2706136" y="307838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(3,1)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136" y="3078382"/>
                <a:ext cx="734496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3655845" y="233971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(1,2)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45" y="2339718"/>
                <a:ext cx="73449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655845" y="2709050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(2,2)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45" y="2709050"/>
                <a:ext cx="734496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655845" y="307838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(3,2)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45" y="3078382"/>
                <a:ext cx="734496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671529" y="233971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(1,3)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529" y="2339718"/>
                <a:ext cx="734496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71529" y="2709050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(2,3)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529" y="2709050"/>
                <a:ext cx="734496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671529" y="307838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(3,3)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529" y="3078382"/>
                <a:ext cx="734496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687213" y="2311434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(1,4)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213" y="2311434"/>
                <a:ext cx="734496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87213" y="2680766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(2,4)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213" y="2680766"/>
                <a:ext cx="734496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687213" y="305009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(3,4)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213" y="3050098"/>
                <a:ext cx="734496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6782036" y="233971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036" y="2339718"/>
                <a:ext cx="734496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6782036" y="2709050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036" y="2709050"/>
                <a:ext cx="734496" cy="369332"/>
              </a:xfrm>
              <a:prstGeom prst="rect">
                <a:avLst/>
              </a:prstGeom>
              <a:blipFill rotWithShape="0"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6782036" y="307838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(3,5)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036" y="3078382"/>
                <a:ext cx="734496" cy="369332"/>
              </a:xfrm>
              <a:prstGeom prst="rect">
                <a:avLst/>
              </a:prstGeom>
              <a:blipFill rotWithShape="0">
                <a:blip r:embed="rId1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781875" y="2339718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(1,6)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875" y="2339718"/>
                <a:ext cx="734496" cy="369332"/>
              </a:xfrm>
              <a:prstGeom prst="rect">
                <a:avLst/>
              </a:prstGeom>
              <a:blipFill rotWithShape="0"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781875" y="2709050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(2,6)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875" y="2709050"/>
                <a:ext cx="734496" cy="369332"/>
              </a:xfrm>
              <a:prstGeom prst="rect">
                <a:avLst/>
              </a:prstGeom>
              <a:blipFill rotWithShape="0"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7781875" y="3078382"/>
                <a:ext cx="7344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(3,6)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875" y="3078382"/>
                <a:ext cx="734496" cy="369332"/>
              </a:xfrm>
              <a:prstGeom prst="rect">
                <a:avLst/>
              </a:prstGeom>
              <a:blipFill rotWithShape="0">
                <a:blip r:embed="rId2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" name="Ink 7"/>
              <p14:cNvContentPartPr/>
              <p14:nvPr/>
            </p14:nvContentPartPr>
            <p14:xfrm>
              <a:off x="3763276" y="3194389"/>
              <a:ext cx="531000" cy="18540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36636" y="3141829"/>
                <a:ext cx="5857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" name="Ink 8"/>
              <p14:cNvContentPartPr/>
              <p14:nvPr/>
            </p14:nvContentPartPr>
            <p14:xfrm>
              <a:off x="5802676" y="3167389"/>
              <a:ext cx="453960" cy="2660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77476" y="3111949"/>
                <a:ext cx="50724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" name="Ink 9"/>
              <p14:cNvContentPartPr/>
              <p14:nvPr/>
            </p14:nvContentPartPr>
            <p14:xfrm>
              <a:off x="7783396" y="3142909"/>
              <a:ext cx="704160" cy="2106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58196" y="3088189"/>
                <a:ext cx="758520" cy="3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078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15" grpId="0"/>
      <p:bldP spid="31" grpId="0"/>
      <p:bldP spid="7" grpId="0"/>
      <p:bldP spid="30" grpId="0"/>
      <p:bldP spid="32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5651" y="705247"/>
            <a:ext cx="117622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Two dice are rolled. One die is numbered 1, 1, 2, 2, 3, 3. The other is 2, 4, 6, 8, 10, </a:t>
            </a:r>
            <a:r>
              <a:rPr lang="en-AU" sz="2400" b="1" dirty="0" smtClean="0"/>
              <a:t>12. Both dice are rolled and the numbers are added. </a:t>
            </a:r>
            <a:endParaRPr lang="en-AU" sz="2400" b="1" dirty="0"/>
          </a:p>
          <a:p>
            <a:r>
              <a:rPr lang="en-AU" sz="2400" b="1" dirty="0"/>
              <a:t>Draw a table to show the sample space.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Determine P(sum is even)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Determine P(sum &gt; 10)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402309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3" name="AutoShape 2" descr="Image result for probability two way tab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" name="AutoShape 2" descr="https://i0.wp.com/www.alamandamaths.com/wp-content/uploads/2015/10/381947750-e1499739579689.jpg?zoom=2&amp;w=1040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21" name="Oval 20"/>
          <p:cNvSpPr/>
          <p:nvPr/>
        </p:nvSpPr>
        <p:spPr>
          <a:xfrm>
            <a:off x="4636998" y="4280274"/>
            <a:ext cx="678612" cy="308003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717310"/>
              </p:ext>
            </p:extLst>
          </p:nvPr>
        </p:nvGraphicFramePr>
        <p:xfrm>
          <a:off x="217055" y="2518211"/>
          <a:ext cx="8128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  <a:r>
                        <a:rPr lang="en-AU" baseline="30000" dirty="0"/>
                        <a:t>nd</a:t>
                      </a:r>
                      <a:r>
                        <a:rPr lang="en-AU" baseline="0" dirty="0"/>
                        <a:t> </a:t>
                      </a:r>
                      <a:r>
                        <a:rPr lang="en-AU" dirty="0"/>
                        <a:t>Die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r>
                        <a:rPr lang="en-AU"/>
                        <a:t>1</a:t>
                      </a:r>
                      <a:r>
                        <a:rPr lang="en-AU" baseline="30000"/>
                        <a:t>st</a:t>
                      </a:r>
                      <a:r>
                        <a:rPr lang="en-AU"/>
                        <a:t> Die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580402" y="323652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02" y="3236523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2483281" y="3616523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281" y="3616523"/>
                <a:ext cx="558166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475767" y="3985855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(7)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767" y="3985855"/>
                <a:ext cx="558166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2487038" y="4355187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038" y="4355187"/>
                <a:ext cx="558166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/>
              <p:cNvSpPr txBox="1"/>
              <p:nvPr/>
            </p:nvSpPr>
            <p:spPr>
              <a:xfrm>
                <a:off x="2396057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057" y="4724519"/>
                <a:ext cx="686406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2396057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057" y="5093851"/>
                <a:ext cx="686406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/>
              <p:cNvSpPr txBox="1"/>
              <p:nvPr/>
            </p:nvSpPr>
            <p:spPr>
              <a:xfrm>
                <a:off x="3535034" y="3243050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034" y="3243050"/>
                <a:ext cx="558166" cy="369332"/>
              </a:xfrm>
              <a:prstGeom prst="rect">
                <a:avLst/>
              </a:prstGeom>
              <a:blipFill>
                <a:blip r:embed="rId9"/>
                <a:stretch>
                  <a:fillRect l="-2198"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3490377" y="3985855"/>
                <a:ext cx="558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0377" y="3985855"/>
                <a:ext cx="558165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/>
              <p:cNvSpPr txBox="1"/>
              <p:nvPr/>
            </p:nvSpPr>
            <p:spPr>
              <a:xfrm>
                <a:off x="3499061" y="4355187"/>
                <a:ext cx="558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061" y="4355187"/>
                <a:ext cx="558165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/>
              <p:cNvSpPr txBox="1"/>
              <p:nvPr/>
            </p:nvSpPr>
            <p:spPr>
              <a:xfrm>
                <a:off x="3429586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586" y="4724519"/>
                <a:ext cx="686406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3429586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586" y="5093851"/>
                <a:ext cx="68640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/>
              <p:cNvSpPr txBox="1"/>
              <p:nvPr/>
            </p:nvSpPr>
            <p:spPr>
              <a:xfrm>
                <a:off x="4467300" y="324719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300" y="3247191"/>
                <a:ext cx="558166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/>
              <p:cNvSpPr txBox="1"/>
              <p:nvPr/>
            </p:nvSpPr>
            <p:spPr>
              <a:xfrm>
                <a:off x="4473608" y="3616523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608" y="3616523"/>
                <a:ext cx="558166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4480528" y="398110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28" y="3981101"/>
                <a:ext cx="558166" cy="36933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/>
              <p:cNvSpPr txBox="1"/>
              <p:nvPr/>
            </p:nvSpPr>
            <p:spPr>
              <a:xfrm>
                <a:off x="4430744" y="4355187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744" y="4355187"/>
                <a:ext cx="686406" cy="36933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4368673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673" y="4724519"/>
                <a:ext cx="686406" cy="36933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/>
              <p:cNvSpPr txBox="1"/>
              <p:nvPr/>
            </p:nvSpPr>
            <p:spPr>
              <a:xfrm>
                <a:off x="4368673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673" y="5093851"/>
                <a:ext cx="686406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/>
              <p:cNvSpPr txBox="1"/>
              <p:nvPr/>
            </p:nvSpPr>
            <p:spPr>
              <a:xfrm>
                <a:off x="5518288" y="324719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288" y="3247191"/>
                <a:ext cx="558166" cy="369332"/>
              </a:xfrm>
              <a:prstGeom prst="rect">
                <a:avLst/>
              </a:prstGeom>
              <a:blipFill>
                <a:blip r:embed="rId2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5464351" y="4363033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351" y="4363033"/>
                <a:ext cx="686406" cy="369332"/>
              </a:xfrm>
              <a:prstGeom prst="rect">
                <a:avLst/>
              </a:prstGeom>
              <a:blipFill>
                <a:blip r:embed="rId2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/>
              <p:cNvSpPr txBox="1"/>
              <p:nvPr/>
            </p:nvSpPr>
            <p:spPr>
              <a:xfrm>
                <a:off x="5470109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109" y="4724519"/>
                <a:ext cx="686406" cy="369332"/>
              </a:xfrm>
              <a:prstGeom prst="rect">
                <a:avLst/>
              </a:prstGeom>
              <a:blipFill>
                <a:blip r:embed="rId2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/>
              <p:cNvSpPr txBox="1"/>
              <p:nvPr/>
            </p:nvSpPr>
            <p:spPr>
              <a:xfrm>
                <a:off x="5470109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109" y="5093851"/>
                <a:ext cx="686406" cy="369332"/>
              </a:xfrm>
              <a:prstGeom prst="rect">
                <a:avLst/>
              </a:prstGeom>
              <a:blipFill>
                <a:blip r:embed="rId2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/>
              <p:cNvSpPr txBox="1"/>
              <p:nvPr/>
            </p:nvSpPr>
            <p:spPr>
              <a:xfrm>
                <a:off x="6532061" y="324719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061" y="3247191"/>
                <a:ext cx="558166" cy="369332"/>
              </a:xfrm>
              <a:prstGeom prst="rect">
                <a:avLst/>
              </a:prstGeom>
              <a:blipFill>
                <a:blip r:embed="rId2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/>
              <p:cNvSpPr txBox="1"/>
              <p:nvPr/>
            </p:nvSpPr>
            <p:spPr>
              <a:xfrm>
                <a:off x="6544672" y="3616523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672" y="3616523"/>
                <a:ext cx="558166" cy="369332"/>
              </a:xfrm>
              <a:prstGeom prst="rect">
                <a:avLst/>
              </a:prstGeom>
              <a:blipFill>
                <a:blip r:embed="rId2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/>
              <p:cNvSpPr txBox="1"/>
              <p:nvPr/>
            </p:nvSpPr>
            <p:spPr>
              <a:xfrm>
                <a:off x="6544672" y="3985855"/>
                <a:ext cx="558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672" y="3985855"/>
                <a:ext cx="558165" cy="369332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/>
              <p:cNvSpPr txBox="1"/>
              <p:nvPr/>
            </p:nvSpPr>
            <p:spPr>
              <a:xfrm>
                <a:off x="6483894" y="4348887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3894" y="4348887"/>
                <a:ext cx="686406" cy="369332"/>
              </a:xfrm>
              <a:prstGeom prst="rect">
                <a:avLst/>
              </a:prstGeom>
              <a:blipFill>
                <a:blip r:embed="rId2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/>
              <p:cNvSpPr txBox="1"/>
              <p:nvPr/>
            </p:nvSpPr>
            <p:spPr>
              <a:xfrm>
                <a:off x="6502797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797" y="4724519"/>
                <a:ext cx="686406" cy="369332"/>
              </a:xfrm>
              <a:prstGeom prst="rect">
                <a:avLst/>
              </a:prstGeom>
              <a:blipFill>
                <a:blip r:embed="rId2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/>
              <p:cNvSpPr txBox="1"/>
              <p:nvPr/>
            </p:nvSpPr>
            <p:spPr>
              <a:xfrm>
                <a:off x="6502797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797" y="5093851"/>
                <a:ext cx="686406" cy="369332"/>
              </a:xfrm>
              <a:prstGeom prst="rect">
                <a:avLst/>
              </a:prstGeom>
              <a:blipFill>
                <a:blip r:embed="rId2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/>
              <p:cNvSpPr txBox="1"/>
              <p:nvPr/>
            </p:nvSpPr>
            <p:spPr>
              <a:xfrm>
                <a:off x="7535486" y="324719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86" y="3247191"/>
                <a:ext cx="558166" cy="369332"/>
              </a:xfrm>
              <a:prstGeom prst="rect">
                <a:avLst/>
              </a:prstGeom>
              <a:blipFill>
                <a:blip r:embed="rId3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/>
              <p:cNvSpPr txBox="1"/>
              <p:nvPr/>
            </p:nvSpPr>
            <p:spPr>
              <a:xfrm>
                <a:off x="7535485" y="3616523"/>
                <a:ext cx="558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485" y="3616523"/>
                <a:ext cx="558165" cy="369332"/>
              </a:xfrm>
              <a:prstGeom prst="rect">
                <a:avLst/>
              </a:prstGeom>
              <a:blipFill>
                <a:blip r:embed="rId3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/>
              <p:cNvSpPr txBox="1"/>
              <p:nvPr/>
            </p:nvSpPr>
            <p:spPr>
              <a:xfrm>
                <a:off x="7546657" y="3979555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657" y="3979555"/>
                <a:ext cx="558166" cy="369332"/>
              </a:xfrm>
              <a:prstGeom prst="rect">
                <a:avLst/>
              </a:prstGeom>
              <a:blipFill>
                <a:blip r:embed="rId3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92"/>
              <p:cNvSpPr txBox="1"/>
              <p:nvPr/>
            </p:nvSpPr>
            <p:spPr>
              <a:xfrm>
                <a:off x="7532115" y="4355187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2115" y="4355187"/>
                <a:ext cx="686406" cy="369332"/>
              </a:xfrm>
              <a:prstGeom prst="rect">
                <a:avLst/>
              </a:prstGeom>
              <a:blipFill>
                <a:blip r:embed="rId3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/>
              <p:cNvSpPr txBox="1"/>
              <p:nvPr/>
            </p:nvSpPr>
            <p:spPr>
              <a:xfrm>
                <a:off x="7512530" y="4724519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530" y="4724519"/>
                <a:ext cx="686406" cy="369332"/>
              </a:xfrm>
              <a:prstGeom prst="rect">
                <a:avLst/>
              </a:prstGeom>
              <a:blipFill>
                <a:blip r:embed="rId3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/>
              <p:cNvSpPr txBox="1"/>
              <p:nvPr/>
            </p:nvSpPr>
            <p:spPr>
              <a:xfrm>
                <a:off x="7512530" y="5093851"/>
                <a:ext cx="6864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(15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530" y="5093851"/>
                <a:ext cx="686406" cy="369332"/>
              </a:xfrm>
              <a:prstGeom prst="rect">
                <a:avLst/>
              </a:prstGeom>
              <a:blipFill>
                <a:blip r:embed="rId3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02448" y="5647849"/>
                <a:ext cx="557380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a) P(sum is even)=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𝟑𝟔</m:t>
                        </m:r>
                      </m:den>
                    </m:f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8" y="5647849"/>
                <a:ext cx="5573805" cy="492443"/>
              </a:xfrm>
              <a:prstGeom prst="rect">
                <a:avLst/>
              </a:prstGeom>
              <a:blipFill rotWithShape="0">
                <a:blip r:embed="rId38"/>
                <a:stretch>
                  <a:fillRect l="-985" b="-7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" name="Ink 4"/>
              <p14:cNvContentPartPr/>
              <p14:nvPr/>
            </p14:nvContentPartPr>
            <p14:xfrm flipV="1">
              <a:off x="4538459" y="3394217"/>
              <a:ext cx="387360" cy="59117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 flipV="1">
                <a:off x="4439459" y="3180459"/>
                <a:ext cx="588240" cy="4859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6" name="Ink 5"/>
              <p14:cNvContentPartPr/>
              <p14:nvPr/>
            </p14:nvContentPartPr>
            <p14:xfrm>
              <a:off x="4503911" y="3763549"/>
              <a:ext cx="514080" cy="2808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416132" y="3534898"/>
                <a:ext cx="692155" cy="474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" name="Ink 6"/>
              <p14:cNvContentPartPr/>
              <p14:nvPr/>
            </p14:nvContentPartPr>
            <p14:xfrm>
              <a:off x="4505175" y="4101087"/>
              <a:ext cx="557640" cy="7740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401495" y="3898767"/>
                <a:ext cx="72576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" name="Ink 7"/>
              <p14:cNvContentPartPr/>
              <p14:nvPr/>
            </p14:nvContentPartPr>
            <p14:xfrm>
              <a:off x="4490471" y="4501037"/>
              <a:ext cx="533520" cy="9612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404071" y="4321757"/>
                <a:ext cx="71208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1" name="Ink 10"/>
              <p14:cNvContentPartPr/>
              <p14:nvPr/>
            </p14:nvContentPartPr>
            <p14:xfrm>
              <a:off x="4467670" y="4935003"/>
              <a:ext cx="543960" cy="3348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374430" y="4733403"/>
                <a:ext cx="72108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2" name="Ink 11"/>
              <p14:cNvContentPartPr/>
              <p14:nvPr/>
            </p14:nvContentPartPr>
            <p14:xfrm>
              <a:off x="4443144" y="5181239"/>
              <a:ext cx="533160" cy="7596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44798" y="4958375"/>
                <a:ext cx="743542" cy="533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3" name="Ink 12"/>
              <p14:cNvContentPartPr/>
              <p14:nvPr/>
            </p14:nvContentPartPr>
            <p14:xfrm>
              <a:off x="5443846" y="5227335"/>
              <a:ext cx="612000" cy="10044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348086" y="5080095"/>
                <a:ext cx="77616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4" name="Ink 13"/>
              <p14:cNvContentPartPr/>
              <p14:nvPr/>
            </p14:nvContentPartPr>
            <p14:xfrm>
              <a:off x="5503714" y="4844025"/>
              <a:ext cx="607680" cy="6516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398954" y="4639495"/>
                <a:ext cx="812880" cy="472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6" name="Ink 15"/>
              <p14:cNvContentPartPr/>
              <p14:nvPr/>
            </p14:nvContentPartPr>
            <p14:xfrm>
              <a:off x="5531755" y="4544475"/>
              <a:ext cx="508320" cy="68040"/>
            </p14:xfrm>
          </p:contentPart>
        </mc:Choice>
        <mc:Fallback>
          <p:pic>
            <p:nvPicPr>
              <p:cNvPr id="16" name="Ink 15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427715" y="4328475"/>
                <a:ext cx="705240" cy="51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7" name="Ink 16"/>
              <p14:cNvContentPartPr/>
              <p14:nvPr/>
            </p14:nvContentPartPr>
            <p14:xfrm>
              <a:off x="5531755" y="4187677"/>
              <a:ext cx="502200" cy="7200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434625" y="3968811"/>
                <a:ext cx="696461" cy="526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8" name="Ink 17"/>
              <p14:cNvContentPartPr/>
              <p14:nvPr/>
            </p14:nvContentPartPr>
            <p14:xfrm>
              <a:off x="5554454" y="3812886"/>
              <a:ext cx="522000" cy="90360"/>
            </p14:xfrm>
          </p:contentPart>
        </mc:Choice>
        <mc:Fallback>
          <p:pic>
            <p:nvPicPr>
              <p:cNvPr id="18" name="Ink 17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456894" y="3629274"/>
                <a:ext cx="703800" cy="514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9" name="Ink 18"/>
              <p14:cNvContentPartPr/>
              <p14:nvPr/>
            </p14:nvContentPartPr>
            <p14:xfrm>
              <a:off x="5638246" y="3380049"/>
              <a:ext cx="417600" cy="4284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520526" y="3137769"/>
                <a:ext cx="607320" cy="54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/>
              <p:cNvSpPr txBox="1"/>
              <p:nvPr/>
            </p:nvSpPr>
            <p:spPr>
              <a:xfrm>
                <a:off x="287514" y="6258648"/>
                <a:ext cx="557380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/>
                  <a:t>b</a:t>
                </a:r>
                <a:r>
                  <a:rPr lang="en-AU" b="1" dirty="0" smtClean="0"/>
                  <a:t>) </a:t>
                </a:r>
                <a:r>
                  <a:rPr lang="en-AU" b="1" dirty="0"/>
                  <a:t>P(sum&gt; 10)=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𝟏𝟐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𝟑𝟔</m:t>
                        </m:r>
                      </m:den>
                    </m:f>
                    <m:r>
                      <a:rPr lang="en-AU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AU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14" y="6258648"/>
                <a:ext cx="5573805" cy="492443"/>
              </a:xfrm>
              <a:prstGeom prst="rect">
                <a:avLst/>
              </a:prstGeom>
              <a:blipFill>
                <a:blip r:embed="rId63"/>
                <a:stretch>
                  <a:fillRect l="-874" b="-87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0" name="Ink 19"/>
              <p14:cNvContentPartPr/>
              <p14:nvPr/>
            </p14:nvContentPartPr>
            <p14:xfrm>
              <a:off x="6610804" y="4516961"/>
              <a:ext cx="400680" cy="89280"/>
            </p14:xfrm>
          </p:contentPart>
        </mc:Choice>
        <mc:Fallback>
          <p:pic>
            <p:nvPicPr>
              <p:cNvPr id="20" name="Ink 19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35204" y="4328003"/>
                <a:ext cx="571320" cy="452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096" name="Ink 4095"/>
              <p14:cNvContentPartPr/>
              <p14:nvPr/>
            </p14:nvContentPartPr>
            <p14:xfrm>
              <a:off x="7635723" y="4517533"/>
              <a:ext cx="397440" cy="32040"/>
            </p14:xfrm>
          </p:contentPart>
        </mc:Choice>
        <mc:Fallback>
          <p:pic>
            <p:nvPicPr>
              <p:cNvPr id="4096" name="Ink 4095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71283" y="4346653"/>
                <a:ext cx="537840" cy="379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97" name="Ink 4096"/>
              <p14:cNvContentPartPr/>
              <p14:nvPr/>
            </p14:nvContentPartPr>
            <p14:xfrm>
              <a:off x="2338038" y="4874312"/>
              <a:ext cx="5800680" cy="93960"/>
            </p14:xfrm>
          </p:contentPart>
        </mc:Choice>
        <mc:Fallback>
          <p:pic>
            <p:nvPicPr>
              <p:cNvPr id="4097" name="Ink 4096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03118" y="4648952"/>
                <a:ext cx="595296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98" name="Ink 4097"/>
              <p14:cNvContentPartPr/>
              <p14:nvPr/>
            </p14:nvContentPartPr>
            <p14:xfrm>
              <a:off x="2265416" y="5149684"/>
              <a:ext cx="5933520" cy="187920"/>
            </p14:xfrm>
          </p:contentPart>
        </mc:Choice>
        <mc:Fallback>
          <p:pic>
            <p:nvPicPr>
              <p:cNvPr id="4098" name="Ink 4097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94856" y="4903084"/>
                <a:ext cx="611388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/>
              <p:cNvSpPr txBox="1"/>
              <p:nvPr/>
            </p:nvSpPr>
            <p:spPr>
              <a:xfrm>
                <a:off x="3466501" y="3602258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501" y="3602258"/>
                <a:ext cx="558166" cy="369332"/>
              </a:xfrm>
              <a:prstGeom prst="rect">
                <a:avLst/>
              </a:prstGeom>
              <a:blipFill>
                <a:blip r:embed="rId7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/>
              <p:cNvSpPr txBox="1"/>
              <p:nvPr/>
            </p:nvSpPr>
            <p:spPr>
              <a:xfrm>
                <a:off x="5567963" y="3630915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963" y="3630915"/>
                <a:ext cx="558166" cy="369332"/>
              </a:xfrm>
              <a:prstGeom prst="rect">
                <a:avLst/>
              </a:prstGeom>
              <a:blipFill>
                <a:blip r:embed="rId7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/>
              <p:cNvSpPr txBox="1"/>
              <p:nvPr/>
            </p:nvSpPr>
            <p:spPr>
              <a:xfrm>
                <a:off x="5541240" y="3981101"/>
                <a:ext cx="558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(8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240" y="3981101"/>
                <a:ext cx="558166" cy="369332"/>
              </a:xfrm>
              <a:prstGeom prst="rect">
                <a:avLst/>
              </a:prstGeom>
              <a:blipFill>
                <a:blip r:embed="rId7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41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/>
      <p:bldP spid="32" grpId="0"/>
      <p:bldP spid="33" grpId="0"/>
      <p:bldP spid="57" grpId="0"/>
      <p:bldP spid="58" grpId="0"/>
      <p:bldP spid="59" grpId="0"/>
      <p:bldP spid="66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62" grpId="0"/>
      <p:bldP spid="63" grpId="0"/>
      <p:bldP spid="6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Independent Practice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2323238" y="57817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4800" dirty="0">
                <a:latin typeface="Arial Black" panose="020B0A04020102020204" pitchFamily="34" charset="0"/>
              </a:rPr>
              <a:t>Independent Practice</a:t>
            </a:r>
          </a:p>
        </p:txBody>
      </p:sp>
      <p:sp>
        <p:nvSpPr>
          <p:cNvPr id="2" name="AutoShape 2" descr="Image result for graphing clip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242455" y="1627909"/>
            <a:ext cx="4960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dirty="0"/>
              <a:t>Pearson Ex 10.1 Q 1 to 17</a:t>
            </a:r>
          </a:p>
        </p:txBody>
      </p:sp>
    </p:spTree>
    <p:extLst>
      <p:ext uri="{BB962C8B-B14F-4D97-AF65-F5344CB8AC3E}">
        <p14:creationId xmlns:p14="http://schemas.microsoft.com/office/powerpoint/2010/main" val="253203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12560</TotalTime>
  <Words>2588</Words>
  <Application>Microsoft Office PowerPoint</Application>
  <PresentationFormat>Widescreen</PresentationFormat>
  <Paragraphs>341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Abadi</vt:lpstr>
      <vt:lpstr>Arial</vt:lpstr>
      <vt:lpstr>Arial Black</vt:lpstr>
      <vt:lpstr>Arial Rounded MT Bold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Hinge-point Question</vt:lpstr>
      <vt:lpstr> Hinge-point 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VARUGHESE Stefan [Harrisdale Senior High School]</cp:lastModifiedBy>
  <cp:revision>477</cp:revision>
  <cp:lastPrinted>2017-04-18T22:41:05Z</cp:lastPrinted>
  <dcterms:created xsi:type="dcterms:W3CDTF">2017-01-28T08:32:28Z</dcterms:created>
  <dcterms:modified xsi:type="dcterms:W3CDTF">2021-07-22T01:36:08Z</dcterms:modified>
</cp:coreProperties>
</file>