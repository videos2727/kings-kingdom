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9"/>
  </p:notesMasterIdLst>
  <p:handoutMasterIdLst>
    <p:handoutMasterId r:id="rId20"/>
  </p:handoutMasterIdLst>
  <p:sldIdLst>
    <p:sldId id="448" r:id="rId2"/>
    <p:sldId id="527" r:id="rId3"/>
    <p:sldId id="529" r:id="rId4"/>
    <p:sldId id="520" r:id="rId5"/>
    <p:sldId id="539" r:id="rId6"/>
    <p:sldId id="449" r:id="rId7"/>
    <p:sldId id="545" r:id="rId8"/>
    <p:sldId id="540" r:id="rId9"/>
    <p:sldId id="543" r:id="rId10"/>
    <p:sldId id="542" r:id="rId11"/>
    <p:sldId id="546" r:id="rId12"/>
    <p:sldId id="518" r:id="rId13"/>
    <p:sldId id="547" r:id="rId14"/>
    <p:sldId id="552" r:id="rId15"/>
    <p:sldId id="548" r:id="rId16"/>
    <p:sldId id="551" r:id="rId17"/>
    <p:sldId id="273" r:id="rId18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0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22.694"/>
    </inkml:context>
    <inkml:brush xml:id="br0">
      <inkml:brushProperty name="width" value="0.03528" units="cm"/>
      <inkml:brushProperty name="height" value="0.03528" units="cm"/>
      <inkml:brushProperty name="fitToCurve" value="1"/>
    </inkml:brush>
  </inkml:definitions>
  <inkml:traceGroup>
    <inkml:annotationXML>
      <emma:emma xmlns:emma="http://www.w3.org/2003/04/emma" version="1.0">
        <emma:interpretation id="{BC7013FA-DA6B-4F5C-8E7F-2A27E2F6B9E6}" emma:medium="tactile" emma:mode="ink">
          <msink:context xmlns:msink="http://schemas.microsoft.com/ink/2010/main" type="writingRegion" rotatedBoundingBox="1324,8287 3032,8155 3094,8958 1386,9090"/>
        </emma:interpretation>
      </emma:emma>
    </inkml:annotationXML>
    <inkml:traceGroup>
      <inkml:annotationXML>
        <emma:emma xmlns:emma="http://www.w3.org/2003/04/emma" version="1.0">
          <emma:interpretation id="{823CB177-561B-47F2-8418-E2413670CC1E}" emma:medium="tactile" emma:mode="ink">
            <msink:context xmlns:msink="http://schemas.microsoft.com/ink/2010/main" type="paragraph" rotatedBoundingBox="1324,8287 3032,8155 3094,8958 1386,90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1FB81F5-E9F2-4662-9F2E-538141938571}" emma:medium="tactile" emma:mode="ink">
              <msink:context xmlns:msink="http://schemas.microsoft.com/ink/2010/main" type="line" rotatedBoundingBox="1324,8287 3032,8155 3094,8958 1386,9090"/>
            </emma:interpretation>
          </emma:emma>
        </inkml:annotationXML>
        <inkml:traceGroup>
          <inkml:annotationXML>
            <emma:emma xmlns:emma="http://www.w3.org/2003/04/emma" version="1.0">
              <emma:interpretation id="{0AE0CB76-18B4-4E31-BA85-6E9E74B486BD}" emma:medium="tactile" emma:mode="ink">
                <msink:context xmlns:msink="http://schemas.microsoft.com/ink/2010/main" type="inkWord" rotatedBoundingBox="1324,8287 3032,8155 3094,8958 1386,9090"/>
              </emma:interpretation>
              <emma:one-of disjunction-type="recognition" id="oneOf0">
                <emma:interpretation id="interp0" emma:lang="en-AU" emma:confidence="0">
                  <emma:literal>Mills</emma:literal>
                </emma:interpretation>
                <emma:interpretation id="interp1" emma:lang="en-AU" emma:confidence="0">
                  <emma:literal>MI6</emma:literal>
                </emma:interpretation>
                <emma:interpretation id="interp2" emma:lang="en-AU" emma:confidence="0">
                  <emma:literal>Melt</emma:literal>
                </emma:interpretation>
                <emma:interpretation id="interp3" emma:lang="en-AU" emma:confidence="0">
                  <emma:literal>Melts</emma:literal>
                </emma:interpretation>
                <emma:interpretation id="interp4" emma:lang="en-AU" emma:confidence="0">
                  <emma:literal>melt</emma:literal>
                </emma:interpretation>
              </emma:one-of>
            </emma:emma>
          </inkml:annotationXML>
          <inkml:trace contextRef="#ctx0" brushRef="#br0">15 551 864,'0'0'38,"0"0"8,0 0-37,0 9-9,-10 1 0,10 0 0,-6-5 167,6-5 31,0 10 6,0-10 2,0 0-84,0 0-17,0 0-3,0 0-1,0 9-40,0-9-8,0 0-1,0 0-1,0 0-11,0 0-3,0 0 0,0 0 0,6 0-12,4 0-2,-4-9-1,5-1 0,-6 0-11,12-5-3,-17-4 0,11-1 0,-6-9-8,6 5 8,0-5-8,6-1 8,-17 1-8,11 5 0,0-6 0,5 1 0,-10 0 0,-1 0 0,1-1 0,5 1 0,-1 0 0,-4 0 0,5 4 0,-11 6 0,11-1 0,-6 1 0,1-1 0,-1 11 0,6 4 0,-11 5 0,0-5 0,0 5 8,0 0-8,0 0 0,0 0 0,0 0-11,0 0 11,6 14 0,-1 6 8,1-1-8,5-4 0,0 5 8,-11 4-8,5 0 0,6 10 0,-11 1 0,0-6 0,11 10 0,-5-5 0,-6-5 0,5 0 0,1 6 0,5-6 0,-6 5 0,1-10 0,-1 1 0,1-6 0,-1 1 0,6-1 0,-6-4 0,-5-15 0,0 0 0,0 0 0,0 0 0,0 0 0,0 0 0,0 0-10,11-10 10,-5-9-10,-1-1 10,6-4-8,-5 4 8,5-9-10,-6 0 10,-5-1-12,-5 6 12,10-5 0,-5 0 0,0-1 0,0 6 0,0-5 0,0 4 0,0 6 0,6 4 0,-6 1 0,0 4 17,0 10-1,0 0-1,0-10-15,0 10 0,0 0 0,0 0 0,0 0 11,5 15-11,1 4 12,10 1-12,-10 4 0,5 0 0,-6 1-10,12-1 10,-12 1 0,6-6 0,0 5 0,5-4 0,-5-1-12,6 6 12,-6-6-10,0 1 10,5-6-45,-5 1-3,0 0-1,6-6 0,-1 1-142,-10-5-28</inkml:trace>
          <inkml:trace contextRef="#ctx0" brushRef="#br0" timeOffset="249.3851">706 156 979,'6'-15'43,"-6"10"9,0 0-41,5-4-11,-5 9 0,0 0 0,6 9 173,5 1 33,-11-10 6,11 10 2,-6-5-78,6 0-15,11 0-3,-16-5-1,5 0-57,5 0-11,-5 0-2,6-5-1,-12 0-27,12 0-6,-7 0-1,-4 0 0,5 0-25,0 0-6,0 1-1,-6-6 0,-5 10-195,0 0-39</inkml:trace>
          <inkml:trace contextRef="#ctx0" brushRef="#br0" timeOffset="441.5437">783 322 864,'0'0'38,"0"0"8,0-5-37,0-5-9,6 0 0,-6 5 0,0 5 225,11 0 43,0-5 9,0 5 2,5-4-121,-10-1-24,5 5-5,0-5-1,-1 5-56,7 0-11,-6-5-2,5 5-1,-5 0-45,0 0-13,-11 0 0,11 0 8,-11 0-137,17 0-27,-12 0-6</inkml:trace>
          <inkml:trace contextRef="#ctx0" brushRef="#br0" timeOffset="711.1762">1118-93 921,'0'0'82,"0"0"-66,0 0-16,0 0 0,0 0 176,0 10 31,0 5 6,0-1 2,0 1-65,0-1-13,5 6-2,-5-5-1,6-1-70,-1 6-15,6 4-2,0-9-1,-11-1-20,6 6-4,5 9-1,-11-5 0,5-4-38,1 4-8,-1 10-2,-5-4 0,11-11-161,0 1-33</inkml:trace>
          <inkml:trace contextRef="#ctx0" brushRef="#br0" timeOffset="1106.5135">1408-263 1677,'0'0'74,"0"0"16,0 0-72,-5 4-18,5 6 0,-6 0 0,6 5 64,-10 4 10,4 1 2,6 4 0,-5 10-28,5 5-6,-6 0-1,12 10 0,-1 0-3,1-6-1,4 1 0,1-5 0,6 5-5,-1 0 0,1-5-1,-1-10 0,1-4-14,-1-1-2,6-4-1,-5-1 0,-6-4-3,-1-1-1,7-9 0,-6 10 0,5-5 11,-5-6 3,0 6 0,6-10 0,-12-5 6,6-9 2,0-1 0,-5 0 0,-6 15-1,5-14 0,1-11 0,-6 6 0,5 4-5,-10 1-1,5 4 0,0 10 0,-6-10-8,6 10-1,-11-10-1,0 6 0,-5-1-7,-1 10 0,6-1-8,-16 6 12,16 10-12,-11-6 0,6 11-9,-1-6 9,6-4-33,-5 4-1,5 1 0,0-1 0,0 1-135,5-1-27,1-4-6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31.77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6318F9A-870A-4A16-9D24-82CC3DC9A9FA}" emma:medium="tactile" emma:mode="ink">
          <msink:context xmlns:msink="http://schemas.microsoft.com/ink/2010/main" type="writingRegion" rotatedBoundingBox="5074,9451 5600,9451 5600,10026 5074,10026"/>
        </emma:interpretation>
      </emma:emma>
    </inkml:annotationXML>
    <inkml:traceGroup>
      <inkml:annotationXML>
        <emma:emma xmlns:emma="http://www.w3.org/2003/04/emma" version="1.0">
          <emma:interpretation id="{F704269E-68E9-4AC8-A656-E6AFD67482C1}" emma:medium="tactile" emma:mode="ink">
            <msink:context xmlns:msink="http://schemas.microsoft.com/ink/2010/main" type="paragraph" rotatedBoundingBox="5074,9451 5600,9451 5600,10026 5074,100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E5CA1A3-A08B-4A31-A943-A3628FA33F97}" emma:medium="tactile" emma:mode="ink">
              <msink:context xmlns:msink="http://schemas.microsoft.com/ink/2010/main" type="line" rotatedBoundingBox="5074,9451 5600,9451 5600,10026 5074,10026"/>
            </emma:interpretation>
          </emma:emma>
        </inkml:annotationXML>
        <inkml:traceGroup>
          <inkml:annotationXML>
            <emma:emma xmlns:emma="http://www.w3.org/2003/04/emma" version="1.0">
              <emma:interpretation id="{6DC5B115-6177-4D25-8BEC-565DD0F21912}" emma:medium="tactile" emma:mode="ink">
                <msink:context xmlns:msink="http://schemas.microsoft.com/ink/2010/main" type="inkWord" rotatedBoundingBox="5074,9451 5600,9451 5600,10026 5074,10026"/>
              </emma:interpretation>
              <emma:one-of disjunction-type="recognition" id="oneOf0">
                <emma:interpretation id="interp0" emma:lang="en-AU" emma:confidence="0">
                  <emma:literal>A</emma:literal>
                </emma:interpretation>
                <emma:interpretation id="interp1" emma:lang="en-AU" emma:confidence="0">
                  <emma:literal>a</emma:literal>
                </emma:interpretation>
                <emma:interpretation id="interp2" emma:lang="en-AU" emma:confidence="0">
                  <emma:literal>n</emma:literal>
                </emma:interpretation>
                <emma:interpretation id="interp3" emma:lang="en-AU" emma:confidence="0">
                  <emma:literal>it</emma:literal>
                </emma:interpretation>
                <emma:interpretation id="interp4" emma:lang="en-AU" emma:confidence="0">
                  <emma:literal>It</emma:literal>
                </emma:interpretation>
              </emma:one-of>
            </emma:emma>
          </inkml:annotationXML>
          <inkml:trace contextRef="#ctx0" brushRef="#br0">-895-2644 1357,'0'0'60,"0"0"12,-11-9-57,11 9-15,-6-5 0,6 5 0,-5-5 93,5 5 16,0 0 3,0 0 1,0 0-37,0 0-8,0 0-2,0 0 0,0 0-19,0 0-4,0 0-1,0 0 0,0 15-23,0-6-5,0 6-1,0 0 0,0-1-13,5 6 0,-5-6 0,0 6 0,0 4 0,0 1 0,0-6 0,0 5 0,0-4 0,0-1 0,0-4 0,0 5 9,6-11-9,-6 1 0,0-10 0,0 0 0,0 0-11,0 0 3,0 0 0,0 0 0,0 0-3,11-10 0,-11-4 0,5-6 0,1 6 2,-1-6 0,6 1 0,-5-6 0,-1 1 9,1-1-13,5 6 5,-11-5 8,0-1-33,5 6 1,1-6 0,-1 1 0,6 0 51,0-6 10,-6 6 3,6 0 0,0-1-24,0 1-8,0 9 0,0-4 9,0-1-46,0 6-10,0-1-1,0 5-1,0 0 101,6 1 21,-12 4 4,6 5 1,-11 0-62,11 5-16,5 0 0,-5-1 0,0 6 28,6 5 2,-6-1 1,0 6 0,0-5-19,0 9-3,0 0-1,0 6 0,0-1-8,5 5 0,-5-5 0,0 5 8,-5-4-8,4-1 0,1 0 0,6 0 0,-17 1-31,5-11-8,6 1-1,-5-1-1,-1-4-19,6-6-3,-11-9-1,0 5-546,0-5-110</inkml:trace>
          <inkml:trace contextRef="#ctx0" brushRef="#br0" timeOffset="227.7614">-758-2556 1670,'0'0'74,"0"0"15,-6 0-71,6 0-18,0 0 0,0 0 0,0 0 119,0 0 20,0 0 4,0 0 1,6-5-64,10 5-13,-5-5-3,11 5 0,-11 0 0,6-4 0,-1-1 0,6 0 0,-6 0-51,6 0-13,-5 0 0,5 0 0,-6-9-20,12 9-8,-17 0 0,16-5-740,-16 0-147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5:23.84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F5E5568-2A30-4846-B940-0DF2C5BAFE4F}" emma:medium="tactile" emma:mode="ink">
          <msink:context xmlns:msink="http://schemas.microsoft.com/ink/2010/main" type="writingRegion" rotatedBoundingBox="11113,9040 12317,11292 11672,11637 10468,9385"/>
        </emma:interpretation>
      </emma:emma>
    </inkml:annotationXML>
    <inkml:traceGroup>
      <inkml:annotationXML>
        <emma:emma xmlns:emma="http://www.w3.org/2003/04/emma" version="1.0">
          <emma:interpretation id="{9648A6CD-9A6D-4CD7-9C6E-CC72C45D2DA1}" emma:medium="tactile" emma:mode="ink">
            <msink:context xmlns:msink="http://schemas.microsoft.com/ink/2010/main" type="paragraph" rotatedBoundingBox="11113,9040 12317,11292 11672,11637 10468,93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CEB8D1D-E314-4F9D-865D-BB0A53264FFE}" emma:medium="tactile" emma:mode="ink">
              <msink:context xmlns:msink="http://schemas.microsoft.com/ink/2010/main" type="line" rotatedBoundingBox="11113,9040 12318,11291 11672,11637 10468,9385"/>
            </emma:interpretation>
          </emma:emma>
        </inkml:annotationXML>
        <inkml:traceGroup>
          <inkml:annotationXML>
            <emma:emma xmlns:emma="http://www.w3.org/2003/04/emma" version="1.0">
              <emma:interpretation id="{22401CF0-4B9D-4242-A8E9-81CABCDE7B94}" emma:medium="tactile" emma:mode="ink">
                <msink:context xmlns:msink="http://schemas.microsoft.com/ink/2010/main" type="inkWord" rotatedBoundingBox="10993,9104 11316,9707 10832,9966 10509,9363"/>
              </emma:interpretation>
              <emma:one-of disjunction-type="recognition" id="oneOf0">
                <emma:interpretation id="interp0" emma:lang="en-AU" emma:confidence="0">
                  <emma:literal>x</emma:literal>
                </emma:interpretation>
                <emma:interpretation id="interp1" emma:lang="en-AU" emma:confidence="0">
                  <emma:literal>X</emma:literal>
                </emma:interpretation>
                <emma:interpretation id="interp2" emma:lang="en-AU" emma:confidence="0">
                  <emma:literal>R</emma:literal>
                </emma:interpretation>
                <emma:interpretation id="interp3" emma:lang="en-AU" emma:confidence="0">
                  <emma:literal>N</emma:literal>
                </emma:interpretation>
                <emma:interpretation id="interp4" emma:lang="en-AU" emma:confidence="0">
                  <emma:literal>D</emma:literal>
                </emma:interpretation>
              </emma:one-of>
            </emma:emma>
          </inkml:annotationXML>
          <inkml:trace contextRef="#ctx0" brushRef="#br0">4748-3148 1756,'0'0'39,"0"0"8,0 0 1,0 0 1,0 0-39,0 0-10,0 0 0,11 0 0,0-5 81,0 0 15,0 1 2,5-1 1,1 0-19,-1-5-3,6 5-1,0 0 0,-6 0-8,6 1-1,0-1-1,0 5 0,-5-5 4,-1 5 1,1 0 0,-1 0 0,-16 0-57,0 0-14,0 0 0,6 14 0,10-4 0,-11 10 0,1-6 0,-6 6 0,5 4 0,-5 1 0,-5 4 0,-1 0 0,1 5-48,0-9-13,-1 4-3,-5 0 0,6-9 24,-1-1 4,1-4 0,-1-1 1,1-4-7,-1 0-2,6 0 0,0-1 0,6 1-4,-6-5 0,0-5-1,0 0 0,0 0 39,5 10 10,-5-10 0,0 0 0,11 0 24,-11 0 8,0 0 0,11 5 1,-11-5 4,17 0 1,-1 0 0,6 0 0,-6-5 6,1 5 0,-1 0 1,1 0 0,5 0-13,-6 5-2,1-5-1,-6 4 0,5 1-4,-5 5-1,-11-10 0,5 5 0,1 5-4,-1 4 0,-5-4-1,0 5 0,0-6-3,-5 6 0,-6 0 0,5-1 0,-10-4-6,0 0-2,-1 0 0,-5 4 0,0 1-8,0-5 10,0-6-10,-5 6 10,0 5-10,-6-1 0,5-4 0,-5 0-11,6 0-30,-6-5-7,6 4 0,-6-4-799,5-5-159</inkml:trace>
          <inkml:trace contextRef="#ctx0" brushRef="#br0" timeOffset="-465.7054">4770-3099 748,'0'0'67,"0"0"-54,0 0-13,0 0 0,0 19 272,0-4 51,-6 0 10,12 4 3,-1 1-261,1-1-52,-1 6-11,6 4-1,0 0-11,0-5-14,0 6 3,0-6 1,0 0 10,0 1 11,-5 4-3,10-5 0,-5-4-8,0-5-17,0-1 4,-6-4 1,1-5-141,-6-5-28,0 0-6</inkml:trace>
        </inkml:traceGroup>
        <inkml:traceGroup>
          <inkml:annotationXML>
            <emma:emma xmlns:emma="http://www.w3.org/2003/04/emma" version="1.0">
              <emma:interpretation id="{499D7374-E42C-449C-9793-3B9FD89A2C09}" emma:medium="tactile" emma:mode="ink">
                <msink:context xmlns:msink="http://schemas.microsoft.com/ink/2010/main" type="inkWord" rotatedBoundingBox="11849,10509 12318,11292 11700,11662 11231,10880"/>
              </emma:interpretation>
              <emma:one-of disjunction-type="recognition" id="oneOf1">
                <emma:interpretation id="interp5" emma:lang="en-AU" emma:confidence="0">
                  <emma:literal>T</emma:literal>
                </emma:interpretation>
                <emma:interpretation id="interp6" emma:lang="en-AU" emma:confidence="0">
                  <emma:literal>t</emma:literal>
                </emma:interpretation>
                <emma:interpretation id="interp7" emma:lang="en-AU" emma:confidence="0">
                  <emma:literal>+</emma:literal>
                </emma:interpretation>
                <emma:interpretation id="interp8" emma:lang="en-AU" emma:confidence="0">
                  <emma:literal>y</emma:literal>
                </emma:interpretation>
                <emma:interpretation id="interp9" emma:lang="en-AU" emma:confidence="0">
                  <emma:literal>E</emma:literal>
                </emma:interpretation>
              </emma:one-of>
            </emma:emma>
          </inkml:annotationXML>
          <inkml:trace contextRef="#ctx0" brushRef="#br0" timeOffset="-8378.2439">5483-1567 1152,'0'0'102,"0"0"-82,-6 0-20,6 15 0,-5-1 131,5-4 21,0-10 5,0-14 1,-6 14-48,6 4-10,-5 11-1,5 4-1,0 1-45,5 9-9,1 10-1,-1 0-1,1 0-24,-1 5-5,-5-1-1,11 1 0,-5-5-12,5-5 8,-6 0-8,6-5 0,0 0-14,0 1-9,0-11-1,-5 1-636,-1 4-128</inkml:trace>
          <inkml:trace contextRef="#ctx0" brushRef="#br0" timeOffset="-7949.3459">5658-1759 1036,'0'0'92,"0"0"-73,0 0-19,0 0 0,6 10 154,-6-10 27,0 0 6,0 0 1,5 0-62,6 5-12,0-5-2,0 0-1,6-5-72,-6 0-15,5 5-2,-5 0-1,11 0 35,-6-5 6,1 10 2,-1 0 0,-5 5-13,6 0-3,-1-1 0,1 6 0,-6-5-26,0-1-6,-11-9 0,16 15-1,-5 0-15,0 4 11,-6 1-11,6-1 10,-5 10-10,-1 0 8,-5 5-8,-5 5 8,5 0-24,-6 5-4,1-5-2,-1 0 0,-5 5-17,0-10-3,6 0-1,-1-5 0,1 5-1,-6-10 0,6 1 0,-1-11 0,6 6 14,0-6 2,-5 1 1,-1-5 0,6-10 27,0 0 0,6 9 0,-6-9 0,0 0 0,11 5 0,-11-5 0,11 0 0,5 5 46,-5-10 14,5 0 4,1 5 0,5 0 0,0 0 0,-6-5 0,12 1 0,-6-1-52,-1 0-12,1 0 0,0-5 0,6 0 0,-12 1 0,6 4 0,0-10 0,-5 6 0,4 4 0,-4 0 0,5 0-782,-6 5-159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5:11.50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9160E1A-37D9-42C8-B94A-046C7A6E17CF}" emma:medium="tactile" emma:mode="ink">
          <msink:context xmlns:msink="http://schemas.microsoft.com/ink/2010/main" type="writingRegion" rotatedBoundingBox="14065,14813 16874,14593 17057,16935 14248,17155"/>
        </emma:interpretation>
      </emma:emma>
    </inkml:annotationXML>
    <inkml:traceGroup>
      <inkml:annotationXML>
        <emma:emma xmlns:emma="http://www.w3.org/2003/04/emma" version="1.0">
          <emma:interpretation id="{B968C053-A1BA-48FB-B3A9-DD3869EA35C6}" emma:medium="tactile" emma:mode="ink">
            <msink:context xmlns:msink="http://schemas.microsoft.com/ink/2010/main" type="paragraph" rotatedBoundingBox="14065,14813 16874,14593 16963,15726 14153,159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721DE3-3D75-470B-A589-16D760469FFB}" emma:medium="tactile" emma:mode="ink">
              <msink:context xmlns:msink="http://schemas.microsoft.com/ink/2010/main" type="line" rotatedBoundingBox="14065,14813 16874,14593 16963,15726 14153,15945"/>
            </emma:interpretation>
          </emma:emma>
        </inkml:annotationXML>
        <inkml:traceGroup>
          <inkml:annotationXML>
            <emma:emma xmlns:emma="http://www.w3.org/2003/04/emma" version="1.0">
              <emma:interpretation id="{E36164D5-ECB9-465A-87DC-6DF283FC4D22}" emma:medium="tactile" emma:mode="ink">
                <msink:context xmlns:msink="http://schemas.microsoft.com/ink/2010/main" type="inkWord" rotatedBoundingBox="14065,14813 16874,14593 16963,15726 14153,15945"/>
              </emma:interpretation>
              <emma:one-of disjunction-type="recognition" id="oneOf0">
                <emma:interpretation id="interp0" emma:lang="en-AU" emma:confidence="0">
                  <emma:literal>10,11,13</emma:literal>
                </emma:interpretation>
                <emma:interpretation id="interp1" emma:lang="en-AU" emma:confidence="0">
                  <emma:literal>10,1l,13</emma:literal>
                </emma:interpretation>
                <emma:interpretation id="interp2" emma:lang="en-AU" emma:confidence="0">
                  <emma:literal>10,113</emma:literal>
                </emma:interpretation>
                <emma:interpretation id="interp3" emma:lang="en-AU" emma:confidence="0">
                  <emma:literal>10,ll,13</emma:literal>
                </emma:interpretation>
                <emma:interpretation id="interp4" emma:lang="en-AU" emma:confidence="0">
                  <emma:literal>10,115</emma:literal>
                </emma:interpretation>
              </emma:one-of>
            </emma:emma>
          </inkml:annotationXML>
          <inkml:trace contextRef="#ctx0" brushRef="#br0">39 0 1209,'0'0'108,"0"0"-87,0 0-21,0 0 0,0 0 130,0 0 22,0 0 4,-11 9 0,5 1-35,6-10-7,0 0-2,-5 10 0,-1-5-41,1 4-9,5 6-2,-6-5 0,6 4-19,0 1-4,0 0-1,0 4 0,0 1-16,0-1-4,0 1-1,0 9 0,6-5-15,-1 6 0,-5-1 8,0 0-8,6 5 0,-6-5 0,5 6-12,-5-6 12,6 0-40,-6 0 0,0 1-1,5-1 0,-5-5-141,6 0-28,-1 1-6</inkml:trace>
          <inkml:trace contextRef="#ctx0" brushRef="#br0" timeOffset="394.3322">285 73 288,'0'0'25,"0"0"-25,0 0 0,0 0 0,-11 5 251,11-5 45,0 0 8,0 0 3,0 0-146,-5 9-29,-1 6-5,1 0-2,5-1-56,0 6-11,-6 4-2,6 0-1,6 1-30,-1-1-5,-5 5-2,6 1 0,-6-1-7,5 5-2,-5-5 0,6 1 0,-1-1-9,6-5 8,6-4-8,-1-1 8,1-4-8,-6-1 0,0-4 0,5-5 0,1 0 0,-7 0 0,1-5 0,6-5 0,-6-5 12,5 0 1,-10-4 0,5-11 0,-6 1 15,1 0 4,-1-10 0,-5-5 0,6 0 0,-6-5 0,0 5 0,-6 0 0,1 5-5,-1 4-1,1-4 0,-1 5 0,-5 5-10,0-1-3,-5 6 0,5 4 0,0 0-13,-5 6 9,-6 4-9,5 5 8,6 0-34,0 5-7,-5 9-2,-1 1 0,6 4-155,0 1-31,0 9-7</inkml:trace>
          <inkml:trace contextRef="#ctx0" brushRef="#br0" timeOffset="2784.229">1070 575 1324,'-11'53'59,"11"-53"12,-6 10-57,6-10-14,-5 5 0,-6 0 0,5 0 152,6-5 27,0 0 5,0 0 2,0 19-118,-5 1-24,5-1-5,0 1-1,0-1-27,0-4-11,0-1 8,0 6-8,0-5 0,0-1 0,0 1 0,0-1 0,0 1-8,0 0-8,0-15 0,0 0-610,0 0-122</inkml:trace>
          <inkml:trace contextRef="#ctx0" brushRef="#br0" timeOffset="3069.2271">1234 146 806,'0'0'72,"0"0"-58,0 0-14,0 0 0,0 0 137,0 0 25,0 0 5,6 14 1,-6-14-22,11 10-4,-6 5-1,6-1 0,0 1-58,-6 5-12,1-1-3,-1 1 0,1 4-28,5 0-7,-6-4-1,6 9 0,0-9-19,-5 4-4,-1 0-1,6-4 0,0 4-8,0-4 0,-5-6-12,5 1 12,-6 0-78,1-11-8,5 1-2,-11-5-840</inkml:trace>
          <inkml:trace contextRef="#ctx0" brushRef="#br0" timeOffset="3284.3226">1558 92 921,'0'0'82,"0"0"-66,0 0-16,0 0 0,0 0 199,0 0 36,0 0 7,0 15 2,0-5-96,0-1-20,0-9-3,0 15-1,0 4-60,5-4-13,-5 5-3,6-1 0,-6 5-3,5-4-1,1 9 0,5-4 0,-6 4-33,1 0-11,-1-5 0,6 6 0,-6-6 0,6 0-11,-5 6 0,5-6 0,0-4-56,-6-1-11,6 0-2,-5-4-626,-1 0-125</inkml:trace>
          <inkml:trace contextRef="#ctx0" brushRef="#br0" timeOffset="5164.2896">2018 546 1774,'-16'0'79,"16"0"16,0 0-76,0 0-19,0 0 0,0 0 0,0 0 60,-6 4 8,1 6 1,-1-5 1,1 5-33,5-1-6,5 6-2,-10 0 0,-1 4-29,6 6 0,6-1 0,-1 5 0,1 0-13,-1 6-3,1 4 0,-1-5 0,6 10-46,-5-10-10,-6 0-1</inkml:trace>
          <inkml:trace contextRef="#ctx0" brushRef="#br0" timeOffset="5404.7509">2271-69 1670,'0'0'74,"0"0"15,0 0-71,0 0-18,0 0 0,0 0 0,0 0 92,0 0 14,0 15 3,-6 0 1,6-6-10,0 6-1,0 4-1,6-4 0,-6 5-76,5-1-22,6 5 9,0 1-9,-5 4 0,-1 0 0,6 1 0,0-1 0,-6 0-23,6 0-9,-5 1-1,5-6-667,-6-5-132</inkml:trace>
          <inkml:trace contextRef="#ctx0" brushRef="#br0" timeOffset="5990.3398">2430-132 1382,'0'0'61,"0"0"13,0 0-59,0 0-15,5-10 0,-5 10 0,11-5 169,0-4 31,0-1 7,5 0 1,-10 5-92,10 0-19,-5-4-3,6 4-1,-6 5-33,0-5-8,0 0 0,5-5-1,-5 10-14,0-5-2,-11 5-1,17 0 0,-1 5-23,-16-5-11,0 0 10,11 5-10,-6 5 0,1 4 0,-6-4 0,0 10-10,-6-6-26,6 11-6,-5-6-1,5 1 0,-11 4-7,11-4-2,-5-1 0,5-4 0,0-1 0,0 1-1,-6-5 0,6-10 0,0 0 11,0 0 2,-5 14 1,5-14 0,0 0 0,0 0 0,11 10 0,-11-10 0,5 10 69,6 0 14,0-1 2,0-4 1,-11-5-24,16 5-5,1-5-1,5 5 0,-6-5 37,-5 0 7,0 5 2,0 0 0,0-5 1,-11 0 1,0 0 0,11 9 0,0-4-52,-11-5-13,6 15 0,-1-5 0,-5 4 54,5 6 8,-5-6 2,0 6 0,-5-5-52,-6 4-12,6 1 0,-6-6 0,0 1 0,-6-1 0,1-4 0,-1 5 0,6-5 0,-5-1 0,-1 1 0,1-5 0,-1 0-38,1-5-10,0 0-3,-1 0 0,6 0-137,0-10-28,0 5-6</inkml:trace>
        </inkml:traceGroup>
      </inkml:traceGroup>
    </inkml:traceGroup>
    <inkml:traceGroup>
      <inkml:annotationXML>
        <emma:emma xmlns:emma="http://www.w3.org/2003/04/emma" version="1.0">
          <emma:interpretation id="{059D74DD-A180-49C4-94AE-A2BD09F5F091}" emma:medium="tactile" emma:mode="ink">
            <msink:context xmlns:msink="http://schemas.microsoft.com/ink/2010/main" type="paragraph" rotatedBoundingBox="14216,16089 15614,16090 15613,16675 14215,166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176AF8-59D5-4852-A57F-A84E97CA3A43}" emma:medium="tactile" emma:mode="ink">
              <msink:context xmlns:msink="http://schemas.microsoft.com/ink/2010/main" type="line" rotatedBoundingBox="14216,16089 15614,16090 15613,16675 14215,16674"/>
            </emma:interpretation>
          </emma:emma>
        </inkml:annotationXML>
        <inkml:traceGroup>
          <inkml:annotationXML>
            <emma:emma xmlns:emma="http://www.w3.org/2003/04/emma" version="1.0">
              <emma:interpretation id="{4AF2D7A6-A6FB-4303-8466-1A4165728FFF}" emma:medium="tactile" emma:mode="ink">
                <msink:context xmlns:msink="http://schemas.microsoft.com/ink/2010/main" type="inkWord" rotatedBoundingBox="14216,16089 15614,16090 15613,16675 14215,16674"/>
              </emma:interpretation>
              <emma:one-of disjunction-type="recognition" id="oneOf1">
                <emma:interpretation id="interp5" emma:lang="en-AU" emma:confidence="0">
                  <emma:literal>141</emma:literal>
                </emma:interpretation>
                <emma:interpretation id="interp6" emma:lang="en-AU" emma:confidence="0">
                  <emma:literal>14/</emma:literal>
                </emma:interpretation>
                <emma:interpretation id="interp7" emma:lang="en-AU" emma:confidence="0">
                  <emma:literal>14,</emma:literal>
                </emma:interpretation>
                <emma:interpretation id="interp8" emma:lang="en-AU" emma:confidence="0">
                  <emma:literal>14 \</emma:literal>
                </emma:interpretation>
                <emma:interpretation id="interp9" emma:lang="en-AU" emma:confidence="0">
                  <emma:literal>14)</emma:literal>
                </emma:interpretation>
              </emma:one-of>
            </emma:emma>
          </inkml:annotationXML>
          <inkml:trace contextRef="#ctx0" brushRef="#br0" timeOffset="6859.8775">143 1462 1602,'-11'-24'71,"11"24"14,0 0-68,0 0-17,0 0 0,0 0 0,0 0 91,0 0 14,0 0 3,0 0 1,0 0-44,0 0-9,0 4-1,0 11-1,0 0-30,0-1-7,5 1-1,-5 4 0,11 11-16,-5-6 10,-1 5-10,6 1 8,-5-1-8,5 0 0,-6 0 0,1 1 0,-1-6-32,1 5-1,-1-9-1,1-1-614,-6-19-122</inkml:trace>
          <inkml:trace contextRef="#ctx0" brushRef="#br0" timeOffset="7227.4811">379 1355 1598,'0'0'71,"0"0"14,0 0-68,0 0-17,0 0 0,0 0 0,0 0 97,0 0 16,0 0 3,0 0 1,5 9-64,1 6-13,-1-5-2,-5 4-1,0-4-25,6 5-12,-1-1 10,0 6-10,1-10 0,-6 9 0,0-4 0,5 4 0,1 1 0,-1-6 0,-10 1 0,5 5-10,0-6-7,0 1-2,5-5 0,-5-10 0,0 0-3,0 0-1,0 0 0,0 0 0,0 0 23,0 0-11,6 9 11,-6-9-8,0 0 8,11-5 0,-6 5 0,6 0 0,0-4 0,0 4 16,0 0-4,0-5-1,6 5 7,-6-5 2,0-5 0,5 5 0,-5 0-4,5 0-1,-5-4 0,0-1 0,0 0-15,6 0 8,-6 6-8,-6-6 0,6 0 0,0 5-20,0 0 4,0 0 0,-5 1-146,-6 4-29,0 0-5</inkml:trace>
          <inkml:trace contextRef="#ctx0" brushRef="#br0" timeOffset="7487.1804">636 1257 633,'0'0'28,"0"0"6,0 0-34,-11 10 0,11-10 0,0 0 0,0 0 304,-5 5 53,-1 5 11,6-1 3,-5 1-222,5 0-44,0 4-9,5-4-1,1 5-52,-6-1-11,5 1-1,-5 5-1,11-6-30,-5 11 8,-6 4-8,11 0 0,-6 0 12,1 5-1,-1 1 0,1-6 0,-1 0-11,6 0 0,-5-4-12,5 4 12,-6-5-67,1-4-5,5-1-2,-6-4-935</inkml:trace>
          <inkml:trace contextRef="#ctx0" brushRef="#br0" timeOffset="10680.6886">1355 1369 345,'0'0'31,"0"0"-31,0 0 0,0 0 0,0 0 348,0 0 64,0 0 13,0 0 3,0-9-227,0-1-45,0 10-8,0 0-3,0 0-62,0 0-13,0 0-2,0 0-1,0 14-13,0 1-2,5-5-1,1 4 0,-1 1-35,6 5-8,-5 4 0,5 5-8,0-9 0,0 9 0,-6 0 0,12 5-9,-7 0-32,1 1-7,0-11 0,0 5-1,0 5-119,0-4-24,0-16-5,0 1-789</inkml:trace>
        </inkml:traceGroup>
      </inkml:traceGroup>
    </inkml:traceGroup>
    <inkml:traceGroup>
      <inkml:annotationXML>
        <emma:emma xmlns:emma="http://www.w3.org/2003/04/emma" version="1.0">
          <emma:interpretation id="{FA6CEDE0-ADA9-4C72-A993-9F62040F275B}" emma:medium="tactile" emma:mode="ink">
            <msink:context xmlns:msink="http://schemas.microsoft.com/ink/2010/main" type="paragraph" rotatedBoundingBox="15032,16500 16006,16492 16011,17073 15037,1708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66FBDB4-0302-49E0-9150-F2074AD3F472}" emma:medium="tactile" emma:mode="ink">
              <msink:context xmlns:msink="http://schemas.microsoft.com/ink/2010/main" type="line" rotatedBoundingBox="15032,16500 16006,16492 16011,17073 15037,17081"/>
            </emma:interpretation>
          </emma:emma>
        </inkml:annotationXML>
        <inkml:traceGroup>
          <inkml:annotationXML>
            <emma:emma xmlns:emma="http://www.w3.org/2003/04/emma" version="1.0">
              <emma:interpretation id="{7790B558-56DB-40C0-829A-013C78139A89}" emma:medium="tactile" emma:mode="ink">
                <msink:context xmlns:msink="http://schemas.microsoft.com/ink/2010/main" type="inkWord" rotatedBoundingBox="15032,16500 16006,16492 16011,17073 15037,17081"/>
              </emma:interpretation>
              <emma:one-of disjunction-type="recognition" id="oneOf2">
                <emma:interpretation id="interp10" emma:lang="en-AU" emma:confidence="0">
                  <emma:literal>16</emma:literal>
                </emma:interpretation>
                <emma:interpretation id="interp11" emma:lang="en-AU" emma:confidence="0">
                  <emma:literal>10</emma:literal>
                </emma:interpretation>
                <emma:interpretation id="interp12" emma:lang="en-AU" emma:confidence="0">
                  <emma:literal>\ b</emma:literal>
                </emma:interpretation>
                <emma:interpretation id="interp13" emma:lang="en-AU" emma:confidence="0">
                  <emma:literal>\ 6</emma:literal>
                </emma:interpretation>
                <emma:interpretation id="interp14" emma:lang="en-AU" emma:confidence="0">
                  <emma:literal>` b</emma:literal>
                </emma:interpretation>
              </emma:one-of>
            </emma:emma>
          </inkml:annotationXML>
          <inkml:trace contextRef="#ctx0" brushRef="#br0" timeOffset="10387.0667">949 1691 1897,'0'0'41,"0"0"9,0 0 2,0 0 2,0 0-43,0 0-11,0 0 0,5 10 0,1 0 67,-1-1 11,1 1 2,-1 0 1,1 4-38,-1 1-8,6 0-2,0 9 0,-5 0-15,5 6-3,0 4-1,0 0 0,-6 5-6,6-5-8,0 0 11,0-5-11,-5 1 0,4-1-19,-4 0 3,-1-4 0,1-1-60,-1 0-12,-5-4-3</inkml:trace>
          <inkml:trace contextRef="#ctx0" brushRef="#br0" timeOffset="10992.2068">1613 1662 1346,'0'0'60,"0"0"12,0 0-58,0 0-14,0 0 0,5 14 0,0 11 84,-5-6 15,6 1 2,-1-1 1,6-4-51,0 9-11,-5 1-1,5-1-1,0 0-21,5-4-4,1-1-1,-6 1 0,5-5 4,1 4 1,-1-9 0,6 0 0,-6-6 3,1-4 0,-1 5 0,1-5 0,-6 0 12,-11 0 4,16 0 0,-5 0 0,-11 0 27,0 0 5,6-9 2,5 4 0,-11 5-2,5-15-1,-5-9 0,0 9 0,-5 5-19,-1 1-4,-5-6-1,0 5 0,0 5-14,0-4-2,0-1-1,0 0 0,-5 0-15,-1 5-3,6-4-8,0 4 12,-5 5-12,0 0-15,5 10 3,0-6 1,11-4-50,-11 10-11,5 5-1,1 4-1,-1-4-140,1 0-28,5-1-6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14:38.80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fitToCurve" value="1"/>
    </inkml:brush>
    <inkml:brush xml:id="br2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B0DA6F53-ECFA-4F9D-965D-558C1CEA31CE}" emma:medium="tactile" emma:mode="ink">
          <msink:context xmlns:msink="http://schemas.microsoft.com/ink/2010/main" type="writingRegion" rotatedBoundingBox="3850,10911 12738,10625 12832,13541 3944,13826"/>
        </emma:interpretation>
      </emma:emma>
    </inkml:annotationXML>
    <inkml:traceGroup>
      <inkml:annotationXML>
        <emma:emma xmlns:emma="http://www.w3.org/2003/04/emma" version="1.0">
          <emma:interpretation id="{0735883B-6412-481A-AE92-AD87D208D7F0}" emma:medium="tactile" emma:mode="ink">
            <msink:context xmlns:msink="http://schemas.microsoft.com/ink/2010/main" type="paragraph" rotatedBoundingBox="3850,10911 12738,10625 12782,11994 3894,122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C1A8C2-A7E9-44B5-858A-5F190B5EE7B4}" emma:medium="tactile" emma:mode="ink">
              <msink:context xmlns:msink="http://schemas.microsoft.com/ink/2010/main" type="line" rotatedBoundingBox="3850,10911 12738,10625 12782,11994 3894,12279"/>
            </emma:interpretation>
          </emma:emma>
        </inkml:annotationXML>
        <inkml:traceGroup>
          <inkml:annotationXML>
            <emma:emma xmlns:emma="http://www.w3.org/2003/04/emma" version="1.0">
              <emma:interpretation id="{E9AA6542-98E8-41C4-B1E9-5E2ED1EFC6ED}" emma:medium="tactile" emma:mode="ink">
                <msink:context xmlns:msink="http://schemas.microsoft.com/ink/2010/main" type="inkWord" rotatedBoundingBox="3882,10773 8319,10897 8281,12272 3844,12148"/>
              </emma:interpretation>
              <emma:one-of disjunction-type="recognition" id="oneOf0">
                <emma:interpretation id="interp0" emma:lang="en-AU" emma:confidence="0">
                  <emma:literal>1,243</emma:literal>
                </emma:interpretation>
                <emma:interpretation id="interp1" emma:lang="en-AU" emma:confidence="0">
                  <emma:literal>1,244,</emma:literal>
                </emma:interpretation>
                <emma:interpretation id="interp2" emma:lang="en-AU" emma:confidence="0">
                  <emma:literal>1,234,</emma:literal>
                </emma:interpretation>
                <emma:interpretation id="interp3" emma:lang="en-AU" emma:confidence="0">
                  <emma:literal>1,244.</emma:literal>
                </emma:interpretation>
                <emma:interpretation id="interp4" emma:lang="en-AU" emma:confidence="0">
                  <emma:literal>1,244;</emma:literal>
                </emma:interpretation>
              </emma:one-of>
            </emma:emma>
          </inkml:annotationXML>
          <inkml:trace contextRef="#ctx0" brushRef="#br0">169-1552 748,'0'0'67,"0"0"-54,0 0-13,-11 5 0,0-5 181,5 0 34,6 0 6,0 0 2,0 0-40,0 0-8,0 0-2,0 0 0,0 0-146,-5 9-27,5 1-11,0 5 1,0-1 30,5 6 7,-5-1 1,6 6 0,-1 9-16,12 0-4,-17 0 0,11 5 0,-6-5-8,1 0 0,5-5 0,0-5 0,-6 10-41,6-9-1,-6-1 0,6-5-602,6 1-120</inkml:trace>
          <inkml:trace contextRef="#ctx0" brushRef="#br0" timeOffset="-251.9991">-100-1431 1454,'0'0'64,"0"0"14,0 0-62,0 0-16,0 0 0,0 0 0,0 0 64,0 0 9,0 0 3,0 0 0,0 0-10,0 0-2,0 10 0,-6 5 0,1 4-7,5-4-1,0-1-1,-11 1 0,11 0-39,0-1-8,0 1-8,0-1 11,-5 1-11,5-5 0,0 4 0,0-4 0,0-10 0,5 15 0,-5-6 9,0-9-9,0 0 0,11 5 0,0 5 0,0-5 0,0 5 0,0-10 0,0 4-8,5-4 8,6 5 0,-16-10-8,5 1 8,0-6 0,11 0 0,-6 0 0,0 1 0,6-6 0,-5 0-9,5 1 9,-6-1-10,12-4 10,-17-10-48,5 9-3,1 6-1,-1-1-552,0 5-112</inkml:trace>
          <inkml:trace contextRef="#ctx0" brushRef="#br0" timeOffset="211.7334">558-1182 1724,'0'0'38,"-5"9"8,5-9 2,0 20 0,0-6-39,0 1-9,0 0 0,5-1 0,-5 1 54,0-1 9,0 1 1,6-1 1,-1 11-1,-5-1 0,0-4 0,6 4 0,-12 5-64,6 0-27,-5 10 2,5-5-609,-6 5-122</inkml:trace>
          <inkml:trace contextRef="#ctx0" brushRef="#br0" timeOffset="-5261.801">-1296-1100 1728,'0'0'38,"0"-14"8,0 4 2,6 0 0,-6-4-39,5 4-9,-5 10 0,17-5 0,-17 5 53,0-5 9,0 5 2,16-5 0,-5-4 0,-5 4 0,-6 5 0,16 0 0,-10-5 0,10 0 0,-5 10 0,-11-5 0,0 0-64,11 0 0,0 10-9,5-6 0,-16-4 9,6 10 12,-1 10-2,1-1-1,-1 1-9,1-1 0,-12 5 0,6 5 0,0 1-49,-5 4-12,-6 5-3,5-5 0,1 0-20,0 0-4,-1 0 0,-5 0-1,11-10-11,-11 0-3,6 1 0,5-11 0,-6-4 31,1 0 7,5 0 1,0-10 0,0 0 76,0 0 15,0 0 3,0 0 1,0 0 28,0 0 5,0-10 2,0 10 0,11-5 13,-11 5 2,16 0 1,-16-5 0,11-5-14,0 1-2,5-1-1,-5 0 0,0 10-16,0-5-3,11-4-1,-16-1 0,10 5-18,1 0-4,-1 5-1,1-5 0,-6-4-22,0 9 0,5-5 0,0 5-8,1-5-49,-1 5-10,-16 0-1,17 5-1</inkml:trace>
          <inkml:trace contextRef="#ctx0" brushRef="#br0" timeOffset="-600.0604">-506-910 345,'6'0'31,"-1"0"-31,-10 5 0,5 5 0,-6-1 212,6 1 36,0 0 7,0-1 1,0 1-96,0 0-20,0 4-4,0 6-1,0-5-67,0 4-12,6 0-4,-1 1 0,-5 4-23,0-4-5,11 4 0,-11 0-1,0 5-15,0-4-8,6 9 8,-1-10-8,-5 10 0,6-5-10,-6 1 1,5-1 0,0-5-67,1 5-12,-1 0-4</inkml:trace>
          <inkml:trace contextRef="#ctx0" brushRef="#br0" timeOffset="-5987.9369">-2085-1173 1335,'-6'49'59,"1"-39"13,5-1-58,-6-4-14,6 5 0,-5-5 0,5 0 90,0 4 15,-11-4 3,5 10 1,6 4 15,0-4 2,0 0 1,0-6 0,0 11-76,6 4-15,5 0-4,-11 6 0,0-6-16,5 5-3,1 0-1,5 0 0,-6 1-12,1-6 0,5-5 8,0 1-8,-11-1-33,5 1-10,1-11-1,5 6-626,5-5-125</inkml:trace>
          <inkml:trace contextRef="#ctx0" brushRef="#br0" timeOffset="-5745.9032">-1597-574 1843,'0'0'40,"0"0"9,11 14 2,-11-4 1,0 0-42,0-6-10,0-4 0,5 15 0,1 0 62,-6 4 10,5 1 3,-5 9 0,11-5-46,-11 5-9,0 0-1,0-4-1,0-1-18,11 0 0,-22-4 0,11-6 0,11 1-156,-11-5-36</inkml:trace>
          <inkml:trace contextRef="#ctx0" brushRef="#br1" timeOffset="14316.2522">2094-983 1267,'-6'15'112,"6"-15"-89,0 0-23,0 0 0,11 9 70,-5 1 10,-6-10 1,0 0 1,11 0-2,0 10 0,-1-1 0,1 1 0,0-10-32,-11 0-6,11 5-2,0 0 0,0-5 4,0 0 0,6-5 0,-6 5 0,-11 0-6,0 0-1,16-10 0,-5 1 0,-11 9-13,0 0-4,11-5 0,-11 5 0,0 0-2,0 0-1,0 0 0,0 0 0,0 0-17,-5 19-14,-1 6 2,-5-1 1,6-10-33,-1 11-8,1-6 0,-6 6-1,5-6 1,6 0 0,0-4 0,0 0 0,-11-1 24,11 1 6,0-15 1,0 0 0,6 10 21,-6-10 0,5 14-9,-5-14 9,0 0 0,11 5 16,-11-5-4,11 5 0,0 0 14,-11-5 2,0 0 1,11 5 0,0 4 4,-11-9 1,11 5 0,-11-5 0,6 10 15,-1-5 3,6 4 1,-11-9 0,0 10-33,-5 5-8,10-5 0,-5 4-1,0 1 29,0-1 7,-5 6 1,-1-6 0,1 1-32,5 4-5,-11 1-2,0-1 0,0 1-9,0-1 0,-6 1 0,6-1 8,-5-4-8,-1 4 0,6-9-12,0 4 12,-5 1-50,5-5-2,6-5-1,-6 0 0,5 4-3,6-9 0,0 0 0,0 0-627,0 0-125</inkml:trace>
        </inkml:traceGroup>
        <inkml:traceGroup>
          <inkml:annotationXML>
            <emma:emma xmlns:emma="http://www.w3.org/2003/04/emma" version="1.0">
              <emma:interpretation id="{5F8D2585-E196-476C-B43B-70906A56F53D}" emma:medium="tactile" emma:mode="ink">
                <msink:context xmlns:msink="http://schemas.microsoft.com/ink/2010/main" type="inkWord" rotatedBoundingBox="10063,10737 11194,11728 10888,12077 9757,11086"/>
              </emma:interpretation>
              <emma:one-of disjunction-type="recognition" id="oneOf1">
                <emma:interpretation id="interp5" emma:lang="en-AU" emma:confidence="0">
                  <emma:literal>9,</emma:literal>
                </emma:interpretation>
                <emma:interpretation id="interp6" emma:lang="en-AU" emma:confidence="0">
                  <emma:literal>q,</emma:literal>
                </emma:interpretation>
                <emma:interpretation id="interp7" emma:lang="en-AU" emma:confidence="0">
                  <emma:literal>9</emma:literal>
                </emma:interpretation>
                <emma:interpretation id="interp8" emma:lang="en-AU" emma:confidence="0">
                  <emma:literal>91,</emma:literal>
                </emma:interpretation>
                <emma:interpretation id="interp9" emma:lang="en-AU" emma:confidence="0">
                  <emma:literal>q</emma:literal>
                </emma:interpretation>
              </emma:one-of>
            </emma:emma>
          </inkml:annotationXML>
          <inkml:trace contextRef="#ctx0" brushRef="#br2" timeOffset="20741.9962">4101-1387 403,'5'-48'36,"-5"33"-36,0 0 0,0 11 0,0 4 96,0-5 13,0-5 3,6 5 0,-1-5 12,1 1 4,-12-6 0,6 15 0,0 0-52,0 0-9,0 0-3,0 0 0,0 0 60,0 0 12,0 0 3,0 0 0,-11 0-43,6 5-8,5-5-1,-11-5-1,5 5-24,1-5-5,-1 0-1,1 0 0,-12 1-13,6-1-3,0 5-1,11 0 0,0 0-31,0 0-8,-10 0 0,-1 0 0,0 5 0,5-1 0,1 6 0,-6-5 0,5-15 0,6 10 0,0 0 0,-5 20 0,-1 14-50,1 0-11,5-5-3,0 0 0,0-4 52,5-1 12,-5 0 0,11 1 0,0-6 0,-5 0 0,-1-4 0,1 0 0,5-1 0,0-4 0,-11-10 0,0 0 0,0 0 0,10 0 0,1-10 0,0 1 0,0-6 0,-5 0 0,5-4 0,0-1 0,5-4 16,-5 0 5,-5-1 2,-1 1 0,1 5-7,-1-1 0,1 1-1,-1 4 0,1 1-1,-6 14 0,0 0 0,0 0 0,11-5 0,-11 5 0,0 0 0,-6 19 0,6 5-1,6 6 0,5-1 0,0 10 0,-6 5 29,0-1 6,12 1 0,-6-5 1,5 5-76,-5-5-15,6 4-3,-1 1-1,1-10 17,-1 5 3,1-5 1,-1 5 0,-5-5-119,5 0-23,1-5-5</inkml:trace>
          <inkml:trace contextRef="#ctx0" brushRef="#br2" timeOffset="26794.3114">4912-876 806,'6'-10'36,"-6"10"7,-6 0-35,1-5-8,5 1 0,0-6 0,0 5 182,0 0 34,0 5 8,0 0 0,0-5-103,0 5-21,0 0-4,0 0 0,0 0-43,0 0-8,0 0-1,5 15-1,-5 4-22,6 1-4,-6-1-1,5 5 0,1 1-8,-6-1-8,5 5 9,1 0-9,-1 1 0,1 4 8,-1-5-8,1 10 0,-6-10 0,5 0 0,-5-5 0,0 6 0,6-11-15,-6 1-2,-6-6-1,6 1 0,0-1-74,0-14-14,0 0-3</inkml:trace>
        </inkml:traceGroup>
        <inkml:traceGroup>
          <inkml:annotationXML>
            <emma:emma xmlns:emma="http://www.w3.org/2003/04/emma" version="1.0">
              <emma:interpretation id="{14E7E13F-6888-4002-9B68-5212A26ED90A}" emma:medium="tactile" emma:mode="ink">
                <msink:context xmlns:msink="http://schemas.microsoft.com/ink/2010/main" type="inkWord" rotatedBoundingBox="12724,11035 12752,11034 12766,11487 12739,11488"/>
              </emma:interpretation>
              <emma:one-of disjunction-type="recognition" id="oneOf2">
                <emma:interpretation id="interp10" emma:lang="en-AU" emma:confidence="0">
                  <emma:literal>I</emma:literal>
                </emma:interpretation>
                <emma:interpretation id="interp11" emma:lang="en-AU" emma:confidence="0">
                  <emma:literal>\</emma:literal>
                </emma:interpretation>
                <emma:interpretation id="interp12" emma:lang="en-AU" emma:confidence="0">
                  <emma:literal>l</emma:literal>
                </emma:interpretation>
                <emma:interpretation id="interp13" emma:lang="en-AU" emma:confidence="0">
                  <emma:literal>|</emma:literal>
                </emma:interpretation>
                <emma:interpretation id="interp14" emma:lang="en-AU" emma:confidence="0">
                  <emma:literal>L</emma:literal>
                </emma:interpretation>
              </emma:one-of>
            </emma:emma>
          </inkml:annotationXML>
          <inkml:trace contextRef="#ctx0" brushRef="#br2" timeOffset="41555.216">6761-1359 691,'0'0'61,"-6"10"-49,1 0 178,5-1 35,0-9 7,0 20 2,0-6-107,0 6-22,0-1-4,0 6-1,0-6-56,0 6-11,-6 4-2,6-5-1,6 1-17,-6-1-3,-6 0-1,6 6 0,6-1-9,-1-5 0,-5 1 0,0-1-604,-5 0-117</inkml:trace>
        </inkml:traceGroup>
      </inkml:traceGroup>
    </inkml:traceGroup>
    <inkml:traceGroup>
      <inkml:annotationXML>
        <emma:emma xmlns:emma="http://www.w3.org/2003/04/emma" version="1.0">
          <emma:interpretation id="{FFFD0A4B-F3E7-4E76-9F8A-9466B8F2C147}" emma:medium="tactile" emma:mode="ink">
            <msink:context xmlns:msink="http://schemas.microsoft.com/ink/2010/main" type="paragraph" rotatedBoundingBox="4170,12208 11992,12086 12016,13638 4194,137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BE9E73-71D8-41E0-A13B-6CFD5D6B4F80}" emma:medium="tactile" emma:mode="ink">
              <msink:context xmlns:msink="http://schemas.microsoft.com/ink/2010/main" type="line" rotatedBoundingBox="4170,12208 11992,12086 12016,13638 4194,13760"/>
            </emma:interpretation>
          </emma:emma>
        </inkml:annotationXML>
        <inkml:traceGroup>
          <inkml:annotationXML>
            <emma:emma xmlns:emma="http://www.w3.org/2003/04/emma" version="1.0">
              <emma:interpretation id="{F009A322-84F7-48FD-88D4-3D6EEC6E8E78}" emma:medium="tactile" emma:mode="ink">
                <msink:context xmlns:msink="http://schemas.microsoft.com/ink/2010/main" type="inkWord" rotatedBoundingBox="4173,12417 6345,12383 6366,13726 4194,13760"/>
              </emma:interpretation>
              <emma:one-of disjunction-type="recognition" id="oneOf3">
                <emma:interpretation id="interp15" emma:lang="en-AU" emma:confidence="0">
                  <emma:literal>5,718</emma:literal>
                </emma:interpretation>
                <emma:interpretation id="interp16" emma:lang="en-AU" emma:confidence="0">
                  <emma:literal>5,788</emma:literal>
                </emma:interpretation>
                <emma:interpretation id="interp17" emma:lang="en-AU" emma:confidence="0">
                  <emma:literal>5,798</emma:literal>
                </emma:interpretation>
                <emma:interpretation id="interp18" emma:lang="en-AU" emma:confidence="0">
                  <emma:literal>5,748</emma:literal>
                </emma:interpretation>
                <emma:interpretation id="interp19" emma:lang="en-AU" emma:confidence="0">
                  <emma:literal>5,758</emma:literal>
                </emma:interpretation>
              </emma:one-of>
            </emma:emma>
          </inkml:annotationXML>
          <inkml:trace contextRef="#ctx0" brushRef="#br0" timeOffset="4886.1574">339 126 345,'-11'-15'31,"11"15"-31,0 0 0,-6-10 0,1-9 320,-6 4 57,0 6 12,5-1 3,-5 0-217,6 5-43,-6-4-9,0 4-2,0-5-60,0 5-12,0 0-2,-5 0-1,-1 5-21,6 0-4,-5 0-1,-6 0 0,-6 0-11,12 0-9,-1 0 12,6 5-12,1 0 0,-1 5-9,0 0-1,0-1 0,5-9-11,6 0-3,-11 15 0,6-5 0,5-1-2,0-9-1,0 0 0,0 0 0,5 25 8,1-11 2,-1-4 0,1 0 0,-6-10 8,0 0 9,11 10-13,0-6 5,0 1 8,10 5-8,-15 9 8,16-4-8,-6-15 8,1 5 0,-1 5 0,6-10-8,0 0 8,-5 0 0,4 0 0,-10 9 0,6 6 8,-1 4-8,-5-4 8,6 4-8,-6-4 0,0 0 8,-6 4-8,6 5 0,-11-4 0,11 4 0,-11 5 0,0-4 0,0-1-32,-11 5-10,6-5-2,-1-4-1,1 4-35,-6-9-8,5 4 0,-5-4-1,0-5 38,0-6 8,0 1 2,6 0 0,-6-5 50,0-5 11,0-4 1,6 4 1,-6-5 10,5 0 3,1-9 0,5 4 0,-6-4 23,6-1 5,0-4 1,6 0 0,-6-1-19,0-4-3,5 0-1,1-5 0,-1 5-1,6-5-1,-6 0 0,12 0 0,-6 0-21,0 4-4,0 1-1,0 5 0,0 0-27,5 4-6,1 1 0,-1 4-647,-16-4-129</inkml:trace>
          <inkml:trace contextRef="#ctx0" brushRef="#br0" timeOffset="3844.115">-956 369 576,'0'0'51,"0"0"-41,0 0-10,0 0 0,-5 0 192,5 0 37,-11 0 7,11 0 2,0 0-125,0 0-25,0 0-4,5-5-2,1 0-38,5-4-8,-6 4-2,6-5 0,6 5-16,5-5-3,-11 5-1,0 1 0,0-6 2,0 5 0,0 0 0,5 0 0,6 5 2,-6-5 1,6 5 0,-11-4 0,11-1-10,0 5-1,-16 0-8,10 0 12,6 0 0,-11 0-1,0 0 0,5 5 0,-5-1-11,-5 1 12,-6-5-12,11 15 12,-6-1-4,1 6-8,5-1 12,-11 6-4,5-1 5,1 5 1,-1 0 0,1 5 0,-1 0-14,1 1 0,-1-1 0,1 0 0,5 0-20,-11-5-8,5-5 0,1 0-1,5-4-40,-6-1-8,-5-4-2,0-15-491,0 0-98</inkml:trace>
          <inkml:trace contextRef="#ctx0" brushRef="#br0" timeOffset="4068.8093">-753 564 748,'0'0'67,"0"0"-54,0 0-13,0 0 0,0 0 146,0 0 26,0 0 6,11 4 1,0 6-44,11-5-9,-16-5-2,10 0 0,1 0-72,-6 0-16,5 0-2,0-5-1,-5 0 25,6 0 5,5 1 1,-11 4 0,5-10-64,1 5 0,-6-5-9,5 5 0,6 0-37,-11 1-7,5-1-2,-5 0-849</inkml:trace>
          <inkml:trace contextRef="#ctx0" brushRef="#br0" timeOffset="4288.0432">-111 778 979,'0'0'87,"0"0"-70,0 0-17,0 0 0,0 0 170,0 0 30,0 0 7,5 14 1,1 1-116,-1 4-22,-5-4-5,6 4-1,-1 6-23,1-1-5,-1 0 0,1 10-1,-1 0-27,1-5-8,-1 6 0,1-1 0,-1 0-23,1-5-11,-6-5-2,5 0-562,6-9-112</inkml:trace>
          <inkml:trace contextRef="#ctx0" brushRef="#br0" timeOffset="721.0099">-1811 427 1324,'0'0'59,"0"0"12,0 0-57,0 0-14,0 0 0,0 0 0,0 0 92,11-5 16,5 1 4,-5-6 0,6 5-66,5 0-13,-11 0-2,5-4-1,1 9 55,5-10 11,-6 5 3,0 0 0,1 0-116,-1-4-23,1 4-5,-6 0-1,0-5 22,5 5 4,-10-5 0,-6 10-569,0 0-115</inkml:trace>
          <inkml:trace contextRef="#ctx0" brushRef="#br0" timeOffset="1101.9181">-1751 491 1666,'0'0'36,"0"0"8,0 0 2,0 0 2,-5 9-39,-1 1-9,6-10 0,0 5 0,-5 5 48,5-1 8,-6 6 2,6-5 0,0 4-28,0-4-6,0 5 0,6-1-1,-6 1-23,5-1-10,1 1 1,5 0 0,0-1 9,-11 1 0,5-1 8,1 1-8,-1-5 8,1 4-8,5-4 10,-6 5-10,12-6 57,-17 1 6,11 0 1,-11-10 0,5 9-64,6 1 0,0 0-9,5 0 0,-16-10 9,11 9 0,0-4 0,6 0 0,-6 0-49,0 0-8,-11-5-2,0 0 0,16 5 51,-16-5 8,0 0 0,0 0 8,6 9 30,-6-9 6,0 0 2,0 0 0,0 10-18,0 5-4,-6-1-1,6 1 0,-11-5-13,0 4-2,6-4-8,-6 5 12,0-1-12,-6-4 0,12 0 0,-6-1 0,5 1-33,1-5-3,5-5-1,-11 5 0,11-5-43,0 0-9,0 0-2,0 0-748</inkml:trace>
          <inkml:trace contextRef="#ctx0" brushRef="#br0" timeOffset="1339.0963">-1142 1030 345,'0'0'31,"0"0"-31,0 0 0,5 10 0,-5-10 318,0 10 58,6 0 11,-6 4 2,0-4-209,0 5-43,0-1-8,5 1-1,-5-1-71,0 6-13,6-1-4,-6 6 0,5-1-16,1 0-4,-6 1-1,0 4 0,5-5-161,-5 0-32</inkml:trace>
        </inkml:traceGroup>
        <inkml:traceGroup>
          <inkml:annotationXML>
            <emma:emma xmlns:emma="http://www.w3.org/2003/04/emma" version="1.0">
              <emma:interpretation id="{BFC875E2-FCF1-4958-B794-FEB9F29EC4B7}" emma:medium="tactile" emma:mode="ink">
                <msink:context xmlns:msink="http://schemas.microsoft.com/ink/2010/main" type="inkWord" rotatedBoundingBox="8535,12140 8859,12135 8883,13671 8559,13676"/>
              </emma:interpretation>
              <emma:one-of disjunction-type="recognition" id="oneOf4">
                <emma:interpretation id="interp20" emma:lang="en-AU" emma:confidence="0">
                  <emma:literal>5</emma:literal>
                </emma:interpretation>
                <emma:interpretation id="interp21" emma:lang="en-AU" emma:confidence="0">
                  <emma:literal>:</emma:literal>
                </emma:interpretation>
                <emma:interpretation id="interp22" emma:lang="en-AU" emma:confidence="0">
                  <emma:literal>;</emma:literal>
                </emma:interpretation>
                <emma:interpretation id="interp23" emma:lang="en-AU" emma:confidence="0">
                  <emma:literal>€</emma:literal>
                </emma:interpretation>
                <emma:interpretation id="interp24" emma:lang="en-AU" emma:confidence="0">
                  <emma:literal>i</emma:literal>
                </emma:interpretation>
              </emma:one-of>
            </emma:emma>
          </inkml:annotationXML>
          <inkml:trace contextRef="#ctx0" brushRef="#br1" timeOffset="14571.9022">2582-254 1440,'0'0'64,"0"0"12,0 0-60,0 0-16,0 0 0,0 10 0,-6 0 132,6 4 23,-11-4 5,11-10 0,0 0-49,6 15-11,-6-1-1,0-4-1,-6 5-17,6-1-3,-5 1-1,-1-1 0,6 1-61,0 5-16,-5-6 0,5 1 0,0 4 0,0-4 0,0-15 0,0 14 0,0 1-80,0 0-18,5-1-4,-5-14-621,0 0-124</inkml:trace>
          <inkml:trace contextRef="#ctx0" brushRef="#br1" timeOffset="15267.613">2878 527 806,'0'0'36,"0"0"7,0 0-35,0 0-8,0 0 0,0 0 0,-11 0 331,0 0 64,0 0 13,0 5 2,0 0-230,0 0-45,0-5-10,0 10-1,11-10-59,-11 5-11,0 4-2,0 1-1,6 0-32,-6 4-7,0 1 0,0 0-1,-11 4-11,11 5 0,5 1 0,1 4 0,-1-5-14,1 5-5,5 5-1,0 0 0,0 0 5,0 0 1,5 1 0,6 3 0,0-4-29,0 1-5,-5-11-2,10 5 0,-5-10 50,0 1 0,0-5 0,0-6 0,-5-4 0,10 0-15,-5 0 3,0-5 1,-11 0 11,11-5 0,0 0 0,0-5-8,0 6 8,-6-6 8,1 0-8,-1-5 11,6 1 13,-5 4 2,-6-9 1,0 4 0,0 5 1,0 10 1,0-14 0,0 14 0,0 0-9,0 0-1,0 0-1,-11 0 0,-6 0-9,6 0-1,0 10-8,0 4 12,-5 1-12,-17 19 0,11 0 0,17-24-10,-6 9-13,0 0-2,0 1-1,5-6 0,1 1-27,-1 5-6,-5-11-1,11-9 0,0 0-117,0 0-24,0 0-5</inkml:trace>
        </inkml:traceGroup>
        <inkml:traceGroup>
          <inkml:annotationXML>
            <emma:emma xmlns:emma="http://www.w3.org/2003/04/emma" version="1.0">
              <emma:interpretation id="{35F76965-D838-4F18-92B0-9395AFE43FB6}" emma:medium="tactile" emma:mode="ink">
                <msink:context xmlns:msink="http://schemas.microsoft.com/ink/2010/main" type="inkWord" rotatedBoundingBox="11378,12311 11995,12301 12009,13204 11392,13214"/>
              </emma:interpretation>
              <emma:one-of disjunction-type="recognition" id="oneOf5">
                <emma:interpretation id="interp25" emma:lang="en-AU" emma:confidence="0">
                  <emma:literal>15</emma:literal>
                </emma:interpretation>
                <emma:interpretation id="interp26" emma:lang="en-AU" emma:confidence="0">
                  <emma:literal>\ 5</emma:literal>
                </emma:interpretation>
                <emma:interpretation id="interp27" emma:lang="en-AU" emma:confidence="0">
                  <emma:literal>` 5</emma:literal>
                </emma:interpretation>
                <emma:interpretation id="interp28" emma:lang="en-AU" emma:confidence="0">
                  <emma:literal>' 5</emma:literal>
                </emma:interpretation>
                <emma:interpretation id="interp29" emma:lang="en-AU" emma:confidence="0">
                  <emma:literal>| 5</emma:literal>
                </emma:interpretation>
              </emma:one-of>
            </emma:emma>
          </inkml:annotationXML>
          <inkml:trace contextRef="#ctx0" brushRef="#br2" timeOffset="41937.7008">5401 357 1580,'0'0'70,"-6"0"14,6 10-67,0 0-17,0-1 0,6 6 0,-1 0 51,-5-1 6,5 6 2,-5-1 0,6 1-4,-1 4-1,1 0 0,-1 6 0,1-6-36,-1 0-7,1 6-2,-1 4 0,1-10-9,-1 0 0,6 1 0,-5-11 0,-1 6-154,6-10-33</inkml:trace>
          <inkml:trace contextRef="#ctx0" brushRef="#br2" timeOffset="42498.6115">5708 182 1926,'0'0'42,"0"0"9,-11 9 1,5 1 3,6-10-44,0 15-11,-11-1 0,6 1 0,-1 0 64,6-1 12,-5 1 1,5 4 1,0-9-52,5 5-10,-5-1-3,0 6 0,6-6-13,-6-4 9,11 5-9,0-1 8,0-4-24,0 0-4,0 5-2,5-6 0,6 1 54,-6-5 10,1 5 2,5-10 1,-6 5-23,6-1-5,-5 1-1,-1-5 0,1 5-4,-1-5-2,-5 5 0,5 0 0,-5 0 0,6 0 0,-6 0 0,-11-5 0,0 0 9,5 9 1,1 1 1,-1 0 0,-5-10 2,6 14 0,-6-4 0,0-10 0,-6 15-23,1-1 9,-1 1-9,-5 0 0,6-1 0,-6 1 0,-6-1 0,1 1 0,-1 0 0,1-1 0,0 1 0,-6-5 0,-6-1 16,-16 11-4,17-5-1,16-15 0,0 4-71,6 1-15,-6 0-2,11-5-1040</inkml:trace>
          <inkml:trace contextRef="#ctx0" brushRef="#br2" timeOffset="42148.4764">5669 108 979,'0'0'43,"0"0"9,17-4-41,-12-6-11,6 0 0,6 0 0,-6-4 161,5-1 31,0 5 5,1-4 2,5 4-87,-6-5-18,1 6-3,-1-6-1,1 5-49,-1 0-9,-5 1-3,6-1 0,-7 0-18,1 5-11,-5-4 12,-6 9-12,0 0-137,0 0-35,0 0-6,0 0-2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8:35.36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73BB901-0E9D-4452-B7D3-864FF3B0A3C2}" emma:medium="tactile" emma:mode="ink">
          <msink:context xmlns:msink="http://schemas.microsoft.com/ink/2010/main" type="writingRegion" rotatedBoundingBox="19304,7687 25293,7449 25421,10679 19432,10918"/>
        </emma:interpretation>
      </emma:emma>
    </inkml:annotationXML>
    <inkml:traceGroup>
      <inkml:annotationXML>
        <emma:emma xmlns:emma="http://www.w3.org/2003/04/emma" version="1.0">
          <emma:interpretation id="{27D2E62C-D619-479D-9043-BA12AAE8160F}" emma:medium="tactile" emma:mode="ink">
            <msink:context xmlns:msink="http://schemas.microsoft.com/ink/2010/main" type="paragraph" rotatedBoundingBox="23879,7618 25236,7371 25366,8079 24008,83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CF4FACC-5F46-4348-AE5C-4F087AF435DC}" emma:medium="tactile" emma:mode="ink">
              <msink:context xmlns:msink="http://schemas.microsoft.com/ink/2010/main" type="line" rotatedBoundingBox="23879,7618 25236,7371 25366,8079 24008,8327"/>
            </emma:interpretation>
          </emma:emma>
        </inkml:annotationXML>
        <inkml:traceGroup>
          <inkml:annotationXML>
            <emma:emma xmlns:emma="http://www.w3.org/2003/04/emma" version="1.0">
              <emma:interpretation id="{F234CB71-21E4-42D1-8914-D0A7B1C0259A}" emma:medium="tactile" emma:mode="ink">
                <msink:context xmlns:msink="http://schemas.microsoft.com/ink/2010/main" type="inkWord" rotatedBoundingBox="23879,7618 25236,7371 25366,8079 24008,8327"/>
              </emma:interpretation>
              <emma:one-of disjunction-type="recognition" id="oneOf0">
                <emma:interpretation id="interp0" emma:lang="en-AU" emma:confidence="0">
                  <emma:literal>77</emma:literal>
                </emma:interpretation>
                <emma:interpretation id="interp1" emma:lang="en-AU" emma:confidence="0">
                  <emma:literal>7 7</emma:literal>
                </emma:interpretation>
                <emma:interpretation id="interp2" emma:lang="en-AU" emma:confidence="0">
                  <emma:literal>F7</emma:literal>
                </emma:interpretation>
                <emma:interpretation id="interp3" emma:lang="en-AU" emma:confidence="0">
                  <emma:literal>7t</emma:literal>
                </emma:interpretation>
                <emma:interpretation id="interp4" emma:lang="en-AU" emma:confidence="0">
                  <emma:literal>7 6</emma:literal>
                </emma:interpretation>
              </emma:one-of>
            </emma:emma>
          </inkml:annotationXML>
          <inkml:trace contextRef="#ctx0" brushRef="#br0">-2 52 1152,'0'-9'102,"5"-6"-82,-5 15-20,0 0 0,11-5 111,0 0 17,0-9 4,6 9 1,-1 5-35,0 0-7,-5 0-2,6 5 0,5-5-40,-6 5-8,1-1-1,-1 1-1,1 0-15,-1 0-4,6-5 0,-6 5 0,1 0-6,-6 0-2,5-5 0,1 9 0,-6-4-2,5 5-1,-5-5 0,0 0 0,0 5-9,-11-10 0,11 9 0,-5 6 8,5 0-8,-11-6 8,0 11-8,0-1 8,0-4-22,0 4-5,-6 6-1,1-1 0,-6 5 20,5 1 0,-5-1 0,0 5 0,6 0 0,-6-5 0,5 1 0,-5-1 0,6 5-52,-6-10-11,0 6-1,5-6-1,1-5-59,-1 1-12,1-1-3</inkml:trace>
          <inkml:trace contextRef="#ctx0" brushRef="#br0" timeOffset="202.512">96 277 1094,'0'0'97,"0"0"-77,0 0-20,0 0 0,0 0 151,0 0 26,0 0 6,0 0 1,0 0-72,0 0-13,0 0-3,17 9-1,-6-9-27,0 0-4,0 5-2,11 0 0,-6 0-14,1 0-4,5-5 0,0 0 0,5 0-24,-5 0-4,5 5-2,1 0 0,-1-10-36,6 0-7,0 5-2,-6-10 0,-5 5-80,0-4-16,0 9-3</inkml:trace>
          <inkml:trace contextRef="#ctx0" brushRef="#br0" timeOffset="511.5617">612-118 1267,'5'0'112,"6"0"-89,-5-5-23,5 5 0,11 0 117,-6-5 19,1 5 4,-1-5 1,6 5-9,0-5-3,0 0 0,0 1 0,0-1-43,0 5-9,0 0-1,0 0-1,-6 0-30,6 0-5,0 0-2,-6 0 0,6 0-22,-5 5-4,-6-1 0,5 1-1,-5-5-11,6 5 0,-12 0 9,6 5-9,0-5 0,-5 0 8,-1-1-8,1 6 0,-6 10 14,0-1-2,0 10 0,0 1 0,-6 9-12,1-5-10,-1 5 2,1 0 0,-1 5-8,-5-5 0,6-5-1,5 5 0,-6 5-29,6-10-6,-11-5 0,11 0-1,-5 1-52,5 4-11,0-10-1</inkml:trace>
          <inkml:trace contextRef="#ctx0" brushRef="#br0" timeOffset="2156.1959">787 247 1634,'-11'-24'145,"11"24"-116,0-5-29,6-5 62,-1 1 6,1 4 2,-1 0 0,6 0 2,0-5 0,6 5 0,-1-4 0,1-1-25,5 5-5,0 0-1,0 0 0,5 0-20,0 1-4,1-6-1,5 5 0,-6 5-8,6-10-8,0 10 12,0-10-12,11 6 10,-17 8-10,6 1 8,-6 0-8,6 0-56,6 0-16,-6 5-3</inkml:trace>
        </inkml:traceGroup>
      </inkml:traceGroup>
    </inkml:traceGroup>
    <inkml:traceGroup>
      <inkml:annotationXML>
        <emma:emma xmlns:emma="http://www.w3.org/2003/04/emma" version="1.0">
          <emma:interpretation id="{AF9169E3-EF27-49AA-8A6F-6D3A3611E7C4}" emma:medium="tactile" emma:mode="ink">
            <msink:context xmlns:msink="http://schemas.microsoft.com/ink/2010/main" type="paragraph" rotatedBoundingBox="24070,9012 24925,9008 24929,9673 24073,967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A5D7918-F026-4F92-92D5-24524F66CC8A}" emma:medium="tactile" emma:mode="ink">
              <msink:context xmlns:msink="http://schemas.microsoft.com/ink/2010/main" type="line" rotatedBoundingBox="24070,9012 24925,9008 24929,9673 24073,9678"/>
            </emma:interpretation>
          </emma:emma>
        </inkml:annotationXML>
        <inkml:traceGroup>
          <inkml:annotationXML>
            <emma:emma xmlns:emma="http://www.w3.org/2003/04/emma" version="1.0">
              <emma:interpretation id="{BCA6E1D7-930E-4E09-A2B7-558D09570958}" emma:medium="tactile" emma:mode="ink">
                <msink:context xmlns:msink="http://schemas.microsoft.com/ink/2010/main" type="inkWord" rotatedBoundingBox="24070,9012 24925,9008 24929,9673 24073,9678"/>
              </emma:interpretation>
              <emma:one-of disjunction-type="recognition" id="oneOf1">
                <emma:interpretation id="interp5" emma:lang="en-AU" emma:confidence="0">
                  <emma:literal>35</emma:literal>
                </emma:interpretation>
                <emma:interpretation id="interp6" emma:lang="en-AU" emma:confidence="0">
                  <emma:literal>} 5</emma:literal>
                </emma:interpretation>
                <emma:interpretation id="interp7" emma:lang="en-AU" emma:confidence="0">
                  <emma:literal>{ 5</emma:literal>
                </emma:interpretation>
                <emma:interpretation id="interp8" emma:lang="en-AU" emma:confidence="0">
                  <emma:literal>JJ</emma:literal>
                </emma:interpretation>
                <emma:interpretation id="interp9" emma:lang="en-AU" emma:confidence="0">
                  <emma:literal>15</emma:literal>
                </emma:interpretation>
              </emma:one-of>
            </emma:emma>
          </inkml:annotationXML>
          <inkml:trace contextRef="#ctx0" brushRef="#br0" timeOffset="6370.0181">190 1422 1612,'-6'39'72,"1"-29"14,5-10-69,0 0-17,0 0 0,0 0 0,0 0 26,0 0 2,0 0 0,0 0 0,5-10 10,6 0 2,-5 1 1,10 4 0,-5 0-20,6 0-4,-7 0-1,7-5 0,-6 6-3,5-6-1,-5 10 0,0 0 0,0-5-4,-5 0 0,-6 5-8,0 0 12,0 0-12,0 0-10,0 0 2,0 0 0,0 0 8,0 15 0,0 4 0,-6 1 0,1-1-12,-1 1-1,1-6 0,-6 1 0,5-5 2,1-1 1,-6 6 0,11-5 0,-6 4 10,6-4 0,0 5 0,0-1-8,0 6 8,0-1 0,6-4 0,5 0-8,-6-6 8,6 1 14,0 0-3,0 9-1,-5 6-10,5-1 12,0 5-12,0-14 12,0-10 3,0 5 1,-6-5 0,6 4 0,-5 1 7,-1 0 1,1 4 1,-6-4 0,0 0 5,0 0 1,-6 4 0,1-4 0,-6-5-3,0 5 0,0-5 0,0 4 0,-6 1-12,6-5-4,-5-5 0,-1 5 0,1-5-12,-1-5 0,1 5 0,0 0 0,5 0-28,0 0-8,0-5-1,5 10-628,-5 0-126</inkml:trace>
          <inkml:trace contextRef="#ctx0" brushRef="#br0" timeOffset="6903.2718">722 1417 1382,'0'0'123,"0"0"-99,0 0-24,0 0 0,0 0 108,0 0 16,0 0 3,0 0 1,0 0-30,0 0-6,0 0 0,11 5-1,5-5-38,1 10-7,-7-5-2,7 5 0,-6-1-16,5 6-3,1 0-1,-1 4 0,-5-4-11,6 4-2,-6-4-1,5 9 0,1 1-10,-6-1 0,-1 5 0,7 0 8,-12-4-8,6 4 0,0-5 0,-5 1 8,-1-1-8,-5 1 8,6-1-8,-6 5 8,0 0 4,-6-9 0,1-10 0,-6 4 0,0 1 8,0 0 3,-6 4 0,1-4 0,-6-10-9,6 4-2,-12-4 0,1-5 0,-1 5-12,1-5 0,0-5 0,-1 5 0,6-10 0,0 1 0,-5-1 0,10 0 0,1 5-201,5-9-43</inkml:trace>
          <inkml:trace contextRef="#ctx0" brushRef="#br0" timeOffset="6595.2918">689 1388 1670,'0'0'74,"0"0"15,11 0-71,5 0-18,-5 0 0,6 0 0,5 0 86,-6 0 14,6 5 2,-6 0 1,6-10-30,6 5-5,-12-5-2,6 5 0,0 5-34,0-5-6,-6 0-2,1 0 0,-6 0-14,0 5-10,5-5 12,-5 5-12,-11-5-28,0 0-12,0 0-2,0 0-976</inkml:trace>
        </inkml:traceGroup>
      </inkml:traceGroup>
    </inkml:traceGroup>
    <inkml:traceGroup>
      <inkml:annotationXML>
        <emma:emma xmlns:emma="http://www.w3.org/2003/04/emma" version="1.0">
          <emma:interpretation id="{636A7D86-45B6-45E6-ADCA-5824E98DA267}" emma:medium="tactile" emma:mode="ink">
            <msink:context xmlns:msink="http://schemas.microsoft.com/ink/2010/main" type="paragraph" rotatedBoundingBox="19409,10341 25062,10116 25085,10693 19432,109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1AA27A-18F6-4F54-A5AD-347F2A807546}" emma:medium="tactile" emma:mode="ink">
              <msink:context xmlns:msink="http://schemas.microsoft.com/ink/2010/main" type="inkBullet" rotatedBoundingBox="19409,10341 20268,10306 20290,10858 19431,10893"/>
            </emma:interpretation>
            <emma:one-of disjunction-type="recognition" id="oneOf2">
              <emma:interpretation id="interp10" emma:lang="en-AU" emma:confidence="0">
                <emma:literal>40</emma:literal>
              </emma:interpretation>
              <emma:interpretation id="interp11" emma:lang="en-AU" emma:confidence="0">
                <emma:literal>400</emma:literal>
              </emma:interpretation>
              <emma:interpretation id="interp12" emma:lang="en-AU" emma:confidence="0">
                <emma:literal>404</emma:literal>
              </emma:interpretation>
              <emma:interpretation id="interp13" emma:lang="en-AU" emma:confidence="0">
                <emma:literal>4</emma:literal>
              </emma:interpretation>
              <emma:interpretation id="interp14" emma:lang="en-AU" emma:confidence="0">
                <emma:literal>40S</emma:literal>
              </emma:interpretation>
            </emma:one-of>
          </emma:emma>
        </inkml:annotationXML>
        <inkml:trace contextRef="#ctx0" brushRef="#br0" timeOffset="16769.0857">-4390 2782 230,'0'15'20,"0"-5"-20,0-10 0,0 0 0,0 0 273,0 0 51,0 0 9,0 0 3,0 0-140,0 0-28,0 0-6,0 0-1,0 0-58,0 0-12,0 0-3,0 0 0,0 0-38,0 0-8,-5 9-2,0 6 0,-1 5-20,1-6-5,-1 6-1,1-1 0,-1 1-14,1-1 0,-1 1 8,1-6-8,-1 6 0,6-6 0,-11 1 0,6 0 0,5 4-13,0-4 1,0 4 0,0-9 0,0-10-6,0 19-1,5-4 0,-5-15 0,6 10 19,-1-5 8,1-5-8,5 0 12,0 5-12,0-5 0,0 4 0,-1-4 0,1 5 0,6-5 0,-6 0 8,5 0-8,1 0 0,-1 0-12,6 0 3,-5-5 0,-1 1 22,-5 4 5,11-5 1,-11 0 0,5 0-19,1 5 0,-6-10 0,0 5 0,0-4-27,0 4-9,0 0-1,-6-5-1,-5 0-139,6 1-28,-1 4-6</inkml:trace>
        <inkml:trace contextRef="#ctx0" brushRef="#br0" timeOffset="16967.1711">-4209 2846 1267,'0'0'112,"0"0"-89,0 0-23,0 0 0,0 0 123,0 0 20,0 0 4,-11 24 1,11-4-33,-5 4-7,5 0 0,0 1-1,0-6-47,5 5-10,-5 1-2,6-1 0,-1 1-28,-5-1-7,6 0-1,-1 1 0,1-6-12,-1 10 0,1 1 0,-1-11 0,-5-19-60,0 0-9,0 0-2,0 0-596,0 0-119</inkml:trace>
        <inkml:trace contextRef="#ctx0" brushRef="#br0" timeOffset="17287.4548">-3940 2890 1152,'0'0'102,"0"0"-82,0 0-20,0 0 0,0 0 132,0 0 23,-5 9 4,-1 1 1,6 5-36,0-6-6,0 6-2,0 4 0,0 1-61,6-5-13,-1 9-2,6-5-1,-5 6-17,10-1-3,-5 1-1,0-1 0,5 0-8,1-4-2,-1-1 0,6 1 0,0-10-8,0-6 8,0-4-8,-5 0 8,-17 0-8,0 0 12,22-4-12,-6-6 12,6-5 8,-11 1 1,0-11 1,0 1 0,5-5 1,-10-6 0,-1-8 0,-5-1 0,-5 0 4,-1 5 1,-5-5 0,0 5 0,0 0-6,-5 5-1,-6 10 0,0 4 0,-5 5-7,-1 6-2,-5 9 0,0 5 0,0 9-12,1 1 0,-7 9 8,6 10-8,6 0-18,-1 5-6,1 5-2,5 0 0,6 0-45,-1-10-9,6 5-1,0 0-673,11-5-134</inkml:trace>
      </inkml:traceGroup>
      <inkml:traceGroup>
        <inkml:annotationXML>
          <emma:emma xmlns:emma="http://www.w3.org/2003/04/emma" version="1.0">
            <emma:interpretation id="{99F251D9-59A3-4E4A-A475-8C822B7FBCC1}" emma:medium="tactile" emma:mode="ink">
              <msink:context xmlns:msink="http://schemas.microsoft.com/ink/2010/main" type="line" rotatedBoundingBox="23780,10208 25064,10157 25085,10693 23802,10744"/>
            </emma:interpretation>
          </emma:emma>
        </inkml:annotationXML>
        <inkml:traceGroup>
          <inkml:annotationXML>
            <emma:emma xmlns:emma="http://www.w3.org/2003/04/emma" version="1.0">
              <emma:interpretation id="{F575064D-3C09-4C1F-B162-17A9EB9C73FD}" emma:medium="tactile" emma:mode="ink">
                <msink:context xmlns:msink="http://schemas.microsoft.com/ink/2010/main" type="inkWord" rotatedBoundingBox="23780,10208 25064,10157 25085,10693 23802,10744"/>
              </emma:interpretation>
              <emma:one-of disjunction-type="recognition" id="oneOf3">
                <emma:interpretation id="interp15" emma:lang="en-AU" emma:confidence="0">
                  <emma:literal>112</emma:literal>
                </emma:interpretation>
                <emma:interpretation id="interp16" emma:lang="en-AU" emma:confidence="0">
                  <emma:literal>\ 12</emma:literal>
                </emma:interpretation>
                <emma:interpretation id="interp17" emma:lang="en-AU" emma:confidence="0">
                  <emma:literal>| 12</emma:literal>
                </emma:interpretation>
                <emma:interpretation id="interp18" emma:lang="en-AU" emma:confidence="0">
                  <emma:literal>' 12</emma:literal>
                </emma:interpretation>
                <emma:interpretation id="interp19" emma:lang="en-AU" emma:confidence="0">
                  <emma:literal>I 12</emma:literal>
                </emma:interpretation>
              </emma:one-of>
            </emma:emma>
          </inkml:annotationXML>
          <inkml:trace contextRef="#ctx0" brushRef="#br0" timeOffset="27622.5635">179 2602 1836,'-11'19'81,"11"-19"17,0 0-78,0 15-20,0 5 0,0-1 0,-6 1 95,6-1 15,6 1 3,-6-1 1,5 1-44,1-1-9,-1 5-1,1 1-1,5-11-28,-6 6-6,1-1-1,-1 1 0,6-1-24,-5-4 0,-1 0 0,6-1 0,-6 1-130,1-5-25,-6-10-5</inkml:trace>
          <inkml:trace contextRef="#ctx0" brushRef="#br0" timeOffset="27422.556">-74 2734 921,'0'0'82,"0"0"-66,0 0-16,0 0 0,-5-10 183,5 10 33,0 0 6,0 0 2,-6-5-80,6 5-15,0 0-3,0 0-1,-5 10-37,0 4-8,-1-4-2,6 5 0,0 4-26,0 6-4,0-1-2,6 5 0,-6-4-25,5 4-5,0-5 0,1 0-1,-6 1-15,0-1 0,5-4 8,1-6-8,-1 1-14,1 0-6,-1-1 0,-5-14-1,11 10-154,-11-10-30,0 0-7</inkml:trace>
          <inkml:trace contextRef="#ctx0" brushRef="#br0" timeOffset="27981.9523">480 2631 1850,'6'-39'82,"5"25"17,-6 9-79,12 0-20,-6 0 0,5 5 0,-5-5 112,0 5 18,0 5 4,11-5 1,0 5-46,0 0-9,-6 0-1,6-5-1,-5-5-28,5-5-6,0 5 0,-6 5-1,0 5-17,-5 10-3,0-1-1,0 11 0,-5-6-14,-6 10-8,0 5 10,0 1-10,-6-1 0,1 0 0,-6-5-8,0 0 8,-5 1-29,-1-1 1,1-5 0,-6 5 0,5-4 7,1-1 1,-6-9 1,5 4 0,-5-9 19,11 0 0,1-1 0,-1-4 0,0 0 8,11-5 4,0 0 2,0 0 0,0 0 10,5-14 1,6-1 1,5 0 0,6 6 3,-5-1 1,5 5 0,5 0 0,1 0-2,5 5-1,-1 5 0,1-5 0,6-5-11,-1 10-1,-5 0-1,0 0 0,0 0-14,0 0 0,5-5 0,-5 4 0,0 1-63,-6 0-18,6 0-4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8:48.67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A173DD1-B50D-42F5-A6D0-EAD03F3C27AF}" emma:medium="tactile" emma:mode="ink">
          <msink:context xmlns:msink="http://schemas.microsoft.com/ink/2010/main" type="writingRegion" rotatedBoundingBox="12335,10060 13629,10060 13629,10957 12335,10957"/>
        </emma:interpretation>
      </emma:emma>
    </inkml:annotationXML>
    <inkml:traceGroup>
      <inkml:annotationXML>
        <emma:emma xmlns:emma="http://www.w3.org/2003/04/emma" version="1.0">
          <emma:interpretation id="{7AE33BE9-DA0D-47ED-B211-ECD7DDA18D80}" emma:medium="tactile" emma:mode="ink">
            <msink:context xmlns:msink="http://schemas.microsoft.com/ink/2010/main" type="paragraph" rotatedBoundingBox="12335,10060 13629,10060 13629,10957 12335,109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6354FC1-E0C7-4404-B33F-86E94462C76B}" emma:medium="tactile" emma:mode="ink">
              <msink:context xmlns:msink="http://schemas.microsoft.com/ink/2010/main" type="line" rotatedBoundingBox="12335,10060 13629,10060 13629,10957 12335,10957"/>
            </emma:interpretation>
          </emma:emma>
        </inkml:annotationXML>
        <inkml:traceGroup>
          <inkml:annotationXML>
            <emma:emma xmlns:emma="http://www.w3.org/2003/04/emma" version="1.0">
              <emma:interpretation id="{26282747-843F-4FE3-8957-861232950FE3}" emma:medium="tactile" emma:mode="ink">
                <msink:context xmlns:msink="http://schemas.microsoft.com/ink/2010/main" type="inkWord" rotatedBoundingBox="12335,10060 13629,10060 13629,10957 12335,10957"/>
              </emma:interpretation>
              <emma:one-of disjunction-type="recognition" id="oneOf0">
                <emma:interpretation id="interp0" emma:lang="en-AU" emma:confidence="0">
                  <emma:literal>72</emma:literal>
                </emma:interpretation>
                <emma:interpretation id="interp1" emma:lang="en-AU" emma:confidence="0">
                  <emma:literal>7.2</emma:literal>
                </emma:interpretation>
                <emma:interpretation id="interp2" emma:lang="en-AU" emma:confidence="0">
                  <emma:literal>-12</emma:literal>
                </emma:interpretation>
                <emma:interpretation id="interp3" emma:lang="en-AU" emma:confidence="0">
                  <emma:literal>722</emma:literal>
                </emma:interpretation>
                <emma:interpretation id="interp4" emma:lang="en-AU" emma:confidence="0">
                  <emma:literal>tr</emma:literal>
                </emma:interpretation>
              </emma:one-of>
            </emma:emma>
          </inkml:annotationXML>
          <inkml:trace contextRef="#ctx0" brushRef="#br0">0 131 460,'0'0'41,"0"0"-33,0 0-8,0 0 0,0 0 256,0 0 48,0 0 11,0 0 1,0 0-173,16-5-35,-5 0-8,6 5 0,-6-5-33,11-5-7,-6 0 0,0-4-1,1 4-12,5 0-3,0-4 0,5 4 0,1 0-16,-6 0-3,5 1-1,-5 9 0,0-10-24,0 10 0,-6 5 8,1 5-8,-1-1 0,-10 1 0,5 5 0,-6 9 0,12 5 27,-12 1 3,0-1 1,1 5 0,-1 5-15,1 0-2,-1 0-1,-5 0 0,0 5-13,6-5 0,-6 0 0,0 5 0,0-10-19,0 5-6,0-5-2,0-5 0,-6-5-61,6 1-13,-5-6-3,5-9-894</inkml:trace>
          <inkml:trace contextRef="#ctx0" brushRef="#br0" timeOffset="228.0843">170 350 1612,'0'0'144,"0"0"-116,0 0-28,0 0 0,0 0 83,0 0 10,0 0 3,0 0 0,0 0 25,0 0 6,0 0 1,0 0 0,16 5-52,1-5-9,-1 5-3,1-10 0,5 5-13,-1-5-3,1 5-1,6 0 0,-6 0-25,0-5-5,-6 5-1,6 0 0,-5 5-16,4-5 0,1-5 0,6 5 0,-12 5-31,1-5-9,5-5-3,0-5 0,0 5-125,-1-4-26,1-1-5,-5 0-810</inkml:trace>
          <inkml:trace contextRef="#ctx0" brushRef="#br0" timeOffset="529.4131">855-99 622,'0'-24'28,"0"14"5,0-4-33,6 4 0,-1 0 0</inkml:trace>
          <inkml:trace contextRef="#ctx0" brushRef="#br0" timeOffset="1163.2685">800-25 1749,'0'0'156,"0"0"-125,0 0-31,0 0 0,0 0 96,0 0 12,0 0 4,17 0 0,-12 0-25,6 0-5,0-5-1,0 5 0,6-5-25,-6 0-4,0 5-2,11 0 0,-6-5-17,6 10-3,-6-5-1,1 5 0,5 5-12,-6-1-2,-5 6-1,0 0 0,6 4 11,-6 1 3,-6 4 0,1 5 0,-1-4-44,1 4-8,-6 0-1,-6 0-1,1 5 1,-1 1 0,1-11 0,-6 5 0,-6 0-10,12-4-1,-6-1-1,5 0 0,1-9-3,-6-5 0,-6 0 0,1-1 0,5 1 40,11-10 0,-11 5 0,11-5 0,0 0 23,0 0 12,0 0 2,-5 10 1,5-10-5,0 0-1,0 0 0,0 0 0,5 5-7,6 4-1,0-9-1,5 5 0,6-5-1,6 0 0,-1 10 0,1-10 0,4 5-22,7 0 8,-1 0-8,6 4-838,0-4-170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39:40.73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BED7BCC-E726-4A4C-AD63-F2BBB5FEEC4B}" emma:medium="tactile" emma:mode="ink">
          <msink:context xmlns:msink="http://schemas.microsoft.com/ink/2010/main" type="writingRegion" rotatedBoundingBox="11680,12261 16668,12063 16738,13809 11749,14006"/>
        </emma:interpretation>
      </emma:emma>
    </inkml:annotationXML>
    <inkml:traceGroup>
      <inkml:annotationXML>
        <emma:emma xmlns:emma="http://www.w3.org/2003/04/emma" version="1.0">
          <emma:interpretation id="{8F44BE37-2075-4BB8-AE7B-62F38B2A8CC7}" emma:medium="tactile" emma:mode="ink">
            <msink:context xmlns:msink="http://schemas.microsoft.com/ink/2010/main" type="paragraph" rotatedBoundingBox="11680,12261 16668,12063 16738,13809 11749,140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C096D4-F7B7-4425-9CC9-851E54F0C7FD}" emma:medium="tactile" emma:mode="ink">
              <msink:context xmlns:msink="http://schemas.microsoft.com/ink/2010/main" type="line" rotatedBoundingBox="11680,12261 16567,12067 16613,13209 11725,13403"/>
            </emma:interpretation>
          </emma:emma>
        </inkml:annotationXML>
        <inkml:traceGroup>
          <inkml:annotationXML>
            <emma:emma xmlns:emma="http://www.w3.org/2003/04/emma" version="1.0">
              <emma:interpretation id="{9608E64B-4C51-4B03-8CC8-03926861B8FC}" emma:medium="tactile" emma:mode="ink">
                <msink:context xmlns:msink="http://schemas.microsoft.com/ink/2010/main" type="inkWord" rotatedBoundingBox="11680,12261 16567,12067 16613,13209 11725,13403"/>
              </emma:interpretation>
              <emma:one-of disjunction-type="recognition" id="oneOf0">
                <emma:interpretation id="interp0" emma:lang="en-AU" emma:confidence="0">
                  <emma:literal>P(A)=77</emma:literal>
                </emma:interpretation>
                <emma:interpretation id="interp1" emma:lang="en-AU" emma:confidence="0">
                  <emma:literal>PCA)=77</emma:literal>
                </emma:interpretation>
                <emma:interpretation id="interp2" emma:lang="en-AU" emma:confidence="0">
                  <emma:literal>P(A)=FI</emma:literal>
                </emma:interpretation>
                <emma:interpretation id="interp3" emma:lang="en-AU" emma:confidence="0">
                  <emma:literal>P(A)=It</emma:literal>
                </emma:interpretation>
                <emma:interpretation id="interp4" emma:lang="en-AU" emma:confidence="0">
                  <emma:literal>P(A)=F7</emma:literal>
                </emma:interpretation>
              </emma:one-of>
            </emma:emma>
          </inkml:annotationXML>
          <inkml:trace contextRef="#ctx0" brushRef="#br0">809-215 921,'-16'-19'82,"10"19"-66,-5 0-16,0 0 0,-5 0 220,0 4 40,5 1 8,-6 0 1,-5 5-128,6 5-25,-1-1-6,6 1-1,-5-1-61,5 6-13,-6 4-3,6 6 0,6 4-11,-6 0-2,6 0-1,-1 15 0,6 4-18,0-4 10,0 5-10,6-6 8,5 1-8,-1 0 0,7 0 0,-1 4 0,1-9-11,-1 0 3,6 0 0,0-5 0,6-20-51,-1 6-9,0 4-3,1-5 0,-6-9-109,-6 0-23,1-6-4</inkml:trace>
          <inkml:trace contextRef="#ctx0" brushRef="#br0" timeOffset="394.8318">1001 151 1324,'0'0'118,"0"0"-94,0 0-24,0 0 0,0 19 116,6 1 18,-6-1 4,5 6 1,1 4-52,-1 0-11,6 5-1,0 5-1,-5-5-38,5-4-8,-6-6-2,6 0 0,-5 5-16,5 1-10,-6-6 12,0-9-12,6-1 9,-11-14-9,0 0 0,0 0 9,0 0-9,0 0 0,0 0-10,0 0 10,0-14-12,6-1 3,-6-4 1,0-1 0,0 5 8,0-9 0,0-10 0,0-5 0,0 5 0,5 0 0,-5-5 8,6 5-8,-1 0 13,1-1-1,5 1-1,0 5 0,0 0 16,0 4 3,0 1 1,0 5 0,0 9 4,0 5 1,0 0 0,0 10 0,0 0-6,-1 5-1,1 9 0,0 5 0,0 6-6,6-1-2,-12-10 0,12 16 0,-6 18-11,5-4-2,-10-5-8,10 5 12,1-6-12,-6 6 0,0 5 0,-6 4 0,0-4-16,1-5-7,-1-10-1,6-5 0,-11 0-66,6-10-14,-6-4-2,0 4-936</inkml:trace>
          <inkml:trace contextRef="#ctx0" brushRef="#br0" timeOffset="580.9181">1188 487 1497,'0'39'66,"0"-34"14,0-5-64,0 0-16,0 0 0,11-10 0,0 5 144,0 5 26,0 0 5,11-5 1,-6 5-72,6 0-13,0-5-3,-6 5-1,6-4-40,0 4-8,-5 0-2,5-5 0,0-10-37,-6 10 0,0 10 0,6 5 0,-5-10-198,-1-10-34</inkml:trace>
          <inkml:trace contextRef="#ctx0" brushRef="#br0" timeOffset="839.9886">1643-117 1990,'0'0'44,"0"0"8,0 0 3,11 9 1,5-9-44,-5 10-12,-11-10 0,17 10 0,5 9 104,0-4 20,-6 4 3,11 1 1,6 4-54,-5 6-10,5 4-3,-6-10 0,1-4-33,-1 4-6,6 15-2,-11 0 0,0 10-12,0-1-8,-6 1 10,1 5-10,-6-10 8,0-1-8,-6-8 0,1 4 9,-6 9-18,0 1-4,0-10-1,-6 5 0,-5 5-117,0-15-23,-5-20-5</inkml:trace>
          <inkml:trace contextRef="#ctx0" brushRef="#br0" timeOffset="1325.0271">2367 321 1728,'-6'-39'76,"6"30"16,6-11-73,-1 10-19,1 1 0,-1 9 0,1 4 93,5 6 15,5-10 4,-5 5 0,6-5-27,-1 0-5,0 5 0,6 0-1,0 0-34,0-5-6,6-5-2,-1 5 0,-5 0-25,5 5-4,-5-10-8,0 0 11,0 0-29,-5-5-6,-6 5 0,0-4-1,-11 9-130,0 0-25,0 0-6</inkml:trace>
          <inkml:trace contextRef="#ctx0" brushRef="#br0" timeOffset="1488.7838">2383 511 2188,'0'0'48,"0"0"11,0 0 1,11 0 1,6 0-49,5 0-12,0 5 0,-1 0 0,-10 15 105,11-6 19,6-9 3,10 5 1,1 0-52,-1-1-9,-5 1-3,5-5 0,-5-5-51,0 0-13,-5 0 0,-1 0-1277</inkml:trace>
          <inkml:trace contextRef="#ctx0" brushRef="#br0" timeOffset="-274.0147">-156 97 691,'0'20'30,"0"-20"7,0 0-29,0 0-8,0 0 0,0 0 0,6-10 230,-1 0 45,12 10 9,-6-5 1,5 0-175,6 0-35,0 1-7,0 4-2,5-5 5,-5 5 1,6 0 0,4-5 0,-4 0-38,-1 5-7,1 0-2,-1 0 0,-5 5-10,0 0-3,-6 0 0,1 9 0,-1 6-4,-5-6-8,-5 1 11,5 0-11,-6-1 13,1-4-4,-12 5-1,6-1 0,-5 6-8,-1-6 0,-5 1 0,0 4 8,-5 1-8,-1-1-14,-4 1 3,-7-5 1,1-6-3,-1 6-1,1-10 0,5 0 0,0-5-21,6 5-4,-1-1-1,1 6 0,-1-5-40,1-5-9,5 0-2</inkml:trace>
          <inkml:trace contextRef="#ctx0" brushRef="#br0" timeOffset="-555.0963">20 24 921,'0'0'82,"0"0"-66,-6-5-16,6 0 0,-5-5 176,5 10 31,0 0 6,0 0 2,0 0-89,0 0-18,0 0-3,0 0-1,-11-4-48,11 4-11,0 14-1,0 6-1,0-1-25,0 6-5,5 4-1,-5 5 0,6 10-12,-1-5 11,1 5-11,10 0 10,-5-1-10,0 1 0,-6-10 0,6 5 0,0-5-43,0-9-4,-11-1-1,11-4 0,-11-6-145,0 1-30,0-15-5,0 0-2</inkml:trace>
          <inkml:trace contextRef="#ctx0" brushRef="#br0" timeOffset="2674.4307">3365-35 1411,'0'0'62,"0"0"14,0-9-61,-6 4-15,6-5 0,6 5 0,-6 0 93,0 5 16,5-5 3,-5-4 1,0 4-22,6 0-5,-1 0-1,6 0 0,0 5-22,0 0-5,11-5-1,0 0 0,0 1-18,6-6-4,-7 5-1,1-5 0,6 5-19,-1-4-4,-5-1-1,6 5 0,-6 5-10,-6 5 12,0-5-12,1 5 12,-6 0-12,0-1 8,5 6-8,-10 5 8,-1-1-8,1 6 12,-6 4-12,5 1 12,-5-1-12,0 0 10,0 11-10,-5-6 10,-1 0-10,6 5-9,-5 0 9,5-4-13,-6 4-23,6 0-5,-11-10-1,11-4 0,-5-1-122,-1 1-24,1-1-4</inkml:trace>
          <inkml:trace contextRef="#ctx0" brushRef="#br0" timeOffset="2910.7354">3425 248 864,'-16'-10'38,"16"10"8,0 0-37,0 0-9,0 0 0,0 0 0,0 0 296,0 0 58,0 0 11,0 0 3,16 0-244,1 5-49,-1-5-10,1 0-1,5-5-9,-1 5-2,7-4 0,-6-1 0,11 5-33,0 0-6,-6 0-2,0-5 0,-5 5 12,0-5 1,0 5 1,0 0 0,0-5-26,0 0-16,-5 0 3,-1-4 0,6 4-155,-11-5-30,5-10-6,1 6-2</inkml:trace>
          <inkml:trace contextRef="#ctx0" brushRef="#br0" timeOffset="3221.2485">4023-78 921,'-5'-25'82,"5"20"-66,0 5-16,0 0 0,0 0 232,0 0 42,10-5 9,7 1 1,-6 4-132,0-5-28,0 0-4,5 0-2,6 0-44,0 0-9,-5-5-1,-1 6-1,1-1-39,-1 0-8,6-5-2,-6 0 0,1 5 26,5-4 6,0-1 1,0 0 0,-6 0-35,6 1-12,0 4 9,-6 0-9,1 5 0,-6 0 8,5 0-8,-5 5 0,0 0 0,-11-5 8,6 14-8,5-4 0,-6 10 8,1 4-8,-6-5 0,0 11 8,0-1-8,0 5-11,-6 0 3,1 5 0,-1 0-28,-5-5-4,6-9-2,5 4 0,-6 5-59,1-10-12,-1 6-3,1-6-958</inkml:trace>
          <inkml:trace contextRef="#ctx0" brushRef="#br0" timeOffset="3523.2445">4237 73 1152,'0'0'102,"0"0"-82,0 0-20,0 0 0,0 0 212,0 0 37,5 9 8,6-4 2,0 0-121,6-5-24,5-5-5,0 5-1,5-5-40,-5 1-9,5 4-2,1 0 0,5 0-30,0 0-7,-6 0 0,0 0-1,1 0-19,-1-5 0,-5-5 0,6 5 0,-12 0-37,6 0-11,-5 0-3,-1 1-732,-5 4-146</inkml:trace>
          <inkml:trace contextRef="#ctx0" brushRef="#br0" timeOffset="3769.5236">3420 755 1994,'5'15'44,"-5"-15"8,0 0 3,0 0 1,11 0-44,0-10-12,0-14 0,6-1 0,5 1 97,5 4 18,6 15 3,0-4 1,5-1-42,1 0-8,4 5-1,-10 10-1,0 5-23,11-5-4,0-20 0,11-4-1,-6 4-15,6-4-2,-6 4-1,17-5 0,0 6-21,-6-1 0,1-4 0,-1 9-8,-5-5 8,-17 6 0,1-6 8,-7 0-8,1 6-28,-11 4-9,-5-5-3,-1 5 0,-5 0-151,-11 5-30,0 0-7</inkml:trace>
        </inkml:traceGroup>
      </inkml:traceGroup>
      <inkml:traceGroup>
        <inkml:annotationXML>
          <emma:emma xmlns:emma="http://www.w3.org/2003/04/emma" version="1.0">
            <emma:interpretation id="{2ABD244C-1EEE-4554-B696-43F3F8CD92CF}" emma:medium="tactile" emma:mode="ink">
              <msink:context xmlns:msink="http://schemas.microsoft.com/ink/2010/main" type="line" rotatedBoundingBox="15620,13195 16738,13195 16738,13809 15620,13809"/>
            </emma:interpretation>
          </emma:emma>
        </inkml:annotationXML>
        <inkml:traceGroup>
          <inkml:annotationXML>
            <emma:emma xmlns:emma="http://www.w3.org/2003/04/emma" version="1.0">
              <emma:interpretation id="{7A3F708F-BA28-4A3B-8E18-A8345D16E406}" emma:medium="tactile" emma:mode="ink">
                <msink:context xmlns:msink="http://schemas.microsoft.com/ink/2010/main" type="inkWord" rotatedBoundingBox="15620,13195 16738,13195 16738,13809 15620,13809"/>
              </emma:interpretation>
              <emma:one-of disjunction-type="recognition" id="oneOf1">
                <emma:interpretation id="interp5" emma:lang="en-AU" emma:confidence="0">
                  <emma:literal>112</emma:literal>
                </emma:interpretation>
                <emma:interpretation id="interp6" emma:lang="en-AU" emma:confidence="0">
                  <emma:literal>\ 12</emma:literal>
                </emma:interpretation>
                <emma:interpretation id="interp7" emma:lang="en-AU" emma:confidence="0">
                  <emma:literal>11 2</emma:literal>
                </emma:interpretation>
                <emma:interpretation id="interp8" emma:lang="en-AU" emma:confidence="0">
                  <emma:literal>| 12</emma:literal>
                </emma:interpretation>
                <emma:interpretation id="interp9" emma:lang="en-AU" emma:confidence="0">
                  <emma:literal>1i 2</emma:literal>
                </emma:interpretation>
              </emma:one-of>
            </emma:emma>
          </inkml:annotationXML>
          <inkml:trace contextRef="#ctx0" brushRef="#br0" timeOffset="4036.0706">3776 892 1911,'0'0'84,"0"0"19,0-10-83,0 0-20,-5 5 0,5 5 0,0 0 86,0 0 13,0 0 2,5 25 1,-5 9-58,6 5-11,-1 0-2,-5-5-1,6 0-21,-1 0-9,1-5 8,-1 5-8,-5 1-12,6-11-8,-1 0-2,1-9 0,-1-5-168,1 4-34</inkml:trace>
          <inkml:trace contextRef="#ctx0" brushRef="#br0" timeOffset="4215.1646">4012 882 1807,'0'-29'80,"0"29"16,0 0-76,0 0-20,0 0 0,6 9 0,-1 6 104,0 4 18,1 1 3,-1-1 1,1 6-63,-1-1-13,6 1-2,0 4-1,0 5-47,0-10 0,-5 6 0,-1-6 0,6 0-194,-5-4-38</inkml:trace>
          <inkml:trace contextRef="#ctx0" brushRef="#br0" timeOffset="4558.5722">4303 784 1893,'0'0'84,"0"0"17,11-5-81,0 1-20,5-1 0,1 0 0,-6-5 114,5 5 18,0 0 4,1 0 1,-1 5-46,1 0-10,-6-4-1,0 8-1,0 1-34,0 0-6,-11-5-2,5 15 0,6-1-21,-11 1-5,0 5-1,-5 4 0,-1 0-27,-5 1-6,0 4-1,0 0 0,0 5-46,-5-4-10,-1-1-1,6-5-1,-5 1-4,-1-1-1,1-5 0,5 1 0,6-1 36,-6-4 7,5 0 2,1-1 0,5 1 42,0-5 0,0-1 0,5 6 0,1-10 42,5 0 10,5 5 3,0-6 0,6 6 17,0-5 3,6 0 1,-1 0 0,6-5-10,-5 5-2,4-5 0,7 5 0,-6-1-32,-6 1-8,6 0 0,0 0-1,0 0-23,0-5 0,-6 5-12,6-5-811,-6 0-161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1:41.76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4D7F042-1501-443F-ADE8-B2CB1C98F891}" emma:medium="tactile" emma:mode="ink">
          <msink:context xmlns:msink="http://schemas.microsoft.com/ink/2010/main" type="writingRegion" rotatedBoundingBox="17767,12634 27985,12909 27924,15164 17706,14889"/>
        </emma:interpretation>
      </emma:emma>
    </inkml:annotationXML>
    <inkml:traceGroup>
      <inkml:annotationXML>
        <emma:emma xmlns:emma="http://www.w3.org/2003/04/emma" version="1.0">
          <emma:interpretation id="{7D71F4DC-6B33-47B4-BAAF-C956C1398BD7}" emma:medium="tactile" emma:mode="ink">
            <msink:context xmlns:msink="http://schemas.microsoft.com/ink/2010/main" type="paragraph" rotatedBoundingBox="22043,12886 27670,12715 27696,13569 22069,1374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F41CDAC-A959-496D-8FDE-4A84C628B943}" emma:medium="tactile" emma:mode="ink">
              <msink:context xmlns:msink="http://schemas.microsoft.com/ink/2010/main" type="line" rotatedBoundingBox="22043,12886 27670,12715 27696,13569 22069,13740"/>
            </emma:interpretation>
          </emma:emma>
        </inkml:annotationXML>
        <inkml:traceGroup>
          <inkml:annotationXML>
            <emma:emma xmlns:emma="http://www.w3.org/2003/04/emma" version="1.0">
              <emma:interpretation id="{3F65677C-91DF-4A0B-B008-91B5336B9927}" emma:medium="tactile" emma:mode="ink">
                <msink:context xmlns:msink="http://schemas.microsoft.com/ink/2010/main" type="inkWord" rotatedBoundingBox="22075,13007 23735,13125 23690,13757 22030,13638"/>
              </emma:interpretation>
              <emma:one-of disjunction-type="recognition" id="oneOf0">
                <emma:interpretation id="interp0" emma:lang="en-AU" emma:confidence="0">
                  <emma:literal>plan</emma:literal>
                </emma:interpretation>
                <emma:interpretation id="interp1" emma:lang="en-AU" emma:confidence="0">
                  <emma:literal>Plan</emma:literal>
                </emma:interpretation>
                <emma:interpretation id="interp2" emma:lang="en-AU" emma:confidence="0">
                  <emma:literal>plain</emma:literal>
                </emma:interpretation>
                <emma:interpretation id="interp3" emma:lang="en-AU" emma:confidence="0">
                  <emma:literal>pan</emma:literal>
                </emma:interpretation>
                <emma:interpretation id="interp4" emma:lang="en-AU" emma:confidence="0">
                  <emma:literal>phan</emma:literal>
                </emma:interpretation>
              </emma:one-of>
            </emma:emma>
          </inkml:annotationXML>
          <inkml:trace contextRef="#ctx0" brushRef="#br0">4371-843 806,'-22'0'72,"16"0"-58,-5 0-14,6-5 0,-6 5 189,5 0 35,-5 0 8,6 5 0,-1 5-130,1 4-26,-1 1-6,1-1-1,5 6-29,0-1-7,-6 6-1,6-1 0,0 5-11,0 1-2,0-1-1,6 0 0,-6 0-10,0-4-8,5-1 9,-5 5-9,0-4 8,0-6-8,6 1 0,-6-6 0,5 1 8,-5-5-8,0-10 0,0 0 0,0 0 0,0 0 0,0 0 0,-5-10 0,-1-5 0,6-4 0,-5 4 0,-1-9 0,1 0 0,5-1 0,-5-4 0,-1 5 0,1-1 0,5 1 0,-6-5 0,6 4 0,0 1 0,0-1 0,0 6 0,6 4 0,-6-4 0,11 4 0,-6 1 0,6 4 0,0-5 15,0 10-3,0-4-1,0 9 0,5-5 5,1 5 0,-6-5 1,0 5 0,5 5 3,-5-5 0,0 5 0,0-5 0,0 9-4,-11-9 0,11 5 0,0 5 0,0 0-1,-11-10-1,0 0 0,5 9 0,-5-9 3,6 15 1,-6 0 0,-6-1 0,6-4 0,-5 5 0,-6-6 0,0 6 0,0-10-18,0 5 0,-5-5 0,-1-1 0,1 1 0,-6-5 0,5 5 0,-5-5 0,6 5-19,-1-5-7,1 5-2,11-5 0,-6 0-42,11 0-9,-6-5-1,6 5-588,0 0-116</inkml:trace>
          <inkml:trace contextRef="#ctx0" brushRef="#br0" timeOffset="227.3002">4755-946 1209,'0'0'108,"0"0"-87,0 0-21,-11 0 0,-6 0 124,6 5 21,0-5 4,6 10 1,-6-5-34,0 0-6,0 5-2,5-1 0,-5 1-48,6 5-11,-6-1-1,0 6-1,5 4-17,1 1-3,-6-1-1,6 5 0,-1 0-26,6 1 8,0 4-8,0 0 0,0-5 0,6 0-11,-1 6 1,6-6 0,-6 0-119,6-5-24,0 1-5,6-11-738</inkml:trace>
          <inkml:trace contextRef="#ctx0" brushRef="#br0" timeOffset="595.4887">4925-872 230,'0'0'20,"0"0"-20,0 0 0,0 0 0,0 0 282,0 0 52,-11 4 10,5 11 3,-5-5-205,11 0-41,0 4-8,0-4-1,-5 9-44,5 1-8,5-1-1,-5 6-1,0-1-10,0 1-3,6-6 0,-1 10 0,-5-4-9,0 4-1,6-5-1,-6-4 0,0 4-14,5-14 0,1 5 8,-1-6-8,1 1 0,-6-10 0,0 0-9,0 0 9,0 0-16,0-10 2,5-4 1,1-6 0,-1-4 5,0-1 8,6-4-13,-5 0 5,5 0 8,-6-1 0,12 6 0,-6 0-8,0-1 8,5 1 0,-10 9 0,10 1 0,-5-1 24,6 5 1,-12 1 0,-5 9 0,17-5 10,-17 5 1,0 0 1,10 14 0,-4 1-5,5 9 0,0-4-1,-6 9 0,6 5-19,-11 0-3,11 0-1,-5 5 0,-1 0-8,1-4 0,5-1 0,-6 5 0,-5-5-23,6-5-6,-1 0-2,-5 1 0,0-6-156,0 0-31</inkml:trace>
          <inkml:trace contextRef="#ctx0" brushRef="#br0" timeOffset="772.4474">4941-482 1267,'-11'0'112,"11"-5"-89,-11 0-23,11 5 0,-5 0 149,5 0 26,0 0 5,11-10 0,0-5-48,0 11-9,10-6-3,-4 5 0,-1 0-60,1 5-13,-1-5-3,6 5 0,-5 5-44,5-5-10,0 5-2,-1 0 0,1 5-189,0-6-39</inkml:trace>
          <inkml:trace contextRef="#ctx0" brushRef="#br0" timeOffset="1201.3445">5528-390 1861,'0'0'82,"0"0"18,0 0-80,0 0-20,0 0 0,0 0 0,0 0 83,0 0 13,0 0 2,0 0 1,0 0-55,0 0-10,0 0-2,0 0-1,-6-10-9,1 1-2,-1-6 0,6 5 0,0-4-8,6-1-1,-6-4-1,5-1 0,1 1-10,-1-1 8,1-4-8,-1 4 8,1 1-8,-1-1 8,6 1-8,-5-1 8,5 6 4,0-6 0,0 5 0,5 1 0,1 4-12,-1 0 0,0-4 0,1 9 0,-1-5 0,6 5 8,-22 5 0,0 0 0,17 5 0,-1 5-8,1 0 12,-1 4-4,-5 1-8,0-1 8,0 11-8,0-1 8,-6 1-8,1-1 0,-1 0 0,-5 1 0,11-6-29,-5-4-8,5 4-2,-6-4 0,-5-15-160,6 10-32</inkml:trace>
        </inkml:traceGroup>
        <inkml:traceGroup>
          <inkml:annotationXML>
            <emma:emma xmlns:emma="http://www.w3.org/2003/04/emma" version="1.0">
              <emma:interpretation id="{B990F2A2-63B1-4F89-9A46-03DFC162B863}" emma:medium="tactile" emma:mode="ink">
                <msink:context xmlns:msink="http://schemas.microsoft.com/ink/2010/main" type="inkWord" rotatedBoundingBox="23828,13080 24571,12752 24910,13522 24166,13849"/>
              </emma:interpretation>
              <emma:one-of disjunction-type="recognition" id="oneOf1">
                <emma:interpretation id="interp5" emma:lang="en-AU" emma:confidence="0">
                  <emma:literal>B)</emma:literal>
                </emma:interpretation>
                <emma:interpretation id="interp6" emma:lang="en-AU" emma:confidence="0">
                  <emma:literal>BB)</emma:literal>
                </emma:interpretation>
                <emma:interpretation id="interp7" emma:lang="en-AU" emma:confidence="0">
                  <emma:literal>B</emma:literal>
                </emma:interpretation>
                <emma:interpretation id="interp8" emma:lang="en-AU" emma:confidence="0">
                  <emma:literal>B))</emma:literal>
                </emma:interpretation>
                <emma:interpretation id="interp9" emma:lang="en-AU" emma:confidence="0">
                  <emma:literal>BE</emma:literal>
                </emma:interpretation>
              </emma:one-of>
            </emma:emma>
          </inkml:annotationXML>
          <inkml:trace contextRef="#ctx0" brushRef="#br0" timeOffset="1669.8556">6109-780 1267,'0'0'56,"0"0"12,0 0-55,0 0-13,11 15 0,-5-1 0,-1 1 160,1 0 30,-1-1 6,1 6 0,-1-6-98,0 6-20,1 4-4,-1-4-1,-5-1-32,6 1-6,-1-1-2,-5-4 0,6 0-21,-6-1-12,5-4 12,-5-10-12,6 10 8,-6-10-8,0 0 0,0 0 0,0 0 0,0-10 0,5-5-12,-5-4 3,0-6-1,6 1 0,-6-5 0,5 0 0,-5-1 10,6 1 8,-1 0-8,1 0 11,-1-1 2,1 1 1,5 0 0,0 4 0,0 1 8,5 0 2,-10 4 0,10 6 0,-5-1-7,0 5-1,0-4 0,0 14 0,0-5 25,0 5 5,-11 0 1,0 0 0,11 9-47,-6 1 0,1 0 0,-6-10 0,5 15 9,-5-6 3,-5 6 0,5 4 0,-6-4-36,1 0-6,-6 4-2,5-4 0,1-1-24,-1 1-4,1-5-2,-1 0 0,6-10 0,0 9 0,-5 6 0,5-15 0,0 0 29,0 10 5,5 4 2,-5-14 0,0 10 26,0-10-10,6 10 10,5 0 0,0-1 18,0 1 10,-6-5 3,12 0 0,-6-5 12,5 5 2,1 0 1,-1-5 0,1 4 0,-1-4 0,-5 10 0,0 0 0,-6-10-20,6 10-4,-5-1-1,-1 1 0,-5 5 11,-5-1 3,-1 1 0,-5 0 0,-5-1-24,0 6-11,-1-1 10,1 1-10,-6-1 0,5-4 0,1 0-8,-6-6 8,5-9-32,-5 0 0,0 0 0,6-5 0,-6-4-58,6-1-11,5-10-3,0 1-947</inkml:trace>
          <inkml:trace contextRef="#ctx0" brushRef="#br0" timeOffset="1876.4341">6614-1175 2152,'0'0'48,"0"0"9,0 0 3,16 5 0,-5-5-48,11 10-12,-6 0 0,6 0 0,0 4 83,0 6 14,0-1 3,6 1 1,-6 4-33,-6 0-8,6 6 0,-6 4-1,1-5-25,-1 5-5,-5 5-1,0-5 0,0 5-17,-5 0-11,-6 5 12,0-5-12,0 5 0,0-10-11,-6 5 0,-5-5 0,0 0-109,0 0-23,-5 1-4,-1-1-954</inkml:trace>
        </inkml:traceGroup>
        <inkml:traceGroup>
          <inkml:annotationXML>
            <emma:emma xmlns:emma="http://www.w3.org/2003/04/emma" version="1.0">
              <emma:interpretation id="{6112E706-F48B-4943-9455-74C6C4FE4327}" emma:medium="tactile" emma:mode="ink">
                <msink:context xmlns:msink="http://schemas.microsoft.com/ink/2010/main" type="inkWord" rotatedBoundingBox="26595,12939 27675,12906 27694,13532 26614,13564"/>
              </emma:interpretation>
              <emma:one-of disjunction-type="recognition" id="oneOf2">
                <emma:interpretation id="interp10" emma:lang="en-AU" emma:confidence="0">
                  <emma:literal>27</emma:literal>
                </emma:interpretation>
                <emma:interpretation id="interp11" emma:lang="en-AU" emma:confidence="0">
                  <emma:literal>2 7</emma:literal>
                </emma:interpretation>
                <emma:interpretation id="interp12" emma:lang="en-AU" emma:confidence="0">
                  <emma:literal>27,</emma:literal>
                </emma:interpretation>
                <emma:interpretation id="interp13" emma:lang="en-AU" emma:confidence="0">
                  <emma:literal>z7</emma:literal>
                </emma:interpretation>
                <emma:interpretation id="interp14" emma:lang="en-AU" emma:confidence="0">
                  <emma:literal>3 7</emma:literal>
                </emma:interpretation>
              </emma:one-of>
            </emma:emma>
          </inkml:annotationXML>
          <inkml:trace contextRef="#ctx0" brushRef="#br0" timeOffset="17443.1264">8785-765 1404,'0'0'62,"0"0"13,6-5-60,-6-5-15,0 5 0,5-4 0,1-6 116,5 5 20,-11 0 4,5 1 0,6-6-19,0 0-4,0 1-1,0 4 0,0 0-44,0-4-8,6 4-3,-1 5 0,-5 0-13,5 0-4,6 5 0,-5 5 0,-1 0-44,1 0 0,-1 0 0,1 5 0,5-1 9,-11 1 3,-11 5 0,5-1 0,0 6-12,-5-1 0,-5 1 0,-6-1 0,6 6-24,-6-1-6,0 0-2,-11 1 0,0-1 2,0 1 0,5-6 0,6 1 0,-5-1 0,5-4 0,0-1 0,0 1 0,6-5 19,-1 4 11,-5-9-12,6 5 12,5-10 0,0 0 0,-6 19 0,6-19 0,0 0 14,0 15 10,6-5 1,-6-10 1,0 0-13,11 10-2,11-6-1,-6 1 0,-5 0-10,5-5 0,12-5 0,-6 0 0,-6 5 0,6-4 0,0-1 0,5 0 0,1-5-117,-6 0-19,-11 5-4</inkml:trace>
          <inkml:trace contextRef="#ctx0" brushRef="#br0" timeOffset="17758.0124">9295-989 1623,'0'0'72,"0"0"15,0 0-70,0 0-17,11-5 0,0-5 0,0 0 112,0 5 20,6-4 3,-6 4 1,5 0-26,1 0-5,-1 0-1,0-5 0,6 10-66,0-4-14,-5-1-2,-1 5-1,-5-5-6,6 5-2,-6 5 0,0 0 0,-11-5-13,11 4 9,0-4-9,-11 0 8,0 0-8,5 10 0,6 5 0,0-6 8,0 6-8,-6 0 8,-10-6-8,10 11 8,1-5-8,-1 9 0,-10 0 0,-6 1 0,5-1 0,6 5 0,-10 1 0,-1-1 0,0 5 0,5 0-9,1-10 0,-1 11 0,1-11-35,5 5-6,0-9-2,0-1 0,0-19-53,0 0-11,-6 20-3</inkml:trace>
          <inkml:trace contextRef="#ctx0" brushRef="#br0" timeOffset="17967.0258">9443-853 1267,'0'0'112,"0"0"-89,0 0-23,0 0 0,0 0 108,0 0 16,11 0 4,11 0 1,-5 0-16,5 0-3,-6 0-1,1 5 0,5-5-29,-6 5-5,1-5-2,10 0 0,6 5-36,-6 0-7,-5-5-2,0 9 0,6-4-20,-12 0-8,0 0 0,1 0 0,-6 0-100,11 0-25,0 4-6</inkml:trace>
        </inkml:traceGroup>
      </inkml:traceGroup>
    </inkml:traceGroup>
    <inkml:traceGroup>
      <inkml:annotationXML>
        <emma:emma xmlns:emma="http://www.w3.org/2003/04/emma" version="1.0">
          <emma:interpretation id="{A9FFDF3D-F487-4366-B774-6A987E6936E5}" emma:medium="tactile" emma:mode="ink">
            <msink:context xmlns:msink="http://schemas.microsoft.com/ink/2010/main" type="paragraph" rotatedBoundingBox="17746,13422 27964,13697 27924,15164 17706,148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F756E8-F7AB-4E05-9116-05D4DE462048}" emma:medium="tactile" emma:mode="ink">
              <msink:context xmlns:msink="http://schemas.microsoft.com/ink/2010/main" type="line" rotatedBoundingBox="17746,13422 27964,13697 27924,15164 17706,14889"/>
            </emma:interpretation>
          </emma:emma>
        </inkml:annotationXML>
        <inkml:traceGroup>
          <inkml:annotationXML>
            <emma:emma xmlns:emma="http://www.w3.org/2003/04/emma" version="1.0">
              <emma:interpretation id="{58C7927B-2F94-433D-83D6-B193BEC5D3EE}" emma:medium="tactile" emma:mode="ink">
                <msink:context xmlns:msink="http://schemas.microsoft.com/ink/2010/main" type="inkWord" rotatedBoundingBox="17741,13613 21479,13714 21453,14682 17715,14582"/>
              </emma:interpretation>
              <emma:one-of disjunction-type="recognition" id="oneOf3">
                <emma:interpretation id="interp15" emma:lang="en-AU" emma:confidence="0">
                  <emma:literal>p(A1B)=</emma:literal>
                </emma:interpretation>
                <emma:interpretation id="interp16" emma:lang="en-AU" emma:confidence="0">
                  <emma:literal>si(A1B)=</emma:literal>
                </emma:interpretation>
                <emma:interpretation id="interp17" emma:lang="en-AU" emma:confidence="0">
                  <emma:literal>silA1B)=</emma:literal>
                </emma:interpretation>
                <emma:interpretation id="interp18" emma:lang="en-AU" emma:confidence="0">
                  <emma:literal>&gt;i(A1B)=</emma:literal>
                </emma:interpretation>
                <emma:interpretation id="interp19" emma:lang="en-AU" emma:confidence="0">
                  <emma:literal>&gt;ilA1B)=</emma:literal>
                </emma:interpretation>
              </emma:one-of>
            </emma:emma>
          </inkml:annotationXML>
          <inkml:trace contextRef="#ctx0" brushRef="#br0" timeOffset="-115380.3775">16-5 806,'-5'15'36,"5"-15"7,0 0-35,0 0-8,0 0 0,0 0 0,0 0 200,0 0 37,0 0 8,0 0 2,0 0-121,0 0-24,-6 10-5,1 4-1,5 6-52,5 4-10,1 5-2,-1 6-1,-5 4-16,0-10-3,11 0-1,0 5 0,-5 5-11,-1-5 0,1 5 0,-1-5 0,1 1-17,5 4-6,-11-10-1,0-10 0,5-4-149,-5 4-31</inkml:trace>
          <inkml:trace contextRef="#ctx0" brushRef="#br0" timeOffset="-115098.0814">-77 54 288,'0'0'25,"0"0"-25,0 0 0,0 0 0,0 0 274,0-10 50,-5 0 9,-1 1 3,6-1-160,0 0-32,11 5-7,0-9-1,11 4-49,0-5-11,5 5-1,-5 6-1,11-6-30,-11 10-5,6 0-2,-7 0 0,7 5-12,-1 0-2,-10-1-1,5 1 0,-6 0-11,-5 0-3,0 5 0,0 0 0,-5-1 0,-6 1 0,5 10 0,-5-6 0,-5 6-8,-6-1 0,0 6 0,-6-1 8,1 0-20,-1 1-5,-5-6-1,0 1 0,6-1-2,-11-4 0,5-1 0,-6-9 0,6 0-1,0 5-1,0-10 0,0 0 0,6-5-32,5 5-6,0 0-2,0 0-586,0 0-118</inkml:trace>
          <inkml:trace contextRef="#ctx0" brushRef="#br0" timeOffset="-114839.6289">554-122 345,'0'0'31,"0"0"-31,0 0 0,0 0 0,0 0 357,0 0 66,0 0 13,0 0 2,0 0-232,0 0-46,0 0-10,-11 0-2,-6-5-67,1 10-13,10 0-4,-5 5 0,6 5-34,-1-1-7,-5 1-2,1 4 0,4 6-21,1 4 0,-1 0 0,1 5 0,5 5 0,0 5 0,0-10-10,5 0 10,1 1-24,5-6 1,-1 10 1,1-5 0,-5 10-34,10-5-8,1-10 0,-1-5-1,1-4-54,-1-1-10,1 1-3,10-1-816</inkml:trace>
          <inkml:trace contextRef="#ctx0" brushRef="#br0" timeOffset="-114425.8967">855 0 748,'0'0'67,"0"0"-54,0 0-13,0 0 0,0 0 248,0 0 46,0 0 10,0 15 1,6-1-171,-1 1-34,1 5-8,-1-1 0,1 5-50,-1 6-10,1-1-1,-1 10-1,1 10-16,5-10-3,-6-20-1,1 10 0,-1 1-10,1 4 0,-1 0 0,1-15 8,-1-4-8,-5 0-11,6-1 3,-6 1 0,0-15-19,0 0-3,0 0-1,0 0 0,0 0 17,0 0 3,0-20 1,0 6 0,0-1 10,0-9 14,-6-15-3,6 5-1,6 0-10,-6-5 0,0 4 0,0-4 0,5 0 8,1 5 2,-1 5 1,6 0 0,-6 0 5,6-1 0,0 11 1,6-1 0,-1 6 3,1-1 0,-6 5 0,5 5 0,-5 5 4,6 5 2,-1 0 0,1 10 0,-1-5-6,-5 9-2,5 5 0,-5 11 0,0 4-8,6 0-2,-6-5 0,-6-5 0,6-5-8,0 10 0,-5-4 0,5-1 0,-6 0-24,1-4-6,-1-1-2,-5 5 0,6-4-46,-12-6-10,6-9-1</inkml:trace>
          <inkml:trace contextRef="#ctx0" brushRef="#br0" timeOffset="-114231.9246">905 190 1324,'0'0'118,"0"0"-94,0 0-24,0 0 0,16 15 132,1-5 23,-6-5 4,11-1 1,-6 6-47,6-5-9,0 0-1,0-5-1,0 0-31,5 5-7,-5-5 0,6 5-1,-7-5-31,7 0-5,-6-5-2,5 10 0,-5 4-25,0-9 0,0 0 0,-6 0 0,6 0-136,-5 0-19,5 0-4</inkml:trace>
          <inkml:trace contextRef="#ctx0" brushRef="#br0" timeOffset="-114015.0393">1623-39 1951,'0'0'86,"0"0"18,0 0-83,0 0-21,6 15 0,-6 4 0,0-4 108,0 4 18,0 1 3,0 4 1,11 10-54,-6-4-10,-5 9-2,6 0-1,5 0-50,0 5-13,-1-5 0,1 4 0,0 1 12,0-5-4,6-9 0,-6 9 0,5 0-124,-5-15-26,0-9-5,0-1-895</inkml:trace>
          <inkml:trace contextRef="#ctx0" brushRef="#br0" timeOffset="-113166.48">1903-19 1422,'0'0'63,"0"0"13,0 0-61,0 0-15,11 9 0,0-4 0,0 0 109,0 5 19,5-5 4,1 9 1,-6-4-43,0 5-9,5 9-1,-5 1-1,0 4-35,5 5-6,-5-10-2,0 6 0,0-6-19,0 5-4,0-4-1,-5-6 0,5 1-4,-6-1-8,1 1 11,-1-6-11,-5-14 0,0 10 0,0 14-12,0-24 3,0-14-29,0 14-6,0 0 0,0 0-1,-11-10 35,0-5 10,6-9 0,-6 0 0,0-1 0,0-9 0,0-5-9,0 5 9,0 0 10,0 5 6,5-1 0,1-4 1,-1 5 15,6 5 2,-5-1 1,10 6 0,-5-1-16,6 1-3,-1 4-1,6 0 0,-5 6 32,5 4 6,0 0 2,5 5 0,1 0-37,-1 0-7,1 0-2,-1 5 0,12 0 24,-12-5 5,6 9 1,-6-4 0,6 0-18,-5 0-3,-1 0-1,1 0 0,-6 0-8,0 4-1,0-4-8,-11-5 12,0 15-12,5-5 11,-5 4-11,-5-4 10,-6 5-10,-6-6 0,6 6 0,-5-5-11,5 0-19,-6-1-4,1 1-1,-1 0 0,1 0-4,5-6-1,0 1 0,11-5 0,-5 5-10,5-5-2,0 0-1,0 0 0,0 0 41,0 0 12,0 15 0,5-5 0,-5-10 0,5 14 0,1-4-9,5 5 9,0-1 0,5 6 16,-5-6-4,11 1 0,0-5 10,0-1 2,6-4 0,-6 0 0,-6 5 4,0-5 2,1 9 0,-1 1 0,6-5-30,-5 0 8,-1-1-8,1 6 0,-1-5 44,1-1 5,-7 6 2,1 5 0,-5-11-14,-6 6-2,0 0-1,0-1 0,-6 1-12,-10-5-2,0 4-1,-1 1 0,-5-5-19,6-1 10,-6 1-10,5 0 8,-5-10-8,-5 5 0,0 0 0,-1-5 0,1-5-40,5-5-1,-6 5 0,12-5 0,-6 1 13,5-6 2,7 5 1,-1 0 0,0 1-63,5-6-12,1 5-2,5-4-662,5-1-133</inkml:trace>
          <inkml:trace contextRef="#ctx0" brushRef="#br0" timeOffset="-112862.5601">2649-287 1634,'0'-15'72,"0"15"16,0 0-71,11 10-17,0-5 0,5 4 0,1 1 126,-1 5 22,6 9 4,-6-4 0,1-1-43,-1 1-9,6 4-1,0 0-1,-5 1-38,-1 4-7,0-5-1,1 10-1,-1 1-23,-5-1-4,0 0 0,0 10-1,-5 0-13,-6-5-2,0 4-8,5 1 12,-10 0-12,5 0 0,-6-5 0,-5 0 0,6-5-40,-12 5-5,6-5-1,0-4 0,0-11-159,1 1-32,-1 4-7</inkml:trace>
          <inkml:trace contextRef="#ctx0" brushRef="#br0" timeOffset="-112521.8554">3181-73 345,'11'-15'31,"-11"15"-31,5 0 0,1-4 0,5 4 292,-11 0 52,5 0 10,6 4 2,-11-4-160,11-4-33,-11 4-7,11 4 0,-11-4-74,16 5-14,1 0-4,-1 0 0,-5-5 0,6 5 0,-6-5 0,5 0 0,1 0-29,-1 0-7,0 0 0,1 0-1,-1 0-27,1 0 0,-12 0 0,12 0 0,-6 0 0,-11 0-20,0 0 3,0 0 1,0 0-135,0 0-26,0 0-6,0 0-828</inkml:trace>
          <inkml:trace contextRef="#ctx0" brushRef="#br0" timeOffset="-112320.8516">3175 181 1324,'0'0'118,"0"0"-94,0 0-24,0 0 0,0 0 191,11-5 33,-11 5 8,17 0 0,-6 0-78,5 0-16,-16 0-3,11-10-1,0 5-55,5 0-11,6 15-3,0-10 0,0-10-1,0-4 0,6 4 0,-7 5 0,7 5-64,-1 5-14,1 5-2,-6 4-1,0-4 3,0 5 1,-6-15 0,0 9 0,1 6-120,-1-5-24,-5-5-5,6-1-1010</inkml:trace>
        </inkml:traceGroup>
        <inkml:traceGroup>
          <inkml:annotationXML>
            <emma:emma xmlns:emma="http://www.w3.org/2003/04/emma" version="1.0">
              <emma:interpretation id="{617FE707-0450-4E22-8DA6-56160F3D8065}" emma:medium="tactile" emma:mode="ink">
                <msink:context xmlns:msink="http://schemas.microsoft.com/ink/2010/main" type="inkWord" rotatedBoundingBox="22228,13952 24469,14012 24440,15070 22199,15010"/>
              </emma:interpretation>
              <emma:one-of disjunction-type="recognition" id="oneOf4">
                <emma:interpretation id="interp20" emma:lang="en-AU" emma:confidence="0">
                  <emma:literal>pirs)</emma:literal>
                </emma:interpretation>
                <emma:interpretation id="interp21" emma:lang="en-AU" emma:confidence="0">
                  <emma:literal>¥ B)</emma:literal>
                </emma:interpretation>
                <emma:interpretation id="interp22" emma:lang="en-AU" emma:confidence="0">
                  <emma:literal>pins)</emma:literal>
                </emma:interpretation>
                <emma:interpretation id="interp23" emma:lang="en-AU" emma:confidence="0">
                  <emma:literal>= B)</emma:literal>
                </emma:interpretation>
                <emma:interpretation id="interp24" emma:lang="en-AU" emma:confidence="0">
                  <emma:literal># B)</emma:literal>
                </emma:interpretation>
              </emma:one-of>
            </emma:emma>
          </inkml:annotationXML>
          <inkml:trace contextRef="#ctx0" brushRef="#br0" timeOffset="2244.585">4404 161 1267,'0'0'112,"0"0"-89,0 0-23,0 0 0,5-5 198,12-5 35,-1 1 7,6-6 2,5 5-106,1-4-22,5 4-4,5 0-1,11 0-35,6 1-7,0 4-2,11-5 0,16 5-23,6-5-5,-6 6-1,11-6 0,-5 5-18,0 0-4,0 0-1,5 5 0,-11 0-13,0 0 0,1 0 0,-7 5 0,-10-5 0,-11 5 0,-6 0 0,1 5 0,-12-6 0,1 1-12,-12 5 1,0-10 0,1 5-32,-12 0-6,-5 0-2,6 0 0,-12-5-145,-5 0-28</inkml:trace>
          <inkml:trace contextRef="#ctx0" brushRef="#br0" timeOffset="2730.4209">4853 327 1836,'0'0'81,"-5"10"17,-1-6-78,1 6-20,5 0 0,0 0 0,5-1 65,1 11 10,-1-5 1,6 9 1,0 0-45,0 6-10,6 4-2,-6 0 0,0 0-20,0-5 8,-6 0-8,1 1 0,4-11 0,-4 6 0,-6-11 0,0 1 0,5-5-28,1-1-4,-6-4-1,-6 5 0,-5-5-33,6-5-6,5 0-2,-5-5 0,-6-5 10,5 0 3,-5-4 0,0-11 0,0 1 30,0 0 7,0-1 0,0 1 1,6-10 57,-1 9 11,1 1 3,5 0 0,5-6 0,1 6 0,5 0 0,0 4 0,5-4-2,6-1 0,-5 16 0,4-6 0,-4 0-2,10 6-1,1-1 0,-1 0 0,1-4-6,-1 9-1,0 0 0,-5 5 0,0 0-9,-5 5-3,-1 0 0,-16-5 0,11 4 2,0 6 0,-5 5 0,-6-15 0,0 0-1,0 14 0,-11 11 0,5-11 0,-10 1-10,-1-5-3,1 0 0,-6-1 0,0 1-12,-5 0 0,-1 0 0,6-1 0,-5 1-13,5 5-9,5-10-2,-5 4 0,6-4-35,0 5-7,10-5-2,-5 0-639,11-5-128</inkml:trace>
          <inkml:trace contextRef="#ctx0" brushRef="#br0" timeOffset="2932.9002">5489 317 1440,'0'0'64,"0"0"12,-11 5-60,6 5-16,5-10 0,-6 5 0,-4 4 197,-1-4 37,5 5 7,-5 5 2,6-6-141,-6 11-28,0-1-6,5 6 0,6-1-35,-5 5-6,-6 1-2,11 4 0,-6 0-25,6 5 0,0-5 8,6 5-8,-1 0-14,1-5-5,5 0-1,0 0 0,0-4-141,5-6-29,1-5-6</inkml:trace>
          <inkml:trace contextRef="#ctx0" brushRef="#br0" timeOffset="3541.6301">5764 429 1036,'0'0'92,"0"0"-73,0 0-19,-6 20 0,6-20 196,0 19 36,0-4 8,0 9 0,0 1-147,6-1-29,-1 0-7,1 1-1,-1 4-27,1-5-5,-6-4-2,5-1 0,-5 6-22,0-6 0,6-4 0,-6-1 8,0-14-8,0 0 0,0 0 0,0 0 0,0 0 0,0 0 0,0 0 0,0 0 0,0 0 13,0-14 2,0-1 0,0-9 0,-6-1-24,6 1-5,0 0-1,6-1 0,-6 1 63,5 0 13,1 4 3,-1-4 0,0-1-25,6 6-5,0-1-1,6 6 0,-1-1-13,6 5-2,0 1-1,0-1 0,-5 0 1,5 0 0,-12 5 0,-10 5 0,17 0 3,-17 0 1,0 0 0,11 15 0,-11-15-11,5 15-3,1-1 0,-6 6 0,-6-6-17,-5 6-4,0-1-1,0 1 0,1 4-56,-1-9-11,-6-5-3,6 4 0,-5-9 38,10 10 7,-5-5 2,0-1 0,6-4 7,-1 5 2,6 0 0,0-10 0,0 0 28,0 0 0,0 9 0,6 1 0,-6-10 0,16 10 0,-5 0 0,6-5 0,-1 4 36,1-4 11,-6 0 1,5 0 1,6 0-12,-11 0-2,5 0-1,-5-1 0,6-4-14,-17 0-2,5 15-1,1 0 0,-1-6 5,-5 1 1,0 5 0,0-1 0,-11-4-15,6 0-8,-6 0 10,0 4-10,-6-4 0,6-5 0,-5 5 0,-1-10 0,7 5 16,-7-5-2,1-5-1,-1 0 0,6-5-72,-5 0-14,-6-4-3,5-6-677,6 6-135</inkml:trace>
          <inkml:trace contextRef="#ctx0" brushRef="#br0" timeOffset="3714.177">6394 400 230,'28'19'20,"-17"-14"-20,-11-5 0,11 10 0,5 5 337,1-1 63,5 1 13,-6 0 3,0-1-195,-5 1-38,11 4-8,-11 1-2,0-1-72,0 1-14,6 4-3,-12 1-1,1-1-35,-1 5-8,-5 0 0,0 6-1,-5 4-19,-1-5-3,-5 0-1,0 0 0,0-5-16,-5 0 0,-1 1 0,1-6 0,-1 0-108,1-4-26,-6-5-5</inkml:trace>
        </inkml:traceGroup>
        <inkml:traceGroup>
          <inkml:annotationXML>
            <emma:emma xmlns:emma="http://www.w3.org/2003/04/emma" version="1.0">
              <emma:interpretation id="{31F25C55-2271-419E-8E45-86DCCBC5B9EA}" emma:medium="tactile" emma:mode="ink">
                <msink:context xmlns:msink="http://schemas.microsoft.com/ink/2010/main" type="inkWord" rotatedBoundingBox="25343,14394 25377,14064 25725,14101 25691,14430"/>
              </emma:interpretation>
              <emma:one-of disjunction-type="recognition" id="oneOf5">
                <emma:interpretation id="interp25" emma:lang="en-AU" emma:confidence="0">
                  <emma:literal>=</emma:literal>
                </emma:interpretation>
                <emma:interpretation id="interp26" emma:lang="en-AU" emma:confidence="0">
                  <emma:literal>#</emma:literal>
                </emma:interpretation>
                <emma:interpretation id="interp27" emma:lang="en-AU" emma:confidence="0">
                  <emma:literal>c</emma:literal>
                </emma:interpretation>
                <emma:interpretation id="interp28" emma:lang="en-AU" emma:confidence="0">
                  <emma:literal>E</emma:literal>
                </emma:interpretation>
                <emma:interpretation id="interp29" emma:lang="en-AU" emma:confidence="0">
                  <emma:literal>C</emma:literal>
                </emma:interpretation>
              </emma:one-of>
            </emma:emma>
          </inkml:annotationXML>
          <inkml:trace contextRef="#ctx0" brushRef="#br0" timeOffset="4399.4046">7524 405 1440,'0'0'128,"0"0"-103,0 0-25,16 0 0,1-5 128,5 5 21,-6 0 4,6 0 1,0 0-1,0 0 0,6 0 0,-7-5 0,1 5-76,0 0-15,-5 0-3,5 0-1,-6-5-58,1 0 0,5 0-17,-6 1-793,0-6-158</inkml:trace>
          <inkml:trace contextRef="#ctx0" brushRef="#br0" timeOffset="4221.4392">7562 107 1209,'0'0'53,"0"0"12,0 0-52,0 0-13,0 0 0,11 0 0,6 0 256,-6 0 49,5 0 10,1 0 1,-1 0-181,1 0-37,5 0-7,-6 0-2,6 0-45,-6 0-10,1-4-2,-1 4 0,-5 0-23,6 4-9,-1-4 0,1 0 9,-6 0-38,-11 0-8,11 0-2,-11 0-766,0 0-154</inkml:trace>
        </inkml:traceGroup>
        <inkml:traceGroup>
          <inkml:annotationXML>
            <emma:emma xmlns:emma="http://www.w3.org/2003/04/emma" version="1.0">
              <emma:interpretation id="{4C444B91-CEA7-4522-95FB-25320D4F937F}" emma:medium="tactile" emma:mode="ink">
                <msink:context xmlns:msink="http://schemas.microsoft.com/ink/2010/main" type="inkWord" rotatedBoundingBox="26335,13928 27958,13670 28107,14610 26484,14868"/>
              </emma:interpretation>
              <emma:one-of disjunction-type="recognition" id="oneOf6">
                <emma:interpretation id="interp30" emma:lang="en-AU" emma:confidence="0">
                  <emma:literal>to</emma:literal>
                </emma:interpretation>
                <emma:interpretation id="interp31" emma:lang="en-AU" emma:confidence="0">
                  <emma:literal>To</emma:literal>
                </emma:interpretation>
                <emma:interpretation id="interp32" emma:lang="en-AU" emma:confidence="0">
                  <emma:literal>too</emma:literal>
                </emma:interpretation>
                <emma:interpretation id="interp33" emma:lang="en-AU" emma:confidence="0">
                  <emma:literal>Too</emma:literal>
                </emma:interpretation>
                <emma:interpretation id="interp34" emma:lang="en-AU" emma:confidence="0">
                  <emma:literal>two</emma:literal>
                </emma:interpretation>
              </emma:one-of>
            </emma:emma>
          </inkml:annotationXML>
          <inkml:trace contextRef="#ctx0" brushRef="#br0" timeOffset="18329.9239">8522-24 1209,'0'0'108,"0"0"-87,0 0-21,0 0 0,0 0 134,0 0 22,39-5 5,-12 0 1,0 0-34,6-5-6,6 1-2,5 4 0,-6-5-19,11 0-4,6-4-1,11 4 0,-6-5-30,6 1-6,0 4-2,11 0 0,-1-4-29,-4 4-5,-1-5-2,-5 5 0,0-4-12,-6 4-2,0-5-8,1 6 12,-12-1-12,0 5 0,6-5 8,-11 5-8,-6 1 0,1-1 0,-1 5 0,-5 0-10,-11 0-48,-6 0-10,-5 5-1,-11-5-741,11 4-148</inkml:trace>
          <inkml:trace contextRef="#ctx0" brushRef="#br0" timeOffset="18719.053">9032 185 1785,'11'-24'159,"-11"24"-127,0 0-32,0 0 0,0 0 69,0 0 8,0 0 2,0 0 0,-11-5 12,11 5 2,0 0 1,-5 10 0,-6 5-51,0-1-11,5 6-1,1-1-1,-1 6-30,-5-1 0,0 5 0,6 0 0,5 1-10,-6-6 10,1 5-8,-1 1 8,1-6-23,-1 0 1,1 1 0,5-1 0,-6-9-5,12 4-1,-1 1 0,-5-6 0,0 1 11,0-5 1,11-5 1,-11-5 0,0 0 15,17 0 0,-6 9 0,5-9-9,12-5 21,-6 1 4,-6-1 0,12-5 1,-1 0 4,0 0 1,-5-4 0,6 4 0,-6 0-13,5-4-9,-5 4 12,0 0-12,-11 0-22,5-4-11,12 4-3,-12 0-998</inkml:trace>
          <inkml:trace contextRef="#ctx0" brushRef="#br0" timeOffset="18948.3955">9323 195 1861,'0'0'82,"0"0"18,0 0-80,0 0-20,-17 10 0,6 0 0,11-10 108,-11 9 17,6 6 4,-12 5 1,1-1-70,5 5-15,11-24-2,-5 20-1,-6 4-21,5 1-4,6 9-1,0 5 0,0-10-16,-5 0 8,5 5-8,0-4 0,11-1-8,0-5-9,-11 1-2,5-6 0,6 1-197,0-1-40</inkml:trace>
          <inkml:trace contextRef="#ctx0" brushRef="#br0" timeOffset="19230.5788">9657 298 1036,'0'0'92,"0"0"-73,0 0-19,0 0 0,-5 4 200,5-4 36,0 0 7,-11 20 1,0 4-127,0 1-25,5-6-6,6-4-1,0 4-53,0 1-10,0 4-2,6 1-1,5-1-19,-6 5 0,1-4 8,5-1-8,-6-5 0,12 1 0,-6-1 0,11 1 0,-11-10 0,5 4 0,12-9 0,-12-5 0,-11 0 0,12-5 16,5-9-3,0 4-1,0-5 12,-6-4 1,1-1 1,-1-4 0,6-10 9,-11 5 1,-6-1 1,1 1 0,5-5 5,-6 5 1,-5-1 0,-11 1 0,0 0-27,-5 5-6,0-1-1,-6 1 0,0 4-9,-6 6-14,6-1 3,0 5 1,-10 10-62,10 5-12,0 0-2,5 10-1034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19.23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B4C1416-D08E-4CE3-A4B9-0788B29D3CC3}" emma:medium="tactile" emma:mode="ink">
          <msink:context xmlns:msink="http://schemas.microsoft.com/ink/2010/main" type="writingRegion" rotatedBoundingBox="10102,15334 16621,14878 16704,16062 10185,16518"/>
        </emma:interpretation>
      </emma:emma>
    </inkml:annotationXML>
    <inkml:traceGroup>
      <inkml:annotationXML>
        <emma:emma xmlns:emma="http://www.w3.org/2003/04/emma" version="1.0">
          <emma:interpretation id="{D9E2F461-8285-470F-A88B-65FE63EAFE26}" emma:medium="tactile" emma:mode="ink">
            <msink:context xmlns:msink="http://schemas.microsoft.com/ink/2010/main" type="paragraph" rotatedBoundingBox="10102,15334 16621,14878 16704,16062 10185,165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02BDC4-23DA-4276-AAA7-91B2DAFBB93F}" emma:medium="tactile" emma:mode="ink">
              <msink:context xmlns:msink="http://schemas.microsoft.com/ink/2010/main" type="line" rotatedBoundingBox="10102,15334 16621,14878 16704,16062 10185,16518"/>
            </emma:interpretation>
          </emma:emma>
        </inkml:annotationXML>
        <inkml:traceGroup>
          <inkml:annotationXML>
            <emma:emma xmlns:emma="http://www.w3.org/2003/04/emma" version="1.0">
              <emma:interpretation id="{6E090199-1ACF-436C-90E9-B16D9A861C99}" emma:medium="tactile" emma:mode="ink">
                <msink:context xmlns:msink="http://schemas.microsoft.com/ink/2010/main" type="inkWord" rotatedBoundingBox="10109,15430 10750,15385 10811,16254 10170,16298"/>
              </emma:interpretation>
              <emma:one-of disjunction-type="recognition" id="oneOf0">
                <emma:interpretation id="interp0" emma:lang="en-AU" emma:confidence="0">
                  <emma:literal>PI</emma:literal>
                </emma:interpretation>
                <emma:interpretation id="interp1" emma:lang="en-AU" emma:confidence="0">
                  <emma:literal>P</emma:literal>
                </emma:interpretation>
                <emma:interpretation id="interp2" emma:lang="en-AU" emma:confidence="0">
                  <emma:literal>Pl</emma:literal>
                </emma:interpretation>
                <emma:interpretation id="interp3" emma:lang="en-AU" emma:confidence="0">
                  <emma:literal>Ph</emma:literal>
                </emma:interpretation>
                <emma:interpretation id="interp4" emma:lang="en-AU" emma:confidence="0">
                  <emma:literal>PC</emma:literal>
                </emma:interpretation>
              </emma:one-of>
            </emma:emma>
          </inkml:annotationXML>
          <inkml:trace contextRef="#ctx0" brushRef="#br0">0 79 576,'0'0'51,"0"0"-41,0 0-10,0 0 0,0 0 152,5-9 28,6-1 5,-5 0 2,5 5-64,0-4-13,0 4-2,10-5-1,1 5-30,0 0-5,0 5-2,0-5 0,6 0-40,-1 5-8,-5 0-2,5 0 0,1 0 28,-6 0 4,0 5 2,0 0 0,-6 0-35,1 5-7,-6-5-2,-11-5 0,0 0-10,5 14 0,1 6 0,-6-1 0,-6 1 11,-5-1-3,-5 6-8,-1-1 12,6-4-12,-11-1 0,0 5-9,0-4 9,-5-1-28,5 1 0,-5-5 0,5-1 0,-6-9-14,1 5-2,5 0-1,5-6 0,-5-4-38,12 0-7,-1-4-2,11 4-676</inkml:trace>
          <inkml:trace contextRef="#ctx0" brushRef="#br0" timeOffset="-293.7584">120 182 1094,'-16'0'48,"10"5"11,-5-5-47,6 5-12,-1 9 0,-4-4 0,-1 0 89,5 9 16,6 1 3,0 9 1,-5-5-62,-1 10-13,6-4-2,0-1-1,11 5-23,-5-5-8,-6 5 0,0-4 0,16-1 0,-11 0-10,1-4 0,-1-1-460,1-5-92</inkml:trace>
          <inkml:trace contextRef="#ctx0" brushRef="#br0" timeOffset="237.0961">641 36 1209,'0'0'108,"0"0"-87,0 0-21,0 0 0,0 0 120,0 0 19,0 0 4,0 0 1,-5 14-39,-1-4-7,1 5-2,-1-1 0,6 6-51,-5-1-10,-1 1-3,1 9 0,-1 0-32,6 0 0,-5 6 0,0 4 0,-1 4 28,6 1 0,-5 5-1,5 0 0,0 0-43,0-6-9,5 1-2,1 0 0,-1-15-1,6 6-1,0-6 0,0-5 0,0-4-75,5-6-16,1 1-2</inkml:trace>
        </inkml:traceGroup>
        <inkml:traceGroup>
          <inkml:annotationXML>
            <emma:emma xmlns:emma="http://www.w3.org/2003/04/emma" version="1.0">
              <emma:interpretation id="{56AB506E-FAAA-4105-9A7A-73C0111B84CC}" emma:medium="tactile" emma:mode="ink">
                <msink:context xmlns:msink="http://schemas.microsoft.com/ink/2010/main" type="inkWord" rotatedBoundingBox="10988,15357 12687,15238 12756,16227 11057,16345"/>
              </emma:interpretation>
              <emma:one-of disjunction-type="recognition" id="oneOf1">
                <emma:interpretation id="interp5" emma:lang="en-AU" emma:confidence="0">
                  <emma:literal>Blue</emma:literal>
                </emma:interpretation>
                <emma:interpretation id="interp6" emma:lang="en-AU" emma:confidence="0">
                  <emma:literal>Bine</emma:literal>
                </emma:interpretation>
                <emma:interpretation id="interp7" emma:lang="en-AU" emma:confidence="0">
                  <emma:literal>Blues</emma:literal>
                </emma:interpretation>
                <emma:interpretation id="interp8" emma:lang="en-AU" emma:confidence="0">
                  <emma:literal>Bike</emma:literal>
                </emma:interpretation>
                <emma:interpretation id="interp9" emma:lang="en-AU" emma:confidence="0">
                  <emma:literal>Brue</emma:literal>
                </emma:interpretation>
              </emma:one-of>
            </emma:emma>
          </inkml:annotationXML>
          <inkml:trace contextRef="#ctx0" brushRef="#br0" timeOffset="994.6459">894 226 1267,'0'-20'56,"0"20"12,0 0-55,0 0-13,0 0 0,0 0 0,0 0 112,5 5 19,-5-5 4,6 5 1,5 10-64,-11-6-13,11 6-3,-6 9 0,6-4-15,-6 4-3,1 1-1,5-1 0,-6 0-21,1 1-4,5-1 0,-6 0-1,-5-9-11,11 5 0,-5-6 0,-1 1 8,1-5-8,-6-10 0,0 0 0,0 0 0,0 0 0,0 0-12,0 0 2,0-10 1,5-5-2,-5 1 0,0-6 0,0-4 0,0-1 11,0-4-8,6-5 8,-6 0-8,0-5-15,0 5-2,5 0-1,1-5 0,-6 0 43,5 9 9,6 1 2,6 0 0,-6 4-11,0 1-1,-1 5-1,7-1 0,-1 6 5,1 4 0,-6-5 1,0 5 0,5 1 18,1 9 3,-12 0 1,6 0 0,0 0-25,-11 0-5,11 9-1,-5 1 0,-1 0-2,1 0-1,-6-1 0,5 6 0,-10 0-9,-1-1 0,1 6 0,-1-1 0,1 6 0,-6-6-20,0 1 3,0-1 1,5-4-20,-5-1-4,6 1-1,5-15 0,0 0 1,-11 5 0,11-5 0,0 0 0,-11 5 14,11-5 3,0 0 1,0 0 0,0 0 10,0 0 3,0 0 0,0 0 0,0 0 9,11 5 0,0-5 0,5 0 0,-5 4 10,6-4 7,-1 10 2,1-5 0,-1 0 21,6 0 4,-6 5 0,1-1 1,5 1-36,-6 0-9,-5 4 0,6 1 0,-12 0 0,6-6 0,0 6 0,0 0 0,-11 4 0,0 1 0,0-6 0,-5 6 0,5-6 48,-6 1 7,-5 0 1,-5-6 1,5 6-40,-6 0-8,1-1-1,-6-4-8,0 0 20,0-5-2,-5 0-1,-1-5 0,-5-5-36,6 0-7,-1-5-2,-5 5 0,1-5-151,10-4-30</inkml:trace>
          <inkml:trace contextRef="#ctx0" brushRef="#br0" timeOffset="1342.2141">1590-33 1634,'0'0'72,"0"0"16,0 0-71,0 0-17,0 0 0,0 0 0,0 0 116,-11 5 19,11-5 4,-5 10 1,-1 5-50,6-1-10,-5 1-1,5 4-1,5 6-47,-5-1-10,0 0-1,6 6-1,-6-1 21,5 5 4,-5-5 0,6 10 1,-6-5-36,5 1-9,1-1 0,5 0 0,-6-5-52,6-5-12,-6 1-2,6-1-678,-5-4-136</inkml:trace>
          <inkml:trace contextRef="#ctx0" brushRef="#br0" timeOffset="1686.2358">1842 177 1036,'-11'0'46,"11"0"10,0 5-45,0-5-11,0 0 0,0 0 0,-5 5 198,5-5 38,0 9 7,5 11 1,-10-5-153,5 4-31,5 1-7,1-1-1,-6 10-22,5-4-5,1-1-1,-6 5 0,11-4-8,-6-1-3,1-4 0,5 4 0,-6-5-13,1 1 0,5-5 8,-6-6-8,-5-9 0,11 10 0,-5 0 0,-6-10 0,0 0 0,16-5-10,1 0 2,-7-5 0,-4 1-4,5-6-1,0-5 0,-6 1 0,1-1 13,5-4-11,-6 0 11,1-1-10,-1 6 10,1-1 0,-6 1 0,5 9 8,-5-5 1,6 6 1,-6 9 0,0 0 0,0 0 4,0 0 1,0 0 0,0 0 0,5 9-7,1 6 0,-1 5-8,6 4 12,-5 0-12,5 1 0,-11-1 0,11 0 0,-6 6-64,6-6-7,-5 0-1</inkml:trace>
          <inkml:trace contextRef="#ctx0" brushRef="#br0" timeOffset="2009.4525">2298 465 806,'0'0'72,"0"0"-58,11-5-14,-6 0 0,6-5 218,0 0 41,5-4 8,1 4 1,-1-5-109,-5 1-23,6-6-4,-1 10 0,1-4-37,5-1-7,-11 5-2,-1-4 0,1-1-48,-5 1-10,5-1-1,-6 0-1,1 6 4,-6 9 1,0 0 0,0 0 0,-11-10 1,11 10 1,-11-5 0,0 0 0,-5 5-73,-1 0-16,1 5-2,-1 0-1,-5 5 4,6-1 1,-1 6 0,6 0 0,-5 4 10,-1 5 1,1 1 1,5-1 0,0 5 24,6 1 5,-1 9 1,1-5 0,10 5-11,-5-5-1,11 0-1,0 0 0,0 0 69,5-4 13,6-6 3,6 0 1,-1-4-46,12-10-15,-6-1 8,10 1-8,-4 0 32,-1-5 4,6-5 0</inkml:trace>
        </inkml:traceGroup>
        <inkml:traceGroup>
          <inkml:annotationXML>
            <emma:emma xmlns:emma="http://www.w3.org/2003/04/emma" version="1.0">
              <emma:interpretation id="{F18E90E3-241A-4E95-B211-EE5FF184413E}" emma:medium="tactile" emma:mode="ink">
                <msink:context xmlns:msink="http://schemas.microsoft.com/ink/2010/main" type="inkWord" rotatedBoundingBox="13037,15320 13870,15261 13939,16255 13106,16313"/>
              </emma:interpretation>
              <emma:one-of disjunction-type="recognition" id="oneOf2">
                <emma:interpretation id="interp10" emma:lang="en-AU" emma:confidence="0">
                  <emma:literal>K</emma:literal>
                </emma:interpretation>
                <emma:interpretation id="interp11" emma:lang="en-AU" emma:confidence="0">
                  <emma:literal>f</emma:literal>
                </emma:interpretation>
                <emma:interpretation id="interp12" emma:lang="en-AU" emma:confidence="0">
                  <emma:literal>k</emma:literal>
                </emma:interpretation>
                <emma:interpretation id="interp13" emma:lang="en-AU" emma:confidence="0">
                  <emma:literal>*</emma:literal>
                </emma:interpretation>
                <emma:interpretation id="interp14" emma:lang="en-AU" emma:confidence="0">
                  <emma:literal>F</emma:literal>
                </emma:interpretation>
              </emma:one-of>
            </emma:emma>
          </inkml:annotationXML>
          <inkml:trace contextRef="#ctx0" brushRef="#br0" timeOffset="3742.236">2923-96 1324,'5'15'118,"-5"-15"-94,0 0-24,0 0 0,0 0 73,0 9 11,6 6 1,5-5 1,-11 4 14,11-4 4,-6 0 0,6 4 0,0 1-44,-5 5-8,5-1-1,-1 5-1,1 1 4,6 4 1,-12 0 0,12 1 0,-6-1-37,0 5-7,-6 0-2,6 0 0,0 5 10,-5 0 1,-6 5 1,0-5 0,0 0-33,0 5-8,-6 0 0,1-5-1,-1 5 21,1-5 0,-6 0 0,5-5 0,-5 5-201,6-15-36,-6 1-7</inkml:trace>
          <inkml:trace contextRef="#ctx0" brushRef="#br0" timeOffset="4028.8785">3416 279 1720,'17'-5'38,"-17"5"8,5 0 2,1-4 0,-1-1-39,1 5-9,5-5 0,0 5 0,0 0 98,0 0 18,5-5 3,0 5 1,1 0-56,5 0-10,-6 0-2,6 0-1,0-5-25,-5 5-5,-1 0-1,1-5 0,-1 5-20,0 0 8,-10 0-8,10-5 0,-5 5-44,-5 0-12,-6 0-4,0 0-953</inkml:trace>
          <inkml:trace contextRef="#ctx0" brushRef="#br0" timeOffset="4291.878">3564 362 345,'-11'25'31,"6"-21"-31,-1 1 0,-5 0 0,0 5 266,6-5 47,5-5 10,0 0 1,0 0-165,0 0-34,0 0-6,0 0-2,0 0-38,0 0-8,16 10-2,1-1 0,-1-4-17,6 0-3,0-5-1,0-5 0,0 0-28,6 5-7,-7-5-1,1 1 0,6-6-33,-6 0-7,0 5-2</inkml:trace>
        </inkml:traceGroup>
        <inkml:traceGroup>
          <inkml:annotationXML>
            <emma:emma xmlns:emma="http://www.w3.org/2003/04/emma" version="1.0">
              <emma:interpretation id="{7A37F6D1-BD0A-46E4-9309-D2195455749C}" emma:medium="tactile" emma:mode="ink">
                <msink:context xmlns:msink="http://schemas.microsoft.com/ink/2010/main" type="inkWord" rotatedBoundingBox="15481,14958 16621,14878 16671,15595 15531,15674">
                  <msink:destinationLink direction="with" ref="{1AA16DB4-A0B8-4458-A290-1539F906C888}"/>
                </msink:context>
              </emma:interpretation>
              <emma:one-of disjunction-type="recognition" id="oneOf3">
                <emma:interpretation id="interp15" emma:lang="en-AU" emma:confidence="0">
                  <emma:literal>40</emma:literal>
                </emma:interpretation>
                <emma:interpretation id="interp16" emma:lang="en-AU" emma:confidence="0">
                  <emma:literal>4 0</emma:literal>
                </emma:interpretation>
                <emma:interpretation id="interp17" emma:lang="en-AU" emma:confidence="0">
                  <emma:literal>4 O</emma:literal>
                </emma:interpretation>
                <emma:interpretation id="interp18" emma:lang="en-AU" emma:confidence="0">
                  <emma:literal>4 o</emma:literal>
                </emma:interpretation>
                <emma:interpretation id="interp19" emma:lang="en-AU" emma:confidence="0">
                  <emma:literal>4O</emma:literal>
                </emma:interpretation>
              </emma:one-of>
            </emma:emma>
          </inkml:annotationXML>
          <inkml:trace contextRef="#ctx0" brushRef="#br0" timeOffset="10169.187">5506-442 1515,'0'-20'67,"0"20"14,0 0-65,0 0-16,0 0 0,0 0 0,-6-4 42,6 4 5,-16 0 1,16 0 0,-11 9-6,5 6-1,-5 0 0,0 4 0,0 5-27,6 1-6,-6 4 0,6 5-8,-1 0 8,-5-4-8,6 4 0,5-5 0,0 0 0,0-4 0,5-1 0,1-5 0,5 6 0,-1-11 0,1 1 0,0-5-9,6-1 9,-1 1 0,1-5 0,5-5-8,5 0 8,-5 0 0,5-5 0,-5 0 0,6 0 0,-1 1 0,1-1 0,-1-10 0,1 5-15,-7 6-1,1-1 0,0 0-787</inkml:trace>
          <inkml:trace contextRef="#ctx0" brushRef="#br0" timeOffset="10392.5565">5780-213 633,'0'0'56,"0"0"-44,0 0-12,0 0 0,0 0 185,0 0 35,0 0 8,0 0 0,-11 15-102,5-1-21,1 1-4,0 0-1,-1 4-61,6 5-13,0 1-2,-5-1-1,5 5-15,0-4-8,0 4 10,0 0-10,0 0 8,0 1-8,0-1 0,0-5 0,5-4-26,-5 4-11,6-9-3,-1-1-776</inkml:trace>
          <inkml:trace contextRef="#ctx0" brushRef="#br0" timeOffset="10705.8688">6263-349 1267,'-6'4'112,"1"-4"-89,-6 0-23,5 0 0,-5 5 105,0 0 17,0 5 3,0 5 1,6-1-50,-6 6-9,0-6-3,5 11 0,1 4-36,-1 0-7,1 5-1,5 5-1,5-5-19,1 1 0,5-1 8,0 0-8,0 0 8,5-10-8,-5 1 12,11-6-12,-5-4 8,5-1-8,-6-4 0,6-10 0,0 0 14,0 0-1,0-15 0,0 6 0,0-11 25,-6 1 5,6-11 1,-6 1 0,1 0-26,-6-5-5,0-5-1,0 5 0,-6-5 0,-5 5 0,0-5 0,-5 5 0,-1 4 2,-5 1 0,0 0 0,-5 4 0,-1 1-32,-4 9-6,-1 1-2,-6 4 0,1 5-142,-1 10-28,-5 0-5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30.33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A16DB4-A0B8-4458-A290-1539F906C888}" emma:medium="tactile" emma:mode="ink">
          <msink:context xmlns:msink="http://schemas.microsoft.com/ink/2010/main" type="inkDrawing" rotatedBoundingBox="15125,16075 17289,15585 17315,15700 15152,16191" semanticType="callout" shapeName="Other">
            <msink:sourceLink direction="with" ref="{7A37F6D1-BD0A-46E4-9309-D2195455749C}"/>
            <msink:sourceLink direction="with" ref="{BB0AFB2D-E165-4F4F-8573-70B02A05925A}"/>
          </msink:context>
        </emma:interpretation>
      </emma:emma>
    </inkml:annotationXML>
    <inkml:trace contextRef="#ctx0" brushRef="#br0">0 452 1324,'0'0'118,"0"0"-94,0 0-24,0 0 0,0 0 67,0 0 9,11 4 1,6 1 1,-1-5 11,6 5 3,0-5 0,11 0 0,0 0-31,11-5-5,-1 5-2,12-5 0,0-4-13,5 4-2,1-5-1,16 0 0,-6 1-7,11-1-2,6 0 0,0-9 0,5-6-10,-5 1-3,-1-1 0,1 1 0,0-5-6,0 0-2,-1-1 0,7 1 0,-12 0-8,-5 4 12,-6 6-12,0-1 12,-16 6-12,-6-1 0,-5 5 0,-5 1-11,-1-1-103,-11 0-21,1 10-4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2:31.49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AC88887-3020-4DF9-83A5-427E40C2065C}" emma:medium="tactile" emma:mode="ink">
          <msink:context xmlns:msink="http://schemas.microsoft.com/ink/2010/main" type="writingRegion" rotatedBoundingBox="15635,15992 21601,14484 22072,16347 16105,17855"/>
        </emma:interpretation>
      </emma:emma>
    </inkml:annotationXML>
    <inkml:traceGroup>
      <inkml:annotationXML>
        <emma:emma xmlns:emma="http://www.w3.org/2003/04/emma" version="1.0">
          <emma:interpretation id="{3D92ACFE-79A2-460D-AFE5-52326A5AC6AF}" emma:medium="tactile" emma:mode="ink">
            <msink:context xmlns:msink="http://schemas.microsoft.com/ink/2010/main" type="paragraph" rotatedBoundingBox="15635,15992 21601,14484 22072,16347 16105,178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8CFE6E4-7C8D-4AEE-9386-3C5A04D8E9B9}" emma:medium="tactile" emma:mode="ink">
              <msink:context xmlns:msink="http://schemas.microsoft.com/ink/2010/main" type="line" rotatedBoundingBox="15635,15992 21392,14537 21611,15403 15853,16858"/>
            </emma:interpretation>
          </emma:emma>
        </inkml:annotationXML>
        <inkml:traceGroup>
          <inkml:annotationXML>
            <emma:emma xmlns:emma="http://www.w3.org/2003/04/emma" version="1.0">
              <emma:interpretation id="{BB0AFB2D-E165-4F4F-8573-70B02A05925A}" emma:medium="tactile" emma:mode="ink">
                <msink:context xmlns:msink="http://schemas.microsoft.com/ink/2010/main" type="inkWord" rotatedBoundingBox="15686,16303 19345,14964 19547,15516 15888,16855">
                  <msink:destinationLink direction="with" ref="{1AA16DB4-A0B8-4458-A290-1539F906C888}"/>
                </msink:context>
              </emma:interpretation>
              <emma:one-of disjunction-type="recognition" id="oneOf0">
                <emma:interpretation id="interp0" emma:lang="en-AU" emma:confidence="0">
                  <emma:literal>112=20</emma:literal>
                </emma:interpretation>
                <emma:interpretation id="interp1" emma:lang="en-AU" emma:confidence="0">
                  <emma:literal>112--20</emma:literal>
                </emma:interpretation>
                <emma:interpretation id="interp2" emma:lang="en-AU" emma:confidence="0">
                  <emma:literal>'12=20</emma:literal>
                </emma:interpretation>
                <emma:interpretation id="interp3" emma:lang="en-AU" emma:confidence="0">
                  <emma:literal>"12=20</emma:literal>
                </emma:interpretation>
                <emma:interpretation id="interp4" emma:lang="en-AU" emma:confidence="0">
                  <emma:literal>"2=20</emma:literal>
                </emma:interpretation>
              </emma:one-of>
            </emma:emma>
          </inkml:annotationXML>
          <inkml:trace contextRef="#ctx0" brushRef="#br0">5654 879 1533,'0'0'68,"0"0"14,-6-5-66,1 0-16,-1 0 0,6 5 0,0 0 108,0 0 17,0 0 4,0 0 1,-5 5-58,-1 5-12,6 0-3,6 9 0,-6 1-37,0-1-7,0 6-1,5-1-1,-5 5-11,6-4 0,-1 4 0,6 0 0,-5-5 0,5 1-11,-6-1 3,6 1 0,-5-1-56,5-9-12,5 4-1</inkml:trace>
          <inkml:trace contextRef="#ctx0" brushRef="#br0" timeOffset="174.3321">5977 894 1209,'-5'9'108,"5"-4"-87,-6 0-21,6 10 0,0-15 92,0 9 15,0 11 2,0-1 1,6-4-53,-1 5-10,-5-1-3,6 1 0,-1-1-35,1 5-9,-1-9 0,1 5 0,-1-6-56,1 1-12</inkml:trace>
          <inkml:trace contextRef="#ctx0" brushRef="#br0" timeOffset="459.0043">6246 903 921,'0'0'40,"6"0"10,10-9-40,-5 4-10,0-5 0,5 0 0,6-4 203,0 4 38,-5-5 8,10 5 2,-5-4-116,0 4-23,-6 0-5,6 5-1,0-4-37,0-1-7,-5 5-2,-1 0 0,-5 5-35,0 0-7,0 5-2,-11 10 0,6-6-16,-12 6 0,-5 9 8,6 1-8,-6-1-45,0 1-13,-6 4-2,1-5-1,5 1-18,0-1-3,-6 0-1,6 1 0,0-11 33,6 1 6,0-5 2,5 4 0,-6-4 34,6-10 8,0 0 0,0 0 0,0 0 43,11 10 10,-11-10 3,16 5 0,6-5 12,0-5 4,0 5 0,6-5 0,-1 0-16,6 0-4,-6-5 0,12 1 0,-6 4-40,5-5-12,-5 5 0,5-5-1092</inkml:trace>
          <inkml:trace contextRef="#ctx0" brushRef="#br0" timeOffset="912.5844">7557 435 1382,'0'0'61,"0"0"13,0 0-59,0 0-15,0 0 0,0 0 0,16-9 92,-5-1 16,0 5 4,0-5 0,6 0-48,5 1-8,-6-1-3,6 0 0,0 0-33,-6 1-6,1-1-2,-1 5 0,1 0-24,-6 0-6,-11 5-1,0 0-568,0 0-113</inkml:trace>
          <inkml:trace contextRef="#ctx0" brushRef="#br0" timeOffset="1091.3527">7535 694 518,'0'0'46,"0"0"-37,11 0-9,5 0 0,-16 0 217,11 5 42,6-5 8,-1 0 1,1-5-146,5 0-30,5 0-5,0-5-2,1 0-36,5 1-7,-6 4-2,1-5-876</inkml:trace>
          <inkml:trace contextRef="#ctx0" brushRef="#br0" timeOffset="1637.7259">8341-76 1267,'0'0'112,"0"0"-89,5-5-23,1-5 0,5 5 113,0-5 19,-6 1 3,12-1 1,-1 5-16,-5-5-2,6 0-1,-1 6 0,1-1-52,-1-5-10,-5 5-3,-11 5 0,11-5-19,-11 5-4,0 0-1,0 0 0,0 0-19,0 0-9,0 0 8,0 0-8,0 0 0,16 15 0,-16 4 0,0 1 0,-5 4-48,-6 5-1,0-4-1,-5-1 0,5 0-14,-6 1-4,6-1 0,0 1 0,0-6 7,6 1 1,-1-1 0,1-4 0,5-1 28,-6 1 7,6-15 1,0 0 0,6 10 24,-6-10 19,0 0-3,16 9-1,1-4 20,-1 0 4,1-10 1,5 0 0,0 1 12,5-6 4,-5 0 0,5 0 0,-5 1-21,6-1-4,-6-5-1,5 5 0,-5 1-30,5-6 0,-5 5-13,6-4-649,-6 4-130</inkml:trace>
          <inkml:trace contextRef="#ctx0" brushRef="#br0" timeOffset="1861.1571">8988-198 230,'0'0'20,"-5"5"-20,-6-5 0,11 0 0,-6-5 318,6 5 59,-5-5 12,5 5 3,0 0-225,0 0-45,0 0-9,0 0-1,-6 14-63,1 6-12,5-5-2,0 4-1,0 5-21,5-4-4,1 4-1,5 1 0,-6-6-8,6 5 8,0 1-8,6-6 8,-6-4-8,5 0 0,0-1 0,1 1 0,5-1 0,-6-9 0,6 0 9,0 0-9,-5-5 13,-1 0-1,0-5-1,6-5 0,-5 1 17,-1-1 3,1-10 1,-1 1 0,-5-5 4,-5-6 2,-1 1 0,-5 0 0,6 5-10,-6-6-3,5 1 0,-5 0 0,-5 4-13,-1-4-2,-5 5-1,0-1 0,-5 6-9,-1-1-16,-10 6 4,5 4 1,-5 5-69,5 10-15,0 0-2,-6 10-957</inkml:trace>
        </inkml:traceGroup>
        <inkml:traceGroup>
          <inkml:annotationXML>
            <emma:emma xmlns:emma="http://www.w3.org/2003/04/emma" version="1.0">
              <emma:interpretation id="{B902E6F2-E234-4269-936C-89D5CC06148E}" emma:medium="tactile" emma:mode="ink">
                <msink:context xmlns:msink="http://schemas.microsoft.com/ink/2010/main" type="inkWord" rotatedBoundingBox="21476,14871 21615,15399 21134,15525 20995,14997"/>
              </emma:interpretation>
              <emma:one-of disjunction-type="recognition" id="oneOf1">
                <emma:interpretation id="interp5" emma:lang="en-AU" emma:confidence="0">
                  <emma:literal>5</emma:literal>
                </emma:interpretation>
                <emma:interpretation id="interp6" emma:lang="en-AU" emma:confidence="0">
                  <emma:literal>4</emma:literal>
                </emma:interpretation>
                <emma:interpretation id="interp7" emma:lang="en-AU" emma:confidence="0">
                  <emma:literal>J</emma:literal>
                </emma:interpretation>
                <emma:interpretation id="interp8" emma:lang="en-AU" emma:confidence="0">
                  <emma:literal>j</emma:literal>
                </emma:interpretation>
                <emma:interpretation id="interp9" emma:lang="en-AU" emma:confidence="0">
                  <emma:literal>s</emma:literal>
                </emma:interpretation>
              </emma:one-of>
            </emma:emma>
          </inkml:annotationXML>
          <inkml:trace contextRef="#ctx0" brushRef="#br0" timeOffset="13808.485">10962-384 1670,'0'0'74,"0"0"15,0 0-71,0 0-18,0 0 0,0-9 0,0 9 152,6-5 26,-1-5 6,1 0 0,-6 10-80,11-9-16,5 4-3,-5-5-1,6 0-41,5 5-9,5 0-2,0 1 0,1-6-18,-1 0-4,1 5-1,-1-5 0,6 6-9,-11-6 0,5 5 0,-5-5 0,0 0-80,-5 6-20,-17 4-5,0 0-1029</inkml:trace>
          <inkml:trace contextRef="#ctx0" brushRef="#br0" timeOffset="14193.223">11028-403 1324,'0'0'59,"-16"5"12,16-5-57,-11 0-14,-6 0 0,6 0 0,11 0 224,-16 0 43,16 0 8,-6 5 1,6-5-165,0 0-34,-11 9-6,11-9-2,-5 20-49,0-5-9,-1-1-3,6 1 0,-5-5-8,5 4 0,0-4 0,11 5 0,-6-6 0,0 1 0,1 0-9,10 0 9,-5-6 0,6 6 0,-6-5 0,5 5 0,1 0 0,-1-6 11,1 6-2,-1 0 0,1 0 0,4-1 0,-4-4 0,5 0 0,-6 5-9,6 0 12,-5-5-12,-1 4 12,-5 1-12,0-5 8,-5 0-8,-1 5 8,1 4 0,-1 1-8,-5-5 12,0 4-4,-5-4 0,-1 4-8,-5-4 12,0 5-4,0-5-8,0-1 0,-5 1 9,-1 0-9,1-5 0,-6 0 0,5-5-12,-5 4 4,1-4-44,-1 0-9,0 0-2,5 0-705,1 0-142</inkml:trace>
        </inkml:traceGroup>
      </inkml:traceGroup>
      <inkml:traceGroup>
        <inkml:annotationXML>
          <emma:emma xmlns:emma="http://www.w3.org/2003/04/emma" version="1.0">
            <emma:interpretation id="{9C482016-AEAF-427A-94AB-00EFDC4F7CC1}" emma:medium="tactile" emma:mode="ink">
              <msink:context xmlns:msink="http://schemas.microsoft.com/ink/2010/main" type="line" rotatedBoundingBox="18267,15853 21864,15437 21976,16409 18380,16825"/>
            </emma:interpretation>
          </emma:emma>
        </inkml:annotationXML>
        <inkml:traceGroup>
          <inkml:annotationXML>
            <emma:emma xmlns:emma="http://www.w3.org/2003/04/emma" version="1.0">
              <emma:interpretation id="{F86EE404-4693-47D7-9590-88E76E6749F6}" emma:medium="tactile" emma:mode="ink">
                <msink:context xmlns:msink="http://schemas.microsoft.com/ink/2010/main" type="inkWord" rotatedBoundingBox="18267,15853 21864,15437 21976,16409 18380,16825"/>
              </emma:interpretation>
              <emma:one-of disjunction-type="recognition" id="oneOf2">
                <emma:interpretation id="interp10" emma:lang="en-AU" emma:confidence="0">
                  <emma:literal>56=4</emma:literal>
                </emma:interpretation>
                <emma:interpretation id="interp11" emma:lang="en-AU" emma:confidence="0">
                  <emma:literal>Foie</emma:literal>
                </emma:interpretation>
                <emma:interpretation id="interp12" emma:lang="en-AU" emma:confidence="0">
                  <emma:literal>56=54</emma:literal>
                </emma:interpretation>
                <emma:interpretation id="interp13" emma:lang="en-AU" emma:confidence="0">
                  <emma:literal>56: The</emma:literal>
                </emma:interpretation>
                <emma:interpretation id="interp14" emma:lang="en-AU" emma:confidence="0">
                  <emma:literal>56: To</emma:literal>
                </emma:interpretation>
              </emma:one-of>
            </emma:emma>
          </inkml:annotationXML>
          <inkml:trace contextRef="#ctx0" brushRef="#br0" timeOffset="2168.9296">8187 684 1036,'-5'0'92,"5"0"-73,0 0-19,0 0 0,11-10 204,5 5 36,1 0 8,10 1 2,1-6-92,10 5-18,0-10-4,6 6-1,6-6-36,5 5-7,-1 0-2,7-4 0,-6-6-31,5 1-7,0-6 0,-5 6-1,5-5-18,6 4-3,5 1-1,-5-1 0,-11 5-17,0-4-4,5 4-8,1 1 12,-1-1-12,0 0-12,-10 1 3,-7-1 0,7 5-177,-12 1-35</inkml:trace>
          <inkml:trace contextRef="#ctx0" brushRef="#br0" timeOffset="5885.8722">8725 825 748,'0'0'67,"-6"-5"-54,1 1-13,5 4 0,0 0 217,0 0 41,0 0 8,0 0 2,0 0-126,0 0-25,0 0-5,0 0 0,16 0-32,1 0-7,-6 0-1,5 0 0,1-5-28,5 0-7,-6 5-1,6-5 0,-6 0-19,6-5-4,-5 5-1,5-4 0,0 4-20,0-5-5,-6 10-1,6-10 0,-5 5-173,-7-4-34</inkml:trace>
          <inkml:trace contextRef="#ctx0" brushRef="#br0" timeOffset="6231.5732">8862 738 1267,'0'0'112,"0"0"-89,0 0-23,0 0 0,0 0 78,0 0 11,0 0 3,0 0 0,-11 9 3,11-9 1,0 0 0,-5 15 0,5 0-60,-6-6-12,6-9-3,-5 15 0,5 4-9,5-4-3,-5 0 0,6 4 0,-1-9-28,1 5-5,-1-1-2,0-4 0,6 5 26,-5-6 0,5 6 0,0-5 0,0-1 0,-6 1 0,6-5 0,0 5 0,-11-10 19,11 5 9,-11-5 1,6 9 1,5 1-18,-11-10-4,0 0-8,0 0 12,0 0 22,5 15 4,-5-5 1,0-10 0,-5 14-11,-6 1-3,5-1 0,-10-4 0,5 0-12,0 0-2,-6-1-1,6 1 0,-5 0-10,5-5 0,-5 0 0,5 0 8,0-5-8,0 0-14,5 0 3,6 0 1,0 0-54,0 0-10,0 0-2,0-10-568,0-5-114</inkml:trace>
          <inkml:trace contextRef="#ctx0" brushRef="#br0" timeOffset="6547.8255">9328 762 1324,'6'-15'118,"-6"15"-94,0 0-24,0 0 0,0 0 121,0 0 20,0 0 4,0 0 1,0 0-14,0 0-2,0 0-1,0 0 0,-6 15-74,1 0-15,5 4-4,-6 1 0,6 4-36,6 0 0,-1 1-9,-5-1 9,6 0 0,-6 1 0,0-1 14,5 1-4,6-1-10,0 0 0,0-4 0,0-1 0,0-4 0,5 0 0,1-6 0,-1 1 0,1-5 0,-1-5 0,1-5 0,-1 0 0,1-5 0,-6 1 0,0-6 10,-6 0-10,6 1 21,0-6-2,-11 6-1,5-6 0,-5 1 2,0 4 1,-11 0 0,0 1 0,1 4-11,-7 5-2,1 5-8,-1 5 12,-5 0-41,-5 5-9,5-1-2,0 6 0,5 0-40,1-1-8,5 1-1,6 0-594,5-1-118</inkml:trace>
          <inkml:trace contextRef="#ctx0" brushRef="#br0" timeOffset="7084.3272">10079 708 1440,'0'0'128,"0"0"-103,0 0-25,0 0 0,0 0 155,0 0 25,0 0 6,11 0 1,0 0-55,0 0-12,-11 0-1,17 0-1,-1-9-50,6-1-11,0 5-1,0 0-1,0 0-55,0 0 0,0-4-16,5 4-1190</inkml:trace>
          <inkml:trace contextRef="#ctx0" brushRef="#br0" timeOffset="6779.571">10123 382 1670,'0'0'148,"0"0"-118,0 0-30,0 0 0,0 0 116,0 0 16,0 0 4,0 0 1,0 0-16,11 0-3,-5 0-1,10 0 0,1 0-56,-6-5-11,0 5-2,5-5-1,1 5-25,-1-5-5,-5 0-1,0 0 0,0 5-16,0-5 0,-11 5 0,16 0 0,-16 0-104,0 0-24,17 5-4,-17-5-620,0 0-124</inkml:trace>
          <inkml:trace contextRef="#ctx0" brushRef="#br0" timeOffset="14394.0029">10732 426 1785,'0'0'159,"0"0"-127,0 0-32,0 0 0,0 0 93,17-5 13,-7-5 2,7 0 1,-1 0 47,12 1 8,-6-1 3,11 0 0,-6-4-67,11 4-14,1-5-2,5 5-1,-6-4-25,6 4-5,5 0-1,1 5 0,-1-4-37,-5-1-15,0 5 11,5 0-11,-10-5 12,10 6-3,-5-6-1,5 0 0,6 5-82,-11-5-17,5 1-3,1 4-1283</inkml:trace>
          <inkml:trace contextRef="#ctx0" brushRef="#br0" timeOffset="18395.6911">10913 718 1731,'0'0'154,"0"0"-123,0 0-31,0 0 145,0 0 23,0 0 5,0 0 1,0 0-74,0 0-16,0 0-2,0 0-1,0 0-13,0 0-4,0 10 0,0 0 0,6 4-51,-6 1-13,0-1 0,5 1 0,1 0 0,-1-1 0,0 6 0,-5-1 0,0-4-29,0-10-9,0-5-2,11 10 0,-5-6-215,-6-4-43</inkml:trace>
          <inkml:trace contextRef="#ctx0" brushRef="#br0" timeOffset="18672.7987">11165 465 460,'0'0'41,"0"0"-33,0 0-8,0 0 0,0 0 346,0 0 67,0 0 14,-11 0 2,11 0-248,-11 0-49,11 0-11,-11 4-1,0 11-72,-5-5-13,11 4-3,-6 1-1,5 9-23,1-4-8,-1-5 0,6 4 0,0-4 0,0 9 0,0-9 0,6 4 0,5-4 0,0 4 0,-6-4 0,11-5 0,-5-1 0,6 6 0,-1 0 0,1-6 0,-1-4 0,6 0 8,-5 0-8,5 5 12,-6-5 4,6-5 1,0-5 0,0 0 0,0-5-3,0 0-1,0-4 0,0 4 0,5 0-26,-5 1-6,-6-6-1,6 0 0,-5 1-212,-1 4-42</inkml:trace>
          <inkml:trace contextRef="#ctx0" brushRef="#br0" timeOffset="18826.9317">11467 430 2001,'0'0'88,"0"0"20,-11 15-87,5 0-21,1-1 0,0 1 0,-1 4 111,6-4 17,0 9 4,6 6 1,-1-6-69,6 5-13,-6 5-3,6 10-1,0 5-30,6-5-5,-6 0-2,5 0 0,6 0-110,-5-1-23,5 6-4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3.38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0157F45-76D9-4418-9693-CCFC5EBDAD47}" emma:medium="tactile" emma:mode="ink">
          <msink:context xmlns:msink="http://schemas.microsoft.com/ink/2010/main" type="inkDrawing"/>
        </emma:interpretation>
      </emma:emma>
    </inkml:annotationXML>
    <inkml:trace contextRef="#ctx0" brushRef="#br0">82 163 1728,'-27'20'76,"27"-20"16,0 0-73,0 0-19,-11 10 0,11-10 0,-6 9 55,1 6 7,5 4 2,0 1 0,-6-1-31,6 6-5,0-1-2,6 5 0,5-4-42,-6-1-8,1 10-1,5 0-1,0 1 43,0-6 9,-6 0 2,1 0 0,5 0-28,-1-4 0,-4-11 0,-1 6-11,1-5-22,-6-15-5,0 0-1,0 0 0,0 0-22,0 0-5,0-10-1,-6-5 0,-5 1 28,6-6 6,0-4 1,-1-5 0,-5-6 32,6 1 0,-6 5 0,0-5 0,5 0 19,1-5 10,-1 5 3,1 0 0,-1-1 19,6 6 4,0 0 1,6 0 0,-1 4-24,1 1-4,-1 4 0,6 1-1,6-1 25,-1 1 6,0 4 1,6 1 0,0-1-31,0 5-5,0 5-2,0 5 0,0-4-9,-5 8-3,-1 1 0,0 0 0,6 0-9,-11 0 12,0 5-12,0 4 12,-5 1-12,-1-5 12,-5 4-12,0-4 12,-5 5-12,-1-1 12,1 1-12,-6 0 12,0 4-12,-6-4 8,1-1-8,0 1 8,-6 0-8,-6-1-17,1-4 4,-1 0 1,1-1-23,-1-4-4,1 0-1,5 0 0,0-5-28,6-5-7,-1 0-1,6 0-521,6 5-105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3.62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3AED8A-C77E-486B-A291-3ABCFEEB58BC}" emma:medium="tactile" emma:mode="ink">
          <msink:context xmlns:msink="http://schemas.microsoft.com/ink/2010/main" type="inkDrawing"/>
        </emma:interpretation>
      </emma:emma>
    </inkml:annotationXML>
    <inkml:trace contextRef="#ctx0" brushRef="#br0">111 0 1551,'0'10'68,"-6"-10"16,6 0-68,0 0-16,0 0 0,0 0 0,0 0 106,-11 15 18,0-1 3,1 1 1,-1 0-49,-6-1-10,6 1-1,0 4-1,6 1-32,-6 4-7,11 6 0,0-1-1,-6 0-27,1 5 0,10 5 0,1 10 0,-6-5 20,5 0 0,1 0-1,-1-1 0,12-8-37,-12-1-7,12-5-2,-1-5 0,0 1-37,6-6-7,-5 1-1,5-6-888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4.25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EEE3B16-7ED3-4E64-BAF3-94CB39C2F6DD}" emma:medium="tactile" emma:mode="ink">
          <msink:context xmlns:msink="http://schemas.microsoft.com/ink/2010/main" type="writingRegion" rotatedBoundingBox="18796,17151 22684,17232 22662,18313 18773,18232"/>
        </emma:interpretation>
      </emma:emma>
    </inkml:annotationXML>
    <inkml:traceGroup>
      <inkml:annotationXML>
        <emma:emma xmlns:emma="http://www.w3.org/2003/04/emma" version="1.0">
          <emma:interpretation id="{AD0C7D8F-37B0-43F3-8006-56BE1C8FE6E2}" emma:medium="tactile" emma:mode="ink">
            <msink:context xmlns:msink="http://schemas.microsoft.com/ink/2010/main" type="paragraph" rotatedBoundingBox="18796,17151 22684,17232 22662,18313 18773,182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70D2DDB-CC08-4A79-8AE8-9BD37B4AF4D1}" emma:medium="tactile" emma:mode="ink">
              <msink:context xmlns:msink="http://schemas.microsoft.com/ink/2010/main" type="line" rotatedBoundingBox="18796,17151 22684,17232 22662,18313 18773,18232"/>
            </emma:interpretation>
          </emma:emma>
        </inkml:annotationXML>
        <inkml:traceGroup>
          <inkml:annotationXML>
            <emma:emma xmlns:emma="http://www.w3.org/2003/04/emma" version="1.0">
              <emma:interpretation id="{A1C465C2-4137-4EA7-B597-41C6E81BEC82}" emma:medium="tactile" emma:mode="ink">
                <msink:context xmlns:msink="http://schemas.microsoft.com/ink/2010/main" type="inkWord" rotatedBoundingBox="18827,17210 20275,17447 20173,18070 18725,17833"/>
              </emma:interpretation>
              <emma:one-of disjunction-type="recognition" id="oneOf0">
                <emma:interpretation id="interp0" emma:lang="en-AU" emma:confidence="0">
                  <emma:literal>Blue</emma:literal>
                </emma:interpretation>
                <emma:interpretation id="interp1" emma:lang="en-AU" emma:confidence="0">
                  <emma:literal>Bine</emma:literal>
                </emma:interpretation>
                <emma:interpretation id="interp2" emma:lang="en-AU" emma:confidence="0">
                  <emma:literal>Blues</emma:literal>
                </emma:interpretation>
                <emma:interpretation id="interp3" emma:lang="en-AU" emma:confidence="0">
                  <emma:literal>Bike</emma:literal>
                </emma:interpretation>
                <emma:interpretation id="interp4" emma:lang="en-AU" emma:confidence="0">
                  <emma:literal>Bite</emma:literal>
                </emma:interpretation>
              </emma:one-of>
            </emma:emma>
          </inkml:annotationXML>
          <inkml:trace contextRef="#ctx0" brushRef="#br0">-3 166 1267,'0'0'112,"0"0"-89,0-9-23,0 9 0,0 0 140,0 0 23,0 0 5,0 0 0,0 19-74,0-4-15,5 9-3,-5-9-1,6-6-53,-1 11-10,0-1-3,1 11 0,-1-6-9,1 10 8,-6-5-8,5-4 8,1-6-8,-6 6 8,5-11-8,-5 6 8,0-20-8,0 0 0,0 0-10,0 0 10,0 0 0,0 0 0,0-15 0,0-9 0,-5-10 0,5-5-9,-6 5 9,12 4-8,-6 1 8,5 5 0,-5-6 0,6 1-8,-1 10 8,1-6 0,5 6 0,0-1-8,0-4 8,0 9 0,5-4 0,1 4 0,-6 1 0,5-1 14,-5 5-3,5 5-1,-5-4 2,0 9 1,-5 0 0,-6 0 0,0 0-23,11 4-5,-11-4-1,5 15 0,-5-15 38,6 15 7,-6-6 2,0 11 0,0-5-22,0 4-9,-6 1 8,1-6-8,-1 1 0,1 4 0,-1-4-9,6 0 9,0-1-12,-5 1 4,-1-1 8,6-4-13,0 5 13,0-15-12,0 0 12,0 0-12,0 14 12,0-4-9,6 5 9,-1-1-8,1-4 8,5 0 0,0 0 0,0-5-8,-6 4 8,6 1-10,-11-10 10,17 0-10,-6 5 10,5 0 0,-5 5 0,0-1 0,-11-9 0,6 5 0,-6-5 0,0 0 8,5 10 1,0 0 1,-5-1 0,-5 1 0,5-10 10,-5 15 3,-6-1 0,5 1 0,-5 0-12,0-6-3,0 6 0,-5 0 0,-1-6-8,6 1 0,-5 0 0,5 0 0,-6-6-11,6-4-4,0 5-1,1-5 0,-1-5-44,0 5-8,5-9-3,1-6-570,-1 0-115</inkml:trace>
          <inkml:trace contextRef="#ctx0" brushRef="#br0" timeOffset="166.982">490 1 1036,'0'0'92,"0"0"-73,0 0-19,0 0 0,0 0 164,0 0 28,0 0 7,0 14 1,6-4-55,-6 5-10,0-1-3,0 1 0,0-5-72,5 9-16,-5 5-2,0 1-1,6 4-24,-6 5-5,0-5 0,5 1-1,1-1-11,-6 5 0,10 0 0,-4 0 0,5 0-9,-6-4-1,1 4 0,5-5 0,-6-5-56,6-4-11,-5-1-3,5-4-897</inkml:trace>
          <inkml:trace contextRef="#ctx0" brushRef="#br0" timeOffset="830.2314">671 283 921,'6'5'40,"-1"-5"10,-5-5-40,6 5-10,-6 0 0,0 0 0,0 0 239,0 0 45,0 0 10,0 0 2,0 10-171,5 5-33,1-1-8,-1 6 0,0 4-52,1-4-9,-1 4-3,1 0 0,-1-4-20,1 4 8,5 1-8,0-6 0,0-4 0,0 4 0,0-4 0,-6-1 0,6-9 0,0 0 0,-5 0 0,5 0 0,0-5-16,0 0-2,-6-5 0,6-5 0,-6 1 6,6-11 0,-5 5 1,5-4 0,-6 0 11,1-6 0,5 1 0,-6 4-8,1-4 8,-6 0 0,5-1 0,1 6 0,-6 4 0,5 5 0,-5 10 0,0 0 0,11-9 0,-11 9 0,0 0 0,0 0 0,0 0 8,6 4-8,5 6 8,-6 5-8,6-1 0,0 6 0,-5-1 0,5-4-8,-6 5 8,6-6 0,0 1 0,0-5 0,0-1 0,0 1 0,0 0 0,0-5-8,0 4 8,5-4 0,-5 0 0,0-5 0,0 0 0,0-5 0,0 0 0,0-4 0,0-1-15,-6-5-1,6 1 0,0-6 0,0 1 38,-5-1 7,5 1 2,-6 4 0,-5 0-12,6 1-3,-6-6 0,0 1 0,0-1-3,-6 1-1,6 4 0,-5 1 0,-1-1-12,-5 5 11,-5 5-11,16 5 10,0 0-10,-11 0 0,0 10 9,0 5-9,0 4 0,0 6-8,11-6 0,-5 5 0,5 1 8,0 4-12,0 0 12,5 5-12,1-9 12,-1 4-8,6-5 8,5 1-8,1-1 8,-1-4 0,1-6 0,5 1-8,-6-1 8,6-9 0,0-5 0,0 0-8,-5 0-101,-1 0-20</inkml:trace>
        </inkml:traceGroup>
        <inkml:traceGroup>
          <inkml:annotationXML>
            <emma:emma xmlns:emma="http://www.w3.org/2003/04/emma" version="1.0">
              <emma:interpretation id="{97374680-1E18-4589-AD72-2E81A3F26E55}" emma:medium="tactile" emma:mode="ink">
                <msink:context xmlns:msink="http://schemas.microsoft.com/ink/2010/main" type="inkWord" rotatedBoundingBox="20622,17057 22745,17428 22568,18441 20445,18070"/>
              </emma:interpretation>
              <emma:one-of disjunction-type="recognition" id="oneOf1">
                <emma:interpretation id="interp5" emma:lang="en-AU" emma:confidence="0">
                  <emma:literal>1B)=</emma:literal>
                </emma:interpretation>
                <emma:interpretation id="interp6" emma:lang="en-AU" emma:confidence="0">
                  <emma:literal>1B),</emma:literal>
                </emma:interpretation>
                <emma:interpretation id="interp7" emma:lang="en-AU" emma:confidence="0">
                  <emma:literal>1B).</emma:literal>
                </emma:interpretation>
                <emma:interpretation id="interp8" emma:lang="en-AU" emma:confidence="0">
                  <emma:literal>1B);</emma:literal>
                </emma:interpretation>
                <emma:interpretation id="interp9" emma:lang="en-AU" emma:confidence="0">
                  <emma:literal>1B)".</emma:literal>
                </emma:interpretation>
              </emma:one-of>
            </emma:emma>
          </inkml:annotationXML>
          <inkml:trace contextRef="#ctx0" brushRef="#br0" timeOffset="3231.1299">3567 576 2145,'0'0'47,"0"0"9,0 0 3,0 0 2,0 0-49,0 0-12,11 0 0,0 5 0,0-5 64,5 4 9,0-4 3,1 0 0,5-4-23,0 4-4,5-5-1,1 5 0,-1 0-128,6 0-25,5-5-6,-5 0-1</inkml:trace>
          <inkml:trace contextRef="#ctx0" brushRef="#br0" timeOffset="3061.2367">3583 337 2124,'0'0'94,"0"0"19,0 0-90,0 0-23,0 0 0,0 0 0,11-5 70,0 5 10,0-10 1,0 10 1,5-5-15,1 5-3,-6-4-1,0-1 0,-11 5-50,16 0-13,1 0 0,-6 0 0,-11 0 0,11 5 0,5-1 0,-10 6 0,-6-10-148,11 10-36,-11 5-6</inkml:trace>
          <inkml:trace contextRef="#ctx0" brushRef="#br0" timeOffset="1212.4115">1828-82 1152,'-11'-5'102,"11"5"-82,-5 0-20,5 0 0,0 0 195,0 0 34,-6 0 7,6 0 2,0 0-78,0 0-15,0 0-3,0 0-1,0 10-69,-5 4-15,5 1-2,0 4-1,0 11-31,0 4-7,5 0 0,-5 10-1,6 4-7,-6 6-8,5-5 11,6 4-11,-5-4 0,-1 0 0,1 0 0,-1-5 0,1-6-129,5-3-20,-6-6-4</inkml:trace>
          <inkml:trace contextRef="#ctx0" brushRef="#br0" timeOffset="2524.4262">2272 74 1267,'0'0'56,"0"0"12,-11 5-55,11-5-13,-10 0 0,10 0 0,0 0 168,0 0 30,0 0 6,0 0 2,0 0-98,0 0-20,-6 14-4,6-4-1,0 5-52,0 9-11,0 0-1,0 1-1,11-1-18,-11 10 0,0-5 8,5 10-8,-5-4 0,6-1 0,-1 0 8,1-5-8,-6-5 0,0 1 0,0-1-11,0-9 11,0-1-42,0-14-2,0 0 0,0 0 0,0 0-13,0 0-3,0 0-1,0 0 0,5-14 13,-10-11 2,-1 1 1,1-5 0,10 0 29,-5-6 5,0 11 2,0-5 0,0-5 9,6 4 0,-12 1 8,6-5-8,6 5 22,-1-5 0,12 9 0,-1 1 0,6 0 10,-5 4 1,-1 5 1,6 6 0,0-6 19,-6 10 4,1 0 1,-1 0 0,1 1-6,-1 4 0,-5 0-1,0 4 0,-11-4-23,0 0-5,0 0-1,0 15 0,0 0-31,-5-1-7,5 6 0,-11-1-1,0 1 32,0-1 6,0 6 2,0-6 0,5 1-51,-5-11-9,0 6-3,6-5 0,0 4-8,-1-4-1,1 5-1,-1-5 0,6-10 12,0 0 2,0 0 1,0 0 0,0 14 7,6 1 2,-1-1 0,6 1 0,-6 0 26,12-6 14,-6 6-2,5-5 0,1 4-12,-6 1-16,5-5 3,1 0 1,-1 4 60,1-4 13,-1 0 3,-5 4 0,0-4-30,0 0-6,-11-10 0,0 14-1,5 1-4,-10 0-1,-1-6 0,-5 6 0,1 0-6,-1-1-2,-6 1 0,1-1 0,-1 1-14,-5 0 0,0-6 0,6 1 0,-1 0-10,1-5 2,-6-5 0,0 5 0,11-5-22,-5-5-4,-1-5-1,1 0 0,5-9-42,0-1-9,0-9-2</inkml:trace>
          <inkml:trace contextRef="#ctx0" brushRef="#br0" timeOffset="2796.4816">2673-77 979,'0'0'87,"0"0"-70,16 4-17,1-4 0,-1 5 159,6 0 28,-5 0 5,4 5 2,1 0-42,0-1-9,6 1-2,-6 5 0,0-1-49,5 1-9,-5 4-3,5-4 0,-5 5-9,0 4-3,0 5 0,0 0 0,-5 1-39,-1 9-8,-5 0-1,0 5-1,-11-1-5,5 6-1,-5 0 0,0 5 0,0-6-13,-5 6 0,-6-5 8,0-1-8,-5-4-9,5 0-5,-6-5-1,1 0 0,-1 5-29,1-15-7,-1-4-1,-5-6 0,6-4-137,0-10-28,-1-10-6,6 0-1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21.56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B07C6E9-AB25-402C-A4FA-46EFD6BF9D6C}" emma:medium="tactile" emma:mode="ink">
          <msink:context xmlns:msink="http://schemas.microsoft.com/ink/2010/main" type="inkDrawing" rotatedBoundingBox="24199,17582 26393,17333 26408,17459 24213,17708" semanticType="underline" shapeName="Other">
            <msink:sourceLink direction="with" ref="{2598E25F-5788-40B2-800A-D4B8221AECD5}"/>
          </msink:context>
        </emma:interpretation>
      </emma:emma>
    </inkml:annotationXML>
    <inkml:trace contextRef="#ctx0" brushRef="#br0">5453 293 1695,'-27'15'75,"21"-6"16,-5-4-73,11-5-18,0 0 0,0 0 0,0 0 76,0 0 11,0 0 2,0 0 1,17 0-13,-1 5-2,6 5-1,0-5 0,6 0-13,10 0-2,0-1-1,12-4 0,5 0-13,27 0-2,0 0-1,6-4 0,0-1-15,5 0-3,16-5-1,7-5 0,-1 1-36,-6-1-7,-4 1-2,-1-6 0,-11 5 42,6-4 8,0-1 1,-12 1 1,-26-1-30,4 6 8,1-6-8,-5 11 0,-23-6-29,0 5-9,6-4-2,-11 9-754,0 0-151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27.83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A8E1D75-AE0C-45C2-9DAC-49CEF8A62F9F}" emma:medium="tactile" emma:mode="ink">
          <msink:context xmlns:msink="http://schemas.microsoft.com/ink/2010/main" type="writingRegion" rotatedBoundingBox="30545,16009 30456,18055 28969,17991 29057,15945"/>
        </emma:interpretation>
      </emma:emma>
    </inkml:annotationXML>
    <inkml:traceGroup>
      <inkml:annotationXML>
        <emma:emma xmlns:emma="http://www.w3.org/2003/04/emma" version="1.0">
          <emma:interpretation id="{F0C96531-3C1B-4373-BE75-6ABF6E16F5A6}" emma:medium="tactile" emma:mode="ink">
            <msink:context xmlns:msink="http://schemas.microsoft.com/ink/2010/main" type="paragraph" rotatedBoundingBox="30545,16009 30456,18055 28969,17991 29057,159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BA2F90-0806-450B-BAD5-75A79D18DB9C}" emma:medium="tactile" emma:mode="ink">
              <msink:context xmlns:msink="http://schemas.microsoft.com/ink/2010/main" type="line" rotatedBoundingBox="30545,16009 30456,18055 28969,17991 29057,15945"/>
            </emma:interpretation>
          </emma:emma>
        </inkml:annotationXML>
        <inkml:traceGroup>
          <inkml:annotationXML>
            <emma:emma xmlns:emma="http://www.w3.org/2003/04/emma" version="1.0">
              <emma:interpretation id="{EE612661-ADC0-434A-9B2D-C009AA95648F}" emma:medium="tactile" emma:mode="ink">
                <msink:context xmlns:msink="http://schemas.microsoft.com/ink/2010/main" type="inkWord" rotatedBoundingBox="30545,16009 30456,18055 28969,17991 29057,15945"/>
              </emma:interpretation>
              <emma:one-of disjunction-type="recognition" id="oneOf0">
                <emma:interpretation id="interp0" emma:lang="en-AU" emma:confidence="0">
                  <emma:literal>13</emma:literal>
                </emma:interpretation>
                <emma:interpretation id="interp1" emma:lang="en-AU" emma:confidence="0">
                  <emma:literal>I3</emma:literal>
                </emma:interpretation>
                <emma:interpretation id="interp2" emma:lang="en-AU" emma:confidence="0">
                  <emma:literal>1.3</emma:literal>
                </emma:interpretation>
                <emma:interpretation id="interp3" emma:lang="en-AU" emma:confidence="0">
                  <emma:literal>"3</emma:literal>
                </emma:interpretation>
                <emma:interpretation id="interp4" emma:lang="en-AU" emma:confidence="0">
                  <emma:literal>*3</emma:literal>
                </emma:interpretation>
              </emma:one-of>
            </emma:emma>
          </inkml:annotationXML>
          <inkml:trace contextRef="#ctx0" brushRef="#br0">10219-282 1796,'0'0'80,"0"0"16,0 0-77,0 0-19,0 0 0,0 0 0,0 0 106,11 0 18,5 0 3,1 0 1,-1 0-23,6-5-4,6 0-1,4 0 0,7-5-24,-1 6-6,12-1-1,-1 5 0,0-5-24,1 0-5,-1 5 0,6-5-1,0 0-12,0 0-3,-1 5 0,7-5 0,-6 1-14,-6 4-10,6 0 12,0-5-12,-6 0 8,0 0-8,6-5 0,-5 10 0,-7-5 15,1 0-1,-11 1 0,6-6 0,-1 5-30,-5-5-7,-6 10-1,-5-5 0,0 0-91,-5 1-18,-1-1-4,-16 5-1095</inkml:trace>
          <inkml:trace contextRef="#ctx0" brushRef="#br0" timeOffset="-750.0518">10438-1179 1731,'-16'-5'76,"16"5"17,0 0-74,0 0-19,0 0 0,0 0 0,0 0 120,0 0 20,0 0 4,0 0 0,0 0-31,0 0-6,0 0-2,0 0 0,0 0-55,0 0-11,0 10-3,11 4 0,-6 1-22,1 4-5,-1 1-1,1 4 0,-1-4-8,-5-1 0,11 1 0,-5 4 8,-6 1-8,5-6-17,1 5 4,-1-9 1,1 5-125,-6-6-25,11-4-5,-11 5-889</inkml:trace>
          <inkml:trace contextRef="#ctx0" brushRef="#br0" timeOffset="-320.6884">10707-1247 1785,'0'0'159,"0"0"-127,-6-5-32,6 5 0,0 0 96,0 0 14,0 0 2,11 0 1,6 0 1,5-5 0,-6 0 0,6 0 0,-5-10-50,5 1-9,-6 4-3,6 5 0,0 5-26,0 0-6,-6 5 0,1 0-1,-1 5-19,1-5 0,-17-5 8,16 14-8,-10-4 0,-6-10 0,11 15 0,0-1 0,-11 1-30,5 4-3,-5 1-1,-5-1 0,-1-4-28,1 0-6,-1 4 0,1-4-1,-1-1 5,1-4 0,-1 5 1,6-15 0,0 0 13,0 0 2,0 9 1,0-9 0,0 0 36,0 0 11,11 15 0,0-5 0,0-5 16,0 0 9,0-1 3,5 6 0,-5-10 16,0 10 3,6-5 1,-6 0 0,5 4-5,-5 1-1,0-5 0,0 10 0,0-6-15,-5 6-3,-6 0-1,0 4 0,0-4 8,0 4 1,-6-4 1,-5 4 0,0-4-15,0 5-3,-5-6-1,-1 6 0,1-6-5,-6 1-1,6 0 0,-6-6 0,0-4-16,0 5-4,0-5-1,-6 0 0,12-5-43,-6 0-9,-5-5-2,10 5 0,-5-5-182,0 0-37</inkml:trace>
          <inkml:trace contextRef="#ctx0" brushRef="#br0" timeOffset="2385.35">11052 254 1764,'0'0'78,"17"0"16,-6 0-75,5-5-19,1 0 0,5-4 0,-6-6 102,6 5 17,0 0 3,0 6 1,0-11-33,5 5-6,-5 0-2,6 1 0,-6-1-35,5 0-7,-5 0-2,0 6 0,-6-11-38,6 10 0,0-5 0,0 5 0,-16-4-172,-1 4-28,6 5-7</inkml:trace>
          <inkml:trace contextRef="#ctx0" brushRef="#br0" timeOffset="2161.7452">10449 171 1926,'0'0'42,"0"0"9,0 0 1,11-10 3,6 1-44,-6 4-11,5 0 0,6 0 0,-6-5 70,6 5 12,0-4 2,0-1 1,11 5-11,-11 0-2,-5 0-1,-1 0 0,6 1-43,-6-1-9,1 5-2,-6 0 0,-11 0-5,11 5-2,-11-5 0,11 9 0,-11-9-10,5 15 0,-10 0 0,-1 4 0,6-4-26,-11 4-7,0 1-2,-5-1 0,5-4-24,0-1-5,11 1 0,0 0-1,-6-1 13,1 1 4,5-5 0,-6 4 0,6 1 21,0-5 5,6 4 1,-1-4 0,-10 0 21,-1 4 0,12-4-9,-1 0 9,1 0 0,5-1 14,0 1-2,5 5-1,1-1-2,5-4 0,-6 5 0,1-5 0,-6 4 11,0-4 3,0 4 0,-6-4 0,0 5 10,-5-5 3,0-10 0,0 14 0,0 1 4,-5-5 0,0 4 1,-1-4 0,-5 5-15,-5-6-3,-6 6-1,-6-5 0,1-1-11,10-4-3,1 5 0,-1-5 0,-4 0-20,-1-5-5,0 0-1,0-5 0,0 0-118,5-5-23,1 1-5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30.50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61-3 1324,'0'0'118,"0"0"-94,0 0-24,0 0 0,-6 5 146,1-5 25,5 0 5,0 0 0,-11 5-54,11-5-11,0 0-3,0 10 0,-6 4-64,1-4-12,-1 0-4,6-1 0,0 6-11,6 0-2,-1-6-1,1 6 0,5 0-14,0-1 9,0 6-9,0-6 8,0 1 0,5 5 0,6-11 0,-6 6 0,6 0 8,-5-1 2,-1 1 0,6-1 0,0 1 14,-5 0 4,-12 4 0,1-4 0,-1-1 17,1-4 4,-6 5 1,0-6 0,0 1-37,-6 0-7,6-5-2,-11 5 0,6-6-12,-1 6 0,-10 0 0,-1 0 0,-10-5-26,-1-1-11,-5 6-3,1 0 0,-1 5-117,-6-6-24,6 6-5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3T06:43:18.093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A85458-BC3B-4541-93D1-2150344A3063}" emma:medium="tactile" emma:mode="ink">
          <msink:context xmlns:msink="http://schemas.microsoft.com/ink/2010/main" type="writingRegion" rotatedBoundingBox="23497,16370 27692,15840 28012,18372 23817,18902"/>
        </emma:interpretation>
      </emma:emma>
    </inkml:annotationXML>
    <inkml:traceGroup>
      <inkml:annotationXML>
        <emma:emma xmlns:emma="http://www.w3.org/2003/04/emma" version="1.0">
          <emma:interpretation id="{F43F82DE-0AC5-455C-BDD2-D73621156845}" emma:medium="tactile" emma:mode="ink">
            <msink:context xmlns:msink="http://schemas.microsoft.com/ink/2010/main" type="paragraph" rotatedBoundingBox="23497,16370 27413,15875 27520,16726 23604,172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98E25F-5788-40B2-800A-D4B8221AECD5}" emma:medium="tactile" emma:mode="ink">
              <msink:context xmlns:msink="http://schemas.microsoft.com/ink/2010/main" type="line" rotatedBoundingBox="23497,16370 27413,15875 27520,16726 23604,17221">
                <msink:destinationLink direction="with" ref="{2B07C6E9-AB25-402C-A4FA-46EFD6BF9D6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797F258-E38A-4609-A934-349FC9DE5C3E}" emma:medium="tactile" emma:mode="ink">
                <msink:context xmlns:msink="http://schemas.microsoft.com/ink/2010/main" type="inkWord" rotatedBoundingBox="23497,16370 25628,16101 25722,16840 23590,17109"/>
              </emma:interpretation>
              <emma:one-of disjunction-type="recognition" id="oneOf0">
                <emma:interpretation id="interp0" emma:lang="en-AU" emma:confidence="0">
                  <emma:literal>Plosive</emma:literal>
                </emma:interpretation>
                <emma:interpretation id="interp1" emma:lang="en-AU" emma:confidence="0">
                  <emma:literal>Plame</emma:literal>
                </emma:interpretation>
                <emma:interpretation id="interp2" emma:lang="en-AU" emma:confidence="0">
                  <emma:literal>plosive</emma:literal>
                </emma:interpretation>
                <emma:interpretation id="interp3" emma:lang="en-AU" emma:confidence="0">
                  <emma:literal>PlBlue</emma:literal>
                </emma:interpretation>
                <emma:interpretation id="interp4" emma:lang="en-AU" emma:confidence="0">
                  <emma:literal>price</emma:literal>
                </emma:interpretation>
              </emma:one-of>
            </emma:emma>
          </inkml:annotationXML>
          <inkml:trace contextRef="#ctx0" brushRef="#br0">4812-438 2066,'0'0'92,"0"0"18,0 0-88,0 0-22,-6 0 0,6 0 0,0 0 68,0 0 8,-11 5 3,6 4 0,-1 1-39,1 5-8,5-1-2,-6 1 0,12 5-30,-6-1-12,5 5 1,1-4 0,-1-1 11,-5 1 0,6-5 10,-1-1-10,1 1-12,-6-15-8,0 0-1,0 0-1,0 0-20,0 0-4,0 0-1,0 0 0,0 0 18,-6-15 3,1-4 1,-1-1 0,1-4-11,-1-10-3,1 0 0,5-1 0,-6 1 52,6-5 11,-5 0 1,5-5 1,0 1-5,0-1-1,5 5 0,6 5 0,-5-5 20,5 9 3,0 1 1,5 0 0,-5 4-22,11 1-4,5 9-1,-5 1 0,0-1 17,0 5 3,-5 6 1,5 4 0,-6 0-22,-16 0-5,0 0-1,16 9 0,1 1 7,-6 0 2,-6 4 0,-5 1 0,0 5-5,-5-1-1,-6 1 0,5 4 0,-5-5-5,0 1 0,1-1-8,-7 1 12,1-5 4,-1-6 0,1 6 0,-6-5 0,0-1-47,0-4-9,0 0-1,6 0-1,5-5-20,0 0-4,-6-5-1,6 0 0,0-4-111,0-6-22,6 10-5,5-5-1</inkml:trace>
          <inkml:trace contextRef="#ctx0" brushRef="#br0" timeOffset="222.9506">5300-989 1440,'0'0'128,"0"0"-103,0 0-25,0 0 0,0 0 124,0 0 20,0 0 4,0 0 1,0 0-29,-11 5-7,0 5-1,0 4 0,5 1-59,-10-1-12,5 11-2,0-1-1,0 5-26,-6 6-4,6 4-8,1 4 11,4 6-11,1 0 0,-1-5 0,6 5 0,0-10-11,0 4 3,11-4 0,-5 0 0,4-4-64,1-6-12,6 0-2,-1-5-603,1-9-121</inkml:trace>
          <inkml:trace contextRef="#ctx0" brushRef="#br0" timeOffset="760.4127">5453-736 1267,'0'0'112,"0"0"-89,0 0-23,0 0 0,0 0 119,-5 15 19,5 5 4,-6-1 1,1 1-69,5 4-14,0 0-2,0 6-1,-6-6-57,6 0 0,6 6 0,-6-6-14,0 0 28,0-4 6,0-6 0,0-4 1,5 5-21,-5-5 8,0-10-8,0 0 0,0 0 0,11-10-10,-5-10 1,-1 1 0,1-1 9,5-9 0,0-5 0,0 5-8,-6-5 16,1-5 4,5 4 1,-1-4 0,7 10-1,-6-5 0,5 10 0,1-6 0,-1 6 26,1 0 5,-1 4 1,1 1 0,-1 4-12,6 0-1,-11 6-1,5-1 0,-5 5-6,-11 5-2,0 0 0,0 0 0,0 0-8,6 15-2,-6 4 0,-6-4 0,-5 9-24,6-4-4,-1-1-2,-5 6 0,-5-6-21,5 1-4,6-1-1,5 1 0,-6-6-18,1 1-4,-1-1-1,1-4 0,5-10 24,0 0 5,0 10 1,0-10 0,0 0 25,0 15 12,0-1-12,0 1 12,0-15 0,5 10 8,-5-10 2,0 0 0,6 14 21,5 1 4,5-1 1,0-4 0,1 0-10,-6-5-2,5 5 0,1-6 0,-17-4 13,16 5 3,-10 0 0,-1 0 0,1 5-20,-6 0-3,-6-1-1,6 1 0,-5 5 10,-1-1 2,-5-4 0,-5 5 0,-1-1-28,-5 1 0,1 0 8,4-6-8,-5-4 0,6 0 0,-6 0 0,5-5 0,1 0-30,-6 0-5,5 0-1,1-10 0,0 5-44,5-4-8,-6 4-3,12-5 0,-1 0-140,6 10-28</inkml:trace>
          <inkml:trace contextRef="#ctx0" brushRef="#br0" timeOffset="990.9269">5980-882 1497,'0'0'66,"0"0"14,0 0-64,0 0-16,5 0 0,-5 0 0,0 0 103,0 0 17,0 0 3,0 0 1,6 5-43,-6-5-8,0 10-1,5 4-1,-5 1-33,0 5-6,6 4-2,-6 5 0,0 0-19,0 6-11,0 4 12,5-5-12,-5 0 0,0 5 0,0-5 0,6 0 0,5-5-18,-6 1-10,1-6-3,-1 0 0,6-9-175,0 0-35</inkml:trace>
          <inkml:trace contextRef="#ctx0" brushRef="#br0" timeOffset="1581.9146">6292-726 1267,'0'0'56,"0"0"12,0 0-55,-11 0-13,0 5 0,11-5 0,-11 5 232,11-5 44,-5 10 9,5 4 2,-6-4-190,6 10-37,0-6-8,-5 6-2,5-1-30,0 6-7,0-6-1,5 5 0,1-4-32,-1-1-8,1 1 0,5-5-1,0-1 40,-6 1 8,6-5 1,0-6 1,0-4-33,0-4-8,0-1 0,6-5-1,-12 0-15,6 5-2,0-4-1,5-1 0,-5-10 15,-5 6 4,5-6 0,-6-4 0,6-1 11,0 1 9,-5 0-12,5-1 12,-6 6 0,-5-1 0,6 6 0,-1 4 0,1 0 0,-6 10 0,0 0 8,0 0-8,0 0 27,0 0-1,0 0 0,5 15 0,1-1-10,-6 6-1,0-1-1,0 1 0,-6-1-14,12 1 0,-1 4 0,-5 1 0,0-6-24,0 6-7,11-6-1,0-4-645,0-1-129</inkml:trace>
          <inkml:trace contextRef="#ctx0" brushRef="#br0" timeOffset="1862.3193">6665-609 921,'0'0'82,"0"0"-66,0 0-16,0 0 0,6-14 195,5 4 35,-6 0 7,6 0 2,-5-4-102,5 4-20,5 0-4,-5 0-1,5-4-32,1-1-6,-1-4-2,-5 4 0,0-4-12,6-1-4,-6 5 0,0 6 0,-6-6-28,1 5-5,-1-4-2,1 4 0,-6 10-11,0-10-2,0 10-8,0 0 12,0 0-12,-6-14 0,-10 9-9,10 0 9,-10 5-35,-1 0-1,6 10 0,-5-1 0,5 6-2,0 4-1,-6 6 0,6 4 0,-5 5 22,11 0 4,-1 0 1,6 5 0,-5-4 12,5-6-12,5 0 12,6-5-12,0 1 12,11-1 0,-6-4 0,6-6-9,0-4-16,0 0-3,6-10-1,-6 0-1003</inkml:trace>
        </inkml:traceGroup>
        <inkml:traceGroup>
          <inkml:annotationXML>
            <emma:emma xmlns:emma="http://www.w3.org/2003/04/emma" version="1.0">
              <emma:interpretation id="{DF36C9E4-21CC-4E77-ACDC-26D039246F91}" emma:medium="tactile" emma:mode="ink">
                <msink:context xmlns:msink="http://schemas.microsoft.com/ink/2010/main" type="inkWord" rotatedBoundingBox="25986,16108 27419,15927 27520,16726 26087,16907"/>
              </emma:interpretation>
              <emma:one-of disjunction-type="recognition" id="oneOf1">
                <emma:interpretation id="interp5" emma:lang="en-AU" emma:confidence="0">
                  <emma:literal>mis)</emma:literal>
                </emma:interpretation>
                <emma:interpretation id="interp6" emma:lang="en-AU" emma:confidence="0">
                  <emma:literal>Mis)</emma:literal>
                </emma:interpretation>
                <emma:interpretation id="interp7" emma:lang="en-AU" emma:confidence="0">
                  <emma:literal>nb)</emma:literal>
                </emma:interpretation>
                <emma:interpretation id="interp8" emma:lang="en-AU" emma:confidence="0">
                  <emma:literal>MB)</emma:literal>
                </emma:interpretation>
                <emma:interpretation id="interp9" emma:lang="en-AU" emma:confidence="0">
                  <emma:literal>nns</emma:literal>
                </emma:interpretation>
              </emma:one-of>
            </emma:emma>
          </inkml:annotationXML>
          <inkml:trace contextRef="#ctx0" brushRef="#br0" timeOffset="2233.1275">7279-794 403,'-16'15'17,"16"-15"5,0 0-22,0 0 0,0 0 0,0 14 0,0-14 364,0 10 68,0-10 13,0 0 3,-16 5-278,16-5-56,0 0-11,0 0-3,0 0-20,0 0-5,16-5-1,-11-5 0,-5 10-24,11-14-5,-11-1-1,6 0 0,10-4-19,-5-1-4,-11-4-1,0 0 0,11-6-9,6 1-3,-6 0 0,-6-5 0,-10 4-8,16-4 0,11 5 0,-11 5 0,-6 4 12,1 1 0,15 4 0,1 5 0,-5 5-22,-1 5-4,1 0-1,5 5 0,5 5 15,-10 10 0,-6-6-10,5 11 10,6-1-10,-6 10 10,-10-5-13,-1 5 5,-5-4-15,6 9-2,5-10-1,-6 5 0,-5-5-138,6-4-27,10-1-5</inkml:trace>
          <inkml:trace contextRef="#ctx0" brushRef="#br0" timeOffset="2851.5505">7872-1106 1382,'0'0'123,"0"0"-99,0 0-24,11 10 0,-6-1 132,1 6 20,-1-5 5,-5 4 1,-5 6-34,-1-5-8,6 9 0,0 0-1,6 1-55,-6-1-12,0 5-1,0 1-1,5-6-28,1-5-6,-6-4 0,0 5-1,5-6-11,1-4 0,-6-10 0,0 0 8,0 0-8,0 0 0,0 0-12,0 0 12,0 0-16,0 0 4,11-10 0,0-4 1,-11-6 11,5 1-12,0-6 12,6 1-12,0-1 12,-5-4 0,-1 0 0,6-5 0,11 5 0,-11-1 8,-5 1-8,10 5 11,6-6 12,-5 6 2,-1 5 1,-10-6 0,-1 11 18,6-1 4,11 0 1,0 10 0,-11-4-30,0 9-7,-11 0 0,11 0-1,0 9 18,-6-4 4,-5-5 1,11 15 0,6 0-34,-17-1 0,-11 1 0,5-1 0,12 6-20,-12-1-12,-10-4-1,-1 5-1,-5-1-22,6-4-5,10-1-1,-5 1 0,-11 0-25,6-1-5,16-14 0,0 10-1,-11 0 6,0-1 2,11-9 0,6 15 0,10-5 47,-10 0 10,-6-10 1,10 14 1,7-4 37,5 0 7,-6-1 2,1 1 0,-12-5 30,1 5 6,10 0 2,-5-1 0,-5 1 11,5 0 3,11 0 0,-6-1 0,-16-9-15,5 10-2,12-5-1,-6 5 0,-6-1-9,-5-9-1,-5 15-1,-1 0 0,12-1-23,-12 6-4,-21-6 0,5 6-1,17-1-15,-12 1 0,-5-5 0,-11-1-10,0 1-10,6-5-1,0-1-1,-1-4 0,-10-5-138,16 0-27,0-5-5,5 0-497,-10-9-99</inkml:trace>
          <inkml:trace contextRef="#ctx0" brushRef="#br0" timeOffset="3028.2855">8458-1335 1875,'0'0'83,"11"10"17,11-6-80,0 1-20,-11 5 0,11-5 0,-5 5 88,-1 4 12,-5 6 4,6-6 0,-6 6-31,0-1-5,5 6-2,-11-1 0,1 5-40,-6 1-8,5 4-2,1 0 0,-6 0 3,0 5 0,0 0 0,-6 5 0,6-5-19,-11 5-11,0 0 2,1 4 0,-1-9-51,0 5-9,-11-5-3,-6 0-1003</inkml:trace>
        </inkml:traceGroup>
      </inkml:traceGroup>
    </inkml:traceGroup>
    <inkml:traceGroup>
      <inkml:annotationXML>
        <emma:emma xmlns:emma="http://www.w3.org/2003/04/emma" version="1.0">
          <emma:interpretation id="{4770B249-1CA3-4A74-BC3B-CB92DE80E990}" emma:medium="tactile" emma:mode="ink">
            <msink:context xmlns:msink="http://schemas.microsoft.com/ink/2010/main" type="paragraph" rotatedBoundingBox="25103,17950 27814,17177 28091,18150 25380,1892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9F6FB33-EB46-4E5A-840E-A018B5DE7A76}" emma:medium="tactile" emma:mode="ink">
              <msink:context xmlns:msink="http://schemas.microsoft.com/ink/2010/main" type="line" rotatedBoundingBox="25103,17950 27814,17177 28091,18150 25380,18922"/>
            </emma:interpretation>
          </emma:emma>
        </inkml:annotationXML>
        <inkml:traceGroup>
          <inkml:annotationXML>
            <emma:emma xmlns:emma="http://www.w3.org/2003/04/emma" version="1.0">
              <emma:interpretation id="{2CA74BDC-F12D-4C99-B77C-505CF9ECE811}" emma:medium="tactile" emma:mode="ink">
                <msink:context xmlns:msink="http://schemas.microsoft.com/ink/2010/main" type="inkWord" rotatedBoundingBox="25104,17952 26691,17500 26968,18470 25380,18922"/>
              </emma:interpretation>
              <emma:one-of disjunction-type="recognition" id="oneOf2">
                <emma:interpretation id="interp10" emma:lang="en-AU" emma:confidence="0">
                  <emma:literal>Pass,</emma:literal>
                </emma:interpretation>
                <emma:interpretation id="interp11" emma:lang="en-AU" emma:confidence="0">
                  <emma:literal>Pass)</emma:literal>
                </emma:interpretation>
                <emma:interpretation id="interp12" emma:lang="en-AU" emma:confidence="0">
                  <emma:literal>Pas)</emma:literal>
                </emma:interpretation>
                <emma:interpretation id="interp13" emma:lang="en-AU" emma:confidence="0">
                  <emma:literal>Pas,</emma:literal>
                </emma:interpretation>
                <emma:interpretation id="interp14" emma:lang="en-AU" emma:confidence="0">
                  <emma:literal>Piss,</emma:literal>
                </emma:interpretation>
              </emma:one-of>
            </emma:emma>
          </inkml:annotationXML>
          <inkml:trace contextRef="#ctx0" brushRef="#br0" timeOffset="3991.5229">6534 639 633,'0'0'56,"0"5"-44,-11 10-12,5-11 0,1 6 292,5 5 56,-6 4 11,1 1 2,5-1-259,0 6-52,0-1-10,0 0-3,-6 6-23,1-6-5,10 5-1,-5 5 0,0-4-8,0-6 0,0 0 0,0 1-11,0-11-22,0 1-5,6 0-1,-12-6 0,1-4-62,5-5-13,0 0-2,-11-5-1,0-4-43,0-1-8,0-10-1,0 1-1,-6-1 79,6-9 16,0 0 3,1 5 1,4-11 145,1 11 29,5-5 5,0 0 2,5 4 17,6 1 3,-6-1 1,6 1 0,6 5-47,-6-1-10,5 1-2,6-1 0,0 5-18,11 6-4,-11-1-1,5 0 0,1 0 12,-1 6 3,1-1 0,-1 5 0,-5 0 0,0 0 0,-6 0 0,1 5 0,-6-1-16,-6 1-4,-5-5 0,11 15 0,-11-5-19,0 4-4,0 1-1,-11 0 0,6 4-20,-12-4 0,-5-1 0,1 6 0,-1-6-49,-6 1-11,6-5-3,-5 0 0,-1-1-1,1-4 0,-6 5 0,6-5-614,5 0-123</inkml:trace>
          <inkml:trace contextRef="#ctx0" brushRef="#br0" timeOffset="4185.4061">7230 488 1612,'-27'0'72,"21"0"14,-5 0-69,6 0-17,-1 0 0,-5 0 0,-5 0 183,-1 5 33,12 5 6,-6-1 2,-6 1-136,6 5-28,1-1-4,4 1-2,-5 4-36,6 6-7,-12-6-2,6 6 0,6 9-9,5 5 0,-6-5 0,1 5 0,5 0 0,0 0-11,5-5 3,1 10 0,-1 0-38,6-5-7,6-10-2,-1 0 0,-10-4-117,4-6-23,12-4-5,0-10 0</inkml:trace>
          <inkml:trace contextRef="#ctx0" brushRef="#br0" timeOffset="4657.9774">7334 683 1497,'-16'-10'66,"16"10"14,11 5-64,-11-5-16,-6 10 0,1 0 0,10 9 106,1-4 18,-1 4 3,-10 1 1,-1-6-52,1 1-11,10 4-1,-5 1-1,-5-5-50,5-6-13,5 1 0,-5-10 0,0 0 0,0 0 0,0 0 0,11 0 0,0-5 41,-5 0 3,-6 5 1,5-14 0,17-1-21,-11-4-5,-16 4-1,5 0 0,5-4 38,1-1 7,5 1 1,-6-1 1,-5 1-52,11-1-13,16 1 0,-10 4 0,-6 1 0,0-1 0,11 0 0,5 1 0,-16 4 34,6 5 4,-6 0 1,0 0 0,5 5-19,-16 0-4,0 0-1,0 0 0,0 0-15,0 0 0,-11 10 0,0 5 0,6-6-48,-6 1-2,5 5-1,-5-1 0,-11-4-10,6 0-3,16-10 0,-6 10 0,-5-1 0,6 1 0,5-10 0,0 0 0,0 15 0,0-15 0,-6 10 0,6-10 0,22 9 52,-11 1 12,-11-10 0,6 10 0,5 4 48,5-4 13,-5 0 3,0 0 0,0-1-52,0 1-12,11-5 0,0 0 0,-17 5 50,6-5 7,6 4 2,-1-4 0,-10 5 8,-6-10 1,0 0 1,0 10 0,0-1-55,-6 6-14,-16-5 0,0 4 0,6 6 0,-6-1 0,-16-4 0,-1 0 0,1-1 0,-1 1 0,17-5 0,-10-5 0,-12-1-88,5-8-20,12 4-4,5-10-604,-5 0-122</inkml:trace>
          <inkml:trace contextRef="#ctx0" brushRef="#br0" timeOffset="4898.1587">7789 332 576,'33'-10'51,"-33"10"-41,0 0-10,0 0 0,17 10 260,-6-5 51,0 0 9,-6 5 3,6-6-146,6 11-29,-1 0-5,-5 4-2,-5-4-44,5 4-9,5 6-1,0-1-1,-10 10-30,-1-5-7,6 5-1,6 1 0,-1 4-4,-10-5-2,-6 10 0,5-1 0,1 1-33,-1 5-9,-16-5 0,6-5 0,-1 15 0,-5-1 0,0-4 0,-5 0 0,-1-1-208,6-9-44</inkml:trace>
        </inkml:traceGroup>
        <inkml:traceGroup>
          <inkml:annotationXML>
            <emma:emma xmlns:emma="http://www.w3.org/2003/04/emma" version="1.0">
              <emma:interpretation id="{8D10C7D6-6541-42AD-AE06-3B09AFE52DD4}" emma:medium="tactile" emma:mode="ink">
                <msink:context xmlns:msink="http://schemas.microsoft.com/ink/2010/main" type="inkWord" rotatedBoundingBox="27490,17270 27814,17177 27899,17475 27575,17567"/>
              </emma:interpretation>
              <emma:one-of disjunction-type="recognition" id="oneOf3">
                <emma:interpretation id="interp15" emma:lang="en-AU" emma:confidence="0">
                  <emma:literal>=</emma:literal>
                </emma:interpretation>
                <emma:interpretation id="interp16" emma:lang="en-AU" emma:confidence="0">
                  <emma:literal>#</emma:literal>
                </emma:interpretation>
                <emma:interpretation id="interp17" emma:lang="en-AU" emma:confidence="0">
                  <emma:literal>X</emma:literal>
                </emma:interpretation>
                <emma:interpretation id="interp18" emma:lang="en-AU" emma:confidence="0">
                  <emma:literal>&lt;</emma:literal>
                </emma:interpretation>
                <emma:interpretation id="interp19" emma:lang="en-AU" emma:confidence="0">
                  <emma:literal>E</emma:literal>
                </emma:interpretation>
              </emma:one-of>
            </emma:emma>
          </inkml:annotationXML>
          <inkml:trace contextRef="#ctx0" brushRef="#br0" timeOffset="5502.9832">8716-19 2073,'11'0'184,"-11"0"-147,0 0-29,0 0-8,0 0 40,11 5 6,-5-5 2,5 0 0,0 0 30,0 0 6,11-5 2,-6 0 0,-16 5-34,16 0-8,12-5 0,-6 5-1,-6 0-35,1-5-8,-1 1 0,6 4 0,5 0-24,-16 0-8,-11 0 0,11 0-752,11 0-149</inkml:trace>
          <inkml:trace contextRef="#ctx0" brushRef="#br0" timeOffset="5618.206">8766 225 1094,'27'-5'97,"-27"5"-77,0 0-20,11 5 0,11-5 196,5-5 36,-5 5 8,0-5 0,0 5-120,6 0-25,10-5-5,6 0-1,-6 0-142,1-4-29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26.35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E8EAA7D-158D-4847-AF0E-C944399B118A}" emma:medium="tactile" emma:mode="ink">
          <msink:context xmlns:msink="http://schemas.microsoft.com/ink/2010/main" type="writingRegion" rotatedBoundingBox="25436,8037 30010,8037 30010,8731 25436,8731"/>
        </emma:interpretation>
      </emma:emma>
    </inkml:annotationXML>
    <inkml:traceGroup>
      <inkml:annotationXML>
        <emma:emma xmlns:emma="http://www.w3.org/2003/04/emma" version="1.0">
          <emma:interpretation id="{23D08FE3-56D3-49C0-8B6E-AD7FD766BA7C}" emma:medium="tactile" emma:mode="ink">
            <msink:context xmlns:msink="http://schemas.microsoft.com/ink/2010/main" type="paragraph" rotatedBoundingBox="25436,8037 30010,8037 30010,8731 25436,87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909E0BA-5F9C-4B16-8E2A-77765B3C71F5}" emma:medium="tactile" emma:mode="ink">
              <msink:context xmlns:msink="http://schemas.microsoft.com/ink/2010/main" type="line" rotatedBoundingBox="25436,8037 30010,8037 30010,8731 25436,8731"/>
            </emma:interpretation>
          </emma:emma>
        </inkml:annotationXML>
        <inkml:traceGroup>
          <inkml:annotationXML>
            <emma:emma xmlns:emma="http://www.w3.org/2003/04/emma" version="1.0">
              <emma:interpretation id="{D34C8CE9-0C11-4F5B-985D-20048B56F509}" emma:medium="tactile" emma:mode="ink">
                <msink:context xmlns:msink="http://schemas.microsoft.com/ink/2010/main" type="inkWord" rotatedBoundingBox="25436,8037 26188,8037 26188,8731 25436,8731"/>
              </emma:interpretation>
              <emma:one-of disjunction-type="recognition" id="oneOf0">
                <emma:interpretation id="interp0" emma:lang="en-AU" emma:confidence="0">
                  <emma:literal>H</emma:literal>
                </emma:interpretation>
                <emma:interpretation id="interp1" emma:lang="en-AU" emma:confidence="0">
                  <emma:literal>h</emma:literal>
                </emma:interpretation>
                <emma:interpretation id="interp2" emma:lang="en-AU" emma:confidence="0">
                  <emma:literal>n</emma:literal>
                </emma:interpretation>
                <emma:interpretation id="interp3" emma:lang="en-AU" emma:confidence="0">
                  <emma:literal>N</emma:literal>
                </emma:interpretation>
                <emma:interpretation id="interp4" emma:lang="en-AU" emma:confidence="0">
                  <emma:literal>^</emma:literal>
                </emma:interpretation>
              </emma:one-of>
            </emma:emma>
          </inkml:annotationXML>
          <inkml:trace contextRef="#ctx0" brushRef="#br0">19 119 403,'0'-19'36,"0"14"-36,-5-5 0,-1 0 0,1-4 331,-1-1 59,6 0 12,0 5 2,0 10-211,0-14-42,6 4-9,-6 10-2,0 0-54,0 0-11,0 0-3,0 0 0,0 0-23,0 0-5,0 0 0,5 10-1,1 4-19,-1-4-3,-5 10-1,11-1 0,-5 6-12,-1 4-8,1 0 10,-1 6-10,1-1 0,5 0 0,-6 0 0,1 5 0,-1 1 0,0-1 0,1 0-13,-1-5 4,6-10-27,-5 6-4,-1-6-2,6 1 0,-5-6-129,-1-4-25,-5 0-6,6-6-473,-6-9-94</inkml:trace>
          <inkml:trace contextRef="#ctx0" brushRef="#br0" timeOffset="212.0262">69 369 1393,'0'0'61,"0"0"14,0 0-60,0 0-15,0 0 0,16 0 0,0-5 135,1 0 24,-1 0 5,-5 0 0,6 0-45,-1 0-10,1 0-1,-1 0-1,1-9-37,5 4-7,-6 0-2,0 5 0,1-4-36,5 4-7,0 5-2,0-5 0,0 0-16,-6-5-11,6 5 2,5-5 0,-5 1-119,0 4-23,0 5-5</inkml:trace>
          <inkml:trace contextRef="#ctx0" brushRef="#br0" timeOffset="1124.1376">546-52 1382,'0'0'123,"0"0"-99,0 0-24,0 0 0,0 0 133,0 0 22,0 0 4,-6 5 1,-5-5-26,11 0-5,0 0-1,0 0 0,0 10-56,0 0-12,6 4-3,-1 6 0,-5-1-33,6 6-8,5-1 0,0 6-1,0-6-15,0 10-10,0 5 2,-1 5 0,7 0 8,-6 0 14,5 5-3,1 0-1,-1-5-42,1 0-9,-1 0-2,1 0-727,-6-10-146</inkml:trace>
        </inkml:traceGroup>
        <inkml:traceGroup>
          <inkml:annotationXML>
            <emma:emma xmlns:emma="http://www.w3.org/2003/04/emma" version="1.0">
              <emma:interpretation id="{2A399085-B48A-469E-9223-0E2B8D89A86D}" emma:medium="tactile" emma:mode="ink">
                <msink:context xmlns:msink="http://schemas.microsoft.com/ink/2010/main" type="inkWord" rotatedBoundingBox="29187,8086 30010,8086 30010,8717 29187,8717"/>
              </emma:interpretation>
              <emma:one-of disjunction-type="recognition" id="oneOf1">
                <emma:interpretation id="interp5" emma:lang="en-AU" emma:confidence="0">
                  <emma:literal>T</emma:literal>
                </emma:interpretation>
                <emma:interpretation id="interp6" emma:lang="en-AU" emma:confidence="0">
                  <emma:literal>7</emma:literal>
                </emma:interpretation>
                <emma:interpretation id="interp7" emma:lang="en-AU" emma:confidence="0">
                  <emma:literal>t</emma:literal>
                </emma:interpretation>
                <emma:interpretation id="interp8" emma:lang="en-AU" emma:confidence="0">
                  <emma:literal>+</emma:literal>
                </emma:interpretation>
                <emma:interpretation id="interp9" emma:lang="en-AU" emma:confidence="0">
                  <emma:literal>6</emma:literal>
                </emma:interpretation>
              </emma:one-of>
            </emma:emma>
          </inkml:annotationXML>
          <inkml:trace contextRef="#ctx0" brushRef="#br0" timeOffset="1140.196">3748 26 403,'0'0'36,"0"0"-36,6-5 0,5 5 0,-11 0 355,11-9 64,5 4 13,1 5 2,-6-5-221,11 5-44,-6 5-9,6-5-1,0 0-77,0 0-15,11-5-3,0 5-1,-6-5-33,6 5-6,-6 0-2,6 0 0,6 5-22,-1-5 0,0 5 0,1 0 0,-1 0-9,-5-5 9,0 0-10,5 0 10,-5 4-43,-5-4-2,-1 0-1,1 0 0,-1-4-189,-5 4-37</inkml:trace>
          <inkml:trace contextRef="#ctx0" brushRef="#br0" timeOffset="1346.0825">4406 46 691,'0'0'61,"0"0"-49,0 0-12,0 0 0,0 0 257,0 0 49,0 0 10,0 0 1,0 0-161,0 0-32,0 0-6,0 0-2,0 0-66,-5 0-14,0 10-2,-1-1-1,6 6-15,0 0-3,-5 14-1,5 0 0,5 6-6,-5 4-8,0-5 11,6 5-11,-1 5 8,-5-5-8,5 0 0,1 5 0,-1-5-14,1 5-10,-1-4-1,6-1-1039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29.50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885C686-8FAD-42ED-80A7-0E4D69343720}" emma:medium="tactile" emma:mode="ink">
          <msink:context xmlns:msink="http://schemas.microsoft.com/ink/2010/main" type="writingRegion" rotatedBoundingBox="22105,9940 22308,14561 21641,14591 21438,9969"/>
        </emma:interpretation>
      </emma:emma>
    </inkml:annotationXML>
    <inkml:traceGroup>
      <inkml:annotationXML>
        <emma:emma xmlns:emma="http://www.w3.org/2003/04/emma" version="1.0">
          <emma:interpretation id="{8F63C7F9-7549-423E-8DDE-21E219E12972}" emma:medium="tactile" emma:mode="ink">
            <msink:context xmlns:msink="http://schemas.microsoft.com/ink/2010/main" type="paragraph" rotatedBoundingBox="22105,9940 22308,14561 21641,14591 21438,99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132E0D-7D7F-4A5D-8288-2DA0723D0355}" emma:medium="tactile" emma:mode="ink">
              <msink:context xmlns:msink="http://schemas.microsoft.com/ink/2010/main" type="line" rotatedBoundingBox="22105,9940 22308,14561 21641,14591 21438,9969"/>
            </emma:interpretation>
          </emma:emma>
        </inkml:annotationXML>
        <inkml:traceGroup>
          <inkml:annotationXML>
            <emma:emma xmlns:emma="http://www.w3.org/2003/04/emma" version="1.0">
              <emma:interpretation id="{1A4557F9-F83B-4223-AE17-F4E9266AA1B5}" emma:medium="tactile" emma:mode="ink">
                <msink:context xmlns:msink="http://schemas.microsoft.com/ink/2010/main" type="inkWord" rotatedBoundingBox="21937,9948 21964,10571 21889,10574 21862,9951"/>
              </emma:interpretation>
              <emma:one-of disjunction-type="recognition" id="oneOf0">
                <emma:interpretation id="interp0" emma:lang="en-AU" emma:confidence="0">
                  <emma:literal>_</emma:literal>
                </emma:interpretation>
                <emma:interpretation id="interp1" emma:lang="en-AU" emma:confidence="0">
                  <emma:literal>-</emma:literal>
                </emma:interpretation>
                <emma:interpretation id="interp2" emma:lang="en-AU" emma:confidence="0">
                  <emma:literal>w</emma:literal>
                </emma:interpretation>
                <emma:interpretation id="interp3" emma:lang="en-AU" emma:confidence="0">
                  <emma:literal>u</emma:literal>
                </emma:interpretation>
                <emma:interpretation id="interp4" emma:lang="en-AU" emma:confidence="0">
                  <emma:literal>=</emma:literal>
                </emma:interpretation>
              </emma:one-of>
            </emma:emma>
          </inkml:annotationXML>
          <inkml:trace contextRef="#ctx0" brushRef="#br0">234-1838 1951,'-16'49'86,"16"-49"18,0 0-83,0 0-21,-11 0 0,6 0 0,5 0 39,0 0 3,0 0 1,0 0 0,0 0 12,0 0 2,-11 10 1,5 4 0,1 1-18,5 4-3,-6 6-1,6 4 0,0 5-36,0 0 0,0 0-9,0 0 9,0 1 8,6-1 8,-1-5 3,-5-5 0,6 1-44,5-1-9,-6 0-2,0-4 0,1-1-192,-1 1-38,-5 24-8,17-15-2</inkml:trace>
        </inkml:traceGroup>
        <inkml:traceGroup>
          <inkml:annotationXML>
            <emma:emma xmlns:emma="http://www.w3.org/2003/04/emma" version="1.0">
              <emma:interpretation id="{DCB8896B-8598-43AA-AA07-81336C4CD07F}" emma:medium="tactile" emma:mode="ink">
                <msink:context xmlns:msink="http://schemas.microsoft.com/ink/2010/main" type="inkWord" rotatedBoundingBox="22185,11764 22212,12373 21724,12395 21697,11786"/>
              </emma:interpretation>
              <emma:one-of disjunction-type="recognition" id="oneOf1">
                <emma:interpretation id="interp5" emma:lang="en-AU" emma:confidence="0">
                  <emma:literal>N</emma:literal>
                </emma:interpretation>
                <emma:interpretation id="interp6" emma:lang="en-AU" emma:confidence="0">
                  <emma:literal>n</emma:literal>
                </emma:interpretation>
                <emma:interpretation id="interp7" emma:lang="en-AU" emma:confidence="0">
                  <emma:literal>w</emma:literal>
                </emma:interpretation>
                <emma:interpretation id="interp8" emma:lang="en-AU" emma:confidence="0">
                  <emma:literal>W</emma:literal>
                </emma:interpretation>
                <emma:interpretation id="interp9" emma:lang="en-AU" emma:confidence="0">
                  <emma:literal>^</emma:literal>
                </emma:interpretation>
              </emma:one-of>
            </emma:emma>
          </inkml:annotationXML>
          <inkml:trace contextRef="#ctx0" brushRef="#br0" timeOffset="797.2857">-1 0 1324,'0'63'118,"0"-24"-94,5-19-24,-5-20 0,6-15 92,5 0 15,-1 11 2,1-6 1,6 5-4,-6 5-1,0 5 0,0-5 0,5 0-41,1 0-8,-6 5-1,5 0-1,1-1-22,-1-4-5,1 5-1,-7 0 0,1 0-13,0 5-2,0-5-1,6 4 0,-6 1-10,0 0 0,-11-10 0,11 10 8,-6 4-8,1 1 0,-6 0 0,5-1-11,1 11-24,-12-1-5,-5 0 0,6 6-1,-12-1-25,6-5-5,6 1-1,-6-1 0,0 0-4,0 1-2,-6-11 0,1 6 0,0-1 62,-1-4 16,6 0 0,-5-6 0,5-4 0,0 0 0,0 5 0,11-10 0,0 0 44,0 0 11,-6 5 2,6-5 1,0 0-10,0 0-3,0 0 0,0 0 0,0 0-1,11 5-1,0-1 0,6 1 0,-1-10 0,1 5 0,5-4 0,-6-1 0,0 0-11,1 0-1,5 5-1,0 0 0,5-5-17,-5 5-3,0-10-1,5 10 0,1 0-30,-6 0-7,0 0 0,5 5-710,1 0-142</inkml:trace>
        </inkml:traceGroup>
        <inkml:traceGroup>
          <inkml:annotationXML>
            <emma:emma xmlns:emma="http://www.w3.org/2003/04/emma" version="1.0">
              <emma:interpretation id="{AA94715F-7F02-44C4-8B32-697CC76E3155}" emma:medium="tactile" emma:mode="ink">
                <msink:context xmlns:msink="http://schemas.microsoft.com/ink/2010/main" type="inkWord" rotatedBoundingBox="22266,13831 22298,14562 21641,14591 21609,13860"/>
              </emma:interpretation>
              <emma:one-of disjunction-type="recognition" id="oneOf2">
                <emma:interpretation id="interp10" emma:lang="en-AU" emma:confidence="0">
                  <emma:literal>M</emma:literal>
                </emma:interpretation>
                <emma:interpretation id="interp11" emma:lang="en-AU" emma:confidence="0">
                  <emma:literal>m</emma:literal>
                </emma:interpretation>
                <emma:interpretation id="interp12" emma:lang="en-AU" emma:confidence="0">
                  <emma:literal>n</emma:literal>
                </emma:interpretation>
                <emma:interpretation id="interp13" emma:lang="en-AU" emma:confidence="0">
                  <emma:literal>N</emma:literal>
                </emma:interpretation>
                <emma:interpretation id="interp14" emma:lang="en-AU" emma:confidence="0">
                  <emma:literal>9</emma:literal>
                </emma:interpretation>
              </emma:one-of>
            </emma:emma>
          </inkml:annotationXML>
          <inkml:trace contextRef="#ctx0" brushRef="#br0" timeOffset="1363.0737">42 2135 1900,'0'0'84,"11"-20"18,-11 20-82,0 0-20,6-14 0,10 4 0,-5 0 68,0 10 10,6-5 2,-1-4 0,6 9-13,-5 0-3,-1-5 0,6 5 0,-6 0 0,1 0 0,-1 5 0,1-5 0,-1 0-51,1 0-13,5 5 0,-6-1 0,1 1 0,-6 0 0,-11-5 0,16 5 0,-5 5 0,0-5 9,-11-5-9,5 9 8,-5-9-16,6 15-4,-1 0-1,-10-1 0,-1-4-31,1 5-7,-6-1-1,0 1 0,0-5-17,-5 4-4,-1-4-1,1 0 0,-6 0 20,5-6 4,6 6 1,6-5 0,5-5 22,-11 10 5,5-5 1,6-5 0,0 0 21,0 0 0,0 0 0,0 0 0,0 0 17,11 9 2,-11-9 0,11 10 0,6-5 9,-1 0 3,6 0 0,-5-5 0,-1 5 5,0-5 0,6 5 1,0-5 0,0 4-1,-5-4-1,-1 5 0,1 0 0,5 0-7,-11 0-2,0 0 0,-1 5 0,1-1 1,-5 1 0,-1 0 0,1 4 0,-6 1-2,0 5 0,-6-6 0,1 6 0,-1-1-5,1 1-2,-6-1 0,-5 10 0,-6-4 2,0-1 1,0 1 0,-6-6 0,1 1 5,-6-1 1,-5-4 0,-1-1 0,6-4-7,0 0 0,-5 0-1,0-6 0,-1 6-19,6-5-19,0 0 4,1-5 1,-1 5-106,11-5-22,-6 0-4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57.67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60D76AF4-4EF4-4A07-A163-F3D603BD31F5}" emma:medium="tactile" emma:mode="ink">
          <msink:context xmlns:msink="http://schemas.microsoft.com/ink/2010/main" type="writingRegion" rotatedBoundingBox="24762,9852 31048,9899 31013,14673 24726,14627"/>
        </emma:interpretation>
      </emma:emma>
    </inkml:annotationXML>
    <inkml:traceGroup>
      <inkml:annotationXML>
        <emma:emma xmlns:emma="http://www.w3.org/2003/04/emma" version="1.0">
          <emma:interpretation id="{2BE01F5B-6EAC-48D8-BEF5-F4B2D401CD09}" emma:medium="tactile" emma:mode="ink">
            <msink:context xmlns:msink="http://schemas.microsoft.com/ink/2010/main" type="paragraph" rotatedBoundingBox="24830,9852 30594,9895 30587,10921 24822,108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6307D55-E5E1-4BBB-AF4A-E8D15D03496E}" emma:medium="tactile" emma:mode="ink">
              <msink:context xmlns:msink="http://schemas.microsoft.com/ink/2010/main" type="line" rotatedBoundingBox="24830,9852 30594,9895 30587,10921 24822,10878"/>
            </emma:interpretation>
          </emma:emma>
        </inkml:annotationXML>
        <inkml:traceGroup>
          <inkml:annotationXML>
            <emma:emma xmlns:emma="http://www.w3.org/2003/04/emma" version="1.0">
              <emma:interpretation id="{9D5F599D-941F-4C63-A524-1FCB8761539D}" emma:medium="tactile" emma:mode="ink">
                <msink:context xmlns:msink="http://schemas.microsoft.com/ink/2010/main" type="inkWord" rotatedBoundingBox="24830,9852 26746,9867 26738,10818 24823,10804"/>
              </emma:interpretation>
              <emma:one-of disjunction-type="recognition" id="oneOf0">
                <emma:interpretation id="interp0" emma:lang="en-AU" emma:confidence="0">
                  <emma:literal>(H,i)</emma:literal>
                </emma:interpretation>
                <emma:interpretation id="interp1" emma:lang="en-AU" emma:confidence="0">
                  <emma:literal>(H, i</emma:literal>
                </emma:interpretation>
                <emma:interpretation id="interp2" emma:lang="en-AU" emma:confidence="0">
                  <emma:literal>IH,i)</emma:literal>
                </emma:interpretation>
                <emma:interpretation id="interp3" emma:lang="en-AU" emma:confidence="0">
                  <emma:literal>(HI)</emma:literal>
                </emma:interpretation>
                <emma:interpretation id="interp4" emma:lang="en-AU" emma:confidence="0">
                  <emma:literal>(Hi')</emma:literal>
                </emma:interpretation>
              </emma:one-of>
            </emma:emma>
          </inkml:annotationXML>
          <inkml:trace contextRef="#ctx0" brushRef="#br0">104 6 230,'0'0'10,"0"0"2,0 0-12,0 0 0,0 0 0,0 0 0,0 0 374,0 0 72,0 0 14,0 0 4,-11-5-295,11 5-58,-6 0-12,-5 0-3,11 0-56,-11 0-12,11 0-3,-11 10 0,0 4-12,0 1-2,6-1-1,-6 6 0,5 4-10,6 1 0,-5 4 0,5 5 0,-5 0 0,5 0 0,0 0 0,0 5 8,0 0-8,5 5 0,0-5 0,1 0-11,5-5-22,0 1-5,0-1-1,0-10 0,-6 0-49,6-4-11,0-6-1,0-4-788</inkml:trace>
          <inkml:trace contextRef="#ctx0" brushRef="#br0" timeOffset="266.7233">224 25 1587,'0'0'70,"0"0"15,0 0-68,0 0-17,0 0 0,0 0 0,0 15 94,6-1 15,-6 6 3,5-1 1,-5 1-57,0 4-11,0 1-2,0-1-1,0 5-26,0 1-6,6-1-1,-1 5 0,-5 0-9,6-10-9,-1 1 9,1-1-13,-1-4-53,1-1-10,-1-4-3,1-1-799</inkml:trace>
          <inkml:trace contextRef="#ctx0" brushRef="#br0" timeOffset="473.9847">307 327 864,'0'0'38,"0"0"8,0 0-37,0 0-9,0 0 0,0 0 0,0 0 206,0 0 39,0 0 8,0 0 2,0 0-165,11 10-33,5-5-6,-5-5-2,5 0 35,-5 0 8,6 0 0,-1 0 1,1-5-50,-1 5-11,-5 0-1,6 0-1,-6 0-22,5 5-8,1-5 0,-1 0 0,0 5-42,1-5-14,-1 0-4,1 0-950</inkml:trace>
          <inkml:trace contextRef="#ctx0" brushRef="#br0" timeOffset="1284.8666">537-4 172,'0'0'8,"0"0"1,0 0-9,0 0 0,0 0 0,11-5 0,-11 5 372,0 0 72,0 0 14,0 0 3,11 5-277,0 0-56,-11-5-12,5 14-1,1-4-64,5 10-13,-6-1-2,1 6-1,5-1-3,-11 0 0,5 6 0,1-1 0,-6 5-40,5 0-9,6-5-2,0 10 0,-5-5 19,-1-4 0,1-1 0,5 0 0,0-4-55,-6-1-7,0 0-2,1-4-614,10-1-123</inkml:trace>
          <inkml:trace contextRef="#ctx0" brushRef="#br0" timeOffset="1290.8509">1003 485 518,'0'0'46,"0"0"-37,0 0-9,0 0 0,0 0 238,0 0 46,0 10 8,6 0 3,-6 4-124,5-4-25,-5 5-5,-5-5-1,5 4-64,-6 1-12,1-1-4,-6 6 0,0-1-32,5 6-6,-5-6-2,6 1 0,-6 4-20,0-4 0,0-1 0,5 1 0,-5-6-39,6 1-5,-1-1-2,1-4 0,-1 0-157,1-5-31</inkml:trace>
          <inkml:trace contextRef="#ctx0" brushRef="#br0" timeOffset="1292.8509">1376 217 1267,'11'-5'112,"-11"5"-89,0 0-23,0 0 0,16-5 156,-16 5 28,0 0 4,0 0 2,0 0-78,0 0-16,6 10-4,-12 5 0,-5 4-50,11-4-10,6 4-3,-1 1 0,-21-1-12,11 6-2,10 4-1,6 0 0,0-4-14,-11-1 0,0 0 0,5 1-10,17-1-50,-11 1-9,-16-6-3,10-4-932</inkml:trace>
          <inkml:trace contextRef="#ctx0" brushRef="#br0" timeOffset="1526.8618">1617-95 1036,'6'0'92,"5"5"-73,-6 0-19,6-5 0,0 5 126,-5 5 22,5-6 4,0 6 0,5 0-22,-5 5-5,0 4-1,-6-4 0,6 9-35,-5 0-7,10 1-2,1 4 0,-17 0-20,11 5-5,5 1-1,1 4 0,-6 0-28,-6-5-6,6 0 0,0 0-1,6 0-11,-12 0-8,6-5 12,-5-4-12,4 4 9,-10-5-9,0 1 0,-5-1 9,5 0-9,-5 1 8,-1-6-8,-5 6 8,-5-1-28,5 0-7,0-4-1,0-1-735,-11 1-147</inkml:trace>
        </inkml:traceGroup>
        <inkml:traceGroup>
          <inkml:annotationXML>
            <emma:emma xmlns:emma="http://www.w3.org/2003/04/emma" version="1.0">
              <emma:interpretation id="{CB6E8E0A-BFEB-4A79-9FD4-CF24B17D1E6A}" emma:medium="tactile" emma:mode="ink">
                <msink:context xmlns:msink="http://schemas.microsoft.com/ink/2010/main" type="inkWord" rotatedBoundingBox="28438,9914 30594,9930 30587,10921 28431,10905"/>
              </emma:interpretation>
              <emma:one-of disjunction-type="recognition" id="oneOf1">
                <emma:interpretation id="interp5" emma:lang="en-AU" emma:confidence="0">
                  <emma:literal>(TO)</emma:literal>
                </emma:interpretation>
                <emma:interpretation id="interp6" emma:lang="en-AU" emma:confidence="0">
                  <emma:literal>(T, 1)</emma:literal>
                </emma:interpretation>
                <emma:interpretation id="interp7" emma:lang="en-AU" emma:confidence="0">
                  <emma:literal>(T)</emma:literal>
                </emma:interpretation>
                <emma:interpretation id="interp8" emma:lang="en-AU" emma:confidence="0">
                  <emma:literal>(Til)</emma:literal>
                </emma:interpretation>
                <emma:interpretation id="interp9" emma:lang="en-AU" emma:confidence="0">
                  <emma:literal>(T, "</emma:literal>
                </emma:interpretation>
              </emma:one-of>
            </emma:emma>
          </inkml:annotationXML>
          <inkml:trace contextRef="#ctx0" brushRef="#br0" timeOffset="2186.0629">3773 154 403,'0'0'36,"0"0"-36,-6-10 0,1 5 0,-1-5 284,1 1 51,-6 4 9,5-5 3,-5 0-188,6 5-38,-1 1-7,1-1-2,-6 0-45,11 5-10,-6 0-1,-5 5-1,6 0-16,-1-1-3,-5 11-1,6 0 0,-6 4-15,5 1-4,1 4 0,-6 5 0,6 5-1,5 5-1,-6 0 0,6 5 0,0-5-14,6 0 0,-1 0 0,1 0 0,4 0-32,7-10-10,-1 1-2,1-1 0,5-10-119,0 1-24</inkml:trace>
          <inkml:trace contextRef="#ctx0" brushRef="#br0" timeOffset="3386.05">4003 251 1731,'-6'5'76,"6"-5"17,0-5-74,6 5-19,-6-5 0,0 5 0,5-4 38,1 4 4,5-10 1,-11 10 0,16-5 20,1 5 4,-6-10 1,11 10 0,-6-5-29,1-4-6,-1-1-1,0 0 0,6 5-16,-5 0-4,-1 5-1,6-5 0,0 5-11,-5-4 8,-1-1-8,1 0 8,-1 0-16,6 0-4,-6 0-1,1 0-661,-6 0-132</inkml:trace>
          <inkml:trace contextRef="#ctx0" brushRef="#br0" timeOffset="3392.0344">4250 242 1267,'0'0'112,"0"0"-89,0 0-23,0 0 0,0 0 105,0 0 17,0 0 3,0 0 1,0 0-1,0 0 0,0 0 0,0 0 0,0 0-69,0 0-15,0 0-2,0 14-1,0 6-22,0-1-5,0 10-1,0-4 0,5 9-10,-5-5 8,0 5-8,0-4 8,0 4-8,6-5 0,-6 0 0,5-5 0,-5-4-14,6 4-5,-1-4-1,1-1 0,-1 1-209,1-1-43</inkml:trace>
          <inkml:trace contextRef="#ctx0" brushRef="#br0" timeOffset="3394.0285">4666 563 864,'-5'5'76,"5"0"-60,0-5-16,0 0 0,5 10 158,1 4 29,-1-4 5,-5 5 2,6-6-70,-1 6-13,-10 0-3,5 4-1,0-4-51,0-1-9,0 6-3,0-1 0,0 1-22,-6-1-5,1 11-1,-1-6 0,-4 0-27,-1 1-5,-6-1-2,6-4-612,0-1-122</inkml:trace>
          <inkml:trace contextRef="#ctx0" brushRef="#br0" timeOffset="3555.6358">5275 125 1911,'0'0'84,"0"0"19,0 0-83,0 0-20,0 0 0,0 0 0,0 0 72,0 0 11,0 0 1,-5 9 1,-1-4-8,1 0-1,5 15-1,-6-6 0,1-4-49,-1 5-10,1 9-1,5 0-1,0 6-14,0-1 11,0-5-11,0 5 10,0-4-10,0 4-12,0 0 2,5 1 1,-5-6-61,0 0-12,6-4-2,-1-1-953</inkml:trace>
          <inkml:trace contextRef="#ctx0" brushRef="#br0" timeOffset="3871.3795">5489-27 1382,'0'0'123,"0"0"-99,17 0-24,-17 0 0,0 0 75,0 0 9,11-4 3,5 4 0,0 4 27,1-4 6,-6 5 0,5 5 1,1 0-48,-6 0-9,0-1-3,5 11 0,-5-6-12,0 1-2,0 5-1,0-1 0,0 1-26,-6-1-4,1 5-2,5 1 0,0-1-3,-6 5-1,1 1 0,-1-1 0,1 5 2,-1 0 0,-5 0 0,0 5 0,-5 0 6,5 0 2,0 0 0,-11 5 0,0 0-44,0-5-9,-6 5-2,-4 5 0,4-6-97,-5 1-20,0 0-4,6-15-840</inkml:trace>
        </inkml:traceGroup>
      </inkml:traceGroup>
    </inkml:traceGroup>
    <inkml:traceGroup>
      <inkml:annotationXML>
        <emma:emma xmlns:emma="http://www.w3.org/2003/04/emma" version="1.0">
          <emma:interpretation id="{6BFC7D15-0B53-41FD-8BF3-7560AE0ECE14}" emma:medium="tactile" emma:mode="ink">
            <msink:context xmlns:msink="http://schemas.microsoft.com/ink/2010/main" type="paragraph" rotatedBoundingBox="24755,11616 30673,11722 30652,12918 24733,128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3008FA-CE5D-4B53-8EE1-CF4D66B71186}" emma:medium="tactile" emma:mode="ink">
              <msink:context xmlns:msink="http://schemas.microsoft.com/ink/2010/main" type="line" rotatedBoundingBox="24755,11616 30673,11722 30652,12918 24733,12812"/>
            </emma:interpretation>
          </emma:emma>
        </inkml:annotationXML>
        <inkml:traceGroup>
          <inkml:annotationXML>
            <emma:emma xmlns:emma="http://www.w3.org/2003/04/emma" version="1.0">
              <emma:interpretation id="{ACCEC57D-940E-4C62-84A6-C5EAC5856965}" emma:medium="tactile" emma:mode="ink">
                <msink:context xmlns:msink="http://schemas.microsoft.com/ink/2010/main" type="inkWord" rotatedBoundingBox="24754,11675 27090,11717 27069,12854 24733,12812"/>
              </emma:interpretation>
              <emma:one-of disjunction-type="recognition" id="oneOf2">
                <emma:interpretation id="interp10" emma:lang="en-AU" emma:confidence="0">
                  <emma:literal>(Hit)</emma:literal>
                </emma:interpretation>
                <emma:interpretation id="interp11" emma:lang="en-AU" emma:confidence="0">
                  <emma:literal>(H, I)</emma:literal>
                </emma:interpretation>
                <emma:interpretation id="interp12" emma:lang="en-AU" emma:confidence="0">
                  <emma:literal>(H in)</emma:literal>
                </emma:interpretation>
                <emma:interpretation id="interp13" emma:lang="en-AU" emma:confidence="0">
                  <emma:literal>(H, T)</emma:literal>
                </emma:interpretation>
                <emma:interpretation id="interp14" emma:lang="en-AU" emma:confidence="0">
                  <emma:literal>(H, 11)</emma:literal>
                </emma:interpretation>
              </emma:one-of>
            </emma:emma>
          </inkml:annotationXML>
          <inkml:trace contextRef="#ctx0" brushRef="#br0" timeOffset="5269.3257">104 1719 518,'0'0'46,"0"0"-37,0 0-9,0 0 0,-6 0 188,-5 0 36,11 0 8,-5 4 0,-6-4-87,5 5-17,6-5-4,-11 5-1,0 0-35,0 0-8,11-5 0,-5 15-1,-6-6-34,0 6-6,0 4-2,6 6 0,-1-1-25,-5 10-4,0 0-8,6 5 11,-1 10-11,-5-5 0,6 0 0,-1 5 0,1-1 0,-1-4-11,6 0 11,6 0-8,-1-5-12,1 5-1,5-10-1,0 5 0,5-5-42,1-5-9,-1-4-2,6-1-801</inkml:trace>
          <inkml:trace contextRef="#ctx0" brushRef="#br0" timeOffset="5275.5342">323 2001 1612,'0'0'144,"0"0"-116,0 0-28,0 0 0,-5 15 59,5-5 5,-6-1 2,6 6 0,0-5 8,6 9 2,-6-4 0,0 9 0,0 1-36,5-1-6,-5 5-2,0 5 0,6-4-13,-6 9-3,0-5-1,0 0 0,0 0-15,0 0 0,5-5 8,1 6-8,-1-11-44,1 0-11,-1-4-2,-5-1-907</inkml:trace>
          <inkml:trace contextRef="#ctx0" brushRef="#br0" timeOffset="5277.2512">367 2406 633,'0'0'56,"0"0"-44,0 0-12,0 0 0,0 0 225,0 0 43,0 0 9,0 0 2,0 0-151,0 0-31,16 0-5,6-5-2,-5 0-22,-1 5-5,1-5-1,-1 5 0,-16 0-18,17-5-3,-1 1-1,1 4 0,-1-5-12,-5 0-2,11 0-1,0 5 0,-6-10-122,1 5-25,-6 0-5,5-4-1</inkml:trace>
          <inkml:trace contextRef="#ctx0" brushRef="#br0" timeOffset="5342.6033">597 1943 518,'0'0'46,"0"0"-37,0 0-9,0 0 0,0 0 264,6 5 50,-6-5 10,0 5 3,5-1-178,1 6-35,-6 0-7,11 5-2,-6 9-42,1-5-9,5 11-2,-6-1 0,-5 5-20,6 0-4,-1 0 0,1 0-1,-6 1-17,5 4-10,1-5 12,-6 5-12,5 0 0,1 0 0,-1-5 0,6 0 0,0-5-40,-6 5-9,1-9-2,5-1-953</inkml:trace>
          <inkml:trace contextRef="#ctx0" brushRef="#br0" timeOffset="5560.1475">1091 2489 1634,'0'0'72,"5"5"16,1 4-71,5 1-17,-11 5 0,5-1 0,1 6 76,-1-1 11,-5 6 2,0-6 1,0 1-32,0-1-6,0 6-2,0-1 0,-11 5-38,6 1-12,5-1 0,0-5 0,-11 5-154,5-9-38</inkml:trace>
          <inkml:trace contextRef="#ctx0" brushRef="#br0" timeOffset="5829.88">1349 1982 1267,'0'0'112,"0"0"-89,0 0-23,0 0 0,16 0 115,-10 0 18,-6 0 4,11 0 1,16-5-30,-5 5-7,-11 0-1,0-5 0,5 10-36,1 0-7,-17-5-1,16 0-1,-16 0-23,17 10-5,5-6-1,-6 6 0,-16-10-6,11 20-2,5-6 0,1 1 0,-12 0-40,-5 4-8,-5 1-2,-1-1 0,6 10-169,-5 1-35,-6-1-6</inkml:trace>
          <inkml:trace contextRef="#ctx0" brushRef="#br0" timeOffset="5990.4909">1371 2562 1490,'0'0'32,"0"0"8,0 0 0,11-10 3,5 5-35,-5-4-8,-11 9 0,11-5 0,0-5 69,5 5 12,1 0 3,-1-5 0,-16 10-31,17-9-5,5-1-2,5 5 0,-5-5 0,0 1 0,0 4 0,0-5 0,0 5-46,-6 5 0,1-5 0,5 0-632,-1 0-118</inkml:trace>
          <inkml:trace contextRef="#ctx0" brushRef="#br0" timeOffset="6867.1364">1601 2235 633,'0'0'56,"0"0"-44,0 0-12,0 0 0,0 0 135,0 0 25,0 0 4,0 0 2,0 0-38,0 0-7,0 0-1,0 0-1,-6-9-41,6 9-8,0 0-2,0 0 0,0 0-11,0 0-2,0 0-1,0 0 0,0 0-21,0 0-4,-11 14-1,11 1 0,0-1-4,-5 1-2,-12 0 0,1-6 0,11 6-13,-1 0-9,-10-1 12,5 1-12,-6 0-8,6-1-9,6-4-2,-1 5 0,-10-1-75</inkml:trace>
          <inkml:trace contextRef="#ctx0" brushRef="#br0" timeOffset="6501.9835">1732 1767 1623,'0'0'72,"0"0"15,0 0-70,0 0-17,0 0 0,0 0 0,0 0 73,0 0 11,0 0 3,0 0 0,0 0 1,0 0 0,17 0 0,-1 0 0,-16 0-19,17 10-3,-1-5-1,1 5 0,-6-1-42,5 6-9,1 0-2,10-1 0,-10 1 5,4 0 1,-10 9 0,11-5 0,6 1 13,-6-1 2,-6 1 1,6-1 0,0 1-34,5-1 0,1 1 0,-6 4 0,0-4 0,-6-1 0,1 1 0,-1 4 0,-5 1 0,0-6 0,-5 5 0,-1 1 0,0-1 0,-10 1 0,0-1 0,5 5 0,5 0 12,-5 6-4,-16-1 0,5 0-8,16 5 0,-10 0 0,-12 5-10,6-5 10,0 5-74,6-5-7,-6 0-2,0-5-673,-17-5-134</inkml:trace>
        </inkml:traceGroup>
        <inkml:traceGroup>
          <inkml:annotationXML>
            <emma:emma xmlns:emma="http://www.w3.org/2003/04/emma" version="1.0">
              <emma:interpretation id="{2F8ABC80-345F-42AC-903D-F7910DDA767B}" emma:medium="tactile" emma:mode="ink">
                <msink:context xmlns:msink="http://schemas.microsoft.com/ink/2010/main" type="inkWord" rotatedBoundingBox="28546,11684 30673,11722 30654,12781 28527,12743"/>
              </emma:interpretation>
              <emma:one-of disjunction-type="recognition" id="oneOf3">
                <emma:interpretation id="interp15" emma:lang="en-AU" emma:confidence="0">
                  <emma:literal>H,2)</emma:literal>
                </emma:interpretation>
                <emma:interpretation id="interp16" emma:lang="en-AU" emma:confidence="0">
                  <emma:literal>IT,2)</emma:literal>
                </emma:interpretation>
                <emma:interpretation id="interp17" emma:lang="en-AU" emma:confidence="0">
                  <emma:literal>Hi2)</emma:literal>
                </emma:interpretation>
                <emma:interpretation id="interp18" emma:lang="en-AU" emma:confidence="0">
                  <emma:literal>(Til)</emma:literal>
                </emma:interpretation>
                <emma:interpretation id="interp19" emma:lang="en-AU" emma:confidence="0">
                  <emma:literal>(Tic)</emma:literal>
                </emma:interpretation>
              </emma:one-of>
            </emma:emma>
          </inkml:annotationXML>
          <inkml:trace contextRef="#ctx0" brushRef="#br0" timeOffset="7842.1168">3827 1797 1094,'0'0'97,"0"0"-77,0 0-20,0 0 0,0 0 123,0 0 21,0 0 4,0 0 0,0 0-17,0 0-4,0 0-1,0 0 0,0 0-42,0 0-8,0 0-1,-16-5-1,16 5-24,0 0-5,-16 0-1,16 0 0,-11 9-27,-6 6-5,12 5-2,-6-1 0,5 1-10,-5 4 0,6 5 9,5 5-9,-6 0 0,1 1 0,-1 4 0,6 4 0,0-4 0,0 5 0,0-5 0,0 10 0,6-10-13,-1 5 2,1 0 1,-1 0 0,6-5-29,6 5-5,-6-10-2,5 5 0,0-15-146,-5 0-28,6 1-7,5-6-1</inkml:trace>
          <inkml:trace contextRef="#ctx0" brushRef="#br0" timeOffset="8035.4839">3959 2206 1720,'0'0'38,"0"0"8,0 0 2,11-5 0,-6 0-39,1 0-9,-1 1 0,6 4 0,0-10 84,0 10 16,0-10 2,6 5 1,-1 0-31,1 0-7,-1 1-1,1-1 0,-1 0-22,0 0-5,1 0-1,-1 0 0,1 0-17,-1 5-4,-5 0-1,6-5 0,-6 5-14,5 0 9,1-4-9,-6-1 8,5 0-49,-5 0-11,0 5-1,5-5-1011</inkml:trace>
          <inkml:trace contextRef="#ctx0" brushRef="#br0" timeOffset="8238.9949">4316 2152 1612,'0'0'144,"0"0"-116,0 0-28,0 0 0,0 0 117,0 0 18,-11 5 3,11-5 1,-6 5-43,1 10-9,5-5-2,0-1 0,-6 6-13,6 0-4,-5-1 0,5 6 0,0-1-57,0 6-11,0-1 0,0 0 0,-6-4 20,6 4 11,0-4 2,6 9 1,-6-10-34,0 6 0,5-6-12,-5-4 3,6 4-51,-1-4-11,-5-5-1,6 0-697,-6-10-139</inkml:trace>
          <inkml:trace contextRef="#ctx0" brushRef="#br0" timeOffset="8431.9736">4656 2503 633,'0'0'56,"0"0"-44,0 0-12,0 0 0,10 10 266,1-5 51,-5 5 11,-1 4 1,1 1-171,-6 0-34,0-1-8,0 6 0,0-1-71,0 1-13,0 4-4,0-4 0,-6-6-19,1 6-9,5-1 8,-6-4-8,6 4-109,0-4-27,0-5-6</inkml:trace>
          <inkml:trace contextRef="#ctx0" brushRef="#br0" timeOffset="8848.1229">4831 2216 1969,'0'0'43,"11"-5"9,0 0 1,5 0 3,1-5-44,-1 6-12,1-1 0,-6 0 0,5-5 88,1 5 16,-17 5 4,16-5 0,6 0-32,-11 5-7,5 5-1,1-5 0,-17 0-19,11 5-4,-11-5-1,16 10 0,-16-10-25,11 10-6,-5-5-1,-6-5 0,5 14-12,-5-4 9,0 9-9,0-4 8,0 0-26,-5 4-6,-1 1 0,-5-1-1,6 1-24,-6-1-5,0 1-1,0-1 0,0 1 12,5-6 3,-4 1 0,4 4 0,-5-4 17,6 0 4,5-6 1,-6 6 0,6-15 18,0 10-10,0-10 10,0 10-8,0-1 8,0-9 0,0 0 8,11 10-8,-5-5 25,5-5 1,-11 0 0,10 5 0,7 0 9,-1-5 1,1 0 1,-1-5 0,6 5 2,-5-5 0,5 5 0,0-5 0,-1 0-19,1 5-3,6-5-1,-1 5 0,-5 0-16,6 0 0,-1-5 8,0 1-8,1-1-20,-1 0-8,-5 0-2,0 0-768,0 0-154</inkml:trace>
          <inkml:trace contextRef="#ctx0" brushRef="#br0" timeOffset="9985.1327">5582 1758 1094,'0'0'97,"0"0"-77,0 0-20,0 0 0,0 0 174,0 0 31,0 0 7,0 0 0,22 4-72,-11 1-14,6 5-3,-1 5-1,1-6-42,-6 6-9,5 0-2,0 4 0,-5 1-18,0 4-4,0-4-1,6 9 0,-12-5-15,6 5-3,-5 6-1,-1-1 0,6 0-14,0 0-2,0 5-1,-5 0 0,-1 0-10,1 0 0,-6 0 0,0 0 0,-6 5-25,1 0-1,5-5 0,-6 5 0,-5-1-40,0 1-8,-5 0-2,-1-5-692,6 0-138</inkml:trace>
        </inkml:traceGroup>
      </inkml:traceGroup>
    </inkml:traceGroup>
    <inkml:traceGroup>
      <inkml:annotationXML>
        <emma:emma xmlns:emma="http://www.w3.org/2003/04/emma" version="1.0">
          <emma:interpretation id="{9AB087D6-4156-453C-8746-FD8531910305}" emma:medium="tactile" emma:mode="ink">
            <msink:context xmlns:msink="http://schemas.microsoft.com/ink/2010/main" type="paragraph" rotatedBoundingBox="24795,13523 31003,13330 31040,14519 24832,147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DDFB9A7-C412-4CF0-8DFC-7F1AC7EB6F0E}" emma:medium="tactile" emma:mode="ink">
              <msink:context xmlns:msink="http://schemas.microsoft.com/ink/2010/main" type="line" rotatedBoundingBox="24795,13523 31003,13330 31040,14519 24832,14712"/>
            </emma:interpretation>
          </emma:emma>
        </inkml:annotationXML>
        <inkml:traceGroup>
          <inkml:annotationXML>
            <emma:emma xmlns:emma="http://www.w3.org/2003/04/emma" version="1.0">
              <emma:interpretation id="{9EFF06F0-CD32-4FDE-8793-FF81ABC68C27}" emma:medium="tactile" emma:mode="ink">
                <msink:context xmlns:msink="http://schemas.microsoft.com/ink/2010/main" type="inkWord" rotatedBoundingBox="24795,13523 27136,13451 27172,14606 24831,14679"/>
              </emma:interpretation>
              <emma:one-of disjunction-type="recognition" id="oneOf4">
                <emma:interpretation id="interp20" emma:lang="en-AU" emma:confidence="0">
                  <emma:literal>(His)</emma:literal>
                </emma:interpretation>
                <emma:interpretation id="interp21" emma:lang="en-AU" emma:confidence="0">
                  <emma:literal>1Hi3)</emma:literal>
                </emma:interpretation>
                <emma:interpretation id="interp22" emma:lang="en-AU" emma:confidence="0">
                  <emma:literal>1H,3)</emma:literal>
                </emma:interpretation>
                <emma:interpretation id="interp23" emma:lang="en-AU" emma:confidence="0">
                  <emma:literal>IH,3)</emma:literal>
                </emma:interpretation>
                <emma:interpretation id="interp24" emma:lang="en-AU" emma:confidence="0">
                  <emma:literal>IHi3)</emma:literal>
                </emma:interpretation>
              </emma:one-of>
            </emma:emma>
          </inkml:annotationXML>
          <inkml:trace contextRef="#ctx0" brushRef="#br0" timeOffset="9997.1009">43 3776 1440,'0'0'64,"0"0"12,0 0-60,0 0-16,0 0 0,-5-10 0,5 10 79,0 0 13,0 0 2,0 0 1,0 0-20,0 0-4,0 0-1,0 0 0,0 0-33,0 0-6,-6 10-2,1 9 0,-1-4-1,1 4 0,-1 1 0,6 4 0,-5 5-13,0 1-3,-1-6-1,6 10 0,-5 5-11,5-5 0,0 10 0,0 0 8,0 5-8,0-5 0,5 0 0,6-1 0,0-4 0,0-4-16,0-6 4,0 5 1,5-5-34,1-4-7,-1-6-2,6-4 0,-11-6-129,6-4-25</inkml:trace>
          <inkml:trace contextRef="#ctx0" brushRef="#br0" timeOffset="10220.158">433 3707 1440,'0'0'64,"0"0"12,0 0-60,0 0-16,0 0 0,0 0 0,0 0 117,0 10 21,0 5 4,-6-1 1,6 1-70,6 0-13,-1 4-4,-5 6 0,6-1-37,-1 5-8,1 0-2,-6 1 0,0 4-9,5 0 0,1 0 0,-1-5 0,1 5 0,-6-9-9,5 4 9,6 0-13,-5-4-177,-6 4-35,0 10-7,11-20-2</inkml:trace>
          <inkml:trace contextRef="#ctx0" brushRef="#br0" timeOffset="10415.9857">455 4068 1479,'22'5'32,"-22"-5"8,0 0 0,0 0 2,0 0-34,0 0-8,0 0 0,0 0 0,22 0 57,-6 0 10,0 0 1,-5-5 1,6 5 40,5 0 8,-6 0 2,6-5 0,-5 5-37,-1 0-7,6-5-2,0 1 0,0-1-58,0 0-15,-6 0 0,1 5 0,5-5 0,-6 0 0,-5 0 0,0-4 0,11 4-100,-11-5-22,0 0-5,0 0-820</inkml:trace>
          <inkml:trace contextRef="#ctx0" brushRef="#br0" timeOffset="10681.0992">833 3537 1958,'0'0'43,"0"0"9,0 10 1,0-1 3,0 6-45,0-5-11,0-10 0,6 14 0,-6 1 53,11 4 9,-11-4 2,5 9 0,6 1 0,-6-1 0,1 1 0,5 9 0,-11-5 0,5 0 0,6 5 0,-5 0 0,-1 1-64,1 4 0,-1 0-14,1-5 2,-1 0 12,1-5 16,-1 5-4,1 5-1,5-10-60,-6 1-12,-5 4-3,11-5 0,-5-9-51,5 4-10,-6 0-3,1-4 0</inkml:trace>
          <inkml:trace contextRef="#ctx0" brushRef="#br0" timeOffset="10880.8134">1316 4341 1958,'0'0'43,"0"0"9,0 0 1,0 0 3,16 10-45,-10 5-11,-6-1 0,0 6 0,5-6 91,1 1 16,-6 4 3,-6 1 1,1-1-76,5 1-15,0-5-4,0 4 0,-6 1-16,6-1-12,6 1 1,-6-1 1,-11 1-170,11-1-35,0-19-6,11 20-2</inkml:trace>
          <inkml:trace contextRef="#ctx0" brushRef="#br0" timeOffset="11559.1775">1414 3805 1728,'0'0'38,"0"0"8,17 0 2,-6 0 0,-11 0-39,0 0-9,22-5 0,0 0 0,-6 0 104,-5 0 20,6 5 3,5 0 1,-1 0-52,1 0-9,-11 5-3,6 0 0,5 0 0,-6 0 0,-16-5 0,0 0 0,17 5-51,-6 5-13,-11-10 0,5 9 0,-5 6 0,0-5 0,6-1 0,-6 6 0,-6 0 0,-5-1 0,11-4 0,-5 5 0,-1-1-51,1 1-13,-6 0-2,5-1-1,6 1 5,0-5 1,-16 4 0,16-14 0,5 10-3,-5-10-1,-11 10 0,11-10 0,0 0 1,0 0 1,6 9 0,-6-9 0,-11 10 51,11 0 12,0-10 0,5 15 0,-5-15 48,11 9 13,0 1 3,6-5 0,-1 0-52,1-5-12,-6 5 0,5 0 0,6-1 54,-6 1 8,-5 0 2,0 0 0,0 0-1,6-5 0,-6 0 0,-11 0 0,0 0-22,5 10-4,1-5-1,-6-5 0,0 14-5,-6-4-2,12 0 0,-6-1 0,-6 1-29,1 0 0,-1 0 0,-5 9 0,11 1 0,-16 4 0,-1 0 0,-5-4 0,11-1 0,-5-4 0,-6 5 0,0-6 0,0 1 0,6-1 0,-1 1 0,-5-5 0,-5-5-96,10 0-26,17-5-5,-5-5-922</inkml:trace>
          <inkml:trace contextRef="#ctx0" brushRef="#br0" timeOffset="11654.429">1886 3547 1958,'17'0'43,"-12"0"9,-5 0 1,5 0 3,1-5-45,5 5-11,0 0 0,0 5 0,-11-5 91,16 9 16,12 1 3,-12 0 1,-10 4-25,5 1-5,11 0-1,5-1 0,0 6-28,-10-1-7,-1 6-1,1-6 0,16 6-3,-11-6-1,-11 5 0,0 1 0,16-6-32,-11 6-8,1 4 0,-12-5 0,6 6 0,-5-1 0,-1-5 0,1 15 0,-12-5 0,1 0 10,5 10-2,0 0-8,-6 5 0,-5 5 0,6-1-10,-1-9 10,6-5-73,-5-5-7,-23 5-2,12 0-742,22-14-148</inkml:trace>
        </inkml:traceGroup>
        <inkml:traceGroup>
          <inkml:annotationXML>
            <emma:emma xmlns:emma="http://www.w3.org/2003/04/emma" version="1.0">
              <emma:interpretation id="{1C9068A7-318B-401C-A909-4D41A70E3186}" emma:medium="tactile" emma:mode="ink">
                <msink:context xmlns:msink="http://schemas.microsoft.com/ink/2010/main" type="inkWord" rotatedBoundingBox="28570,13429 31004,13353 31040,14519 28606,14595"/>
              </emma:interpretation>
              <emma:one-of disjunction-type="recognition" id="oneOf5">
                <emma:interpretation id="interp25" emma:lang="en-AU" emma:confidence="0">
                  <emma:literal>173)</emma:literal>
                </emma:interpretation>
                <emma:interpretation id="interp26" emma:lang="en-AU" emma:confidence="0">
                  <emma:literal>(73)</emma:literal>
                </emma:interpretation>
                <emma:interpretation id="interp27" emma:lang="en-AU" emma:confidence="0">
                  <emma:literal>1t,3)</emma:literal>
                </emma:interpretation>
                <emma:interpretation id="interp28" emma:lang="en-AU" emma:confidence="0">
                  <emma:literal>1T,3)</emma:literal>
                </emma:interpretation>
                <emma:interpretation id="interp29" emma:lang="en-AU" emma:confidence="0">
                  <emma:literal>H,3)</emma:literal>
                </emma:interpretation>
              </emma:one-of>
            </emma:emma>
          </inkml:annotationXML>
          <inkml:trace contextRef="#ctx0" brushRef="#br0" timeOffset="12225.7242">3860 3829 1900,'0'0'84,"0"0"18,0 0-82,0 0-20,0 0 0,-11 5 0,0 0 109,11-5 18,0 0 3,-11 10 1,6-5-58,-6 4-11,0 1-2,6 0-1,-6 5-31,0-1-7,5 6-1,1-1 0,5 1-20,0 4 0,0 5 0,0 5 0,0 5 0,5 0 0,1 0 0,5 0 0,-6-4 0,6 4 0,5 4-12,-5-4 4,0-4-32,-5-6-7,10 0-1,6-9 0,-11-1-124,6-4-24,-1-1-6</inkml:trace>
          <inkml:trace contextRef="#ctx0" brushRef="#br0" timeOffset="12485.0306">4085 3898 2188,'0'0'48,"0"0"11,0 0 1,0 0 1,0 0-49,0 0-12,0 0 0,17-5 0,-6 0 74,0 0 12,0 0 2,5 0 1,-5-5-18,5 6-4,1 4-1,-1-5 0,1 0-23,-6 0-5,5 0-1,6 0 0,-5 5-37,-1 0 0,0-5 0,1 5 0,-1 0-53,1-5-6,-6 5-1,5 0 0,1-4-124,-1-1-24,-5 5-6</inkml:trace>
          <inkml:trace contextRef="#ctx0" brushRef="#br0" timeOffset="12824.4049">4343 3893 1958,'0'0'43,"0"0"9,0 14 1,0-14 3,0 0-45,0 10-11,-6 5 0,1-6 0,5-9 104,0 15 20,0 5 3,0-6 1,0 1-52,0-1-9,0 6-3,-6-5 0,6 4-20,0-4-5,0 4-1,0-4 0,6-1-26,-6 6-12,0-10 10,5 4-10,1-4-28,-6 5-12,5-1-3,-5 1 0,0-15-101,0 0-20,11 10-4,-5-1-840</inkml:trace>
          <inkml:trace contextRef="#ctx0" brushRef="#br0" timeOffset="12949.4862">4710 4175 1036,'17'30'46,"-17"-30"10,0 0-45,0 0-11,0 0 0,0 0 0,11 9 252,0 1 49,-11-10 10,11 10 1,-6 5-141,1-6-29,-1 1-6,6 5 0,-11-1-109,0 6-27,0-6 0,0 6 0,-5-1 0,5 1 0,0-1 0,0 6 0,-6 4 0,6-5 0,-5 1 0,5 4 0,0-5-117,5 1-29,-5-11-6</inkml:trace>
          <inkml:trace contextRef="#ctx0" brushRef="#br0" timeOffset="14287.3558">5226 3703 979,'0'0'87,"0"0"-70,0 0-17,0 0 0,0 0 211,0 0 38,0 0 8,16 0 2,-5-5-103,0 0-21,0 0-4,0 0-1,6 0-44,-1 0-9,-5 0-1,0 5-1,5-4-9,1-1-2,-1 0 0,1 5 0,-1-5-51,-5 5-13,0-5 0,0 5 0,-11 0 0,11 0 0,-11 0 0,17 0 0,-1 5 0,-16-5 0,0 0 0,0 10 0,-5-1 0,-1 1-18,1 5 4,-6-5 1,0-1-31,0 6-7,5 0-1,-5-1 0,0-4-8,0 0-3,0-1 0,0 1 0,11-10 39,-5 10 7,5-10 1,0 0 1,-6 10 1,6-10 0,-5 9 0,5-9 0,-6 15 14,6-15 0,0 0 0,0 0-9,6 10 9,5 0 14,-11-10-3,11 14-1,0-4 10,0-5 1,5 0 1,-5 4 0,6-4 33,-6 0 6,5 0 2,-5 0 0,6 0-51,-17-5-12,0 0 0,0 0 0,0 0 0,0 0 0,0 14 0,5-4 0,-5-10 0,5 15 0,-5-1 0,0-4 0,0-10 0,6 15 0,-6-1 0,-6 1 0,1 0 0,0-6 0,-6 6 0,0 0 0,-6-6 0,1 6 0,-1 0 0,1-1 0,-1 1 0,-5 0 0,0-6 0,6 1 0,0-5-32,-1 0-8,1 0-3,-1-10 0,6 0-147,0 5-30,0-5-5</inkml:trace>
          <inkml:trace contextRef="#ctx0" brushRef="#br0" timeOffset="14293.3395">5791 3410 2059,'0'0'45,"0"0"10,0 0 1,11-5 2,5 5-46,-5 0-12,0 0 0,6 0 0,-1 5 92,-5 0 17,0 0 3,5 5 1,1-1-25,-1 1-4,-5 0-2,0 4 0,11-4-24,-11 0-5,0 9-1,6 1 0,-6-1-40,10 1-12,-4-1 0,-6 1 8,5 4-8,-5-4 12,0 4-4,6 1 0,-6-1-8,-6 0 8,6 1-8,-5-1 8,-1 0-8,1 1 0,-1-1 8,-5 5-8,0 1 0,-5-1 9,-1 5-9,1 0 0,-1-5 8,-5 6-8,6-6 0,-6 5 0,0 0 0,0-5 0,5 1 0,-5 4 0,0 0-35,6-20-4,-6 1-1,0-5 0,0 4-127,0 1-25,6 0-6,-6 4-878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15D85-2ABE-420D-AB24-8E2D30F90F51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45087-0A28-49DD-83D2-50FB80C13D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35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65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963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428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770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990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429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50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572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866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57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70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12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97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29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08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13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27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9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30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8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27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12/08/2021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38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6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59.png"/><Relationship Id="rId10" Type="http://schemas.openxmlformats.org/officeDocument/2006/relationships/image" Target="../media/image55.emf"/><Relationship Id="rId4" Type="http://schemas.openxmlformats.org/officeDocument/2006/relationships/image" Target="../media/image52.emf"/><Relationship Id="rId9" Type="http://schemas.openxmlformats.org/officeDocument/2006/relationships/customXml" Target="../ink/ink4.xml"/><Relationship Id="rId14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customXml" Target="../ink/ink11.xml"/><Relationship Id="rId18" Type="http://schemas.openxmlformats.org/officeDocument/2006/relationships/image" Target="../media/image69.emf"/><Relationship Id="rId26" Type="http://schemas.openxmlformats.org/officeDocument/2006/relationships/image" Target="../media/image73.emf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66.emf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2" Type="http://schemas.openxmlformats.org/officeDocument/2006/relationships/image" Target="../media/image14.png"/><Relationship Id="rId16" Type="http://schemas.openxmlformats.org/officeDocument/2006/relationships/image" Target="../media/image68.emf"/><Relationship Id="rId20" Type="http://schemas.openxmlformats.org/officeDocument/2006/relationships/image" Target="../media/image70.emf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customXml" Target="../ink/ink10.xml"/><Relationship Id="rId24" Type="http://schemas.openxmlformats.org/officeDocument/2006/relationships/image" Target="../media/image72.emf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74.emf"/><Relationship Id="rId10" Type="http://schemas.openxmlformats.org/officeDocument/2006/relationships/image" Target="../media/image65.emf"/><Relationship Id="rId19" Type="http://schemas.openxmlformats.org/officeDocument/2006/relationships/customXml" Target="../ink/ink14.xml"/><Relationship Id="rId4" Type="http://schemas.openxmlformats.org/officeDocument/2006/relationships/image" Target="../media/image62.emf"/><Relationship Id="rId9" Type="http://schemas.openxmlformats.org/officeDocument/2006/relationships/customXml" Target="../ink/ink9.xml"/><Relationship Id="rId14" Type="http://schemas.openxmlformats.org/officeDocument/2006/relationships/image" Target="../media/image67.emf"/><Relationship Id="rId22" Type="http://schemas.openxmlformats.org/officeDocument/2006/relationships/image" Target="../media/image71.emf"/><Relationship Id="rId27" Type="http://schemas.openxmlformats.org/officeDocument/2006/relationships/customXml" Target="../ink/ink18.xml"/><Relationship Id="rId30" Type="http://schemas.openxmlformats.org/officeDocument/2006/relationships/image" Target="../media/image7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4.png"/><Relationship Id="rId3" Type="http://schemas.openxmlformats.org/officeDocument/2006/relationships/image" Target="../media/image170.png"/><Relationship Id="rId7" Type="http://schemas.openxmlformats.org/officeDocument/2006/relationships/customXml" Target="../ink/ink21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2.png"/><Relationship Id="rId5" Type="http://schemas.openxmlformats.org/officeDocument/2006/relationships/customXml" Target="../ink/ink20.xml"/><Relationship Id="rId10" Type="http://schemas.openxmlformats.org/officeDocument/2006/relationships/image" Target="../media/image21.emf"/><Relationship Id="rId4" Type="http://schemas.openxmlformats.org/officeDocument/2006/relationships/image" Target="../media/image18.png"/><Relationship Id="rId9" Type="http://schemas.openxmlformats.org/officeDocument/2006/relationships/customXml" Target="../ink/ink22.xml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39.jpe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1881020" y="740007"/>
            <a:ext cx="8414586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solve probability problems with dependent and </a:t>
            </a:r>
            <a:r>
              <a:rPr lang="en-AU" sz="4000" b="1" smtClean="0">
                <a:cs typeface="Arial" panose="020B0604020202020204" pitchFamily="34" charset="0"/>
              </a:rPr>
              <a:t>independent events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655602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replaced and then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two green marbles.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getting at least one blue marble.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920855" y="3140533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0855" y="5814870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9083" y="4071479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 smtClean="0"/>
              <a:t>‘with replacement’</a:t>
            </a:r>
            <a:endParaRPr lang="en-AU" sz="2400" i="1" dirty="0"/>
          </a:p>
        </p:txBody>
      </p:sp>
      <p:sp>
        <p:nvSpPr>
          <p:cNvPr id="17" name="TextBox 16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263694" y="3088899"/>
                <a:ext cx="377310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694" y="3088899"/>
                <a:ext cx="3773109" cy="6685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16144" y="3988227"/>
                <a:ext cx="3648022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𝐵𝐺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144" y="3988227"/>
                <a:ext cx="3648022" cy="668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49701" y="4831804"/>
                <a:ext cx="3904728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𝐺𝐵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701" y="4831804"/>
                <a:ext cx="3904728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684437" y="5801407"/>
                <a:ext cx="303580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𝐺𝐺</m:t>
                          </m:r>
                        </m:e>
                      </m:d>
                      <m:r>
                        <a:rPr lang="en-AU" sz="2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AU" sz="200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437" y="5801407"/>
                <a:ext cx="3035809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20246" y="2842680"/>
                <a:ext cx="4615543" cy="99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b) The probability of 2 greens is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fName>
                      <m:e>
                        <m:d>
                          <m:dPr>
                            <m:ctrlPr>
                              <a:rPr lang="en-AU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1" i="1" dirty="0" smtClean="0">
                                <a:latin typeface="Cambria Math" panose="02040503050406030204" pitchFamily="18" charset="0"/>
                              </a:rPr>
                              <m:t>𝑮𝑮</m:t>
                            </m:r>
                          </m:e>
                        </m:d>
                      </m:e>
                    </m:func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𝟒𝟗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𝟏𝟐𝟏</m:t>
                        </m:r>
                      </m:den>
                    </m:f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46" y="2842680"/>
                <a:ext cx="4615543" cy="993413"/>
              </a:xfrm>
              <a:prstGeom prst="rect">
                <a:avLst/>
              </a:prstGeom>
              <a:blipFill rotWithShape="0">
                <a:blip r:embed="rId6"/>
                <a:stretch>
                  <a:fillRect t="-4908" b="-55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818692" y="4425422"/>
                <a:ext cx="4871575" cy="1788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c) </a:t>
                </a:r>
                <a:r>
                  <a:rPr lang="en-AU" sz="2000" b="1" dirty="0" smtClean="0"/>
                  <a:t>The probability of at least 1 blue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1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𝑩𝑩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𝑩𝑮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0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𝑮𝑩</m:t>
                      </m:r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𝟏𝟐𝟏</m:t>
                          </m:r>
                        </m:den>
                      </m:f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𝟕𝟐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𝟏𝟐𝟏</m:t>
                        </m:r>
                      </m:den>
                    </m:f>
                  </m:oMath>
                </a14:m>
                <a:r>
                  <a:rPr lang="en-AU" sz="2400" b="1" dirty="0" smtClean="0"/>
                  <a:t>.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692" y="4425422"/>
                <a:ext cx="4871575" cy="1788759"/>
              </a:xfrm>
              <a:prstGeom prst="rect">
                <a:avLst/>
              </a:prstGeom>
              <a:blipFill rotWithShape="0">
                <a:blip r:embed="rId7"/>
                <a:stretch>
                  <a:fillRect t="-2730" b="-44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9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/>
      <p:bldP spid="23" grpId="0"/>
      <p:bldP spid="24" grpId="0"/>
      <p:bldP spid="25" grpId="0"/>
      <p:bldP spid="26" grpId="0"/>
      <p:bldP spid="27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4137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88828" y="532081"/>
            <a:ext cx="117408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marble is taken from a bag containing 4 blue marbles and 7 green marbles. It is </a:t>
            </a:r>
            <a:r>
              <a:rPr lang="en-AU" sz="3000" b="1" i="1" dirty="0" smtClean="0"/>
              <a:t>not</a:t>
            </a:r>
            <a:r>
              <a:rPr lang="en-AU" sz="2400" dirty="0" smtClean="0"/>
              <a:t> replaced before a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marble is taken out.</a:t>
            </a:r>
            <a:endParaRPr lang="en-AU" sz="2400" dirty="0"/>
          </a:p>
          <a:p>
            <a:r>
              <a:rPr lang="en-AU" sz="2400" dirty="0" smtClean="0"/>
              <a:t>a)   Draw a tree diagram with probabilities to represents this situation.</a:t>
            </a:r>
          </a:p>
          <a:p>
            <a:r>
              <a:rPr lang="en-AU" sz="2400" dirty="0" smtClean="0"/>
              <a:t>b)   Find </a:t>
            </a:r>
            <a:r>
              <a:rPr lang="en-AU" sz="2400" dirty="0"/>
              <a:t>the probability of getting two green marbles.</a:t>
            </a:r>
          </a:p>
          <a:p>
            <a:r>
              <a:rPr lang="en-AU" sz="2400" dirty="0" smtClean="0"/>
              <a:t>c)    Find </a:t>
            </a:r>
            <a:r>
              <a:rPr lang="en-AU" sz="2400" dirty="0"/>
              <a:t>the probability of getting at least one blue marble.</a:t>
            </a:r>
          </a:p>
          <a:p>
            <a:endParaRPr lang="en-AU" sz="2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34848" y="3107642"/>
                <a:ext cx="363954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848" y="3107642"/>
                <a:ext cx="3639549" cy="612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276421" y="4112059"/>
                <a:ext cx="5408023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𝐵𝐺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421" y="4112059"/>
                <a:ext cx="5408023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458569" y="4809238"/>
                <a:ext cx="3132476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𝐺𝐵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569" y="4809238"/>
                <a:ext cx="3132476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160341" y="5883629"/>
                <a:ext cx="360538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𝐺𝐺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AU" i="1" dirty="0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341" y="5883629"/>
                <a:ext cx="3605389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502729" y="2925957"/>
                <a:ext cx="4615543" cy="1155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b) The probability of 2 greens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𝑮𝑮</m:t>
                          </m:r>
                        </m:e>
                      </m:d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729" y="2925957"/>
                <a:ext cx="4615543" cy="1155509"/>
              </a:xfrm>
              <a:prstGeom prst="rect">
                <a:avLst/>
              </a:prstGeom>
              <a:blipFill rotWithShape="0">
                <a:blip r:embed="rId6"/>
                <a:stretch>
                  <a:fillRect t="-4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591045" y="4573767"/>
                <a:ext cx="4871575" cy="1987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b="1" dirty="0" smtClean="0"/>
                  <a:t>c) The probability of at least 1 blue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400" b="1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𝑩𝑩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4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𝑩𝑮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AU" sz="2400" b="1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𝑮𝑩</m:t>
                      </m:r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0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𝟑𝟒</m:t>
                          </m:r>
                        </m:num>
                        <m:den>
                          <m:r>
                            <a:rPr lang="en-AU" sz="20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045" y="4573767"/>
                <a:ext cx="4871575" cy="1987339"/>
              </a:xfrm>
              <a:prstGeom prst="rect">
                <a:avLst/>
              </a:prstGeom>
              <a:blipFill rotWithShape="0">
                <a:blip r:embed="rId7"/>
                <a:stretch>
                  <a:fillRect l="-1502" t="-2454" r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1st</a:t>
            </a:r>
            <a:endParaRPr lang="en-AU" sz="2400" dirty="0"/>
          </a:p>
        </p:txBody>
      </p:sp>
      <p:sp>
        <p:nvSpPr>
          <p:cNvPr id="80" name="TextBox 79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2nd</a:t>
            </a:r>
            <a:endParaRPr lang="en-AU" sz="2400" dirty="0"/>
          </a:p>
        </p:txBody>
      </p:sp>
      <p:sp>
        <p:nvSpPr>
          <p:cNvPr id="81" name="TextBox 80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4/11</a:t>
            </a:r>
            <a:endParaRPr lang="en-AU" sz="2400" dirty="0"/>
          </a:p>
        </p:txBody>
      </p:sp>
      <p:sp>
        <p:nvSpPr>
          <p:cNvPr id="85" name="TextBox 84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  <a:r>
              <a:rPr lang="en-AU" sz="2400" dirty="0" smtClean="0"/>
              <a:t>/10</a:t>
            </a:r>
            <a:endParaRPr lang="en-AU" sz="2400" dirty="0"/>
          </a:p>
        </p:txBody>
      </p:sp>
      <p:sp>
        <p:nvSpPr>
          <p:cNvPr id="86" name="TextBox 85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4/10</a:t>
            </a:r>
            <a:endParaRPr lang="en-AU" sz="2400" dirty="0"/>
          </a:p>
        </p:txBody>
      </p:sp>
      <p:sp>
        <p:nvSpPr>
          <p:cNvPr id="87" name="TextBox 86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  <a:r>
              <a:rPr lang="en-AU" sz="2400" dirty="0" smtClean="0"/>
              <a:t>/11</a:t>
            </a:r>
            <a:endParaRPr lang="en-AU" sz="2400" dirty="0"/>
          </a:p>
        </p:txBody>
      </p:sp>
      <p:sp>
        <p:nvSpPr>
          <p:cNvPr id="88" name="TextBox 87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7/10</a:t>
            </a:r>
            <a:endParaRPr lang="en-AU" sz="2400" dirty="0"/>
          </a:p>
        </p:txBody>
      </p:sp>
      <p:sp>
        <p:nvSpPr>
          <p:cNvPr id="89" name="TextBox 88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6/10</a:t>
            </a:r>
            <a:endParaRPr lang="en-AU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70C0"/>
                </a:solidFill>
              </a:rPr>
              <a:t>B</a:t>
            </a:r>
            <a:endParaRPr lang="en-AU" sz="4000" dirty="0">
              <a:solidFill>
                <a:srgbClr val="0070C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00B050"/>
                </a:solidFill>
              </a:rPr>
              <a:t>G</a:t>
            </a:r>
            <a:endParaRPr lang="en-AU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5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1797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16-sided die with faces numbered 1-16 is rolled. The following events are defined. </a:t>
            </a:r>
          </a:p>
          <a:p>
            <a:r>
              <a:rPr lang="en-US" sz="2400" dirty="0" smtClean="0"/>
              <a:t>A= “number rolled is less than 9”, B = “number rolled is a multiple of 3”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Draw a </a:t>
            </a:r>
            <a:r>
              <a:rPr lang="en-US" sz="2400" dirty="0" err="1" smtClean="0"/>
              <a:t>venn</a:t>
            </a:r>
            <a:r>
              <a:rPr lang="en-US" sz="2400" dirty="0" smtClean="0"/>
              <a:t> diagram to represent the information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Calculate the probability when a number rolled is less than 9 given it is a multiple of 3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Calculate the probability when a number rolled is a multiple of 3, given that the number is less than 9.</a:t>
            </a:r>
            <a:endParaRPr lang="en-US" sz="2400" dirty="0"/>
          </a:p>
        </p:txBody>
      </p:sp>
      <p:sp>
        <p:nvSpPr>
          <p:cNvPr id="98" name="Rectangle 97"/>
          <p:cNvSpPr/>
          <p:nvPr/>
        </p:nvSpPr>
        <p:spPr>
          <a:xfrm>
            <a:off x="300435" y="2872197"/>
            <a:ext cx="6107291" cy="3542457"/>
          </a:xfrm>
          <a:prstGeom prst="rect">
            <a:avLst/>
          </a:prstGeom>
          <a:noFill/>
          <a:ln w="336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0000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949037" y="3316951"/>
            <a:ext cx="2591036" cy="2446540"/>
          </a:xfrm>
          <a:prstGeom prst="ellipse">
            <a:avLst/>
          </a:prstGeom>
          <a:noFill/>
          <a:ln w="33600">
            <a:solidFill>
              <a:srgbClr val="3165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3165BB"/>
              </a:solidFill>
            </a:endParaRPr>
          </a:p>
        </p:txBody>
      </p:sp>
      <p:sp>
        <p:nvSpPr>
          <p:cNvPr id="100" name="Oval 99"/>
          <p:cNvSpPr/>
          <p:nvPr/>
        </p:nvSpPr>
        <p:spPr>
          <a:xfrm>
            <a:off x="2723497" y="3247678"/>
            <a:ext cx="2471419" cy="2458379"/>
          </a:xfrm>
          <a:prstGeom prst="ellipse">
            <a:avLst/>
          </a:prstGeom>
          <a:noFill/>
          <a:ln w="33600">
            <a:solidFill>
              <a:srgbClr val="177D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177D3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1" name="Ink 110"/>
              <p14:cNvContentPartPr/>
              <p14:nvPr/>
            </p14:nvContentPartPr>
            <p14:xfrm>
              <a:off x="498556" y="2942749"/>
              <a:ext cx="612000" cy="31212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996" y="2936989"/>
                <a:ext cx="6282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6" name="Ink 125"/>
              <p14:cNvContentPartPr/>
              <p14:nvPr/>
            </p14:nvContentPartPr>
            <p14:xfrm>
              <a:off x="1827316" y="3403549"/>
              <a:ext cx="187920" cy="20592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7876" y="3384469"/>
                <a:ext cx="225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2" name="Ink 131"/>
              <p14:cNvContentPartPr/>
              <p14:nvPr/>
            </p14:nvContentPartPr>
            <p14:xfrm>
              <a:off x="3866356" y="3304189"/>
              <a:ext cx="568440" cy="81468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0156" y="3280429"/>
                <a:ext cx="59652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3" name="Ink 142"/>
              <p14:cNvContentPartPr/>
              <p14:nvPr/>
            </p14:nvContentPartPr>
            <p14:xfrm>
              <a:off x="5070556" y="5258989"/>
              <a:ext cx="1017000" cy="89028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8596" y="5235949"/>
                <a:ext cx="1062720" cy="9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4" name="Ink 163"/>
              <p14:cNvContentPartPr/>
              <p14:nvPr/>
            </p14:nvContentPartPr>
            <p14:xfrm>
              <a:off x="1392796" y="3902869"/>
              <a:ext cx="3197880" cy="104760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3716" y="3882349"/>
                <a:ext cx="323280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/>
              <p:cNvSpPr txBox="1"/>
              <p:nvPr/>
            </p:nvSpPr>
            <p:spPr>
              <a:xfrm>
                <a:off x="6920344" y="2669607"/>
                <a:ext cx="3342677" cy="73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5" name="TextBox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44" y="2669607"/>
                <a:ext cx="3342677" cy="73314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7286005" y="3456973"/>
                <a:ext cx="282313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005" y="3456973"/>
                <a:ext cx="2823130" cy="67056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7159449" y="4456843"/>
                <a:ext cx="3342677" cy="73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449" y="4456843"/>
                <a:ext cx="3342677" cy="73314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/>
              <p:cNvSpPr txBox="1"/>
              <p:nvPr/>
            </p:nvSpPr>
            <p:spPr>
              <a:xfrm>
                <a:off x="7678996" y="5258989"/>
                <a:ext cx="282313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8" name="TextBox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996" y="5258989"/>
                <a:ext cx="2823130" cy="670568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0" y="0"/>
            <a:ext cx="34137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78772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  <p:bldP spid="100" grpId="0" animBg="1"/>
      <p:bldP spid="165" grpId="0"/>
      <p:bldP spid="166" grpId="0"/>
      <p:bldP spid="167" grpId="0"/>
      <p:bldP spid="1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3FAFCF-1E68-0B45-9ABE-B83C839A5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0" y="707737"/>
            <a:ext cx="10364249" cy="5867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6993676" y="2689669"/>
              <a:ext cx="2116800" cy="12254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2076" y="2667349"/>
                <a:ext cx="215748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/>
              <p14:cNvContentPartPr/>
              <p14:nvPr/>
            </p14:nvContentPartPr>
            <p14:xfrm>
              <a:off x="4440916" y="3621709"/>
              <a:ext cx="466200" cy="32184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25436" y="3613429"/>
                <a:ext cx="4939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/>
              <p14:cNvContentPartPr/>
              <p14:nvPr/>
            </p14:nvContentPartPr>
            <p14:xfrm>
              <a:off x="4209796" y="4395709"/>
              <a:ext cx="1816560" cy="57420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0796" y="4371949"/>
                <a:ext cx="18374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0" name="Ink 69"/>
              <p14:cNvContentPartPr/>
              <p14:nvPr/>
            </p14:nvContentPartPr>
            <p14:xfrm>
              <a:off x="6384196" y="4613149"/>
              <a:ext cx="3681000" cy="81144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68356" y="4594789"/>
                <a:ext cx="371556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/>
              <p14:cNvContentPartPr/>
              <p14:nvPr/>
            </p14:nvContentPartPr>
            <p14:xfrm>
              <a:off x="3641356" y="5382829"/>
              <a:ext cx="2352240" cy="48924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32356" y="5366989"/>
                <a:ext cx="238140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2" name="Ink 101"/>
              <p14:cNvContentPartPr/>
              <p14:nvPr/>
            </p14:nvContentPartPr>
            <p14:xfrm>
              <a:off x="5445676" y="5624749"/>
              <a:ext cx="782280" cy="16884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1636" y="5605309"/>
                <a:ext cx="8150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8" name="Ink 107"/>
              <p14:cNvContentPartPr/>
              <p14:nvPr/>
            </p14:nvContentPartPr>
            <p14:xfrm>
              <a:off x="5667796" y="5354029"/>
              <a:ext cx="2210760" cy="65124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49076" y="5332069"/>
                <a:ext cx="224640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7" name="Ink 126"/>
              <p14:cNvContentPartPr/>
              <p14:nvPr/>
            </p14:nvContentPartPr>
            <p14:xfrm>
              <a:off x="6419116" y="6195349"/>
              <a:ext cx="132840" cy="25020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06876" y="6175909"/>
                <a:ext cx="1652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8" name="Ink 127"/>
              <p14:cNvContentPartPr/>
              <p14:nvPr/>
            </p14:nvContentPartPr>
            <p14:xfrm>
              <a:off x="6616036" y="6196069"/>
              <a:ext cx="56160" cy="26820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95876" y="6182389"/>
                <a:ext cx="892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5" name="Ink 144"/>
              <p14:cNvContentPartPr/>
              <p14:nvPr/>
            </p14:nvContentPartPr>
            <p14:xfrm>
              <a:off x="6765796" y="6192469"/>
              <a:ext cx="1396800" cy="393480"/>
            </p14:xfrm>
          </p:contentPart>
        </mc:Choice>
        <mc:Fallback xmlns="">
          <p:pic>
            <p:nvPicPr>
              <p:cNvPr id="145" name="Ink 14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47796" y="6171229"/>
                <a:ext cx="14342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5" name="Ink 154"/>
              <p14:cNvContentPartPr/>
              <p14:nvPr/>
            </p14:nvContentPartPr>
            <p14:xfrm>
              <a:off x="8713756" y="6248989"/>
              <a:ext cx="789480" cy="101520"/>
            </p14:xfrm>
          </p:contentPart>
        </mc:Choice>
        <mc:Fallback xmlns="">
          <p:pic>
            <p:nvPicPr>
              <p:cNvPr id="155" name="Ink 15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95756" y="6230269"/>
                <a:ext cx="8190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9" name="Ink 158"/>
              <p14:cNvContentPartPr/>
              <p14:nvPr/>
            </p14:nvContentPartPr>
            <p14:xfrm>
              <a:off x="10444636" y="5750029"/>
              <a:ext cx="539280" cy="73440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27356" y="5726629"/>
                <a:ext cx="579600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2" name="Ink 161"/>
              <p14:cNvContentPartPr/>
              <p14:nvPr/>
            </p14:nvContentPartPr>
            <p14:xfrm>
              <a:off x="10817596" y="6286789"/>
              <a:ext cx="103320" cy="195840"/>
            </p14:xfrm>
          </p:contentPart>
        </mc:Choice>
        <mc:Fallback xmlns="">
          <p:pic>
            <p:nvPicPr>
              <p:cNvPr id="162" name="Ink 16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97076" y="6270949"/>
                <a:ext cx="148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3" name="Ink 162"/>
              <p14:cNvContentPartPr/>
              <p14:nvPr/>
            </p14:nvContentPartPr>
            <p14:xfrm>
              <a:off x="8478316" y="5741749"/>
              <a:ext cx="1566000" cy="930240"/>
            </p14:xfrm>
          </p:contentPart>
        </mc:Choice>
        <mc:Fallback xmlns="">
          <p:pic>
            <p:nvPicPr>
              <p:cNvPr id="163" name="Ink 162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61756" y="5725549"/>
                <a:ext cx="1601280" cy="9673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/>
          <p:cNvSpPr txBox="1"/>
          <p:nvPr/>
        </p:nvSpPr>
        <p:spPr>
          <a:xfrm>
            <a:off x="0" y="0"/>
            <a:ext cx="34137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0132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 will </a:t>
            </a:r>
            <a:r>
              <a:rPr lang="en-GB" dirty="0" smtClean="0"/>
              <a:t>be able to solve probability problems with dependent and independent events</a:t>
            </a:r>
            <a:endParaRPr lang="en-GB" dirty="0"/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 will be able to </a:t>
            </a:r>
            <a:endParaRPr lang="en-GB" dirty="0" smtClean="0"/>
          </a:p>
          <a:p>
            <a:r>
              <a:rPr lang="en-GB" dirty="0" smtClean="0"/>
              <a:t>Differentiate between dependent and independent events</a:t>
            </a:r>
          </a:p>
          <a:p>
            <a:r>
              <a:rPr lang="en-GB" dirty="0" smtClean="0"/>
              <a:t>Calculate probabilities of events that are independent</a:t>
            </a:r>
          </a:p>
          <a:p>
            <a:r>
              <a:rPr lang="en-GB" dirty="0" smtClean="0"/>
              <a:t>Calculate probabilities of events that are dependent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314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311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44863" y="679956"/>
            <a:ext cx="11830879" cy="4595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/>
              <a:t>Independent Events:</a:t>
            </a:r>
            <a:endParaRPr lang="en-AU" sz="2600" b="1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186910" y="1192897"/>
            <a:ext cx="7659153" cy="7366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dirty="0" smtClean="0">
                <a:solidFill>
                  <a:srgbClr val="002060"/>
                </a:solidFill>
              </a:rPr>
              <a:t>Events where the outcome of one event has no effect on the outcomes of the other</a:t>
            </a:r>
            <a:endParaRPr lang="en-AU" sz="2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5509" y="1982930"/>
                <a:ext cx="8659089" cy="55937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600" b="1" dirty="0" smtClean="0"/>
                  <a:t>If A and B are independent events, </a:t>
                </a:r>
                <a14:m>
                  <m:oMath xmlns:m="http://schemas.openxmlformats.org/officeDocument/2006/math">
                    <m:r>
                      <a:rPr lang="en-AU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600" b="1" dirty="0"/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09" y="1982930"/>
                <a:ext cx="8659089" cy="559379"/>
              </a:xfrm>
              <a:prstGeom prst="rect">
                <a:avLst/>
              </a:prstGeom>
              <a:blipFill rotWithShape="0">
                <a:blip r:embed="rId2"/>
                <a:stretch>
                  <a:fillRect l="-1268" t="-16304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44863" y="2664840"/>
            <a:ext cx="11830879" cy="4595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D</a:t>
            </a:r>
            <a:r>
              <a:rPr lang="en-AU" dirty="0" smtClean="0"/>
              <a:t>ependent Events:</a:t>
            </a:r>
            <a:endParaRPr lang="en-AU" sz="26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1281243" y="3142936"/>
            <a:ext cx="9758117" cy="7366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dirty="0" smtClean="0">
                <a:solidFill>
                  <a:srgbClr val="002060"/>
                </a:solidFill>
              </a:rPr>
              <a:t>Events where the outcome of one event does have an effect on the outcome of the other</a:t>
            </a:r>
            <a:endParaRPr lang="en-AU" sz="2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4955" y="4125524"/>
                <a:ext cx="7679936" cy="121540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600" b="1" dirty="0" smtClean="0"/>
                  <a:t>If A and B are dependent events and A occurs first, </a:t>
                </a:r>
                <a14:m>
                  <m:oMath xmlns:m="http://schemas.openxmlformats.org/officeDocument/2006/math">
                    <m:r>
                      <a:rPr lang="en-AU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𝒐𝒏𝒄𝒆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𝒉𝒂𝒔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𝒐𝒄𝒄𝒖𝒓𝒓𝒆𝒅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600" b="1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5" y="4125524"/>
                <a:ext cx="7679936" cy="1215404"/>
              </a:xfrm>
              <a:prstGeom prst="rect">
                <a:avLst/>
              </a:prstGeom>
              <a:blipFill rotWithShape="0">
                <a:blip r:embed="rId3"/>
                <a:stretch>
                  <a:fillRect l="-1429" t="-7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177251" y="310624"/>
                <a:ext cx="28097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AU" sz="2800" dirty="0" smtClean="0"/>
                  <a:t>: A and B</a:t>
                </a:r>
                <a:endParaRPr lang="en-A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251" y="310624"/>
                <a:ext cx="2809702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49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Consider the situation where you spin a spinner with outcomes 1, 2 and 3, and toss a coin.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Represent the information in a two-way tables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getting a Tail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spinning a 1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Determine P(tail) x P(1)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tossing a tail and spinning a 1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0050" y="2925568"/>
                <a:ext cx="7432967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2925568"/>
                <a:ext cx="7432967" cy="526939"/>
              </a:xfrm>
              <a:prstGeom prst="rect">
                <a:avLst/>
              </a:prstGeom>
              <a:blipFill rotWithShape="0">
                <a:blip r:embed="rId3"/>
                <a:stretch>
                  <a:fillRect l="-820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0050" y="3523458"/>
                <a:ext cx="3210792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c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𝑠𝑝𝑖𝑛𝑛𝑖𝑛𝑔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3523458"/>
                <a:ext cx="3210792" cy="528543"/>
              </a:xfrm>
              <a:prstGeom prst="rect">
                <a:avLst/>
              </a:prstGeom>
              <a:blipFill rotWithShape="0">
                <a:blip r:embed="rId4"/>
                <a:stretch>
                  <a:fillRect l="-1898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54032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Vocabulary</a:t>
            </a:r>
            <a:endParaRPr lang="en-AU" sz="3200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45940"/>
              </p:ext>
            </p:extLst>
          </p:nvPr>
        </p:nvGraphicFramePr>
        <p:xfrm>
          <a:off x="7315570" y="2724539"/>
          <a:ext cx="4157127" cy="2671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5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92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9158356" y="2895229"/>
              <a:ext cx="1645920" cy="24768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7476" y="2876509"/>
                <a:ext cx="16862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Ink 27"/>
              <p14:cNvContentPartPr/>
              <p14:nvPr/>
            </p14:nvContentPartPr>
            <p14:xfrm>
              <a:off x="7791076" y="3581389"/>
              <a:ext cx="231480" cy="167040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9476" y="3565189"/>
                <a:ext cx="275040" cy="171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Ink 31"/>
              <p14:cNvContentPartPr/>
              <p14:nvPr/>
            </p14:nvContentPartPr>
            <p14:xfrm>
              <a:off x="8909596" y="3551869"/>
              <a:ext cx="2258280" cy="171828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90156" y="3540709"/>
                <a:ext cx="2302560" cy="17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10049" y="4251164"/>
                <a:ext cx="4583513" cy="5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d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</m:e>
                    </m:d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9" y="4251164"/>
                <a:ext cx="4583513" cy="528863"/>
              </a:xfrm>
              <a:prstGeom prst="rect">
                <a:avLst/>
              </a:prstGeom>
              <a:blipFill rotWithShape="0">
                <a:blip r:embed="rId11"/>
                <a:stretch>
                  <a:fillRect l="-133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10050" y="4993641"/>
                <a:ext cx="3210792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e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4993641"/>
                <a:ext cx="3210792" cy="528543"/>
              </a:xfrm>
              <a:prstGeom prst="rect">
                <a:avLst/>
              </a:prstGeom>
              <a:blipFill rotWithShape="0">
                <a:blip r:embed="rId12"/>
                <a:stretch>
                  <a:fillRect l="-1898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763981" y="5598458"/>
                <a:ext cx="6539346" cy="5232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b="0" dirty="0" smtClean="0"/>
                  <a:t> Notice: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)×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981" y="5598458"/>
                <a:ext cx="6539346" cy="523220"/>
              </a:xfrm>
              <a:prstGeom prst="rect">
                <a:avLst/>
              </a:prstGeom>
              <a:blipFill rotWithShape="0">
                <a:blip r:embed="rId13"/>
                <a:stretch>
                  <a:fillRect l="-558" t="-8989" b="-2921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/>
          <p:cNvSpPr txBox="1"/>
          <p:nvPr/>
        </p:nvSpPr>
        <p:spPr>
          <a:xfrm>
            <a:off x="1815446" y="6197952"/>
            <a:ext cx="879020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b="0" dirty="0" smtClean="0"/>
              <a:t> Tossing a Tail and Spinning a 1 are independent events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523316" y="88669"/>
                <a:ext cx="3607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</m:oMath>
                </a14:m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316" y="88669"/>
                <a:ext cx="3607724" cy="369332"/>
              </a:xfrm>
              <a:prstGeom prst="rect">
                <a:avLst/>
              </a:prstGeom>
              <a:blipFill>
                <a:blip r:embed="rId1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21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83" grpId="0"/>
      <p:bldP spid="84" grpId="0"/>
      <p:bldP spid="85" grpId="0" animBg="1"/>
      <p:bldP spid="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 a desk, there sits a container of 5 black and 5 blue pencils, and </a:t>
            </a:r>
            <a:r>
              <a:rPr lang="en-US" sz="2400" smtClean="0"/>
              <a:t>a second </a:t>
            </a:r>
            <a:r>
              <a:rPr lang="en-US" sz="2400" dirty="0" smtClean="0"/>
              <a:t>container with 20 </a:t>
            </a:r>
            <a:r>
              <a:rPr lang="en-US" sz="2400" dirty="0" err="1" smtClean="0"/>
              <a:t>coloured</a:t>
            </a:r>
            <a:r>
              <a:rPr lang="en-US" sz="2400" dirty="0" smtClean="0"/>
              <a:t> pencils. The </a:t>
            </a:r>
            <a:r>
              <a:rPr lang="en-US" sz="2400" dirty="0" err="1" smtClean="0"/>
              <a:t>coloured</a:t>
            </a:r>
            <a:r>
              <a:rPr lang="en-US" sz="2400" dirty="0" smtClean="0"/>
              <a:t> pencils include 2 red, 4 purple, 3 green and 11 yellow.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 from the first container?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red pencil from the second container?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probability of selecting the black pencil affects the probability of selecting the red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Are the events independent or dependent? Why?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8815" y="3294542"/>
                <a:ext cx="2175166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𝑏𝑙𝑎𝑐𝑘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5" y="3294542"/>
                <a:ext cx="2175166" cy="526939"/>
              </a:xfrm>
              <a:prstGeom prst="rect">
                <a:avLst/>
              </a:prstGeom>
              <a:blipFill rotWithShape="0">
                <a:blip r:embed="rId3"/>
                <a:stretch>
                  <a:fillRect l="-309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8815" y="3901182"/>
                <a:ext cx="25561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5" y="3901182"/>
                <a:ext cx="2556167" cy="529504"/>
              </a:xfrm>
              <a:prstGeom prst="rect">
                <a:avLst/>
              </a:prstGeom>
              <a:blipFill rotWithShape="0">
                <a:blip r:embed="rId4"/>
                <a:stretch>
                  <a:fillRect l="-2625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54032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616523" y="4510387"/>
            <a:ext cx="2556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</a:t>
            </a:r>
            <a:r>
              <a:rPr lang="en-AU" sz="2000" b="0" dirty="0" smtClean="0"/>
              <a:t>) No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16523" y="5090338"/>
            <a:ext cx="9871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Independent.  The outcomes of one event </a:t>
            </a:r>
            <a:r>
              <a:rPr lang="en-AU" sz="2000" dirty="0" smtClean="0"/>
              <a:t>does not affect the outcome of the other</a:t>
            </a:r>
            <a:r>
              <a:rPr lang="en-AU" sz="2000" b="0" dirty="0" smtClean="0"/>
              <a:t> 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64482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now combine all the pencils into one container. There are now 5 black, 5 blue pencils, 2 red, 4 purple, 3 green and 11 yellow pencils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If this pencil is replaced, and another pencil is selected, what is the probability that this pencil is a red one?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selection of the second pencil depend on what happened in the first selection?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Would you classify these two events as independent or dependent?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5470" y="3301292"/>
                <a:ext cx="7432967" cy="533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0" y="3301292"/>
                <a:ext cx="7432967" cy="533929"/>
              </a:xfrm>
              <a:prstGeom prst="rect">
                <a:avLst/>
              </a:prstGeom>
              <a:blipFill rotWithShape="0">
                <a:blip r:embed="rId3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5468" y="3873099"/>
                <a:ext cx="74329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68" y="3873099"/>
                <a:ext cx="7432967" cy="529504"/>
              </a:xfrm>
              <a:prstGeom prst="rect">
                <a:avLst/>
              </a:prstGeom>
              <a:blipFill>
                <a:blip r:embed="rId4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54032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t="40482"/>
          <a:stretch/>
        </p:blipFill>
        <p:spPr>
          <a:xfrm>
            <a:off x="678871" y="6858000"/>
            <a:ext cx="10688542" cy="40936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469" y="4468054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c</a:t>
            </a:r>
            <a:r>
              <a:rPr lang="en-AU" sz="2000" b="0" dirty="0" smtClean="0"/>
              <a:t>) No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45468" y="4958555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Independent.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14444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 consider the situation where the first pencil is not replaced before the second is selected.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Another pencil is selected, what is the probability that this pencil is a red one?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selection of the second pencil depend on what happened in the first selection?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Would you classify these two events as independent or dependent? Why?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5579" y="2542743"/>
                <a:ext cx="7432967" cy="533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79" y="2542743"/>
                <a:ext cx="7432967" cy="533929"/>
              </a:xfrm>
              <a:prstGeom prst="rect">
                <a:avLst/>
              </a:prstGeom>
              <a:blipFill rotWithShape="0">
                <a:blip r:embed="rId3"/>
                <a:stretch>
                  <a:fillRect l="-820" b="-68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4853" y="3153006"/>
                <a:ext cx="74329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3" y="3153006"/>
                <a:ext cx="7432967" cy="529504"/>
              </a:xfrm>
              <a:prstGeom prst="rect">
                <a:avLst/>
              </a:prstGeom>
              <a:blipFill rotWithShape="0">
                <a:blip r:embed="rId4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54032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394853" y="3778911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c</a:t>
            </a:r>
            <a:r>
              <a:rPr lang="en-AU" sz="2000" b="0" dirty="0" smtClean="0"/>
              <a:t>) Yes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94852" y="4305244"/>
            <a:ext cx="9033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Dependent because the second event outcome is dependent on the first.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56869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64" y="942363"/>
            <a:ext cx="9265714" cy="358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3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" y="778793"/>
            <a:ext cx="5363323" cy="1324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296" y="2218208"/>
            <a:ext cx="5796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a) The outcome of the second flip does not depend on what happens in the first flip.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28296" y="3177362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b</a:t>
            </a:r>
            <a:r>
              <a:rPr lang="en-AU" sz="2000" i="1" dirty="0" smtClean="0"/>
              <a:t>i</a:t>
            </a:r>
            <a:r>
              <a:rPr lang="en-AU" sz="2000" dirty="0" smtClean="0"/>
              <a:t>) Step 1: Find P(Head) and P(Tail)</a:t>
            </a:r>
            <a:endParaRPr lang="en-AU" sz="2000" dirty="0"/>
          </a:p>
        </p:txBody>
      </p:sp>
      <p:sp>
        <p:nvSpPr>
          <p:cNvPr id="4" name="Rectangle 3"/>
          <p:cNvSpPr/>
          <p:nvPr/>
        </p:nvSpPr>
        <p:spPr>
          <a:xfrm>
            <a:off x="135682" y="736829"/>
            <a:ext cx="11103125" cy="5963479"/>
          </a:xfrm>
          <a:prstGeom prst="rect">
            <a:avLst/>
          </a:prstGeom>
          <a:noFill/>
          <a:ln>
            <a:solidFill>
              <a:srgbClr val="00140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64996" y="3582698"/>
                <a:ext cx="183783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P(Head)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96" y="3582698"/>
                <a:ext cx="1837839" cy="526939"/>
              </a:xfrm>
              <a:prstGeom prst="rect">
                <a:avLst/>
              </a:prstGeom>
              <a:blipFill>
                <a:blip r:embed="rId4"/>
                <a:stretch>
                  <a:fillRect l="-3311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43491" y="3590130"/>
                <a:ext cx="183783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491" y="3590130"/>
                <a:ext cx="1837839" cy="526939"/>
              </a:xfrm>
              <a:prstGeom prst="rect">
                <a:avLst/>
              </a:prstGeom>
              <a:blipFill>
                <a:blip r:embed="rId5"/>
                <a:stretch>
                  <a:fillRect l="-3311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5579" y="4139276"/>
                <a:ext cx="583336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Step </a:t>
                </a:r>
                <a:r>
                  <a:rPr lang="en-AU" sz="2000" dirty="0"/>
                  <a:t>2</a:t>
                </a:r>
                <a:r>
                  <a:rPr lang="en-AU" sz="2000" dirty="0" smtClean="0"/>
                  <a:t>: Find P(Head, 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79" y="4139276"/>
                <a:ext cx="5833369" cy="526939"/>
              </a:xfrm>
              <a:prstGeom prst="rect">
                <a:avLst/>
              </a:prstGeom>
              <a:blipFill rotWithShape="0">
                <a:blip r:embed="rId6"/>
                <a:stretch>
                  <a:fillRect l="-1045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62410" y="4151934"/>
                <a:ext cx="797544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410" y="4151934"/>
                <a:ext cx="797544" cy="526939"/>
              </a:xfrm>
              <a:prstGeom prst="rect">
                <a:avLst/>
              </a:prstGeom>
              <a:blipFill rotWithShape="0">
                <a:blip r:embed="rId7"/>
                <a:stretch>
                  <a:fillRect l="-7634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5578" y="4890531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err="1" smtClean="0"/>
              <a:t>b</a:t>
            </a:r>
            <a:r>
              <a:rPr lang="en-AU" sz="2000" i="1" dirty="0" err="1" smtClean="0"/>
              <a:t>ii</a:t>
            </a:r>
            <a:r>
              <a:rPr lang="en-AU" sz="2000" dirty="0" smtClean="0"/>
              <a:t>) What are all your options?</a:t>
            </a:r>
            <a:endParaRPr lang="en-A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694101" y="4898712"/>
            <a:ext cx="3951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P(Head, Tail) and P(Tail, Head)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27674" y="5502299"/>
                <a:ext cx="56312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P(Head and Tail 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𝐻𝑒𝑎𝑑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𝑇𝑎𝑖𝑙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𝑇𝑎𝑖𝑙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𝐻𝑒𝑎𝑑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74" y="5502299"/>
                <a:ext cx="5631273" cy="400110"/>
              </a:xfrm>
              <a:prstGeom prst="rect">
                <a:avLst/>
              </a:prstGeom>
              <a:blipFill>
                <a:blip r:embed="rId8"/>
                <a:stretch>
                  <a:fillRect l="-1192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26960" y="6013299"/>
                <a:ext cx="183783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60" y="6013299"/>
                <a:ext cx="1837839" cy="66851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563" y="2037062"/>
            <a:ext cx="3657374" cy="26201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86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8" name="Rectangle 7"/>
          <p:cNvSpPr/>
          <p:nvPr/>
        </p:nvSpPr>
        <p:spPr>
          <a:xfrm>
            <a:off x="88669" y="607568"/>
            <a:ext cx="11743113" cy="6290378"/>
          </a:xfrm>
          <a:prstGeom prst="rect">
            <a:avLst/>
          </a:prstGeom>
          <a:noFill/>
          <a:ln>
            <a:solidFill>
              <a:srgbClr val="00140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88" y="635278"/>
            <a:ext cx="4731026" cy="1414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287" y="2099001"/>
            <a:ext cx="8815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a) The outcome of the flips does not depend on what happens in the flips before.</a:t>
            </a:r>
            <a:endParaRPr lang="en-AU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448287" y="2675630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b</a:t>
            </a:r>
            <a:r>
              <a:rPr lang="en-AU" sz="2000" i="1" dirty="0" smtClean="0"/>
              <a:t>i</a:t>
            </a:r>
            <a:r>
              <a:rPr lang="en-AU" sz="2000" dirty="0" smtClean="0"/>
              <a:t>) Step 1: Find P(Head) and P(Tail)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43817" y="2631059"/>
                <a:ext cx="183783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P(Head)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817" y="2631059"/>
                <a:ext cx="1837839" cy="526939"/>
              </a:xfrm>
              <a:prstGeom prst="rect">
                <a:avLst/>
              </a:prstGeom>
              <a:blipFill>
                <a:blip r:embed="rId4"/>
                <a:stretch>
                  <a:fillRect l="-3654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172165" y="2647887"/>
                <a:ext cx="183783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165" y="2647887"/>
                <a:ext cx="1837839" cy="526939"/>
              </a:xfrm>
              <a:prstGeom prst="rect">
                <a:avLst/>
              </a:prstGeom>
              <a:blipFill>
                <a:blip r:embed="rId5"/>
                <a:stretch>
                  <a:fillRect l="-3311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87715" y="3286124"/>
                <a:ext cx="5833369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Step </a:t>
                </a:r>
                <a:r>
                  <a:rPr lang="en-AU" sz="2000" dirty="0"/>
                  <a:t>2</a:t>
                </a:r>
                <a:r>
                  <a:rPr lang="en-AU" sz="2000" dirty="0" smtClean="0"/>
                  <a:t>: Find P(Head, Head, Tail):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15" y="3286124"/>
                <a:ext cx="5833369" cy="526939"/>
              </a:xfrm>
              <a:prstGeom prst="rect">
                <a:avLst/>
              </a:prstGeom>
              <a:blipFill>
                <a:blip r:embed="rId6"/>
                <a:stretch>
                  <a:fillRect l="-1045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435455" y="3961293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err="1" smtClean="0"/>
              <a:t>b</a:t>
            </a:r>
            <a:r>
              <a:rPr lang="en-AU" sz="2000" i="1" dirty="0" err="1" smtClean="0"/>
              <a:t>ii</a:t>
            </a:r>
            <a:r>
              <a:rPr lang="en-AU" sz="2000" dirty="0" smtClean="0"/>
              <a:t>) What are all your options?</a:t>
            </a:r>
            <a:endParaRPr lang="en-AU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3783919" y="3993788"/>
            <a:ext cx="2777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P(HHT), P(HTH), P(THH)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88762" y="4376690"/>
                <a:ext cx="5631273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P(2 heads and a tail 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62" y="4376690"/>
                <a:ext cx="5631273" cy="529056"/>
              </a:xfrm>
              <a:prstGeom prst="rect">
                <a:avLst/>
              </a:prstGeom>
              <a:blipFill>
                <a:blip r:embed="rId7"/>
                <a:stretch>
                  <a:fillRect l="-119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46672" y="4933846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err="1" smtClean="0"/>
              <a:t>b</a:t>
            </a:r>
            <a:r>
              <a:rPr lang="en-AU" sz="2000" i="1" dirty="0" err="1" smtClean="0"/>
              <a:t>iii</a:t>
            </a:r>
            <a:r>
              <a:rPr lang="en-AU" sz="2000" dirty="0" smtClean="0"/>
              <a:t>) What are all your options?</a:t>
            </a:r>
            <a:endParaRPr lang="en-A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3997452" y="4940976"/>
            <a:ext cx="4083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P(TTH), P(HTT), P(THT), P(TTT)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8762" y="5378750"/>
                <a:ext cx="5631273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P(at least 2 T)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62" y="5378750"/>
                <a:ext cx="5631273" cy="529056"/>
              </a:xfrm>
              <a:prstGeom prst="rect">
                <a:avLst/>
              </a:prstGeom>
              <a:blipFill>
                <a:blip r:embed="rId8"/>
                <a:stretch>
                  <a:fillRect l="-119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46672" y="6002766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err="1" smtClean="0"/>
              <a:t>b</a:t>
            </a:r>
            <a:r>
              <a:rPr lang="en-AU" sz="2000" i="1" dirty="0" err="1" smtClean="0"/>
              <a:t>iv</a:t>
            </a:r>
            <a:r>
              <a:rPr lang="en-AU" sz="2000" dirty="0" smtClean="0"/>
              <a:t>) Can have 0, 1 or 2 tails. Complement = 3 Heads 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88762" y="6351897"/>
                <a:ext cx="5631273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P(no more than 2 T)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𝐻𝐻𝐻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62" y="6351897"/>
                <a:ext cx="5631273" cy="529056"/>
              </a:xfrm>
              <a:prstGeom prst="rect">
                <a:avLst/>
              </a:prstGeom>
              <a:blipFill>
                <a:blip r:embed="rId9"/>
                <a:stretch>
                  <a:fillRect l="-1190" b="-6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Example of heads and tails probability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48" y="2766788"/>
            <a:ext cx="4183680" cy="278912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7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8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25579" y="2244757"/>
            <a:ext cx="9524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a) The outcome of the second selection depends on what happens in the first section.</a:t>
            </a:r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25579" y="2674506"/>
            <a:ext cx="9703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bi) First, find P(Silver on 1</a:t>
            </a:r>
            <a:r>
              <a:rPr lang="en-AU" sz="2000" baseline="30000" dirty="0" smtClean="0"/>
              <a:t>st</a:t>
            </a:r>
            <a:r>
              <a:rPr lang="en-AU" sz="2000" dirty="0" smtClean="0"/>
              <a:t> selection) and P(Gold on 2</a:t>
            </a:r>
            <a:r>
              <a:rPr lang="en-AU" sz="2000" baseline="30000" dirty="0" smtClean="0"/>
              <a:t>nd</a:t>
            </a:r>
            <a:r>
              <a:rPr lang="en-AU" sz="2000" dirty="0" smtClean="0"/>
              <a:t> selection</a:t>
            </a:r>
            <a:r>
              <a:rPr lang="en-AU" sz="2000" dirty="0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6701" y="3074616"/>
                <a:ext cx="3517551" cy="533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P(Silver on 1</a:t>
                </a:r>
                <a:r>
                  <a:rPr lang="en-AU" sz="2000" baseline="30000" dirty="0" smtClean="0"/>
                  <a:t>st</a:t>
                </a:r>
                <a:r>
                  <a:rPr lang="en-AU" sz="2000" dirty="0" smtClean="0"/>
                  <a:t> Selection)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01" y="3074616"/>
                <a:ext cx="3517551" cy="533672"/>
              </a:xfrm>
              <a:prstGeom prst="rect">
                <a:avLst/>
              </a:prstGeom>
              <a:blipFill>
                <a:blip r:embed="rId3"/>
                <a:stretch>
                  <a:fillRect l="-1906" b="-68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59954" y="3124333"/>
                <a:ext cx="5168654" cy="526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P(Gold on 2</a:t>
                </a:r>
                <a:r>
                  <a:rPr lang="en-AU" sz="2000" baseline="30000" dirty="0" smtClean="0"/>
                  <a:t>nd</a:t>
                </a:r>
                <a:r>
                  <a:rPr lang="en-AU" sz="2000" dirty="0" smtClean="0"/>
                  <a:t> Selection)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954" y="3124333"/>
                <a:ext cx="5168654" cy="526298"/>
              </a:xfrm>
              <a:prstGeom prst="rect">
                <a:avLst/>
              </a:prstGeom>
              <a:blipFill>
                <a:blip r:embed="rId4"/>
                <a:stretch>
                  <a:fillRect l="-1179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1124" y="3662569"/>
                <a:ext cx="5833369" cy="533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P(Silver, Gold)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24" y="3662569"/>
                <a:ext cx="5833369" cy="533672"/>
              </a:xfrm>
              <a:prstGeom prst="rect">
                <a:avLst/>
              </a:prstGeom>
              <a:blipFill>
                <a:blip r:embed="rId5"/>
                <a:stretch>
                  <a:fillRect l="-1149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253" y="631884"/>
            <a:ext cx="10059804" cy="15051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495" y="4342648"/>
            <a:ext cx="5833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P(Gold, Silver):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05871" y="4250522"/>
                <a:ext cx="1680018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71" y="4250522"/>
                <a:ext cx="1680018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58381" y="5102534"/>
                <a:ext cx="70637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P(One Gold and One Silver)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000" dirty="0"/>
                  <a:t> P(Silver, Gold) </a:t>
                </a:r>
                <a:r>
                  <a:rPr lang="en-AU" sz="2000" dirty="0" smtClean="0"/>
                  <a:t> + </a:t>
                </a:r>
                <a:r>
                  <a:rPr lang="en-AU" sz="2000" dirty="0"/>
                  <a:t>P(Gold, Silver) 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81" y="5102534"/>
                <a:ext cx="7063715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863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597809" y="5513285"/>
                <a:ext cx="1384855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0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sz="2000" b="0" i="0" smtClean="0"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0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sz="2000" b="0" i="0" smtClean="0"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lang="en-AU" sz="2000" dirty="0"/>
                  <a:t>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09" y="5513285"/>
                <a:ext cx="1384855" cy="528030"/>
              </a:xfrm>
              <a:prstGeom prst="rect">
                <a:avLst/>
              </a:prstGeom>
              <a:blipFill rotWithShape="0">
                <a:blip r:embed="rId10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597809" y="6218250"/>
                <a:ext cx="1384855" cy="533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sz="2000" dirty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09" y="6218250"/>
                <a:ext cx="1384855" cy="53367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98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  <p:bldP spid="34" grpId="0"/>
      <p:bldP spid="35" grpId="0"/>
      <p:bldP spid="36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7040" y="2991842"/>
                <a:ext cx="26959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black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socks</m:t>
                        </m:r>
                      </m:e>
                    </m:d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" y="2991842"/>
                <a:ext cx="2695918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2257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0" y="3384327"/>
                <a:ext cx="2695917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84327"/>
                <a:ext cx="2695917" cy="6971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44864" y="679955"/>
            <a:ext cx="11721850" cy="226036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600" dirty="0" smtClean="0"/>
              <a:t>A drawer contains 6 black socks, 8 red socks, and 4 white socks. If two socks are taken without replacement, find: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2600" dirty="0" smtClean="0"/>
              <a:t>P(2 black socks)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2600" dirty="0" smtClean="0"/>
              <a:t>P(2 red socks)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2600" dirty="0" smtClean="0"/>
              <a:t>P(2 white socks)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2600" dirty="0" smtClean="0"/>
              <a:t>P(a pair of socks of matching colours)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2600" dirty="0" smtClean="0"/>
              <a:t>P(1 black socks)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7040" y="4278692"/>
                <a:ext cx="26959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b</a:t>
                </a:r>
                <a:r>
                  <a:rPr lang="en-AU" sz="200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red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socks</m:t>
                        </m:r>
                      </m:e>
                    </m:d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" y="4278692"/>
                <a:ext cx="269591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2257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0" y="4671177"/>
                <a:ext cx="2695917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153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71177"/>
                <a:ext cx="2695917" cy="69711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4080" y="5557917"/>
                <a:ext cx="26959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c)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socks</m:t>
                        </m:r>
                      </m:e>
                    </m:d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80" y="5557917"/>
                <a:ext cx="2695918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2489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7040" y="5950402"/>
                <a:ext cx="2695917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0" y="5950402"/>
                <a:ext cx="2695917" cy="69711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668439" y="2991842"/>
                <a:ext cx="3636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d</a:t>
                </a:r>
                <a:r>
                  <a:rPr lang="en-AU" sz="200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pair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matching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socks</m:t>
                        </m:r>
                      </m:e>
                    </m:d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39" y="2991842"/>
                <a:ext cx="3636821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1846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81400" y="3384327"/>
                <a:ext cx="2695917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153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384327"/>
                <a:ext cx="2695917" cy="69711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29878" y="4091166"/>
                <a:ext cx="1249018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153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78" y="4091166"/>
                <a:ext cx="1249018" cy="67056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668439" y="4816875"/>
                <a:ext cx="3636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e)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black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sock</m:t>
                        </m:r>
                      </m:e>
                    </m:d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39" y="4816875"/>
                <a:ext cx="3636821" cy="400110"/>
              </a:xfrm>
              <a:prstGeom prst="rect">
                <a:avLst/>
              </a:prstGeom>
              <a:blipFill rotWithShape="0">
                <a:blip r:embed="rId12"/>
                <a:stretch>
                  <a:fillRect l="-1846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473725" y="5214434"/>
                <a:ext cx="76630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black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sock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black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socks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black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socks</m:t>
                          </m:r>
                          <m:r>
                            <m:rPr>
                              <m:nor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, 1 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black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AU" sz="2000">
                              <a:latin typeface="Cambria Math" panose="02040503050406030204" pitchFamily="18" charset="0"/>
                            </a:rPr>
                            <m:t>sock</m:t>
                          </m:r>
                        </m:e>
                      </m:d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725" y="5214434"/>
                <a:ext cx="7663069" cy="400110"/>
              </a:xfrm>
              <a:prstGeom prst="rect">
                <a:avLst/>
              </a:prstGeom>
              <a:blipFill rotWithShape="0">
                <a:blip r:embed="rId1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01448" y="5614544"/>
                <a:ext cx="3554896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448" y="5614544"/>
                <a:ext cx="3554896" cy="67056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21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323238" y="57817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Independent Practice</a:t>
            </a:r>
          </a:p>
        </p:txBody>
      </p:sp>
      <p:sp>
        <p:nvSpPr>
          <p:cNvPr id="2" name="AutoShape 2" descr="Image result for graphing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242455" y="1627909"/>
            <a:ext cx="4960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 smtClean="0"/>
              <a:t>Pearson Ex 10.5 Q 1 to 10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53203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12132</TotalTime>
  <Words>2145</Words>
  <Application>Microsoft Office PowerPoint</Application>
  <PresentationFormat>Widescreen</PresentationFormat>
  <Paragraphs>218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745</cp:revision>
  <cp:lastPrinted>2017-04-18T22:41:05Z</cp:lastPrinted>
  <dcterms:created xsi:type="dcterms:W3CDTF">2017-01-28T08:32:28Z</dcterms:created>
  <dcterms:modified xsi:type="dcterms:W3CDTF">2021-08-12T06:29:34Z</dcterms:modified>
</cp:coreProperties>
</file>