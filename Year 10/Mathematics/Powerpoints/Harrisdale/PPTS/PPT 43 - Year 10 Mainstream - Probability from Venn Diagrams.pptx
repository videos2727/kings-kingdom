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0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0" r:id="rId12"/>
    <p:sldId id="271" r:id="rId13"/>
    <p:sldId id="273" r:id="rId14"/>
    <p:sldId id="274" r:id="rId15"/>
    <p:sldId id="275" r:id="rId16"/>
    <p:sldId id="277" r:id="rId17"/>
    <p:sldId id="278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56" d="100"/>
          <a:sy n="56" d="100"/>
        </p:scale>
        <p:origin x="66" y="3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4:08.654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1483 125 96,'0'0'35,"4"0"-18,-4-17-5,0 13 13,0 1-2,0-1 0,0 4-1,0 7 1,0-10-13,0 10 3,0-7 1,-4-4 8,1 1 4,-1-1-6,-4 1-1,0 3-9,0 0-2,1 0 0,-1 0 0,-4 0 0,0-4 2,1 1-1,-1-1 0,-7 1-3,-9-4 1,5 3 0,4 0 1,-1 1 0,1-1 0,-1 1 0,5-1 2,-1 4-3,-3 0 1,3 0-3,0-3 0,-3 3-3,3-4 1,1 1 0,-8-1 1,7 1 0,-4 0 2,1-1 1,3 1 1,1 3-4,-1-4-1,1 4 1,-1-3 2,1 3-3,-1 0 0,0 0 3,1-4 1,-1 1-3,1 3-1,-1 0 1,1-4 0,3 4 0,-4 0 0,5-3-7,-9 3 0,-3 0 5,2 3 4,2-3-3,3 4-2,1-4 2,-1 3 0,1-3-1,-1 4 1,1-1-4,-1-3 0,0 4 1,1-4 0,-1 0 2,5 0 1,-1 0-1,-4 0 1,5 0-2,-5 0-1,1 0 1,3 0-1,-4-4 2,1 4 1,-1 0-1,5 0-2,-1 0 1,0 0 1,0 0-1,1 0-1,-1 0 1,0 0-1,1 0-3,-1 0 2,0 0 1,1 0 2,-1 0-1,0 0-1,1 0 3,-1 4 0,0-4-4,5 0 1,-5-4-2,4 4 0,0-3 4,1 3 1,-1 0-4,0 0-1,4 0 1,-4 0 2,-3 0 0,-1 0-1,4 3 3,-7 1-4,11-4-2,0 0-1,0 0 3,4 0-11,0 0-2,-8 3-13,0-3-5,8 0-16,-7-3-5,-1-1-10,-8 1 0,1-1-12,-5 1-6,1-8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4:08.655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1309 132 88,'0'0'33,"4"0"-18,-4 0 0,0 0 15,0 0-5,0 0 0,0 0-8,0 0-2,0 0-9,0 0 3,0 0 1,0 0 1,0 0 3,0 0-1,0 0 0,0 0-3,0 0 1,0 3 0,-4-3 1,0 0 0,0 0 2,0 0-3,-4 0-1,0 0-4,1 0 1,-1 0-2,-4 0 0,0 0-3,1 0-2,-1 0 1,0 0 1,1 0 5,-9 0 4,-7-3-4,4-1-2,-1 4 0,5-3-1,-4 3 0,3-4 2,1 1-3,3-1 0,0 4 1,1 0 0,-1-3 0,1-1 0,3 1 0,-3-1 2,-1 1-1,0 3 0,-3-4-3,-1 1 1,5 0-2,-1-1-1,5 4 1,-5 0 1,4 0-3,-3 0 0,3 0 5,-3 0 2,3 0-2,-4 0-1,5 0 1,-1 0 2,-4-3-3,6 3-2,-2-4 2,0 4 0,1 0 1,-1 0 0,-7 0-2,3 0-2,-7 0 1,3 0-1,5 0 0,-1 0 0,1 0 0,3 0 0,0 0 0,1 0 2,-1 0-1,0 0-1,0 0 1,1 0-1,-1 0 0,0 0 2,1 0-1,-1 0 2,0 0-2,5 0-1,-5 0 1,4 0-1,-3 0 0,-1 0 2,0 0 1,0 0 1,1-4-2,-1 0-2,0 4 1,5 0-1,-5 0 0,4-3 0,0 3 0,1 0 0,-1 0 0,0 0 0,0 0 2,1 0 1,-1-4-4,0 4 1,-4 0 2,4 0 1,1 0-4,-1 0-1,0 0 1,0 0 0,1-3 1,-1 3 0,0 0 0,0-4 2,4 4-1,0 0 2,1 0-4,-1 0 0,0 0-1,0 0 0,0-3 2,0 3 0,0 0-3,0 0 2,0 0-1,1 0 0,-1-4 2,4 4 0,-4 0-5,4 0-1,-4 0-4,4-3 1,-4 3 0,4 0 1,-4 0-2,4 0 1,0 0 0,0 0 1,0 0-6,0-3-4,0-1-19,4 1-9,0-4-50,8-4-56,-1-6 49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8:14.145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1180 107 80,'7'24'30,"-3"-48"-16,4 38 5,-4-7 16,4-4-8,-4 1-3,-4-4-6,4 3 1,-4-3-10,0 0 1,0 0 1,0 0-4,0 0-2,0 0 2,0 0 0,0 0 3,0 0 1,0 0-1,0 0-1,0 0 3,-4 4 3,4-4-4,-4 0-1,0 0-2,0 0 2,0 3 6,0-3-7,-4 0-2,1 0-2,-1 4-1,0-4 2,0 0 1,-3 0-3,3 0-1,-8 0 3,1-4 1,-1-6 1,-3 6 0,-1-6-2,5 3 1,-1 0 0,1 0 3,-1 0-7,0 0-2,1 4-1,-1-7 2,1-1-1,-1 4 2,4 0 0,1 4 3,-1-1-1,0 1 0,-3 0-6,-1-1 1,1 1 0,-1 3 0,-3 0 2,3 0 3,4 0-2,-3 0-2,3 0-3,-3 0 1,-1 0 1,1 0 2,-1 0-1,0 0-1,1 0 1,-1 0 1,1 0-1,-1 0 2,1 0-2,-1 0-1,-3 0 1,-1 0 1,-3 10-3,3-3 0,1 0 1,-1-11-3,5 11 2,3-3 3,0-1 3,1 1 0,-1-1 0,0-3 1,5 4 1,-5-4-3,4 0-3,0 3 2,1 7 0,-1-17-4,0 7 1,0 0 0,0 0 2,1 0-1,-1 11-1,0-15-2,4 4 1,-4 0 1,1 0 2,-5 0-1,4 0-1,0 0 1,1 0-1,-5 0 0,0 0 0,4 0-3,1 0 2,-1 0 1,0 0 2,0 0-1,4 0-1,1 0 1,-1 0-1,0 0-3,0 0 2,0 0 1,0 0 2,0 0-1,0 0 2,0 0-4,1 0-2,-1 0 2,0 0 0,0 0 3,0 0-3,4 0 0,-4 0 1,0 0 0,0 0 0,0 0 2,0 0-3,1 0 0,-1 0-1,0 0-2,4 0-8,0 0-3,0 0-12,0 0 8,0 0 5,-4 0-2,0 0 0,0-10 9,0 10 3,0-10 1,0 3 2,1 0-6,-1 0 0,-4 3 1,4 1 1,0 0 0,0-1 1,0 1 3,4-1 2,-4 4 0,4 0-1,0 0-2,0 0 1,0 0 1,0 0 0,0 0 2,0 0 1,0-3-6,0 3 0,0 0-6,0 0-1,0 0-9,0 0 0,0 0-45,8-4-18,19-13-9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8:14.146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1227 24 136,'0'14'52,"4"-14"-28,0 0-28,-4 0 23,0 0-5,0 0-5,0 0 0,0 0-6,0 0 3,0 0 0,0 0 6,0 4 3,-4-1 0,0 7-1,-4-10 1,1 0-6,-1 7-3,-4-7-3,1 7-3,-1 0 3,0 0 0,1-3 1,-9-1 2,1 0 1,-5-3 1,1 0 0,0 0 2,3-3-1,1 3 2,-1 0-2,1-3 0,-1-1-5,1 1-3,-1-1 2,5 1 0,-1-1-4,-3 1 1,-8-1 0,3 1 0,-3-1 0,4 1 0,-1 3 0,1 0 2,3 0-1,1 0-1,-1 0 1,1 0 1,0 0-1,-1 0-1,-7 0 1,-4-3 1,0-4-1,3 3 2,5 1 0,4-1 3,-1 1-3,5 3 0,-1 3-1,0-3-2,5 0 1,-5 4 1,1-1 1,-1-3-4,4 4-1,1-1 1,-1 1 0,0-4 1,1 0 2,-1 0-3,0 0 0,4 0 1,-7 0 2,-1 0-1,1 0-3,-1-7 1,1 0 1,3 10 2,0-3-1,1 0 2,-1-7-4,4 11 0,0-1 1,1-3 2,-1 0-1,0 0-1,0-7 1,0 4-4,1-1 0,3 1 2,0 3 2,0-4-2,0 4 0,0 0-17,0-3-8,0-1-41,4-6-81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9:35.541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1091 80 68,'0'0'27,"0"-4"-14,0 4-7,0 0 11,0 0 0,0 0 1,0 0 0,0 0 0,-4 0-3,0 0 1,0 0-5,0 0-1,0 0-6,0 0-1,-3 0 3,-1 0-1,0 0 2,0 0 0,-3 0 1,-1 0 2,0 0 1,1 0-1,-1 0 1,0 0-2,-3 0 2,3-3-4,0 3-2,1 0 0,-17-3-1,5-1 0,0 1 0,-1-1 2,5 4-1,-1-3 0,1 3 3,0 0 3,3-4-2,0 4 2,1 0-4,-1 0-2,5 0-2,-5 0-3,-3 0 1,-5 4 1,5-1-1,-1-3 2,1 0 0,-1 0 1,1 0 2,3 0 3,1 0-2,-1-3-2,-3 3 0,3 0-1,1 0 0,-1 0 2,0 0-5,1 0-1,-1 0 2,-3 0 1,-1-4-1,5 4-2,-5-3 1,1-1-1,-1 1 0,1-4 0,3 0-3,1 7 2,-1-7 1,1 11 0,3-4 0,-4-4 2,5 1-1,-5 6-1,5-6 1,-1 6-1,0 1 0,1-4 0,3-4 0,0 8 0,-4-1 0,4-6 0,5-1-3,-1 1 0,0-1-7,-4 1-37,8-1-10,8-3-70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8-06-13T07:59:35.542"/>
    </inkml:context>
    <inkml:brush xml:id="br0">
      <inkml:brushProperty name="width" value="0.53333" units="cm"/>
      <inkml:brushProperty name="height" value="1.06667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1111 62 112,'3'-4'44,"-3"8"-24,0-4-10,0 0 12,0 0-8,0 0-1,0 0-3,0 0-1,0 0-5,0 0-1,0 0 3,-3 0 3,3 0 5,-4 0 1,0 0 0,-4 0-3,0 0-2,0 0-2,1 0 0,-1 0-4,0 0-1,0 0 3,-3 0 1,-1 0 1,0 0 0,-3 0 0,-1-4 0,1 4-4,-1-3-1,0 3 1,-11 0 2,8 0-1,-8 0 0,3 0-1,0 3 2,4 1-3,1-4-2,-4 3 2,-1-3 0,5 0 3,-1 0 1,1 0 1,-1 0 2,-3 0-1,-4-3 2,3 3-4,1 0 1,4 0-5,-1 0 0,1 0-1,-1 0-2,1 0 1,-1 0 1,1 0-1,-1 0 2,1 0-2,-1 0 2,5 0 7,-1 0 3,-3 3-13,-1-3-4,-4 4 3,5-1 5,3 1-4,-3-1 0,3-3 0,0 0 2,1 4-1,-1-4-1,1 0 1,-1 0 1,4 0-3,1 0 0,-1 3 1,0-3 0,5 0 0,-1 0 2,0 0-3,-4 3-2,5-3 4,-1 0 1,0 0-5,0 0 0,0-3-54,8-11-79,12-14-55,8-20 84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15:02.668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10365 1997 76,'-4'-4'30,"8"4"-16,-4-4-6,0 4 13,-4-4-6,-1-4 2,1 0-6,-5 0-1,0-4-4,0-4 1,-4 5 2,-1-1 2,-8-12-5,4-11 0,1 3 4,-6 0-2,1 1 1,-4-5-3,-1 1-1,0 3 3,-4-3 3,5-1-2,-14 5 0,-5-9-5,1 5-1,4 3 1,0 0 0,0 1-5,0-1 1,-5 1 2,-3 3 1,-1-19 1,0 3 2,-4 5-1,-1-5 0,-3 1-3,-10 3 1,5 1-2,-5-1-1,9 1 1,-4-1-1,0 1 0,0 3 2,-5 5 1,5-1 1,-9 5-2,-4-1 1,3-4-2,6 5 2,-1-9-2,-4-3-1,5 3-2,-1 5 1,0 3 5,1 4 2,-19 1 0,10-1-1,4 4-3,0 1 1,-5-1-2,5 0 2,0 0-4,-4-3 0,4 3-1,-14 0-2,5 4 3,5-3 2,4 3 0,-9 0-1,9-8 3,-5 9 0,1-1-4,4 0 1,-14 8-2,5-4 0,5 4 2,4 0 0,-9 1-3,4 3 2,1-4 5,-1 4 2,-8 0-2,0 0-3,4-4-5,4 4 0,-4 4 4,5-4 4,4 0-1,0 4-2,0 0 2,4 0 0,-9 4 1,5 0 0,0 0-2,5 0 1,3 4 0,-3-4 3,4 0-1,0 0 2,-5 11-6,5-3-3,-27 4 1,5 8 2,4-4-2,9-5-2,4 1 2,-9 0 2,5 4 0,0-5 2,0 5-4,0 0-2,-13 4 2,4 3 0,4-7 1,1 4 2,-5 7-1,4 13 2,1-9-2,-5 1-1,0-5-2,0 1-1,5-1 4,-1 1 1,-4-4-3,5 7 1,-1 5 0,1-5 0,-1 1 0,1-1 2,-5 5-1,9-1 2,0 1-2,8 11 2,-8 8-2,0-7-1,5-1 1,-1-8 1,5 1-3,-5 7 0,-4-8 1,9 9 0,9 3 0,-1 0 2,6 1-1,3 7-1,-8 12 1,4-8 1,5-8-1,-1-4 2,-4 8-7,5 1 1,0-5 3,-1 0 2,-4 0 0,-4 12-2,9 0-2,-5 4 1,9-11 1,0-1 2,9 4-1,0 0-1,-9-4 1,0 0 1,4 0-3,5 9 0,0 3 1,4-4 0,1-8 2,-5 0 1,4 0-1,0 0-2,5-8 1,-5 1-1,5-1 0,0 0 2,-9 8-3,0 1 0,0 3 1,4-8 2,5 0-3,0 0 0,4 5 1,0-5 0,0-4 0,1 4 0,-1 0 0,5 5 2,-1-1-3,-3 8 0,3-8 1,1 0 0,8 4 0,-8-4 0,-5 1 0,5-1 2,4 0-1,-4 8-1,-5 8 1,5-8 1,-1 0-1,6-8-1,-1 12-2,0-12 1,4 1 1,1 3 2,-5-4-3,5 16 0,-1-4 1,1-8 0,-1 4 2,5-4 1,0 4-4,0-4 1,0 0 0,5 0 0,-1 8 0,1 0 0,-1 0-3,9-4 2,1-7 1,-1 11 2,5-4-3,-1 0 0,1-4-1,0 8 0,4 0 0,0 4 0,1-4 0,3 4 0,5-4 2,5 0 0,4 0 0,0-4 0,0 8 0,0 8 2,0-12 1,0-4 1,0 8-2,0-4-2,13-8 1,-9 0-1,1 0 0,-1 4 0,1 4-3,-5-8 2,13 4 1,5-8 0,-5 1 0,5-1 2,-10-4-1,1-4-1,0 4 1,4-3-1,10 7 0,-10 4 0,0 0 2,1-8 1,8-3-1,0-5-2,0 12-2,0-8 1,0-3 1,-4-5 0,0 0-3,8 1 0,-3-5 2,-6 16 0,1-7 1,9-1 0,8-4 0,-8-3 0,4-1 0,-4-3 2,-5 3-1,9 1-1,-9-5 1,5-7 1,-5-5-3,18 5 0,0-5 1,0 1 2,-1 0 1,6-1 3,-5 1-1,0-4 2,0-1-4,13-7 0,0 12-1,0-8-2,5-5 1,0 9 1,0-4-1,-1-4 2,5-1-2,1-3 2,-6 0-2,5-8 2,1 0 0,-10 0 1,5 0-2,4-4-2,0 0 3,-4 0 0,-1-4-1,-3 0 1,-6 0 0,6-12 3,3 4-3,-3-11 0,3 3 1,-12 0 0,8 4 0,-9 1 2,-4-1-5,5 4-3,8-4 1,-4 0 0,0 1-2,-1 3 2,1 0 3,-4 0 1,-6 0-1,19 0 1,-9 1-2,-5-5-1,1 4 1,-1 0-1,1 0 0,-10 0 0,1 1 4,3-9 2,6 4-2,-5 4-3,0-12 0,-5 1-1,10 7 0,-10-4 0,1 1 0,-10-1 2,5-4-1,5 4-1,-1-3 1,-4-1-1,0-12 2,0 1 1,1 3-1,-6 1-2,-4-1 1,-4 1 1,-5-5-1,18 1 2,-4-1-2,-5 1 2,0-5-2,5-7-1,-5 3-2,0 5 1,-4-9 1,-9 9 0,4-8-3,-4-9 2,-5 1-1,19 0 0,-6-1 2,1 5 0,-5 4 2,1-5 1,-5-3-1,-5 0-2,-4 8 1,9-9-1,-9-3-3,0-8 2,-5 0 1,1 4 2,-1 0-3,-4 3 0,0-7 1,9 0 0,9 8-3,-9 0 2,-4-8-1,-1-5 0,1 5 0,-1 0-2,1 4 5,-5 8 3,0-4-3,-4-5-1,4 1-2,-5 8 0,1 0 2,0 3 2,-1-11 1,-3 4 1,-1-4-7,0 4 0,-4 3 3,4 1 2,0 0 0,0 0 1,1 3-2,-6 1-1,10 0-2,13-9 1,-4-3 1,-10 4 2,1-8-1,-1 8-1,-3 3 1,-1-3-1,0-4 0,0 8 0,1 0 0,-6 3 0,1-11-3,-5-4 2,1 0 1,-5 0 0,-1 0-3,1 7 0,0-11 2,-4 8 2,-1 0 0,1 4-1,-5-12-2,0-4 1,0 0-1,0 4 0,0 0 2,0 0 0,-5 0 0,1 3 0,-1 9 2,1 4 1,-1-20-4,1 8 1,-1 0 0,-3 0 2,-1 0-3,0-1 0,0-3 1,-4 8 0,-1 0-3,1 4 0,0-12 2,-1 4 2,1 3 0,-5 1-1,5 0 1,0 8-1,-14 0-3,5-5 2,-5 1 1,5 4 2,0 4-1,4 3-1,-4-3 1,4-8 1,0 3-3,0 5 0,1 0-1,-1-1 0,0 9 0,0 0 0,1-5 4,3 5 1,-8 3-6,4 1-2,-8 3 4,3 5 2,1-1-2,0 5 1,0-13 0,-5-7 2,-4 3-3,0 5 0,-5-1 1,1 1 0,-5-5-3,-9 9 2,5 3 3,4-3 1,4-5-4,1 5 1,-5 3 0,9 1 2,-9 3-3,-5-4-2,1 1-1,-5-1 3,0-7-7,0-9-2,-13 5-16,-9 0-7,4-9-77,10-39-74,17-11 58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15:32.289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9891 1466 194,'-13'-15'23,"-1"-1"2,6 4 2,-6 0-9,1-4-3,0 1-8,-1-1-3,-12 0 2,-1-12-3,0 5 0,-4-1-1,-4-8-2,-5-3 1,0-1-1,-9 5 2,-9-1 3,5 1 2,4-1 3,-4 1-1,4-1 0,-4-12-3,-10 5 1,6 3-2,-1 1 2,0-1-4,0 5 0,-13-1 1,9 5 2,0 3-3,9 4 0,-1-3-3,1 3-1,0 0 1,0-4 2,-1-7-10,-3 3-2,-1 1 14,-4 3 6,-5 0 0,5 0 0,4 9-4,0-5 1,5 4-4,0 0 0,-1 5-1,6-1-2,-1 0 1,0-4-1,0 4 2,0-11 1,-9 3 1,1 0 0,3 4-2,6-7-2,3 3 3,1 4 2,4 4-2,0 4-2,0 0 0,-5 0-1,1 1 0,4-1 0,-4 4 0,-1-4 0,1 0 0,-1 0 0,-17 4 2,9 0 1,4 0-1,0 0 1,5 0-2,-1 0 2,-3 0-2,-1 0-1,0 4 1,0 0 1,0 0-1,-4-3-1,0 3 1,-5 0-1,-9 0 0,10 0 2,-1-4-1,0 0-1,0 4 1,1-4 1,-1 4-1,0 0 2,-4 0-2,4 0-1,-13 0 1,-13 4-1,13 0 0,4-4 0,5 4 0,-5-1 0,5 1 0,4 0 0,1 0 0,-1 4 2,0 0-3,-4 0 0,-5 0 1,5 0 0,4 8 0,5-5 2,-5 1-3,1 16 0,3-8 1,1 3 2,0-7-1,0 0-1,-1 0 1,-8 0-1,0-5 0,0 5 2,8 0-3,1 0-2,4 0 4,-4-1 1,-5 1 0,5 12-2,0 3 1,-1-3 1,1-4-1,0-1-1,-5-3-2,-9 4 1,10-1 3,3 5 1,1 0 1,0 3 0,-5-7-2,5 15-2,4-7 1,0 11-1,0-3 0,0-1 0,-8-3-3,-1-1 2,5-3 3,4 0 1,4 3-1,1 1 1,4-5-4,-9 5 0,0-1 1,5 1 0,-1-1 0,1 1 0,-5-1 2,0 1 1,5-1-1,-5 9-2,-9-5 1,10 1-1,3-1 0,5-3 2,0-1-3,5-3-2,-1-8 4,1 11 1,-5 5 0,4-5 1,5-3-4,0-1-2,0 5 2,0-1 2,0 1 0,0-1 2,4 13-4,-4 3 0,4-3 1,-8-9 2,-1-3 1,1 3 1,-1-3 0,5-1 0,4 5-2,1-1 1,-1-3-4,0-1-2,1 1 2,4-1 0,-18 5 1,4-1 2,5 8-3,0 13 0,0-9 3,0-4 1,4-3-1,-4-1-2,4-7-2,-4 19-1,5-8 4,-1-3 3,-4-1-6,-9 1 0,4 3 0,5 0 3,5 5 0,-1 11 2,5-8-4,0-4 0,-1 1 1,6-5 2,-1 4-1,0 1 2,5-5-4,-5 4 0,0 1 3,0-1 3,-4 8-4,4 8-3,1-3 3,3-5 1,1-4-3,0 4 1,-1 4 0,1 1 0,0-1 0,4 0 2,-4 0-1,4 12-1,0-8 1,0 0-1,0-7 0,5 3 2,-1 4-3,1-8 0,-1 4-1,1 0 0,-1-3 2,5 3 0,0 8 0,-4-8 2,4 0-3,0-8 0,0-7 1,0 11 0,0-8 0,4 1 0,1-1-3,-1 0 2,1 1-1,4-5 0,-1 20 2,1-12 2,0 1-1,0-9-1,4 0-2,1-7 1,-1 7 1,5 5 2,0-5-1,4 4-1,0 1 1,0-1 1,-4-4-1,4 12-1,-4-3 1,0-5-1,-1 0 0,6-3 2,-6-1-3,1 0 0,0-3 1,0-1 2,8-3-1,5 3-1,-4 1 1,-5-1 1,1 0 1,-1 5 1,0-9-5,0 9 1,0-5 0,5 1 2,0-5-3,-1-3 0,1-1 1,-5 8 2,5 5-1,8-9-1,-4 1 1,-4 3 1,0-3-1,-1-1 2,1 1-2,4 7-1,-4-7 1,-1 3 1,1 0-1,4-3-1,9 3 3,-4-7 0,-1-5-1,1 1 1,4 15-2,0-3 2,0-5-2,0 1-1,8-1 1,-3 1 1,-5-1-3,0 1 0,0 3 3,-5 4 1,1-7-4,8-1 1,5 1 0,-5-1 2,-8-7-1,0-1 2,3-3-2,1 0 2,-4 3-2,0 5 2,-1-5-2,1-3-1,12 0-2,-12-1-1,-36-27 8,62 52-3,-9-5 2,1-7-4,3-1-1,-8 8 1,0-7 2,-4-5-1,-1 1-1,0-8 3,1-1-2,-5 1-1,4-1 1,1-3-1,-1 0 0,-4 3 0,-5 5 0,5 0 0,-4-5 0,13 1 0,4-1 0,-4 1 2,4 0-1,1 3-1,-1-3 1,-4 0-1,0-5 2,4 5 1,-4 7 1,-5-7 2,5 0-1,-5-1 0,-4-3-3,9 0-2,9 7 1,-5-7 1,1 0-1,-6-5-1,1 1 1,0 0 1,0 4-3,0-5 0,-5 5 1,-4-4 0,0-4 2,-4-1 1,4 1-1,8 0-2,10 0-2,-9-4-1,-5-1 2,1 1 2,4 4 0,-5 0 2,1 0-4,-5-1 0,0 1 1,4 0 0,-4-4 0,0 0 0,0 0 0,0-1 2,-5 1 1,10 0 1,8-4-5,-4 4 1,0 8-2,0-5-2,-1-3 3,-3-4 2,-5 0-2,0 8 0,4-4 1,-4-5 0,5 1 2,-1 0 1,-4 0-4,0-4 1,9 4-2,4 0 0,0-4 2,1 0 2,-1 0-1,-4-4-1,0 0 1,0 0 1,4 0-3,-4 0 0,0 0 3,-1 0 1,1 0-4,5 0 1,3 0 2,-3 0 1,3-4-1,1 0-2,-5 0 1,1-12-1,12 4-3,-12 4 2,-1-3 1,0 3 0,0 0 0,5-8 0,4 4 0,-4 0 0,4 0 2,0 1 1,-4-5-4,4 0-1,0 0-2,-4 0 3,0 1 0,-5-1 1,9-4 0,5 0 0,0 5-3,-10-1 2,10 0 5,-5 0 5,0-8-12,1 5-4,-1-9 5,-5 0 3,1 1-3,9-5 2,-1 5 0,1-1 2,0 0-1,-5 1-1,0-9-2,-4 1 1,-1-1 1,-3 5 0,-1-1 0,-4 0 0,4 1-3,18-5 2,-9 1 1,1 3 2,-6 1-1,1-5 2,-5-3-2,1 3-1,3 1-2,-3 3 1,-5 0 1,-1 1 2,1-1-3,5 5 0,3-25 1,-3 5 0,-1 3 0,0 1 0,-4 0-3,0-1 2,-5 5 1,1-5 0,4 1 0,-1-1 0,-8 1 0,0 0 2,0-9-3,0 5 0,5 0 1,4-9 0,-5 1 0,-4 0 0,0-1 0,0 5 0,0 4 0,-5-12 0,1-1 0,-5 5 0,4 4 0,-3-1 0,-1-11-3,0 0 0,-5-4 2,-3 0 0,-1 4-2,0-8 2,-4 4-1,0-1 0,-1 5 2,1-8 0,-5 0 0,1 0 2,-1-4-3,0 4 0,-4 4 1,5 0 2,3-4-3,1 4 0,-5-8 1,10 0 0,-1 4 0,-4 0 0,-1-4-3,1 11 0,-5-11 4,1 4 1,-1 4-3,0 4 1,1-20-2,-1 8 0,5 0 2,-9-4 0,0 12 0,-1 0 0,1-8 4,0 8 2,0 4-5,0-8-2,0 0-3,0 0 3,0-1 0,0 1 1,-5 12 0,0-16 0,1 4 0,-1 12 0,-4 4 2,0-12 3,0-1-7,0 5 0,0 0 0,0 0 1,-4-4 1,-1 4 0,1-4 0,-5 3 0,0 5-3,0 4 2,-4-8 1,0 0 0,-5-1-3,0 1 2,0 0 1,-4 8 2,4 0-3,1-5-2,-10 5 2,-4 0 0,4 0 1,-4 7 2,5-19-3,-1 4 0,0 4 1,5-1 0,0 1 0,0 8 0,-1-8-3,6 3 2,-14 1 3,8 8 1,-3 3-1,-1 1-2,0-20 1,1 8-1,-1 3 0,-4 1 0,4 4-3,1-1 2,-1 1 1,0 7 2,5 1-3,-9-5 0,-4 1-1,4 7 0,4-3 4,5 7 3,-5-3-4,5 3-3,0-7 1,4 7 2,0-7 0,0-1-1,1 5-2,-1-1 1,0 5 1,0-5 2,-4 1-3,-5 7 0,5 0 1,0-7 0,0-9 2,-5 9 1,5 3-4,0 1 1,-5 3 0,0-4 2,-4 1-1,0-9-1,-9-7-2,-4 4 1,-1-5 1,1 1 0,0-4 0,4 3 0,-5-7 0,-8 0 2,9 11-3,-5-3-2,-5-4-3,-8-1-1,-13-19-5,-14-4-3,-4-4-18,-18-12-6,-18-11-48,-40-9-22,-4-27-19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15:55.843"/>
    </inkml:context>
    <inkml:brush xml:id="br0">
      <inkml:brushProperty name="width" value="0.53333" units="cm"/>
      <inkml:brushProperty name="height" value="1.06667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2248 181 64,'0'-4'24,"0"-15"-12,5 26-8,-1-11 10,-4 1-8,0-1-3,0 0 11,0 0 5,0 4 6,0 8 2,0-4-1,0-4 1,0 7-9,-4-3 0,-1 0-11,1 4 0,-5-4 3,0 4-2,-4 0 3,-1 0 0,-3 0 3,-1 0-5,-4 0-3,-1 3-3,-8 5 0,5 0-2,3 0 2,1 0 0,0 7 1,0-3 2,0 4 1,-5-1-1,0 9-1,-4-4 1,-4-1 1,-1 1-3,5-5-1,-4 1-3,3 0-1,-3-4 3,-5 3 1,9-3-4,0 12-1,0 7 3,-5-7 1,-4-1 0,0 5 1,5-1-2,-1 1-1,1-5-2,-1 1 1,1 7 1,-1 13 0,1-9 0,-1-3 2,1-1 1,3-3 1,-3-1-2,4 1 1,0 3-2,0 1-1,0-1-2,-1-3 1,1-1 1,0 1 0,-4-1 0,-1 5 2,1-5-1,8 17 2,0 3 2,1-12 2,-5-3-6,8 3 0,-3 1-1,4-5 2,4 5-1,-9 3-1,-4-4 1,9 1-1,4-9-3,-4 13 2,4-1 3,0 8 1,1 5-1,3-1 1,1-8 0,0-4 1,-1 1 0,1-1 2,0 4-3,-5-3 0,0-1-1,5 5-2,0-1 1,-1-4-1,1 16 0,0-3 0,-1-1 0,5-4 0,0-4 0,1 5 0,-1 3 0,0 0 0,0 16 2,0-4 1,5-8-4,-10 16-1,1-8 1,4-4 2,0-7-2,5-5 0,-1 12 1,1-4 2,-1 0-1,5 4-1,0 8 1,0 0-1,0-7 0,0 3 2,-8-4-3,8-8 0,0 8 1,0-8 0,0 1 0,0 3 0,0-4 0,0 8 0,0 0 0,0-4 0,0 4-3,4-7 2,-4 3 1,0-4 2,4 0-1,10-4-1,-5 5 1,0-5-1,-1 8 0,1 8 2,0-8-3,0 0 0,0-3 1,4-1 0,1 4 0,-1-4 0,5 1 0,-1-1 0,1-4 0,0 4 0,0 4-3,4-3 0,-4-5 4,-1 0 3,10-4-3,-5 5-3,5 3 1,0-4 2,-1 0 0,1 1-1,0-5 1,-1 4-1,-4 5 0,1-5 0,-1-8 0,4 8 0,6-11 0,3-5 2,-4 9-1,0-1-1,0-4 1,0 1-1,1-1 0,-1 5 2,0-1-3,0-3-2,0 15 4,4-12 1,5 0-3,-4-3 1,-5-1 0,0-3 0,0-9 0,-4 13 2,-5-9-1,5 1-1,-5-1 1,9 1-1,9-1 0,0 1 0,-5 3-3,1-3 2,4 0 1,0 7 2,0 4-1,-5-3 2,-4-9-2,5 1-1,8 3 1,-8-3 1,-1-5-1,-3 9 2,-1-9-4,0 9-2,0-5 2,0-3 0,9 0 1,4 3 0,-4-3 0,-4-1 2,-1 1-1,1-4 2,-5-5-4,0 9 0,0 7 1,-4-3 0,-1-5 0,-3-3 0,3-4 0,-4 3 0,5-7 0,-5 0 0,1 0 0,-10-1 2,0-3 1,0-4 1,1 0-2,-5 0 1,0-5-2,-5 1 2,5 0-2,-5 0-1,-4-8 3,0 0 2,0 0-2,0 0 0,0 0 1,5 8 2,-5-8-3,0 0 0,0 0-1,0 8 1,0-8-2,0 0 2,0 0 0,0 0 1,0 0-2,0 0-2,0 0 3,4-4 0,1 0-4,-1 0-1,-4 4 3,5-4 1,-1 0 0,0 0-2,1-4-2,-1 0 1,1 5-1,4-5 0,0 0 2,-1-4 2,1 0-1,5 0 2,-1-4-2,0 1-1,9-5-2,1 0 1,3 0 1,1-7 0,-5-5-3,0 5 0,5-5 2,0 0 2,-1 1 0,1-5 2,0 1-4,-1 3 0,-4 1-1,5-17 0,4 5 0,0 3 0,0-3-3,-4-1 1,0 5 2,-1-8 1,1-9-2,0 1 2,-1 4 1,-4-1 2,14 5-1,-5 0 2,9-1-2,-4-3-1,-1 4-2,1-1 1,-5 1 3,0 0 1,0-5-6,0-3 0,0 0 1,-4 7 1,4 1 1,4 0 2,-4 3-1,-4 5 2,0-5-4,-1-3 0,1 3 3,0 1 3,-5 4-4,4-1-1,-3 1 0,12-5 2,5-7-1,-4 3 2,-5 1-2,0 4-1,-4-5-2,4 5 1,-5-1 1,1 5 2,0-16-3,-5 7 0,0 5 1,0 0 0,0 3-3,5 1 2,-5-9 1,5-3 2,-5 3-1,0-3-1,-4 0 1,0 3-1,0 5 0,-1-4 2,1-9-1,0 5-1,0 0-2,-1 3 1,-3-3 1,4 0 0,-5-8 0,9-1 2,0-3 1,-4 4 1,9 4-5,-5-1 1,0-3 0,0 4 0,0 4 0,-4-1 0,0-11 0,0 0 2,0 0-1,-1 0-1,1-4-2,0 7 1,0 1 1,-1-4 0,1 4 2,-5 3 1,10 1-4,-6-8 1,-3 0 2,-1 0 3,-4 4-7,0-5-3,9 5 5,-5 4 1,-4-4-2,0 3 1,0 5-2,-9 4 0,4-5 2,0-3 0,1-4 0,-5 4 2,0-1-1,0-3-1,0 8-2,0 3 1,0-3 1,0-8 0,0 4 0,-5 3 0,1 1 0,-5 4 2,-4-13-1,4 5 2,0 0-2,-9 0-1,5-1 1,0 5 1,-1 0-3,-3-5 0,-1 5 1,0 4 2,0 3-3,0 1 0,-4-12 3,0-5 1,0 1-1,0 0-2,-14 4-4,5-1 0,-4 1 4,3 0 4,1 8-3,0-1-3,0-3-2,5 7 3,-1-3 0,0-4 3,-8-5-1,-1 1-1,5 4-2,0 0 1,-5-1 3,1 9 1,-1-5-4,1-3-1,-5 8 1,4 3 0,-17 1 1,9-5 2,-1 5-1,5 3-1,5-19-2,-1 8 1,-4 3 1,9 5 0,-4-1 0,-5 1 2,4-5 1,1 9 1,-1 3-5,1-3 1,-5-9 0,0 9 0,4-1 2,1 9 1,-19-1-4,5 0-1,5 1 1,4-1 2,0 4-2,0-11 0,5-5 1,-14 5 2,4 3-3,1 5-2,-1 3 6,1 0 3,0-3-6,-1 3 1,-8-8-3,-5 9 0,0-1 2,10 4 2,-1 5-1,4-9-1,5 4-2,-4 4 1,0-7 1,-1 15 2,5-8-3,0 0 0,0 8 1,0-4 0,5 1 0,-1 3 2,-4-4-1,5 4-1,-5 0-2,4 4 1,5 0-4,4-4 1,5 4-3,0 4 2,9-8-10,-1 8-3,1-4-37,9 4-15,13-7-71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06:56:06.557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 contextRef="#ctx0" brushRef="#br0">523 220 120,'8'-8'46,"-3"4"-24,4-27-19,0 11 10,0 4-4,-5 0 2,5 4-2,-5 1 2,1-1-6,-1 0 6,-4 4 4,0 0-5,0 0-3,-4 0-4,-5 0 0,-4 0 0,-10 1 3,-8-1-3,0 0 0,5 4-3,3 4-3,1 0 4,4 4 1,1 4 4,3 4 1,10 3 1,-1 17 0,1-1-4,4 5-1,4 0-1,5-1 1,9-3 2,9-1 2,-1 5 3,1-5 1,4-7-1,-9-4 1,-4-4-2,0-9 2,-5-10-2,-8-1 0,-5-8-3,-9-4-1,0-4-6,-18-3-1,0-1 1,-4 4 0,9 4 1,0 0 0,0 5 0,0-1 2,4 4-1,0 0-1,5 4 1,4 0 1,0 12-1,5 4-1,4 4 1,4-1-4,5 9 2,4-4 3,9 11 1,9-3 1,1 0 0,-6-5 0,-4-3 0,1-4-2,-10-4-2,-4-12 1,-5 0 1,-4-12-3,-13-4 0,-14-4 1,1-3 2,-1-5-1,0 0 2,1-3-2,-1-5-1,5 9 1,0-9 1,4 9 1,5 7 1,4 4 2,4 4 3,14 12-2,4 4-6,5 8-1,0 4 0,13 0 2,5-1-1,-1-3 2,-4-4-2,-4 0-1,-5-8 1,-4 0 1,-9 0-1,-5-12 2,-8 0-2,-19-7 2,-3-1-2,-1 4-1,1 0-2,3 8-1,1 8 2,0 4 0,4 12-2,0 4 0,5 0-1,9-1 0,4 5 3,9 4 2,8-1 0,14 1-1,14 3 1,4 5 1,4-8-1,-4-5 2,-5-7-4,-8-4 0,-5-8 1,-9-4 2,-4-12 1,-9-4 3,-14-3-3,-8-1 0,-9-4-1,-5 0-2,-8 1 1,-10-1 1,5 4-3,0-7 0,0 3 3,5 4 1,-1 4-6,9 5 0,5 3 1,5 0 3,3 4-2,5 16-4,5 3 2,8-3 0,5 8 1,5 4 2,-1 3 0,5 5 0,4 0 2,0-5-1,5 5-1,-1-9 1,-3-3-1,-6-4 0,1-4 0,-5-4 0,-4 0 2,-4-20-1,-5-4-3,0 0-1,-14-4-1,-8-7 3,0-1 0,-5 1 3,5-1-1,-5-4 2,5 5-2,0 3-1,4 4 1,1 4-1,-1-3 0,0 3 0,0 8 0,0 0 0,1 8-3,-5 4 2,4 0 1,4 0 2,6 16-3,8 3-2,8 5-1,10 12 3,4 15 0,9 8 1,1 8 2,12 8 1,5 12 1,0-4-2,-5-8-2,5-8 1,-14-4 1,-3-12 3,-6-12 4,-4-11 0,-4-16 0,-9-20 1,-5-4 4,-4-16-8,-8-7-3,-6-21 0,-3-3 2,-1-4-2,-9 0-2,-4 3-3,0 1 1,4 0 3,5 11 1,9 5 3,-1 11 1,6 9 1,-1 3 0,0 0-7,4 8 0,5 0-6,0 8 1,0 12 0,0 4 2,9 4-1,0 11 1,0 9 0,0 15 0,9 12 2,-1 0 2,6 0-1,-10 4-1,5 0 1,-5-4 1,0-7-1,1-9-1,-1-8 1,-4-7-1,0-8-3,-5-9 2,-4-11-6,-4-12 0,-5-11 3,-4-13 4,-10-16 1,1 1-1,-5-4-2,1-9 1,8-7 1,5 0 2,4 4 1,0 4 1,0 3-2,5 9-2,4 7 1,-5 1-1,14 11-3,-13 4 2,4 5-6,0 7 0,0 8 1,0 12 3,9 11 0,-14 13 1,14 35 2,0-4 0,9 12 2,-1 8 1,6 3-1,-6-3-2,1 16 1,0-12-1,0-8 0,-5-16 0,0-12 0,-4-15 0,0-5 2,-4-11 1,-5-8 1,-5-9 0,-4-14 2,0-17 1,-4-16-3,0-11-3,-10-8-5,-3 0 0,4-16 0,-5 4 2,14-4-1,-5 0 1,5 0 2,-1 3 0,1 5 0,0 8 0,-1 8-3,1 7 0,4 9-1,0 7 3,0 1-5,0 15 2,5 12-3,0 16 2,4 15 3,0 24 1,8 9 1,1 11 0,0 0 0,0 4 2,0 3-1,0 1-1,9 4 1,-1-4 1,6-12 1,-1-8 3,0-7 3,0-5 2,-4-12-5,-5-7-2,-4-8 2,-9-28 8,-4-12-1,-10-24-7,-8-19-3,0-12-2,0-4-1,4-16 0,0 8 0,-4-11-3,9-5 2,-1 4 1,1 4 2,4 9-3,-9-5 0,5 16 1,-5 8 2,5 11-6,4 13 1,0 3-1,0 13-1,0 11-1,1 4 1,-1 8-2,0 16 2,-4 11 1,4 13-1,4 11 6,5 24 3,5 4-3,-1 0-3,5 12 1,4-1 2,1-3 0,3-4-1,6 8 1,-6-8-1,1-12 0,-5-8 0,1-15 2,-1-9 3,-4-7-2,0-9 0,-5-15 3,1-8 3,-1 0-2,-13-39-2,0-13-5,-4-7 0,-5-12-2,1-4 0,-1 0 0,-4-8-2,-1 0 5,1 4 1,0 4-3,0 8 1,4 12 0,5 8 0,-1 7 0,5 5 2,1 11-6,-1 4 1,0 8-1,4 12-1,1 12 1,-1 16 0,1 19 3,0 12 0,4 1 3,0 3 1,4 8-1,0-4-2,10 0 1,4-4-1,-1-8 0,1-3 2,0-1-1,-5-19 2,5-9 0,-5 1 3,1-12-3,-6-8-2,1-8 0,-4-8 1,-5-16-1,0-3-1,0-17-2,-5-3 1,5 0 1,-4-4 2,-1-9-1,1 1-1,0 0-2,4 8-1,0 7 2,-5 9 2,5 7-2,0 5-2,-4 7 2,4 4 0,-5 8-6,1 12 0,-5 8 1,0 20 3,0 15 2,0-4 3,-4 1-1,9-1-1,-1 9 3,5-1 0,0-4 1,0 1 0,9-9-2,-5 1-2,1-5 1,-1-7 1,-8-4-1,4-5-1,-5-7 3,1-4 0,0-12 1,-10-4 2,1-8-1,0 1 0,-1-9-8,1-8 0,0-3 3,-1 3 2,5 1 0,1 7-2,-1 4 1,0 4-1,0 5 0,4 3 0,1 12-5,0 7-10,8 13-3,5 8-57,13-1-25,18-15-51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06:56:18.838"/>
    </inkml:context>
    <inkml:brush xml:id="br0">
      <inkml:brushProperty name="width" value="0.13333" units="cm"/>
      <inkml:brushProperty name="height" value="0.13333" units="cm"/>
      <inkml:brushProperty name="color" value="#FFFFFF"/>
      <inkml:brushProperty name="fitToCurve" value="1"/>
    </inkml:brush>
  </inkml:definitions>
  <inkml:trace contextRef="#ctx0" brushRef="#br0">378 235 148,'0'0'57,"5"-11"-30,-5-1-23,0 8 24,-5-8-8,1 0 2,4 0-2,-4 4-11,4 0-1,-5 5-1,1 14-1,-1 1-1,-4 4-3,0 0 1,1 7-2,-1 1 2,4 4-2,1 11 2,4 9 2,4 3 4,1 4 2,4 0 3,-1 17-1,1-9 0,0-8-7,0-8-2,0-11-4,0-5-1,0-7 1,-5-8 0,1-8 0,-5-8 2,0-16 1,-5-12 3,1-7-3,-1-5-2,-4-3 0,1-4-1,-6 3 0,5-3 2,0 3 1,1 5 3,-6 3-1,5 9 0,-4-1-6,4 8 1,0 5-2,-13 3-2,9 0 0,-1 4 0,-3 0 0,-1 4 0,0 4-4,5 4 0,0 0 2,4 8 3,4 12 0,1 11 1,4 12 6,0 13 5,4 23-5,5 3 0,0 13-2,0-4-2,4 0-2,5-9 1,0 1 3,4-4 1,0-12-1,9-11 1,-13-9 0,9-20 7,-5-15 0,-4-24-6,-10-15 0,-3-21-4,-10-7-1,1-12-1,-5-4 0,-4-4 2,-5-16 2,0 0-1,1 4 2,-6 8-2,1 4 2,4-8 0,-4 20 1,4 11 2,5 9 1,4 11-1,0 5-1,0 7-8,5 4 0,0 32-1,-1 7-1,5 13 1,9 35 0,9 0 3,4 12 4,5 7 3,-1 1 4,10-4 1,-5-8-1,-5-12-1,10-12-1,-9-12 0,-5-11 2,5-8 4,-5-20-8,-5-12-3,-3-16-5,-14-12-1,-14-15-1,1-1 3,-5-3-2,1-8 1,-6-4 4,1-4 1,0 4-4,0 7 1,0 5 4,4 8 2,5 7-2,-1 4-1,5 9-1,-4 7-2,9 8-2,4 8 1,0 12-4,4 19 1,5 17 0,0-1 2,0 5 1,0-5 3,4 4-3,-4 1 0,4-9 1,0-4 2,1-7-1,-1-4 2,0-9-2,10-3-1,-6-8 1,1-8-1,-5-12-3,-4-11 0,-4-5 2,-10-8 0,-4-15 1,-4-8 0,-5 4-3,-4-5 2,0 9 1,-5 4 0,5 3 2,-9 13 1,0 7-4,-5 8 1,10 4 0,3 12 2,1 8-8,5 8-1,-1 8-1,9 27 0,4-4 5,5 5 1,14-1-1,8 4 0,0 5 4,5-9 1,-1-8 2,1-7 2,4-5-1,-9-11 0,1-8 1,-6-8 3,-3-8-4,-1-12-3,-4-8-1,-9-11-1,-9-8 0,-4-21 2,-5 1-1,-4-4-1,-5 4-2,-8 12 1,3-1-1,1 17 0,5 7 2,4 4 0,-1 13 0,1 7 0,0 12-3,4 11 0,5 9-1,-1 23 3,6 5 0,3-5 3,5 0-1,5-3-1,3 7 1,1-8 1,5-7-1,-1-9-1,9-3 3,-4-8 0,0-5-1,4-7 1,-4-12 0,-1-11 1,-3-5-7,-5-12 0,-14-3-1,1-17 2,-10-7-1,1 0-1,-5 4 3,1 3 2,3 9-2,1 7 0,0 9 1,4 7 2,0 12-1,0 8-1,0 12-2,0 4 1,0 15 1,0 1 0,5 7 0,0 1 2,4-5-3,4 1 0,0-4 1,5-5 0,0-3 0,5-4 2,-1-5-3,5-3 0,8-4 1,-3-8 0,-1-4-5,-5-12 1,1-7 2,-4-21 1,-1-3 1,-4-4 0,-5-5-3,-4 1 2,-4-8 1,-10 4 0,-3 3-3,-1 9 2,-4 4-1,0 7 0,-1 4 4,1 9 1,0 3-1,0 8-2,4 4-2,0 4-1,5 8-3,4 8-1,9 12 1,9 11 2,4 5 2,9 3 1,9 5 3,9-5 3,0-3 0,0 3 0,5-7-1,-1-5 0,1-7-2,-10-8 1,5-16 0,-9-4 1,-4-8-2,-9-12 1,-18-15-4,-9-5-2,-9-7 2,0 0 0,-8-5 1,-6 1 0,6-4 0,-10 0 0,1 7-3,-1 13 2,10 7 1,3 9 2,6 7-6,-1 4 1,5 20 1,4 12 3,0 3-5,4 5 1,5 3 1,0 5 1,9 3 1,0 5 2,9-9-1,0 1-1,4-5 3,0-3 0,0-4-1,9-8 1,-8-9-2,3-3 2,-8-8 0,0 1 3,-1-17-5,-8-8-1,0-3 0,-13-9 2,-5-3-3,-4-20 0,-5 3 3,-4 5 1,-5 8-4,0 7 1,-4 9-2,5 3 0,3 4 2,1 12 2,0 5-1,4 7-1,0 11-6,10 9-1,3 8 1,5 11 1,9 1 5,9 3 2,8 1 2,5-1 0,1 0-2,3 1-2,5-9 3,-9-7 2,5-8-2,-5-4-2,0-5 2,-13-15 0,-5-7-6,-4-9 0,-14-8-1,-8-3-1,-5-5 1,-4-7 3,-5-9-2,-4 5 1,-4 8 2,-5 3 0,0 8 0,4 5 0,5 7-3,0 4 2,5 8 1,-1 4 0,5 8-3,8 0 2,5 12 1,5 15 0,13 1 2,4-1 3,5 1 0,4-5 0,9 5-3,-4-5-2,0-7-2,-5-8 1,-4-4 3,-1-4 1,-8-8-4,-4-8-1,-5-8 1,-5-4 0,-13-3 1,1-9 0,-6-11 0,1 7 2,-4 4-1,3 5 2,1 3-4,4 8-2,5 4 4,0 5 1,4 3 2,0 4 2,0 4-3,5 0-2,-1 11 0,1 9 1,-1 0-1,5-1-1,0 1 1,0 0 1,0-5-1,0 1-1,5-8 1,-1 4-1,1-4 0,-1 0 2,5-5-1,-5 1-1,1-4-4,-1 0 0,1 0-14,-5 4-5,-5-4-28,-4 0-12,-8-4-75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06:56:38.070"/>
    </inkml:context>
    <inkml:brush xml:id="br0">
      <inkml:brushProperty name="width" value="0.09333" units="cm"/>
      <inkml:brushProperty name="height" value="0.09333" units="cm"/>
      <inkml:brushProperty name="color" value="#FFFFFF"/>
      <inkml:brushProperty name="fitToCurve" value="1"/>
    </inkml:brush>
  </inkml:definitions>
  <inkml:trace contextRef="#ctx0" brushRef="#br0">266 131 128,'13'0'49,"-13"4"-26,5-4-18,-5 0 11,0 0-9,0 0-2,0 0-5,0 0-1,0 0 1,0 0-3,0 0 0,0 0 6,0 0 3,0-4 3,0 4 5,9 0 3,0 0 4,4 4-2,5 8-2,4 0-7,9 8-4,9-1-3,0 5 0,0 4-2,0-1 2,-5 1-2,-3-4-1,-10-5-2,-4-3-1,-5-4-1,-9-4 3,-8-8 2,-5-4 2,-4-8-1,-18-8-2,-9-3 1,4-5 1,1-8-1,-1 5 2,5-1 0,0 5 1,4 3-2,5 4-2,4 0 1,5 9 1,4-1 1,0 4 1,9 0 0,0 4 0,9 4-2,4 8 1,10 0-2,8 4-1,9-4 1,0 11 1,-5 5-1,-4 0-1,-4-5 1,-9-3-1,-5-4-7,-4 0 0,-9-4-2,-9-4 1,-22-4 2,0-8 2,0-12 4,-5 0 2,1-7 0,-1-1 1,-4 0 0,0 1 1,9-1-2,4 5-2,10 7 1,12 4 1,14 8 1,4 12-4,10 8-1,3 7-2,14 17 0,9-5 5,-5 1 1,1-5-3,-5-7 1,-5-4 4,-4-4 2,-8-8 4,-6-8 1,-8-4-8,-9-20-3,-9-4-4,-13 1 0,-13-5 0,-5 4 3,0 1 0,0 3 1,0 4-3,-5 5 2,1 3 1,4 8 0,5 0 0,3 4 0,10 4 0,4 0 2,10 8-3,3 3 0,14 5 1,9 8 0,4 3 0,5 5 2,4-1-1,0 1-1,0-5 1,4 1-1,-3-8 0,-10-4 2,-5-9-3,-21-19 0,-5-7 1,-9-13 0,-4-8 0,0-3-3,-5 3 2,-4 1-1,0 3 0,5 1 4,-1 7 1,5 4-1,4 5-2,5-1 1,-1 8 1,5 8 1,5 8 3,8 8-1,10 15 0,12 9-6,1 7-1,9 4 5,-1 1 3,1-5-3,8-4 0,0 1-1,-8-13-2,-5-15 3,-9 0 0,-4-12-6,-18-8 0,-13-16 1,-5-3 1,-4-5-2,-5-8 0,0-3-1,1 7 0,4 1 5,-1 3 1,6 4 0,3 9-2,5 7 5,0 4 4,5 12-5,8 8 0,5 3-2,5 9 1,3 7-4,6 5-2,12 11 6,5 5 3,0-1-6,-4-8-1,-5-7-3,-9-9 3,-9-7 0,-4-4 1,-9-12-5,-26-12 1,-6-12 0,1-16-1,0-7-1,-4-5-1,4 1 6,4-1 2,5 1 3,-5 4 2,14-1 3,-1 8 2,1 1 1,9 11 0,-1 4-6,1 1-4,4-1-1,-5 8 1,5 0-3,-4 4-2,4-4-1,0 4 0,0 4 3,0 0 0,0 12 1,0 12 0,9 3 0,4 17 2,9 23-1,5 16 2,13 12 2,9 3 4,0-3 0,-5-4 0,-8-16-5,-5-12-3,-5-12 0,-8-11-1,-5-13 4,-8-11 2,-10-16 2,-3-16 0,-15-7-4,-8-17-3,0 1 0,0-9-1,0-3-3,4-8 2,5 0 1,0 3 2,4 5-1,0 0-1,5 7 1,0 1-1,4 3 0,0 5 2,5 3-1,-1 1 2,-4 3-4,5-4 0,-5 1-4,4 11 1,1 4 0,0 1-1,-1 7 1,1 12 0,-1 4 3,1 7 2,4 5 0,0 8-1,4 7 3,5 5 0,4 23-1,5 12 1,4 0-2,1 8-1,12 0 1,10 4 1,-5-9-1,-5 5-1,-4-16 1,-9-11 1,-4-17-1,-5-15 2,-4-20-2,-4-20 2,-10-15-4,1-17 0,-14-15-1,-8-8 0,3-8 0,6-12 0,-1 4 2,0 4 2,0 12-1,5 0-1,0 12 1,-1 12 1,1 3-1,0 13-1,-1 3-4,1 12 0,0 12-3,-1 4 2,1 16 1,0 8-1,-1 11-1,10 9 1,-1 27 3,10 8 1,4 4 1,13 4 0,18-1 2,9-3 3,0-12 4,0 0 2,-5-15-1,0-13 1,-8-11-2,-5-20 2,-4-12-4,-10-16 1,-3-16-10,-14-11 0,-9-9-2,-9-7 2,-9-12-4,-21-12 2,-1 0 2,0 4 3,0 8 0,5 0-1,-5 4 1,9 16 1,4 7-3,10 13-2,3 7-1,6 32-2,3 8-1,1 15 4,4 9 1,9 31 2,0 8 0,0-4 0,13 8 0,1 0 0,-1 0 0,0-12 0,1 0 0,-1-12 6,0-8 4,1-15-3,-1-9-2,0-7-2,1-16-3,-1-8 1,0-16 1,-4-11-3,0-13 0,-4-7-4,-5-8 1,-5-4 2,-4-16 1,-4 0 1,0 0 2,-5 8-3,0 8 0,0-4-1,-4 7 0,4 13 2,-4 11 0,0 9-3,0 15 0,-1 16-1,1 4 0,-4 11-2,-1 13 1,5 12 3,4 19 1,5 8 1,8-4 0,5 12-3,14-4 2,3 0 5,10-4 5,8-4-1,1-8 1,4-8-1,0-11 2,0-12-3,4-13-2,5-11 0,-9-12 1,-4-11-5,-10-13-3,-8-7-4,-18-17 1,-13-3 3,-5-16 1,-9-8-2,1 0 2,-1 4-1,0 8-2,5 16 3,-4 0 2,3 15-2,1 9 0,0 19 1,4 8 0,5 8-3,4 16 0,0 7 2,9 29 0,9 7 1,4 4 0,5 12 2,4 4 3,5 4-4,4-1-1,0 1 2,5-12 3,4-12 0,-5-7 0,-4-17-1,-9-15 2,-4-12-1,-9-24 0,-13-12-6,-14-15 1,-4-13-2,-5 1-2,-4-12 3,4 4 2,-4-5 0,5 9 2,-6 12-4,6-5-2,4 1 2,-1 19 2,6 9 0,3 3-1,1 24 5,9 8-5,4 7 0,8 17 0,6 7 0,4 8 2,4 5 1,0 3-1,0 4 1,0-8 2,-4-12 2,0-3 1,-5-16 0,-8-5 0,-1-11 0,-4-16-4,-4-16-3,-10-11-3,1-13 1,-5-7-1,0-4-2,-4 3 3,-4-7 2,-1 8-2,5-8-2,0-4 2,-1 11 2,6 9 0,3 7 2,5 9-4,0 7 0,5 8-4,8 40-3,5 7 1,14 13 4,-1 11 2,4 8 1,1 4 0,-5 4 0,0 0 2,-4-8-3,-4-8 0,-6-7 1,1-17 2,-9-7-3,-4-12 0,-5-9 1,-4-26 0,-10-13-5,-3-11 1,-1-9 2,-4-11 1,0 0 1,0 0 2,0 0-3,0-12-2,4 8 2,5 7 2,9 13 2,4 12 3,4 7 1,10 8 3,4 12-7,4 8-4,5 28-3,-5 3 0,0 5-4,1 3 0,-1 17 6,0-5 3,1-4-2,-6 1-1,6-1 1,-5-7 0,-5-9 1,5-3 2,-5-8-3,-4-13 2,-4-10 2,0-13-4,-5-16 1,-5-11 2,1-5 1,0 1-4,-1-12 1,1-4-2,0-1-2,4 5 7,0 8 5,5 8-4,4 7-2,8 4-1,1 13-1,9 11 0,4 12 0,9 23-3,9 21 2,0 7-1,0 8-2,-4 4 3,-1-4 2,1 5-2,-5-5-2,-9-8 2,-4-12 0,-5-7-4,-17-16 1,-5-20 2,-4-12 1,-5-16 1,0-11-3,-4-1 2,0-7 1,-1-4 0,1-13 2,0 1 1,-5 0-4,5 0 1,0 4-2,4-4 0,5 15 2,4 1 2,5 7-1,12 21-1,15 15-2,12 11-1,10 13 2,21 16 2,1 11 0,-1 12-1,1 5 1,-5-9 1,-8-4-6,-6-7 1,-8-9 1,0 1 3,-17-5-2,-10-7 0,-18-24-4,-8-8 3,-18-12 1,-9-3 3,-9-29 1,-9-3-1,1-4-2,3 3-2,6 1 1,3 8-1,10 7 0,8-3 2,5 11 2,4 5-1,5 3-1,4 4 1,0 4 1,4 1-1,1 3-1,0 0 1,4 4-1,0 0 0,0 0 0,0 0 0,0 4 2,0 1-1,0-1-1,0-4-2,-5 4 1,1 0 1,-1-4 2,-4 4-3,1 0 0,-1 4 3,9-4 1,9 8-1,8 4-2,10 4-2,17 19 1,19 9 3,8 7 1,4 12-6,9 20 0,1 8-8,-5 0-1,-5 8-42,14 11-19,-5-3-68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07:01:30.375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1688 3 80,'0'-6'33,"6"6"-18,0 0-5,12 0 12,2 0-17,-9 0-6,1 0 25,0 0 13,1 6-21,-1-1-7,1 1-5,-1 5 1,6 1-2,-6 3 3,1 2 3,-1 6-7,-6 0-1,6 5 1,-7 5 3,2-5 0,-1 0 2,1 10 0,-2-4 1,2 12-4,-7-2-1,0-5-1,0-5 1,0-1-2,0-11 2,0 7 0,0-7 3,0-6-1,0-5 2,0 6-4,0-5 0,0-12-1,0 0 1,0 0-2,0 0 2,0 0-2,6 0 2,6 0 0,0 0 3,1-6-1,5 6 0,0-6-1,1 6 0,-1-5 0,0-1 0,1 6 0,4 0 0,-3 0-2,4-6-2,0 6 1,0-5 1,-6-1-1,2 6-1,-2-6-2,-6 2 1,0-2-1,1 1 0,-8-1-5,2 0 0,-1 6-28,-6 0-9,0 0-55</inkml:trace>
  <inkml:trace contextRef="#ctx0" brushRef="#br0" timeOffset="297.7949">2146 198 100,'0'-5'38,"0"10"-20,0 1-17,0 5 11,7 1-10,-7-1-1,11 6 1,-4 15 1,-1 14 12,1-2 5,-2 1 1,7 0-1,1 5-4,-8 1 0,8 4-9,-6 7-4,-2-1 0,2-6-2,5 2-1,-6-7-2,6-5 1,-6-5-26,1-14-9,-7-3-37</inkml:trace>
  <inkml:trace contextRef="#ctx0" brushRef="#br0" timeOffset="-1097.919">-30 1211 64,'0'0'24,"7"0"-12,-2 0-12,-5 0 7,0 0 5,6 0 4,-6 0 12,7 0 4,-2 0-5,2 0-2,-1 0-5,-6 0-3,7 5-9,4 5-5,-5 1 0,0 12 4,1 17 4,5-8-4,-6 8 1,1-6-1,4 4 1,1 2-2,0-1 1,1 0-2,-1 12 2,1 4 0,-1-4 1,0-2-4,1-3-3,-2-1 0,1-7-1,1-4-3,-7-5 2,0-8-19,-1-4-7,2-6-46,6-17-48,-1-5 37</inkml:trace>
  <inkml:trace contextRef="#ctx0" brushRef="#br0" timeOffset="2000.32">-4480 249 60,'0'-11'24,"5"5"-12,-5 1-12,7 5 7,-2-6 0,-5 0 3,7-5-1,-1 0 0,1-1 3,-2-5 3,1 2 0,1-2 4,-2 0-7,7 0 1,8 0-2,-2 5 1,19 1-4,-1 5 0,-6 6-10,7 0-3,0 6 7,-7 5 3,1 1 2,-6 5 3,-1 0-3,0 5 1,-5 0-3,-1 6 2,-6-5-2,1-1 2,-1 11-6,-6-5-1,0 12 0,-6-6 0,0-2-3,-6 2 2,0 0 3,-1-7 1,-5 1-4,-1 1-1,2-7 1,-1 0 2,0 0 0,-1-5 2,1 0 0,6-5 1,-1-1 0,7 0 0,0-6 0,0-5 0,7 11 0,-1-5 2,6-1 1,1 1 1,-1 0 0,6-1 0,0 1 4,7-6 3,-8 0-6,15 0-1,-8-6-4,0 6-1,1 0-3,-7 0-3,1 6-14,-1 0-4,-5 16-31,-1-5-12</inkml:trace>
  <inkml:trace contextRef="#ctx0" brushRef="#br0" timeOffset="3210.538">-4486 1450 80,'6'-6'30,"-1"-32"-16,7 55 3,1-11 14,-1-18-5,1 1-1,4 17-8,3-1 0,10-5-8,0 6-3,1 0-3,-1 4 2,2 1 4,-2 0-3,0 1 2,-5 5 1,0-6 2,-7 0-3,-1 0 0,3 1-3,-9-2 0,-4 7-3,-2-6-2,2 6 1,-7-6-1,-7 6 0,2 0 0,-2-5-3,-4 3 2,-2-3-1,1-1 0,0 0 2,-1 6 2,1 0-1,-1 0-1,1-7 1,6 1 1,0-5-1,0 5-1,1-5 1,-2 0 1,1-6-1,6 0 2,0 0-2,0 0 2,13 0-4,-2 11 0,1-11 3,0 11 1,1 1-1,5-7 1,-6 1 2,7 0 2,-1 5-3,0-1-3,1 1 2,-1 6 0,7 0-1,-7 6-2,-6 0-2,1-2 1,-8 7 1,-10 0 0,5 1 0,-13-2 0,1 12 0,-6-10 0,-7-2 2,1 7 1,-1-23-8,-6 12-2,1-18-14,-7 1-6,1 0-33,-6-6-53,-1 0 20</inkml:trace>
  <inkml:trace contextRef="#ctx0" brushRef="#br0" timeOffset="5342.208">-3857 2853 84,'25'0'33,"-25"6"-18,-25-12-9,25 12 11,0-1-5,-5 1-2,-2 0-5,1-1-4,-19 7 2,-5-1-2,5 0 2,-5-5 0,-2 0 3,2-6 1,0 0 3,5 0 1,2 0 3,-2 0-7,-5 0 0,5 0 0,0 0-6,-5 0 0,5 0-1,7 0 2,-1 0-3,8 0 0,-2 0 3,7 0 1,0 0 5,-1 5 3,2 0-6,5 6-1,5 0-2,2 6 1,-1 0 0,-12 6 3,-1 0-3,2-2-2,-2 18 0,1-10 1,6-8-1,-5-4 2,5 0 4,0-6 4,0 1 0,0-12 1,0 0-6,18-12-2,0 1-2,6 0 1,1-1 0,-7 7-6,7-1 0,0 6 1,-2 11 3,2 1 0,-1 16-1,1-5 1,6 5-1,-1-1-3,0-5 2,0 12 1,2-7 0,-9 7 0,-3-5 0,-8-1 2,1-1 1,-8 1-1,-10 6-2,-8-6 3,-6-1 0,1 2-4,-7-7 1,0 1 0,-5-7 2,0-5-10,0-5-2,5-1-17,-12-10-8,6-1-120,-17 0 71</inkml:trace>
  <inkml:trace contextRef="#ctx0" brushRef="#br0" timeOffset="6408.042">-3796 4144 80,'0'0'30,"0"0"-16,-6 0-12,6 0 15,-12-11-3,-1 11 4,1 0 1,-11-6-6,3 1 0,2 5-6,1 0-2,-8 5-2,5 1-3,3 0 3,-1 11-2,-7 0 2,7 5 0,-7 0 1,0 0 0,8 1 0,-1-1-5,-2 1 1,2 4 0,1-4 2,4-1-1,-12 1 2,19 0-4,-12-2-2,5-4 2,1 17 2,6 4 2,12-10-1,1 1 1,5-7 0,1 1 1,-2-2-5,1-4-1,7 0 1,-1-5 2,0-1 0,1-5-1,-1-6-2,0 0 1,7-6 1,-7 6 0,1-6 0,-7 6 0,-1-5 4,2 5 2,-6-6 2,-2 0 0,-5 1 0,0-1 0,-5-11-2,-2 0-1,1-10-6,-6-1 1,0 5 0,-6 0 0,0 2-9,-2-1-2,3 5-111,-26 11 25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17:56.652"/>
    </inkml:context>
    <inkml:brush xml:id="br0">
      <inkml:brushProperty name="width" value="0.09333" units="cm"/>
      <inkml:brushProperty name="height" value="0.09333" units="cm"/>
      <inkml:brushProperty name="color" value="#FFFFFF"/>
      <inkml:brushProperty name="fitToCurve" value="1"/>
    </inkml:brush>
  </inkml:definitions>
  <inkml:trace contextRef="#ctx0" brushRef="#br0">178 68 108,'0'-8'41,"5"4"-22,-1 0-22,0 4 6,-4-4 3,0 0 4,5 0 1,-5 0 1,4 0-2,-4 0 1,0 0 3,5 0 3,-5 0-9,0 4 4,0 0 2,0-4-5,0 12-1,0 4-2,0 4-4,0 0 2,0 7-3,4 5-1,1 0 3,-1-1 0,1 1 1,-1-1 2,5 5-3,0-4 0,-5-1-1,1-3-2,-1-4-2,1-5 1,-5-3-4,0-8 1,-5-8 2,1-8 1,-1-3 1,-4-1 2,0-4-3,5-4 0,0 1 1,-1-9 2,5 5 3,0-1 2,0 4-1,0 1 1,5-1-2,-1 4 0,0 0-6,1 5-1,-1 3 1,-4 0 2,5 4 0,-1 0-1,1 4-2,-1 4-1,5 4 2,-5 8 2,5 0 2,0 4 3,0 7-1,0 13 2,-5-1-6,1 5-1,-5 7 0,0 1 0,0-5 0,-5 8 0,1-3-3,-5-9 2,0-3 1,0-9 2,0-7-1,1-4 2,-1-4 4,-5-32 10,1 0-4,0-3-7,-5-9-4,-4-4-1,-1 1-1,-3-9 0,4 5 0,4 0 0,13 3 0,-8 4 2,13-3 1,5 7-1,-1 5-2,0 3 3,10 4 0,-14 4 1,9 4 0,0 4-7,-1 8-2,6 8-3,-1 8 2,0 11 2,1 1-1,3 8 1,1 3 0,0 4 5,0 5 1,0 11 4,-5-8 1,0-8 1,-4-7 2,0-5-1,-5-7 0,-4-8-8,-4-8 0,-1-8-1,-3-8 0,-1-16 0,-5-8 0,6 1-3,-6-5 2,5-3 3,0-1 3,1-3 0,3 3 0,1-3-3,-1-1 1,5 1-2,0 3 2,0 8 0,0 5 1,5 3-2,-1 8 1,1 0-2,-1 4 2,0 4-7,-4 20-4,0 0 4,0 4 2,0 0 2,0 3-3,-4 5 2,0 3 1,-1 5 2,1-4-3,-5-1 0,0-11 1,0 0 0,0 3 2,0-3 1,-9-16 3,-8-4-1,4-4 0,-1-8-3,6-8 1,-1-7-2,5-5-1,-1-11 1,5 3 1,5 1 1,-1-1 1,5 5-2,0-1-2,5 1-2,-1 7 1,10 1 1,-5 7 2,-1 4-1,1 0-1,0 8 1,0 0-1,4 8-5,1 8-1,-1 0 0,0 12 4,5 12-1,-5 7-1,1 8 3,-1 9 2,0-1 0,-4-4 2,0 16-4,0-11 0,-4-13 1,-5-4 2,0-7 1,-5-8 1,1-8-2,-5-5 1,0-3 0,-4-8 1,-10-19-5,6-5 1,-10-4 0,5-3 2,4-5-1,5-3-1,-1-1 3,5 1 0,5-5-1,0 9 1,4-1-2,8 1-1,1 3 1,9 8-1,-5 5 2,1-1 1,-5 4-1,0 4-2,-1 4-6,1 8-1,0 4-2,0 8 1,0 16 2,0-1 2,-5 9 2,1 7 1,-1 5-2,-4-1 2,0 20 1,0-15 0,0-9 2,-4-11 3,-1-9 2,1-3 3,-1-4-3,-12-20 1,-10-8-3,5-4-3,4-7-1,0-5-3,5-4-1,0-3 2,4 3 2,0-3 0,4-1-1,1 9 1,4-9-1,4 8 0,10 1 4,-1 7-4,9 4-2,-4 4-4,-5 8-1,1 0 1,-1 12 2,0 0-3,1 16 2,-6 0 5,1 7-2,0 5 1,5 3 3,-1 1 1,0 19 1,1-8 0,-1-3-2,-4-13-2,0-3 1,-5-9 1,1-3 1,-5-4 3,0 0-3,0-8-2,-5-8 0,1-4-1,-5-4 2,0-12 1,0-8-4,0 1 1,0-5 0,0 1 0,0-5 0,1 1 0,-1-1-3,4 0 2,1 9 1,-1 3 2,1 0-1,4 13 2,0 3-4,4 4-2,5 4-1,0 8 0,4 11-2,1 9 1,-5 8 3,0 19 3,-1-8-13,-8 5-5,-4-5-53,0-4-24,-14-15-20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07:34:32.945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15812 1346 72,'0'-8'27,"0"12"-14,0-8-4,0 4 11,0 0-7,0 0 0,-5-4-3,1-4-1,-5 0-5,-4-4-3,-5-3 6,0-1 5,-13 0 0,-5-8 1,1-7 4,-1 3 1,-4 0-9,0 1 3,-4 3 2,-9-3-1,-5-1 2,0 0-4,1 1 1,-1 3-3,-4-8 2,-1-7-6,-3 7-3,4 1-4,0-1 1,-10 4 1,-3 1 2,4-1 1,4 5 3,1-1 1,-5 0 3,4 4 1,0-3 1,1-5-4,-1 8 0,-17-3-3,8-1 0,5 4-3,-4 1 1,4-5-2,-5 4-1,1 4 1,-5-3-1,-5-1 0,1-4 2,4 4-1,5 5 2,3-1 0,-7 4 3,-1-12-3,0 5-2,4 3-3,-13-8-1,0 4 2,10 1 2,3 3 0,-8 0-1,-1 0 1,1 4 1,0 1-1,-10 3 2,1 0-2,9 0-1,4 0 1,-5 0-1,-4 0 0,1 0 0,-14 4-3,-1 0 2,6 0 1,3 0 0,-3 4 0,-1 0 0,0 0 0,-13 0 2,9 0-1,4 4-1,-4 0 1,0 0-1,-4 0-3,-1 0 2,-4 0 3,4 0 1,5 0-4,-4 0 1,-1 0 0,0 0 2,-8-4 3,4 4 2,-5 0 1,10 0 0,-1 0-2,1 0 1,-14 0-4,13 0-2,5-1 0,-9-3-1,4 4 0,1 0 2,-36 8-3,13 0 0,18-4 1,-5 0 0,14 0 0,0 0 2,4-4-3,-8 7 0,8 1 1,0-4 0,5 0 0,-5 0 2,-4 0-3,9-4 0,-9-4 1,4 4 2,5-4-1,4 8-1,0 0-2,0-1 1,1 1 1,-6 0 2,-3 4-1,8-4-1,5 0 1,-5 4 1,4-4-3,1 0 0,4-1-1,-9 1 0,0 0 4,9 4 1,5-4-1,-1 4 1,1-4-2,-1 0 2,1 11-2,4-3-1,4 0 1,-13-4 1,0 0-1,9 3-1,5-3-2,-14 4-1,9-4 2,0 0 2,0 0 0,4-1-1,-4 1 1,-5 0 1,5 4-1,5-4-1,4 3 1,-10 1-1,6-4 0,-1 4 0,-4 0 4,5-4 5,-1 3-10,-9 1-3,10 8 4,-1-4 1,5 7 1,0 5-2,0 3-2,4-11 1,0 4 3,0-1 1,1-3-1,-5 0-2,-1 3 1,10 5-1,0 3 4,4 1 2,5-5-7,-1 1-1,-8 4 0,4-1 3,0 1 0,5 3 2,-1-7-2,1 23-1,0-8-2,4-3 1,-5-5 1,-4-3 0,9 3 0,0-3 2,5 3 1,-1 5 1,1-1-5,4 1-1,-5-1 1,1 0 2,-10 1-2,5 15 0,0 4 1,0-4 0,0-3 2,0-5 1,5 8-4,-1 0 1,1 1 0,-5-1 0,0 4 0,-5 4 0,14 8 0,0-4 2,5-8-3,-1 0 0,0 5-1,5-1 0,0-4 2,0 0 2,-5 0-1,5 8-1,4 4-2,-9 4 1,1-16 1,-1 12 2,0-4-1,5-7-1,-4-1-2,-5 4 1,-1-4 1,1 20 2,5-4-3,-10-8 0,1 0 3,-1-4 1,1 4-6,4-4 0,4 0 3,0 0 4,1 12-3,3-4-1,1 4 0,4-8 2,1 8-1,3-11-1,1-1 1,-5 4-1,0-4-3,5 8 0,0 0 2,4 0 0,4-8 1,1-4 0,0 12 0,4-8 0,0 0 0,8 0 0,6-3 0,-5 11 0,0-4-3,4 0 2,0-8 1,1-4 2,-1 0-1,5 4-1,-5-7-2,5-1 1,-1 0-1,1-3-2,0 7 3,9 4 2,4-4 0,-5 0-1,1-3 1,0 3-1,-1 0 0,1-8 0,4 1 0,0 3 0,0 0 0,0-3 2,0 7-3,5 4-2,-1-4 2,1 4 0,-5-7 1,0-5 2,0 8-1,0-4-1,0-3 1,1-1-1,7 0-5,6-3 1,-5 7 4,0 4 2,4-4 0,1 1 1,-1-1-4,0 4 0,5 0 1,5-3 2,-6-1-1,1 0-1,0 1 1,0 7-1,13-8 0,0 4 0,1-4-3,-1-3 2,0-5 5,0-3 2,9 7-7,-4-8-1,-5 1 0,0-5 1,0-3 3,18-1 1,-4 1-1,4 3 1,0 1-2,4 3-1,5 5 1,-5-5-1,14 4-3,4-3 2,0 3 1,9-7 2,-9-1-3,1 1 0,8 3 3,0-8 1,-5 1-1,1 0-2,-1-1 1,-4 1 1,1-5-1,8 1-1,0-5 3,-5 1 0,5 4-4,-13 3 1,-5-3 0,14-5 2,-5 1-1,0-4-1,-4-1 3,0-7 0,-5-4-1,-4 4 1,13-4-4,-5-1 0,6-3 1,-6 0 2,1 0-1,-9 0-1,-5 0 1,14-8-1,-5 4 2,0 0 1,-4 0-1,9 0-2,-9 0-2,-5 0 1,-4 0 3,18-4 1,-5 0-1,-4 4-2,4-1-2,0 1-1,-4 4 2,-4 0 2,17 4 0,0 0-1,0-4 1,0 0-1,0 4 0,1-5 0,-6 9 0,10-4 0,-5-4 0,-4 0 0,8 0 0,-12 0 2,-1-4-1,4 0-1,6-1 1,3 1 1,1 0-3,4 4-2,-13-4 2,-5 0 2,18 0 0,0-4-1,0 4 3,4 0 0,-8 0-1,-5 0-2,18-4 1,0 4-1,9-4 2,-14 4 1,1 0-1,12 0-2,1-4-2,-4 4 1,8 4 1,-9-1 0,14 1 2,-1 0 1,-3-4-4,3 4-1,-8-4 1,13-4 0,-8 0 1,-1-4 0,4 0 0,-12-4 0,8-4 0,0-3 2,1-1-1,-10 0-1,0-8 5,-8-7 4,-32 7-10,58-11-1,-13-1-1,0 0 1,-40 13 1,30-17 3,15-15-3,-10 4 0,-35 15 1,35-11 2,-35 11-1,27-15-1,12 4-2,-3 3-1,-10-11 4,5 8 1,-36 15 0,27-19-2,-31 11 1,45-23-1,-5-4 0,-9 4 2,0 4-1,-9-1-1,-22 17-2,35-24 1,-4-8 3,-9 8 3,9 3-4,-17-7-3,-5-8 1,-5 4 2,9-3-2,-4 6 0,-5-14-1,-4 11 0,-9 0 2,5 4 2,-23 19-3,18-39 0,-4 5 3,-9-1 1,-5 0-1,9 0 1,-9 8-4,-4-8 0,-13 24-1,4-40-2,0 1 3,-9 7 2,-9 24 0,5-28-1,-1-3 1,-4-5 1,-4 4-1,-4 9-1,-6-13-2,1 12-1,-4 5 4,-1-5 1,-4 24-3,0-40-1,0 13 3,-4-13 1,-1 36-3,1-16-1,-1-4 3,1-3 3,-5 3-3,0 4-1,-4-7 0,0 3 0,-5 4 0,0-8 0,-4 1 0,0 3 0,-9 4-3,4-4 0,-4 8 2,0 5 2,0-1 0,0-16-1,8 28-2,-8-28 1,0 8 1,-9-11 2,-4 11-1,4 8-1,9 24 1,-14-44-1,1 5-3,-5 7 0,5 4 2,-10-4 0,-12 12 1,12 4 2,1-8-3,9 0 0,-5 8-1,9 0 0,-13 8 0,4 4 0,0-16 2,0 16 2,-4 4-1,4 7-1,-9 5-2,-4-12 1,4-4 1,1 7 2,3 1-1,5 4-1,-8 3-2,3 1 1,1 4 1,0-1 0,-9 9 0,8-9 0,-3 5 0,-6-1 2,1 1-1,9 3-1,4 1-2,-4-9 1,0-3 3,-1 8 1,5 3-1,1 0 1,-1 1-2,0-1 2,0 5-2,-9-1 2,-8-3-2,8-1 2,0-3-4,0 3 0,-4 1-1,0 3 0,4 1 2,1 3 2,-6 0-6,-3 1 1,-27-17-34,-10-15-16,-30-16-113,-18-40-54,0-19 113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07:35:20.836"/>
    </inkml:context>
    <inkml:brush xml:id="br0">
      <inkml:brushProperty name="width" value="0.53333" units="cm"/>
      <inkml:brushProperty name="height" value="1.06667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3086 57 72,'0'-4'27,"0"4"-14,5 0-7,-5 0 9,0 0 5,0 0 2,0 0 6,0 0 3,4 4 0,0 0 1,1-1-4,-1 5-3,1-4-13,-5-4 1,0 8 3,0 4 1,0 0-1,0-4 0,-5 0 3,1 7-7,-1-3-2,1 0-1,0 0 1,-5 0-5,0 0-1,0 0 2,-4-1 3,-1 1-2,-4 4 1,1 0-3,-6 0 2,1 3-4,-4 1 0,-1 0-1,0 0 1,-4-1-2,0 21-1,0-5 1,0-3 1,4-1-1,-8-3-1,-5 0 1,0-1 1,0 1 1,0 0 3,0 3-5,0 1-1,0-1 0,-4 1 2,-1-4 1,1-1 1,4 5-2,0-1-2,-5-3 1,5 4-1,5-1-3,-9 5 2,-5 3 1,4 1 2,5-1-1,0-7 2,5-1-2,-1 1 2,5-5-4,-4 1 0,4 8 1,-5 3 2,5-7 1,0-1 1,0 1-5,4-4 1,-4 3 0,4 1 2,1-1-1,-1 1 2,0-1-4,1 25 0,-5-13 3,4 1 1,-4-1-4,4-8-1,-4 1 1,5-4 2,-1-5-2,0 17 0,1-1 1,-1-3 2,5-1-1,0 1-1,-5 3 1,0 0-1,-4 5-3,5 11 2,-1-8 1,5-3 2,0-5-1,-1 0 2,1-3-2,0 3-1,0 5-2,-1-5 1,1-3 1,0-1 0,0 1 0,0 3 2,-5-3-1,5 15 2,-5-4-4,5 0-2,-5-7 2,10 3 0,-1 1 1,4 3 2,1 0-1,-5-3-1,5 3 1,0-4-1,-5 1 0,5-1 0,-5 16-3,0 0 2,0 1 3,1-9 1,-6 0-4,6 8-1,-6-4 3,1-3 1,4-1-3,-4 16 1,4-4-2,1 16 0,3-4 2,1-12 0,0-4 0,-1 16 0,1-12 0,0 0 0,-1 4 2,1 1 1,0-1-4,-1 8-1,1 0 1,0-12 0,4 12-2,0-8 2,0 0 1,0 0 0,5 0 2,4 16 3,0-4-4,4-4-3,1-12 1,4 12 0,0-8 3,-1 0 1,6 4-1,-1-4 1,0 16-4,1-5 0,-1-3 1,0-15 2,1 11-3,-1-4-2,0 0 4,1-4 1,8 0-3,4 16-1,-3-8 1,-1-4 0,0 0-2,0-4 2,0 0 1,1-4 0,-6-3-3,6-1 2,-1 0 1,0 4 2,9 4-3,9-4 0,-4-11 1,-5 3 0,0 4 0,0 0 0,0-11 2,0-1 1,0 1-4,0-1-1,-4 0 1,8 1 2,-3 15 0,3-8-1,-4-8 1,5 1 1,-5 3-1,4-11-1,-4-1 1,0 1-1,-4-1-3,9 1 2,4-5 1,0 1 2,0-1-3,0 1 0,0-5 1,4 5 0,-4-5-3,4 5 0,5-5 2,-9 9 2,5-1-2,-5 1 0,-1 3 1,-3-11 0,13 3 0,4-7 0,-4 12-3,-5-1 2,1-3 3,-5-5 1,0 1-1,0-1-2,0 1-2,0 3 1,13 1 1,-13 7 2,0-7-3,-5 7 0,1-7 1,-5-1 0,0-7 0,-4 4 0,8-1 0,5-7 0,-4-4 0,-5-1 0,-4 1 0,-1 0 0,-4 7 0,1-3 2,-1 4-3,0-5 0,-4-3 1,4 0 2,0 0-1,-4-1 2,4 1-4,-4 0-2,9 0 2,-5-1 0,4 1 1,-3 0 0,-6-4 0,1-1 2,-5-3-1,1-4 2,-5 0-4,0-4 0,-9-4 1,0 0 2,0 0-1,0 0-1,0 0 3,8 4 2,-8-4 0,0 0 0,0 0-3,0 0-2,9 0-2,-9 0 1,0 0-1,0 0 0,5-4 2,-1 0 2,-4 0-3,5 0 0,-1 0 1,1 0 2,3 0-1,-3-4-1,4 1 1,-5-5 1,5 0-1,0 0-1,0-4-2,0 0 1,4 1 1,0-5 0,1 0 0,8-4 0,0 5 0,9-13 0,-4 4 2,-1 1 1,1 3-4,4 0 1,-4-3 0,0 3 0,4-3 0,-5-9 0,5-11-3,0 11 0,5 1 6,-1-1 3,-3 1-6,-1-1 1,0 0-1,0 1 0,4-1 0,-4-7 0,9 4 0,9-5 0,-4 9 0,-1-5 2,-4 1-1,0-9-1,0-3-2,-4 0 1,-1 3 1,-4 1 0,0 3 0,5 1 0,-5 0 0,0-1 0,-4 5 0,-1-5 2,1 1-1,0-1-1,-5 1 3,4 3 2,10-7-2,8-8 0,-8 7-6,-5-3 0,0 4 3,0-1 4,-4 1-1,-1 4-2,1-1-3,0-7 1,-5 0-1,0 3 0,0 1 0,1 3 0,-1-7 2,4 0 2,1 3-1,0-3-1,-5 4 1,0-1-1,0 5 0,0-4 2,-4-5-1,0 5-1,4-1-2,-4 1 1,0 0-1,0 3 0,-1-11 2,10 0 0,-5-1 0,9-7 0,-4 8 0,-5 4 0,0-5 0,-4-3 0,0 8 0,0 0 0,-1-1 0,-3-7 0,-1-4 0,0 4 0,1-1-3,-1-3 2,0 4 1,-4 8 0,0-12 0,0 3 0,0 1 0,0 4 2,0-12-3,-1-4-2,1 8 2,0-1 2,0-3 0,0 8 2,0-16-4,4 16 0,-4 4 1,9-1 2,-5 1-1,-4-4-1,0-4-2,9 0 1,-9-1 1,-1-3 2,1 8-3,-4-8 0,4 4 1,-9 0 0,4-1 0,-4 5 0,0-12 0,0 4 2,0 4-3,0 0 0,-4 0 1,4 3 2,0-3-3,-5 4-2,5 8 2,-4-9 0,4-3 1,-5-8 2,5 4-1,-4 4-1,4 0 1,-5 0 1,1 0-1,-5-1-1,-4 5-2,4 0-1,0 0 2,-4-1 0,-1-11-2,1 8 2,4 0 3,-4 4 3,0-8-4,-5 4-1,0 3-2,-4 1-2,0 8 0,-5-12 0,0-8 5,5 4 1,-5-1-3,-4 5 1,-4 8-2,4-4 0,4-4 4,0 11 1,5 1-1,0 0-2,-5-1 1,1-3-1,-5-4 0,-5 4 0,1-1-3,-1 5 2,1 0 1,-1 3 0,-4 5 0,0-12 0,0 7-3,5 9 2,-10-5 1,-4 5 2,5-1-1,4 1-1,0-1 1,4-7-1,-4 4 0,9 3 0,0-3 0,0 7 0,-4 1 0,4-1 2,4 5-3,0 3-2,-4 4 2,0-7 2,-4-9-2,-1 9 0,1 3 1,-1 0 2,-4 1-3,-9-1 0,9 4-1,0 1 0,5-1 2,4-11 2,0 7-1,4-12 2,0 5-4,-4 3 0,5 1 1,-6 3 2,1-4-3,0 5 0,0-1 3,5 1 1,-6 3-4,6 4-1,-1-4 1,0 5 0,1-9 1,-1 4 0,-4 5-3,0 3 2,-5 4 1,5-4 2,0 0-6,9 5-1,0-1-1,4 4 2,5 0-14,4 0-5,0 4-39,80-16-116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1T01:18:52.13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0 125 64 0,'-4'0'27'0,"13"-4"-21"0,-5 0 12 16,-4 4 5-16,5 0 5 16,-1 0 3-16,-4-4-1 0,0 4 1 15,0 0-8-15,0-4-4 16,0 4-11-16,0 0 1 0,0 0 2 15,0 0 0-15,0 0 1 16,0 0-4-16,5 4-3 16,-1 4 0-16,5 0-1 15,0 8-2-15,4 7 1 16,0 9 0-16,5 3 3 16,0 13-3-16,0-9-2 15,-1 1 0-15,1 3-1 16,-4-3 2-16,-1-1 1 15,-4-3-4-15,0-5-1 16,0-7 1-16,-1-8 2 0,-8-4 2 16,0-9 1-16,-4-10-5 15,-9-5-1-15,-1-8 1 16,-3 0 0-16,-6-7 1 16,-3-1 0-16,-1-4 0 15,5-7 2-15,0-1-3 16,8 1-2-16,5-1-1 15,5-3 0-15,4 8 0 16,4-1 0-16,14 0-2 16,4 5-1-16,5-1-1 15,4 5 0-15,0-1 0 16,0 8 2-16,5 12 4 16,-5 1 1-16,0 7 1 15,0 3 0-15,-4 5 0 0,-5 0 0 16,-4 4 4-16,-5 4 2 15,-4 0 0-15,-9 3 1 16,-5 1-2-16,-8 4 0 16,-5 0 1-16,-4-1 1 15,0-3-1-15,-5 0-1 16,-4-5-3-16,0 1-2 16,0-4-2-16,4-4 1 15,5 4-1-15,9-8 0 16,4-4-3-16,13-4-1 15,10 0 0-15,8-8 4 16,5 4-4-16,8 0 0 16,5 4 0-16,5 4 2 0,3 4-1 15,6 4 1-15,-5 4 3 16,-1 12 0-16,-3-1 1 16,-10 1 0-16,-8 4 0 15,-9-1 2-15,-14 1 5 16,-8-4 4-16,-10-1-4 15,-8-3 1-15,-9 0-3 16,-4-4 2-16,-10-5-2 16,1-3 2-16,-1-4-6 15,5-4-1-15,0-4-9 16,5 0-2-16,8-3-18 16,5-5-7-16,4-4-58 15</inkml:trace>
  <inkml:trace contextRef="#ctx0" brushRef="#br0" timeOffset="542.5427">715-80 140 0,'-9'0'55'0,"5"4"-43"0,4-1 3 0,0-3 1 16,4 4 5-16,5 0 5 16,0 8-1-16,0 0 2 15,0 8-15-15,4 3 0 0,-4 9 1 16,0 4-5-16,0 3-2 16,0 1-6-16,0-1 0 15,4-3-11-15,-4-9-5 16,0 1-25-16,-5-8-9 15</inkml:trace>
  <inkml:trace contextRef="#ctx0" brushRef="#br0" timeOffset="1576.2041">968-112 108 0,'0'4'44'0,"5"12"-35"0,4 3 7 0,0-7 2 16,0 4-4-16,-1 8 0 16,6 3-4-16,-1 5 1 15,-4 4-6-15,0-1 1 0,0-3 1 0,-5-5 3 16,1-3 4-16,-1-4-6 16,-4-5-2-16,0-7-3 15,0-4-3-15,-4-8-2 16,-1-7-1-16,1-9-3 15,-1-4 1-15,1-7-4 16,4-5 1-16,0-3 2 16,0-5 1-16,0 1 3 15,9-1 3-15,0 5 0 16,8-1-1-16,1 1-2 16,4 3 1-16,5 5-1 15,4 3 0-15,0 4 2 16,0 5 0-16,0 7 4 0,0 8 2 15,-4 4 2-15,-5 8 0 16,-4 4-2-16,-5-1 1 16,-4 5-2-16,-4 0 0 15,-5 4-1-15,-5-4 2 16,-4 3-5-16,-4-3-1 16,-5 0-2-16,1-4-2 15,-6 0 0-15,1 3 3 16,-5-3 0-16,1 0 3 15,4 4-1-15,-1 0-1 16,1-5 1-16,4 1-1 0,5 0 0 16,4 0 2-16,0-4 1 15,5 0 3-15,4 0-1 16,0-4 0-16,4 0-1 16,1 3 0-16,4-3 0 15,0 0 2-15,4-4-3 16,0 4 0-16,1-4 1 15,3 4 0-15,6 0 2 16,-1 4 1-16,4 0 1 16,5 4 0-16,5 0 0 15,0 0 0-15,-1-1-4 16,1 1-3-16,-1 0 2 16,-4 0 0-16,-4 4-4 15,-5-4 1-15,-4-1 0 16,-5 1 2-16,0 0-1 15,-4-4 2-15,0 0-15 0,-9-8-5 16,0 0-29-16,-4 0-12 16,-5 0-36-1</inkml:trace>
  <inkml:trace contextRef="#ctx0" brushRef="#br0" timeOffset="2732.8218">1568-301 116 0,'-13'-4'46'0,"13"4"-35"0,0-4-6 0,4 0-5 15,5-4-4-15,4 0 3 16,1 0 13-16,-1-4 7 16,5 0-1-16,4 0 2 15,5 1-7-15,4-1-3 16,9 4-5-16,9 0-2 0,8 4 1 15,5 4-2-15,1 4 1 16,-1 4-2-16,0 12-1 16,-13 7 7-16,-9 9 3 15,-9 3 3-15,-9 9 5 16,-9 3-1-16,-8 0-1 0,-10 1-2 16,-8-5-1-16,-14-4-10 15,-4-7-1-15,-9-5-2 16,-4-3 0-16,-9-8-11 15,-5-8-3-15,9-8-13 16,0-4-3-16,5-4-17 16,4 0-6-16,13-4-20 15</inkml:trace>
  <inkml:trace contextRef="#ctx0" brushRef="#br0" timeOffset="2118.525">1795-294 96 0,'-9'-7'38'0,"4"7"-29"0,5 0 17 0,0 0 7 16,0 0 0-16,0 0 3 15,0 0-7-15,5 11-1 16,-1 1-15-16,1 8-1 0,3 4 1 15,1 3-3-15,0 9 0 16,-4-1-6-16,4 5-3 16,-5-1 0-16,0-3 1 15,1-5-10-15,-1-3-4 16,1-8-21-16,-1-4-6 16,-4-9-55-16</inkml:trace>
  <inkml:trace contextRef="#ctx0" brushRef="#br0" timeOffset="3392.2939">2816-436 92 0,'-9'-4'35'0,"14"4"-27"0,-10-4 9 16,5 4 4-16,-4 0 12 15,-1 0 7-15,-4 0-8 16,-4 0-2-16,-5 4-13 16,0 0-3-16,-4 4-8 15,-4 4-4-15,-5-4 1 0,-1 0 2 0,1 4 2 16,0-1 1-16,-4 5 0 16,4 0-2-16,4 0-1 15,5-4 1-15,0 0 1 16,4-1-3-16,9 1-3 15,5-4 0-15,4 0-1 16,8 0-3-16,6 0 0 16,8 0 2-16,9 4 0 15,9-1 1-15,4 1 0 16,5 0-3-16,0 4 2 16,4 4 1-16,-4 3 2 0,-9 5-1 15,0 4-1-15,-9-1 1 16,-9 1 1-16,-8-1 3 15,-5-3 2-15,-9 0-3 16,-9-1-1-16,-9-3 1 16,-9-4 2-16,-8-5-3 15,-5-3 0-15,-5-4-8 16,1-8-4-16,4-4-15 16,0 0-5-16,5-8-45 15,12 1-54 1,6-1 32-16</inkml:trace>
  <inkml:trace contextRef="#ctx0" brushRef="#br0" timeOffset="6020.761">6018-365 92 0,'-9'-4'35'0,"9"4"-27"0,-4 0 11 16,4 0 5-16,-5 0-2 16,5 0-1-16,-4 0-7 0,-1-4-4 15,1 0-1-15,-1 1-1 16,1-1-4-16,-5 0 4 0,-4 4 2 15,0 0 1-15,-5 0 1 16,0 4-2-16,0 0 1 16,-4 3-2-16,0 1 0 15,0 4-1-15,-1 0 0 16,1 0-2-16,0 4-1 16,4-1 1-16,0 5 1 15,1 0 1-15,3 4 0 16,6-1-4-16,3 5-1 15,5 0-1-15,5 3-2 16,3-3 1-16,6-5-1 16,3 1-5-16,6-4 1 0,3 0 6 15,5-5 4-15,0-3-12 16,5-4-5-16,0-4-11 16,-1-4-3-16,1 0-27 15,-1-4-9-15,1-8-19 16</inkml:trace>
  <inkml:trace contextRef="#ctx0" brushRef="#br0" timeOffset="7327.2318">6173-159 80 0,'9'0'33'0,"5"-8"-26"0,12 0 14 15,-12 8 6-15,3-4 2 16,6-4 3-16,-1 0-15 0,0 0-8 15,0 0-14-15,0 0-5 16,5 1-33-16,0-5-11 16,-1 0 0-16,5 0 3 15</inkml:trace>
  <inkml:trace contextRef="#ctx0" brushRef="#br0" timeOffset="7247.439">6253-341 140 0,'0'0'52'0,"0"4"-41"0,5 4 4 0,-5 0 1 15,0 4-6-15,0 3 2 16,0 5 2-16,-5 4 1 16,1 0-8-16,0 3-2 0,-1 1 1 0,1-1-1 15,-5 1 0-15,0-4 1 16,4-1 1-16,1-3-3 16,0-4-1-16,-1-4-3 15,5-4-3-15,0-8-1 16,0 0 3-16,0-8-2 15,5-8-1-15,-1-4 5 16,5 1 1-16,0-9-3 16,4-4-1-16,0-7 1 15,1-5 2-15,-1 1-2 16,0 0 0-16,1 3-1 16,-1 5 0-16,0 7 2 15,1 0 0-15,-1 9 2 16,0 7 1-16,1 8 3 15,-1 12 1-15,0 7 1 16,5 17 2-16,0 4-3 0,0 3-2 16,4 1-2-16,-4-1-3 15,-1 4 1-15,1-3-1 16,-5-5 0-16,1 1 2 16,-5-8-1-16,-1-5-1 15,-3-3-10-15,-1-4-4 16,-4-4-15-16,0-4-4 15,0-1-40 1,0-7-31-16,0 0 43 16</inkml:trace>
  <inkml:trace contextRef="#ctx0" brushRef="#br0" timeOffset="7941.7341">6698-65 132 0,'-5'8'52'0,"10"4"-41"0,-1-8 13 16,-4-4 5-16,0 0 5 15,4 4 6-15,1-4-1 16,-5 0 0-16,4 0-21 16,5-4 3-16,-4-4 0 0,-1-4-7 15,5 0-1-15,-9-3-5 16,0-5 0-16,0-8-3 15,-9-3 0-15,5-1-3 16,-1-3-2-16,1-1 1 0,4 1-1 16,0-1-3-16,0 8 2 15,4 5-6-15,1 3 0 16,8 4-2-16,0 8 1 16,1 8-2-16,8 8 1 15,4 12 5-15,6 4 2 16,3 3 2-16,1 5 2 15,-1-1-3-15,-4 1 0 16,0 0 1-16,0-5 0 16,0-3 0-16,-4-8 0 15,0-4 0-15,-1-5 0 16,-3-7-3-16,-1-7 0 16,-4-5-1-16,-5-4 3 0,-4-8 2 15,-9-7 2-15,-5-1 1 16,-4-3 0-16,-4-1-11 15,0 8-3-15,-1 1-22 16,1 7-6-16,4 0-74 16</inkml:trace>
  <inkml:trace contextRef="#ctx0" brushRef="#br0" timeOffset="8724.8357">7670-309 132 0,'0'0'49'0,"0"4"-38"0,5 11 19 0,-5-3 8 15,0 4-15-15,0 8-2 0,0 3-9 16,-5 5 0-16,1 7-7 15,-1 1-1-15,1-5 0 0,-5-3-2 16,4-4 1-16,1-5-18 16,4-3-4-16,0-8-55 15,0-4-39 1,4-12 41-16</inkml:trace>
  <inkml:trace contextRef="#ctx0" brushRef="#br0" timeOffset="9254.4187">7657-329 132 0,'-5'4'52'0,"5"0"-41"0,9-8 11 0,0 4 1 15,0 0 4-15,0 0 6 16,0 0-12-16,4 0-4 16,0 0-10-16,5 0-3 0,0 0 0 15,4-4-5-15,5 4 1 16,-1 0 0-16,6 0 0 16,-1 4-7-16,0 0 0 15,-5 0-28-15,-3 0-12 0,-6 0-35 16</inkml:trace>
  <inkml:trace contextRef="#ctx0" brushRef="#br0" timeOffset="9278.3537">7670-167 172 0,'0'0'66'0,"9"4"-52"0,4-4-3 0,-4 0-4 15,5 4 3-15,-1-4 3 16,0 4-4-16,0 0-1 16,5-1-4-16,0 1-5 0,4-4-2 15,0 0-23-15,5 0-10 16,0 0-41-1</inkml:trace>
  <inkml:trace contextRef="#ctx0" brushRef="#br0" timeOffset="9863.2037">8128-207 116 0,'-14'-4'46'0,"5"8"-35"0,9-4-6 16,0 0-5-16,5-4 5 15,4 0 4-15,0 0 9 16,-1 0 3-16,1 1 3 0,0-1 0 16,0 4-2-16,-4 0-2 15,-5 0-10-15,0 7 0 0,-5 5 1 16,1 8-4-16,-5 0-2 15,0 7 0-15,-4 1-1 16,-1 4 0-16,1-1 0 16,0-3 0-16,-1-1 0 15,1 1-5-15,4-4 1 16,0-4 0-16,5-1 0 16,-1-3-3-16,5-4 2 15,5 0-1-15,4-4-2 0,-1 0-4 16,6-1 0-16,-1 1-1 15,5-4 3-15,4 4-5 16,0 0-1-16,1 0 5 16,3 4 1-16,1 0-10 15,-1-1-4-15,-3 1-18 16,-1-4-50 0,0-4 5-16</inkml:trace>
  <inkml:trace contextRef="#ctx0" brushRef="#br0" timeOffset="10329.9026">8470-124 124 0,'-5'-4'46'0,"10"0"-35"0,-10 0 14 0,5 4 4 0,0 0 3 16,0 0 6-16,5 4-10 15,3 0-2-15,1 0-15 16,0 4 4-16,0 8 5 0,0 0-5 16,0 3 0-16,0 1-9 15,0 4-2-15,4-1 0 16,0 5 0-16,-4-4-7 15,0-1 0-15,0 1-21 16,0-4-7-16,0-4-30 16,-5-4-12-16,5-5-16 15</inkml:trace>
  <inkml:trace contextRef="#ctx0" brushRef="#br0" timeOffset="10793.8675">8878-17 88 0,'0'-4'33'0,"5"4"-26"0,-5 0 3 16,0 0-2-16,0 0 26 15,0 0 13-15,0 0-11 16,0 0-4-16,-5 8-9 15,1 0-5-15,-5 3-10 16,-5 1-1-16,-3 4 3 0,-6 4 5 16,-3 3 3-16,-5 5-3 15,0 4-1-15,0 3-8 16,-1 1-4-16,6-1-1 16,-1 1-1-16,5-5-11 0,4-3-3 15,0 0-24-15,5-9-8 16,4-3-55-1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1T01:18:52.13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0 125 64 0,'-4'0'27'0,"13"-4"-21"0,-5 0 12 16,-4 4 5-16,5 0 5 16,-1 0 3-16,-4-4-1 0,0 4 1 15,0 0-8-15,0-4-4 16,0 4-11-16,0 0 1 0,0 0 2 15,0 0 0-15,0 0 1 16,0 0-4-16,5 4-3 16,-1 4 0-16,5 0-1 15,0 8-2-15,4 7 1 16,0 9 0-16,5 3 3 16,0 13-3-16,0-9-2 15,-1 1 0-15,1 3-1 16,-4-3 2-16,-1-1 1 15,-4-3-4-15,0-5-1 16,0-7 1-16,-1-8 2 0,-8-4 2 16,0-9 1-16,-4-10-5 15,-9-5-1-15,-1-8 1 16,-3 0 0-16,-6-7 1 16,-3-1 0-16,-1-4 0 15,5-7 2-15,0-1-3 16,8 1-2-16,5-1-1 15,5-3 0-15,4 8 0 16,4-1 0-16,14 0-2 16,4 5-1-16,5-1-1 15,4 5 0-15,0-1 0 16,0 8 2-16,5 12 4 16,-5 1 1-16,0 7 1 15,0 3 0-15,-4 5 0 0,-5 0 0 16,-4 4 4-16,-5 4 2 15,-4 0 0-15,-9 3 1 16,-5 1-2-16,-8 4 0 16,-5 0 1-16,-4-1 1 15,0-3-1-15,-5 0-1 16,-4-5-3-16,0 1-2 16,0-4-2-16,4-4 1 15,5 4-1-15,9-8 0 16,4-4-3-16,13-4-1 15,10 0 0-15,8-8 4 16,5 4-4-16,8 0 0 16,5 4 0-16,5 4 2 0,3 4-1 15,6 4 1-15,-5 4 3 16,-1 12 0-16,-3-1 1 16,-10 1 0-16,-8 4 0 15,-9-1 2-15,-14 1 5 16,-8-4 4-16,-10-1-4 15,-8-3 1-15,-9 0-3 16,-4-4 2-16,-10-5-2 16,1-3 2-16,-1-4-6 15,5-4-1-15,0-4-9 16,5 0-2-16,8-3-18 16,5-5-7-16,4-4-58 15</inkml:trace>
  <inkml:trace contextRef="#ctx0" brushRef="#br0" timeOffset="542.5427">715-80 140 0,'-9'0'55'0,"5"4"-43"0,4-1 3 0,0-3 1 16,4 4 5-16,5 0 5 16,0 8-1-16,0 0 2 15,0 8-15-15,4 3 0 0,-4 9 1 16,0 4-5-16,0 3-2 16,0 1-6-16,0-1 0 15,4-3-11-15,-4-9-5 16,0 1-25-16,-5-8-9 15</inkml:trace>
  <inkml:trace contextRef="#ctx0" brushRef="#br0" timeOffset="1576.2041">968-112 108 0,'0'4'44'0,"5"12"-35"0,4 3 7 0,0-7 2 16,0 4-4-16,-1 8 0 16,6 3-4-16,-1 5 1 15,-4 4-6-15,0-1 1 0,0-3 1 0,-5-5 3 16,1-3 4-16,-1-4-6 16,-4-5-2-16,0-7-3 15,0-4-3-15,-4-8-2 16,-1-7-1-16,1-9-3 15,-1-4 1-15,1-7-4 16,4-5 1-16,0-3 2 16,0-5 1-16,0 1 3 15,9-1 3-15,0 5 0 16,8-1-1-16,1 1-2 16,4 3 1-16,5 5-1 15,4 3 0-15,0 4 2 16,0 5 0-16,0 7 4 0,0 8 2 15,-4 4 2-15,-5 8 0 16,-4 4-2-16,-5-1 1 16,-4 5-2-16,-4 0 0 15,-5 4-1-15,-5-4 2 16,-4 3-5-16,-4-3-1 16,-5 0-2-16,1-4-2 15,-6 0 0-15,1 3 3 16,-5-3 0-16,1 0 3 15,4 4-1-15,-1 0-1 16,1-5 1-16,4 1-1 0,5 0 0 16,4 0 2-16,0-4 1 15,5 0 3-15,4 0-1 16,0-4 0-16,4 0-1 16,1 3 0-16,4-3 0 15,0 0 2-15,4-4-3 16,0 4 0-16,1-4 1 15,3 4 0-15,6 0 2 16,-1 4 1-16,4 0 1 16,5 4 0-16,5 0 0 15,0 0 0-15,-1-1-4 16,1 1-3-16,-1 0 2 16,-4 0 0-16,-4 4-4 15,-5-4 1-15,-4-1 0 16,-5 1 2-16,0 0-1 15,-4-4 2-15,0 0-15 0,-9-8-5 16,0 0-29-16,-4 0-12 16,-5 0-36-1</inkml:trace>
  <inkml:trace contextRef="#ctx0" brushRef="#br0" timeOffset="2732.8218">1568-301 116 0,'-13'-4'46'0,"13"4"-35"0,0-4-6 0,4 0-5 15,5-4-4-15,4 0 3 16,1 0 13-16,-1-4 7 16,5 0-1-16,4 0 2 15,5 1-7-15,4-1-3 16,9 4-5-16,9 0-2 0,8 4 1 15,5 4-2-15,1 4 1 16,-1 4-2-16,0 12-1 16,-13 7 7-16,-9 9 3 15,-9 3 3-15,-9 9 5 16,-9 3-1-16,-8 0-1 0,-10 1-2 16,-8-5-1-16,-14-4-10 15,-4-7-1-15,-9-5-2 16,-4-3 0-16,-9-8-11 15,-5-8-3-15,9-8-13 16,0-4-3-16,5-4-17 16,4 0-6-16,13-4-20 15</inkml:trace>
  <inkml:trace contextRef="#ctx0" brushRef="#br0" timeOffset="2118.525">1795-294 96 0,'-9'-7'38'0,"4"7"-29"0,5 0 17 0,0 0 7 16,0 0 0-16,0 0 3 15,0 0-7-15,5 11-1 16,-1 1-15-16,1 8-1 0,3 4 1 15,1 3-3-15,0 9 0 16,-4-1-6-16,4 5-3 16,-5-1 0-16,0-3 1 15,1-5-10-15,-1-3-4 16,1-8-21-16,-1-4-6 16,-4-9-55-16</inkml:trace>
  <inkml:trace contextRef="#ctx0" brushRef="#br0" timeOffset="3392.2939">2816-436 92 0,'-9'-4'35'0,"14"4"-27"0,-10-4 9 16,5 4 4-16,-4 0 12 15,-1 0 7-15,-4 0-8 16,-4 0-2-16,-5 4-13 16,0 0-3-16,-4 4-8 15,-4 4-4-15,-5-4 1 0,-1 0 2 0,1 4 2 16,0-1 1-16,-4 5 0 16,4 0-2-16,4 0-1 15,5-4 1-15,0 0 1 16,4-1-3-16,9 1-3 15,5-4 0-15,4 0-1 16,8 0-3-16,6 0 0 16,8 0 2-16,9 4 0 15,9-1 1-15,4 1 0 16,5 0-3-16,0 4 2 16,4 4 1-16,-4 3 2 0,-9 5-1 15,0 4-1-15,-9-1 1 16,-9 1 1-16,-8-1 3 15,-5-3 2-15,-9 0-3 16,-9-1-1-16,-9-3 1 16,-9-4 2-16,-8-5-3 15,-5-3 0-15,-5-4-8 16,1-8-4-16,4-4-15 16,0 0-5-16,5-8-45 15,12 1-54 1,6-1 32-16</inkml:trace>
  <inkml:trace contextRef="#ctx0" brushRef="#br0" timeOffset="6020.761">6018-365 92 0,'-9'-4'35'0,"9"4"-27"0,-4 0 11 16,4 0 5-16,-5 0-2 16,5 0-1-16,-4 0-7 0,-1-4-4 15,1 0-1-15,-1 1-1 16,1-1-4-16,-5 0 4 0,-4 4 2 15,0 0 1-15,-5 0 1 16,0 4-2-16,0 0 1 16,-4 3-2-16,0 1 0 15,0 4-1-15,-1 0 0 16,1 0-2-16,0 4-1 16,4-1 1-16,0 5 1 15,1 0 1-15,3 4 0 16,6-1-4-16,3 5-1 15,5 0-1-15,5 3-2 16,3-3 1-16,6-5-1 16,3 1-5-16,6-4 1 0,3 0 6 15,5-5 4-15,0-3-12 16,5-4-5-16,0-4-11 16,-1-4-3-16,1 0-27 15,-1-4-9-15,1-8-19 16</inkml:trace>
  <inkml:trace contextRef="#ctx0" brushRef="#br0" timeOffset="7327.2318">6173-159 80 0,'9'0'33'0,"5"-8"-26"0,12 0 14 15,-12 8 6-15,3-4 2 16,6-4 3-16,-1 0-15 0,0 0-8 15,0 0-14-15,0 0-5 16,5 1-33-16,0-5-11 16,-1 0 0-16,5 0 3 15</inkml:trace>
  <inkml:trace contextRef="#ctx0" brushRef="#br0" timeOffset="7247.439">6253-341 140 0,'0'0'52'0,"0"4"-41"0,5 4 4 0,-5 0 1 15,0 4-6-15,0 3 2 16,0 5 2-16,-5 4 1 16,1 0-8-16,0 3-2 0,-1 1 1 0,1-1-1 15,-5 1 0-15,0-4 1 16,4-1 1-16,1-3-3 16,0-4-1-16,-1-4-3 15,5-4-3-15,0-8-1 16,0 0 3-16,0-8-2 15,5-8-1-15,-1-4 5 16,5 1 1-16,0-9-3 16,4-4-1-16,0-7 1 15,1-5 2-15,-1 1-2 16,0 0 0-16,1 3-1 16,-1 5 0-16,0 7 2 15,1 0 0-15,-1 9 2 16,0 7 1-16,1 8 3 15,-1 12 1-15,0 7 1 16,5 17 2-16,0 4-3 0,0 3-2 16,4 1-2-16,-4-1-3 15,-1 4 1-15,1-3-1 16,-5-5 0-16,1 1 2 16,-5-8-1-16,-1-5-1 15,-3-3-10-15,-1-4-4 16,-4-4-15-16,0-4-4 15,0-1-40 1,0-7-31-16,0 0 43 16</inkml:trace>
  <inkml:trace contextRef="#ctx0" brushRef="#br0" timeOffset="7941.7341">6698-65 132 0,'-5'8'52'0,"10"4"-41"0,-1-8 13 16,-4-4 5-16,0 0 5 15,4 4 6-15,1-4-1 16,-5 0 0-16,4 0-21 16,5-4 3-16,-4-4 0 0,-1-4-7 15,5 0-1-15,-9-3-5 16,0-5 0-16,0-8-3 15,-9-3 0-15,5-1-3 16,-1-3-2-16,1-1 1 0,4 1-1 16,0-1-3-16,0 8 2 15,4 5-6-15,1 3 0 16,8 4-2-16,0 8 1 16,1 8-2-16,8 8 1 15,4 12 5-15,6 4 2 16,3 3 2-16,1 5 2 15,-1-1-3-15,-4 1 0 16,0 0 1-16,0-5 0 16,0-3 0-16,-4-8 0 15,0-4 0-15,-1-5 0 16,-3-7-3-16,-1-7 0 16,-4-5-1-16,-5-4 3 0,-4-8 2 15,-9-7 2-15,-5-1 1 16,-4-3 0-16,-4-1-11 15,0 8-3-15,-1 1-22 16,1 7-6-16,4 0-74 16</inkml:trace>
  <inkml:trace contextRef="#ctx0" brushRef="#br0" timeOffset="8724.8357">7670-309 132 0,'0'0'49'0,"0"4"-38"0,5 11 19 0,-5-3 8 15,0 4-15-15,0 8-2 0,0 3-9 16,-5 5 0-16,1 7-7 15,-1 1-1-15,1-5 0 0,-5-3-2 16,4-4 1-16,1-5-18 16,4-3-4-16,0-8-55 15,0-4-39 1,4-12 41-16</inkml:trace>
  <inkml:trace contextRef="#ctx0" brushRef="#br0" timeOffset="9254.4187">7657-329 132 0,'-5'4'52'0,"5"0"-41"0,9-8 11 0,0 4 1 15,0 0 4-15,0 0 6 16,0 0-12-16,4 0-4 16,0 0-10-16,5 0-3 0,0 0 0 15,4-4-5-15,5 4 1 16,-1 0 0-16,6 0 0 16,-1 4-7-16,0 0 0 15,-5 0-28-15,-3 0-12 0,-6 0-35 16</inkml:trace>
  <inkml:trace contextRef="#ctx0" brushRef="#br0" timeOffset="9278.3537">7670-167 172 0,'0'0'66'0,"9"4"-52"0,4-4-3 0,-4 0-4 15,5 4 3-15,-1-4 3 16,0 4-4-16,0 0-1 16,5-1-4-16,0 1-5 0,4-4-2 15,0 0-23-15,5 0-10 16,0 0-41-1</inkml:trace>
  <inkml:trace contextRef="#ctx0" brushRef="#br0" timeOffset="9863.2037">8128-207 116 0,'-14'-4'46'0,"5"8"-35"0,9-4-6 16,0 0-5-16,5-4 5 15,4 0 4-15,0 0 9 16,-1 0 3-16,1 1 3 0,0-1 0 16,0 4-2-16,-4 0-2 15,-5 0-10-15,0 7 0 0,-5 5 1 16,1 8-4-16,-5 0-2 15,0 7 0-15,-4 1-1 16,-1 4 0-16,1-1 0 16,0-3 0-16,-1-1 0 15,1 1-5-15,4-4 1 16,0-4 0-16,5-1 0 16,-1-3-3-16,5-4 2 15,5 0-1-15,4-4-2 0,-1 0-4 16,6-1 0-16,-1 1-1 15,5-4 3-15,4 4-5 16,0 0-1-16,1 0 5 16,3 4 1-16,1 0-10 15,-1-1-4-15,-3 1-18 16,-1-4-50 0,0-4 5-16</inkml:trace>
  <inkml:trace contextRef="#ctx0" brushRef="#br0" timeOffset="10329.9026">8470-124 124 0,'-5'-4'46'0,"10"0"-35"0,-10 0 14 0,5 4 4 0,0 0 3 16,0 0 6-16,5 4-10 15,3 0-2-15,1 0-15 16,0 4 4-16,0 8 5 0,0 0-5 16,0 3 0-16,0 1-9 15,0 4-2-15,4-1 0 16,0 5 0-16,-4-4-7 15,0-1 0-15,0 1-21 16,0-4-7-16,0-4-30 16,-5-4-12-16,5-5-16 15</inkml:trace>
  <inkml:trace contextRef="#ctx0" brushRef="#br0" timeOffset="10793.8675">8878-17 88 0,'0'-4'33'0,"5"4"-26"0,-5 0 3 16,0 0-2-16,0 0 26 15,0 0 13-15,0 0-11 16,0 0-4-16,-5 8-9 15,1 0-5-15,-5 3-10 16,-5 1-1-16,-3 4 3 0,-6 4 5 16,-3 3 3-16,-5 5-3 15,0 4-1-15,0 3-8 16,-1 1-4-16,6-1-1 16,-1 1-1-16,5-5-11 0,4-3-3 15,0 0-24-15,5-9-8 16,4-3-55-1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07:50.88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1 16 104 0,'-5'4'38'0,"5"-12"-29"0,0 8 19 0,0 0 7 0,9 0-19 16,0 0-8-16,-5-4 20 15,1 0 10-15,4 4-18 16,0 0-6-16,-1-4-3 0,6 4-5 16,-5 4-1-16,4 0 2 15,5-4 0-15,-1 0-6 16,6 0-2-16,-1 0 0 15,5 0 0-15,-5-4-4 16,18 4-10-16,-9 0-1 16,0-4-25-16,-4 8-8 15,-5-4-32 1</inkml:trace>
  <inkml:trace contextRef="#ctx0" brushRef="#br0" timeOffset="663.651">58 206 152 0,'9'0'57'0,"-4"7"-44"0,-1-3 10 0,-4-4 0 15,0 0-11-15,9 4-2 16,-5 0-4-16,1 4-1 0,8-4-3 15,-4 0 5-15,4-4 3 0,5 0-8 16,0-4-2-16,9 4-1 16,-1-4 0-16,1 0 1 15,4-4 2-15,0 4-8 16,-4 0-3-16,4 4-17 16,0 0-9-16,-5 0-41 15</inkml:trace>
  <inkml:trace contextRef="#ctx0" brushRef="#br0" timeOffset="1801.618">738-51 156 0,'-9'0'57'0,"18"4"-44"0,-9-12 3 0,0 8 0 0,4 0-10 16,5-4-1-16,0 0-3 16,4-8 1-16,5 0-2 15,-5 5-9-15,5-5-5 0,0 4 7 16,4 0 2-16,5 4 10 16,-1-8 6-16,-3 4-4 15,8 8-2-15,-5 4-6 16,-3-8-2-16,-1 4 3 15,0 8 1-15,-9 4 4 16,1 8 1-16,-1-1 1 16,-9 5 2-16,1 8 1 15,-5-1 3-15,0 5-3 16,-9-1-1-16,-9-3-4 0,0 3-1 16,-13 5-1-16,0-5 0 15,-4-3-2-15,-1 0-2 16,1-5 3-16,4 1 0 15,-5 3-4-15,5-15 1 16,4 0 0-16,5 0 0 16,4 0-3-16,5-8 0 15,0 3-1-15,4-3 0 16,0-8 0-16,4 0 3 16,5 4 0-16,0-8 3 15,0 4-3-15,9 0 0 16,0 0-1-16,9-8-2 15,0 0 5-15,4 1-3 16,0 3-1-16,5-4 2 16,-1 4 2-16,6 4 0 15,3 0-1-15,-8 0-4 16,8 8-11 0,-4-4 1-16,-4 0-13 15,-5 3-4-15,0-3-48 16</inkml:trace>
  <inkml:trace contextRef="#ctx0" brushRef="#br0" timeOffset="2592.499">1453-94 160 0,'-9'-4'63'0,"0"11"-49"0,5-10 5 16,-1 10 0-16,1-3-7 16,-1 8 1-16,-4-4-6 15,-4 8 1-15,0-4-5 16,-1 0 5-16,1-1 4 0,-5 5-4 0,1 0 0 16,3 0 0-16,-4 0 0 15,5-5-4-15,4-3-3 16,5 4-3-16,4-8-1 15,4 0-3-15,5-4-1 16,4 0 6-16,5 0 5 16,9 0-4-16,0 4 0 15,8 0 2-15,1 8 1 16,4 0-4-16,-5 3-1 16,1 9-2-16,4 4 0 15,-9-1 3-15,-5 1 2 16,-3 4 2-16,-10-5 1 15,0-3 0-15,-4 7 2 0,-9-3-1 16,-9-8 0-16,-4 0-1 16,-5-5 2-16,-4-7 1 15,-9 0 1-15,0-8-9 16,0 4-1-16,0-4-2 16,-5 0-1-16,5-4-5 15,4 4-4-15,1-12-61 16,3-3 6-1</inkml:trace>
  <inkml:trace contextRef="#ctx0" brushRef="#br0" timeOffset="2918.92">1444-91 240 0,'4'0'90'0,"1"-3"-70"0,17 3 10 0,-9 3-1 0,5 1-13 16,9-8-4-16,13 4-10 15,-5-7-1-15,5-1-1 16,0-8-14-16,0 12-5 0,0-8-83 16,-4-4-52-1,-10-3 65-15</inkml:trace>
  <inkml:trace contextRef="#ctx0" brushRef="#br0" timeOffset="5795.363">-1225 971 132 0,'-5'4'49'0,"5"0"-38"0,-9-16 6 16,9 12-1-16,0 8 4 16,5-12 2-16,-5 8-9 15,0-4-3-15,0 0-6 16,9-4 2-16,-9 4 3 0,4 12-1 15,5-12 3-15,0 0-2 16,13 0 2-16,0-4-2 16,1 4 2-16,-1 0 0 15,9 0-3-15,0-8 0 16,0 8-7-16,5-4-3 16,4 4 9-16,4-4 8 15,5 4-6-15,4-3 0 16,5 3-5-16,0-4-1 15,-1 4-3-15,10-4-1 16,8 8 3-16,-8-4 1 16,4 0 1-16,5 0 0 15,4-4 0-15,4 0 0 16,9 0 0-16,5 4 2 0,0-4-3 16,4 4-2-16,-5-4 0 15,6 4 1-15,3-8-1 16,1 8-1-16,-27 0 1 15,9 4 1-15,-9 0 1 16,-5 0 1-16,1 0-2 16,-10 0-2-16,5 0 1 15,-9 0 1-15,1-8-1 16,3 8 2-16,5-4-2 16,-9 0 2-16,1 4-2 15,3-1-1-15,-4 9-2 16,-4-12-1-16,4 8 2 15,-8-8 0-15,-6 12 3 16,-3-12 1-16,-1 0-1 16,-8-4-2-16,-1 0 1 0,-8 4-1 15,4 0 0-15,-13-4 2 16,4 0-3-16,-4 4 0 16,-5-4 1-16,0 0 2 15,-4 4-1-15,-4-8 2 16,-5 5-2-16,4-5 2 15,1 4 0-15,-1-8 1 16,-4 0-5-16,4-4 1 16,1 0 2-16,-5-3 1 15,0-9 3-15,0 4 1 16,-5-15-3-16,1-1-3 0,0-7 8 16,-1-8 4-16,1-4-9 15,-5-9-1-15,4-3-1 16,-3-15 3-16,-6-1 0 15,1-4 0-15,0 4-1 16,4 8 2-16,0 4-1 16,0 8 0-16,0 4-1 15,5 8 2-15,-1 3-5 16,-4 1-3-16,0 7 1 16,0-3 0-16,1 8 3 15,3-1 1-15,-4 9-4 16,0 7 1-16,5 0-2 15,0 4-2-15,-1 1-2 16,5 7 1-16,0 4-6 0,0-8-1 16,0 8-6-16,0 4-4 15,0-4-10-15,0 5-3 16,5-9-32 0,-1 4 2-16,0-4-2 15,-4 0-25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0:03.326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293 16 112 0,'5'3'44'0,"4"5"-35"0,-14 4 9 0,1-4 2 0,-1 0-6 16,1 4 2-16,-5 4-3 15,-4-1 2-15,-1 5-8 16,-8-4 0-16,0 4 0 0,-9-1 3 16,4-3 4-16,5 0-4 15,-9 0 0-15,4-4-4 16,5-1 1-16,4-3-2 15,1 0 0-15,8-4-3 16,4-4-2-16,5 0-2 16,0-4 1-16,9 0 1 0,0-4 0 15,4 1 0 1,5-5 2-16,9-4-3 0,-5-4 0 16,9 4-4-16,-4-3 1 15,-5-13 0-15,9 8 2 16,0 5-1-16,0-5-1 15,0 4 3-15,0 4 2 16,-4 5-2-16,0 3-2 16,-5 4 2-16,0 4 0 15,0 4 1-15,-4 0 0 16,-5 7 0-16,1 5 2 16,-5 0-1-16,-5 4 2 15,-4-4-2-15,0-1-1 0,-4 1 5 16,-10 0 1-16,1 0 0 15,-5-4-1-15,0-5 1 16,1 1 1-16,-6-4-6 16,6-4 0-16,-6 0-1 15,6 0 0-15,3-4-3 16,1 0 2-16,0 0 1 16,4 1 2-16,4 3-1 15,1-4-1-15,0 0-2 16,4 0 1-16,4 4 1 15,5 4 0-15,0-4-3 16,4 4 2-16,0 3 1 16,1 1 0-16,-1 4-3 0,0 4 2 15,-4 4-1-15,-9 3 0 16,0 5 2-16,-4 0 2 16,-5 3-3-16,-4-3 0 15,-5-4 3-15,0-1 3 16,-4-3 2-16,0-4 3 15,-1-4-1-15,1-4 0 16,-9-12-3 0,4-4-1-16,5-4 1 15,5-4-3-15,-1-4-2 16,9 1 0-16,0-1-1 16,0 0-9-16,9 4-2 15,18 1-7-15,-9 3-4 16,9 0-54-16,-1 4-52 15,10 4 43-15</inkml:trace>
  <inkml:trace contextRef="#ctx0" brushRef="#br0" timeOffset="841.04">498 375 96 0,'4'0'35'0,"5"0"-27"0,-5 4 9 15,-4-4 4-15,9 0-3 16,0 0-1-16,5 0-3 16,-6 4-1-16,6 0-10 15,-1 3-1-15,-4 1-2 16,0 8 17-16,0 4 9 0,-5 4-7 15,1-1-1-15,-5 5-8 16,0 0-4-16,4 3 1 16,-8 1 0-16,-1-5 1 15,-4-3 0-15,0 0-2 0,0-5 1 16,1-3-4-16,-1-4 0 16,0-4 3-16,0 0 3 15,5-4-9-15,-1 0-2 16,1-8-1-16,4 0 1 15,-5-12 1 1,1 0 1-16,-5-3 0 16,0 3 0-16,0 4 0 15,-4 0 0-15,-1 0 0 16,-3 0 4-16,-1 5 2 16,5 3-9-16,-1 0-3 15,1 4 3-15,0 4 3 16,4 3 7-16,0 1 4 15,0 4-15-15,5-4-7 0,8 4 3 16,5 0 4 0,0 4 3-16,4-5 1 15,5 1 2-15,4 0-1 16,0-4-1-16,5 0-26 16,0-4-10-16,8-4-64 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0:04.78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982 702 148 0,'-5'-4'55'0,"5"4"-43"0,-4 0 8 0,4 0 0 0,-5 4-6 15,1-4 0-15,-5-4-2 16,5 1 0 0,-5 3-4-16,-9-4 0 0,0 0-1 15,-4 4 1-15,4-4-2 16,-4 4-1-16,4-4-3 16,5 8 1-16,0 0-4 15,8 4 0-15,-8-1 1 16,22-3 0-16,-5 4 0 15,5 4 2-15,-4 0-1 16,12 4-1-16,-12 0-2 16,8-1 1-16,-4 1 1 15,0 4 0-15,-9 0 0 16,9-5 0-16,-9 1 2 16,4 0 3-16,-4-4 4 0,-9 0 2 15,-4-4-3-15,0-5-3 16,-1 1 2-16,-3-4 0 15,-6-4-8-15,1 1-1 16,4-1 4-16,1-4 4 16,3 0-10-16,5 0-4 15,9 0-14-15,0 0-6 16,5 0-40 0,8-4-52-16,5 1 28 15</inkml:trace>
  <inkml:trace contextRef="#ctx0" brushRef="#br0" timeOffset="420.696">1230 635 148 0,'-4'16'57'0,"0"8"-44"0,-14-4 14 0,13-5 5 16,-4 5-9-16,-8 0-1 16,-1 3-7-16,-4 1 1 15,0 4-9-15,-1 3 0 0,6 1 0 16,-1 0-6-16,4-1 0 16,1-3-1-16,4-5 2 15,5-3-17-15,-1-4-4 16,5-8-53-1,0-8-51-15,9-4 38 0</inkml:trace>
  <inkml:trace contextRef="#ctx0" brushRef="#br0" timeOffset="1110.29">1373 848 168 0,'-5'-3'63'0,"1"6"-49"0,-14-3 0 0,18 0 2 15,-13 4-4 1,-10 0-4-16,-8 4-3 15,5 0-2-15,-5 0-3 0,-1 0 3 16,6 0 0-16,-1 0 3 16,9 0-1-16,1 0 0 15,3-1-6-15,1 5-1 16,9-4 1-16,-1 4 0 16,5 0-2-16,9 0 2 15,4 0 1-15,1-1 2 16,3 1-1-16,1 0-1 15,9 0 1-15,-5 4-1 16,9-4-3-16,-9 3 2 0,14-3 3 16,-5 0 1-16,9 0-4 15,-13 0 1-15,8-8 2 16,-8 0 1-16,-1-4-1 16,5-8-2-1,-8 0 1-15,-1-4-1 16,-4 0 0-16,8 0 0 15,-12-4 0-15,3 1-3 16,-3-1 2-16,-5 4 3 16,-9-4 1-16,4 4-4 15,-8 5-1-15,-10-1 3 16,1 8 3-16,0 0 3 16,-5 4 1-16,0 7 2 15,-4 1 1-15,9 4 3 0,-5 8 4 16,13-1-10-16,-4 5-4 15,14 0-3-15,-5-1-1 16,13 1 2-16,1-4 3 16,3-5-4-16,-3 5-3 15,8-4-19 1,9-12-22-16,-4 0-11 16</inkml:trace>
  <inkml:trace contextRef="#ctx0" brushRef="#br0" timeOffset="1650.835">1688 1121 132 0,'4'-4'52'0,"-4"8"-41"15,18-8 18-15,-5 4 3 0,5 0-6 16,0-4-3-16,9 4-13 16,4-4-4-16,4 4-4 15,5 0-10-15,0-4-3 0</inkml:trace>
  <inkml:trace contextRef="#ctx0" brushRef="#br0" timeOffset="1440.398">1963 868 184 0,'-13'20'71'0,"4"-4"-55"0,0 11 11 16,5-7 0-16,-5 8-11 16,0 7-2-16,-4 9-4 15,-1-1-1-15,1 1-5 0,0-1-1 0,-1 0 1 16,1 1 0-16,4-9 0 15,5-3-11-15,-1-8-3 16,5-5-24-16,-4-7-10 16</inkml:trace>
  <inkml:trace contextRef="#ctx0" brushRef="#br0" timeOffset="2582.078">2185 876 112 0,'0'-4'44'0,"5"4"-35"0,-5 4 12 15,0-4 3-15,0 4 2 16,0 4 2-16,-5 4-7 15,5 4 0-15,-4 3-12 0,-1 9 6 16,-3 4 2-16,-1 7-3 0,0 4 0 16,0 1-2-16,0 3 2 15,0-3-9-15,0-1-3 16,0-7-4-16,0-5-2 16,5-3 9-16,-5-8 4 15,5-5-2-15,-5-3-2 16,9-4-5-16,-5-4 0 15,5 0 2-15,0-12 1 16,9-4 1 0,0 0-7-16,4-3 0 15,5-1-6-15,0 0-1 16,4 0 5-16,-4 4 2 0,4 1 3 16,-4 3 2-16,0 4-1 15,-1 4 2-15,1 4-2 16,0 4 2-16,0 3-4 15,-5 5 0-15,0 0 1 16,-4 4 0-16,-4-4-7 16,-1 3 0-16,-4-3 16 15,-4 4 11-15,-5-4-6 16,0-5 0-16,0 1-6 16,-9-4-3-16,1-4 0 15,-6-4-1-15,6-8-5 16,-6 4 1-16,6-4-5 15,-1-3 1-15,0-5-14 0,9-4-3 16,9-4-22-16,9-3-10 16,4 3-52-1</inkml:trace>
  <inkml:trace contextRef="#ctx0" brushRef="#br0" timeOffset="3182.158">2629 1208 148 0,'14'0'55'0,"-5"-4"-43"0,8 4-1 16,-8 0-4-16,5 4 3 16,-1 0 4-16,0 8 4 15,-4 3 3-15,4 9-11 16,1-4 5-16,-5 7 3 0,-5 1-4 15,1 0 2-15,-1-1-5 16,0-3-1-16,-4 0-2 16,0-1 0-16,0-7-2 0,-4 0-1 15,0-4-1-15,-1-4 0 16,-4-8 0-16,0 0 2 16,0-4-5-16,1 0-3 15,-6-4-8-15,1 0-4 16,-5-4 3-16,-4 0 4 15,0 4 2-15,-5 0 3 16,0 5 1-16,1-1 1 16,4 4 8-16,-1 4 5 15,6-4-11-15,3 3-5 16,5-3 1-16,9 8 4 16,5 0 4-16,4 0-2 15,8 0-3-15,6-4-5 16,3 0-2-16,1 0-8 15,4 0-2-15,0-4-18 16,0 0-7-16</inkml:trace>
  <inkml:trace contextRef="#ctx0" brushRef="#br0" timeOffset="3529.493">2900 1129 188 0,'0'4'71'0,"0"-8"-55"0,5 8 9 0,-5 4 1 16,4 3-6-16,-4 5-2 15,5 4-2-15,-5 4 0 16,4 3-8-16,-4 13-1 0,0-5 3 16,0 1-6-16,5-5 0 15,-5-3 0-15,0 0 0 16,0-1-2-16,0-3 1 16,4-4-20-16,0-4-6 0,1-5-30 15,4-11-11-15,4 0-31 16</inkml:trace>
  <inkml:trace contextRef="#ctx0" brushRef="#br0" timeOffset="3800.221">3105 971 176 0,'0'12'66'0,"4"3"-52"0,-4 13 17 0,0-8 4 15,0 7-6-15,0 9-2 16,0 3-11-16,0 1-3 16,0-4-7-16,0 3 0 0,0-3 1 15,0-9-6-15,4 1 0 16,1-1-1-16,-1 1 2 15,5-4-36-15,0-5-17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1:13.48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0 43 112 0,'5'-4'44'0,"-1"8"-35"0,-4 0 5 0,0-4 1 16,0 0 0-16,9 0 0 16,-4-4-5-16,-1 0-2 15,5 0-4-15,0 0 10 0,0-4 8 16,-5 0-2-16,1 5-2 15,-1-5-4-15,-4 4 1 16,0 4-2-16,0 0 0 16,0 8-5-16,0 7-3 15,0 9-2-15,0 8 0 16,-4-1 9-16,-1 1 4 16,5-1-5-16,0 5-2 15,0-1-7-15,0 1-2 16,0-12-2-16,0 7 0 15,0-11 0-15,0 4 0 16,0-9-22-16,0 1-12 0,0-4-67 16</inkml:trace>
  <inkml:trace contextRef="#ctx0" brushRef="#br0" timeOffset="494.847">-306 71 168 0,'-13'4'63'0,"13"-4"-49"0,0 0 11 0,0 0 2 0,0 0-4 16,9 4-2-16,4 0 0 15,0-4-1-15,9 4-11 16,1-4 3-16,3 0 2 0,5-4-5 16,5-4-1-16,4 0-4 15,4 0-1-15,5-4-1 16,4 0-2-16,1 8-13 15,-5 0-4-15,-1 0-33 16,6 0-15-16,-5 4-35 16</inkml:trace>
  <inkml:trace contextRef="#ctx0" brushRef="#br0" timeOffset="1276.003">338 335 176 0,'9'0'66'0,"-9"4"-52"0,0-4 8 15,4 8 1-15,-4-8-3 16,9 4 0-16,0-4-8 16,4-4-3-16,1 4 1 15,8-4-5-15,5 0-5 16,-5-4-1-16,0 0 1 15,0-3 2-15,-4-1-1 0,0-4 2 16,-1 4-2-16,-3-12-1 16,-1 5-2-16,-4-1-1 15,-5 0 2-15,1 4 0 16,-5 1 1-16,-5 3 0 16,1 4 0-16,-5 0 0 15,-4 4 4-15,-1 4 2 16,-3 4 0-16,-5 0-1 15,-1 4-3-15,6 8-2 16,3-1 9-16,-8 5 4 16,4-4 0-16,0 4 2 0,10-5-4 15,3 13 1-15,5 0-5 16,9-5-2-16,4-3-2 16,5 0-3-16,0 0 3 15,0-9 0-15,-1 1-4 16,6 0 1-16,-1-8 0 15,-4-8 2-15,4 12-6 16,4-16 1-16,1 0-15 16,0 0-5-16,-1 4-13 15,-3-3-2-15,-1-1-31 16</inkml:trace>
  <inkml:trace contextRef="#ctx0" brushRef="#br0" timeOffset="1816.186">795 130 184 0,'-4'-4'71'0,"4"4"-55"0,0 4 4 0,0-4 0 16,0 8-1-16,0 8 1 16,0-1-5-16,0 1-1 15,0 8-8-15,4-4-2 0,1 3 0 0,-1 9 6 16,1-4 6-16,-1-9-6 16,-4 5-3-16,5-8-2 15,-5 0-1-15,4-9-2 16,-4-7-2-16,5 0 3 15,-1-3 0-15,0-9-4 16,1 0-1-16,-1-8-2 16,5 0 0-16,0-3-8 15,4-9-5-15,1-3 11 16,3 3 7-16,1 0-4 16,0 5 1-16,0 7-2 15,4 8 2-15,-4 0 3 16,4 8 2-16,5 4 3 15,-5 12 1-15,-4 0 1 0,-1 8 2 16,1 0 1-16,-5 3 1 16,1-3-4-16,-1 4 0 15,0-5-5-15,-4 9-2 16,0-8-7-16,0-4-1 16,0-5-26-16,-5 5-10 15,5-12-75 1</inkml:trace>
  <inkml:trace contextRef="#ctx0" brushRef="#br0" timeOffset="2446.311">1302 23 160 0,'-5'0'63'0,"14"4"-49"0,-9 0 14 16,0 0 4-16,0 8-7 15,0 0 0-15,0 4-5 0,0 3-3 16,0 1-9-16,0 4-1 0,0-4 3 16,0-1-4-16,0 1 2 15,5 0 1-15,-5-8 2 16,0 0-8-16,0-1-3 16,4-3-1-16,-4-8 2 15,4-4 2-15,-4-4 1 16,5-3-7-16,-1-5 0 15,1-8-6-15,-1-4 1 16,1 1-1-16,4-5 3 16,-1 1-5-16,10-1-1 15,-4 4 7-15,-1 1 2 0,0 11 3 16,1-4 0-16,3 4-3 16,1 1 2-16,0 3 3 15,-5 4 1-15,0 8 5 16,1 4 5-16,-1 8 2 15,0 4 3-15,1 3-4 16,-1 5 0-16,0 4-4 16,1-1 1-16,-5 1-4 15,-1-4-2-15,6-5-2 16,-5-3 0-16,-5-4-11 16,5 0-2-16,-5-4-22 15,1-4-6-15,4-4-43 16,0-4-15-16</inkml:trace>
  <inkml:trace contextRef="#ctx0" brushRef="#br0" timeOffset="3545.11">1679-446 324 0,'-22'-12'123'0,"13"16"-95"0,9-4-6 15,0 4-10-15,0 0-13 16,-4-4 1-16,4 8-62 16,0-1-25-16,-5-7-36 15,-8-11-12-15</inkml:trace>
  <inkml:trace contextRef="#ctx0" brushRef="#br0" timeOffset="2733.326">1795-166 200 0,'-18'16'77'0,"31"-8"-60"0,-22 3 15 0,5-3 2 16,4 4-8-16,0 4-3 0,13 4-9 15,-13 3-4-15,9 1-5 16,0 0-4-16,0-1 2 0,-5-3-18 15,5-4-4-15,0-4-68 16</inkml:trace>
  <inkml:trace contextRef="#ctx0" brushRef="#br0" timeOffset="3287.612">2137-344 176 0,'0'-4'68'0,"0"-4"-52"0,-5 8 12 0,1 8 3 16,-1-8-12-16,-4 0-3 15,1 4-3-15,-6 0-1 16,-4 8-6-16,1-4-2 0,-1 8 2 0,-4-4-1 16,4 3 2-16,0-3 0 15,5 0 1-15,0 0-4 16,4 0-1-16,4 0-1 15,10-5-2-15,4 1 1 16,8-4 1-16,6 0-3 16,8 0 0-16,0 0-1 15,4 0 0-15,1 0 4 16,-1 4 1-16,-4 4 1 16,-4 0 2-16,-9-1 3 15,-5 1 5-15,-4 4-2 16,-9 4 3-16,-9 0-4 15,-4 3-1-15,-5 1-4 16,0 0 1-16,0-1-6 16,-4-3-1-16,5-8-20 0,-1-4-9 15,0-4-65-15,5-12-28 16,-1 0 16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1:43.389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8 1060 112 0,'5'0'44'0,"-1"-4"-35"0,-8 8 9 0,4-4 4 0,0 0-9 16,0 0-2-16,0 0-2 15,0 0-1 1,0 12 2-16,0-5 4 0,0 1-4 16,0 0 2-16,-5 0-3 15,5-4 0-15,0 0-1 16,0 4 0-16,0-4 0 15,0 4 2-15,0-4-3 16,-4 4 1-16,4-4-5 16,0-1-2-16,0 5 2 15,0-4 2-15,-5 0 2 16,5 0 1-16,0-4-2 16,0 8-1-16,-4-4-1 15,4-4 2-15,0 0-5 0,0 8-3 16,0-8 3-16,0 0 1 15,4 8 0-15,5 0-2 16,0-4-4-16,0 4-2 16,0-1 7-16,4 1 6 15,1 4-12-15,-1 0-3 16,5 0 14-16,4 0 9 16,0 0-8-16,5-1-4 15,4-3-2-15,4 0 1 16,5 4-3-16,0-8 0 15,5 0 1-15,-1 0 0 16,5-4-3-16,4-4 2 0,-4-4 3 16,0 0 3-16,0 0-4 15,-5-4-3-15,1 1 3 16,4-9 3-16,-1 0-3 16,-3-4-3-16,4 1 3 15,-9-5 1-15,8 0 0 16,-12-3-2-16,4-5 3 15,-9-3 2-15,0-1-2 16,-9 1-2-16,9-1 0 16,-13 5 1-16,4-1-1 15,-8-3-1-15,3 7 3 16,-8-3 2-16,5-1-4 16,-10 1-1-16,9 3 4 15,-13-3 2-15,9-5-2 16,-4 5-3-16,-10-5 2 0,1 1 2 15,-1 3-2-15,1 1 0 16,-5-9 1-16,0 13 0 16,0-1 0-16,-4 4 0 15,9 5-5-15,-5-5 1 16,-5 4 2-16,1-3 3 16,0 3-4-16,-5 4-1 15,0-3-2-15,5 11 0 16,-5-4 4-16,5 4 1 15,-5 8-1-15,0-8-2 16,5-3 1-16,4 3-1 0,-4 8-16 16,-1 12-28-1,6 0-13-15,8 3-69 16</inkml:trace>
  <inkml:trace contextRef="#ctx0" brushRef="#br0" timeOffset="6230.524">523 641 116 0,'5'8'46'0,"-1"-24"-35"0,1 12 7 0,-5 4 2 15,0 0-10-15,0-4-3 16,4 0-4-16,-4 4 0 16,0 0-2-16,0-3 8 0,0 3 6 15,0 0-3-15,0-4 1 16,0 4-6-16,-4 4 1 15,4-4-1-15,4-4 1 16,1 4-4-16,-5 0-1 16,9 4 1-16,-5 7 2 15,0 1 1-15,-4 0 1 16,0 8-2-16,0-4-1 0,0 3-3 16,5-3-2-16,-5 4 1 15,0 0-1-15,-5-1 0 16,1-3 2-16,4 0-6 15,0 0 1-15,-4-4-15 16,4-1-3-16,4-3-40 16,5-8-48-1,-5-4 26-15</inkml:trace>
  <inkml:trace contextRef="#ctx0" brushRef="#br0" timeOffset="7086.191">857 495 124 0,'-5'-8'49'0,"1"8"-38"0,-1 0 4 16,5 0 0-16,0 0-7 16,-4 0-2-16,-1 4-3 15,1 4-3-15,-5-4 1 16,0 4-1-16,-4 0 2 0,-5 8 1 16,0-5 3-16,1 1 1 15,3 4 3-15,1-4-3 16,0 0-2-16,4 0 0 0,4-8-1 15,5 3-5-15,0-7 1 16,9 12-2-16,9-8-2 16,0 4 0-16,4 0 3 15,0 0 0-15,5 0 3 16,-1 0-1-16,-3 4-1 16,-1-1 1-16,0 1-1 15,-4 0 0-15,-5 4 2 16,0 4 1-16,-8-5 3 15,-5 9 1-15,-5-8 1 16,1 4 0-16,-5-5 2 16,-4-3-3-16,-1 0-2 15,-3-4-2-15,3 0 0 16,-3-4 0-16,-1 0 1 0,4-4-5 16,6-4-1-16,-1-8 3 15,4 4 3-15,5-12-8 16,9 1 0-1,4-5 2-15,1 0 1 16,4 1 1-16,4 3-3 16,-4-4 0-16,4 0 2 15,-13-3 2-15,4-1 0 16,-9 5 2-16,-8-1-2 16,-1 4 2-16,-3 4 0 15,-6 1 3-15,1 3-1 16,-5 8 0-16,5 0-10 15,-9 12-4-15,-1 0-53 16,6-4-56-16,3 7 28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2:26.55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374-2 72 0,'0'0'27'0,"0"0"-21"0,0-4 14 0,0 4 4 16,0 0-4-16,0 0 1 0,0 0-3 15,0 0-2-15,0 4 0 16,-4 0 3-16,-1 0-11 15,1 0-2-15,-1 4 0 0,-4 0-1 16,0 0 0-16,1 0 3 16,-6 0 3-16,1 4-2 15,-5-1 2-15,0 5 0 16,-4 0 1-16,0 0-2 16,0 0-1-16,0 3-1 15,-1 5 0-15,1 4-4 16,4 3-3-16,1 1 2 15,-1 3 0-15,5 1 1 16,-1-1 0-16,5 5-2 16,0 3-2-16,1 1 3 15,-1 3 0-15,0 0 1 0,4-7 0 16,1 3-2-16,4 1 1 16,0-5-4-16,0 1 0 15,4-1 1-15,1 1 2 16,-1 3-3-16,5-3 0 15,4-1 1-15,1 0 2 16,-1 1-1-16,5-1 2 16,4-3-4-16,0-1 0 15,5 1 3-15,4-4 3 16,0-5-2-16,5 1-2 16,4-4 0-16,4-1-1 15,5-3 0-15,0 0 2 16,4-1-1-16,-4-3-1 0,0-4 1 15,8 0 1-15,-3 0-3 16,-1 0 0-16,-4-5 1 16,0 1 2-16,0 0-1 15,4 0-1-15,0 0 1 16,0-4-1-16,1 0 0 16,-5-4 2-16,-1-4-3 15,-3 0 0-15,-1-4 1 16,1 0 2-16,-1-4-3 15,-4 5 0-15,-4-5 1 16,-1 4 2-16,-4 0-3 16,-4-4 0-16,0 0-1 15,-1 0-2-15,-4-3-8 16,-4-1-3-16,0 0-10 0,-5 4-2 16,-4 0-45-1,-9 4-53-15,-4-3 30 16</inkml:trace>
  <inkml:trace contextRef="#ctx0" brushRef="#br0" timeOffset="751.083">507 587 136 0,'-4'-4'52'0,"8"-4"-41"0,-4 12 9 15,0-4 0-15,0 0-1 16,0 8 3-16,0 3-3 15,0 9 0-15,0 0-10 16,0 7-1-16,-4 1-1 0,4 0-1 16,0-1 1-16,-5 5-4 15,5 0-2-15,0-1 0 16,-4 1 1-16,-1-5-14 16,5 1-5-16,0-4-37 15,-4-5-57-15,4-3 16 16</inkml:trace>
  <inkml:trace contextRef="#ctx0" brushRef="#br0" timeOffset="1365.325">858 662 116 0,'-9'0'46'0,"5"3"-35"0,-1 1 1 16,1 0 0-16,-1 0 3 15,-3 4 3-15,-6 0-1 0,1 0 2 16,0 4-10-16,-1 0 1 0,1 0 1 16,0-5-9-16,4 1 0 15,0 4-2-15,4-4 2 16,5 0-1-16,0-8 2 15,9 4-4-15,5 0-2 16,3 0 2-16,6 4 0 16,-1 0 1-16,0 0 2 15,0 3-1-15,0 5-1 16,1 0-2-16,-6 4 1 16,-3-1 7-16,-5 5 4 15,-5 0 1-15,-4-1 3 16,-4 1 2-16,-5 0-1 15,-5 0-5-15,1-5-4 16,-5-3-1-16,0-4-1 0,1 0-5 16,-1-4 1-16,0 0 0 15,0-8 2-15,1-8-21 16,3 0-7-16,5-4-36 16,1 0-56-1,8-4 20-15</inkml:trace>
  <inkml:trace contextRef="#ctx0" brushRef="#br0" timeOffset="1651.3717">809 697 152 0,'0'-4'57'0,"5"4"-44"0,4-4 12 0,-1 4 1 16,1-4-6-16,5 4 1 16,3 0-14-16,1 0-5 15,0 0-1-15,4 0-6 0,0 0 1 16,1 0-47-1,-1 0-57-15,-9 0 20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3:30.64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630 168 144 0,'0'-8'55'0,"0"8"-43"0,0-4 14 15,0 4 6-15,0 0-7 16,0 0-2-16,0-4-9 16,0 0-4-16,0 0-5 15,0 0 1-15,-4 0 3 0,4-3-1 0,-5-1 3 16,1 0-4-16,-1 0 1 16,1 0-3-16,-5-4 0 15,0 4-3-15,0-4-2 16,-4 1 3-16,0 3 0 15,-5 0 3-15,0 0 1 16,-8 0 1-16,-1 0 0 16,-4 4-4-16,0 0-3 15,0 0 0-15,-5 4-1 16,5 0 0-16,0 4 0 16,0 0 2-16,0 4 1 15,0 4-4-15,0 4 1 0,4-1-2 16,5 5 0-1,0 0 2-15,4 4 0 0,0-1 0 16,5 1 0-16,4 0 0 16,0-1 0-16,4-3-3 15,1 0 2-15,0 3 1 16,4-7 0-16,4 0 0 16,0 0 2-16,5 0-3 15,0-5-2-15,5 1-1 16,3 0 3-16,6-4-2 15,3 0 1-15,10 0 0 16,-1 0-2-16,5 4 3 16,5 3 0-16,-1 1-2 15,5 4 2-15,-9 4 3 0,0-1 1 16,-5 1-1-16,1 4-2 16,-5-1 1-16,-4 5-1 15,-1 3 0-15,-4 5 0 16,1-1 0-16,-6 5 2 15,1-1-1-15,-4 1-1 16,-6-5 3-16,-3-3 0 16,-5 3-1-16,0-3 1 15,-5-5 0-15,-3-3 3 16,-1-1-3-16,-5-3 0 16,1-4-1-16,-5-4-2 15,0-1 3-15,1-3 0 16,-6-8-1-16,-3-4-2 15,-10 0 1-15,1-4 1 16,-1-4-1-16,5-3 2 0,0-1-2 16,-4-4 2-16,8-4 0 15,0 0 1-15,5 1-5 16,4-5-1-16,5-4-2 16,9-3 3-16,4-5-5 15,4-7 0-15,9 3 3 16,1 1 3-16,3 3-1 15,6 1 0-15,3 3 1 16,10-3 0-16,-5 3 0 16,0-3 0-16,0-1-5 15,0 1 1-15,0-1 4 16,0 0 2-16,-4 5-3 0,0-5-1 16,-5 5 1-16,-4-1 0 15,-5 1 3-15,-4-5 1 16,-5-3-1-16,-4 3 1 15,-9 5-2-15,-4-1 2 16,-9 4-2-16,-5 9-1 16,-8 3-6-16,-10 0-1 15,-4 4-28-15,0 4-12 16,-4 12-66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3:52.96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26 6 144 0,'-8'-4'55'0,"8"4"-43"0,0-4 5 0,0 4 0 16,0 0 1-16,4 0 1 15,-4 0 3-15,0 0 3 16,0 0-13-16,0 0 2 0,0 12 2 16,0 4-2-16,0 4 2 15,-4 11 0-15,-1 5 2 16,1 7-6-16,-1 9 1 16,5 3-8-16,-4 0-1 15,4 0-4-15,0 1-1 16,4-1-17-16,1 0-8 15,-5-7-35-15,-5-5-13 16,1-11-26-16</inkml:trace>
  <inkml:trace contextRef="#ctx0" brushRef="#br0" timeOffset="779.3619">582 38 124 0,'-14'-4'46'0,"5"4"-35"0,0-4 7 0,5 4 2 0,0 4 7 15,-5 0 8-15,0 0-12 16,-4 4-3-16,-1 4-12 16,1-1 4-16,-5 9 1 0,5 4 2 15,-5 7 4-15,5 1-5 16,-5 8 2-16,9 7-7 15,0 0-1-15,5 5-2 16,-1 3-1-16,10 0-3 16,-1 0 1-16,9 1-2 15,5-5-1-15,4-4 1 16,5-7 1-16,4-9 1 16,5-3 3-16,4-12-8 0,4-4 0 15,5-12 0-15,0-4 3 16,0-8-2-16,4-4 0 15,-4-8 1-15,-5-3 0 16,1-9 0-16,-5-3 0 16,-5-5 0-16,-4-3 2 15,-4-4-1-15,-5-1-1 16,-9 1 3-16,-8 0 2 16,-10-1 2-16,-8 1 1 15,-9 0 0-15,-9 3 2 16,-5 5 4-16,-4 7 3 15,-4 5-9-15,-1 3-4 16,1 5-8-16,0 7 0 0,-1 8-16 16,1 8-4-16,4 12-39 15,4 7-14-15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4:10.77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20 14 224 0,'-22'4'85'0,"22"-4"-66"0,0 4-6 16,0-4-6-16,9 0 6 16,0 0 8-16,4 0 7 15,5 3 3-15,4-3-16 16,9 4-2-16,5-4-2 0,8 4-4 15,9-4 1-15,5 0-7 16,4-4-3-16,5-3-6 16,4 3-2-16,5-4-20 15,-1 0-7-15,1 4-69 16,-10 4-47 0,-21 0 65-16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19T02:14:10.276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20 8 196 0,'-4'-8'74'0,"-1"8"-58"0,1 0 16 16,4 0 2-16,0 4-8 16,-4 0-1-16,-1-4-5 15,1 4-1-15,4-4-10 16,0 0-3-16,0 0-2 0,4 0 0 15,5 4 0-15,4-4 0 16,5 0 2-16,13 0-3 16,0-4-2-16,5 4-3 15,4-4 1-15,4 4-1 16,5 0 0-16,4 0 4 16,-4 0 3-16,5 0-4 0,-10 0-1 15,-4 0-2-15,-5 0-2 16,1 0 0-16,-9 0 3 15,-5 0 0-15,0 0 3 16,-4 0-3-16,-5 0 0 16,-4 0-1-16,0 0-2 15,-9 0 3-15,0 0 0 16,0 8 1-16,0 4 2 16,-5 4-1-16,1 11 2 15,-5 13 0-15,0 7 3 16,0 12-3-16,0 5 0 0,1-1-1 15,-6 4 1-15,1 0-2 16,4 0-1-16,5 0-2 16,-1-4-1-16,5-3-14 15,0-9-4-15,0-4-18 16,0-11-7-16,0-1-67 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6:29.15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75-1 100 0,'0'0'38'0,"5"0"-29"0,-5 0 3 0,0 0 1 15,0 0-6-15,0-4 1 16,0 4-1-16,0 0 3 16,-5 0 1-16,1 4 1 15,4-4-6-15,0 4-2 16,-4-4-2-16,-1 3 5 0,1 1 5 15,-1 0-4-15,1 0 0 16,-5 4 5-16,0-4 1 16,0 0-1-16,0 0 2 15,5 4-4-15,-1-4 1 16,1 0-5-16,4 4-2 16,0-8 0-16,4 4-1 15,5 0-2-15,5 0 1 16,3 0-2-16,6-1 2 15,3-3-4-15,5 0 0 0,5 0 1 16,4 0 0-16,4 0 0 16,-4 0 2-16,0 0-3 15,-4 0 0-15,-1 4-4 16,-4 0-1-16,-8 4-6 16,-1 0 0-16,-4 0-7 15,-5 0-3-15,-9-4-39 16</inkml:trace>
  <inkml:trace contextRef="#ctx0" brushRef="#br0" timeOffset="584.059">58 350 140 0,'4'-4'52'0,"-4"0"-41"0,5 0 7 15,-5 4 0-15,8 0 1 0,1 0 3 16,0-4-6-16,5 0 1 16,-1 0-10-16,0 4 0 15,1 0 3-15,3 0-2 0,1 0 3 16,0 4-2-16,8 0 0 15,-3 0-5-15,3 0-3 16,1-4-3-16,0 0 1 16,-1 0-4-16,5-4-1 15,0 4-24-15,1-4-8 16,-10 4-53 0</inkml:trace>
  <inkml:trace contextRef="#ctx0" brushRef="#br0" timeOffset="1635.4566">795-5 156 0,'4'-8'60'0,"1"12"-47"0,-1-4 6 16,-4 0 0-16,9-4-7 15,0 0 1-15,4 0-10 16,1-4-2-16,3-4-1 16,6 0 0-16,-1 0 2 0,5 1-1 15,-1-1-1-15,1 4-2 16,-5 4-1-16,0 4 2 16,-4 4 2-16,4 4-2 0,-4 4-2 15,-5 3 2-15,-4 1 2 16,-4 4 2-16,-5 0 1 15,0-1 0-15,-5 5 2 16,1 0-1-16,-5-5 2 16,-4-3-4-16,-1 0 0 15,-4 0-3-15,-4 0-1 16,0-1 5-16,0-3 2 16,0 0-2-16,-1-4-1 15,6-4-1-15,3 0-2 16,1 0 1-16,4-4-1 0,9 0-3 15,5-4 0-15,3 4 2 16,6 0 2-16,4 0-2 16,8 4 0-16,1 4-1 15,4 0 0-15,0 3 2 16,5 5 2-16,-1 8-1 16,-4 4-1-16,-4-1 1 15,-5 1 1-15,-9-1 1 16,-4 5 3-16,-9 0 1 15,-9-1 1-15,0-3-2 16,-13 0 1-16,-4-5-4 16,-6-3 0-16,-3-4-1 15,-1-4 1-15,-4-5-7 16,5-7 1-16,-1-3-6 16,5-5-1-16,0 0-6 15,5 0-1-15,3-4-34 16,6 0-58-16,8 0 15 15</inkml:trace>
  <inkml:trace contextRef="#ctx0" brushRef="#br0" timeOffset="2296.6861">1545 42 136 0,'-8'-8'52'0,"3"8"-41"0,-4-4 4 16,9 4-1-16,-4 0-3 0,-5 0 1 15,0 0 0-15,0 0 0 16,-4 4-6-16,0 4 3 0,-5 4 3 15,0 0 0-15,0 11 3 16,5 5-2-16,0 8 2 16,-1 3-4-16,10 0 1 15,4 5-7-15,13 3-3 16,5-7-1-16,9-1 1 16,4-3-1-16,4-9-1 15,5-3-4-15,5-8 0 16,3-8 0-16,6-8-1 15,-1-8 1-15,-4-4 0 16,0-4 3-16,-9-4 0 16,-5-3 1-16,-8-5 0 0,-5-3 0 15,-9-5 0-15,-8 1 4 16,-10-9 2-16,-8 5-2 16,-14-5-3-16,-8 1 2 15,-5 3 0-15,0 1-6 16,-4 3-2-16,-1 13-9 15,1 7-4-15,-1 12-34 16,-4 12-14-16,5 12-15 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6:33.452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-5 1692 88 0,'0'4'33'0,"0"-4"-26"0,5 0 16 16,-5 0 5-16,0 0-2 16,0 0 2-16,8 4-3 15,1-4 0-15,0 0-6 16,5 0-1-16,3-4-10 16,6 0-1-16,3-3 0 0,10-1-3 15,4 0-1-15,4 0 1 16,14 4 2-16,0 4 1 15,4 0 1-15,9-4-2 16,4 0-1-16,5 0-1 16,5 0 2-16,8 0-1 0,0 0 0 15,0 4-1-15,1 0 0 16,3 0 0-16,1 0 0 16,0 0 0-16,4 0 0 15,-4 0 0-15,-5 0 2 16,0 0-3-16,0-4-2 15,1 0-3-15,-1 0 1 16,0 0 3-16,-4 1 1 16,-5 3 1-16,1 0 2 15,-5 3-1-15,-5 5 2 16,1 0-4-16,-10 0-2 16,-4 0 0-16,-4 4 1 0,0 0 1 15,-5 0 3-15,1-1-3 16,-6 1 0-16,-3 4-1 15,-1-4-2-15,-4 0 1 16,0-4 1-16,-4 0-3 16,-5-1 0-16,0-3 1 15,-4 0 0-15,-1 0 0 16,-4 0 2-16,1-4-1 16,-1 0-1-16,0 0 1 15,-4 0-1-15,0 0 0 16,-1 0 0-16,1 0 0 15,0-4 0-15,0 4 0 16,-5-4 2-16,0 4-3 0,-4-4-2 16,0 4 4-16,0 0 3 15,-5-4-3-15,1 4-3 16,-1-4 3-16,-4 1 1 16,0 3 0-16,0-12 1 15,0 0-2 1,0-8-1-16,-4-8 3 15,-1-7-4-15,1-8 0 16,-1-17 1-16,1-3 2 16,0-16-1-16,-1-4-1 15,1-7 1-15,-1-9 1 16,1 0-3-16,-1 4 0 16,5 1 1-16,-4 3 0 0,4 8-3 15,-5 4 2-15,1 0 1 16,0 4 0-16,-1 4 0 15,1 4 2-15,-1 8-3 16,1 7 0-16,-1 13 1 16,1 3 0-16,-1 9 0 15,1 7 0-15,4 0-5 16,0 4 1-16,0 5-3 16,0-1 0-16,0 0-3 15,4 4 1-15,-4 0-4 16,0 0-2-16,0 4-9 15,0 0-5-15,0 4-35 16,0 16-64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7:08.648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1118 1225 200 0,'-9'19'77'0,"18"-7"-60"0,9 4 2 16,-5-8-2-16,9 0-7 15,5-4 2-15,8 4-3 16,5-5 0-16,0 1-5 16,5 0-3-16,3-4 0 0,-3 0-30 15,-5 4-13-15,-5 4-53 16</inkml:trace>
  <inkml:trace contextRef="#ctx0" brushRef="#br0" timeOffset="-235.9732">1162 1015 196 0,'22'0'74'0,"-4"0"-58"0,27 0-4 0,-23 0-6 15,9 0-6-15,4 0 0 16,5 0 2-16,0 0 1 16,0 4-1-16,-4 0-6 0,-5 0-2 15,-4 0-57 1,-5 4-45-16,-4 0 34 15</inkml:trace>
  <inkml:trace contextRef="#ctx0" brushRef="#br0" timeOffset="-734.7878">1233 850 152 0,'-13'11'57'0,"8"1"-44"0,1 0 7 16,4-4 3-16,0 8-5 15,0 3 1-15,-4 5 5 16,-1 4 5-16,-4 7-16 16,0 5-3-16,0-1-2 0,1 1-4 15,-1-5-3-15,4-3-7 16,1-8-4-16,-1-9-10 16,1-3-5-16,4-12-8 15,0-4-3-15,4-8-15 16,1-7-37-1,4-9 19-15</inkml:trace>
  <inkml:trace contextRef="#ctx0" brushRef="#br0" timeOffset="661.0309">1726 1465 176 0,'0'-4'66'0,"0"16"-52"0,0-16 21 16,0 4 5-16,0 0-14 16,0-4-2-16,0 0-8 15,0 0-2-15,0-3-8 16,0-5-6-16,5-4-1 0,-5-12 1 16,4-3 2-16,0-5-3 15,1-7-2-15,4-1-3 16,0-3-1-16,4 4-1 15,0 3 2-15,1 8-1 16,-1 1 2-16,-4 7 1 16,0 8 2-16,0 9 5 15,4 7 3-15,-4 11 2 0,0 9 2 16,0 16-7-16,4 7-2 16,5 8 5-16,-1 1 4 15,10-5-8-15,0 0 0 16,4-3 0-16,4-5 1 15,1-3-4-15,4-8 1 16,-5-9-2-16,-4-7 0 16,-4-8 2-16,0-4 0 15,-5-8-3-15,-4-4 2 16,-5-7-6-16,0-13 0 16,-8-11-2-16,-1-1 3 15,1-3-5-15,-5 3-1 0,-5 1-6 16,1 7-4-16,-1 5-15 15,1 3-4-15,4 8-38 16</inkml:trace>
  <inkml:trace contextRef="#ctx0" brushRef="#br0" timeOffset="1127.0012">2810 1078 140 0,'-18'-11'52'0,"14"3"-41"0,-10-4 11 0,10 8 1 15,-5 0 4-15,-4 0 6 16,-5 4-5-16,-4 0-2 16,-1 4-14-16,-3 8 1 0,-1 0 1 15,1 7 1-15,-1 5 1 16,0 8 5-16,5 3 1 0,0 9-3 15,8-5-1-15,6 1-8 16,3-1-2-16,5 1-4 16,9-5-1-16,9-3-6 15,4-1-2-15,5-7-5 16,4-4 1-16,4-1-17 16,1-7-8-16,4 0-22 15,0-12-7-15,4-8-44 16</inkml:trace>
  <inkml:trace contextRef="#ctx0" brushRef="#br0" timeOffset="1755.4525">2970 1169 184 0,'-5'16'71'0,"14"-8"-55"0,0 12 13 0,-5-8 2 15,1 7-5-15,-1 5 2 16,1 4-7-16,-1 3-1 16,5 5-11-16,-4-1-3 0,8 5 0 15,-9-9-5-15,1-3-1 0,-1-4-2 16,1-9-2-16,-5-3-6 15,0-4-2-15,0-8-4 16,-5-8-3-16,1-8 2 16,-5-3 2-16,-4-9-2 15,-1-3-2-15,1-9 4 16,4-11 1-16,0 3 6 16,0 5 3-16,9 3 7 15,0 5 4-15,5 3 8 16,4 9 3-16,-1 3 3 15,6 4 0-15,-1 4 2 16,14 0 1-16,-1 1-10 16,5 3-3-16,5 0-6 15,0 0-3-15,4 0-3 16,-5 0 1-16,1 0-26 0,-5 0-9 16,-5 0-72-1</inkml:trace>
  <inkml:trace contextRef="#ctx0" brushRef="#br0" timeOffset="1832.3">3067 1264 216 0,'-22'20'82'0,"18"-12"-64"0,13-4-2 0,0 0-5 0,4-4-13 16,5-4 0-16,4-4-2 16,0 0 2-16,5 0 1 15,-1 0-26-15,1 0-11 0,-5 0-45 16</inkml:trace>
  <inkml:trace contextRef="#ctx0" brushRef="#br0" timeOffset="2058.4968">3059 1536 228 0,'-27'32'85'0,"27"-20"-66"0,0-4-6 16,13 0 9-16,5-8-6 15,9 0 7-15,4 0 4 16,4 0-15-16,5 0-5 0,5-4-2 15,-1-4-19-15,5 0-5 16,-9-8-64 0,4 0-65-16,-13 1 38 15</inkml:trace>
  <inkml:trace contextRef="#ctx0" brushRef="#br0" timeOffset="-2445.8234">500 194 120 0,'5'-8'46'0,"-1"12"-35"0,-4-8 18 0,0 4 7 16,0 0-7-16,5-4-2 16,-5 0-11-16,0 0-3 15,0 1-7-15,0-1-2 0,0-4 0 16,-5 4 2-16,1-4 1 16,-1 0-1-16,-3 0-1 15,3 0-3-15,-4 0-2 16,0-4-2-16,0 1 1 15,1-1 3-15,-1 0 1 16,-5 0-1-16,1 0-2 16,0-4 3-16,-1 5 0 0,1 3-1 15,-5 4 1-15,5 0 2 16,-5 4 2-16,5 0-1 16,-5 4-1-1,5 0-1-15,4 4-2 16,0-1-2-16,5 5 1 15,-1 4-1-15,5-4-3 16,5 4 0-16,-1 3-1 16,5 5 3-16,0 0 0 15,4 0 3-15,-4-1-1 16,4 1-1-16,1 0 1 16,-1 3-1-16,0 1-3 15,-4-1 2-15,0 5 1 16,-4 0 2-16,-1-1-3 0,-4 1-2 15,-4-5 10-15,-1 1 8 16,-4-4-4-16,-4-5-1 16,0-3-3-16,-5-4 0 15,-4 0-2-15,-10-8 2 16,1-4-2-16,-4 0 0 16,4-4-6-16,0-4 1 15,0-4-2-15,0 0 0 16,4-3-5-16,5-1-3 15,4-4-12-15,9-4-6 16,5 1-16-16,8-1-7 16,9 4-48-1</inkml:trace>
  <inkml:trace contextRef="#ctx0" brushRef="#br0" timeOffset="-1516.1359">794 498 260 0,'4'-8'15'15,"-4"0"-9"-15,0 0-2 0,-4 1 2 16,-1-1-3-16,-4 0 0 15,0 0-1-15,-4 0 1 16,0 4 2-16,-5 0 2 16,-4 4-1-16,-5 0 1 15,-8 4 0-15,3 4 1 0,1 4 2 16,0 4 4-16,5 3 1 16,-1 9 0-16,9 7-3 15,0 5-2-15,10 3-4 16,-1 1-1-16,9 3-1 15,4-3 0-15,5-5 0 16,4-7 0-16,1-5-9 16,3-7-2-16,6 0-9 15,-1-8-5-15,4-4-14 16,1-8-5-16,4-4-51 16,0-4-30-1,9-4 56-15</inkml:trace>
  <inkml:trace contextRef="#ctx0" brushRef="#br0" timeOffset="-1815.2759">776 526 124 0,'9'-12'46'0,"-14"12"-35"0,10-4 14 0,-1 0 6 16</inkml:trace>
  <inkml:trace contextRef="#ctx0" brushRef="#br0" timeOffset="-1170.0405">976 632 136 0,'-5'8'52'0,"10"0"-41"0,-5 4 18 0,0-4 5 0,0 8-1 15,-5 3 3-15,1 13-7 16,-5 4-1-16,0 3-15 15,0 1-6-15,-4-1 0 0,-5 0-4 16,5-3-2-16,4-4-9 16,-5-5-5-16,1-3-46 15,9-4-19-15,4-9-15 16</inkml:trace>
  <inkml:trace contextRef="#ctx0" brushRef="#br0" timeOffset="-509.635">1242 838 144 0,'13'-28'55'0,"-8"20"-43"0,4-4 12 0,-5 8 2 16,5 0-8-16,0 0 0 15,0 1 2-15,4-1 4 16,0 0-12-16,5 0 2 0,0 4 0 15,9 0-1-15,4 8 0 16,4-1-5-16,1 5-3 16,-1-4-2-16,1 4 0 15,-1 4-7-15,1-4-1 16,-1 0-20-16,-3-5-7 0,-1 1-62 16,0-4-40-1,-5-4 56-15</inkml:trace>
  <inkml:trace contextRef="#ctx0" brushRef="#br0" timeOffset="5075.9914">5923 1157 156 0,'0'0'57'0,"0"0"-44"0,0 0 14 16,0 0 3-16,0 0-6 15,0 0 0-15,0 0-9 16,0 0-2-16,-4 0-7 16,-1 0 0-16,1-4 1 0,-1 1-1 0,1-1-1 15,-1 0-3-15,1-4 1 16,-1 4-2-16,1-4 2 16,0 0-2-16,-5 4 2 15,0 0-2-15,-4 0 2 16,-1 4-4-16,-4 0 0 15,-4 4 5-15,0 0 5 16,0 0-5-16,0 4-2 16,-1 0-1-16,6 0-1 15,-1 0-3-15,13-1 2 16,1 5-1-16,8 0 0 16,5 0 2-16,5 0 0 15,3 4-3-15,6-1 2 0,3 1-4 16,1 4-1-16,4 4 0 15,0-1 4-15,-4 5 1 16,-5 0 3-16,0 7-1 16,-9 1 2-16,-4-1 7 15,-4-3 5-15,-5-5-3 16,-5 1 1-16,-4-4-8 16,-4-1-1-16,-5-3-2 15,1-8 1-15,-6-4-2 16,1 0-1-16,-4-4-4 15,-6-8-2-15,6 0-8 16,-1-4-4-16,1 0-8 16,3-8-4-16,10 0-25 15,0-3-10-15,8 3-19 16</inkml:trace>
  <inkml:trace contextRef="#ctx0" brushRef="#br0" timeOffset="5886.4882">6229 1189 140 0,'0'-4'52'0,"0"8"-41"0,5-4 15 0,-5 0 4 16,4 8-6-16,-4 8-2 15,0 7-4-15,0 5 1 16,0 8-10-16,0 3 1 0,0 4 3 15,5 9-3-15,-1-13 0 16,1-3-6-16,-1-1-1 16,1-7-1-16,-1-4-2 15,0-5-2-15,-4-7-1 16,0-4-1-16,0-8 3 16,-4-8-2-16,0-8-1 15,-1-7 0-15,-4-5 3 0,0-7-2 16,0-5 1-16,5-7 2 15,4-9 2-15,4 5-1 16,5 0-1-16,14-1 1 16,3 9-1-16,1 4-5 15,4 3 1-15,0 4 2 16,0 9 1-16,0 7-2 16,0 4 2-16,0 8 3 15,-4 4 3-15,0 8 0 16,-10 8 2-16,-3 4 2 15,-5 3 2-15,-9 1-1 16,-5 4-1-16,-8-1-1 16,-5 1 2-16,-9 0-7 15,1-5-2-15,-5-3 1 0,-5-4 3 16,1-4-7-16,-5-1 0 16,4 1-18-16,1-4-6 15,8-8-16-15,5 0-6 16,4 0-49-1</inkml:trace>
  <inkml:trace contextRef="#ctx0" brushRef="#br0" timeOffset="6500.8979">6913 1071 108 0,'-17'-8'41'0,"12"4"-32"0,-4 4 11 16,5 0 4-16,-1 0 0 0,5 0 3 15,-4 4-2-15,-5 0 0 16,0 4-14-16,-4 3 4 0,0 5 3 16,-1 8-2-16,-4 7 1 15,1 5-3-15,3-1 1 16,1 1-2-16,4 0 0 15,9-5-7-15,5 1-2 16,4-5-4-16,4 1-1 16,5-8 1-16,4-4 0 15,4-9-5-15,6-3-1 16,3-8-2-16,1-3 0 16,-5-9 0-16,0 0 0 15,-5-8 5-15,-3 1 1 0,-6-5 4 16,-3 0 1-1,-5-3 3-15,-5-1 1 0,-4 1-3 16,-9 3-3-16,-4 0 6 16,-9 5 3-16,-9-1-3 15,-1 4 1-15,1 4-7 16,0 8-3-16,0 5-13 16,0 6-5-16,4 5-20 15,5 4-10-15,9 4-53 16</inkml:trace>
  <inkml:trace contextRef="#ctx0" brushRef="#br0" timeOffset="7325.9856">7113 984 120 0,'-9'0'46'0,"9"8"-35"0,0-4 9 0,0-4 5 15,0 0 3-15,5 7 3 0,4 5-1 16,0 4 1-16,-1 8-17 15,6 3-4-15,-1 5-2 0,0 4-4 16,5-1-1-16,0 1 1 16,-5-1 0-16,1-3 0 15,-1-5 0-15,-4 1-2 16,-5-8-2-16,1-4 3 16,-5-5 2-16,0-3-2 15,-5 0-2-15,1-16-5 16,-1-4 0-16,-4-7 0 15,1-5-1-15,3-12 4 16,-4-3 0-16,0-4-2 16,5-5 2-16,4 1 1 15,0-1 0-15,4 1-3 16,10 4 2-16,-1 3 1 0,5 5 0 16,0 3 0-16,4 4 0 15,0 5 0-15,0 3 0 16,5 4-3-16,-5 4 2 15,0 8 1-15,-4 4 2 16,0 4 1-16,-5 4 3 16,-4 0-1-16,-5 4 0 15,-4 4-6-15,0 0 1 16,-4 3 2-16,-9 1 3 16,-1 0-2-16,-3 3 0 15,-6 1 1-15,1 0 0 0,-5 0-5 16,5-1 1-1,0-3-2-15,4-4 0 0,5 0 2 16,0-5 2-16,4 1-3 16,4-4 0-16,5 0-1 15,5 0 0-15,4-4 4 16,4 0 1-16,9 4 1 16,5 0 2-16,4-1-5 15,4 1-1-15,1 4 0 16,0 0 2-16,-1 0-1 15,1 0-1-15,-5 0 1 16,-5-1-1-16,-8 1-11 16,0-4-3-16,-5 0-28 15,-8 0-11-15,-5-8-47 16</inkml:trace>
  <inkml:trace contextRef="#ctx0" brushRef="#br0" timeOffset="7707.219">7766 703 160 0,'-4'0'63'0,"4"0"-49"0,4 4 11 15,-4-4 5-15,5 12 4 16,-1 0 4-16,5 4-3 16,0 4 1-16,0 7-20 15,-1 9 0-15,1-1-2 0,5 1-7 16,-1-1-2-16,0 1-3 15,1-1-2-15,-1 1 1 16,-4-8 1-16,0-1-17 16,0-3-4-16,0-8-42 15,-5-4-15-15,5-5-34 16</inkml:trace>
  <inkml:trace contextRef="#ctx0" brushRef="#br0" timeOffset="8033.2836">7469 834 184 0,'-5'-4'68'0,"10"4"-52"0,8-4 19 15,-4 4 7-15,4-4 1 16,9-4 4-16,14-4-13 16,4-4-3-16,4-3-18 15,5-1-8-15,9-4-1 0,-1-7-12 16,1-1-2-16,0 0-39 15,0 1-18-15,-14 3-58 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7:37.849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-1 1029 136 0,'-5'0'52'0,"10"0"-41"0,-5 0 11 0,0 0 3 16,0 0-5-16,0 0 0 15,0 0-2-15,0 0-2 16,0 0-8-16,0 0-1 0,0 0 0 16,0 0 1-16,0 0 0 15,0 0 4-15,0 0 3 0,4 8-4 16,1 0 1-16,-5 0-7 15,4 0-1-15,-4 0 2 16,0 3 1-16,0 1-1 16,4 0 1-16,-4 0-2 15,5 0 0-15,-1 0-1 16,1-1 2-16,4 5-1 16,0-4 0-16,-1 0-3 15,1 0 1-15,5 0-2 16,-1-4-1-16,5-1 1 15,0 1-1-15,4 0 2 16,4 0 3-16,5 0-2 16,5 0-2-16,4 0 0 15,4-4-1-15,1-4 0 16,8 0 0-16,0 0 0 0,1-4 2 16,-1-4 1-16,0 0 1 15,1-4-5-15,-6-8 1 16,1 1-2-16,0-5 0 15,-5 0 4-15,1-3 1 16,-1-1-1-16,-4-4-2 16,0-3 3-16,0-1 0 15,-9 1-1-15,5-1 1 16,-10-7 0-16,-3 7 3 16,-6-3-3-16,1 3 0 15,-4 1 1-15,-6 3 0 16,1-3-2-16,-9-5 1 0,0 1 0 15,-4-5 1-15,-5 1-2 16,-4 0 1-16,-1-1-2 16,-3 1 2-16,-1-1 0 15,0 1 3-15,0 3-3 16,-4-3-2-16,-5 7 2 16,10 5 0-16,-1 3-1 15,0 5-2-15,0 3 3 16,-4 0 2-16,4 4-2 15,1 4 0-15,-1 1-6 16,0 3 0-16,5 0-8 16,-1 4-3-16,6 4-23 15,-1 0-11-15,4 0-46 16,5 0-17-16</inkml:trace>
  <inkml:trace contextRef="#ctx0" brushRef="#br0" timeOffset="1485.5701">727 370 136 0,'-9'0'52'0,"-4"0"-41"0,13 8 9 16,-5-4 0-16,1-4-4 16,0 8 1-16,-1-1-3 15,1-3-1-15,-5 4-7 16,-5 4 5-16,6 4 2 0,-1 4 0 0,0-1 0 16,0 5-1-16,0 0 2 15,5 7-3-15,4 1-1 16,4 4-2-16,5-1 0 15,4-3-4-15,1-1-1 16,-1-3-1-16,5-4-2 16,4-5-2-16,0-3 1 15,0-8-1-15,0-4-2 16,1-4-2-16,3-8-1 16,1-4 4-16,-5 0 3 15,0-3-1-15,1-5-2 16,-6 0-1-16,-3 0 3 0,-1 1 0 15,-4-1 3-15,-5 0-1 16,-4 0 2-16,-4 5-2 16,-5-1 2-16,0 8 2 15,-4 0 2-15,-1 4 1 16,-3 0 0-16,-1 4-2 16,-4 4-1-16,4 8-3 15,-4 0-2-15,4 7 3 16,0 5 0-16,9 8-1 15,0-1-2-15,5 1-4 16,4-1-2-16,4-3-44 16,10-8-16-16,4-12-42 15</inkml:trace>
  <inkml:trace contextRef="#ctx0" brushRef="#br0" timeOffset="720.6639">438 461 148 0,'0'4'55'0,"0"-8"-43"0,5-8 3 0,-5 12 1 0,0 0-1 15,4 4 3-15,-4-4 1 16,0 0 3 0,5 16-6-16,4-1 1 0,-5 5-6 15,0 4 1-15,1-1-5 16,-1 5 1-16,1 0-5 16,-1-1 0-16,1 1-3 15,-1 0-1-15,-4-1-4 16,0 1 1-16,0-4-16 15,0-1-4-15,0-3-28 16,-4-4-9-16,4 0-19 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7:53.41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417 18 96 0,'0'-8'35'0,"5"4"-27"0,-5 0 7 0,0 4 0 16,0 0 5-16,0 0 2 16,0 0 0-16,0 0 1 15,0 0-9-15,0 0-3 16,4 0-6-16,-4 0-2 0,0 0 3 16,0 0-3-16,0 0-2 15,0-4 6-15,0 4 5 16,-4 0-2-16,-1 0 0 15,1 0-2-15,-5 0 0 16,0 0-4-16,0 4-1 16,0-4-1-16,0 4 1 15,-4 0 2-15,0 0 2 16,-1 0-1-16,1 0 1 0,0 0-4 16,-1 0 0-16,1 0 3 15,0 0 1-15,-5 0-3 16,0 4-3-16,0 0 0 15,1-1 1-15,-1 5-3 16,5 0 0-16,-1 0 1 16,1 0 2-16,0 4-1 15,-1-1-1-15,1 1-2 16,4 0 1-16,0 0 1 16,0 3 2-16,0 1 1 15,5 0 1-15,-5 4-5 16,5 3-1-16,-1 1 1 15,1 3 0-15,-1-3 1 16,1 0 0-16,-1 3 2 0,1-3 1 16,0-4-1-16,-1 3 1 15,1 1-2-15,4-4-1 16,0 3 1-16,0-3-1 16,0 4 0-16,0-5 2 15,0 5-1-15,4 0-1 16,1-1 1-16,-1 1 1 15,0-1-1-15,5 1 2 16,0 4-2-16,0 3 2 16,0 1 0-16,4-1 1 15,1-3 0-15,-1 3 0 0,0-3-5 16,5-1 1-16,0-3 0 16,0 0 2-16,4-1-1 15,0 1-1-15,5 0 1 16,-1-1-1-16,1 1 0 15,4 0 0-15,0-1 2 16,5-3 1-16,-1 0 1 16,1-1 0-16,-1 1-2 15,1 0-2-15,-5-5 1 16,0 1-1-16,0 0 2 16,5-4 1-16,-1-1-4 15,1-3 1-15,-1 0 0 16,5-4 0-16,0 0 0 15,0 0 0-15,0-4 0 16,0-4 0-16,0 0 0 0,4-4 0 16,1 0 0-16,-5 0 0 15,-5-4 0-15,1 0 0 16,-5 0 0-16,4-4 2 16,-4 1-1-16,-4-1-1 15,-5 0 1-15,-4 0-1 16,-5 0-3-16,5 0 2 15,-4 0-4-15,-1 1 1 16,0-1-5-16,-4 4 1 16,4-4 2-16,-4 4 1 15,0 0-2-15,0 0 0 16,4 0-5-16,1 1 0 0,-5-1 1 16,4 0 5-16,-4 0-6 15,0 4-2-15,0 0-14 16,-9 4-5-16,0 0-60 15</inkml:trace>
  <inkml:trace contextRef="#ctx0" brushRef="#br0" timeOffset="2342.4429">266 673 124 0,'-4'0'46'0,"4"4"-35"0,-5-12 5 0,5 8 0 16,0 0-7-16,0 0-3 15,5 0-1-15,-1-4 1 16,1 0-3-16,3-3 5 0,1 3 2 0,0 0-3 15,5-8-2-15,3 8 0 16,-3 0-1-16,3-4-2 16,1 4-2-16,0 4 1 15,0 0 1-15,-1-4 3 16,-3 8 4-16,-1 0 2 16,0 8 1-16,1 0-6 15,-1 0-2-15,-4 3 0 16,0 1 2-16,0 0-3 15,-5 0 0-15,-4 0 1 16,0-1 0-16,-4 1-2 16,-1 0-2-16,-4 4 3 15,-4-5 0-15,0 1-1 16,-1 0-2-16,1 0-2 0,-5 0 1 16,5-1 1-16,0 1 2 15,-1-4-1-15,1 0 2 16,0 0-4-16,-1 0-2 15,6-5 2-15,-1 5 0 16,0-4-2-16,0 0 2 16,0 0 3-16,5 0 1 15,-1 0-4-15,1 0 1 16,-1-4-2-16,5-4-2 16,0 0 3-16,0 0 2 15,9 0 0-15,0 0-1 16,0 0-2-16,4 0-1 0,1 0 2 15,3 0 0-15,6 0 1 16,-1 0 0-16,-5 0 0 16,6 0 0-16,-1 0 0 15,5 8 0-15,-5-8-16 16,0 0-4-16,0 0-19 16,-4 0-7-16,4 3-29 15</inkml:trace>
  <inkml:trace contextRef="#ctx0" brushRef="#br0" timeOffset="3048.7035">781 654 104 0,'-4'-4'38'0,"4"8"-29"0,-5-8 8 16,5 4 2-16,0 0-5 15,-4 4 0-15,0-4-4 16,-1 0-1-16,1 4 1 15,-1-1 1-15,1 5-5 16,-5 0 3-16,0 0 1 0,0 0-1 16,0 0 2-16,5 0-4 15,-1 0-2-15,5 0-2 16,0-8-3-16,5 8-2 0,4-4 1 16,0-1-1-16,4 1 0 15,5 0 2-15,-1 4 0 16,6 4-3-16,-1 0 2 15,-4 4 3-15,-1 0 1 16,1 3-1-16,-5 5-2 16,1 0 5-16,-5-1 1 15,-5 1 2-15,-4 0 0 16,-4-1 0-16,-1-3 2 16,-4-4-3-16,-4 0-2 15,0-1 0-15,-5-7-1 16,0-4-7-16,0-4 0 15,1-4-10-15,-1-4-2 0,0-7-12 16,0 3-3-16,5-4-41 16,4 4-32-1,5-4 38-15</inkml:trace>
  <inkml:trace contextRef="#ctx0" brushRef="#br0" timeOffset="3602.7">781 661 148 0,'-9'0'57'0,"9"-7"-44"0,0 7 5 0,0 0 1 15,9-4 4-15,0 4 6 16,0 0-5-16,0 0 0 16,4 0-13-16,1 0 0 0,3 0 0 15,1 0-9-15,4-4 0 16,5 0-2-16,-5 0 2 15,0 4-28-15,-4 0-11 0,-13 8-64 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8:15.156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63-6 96 0,'0'-8'38'0,"0"8"-29"0,0 0 12 15,0 0 4-15,0 0 0 16,0 0 0-16,0 4-3 16,0 4-2-16,0 4-10 15,-4 3 2-15,-1 9 4 0,1 12 1 16,-1 11-1-16,1 8-4 15,-1 5-2-15,1 7-4 16,0 8 1-16,-1 0-2 0,1 8 2 16,-1 3-6-16,1-3-3 15,-1-4 1-15,1-12 2 16,4-7-2-16,0-13-2 16,0-4-16-16,0-11-7 15,0-8-27-15,0-9-9 16,0-11-18-1</inkml:trace>
  <inkml:trace contextRef="#ctx0" brushRef="#br0" timeOffset="842.1646">689-6 116 0,'0'-8'46'0,"5"8"-35"0,-5 4 9 0,0-4 3 16,0 0-5-16,0 0 2 15,0 0-2-15,0 0-2 16,0 0-8-16,0 8 4 0,0 4 1 16,0 3 0-16,4 13 2 15,1 12 1-15,-5 11-1 16,0 8-3-16,0 4 0 15,0 12-7-15,0-4-3 16,0 8 1-16,-5 0 2 16,1 0-4-16,-1-4-3 15,1-12-10-15,-1-7-5 16,1-9-38-16,0-7-14 0,-1-17-21 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8:32.37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435 0 104 0,'-9'8'38'0,"9"0"-29"0,-9 0 12 0,4-5 4 16,1 5-5-16,0 0-1 15,-5 4-5-15,0-4-1 16,-5 4-7-16,1 0 0 0,-5 3 4 16,-4 5-8-16,-5 4-1 15,-4 4 3-15,0 3 2 16,-4-3 2-16,4-1 2 16,0 1-3-16,4-4 1 15,0-5-3-15,5-3 2 16,9-4-4-16,-1 0-2 15,6-4 0-15,3-4-1 16,5 0-5-16,0-4 1 16,9 0 2-16,0 0 3 15,4 0 0-15,5 0-1 0,9 8 1 16,4 3-1-16,9 1-3 16,4 0 2-16,1 8 1 15,3 0 2-15,1 7-1 16,-4 9-1-16,-1 3 3 15,-8 5 2-15,-5-1 2 16,-5 4 1-16,-8 1 2 16,-5-1 1-16,-4 1-1 15,-9-1-1-15,-4-4-1 16,-14-3 2-16,-9-1 4 16,-4-3 1-16,-4-1-2 15,-5-7 0-15,-5-8-3 16,1-4 1-16,0-5-6 15,-1-3-3-15,1-8-4 0,4-4 1 16,9 0-8-16,0-7-2 16,4-5-7-16,5-4-2 15,4-4-11-15,0-7-3 16,9 3-37 0,5 1-58-16,8-5 28 15</inkml:trace>
  <inkml:trace contextRef="#ctx0" brushRef="#br0" timeOffset="540.8634">399 51 108 0,'-18'-4'44'0,"18"0"-35"0,0 0 20 0,0 0 7 16,0 0-5-16,0 0 2 15,0 1-6-15,5-1-2 16,-1 0-13-16,5 0-3 0,0 0-2 16,4 0 1-16,5 4 0 15,4 0-2-15,9 0-1 16,5 0-3-16,4 0 1 0,0-4-2 16,9 0-1-16,-1 0-4 15,6-4 0-15,4 0-31 16,-1-4-14-16,-8-7-50 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8:46.35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44-3 40 0,'-5'0'16'0,"10"0"-12"0,-5 0 18 0,0 0 10 15,0 0 4-15,4-4 2 16,-4 4-5-16,0 0-3 16,0 0-1-16,0 0-1 15,5 8-15-15,-1 8 1 0,1 16 0 16,-5 11-1-16,0 12 0 16,0 8-1-16,0 16 2 15,0 4-3-15,-5 4 1 16,-4 8-5-16,5-4 1 15,-1-8-5-15,-4-12-2 0,5-8-5 16,0-8-2-16,-1-8-11 16,1-7-3-16,-1-12-41 15,1-9-17-15,-1-15-13 16</inkml:trace>
  <inkml:trace contextRef="#ctx0" brushRef="#br0" timeOffset="841.3732">519-19 80 0,'0'0'30'0,"4"0"-24"0,1-4 10 16,-5 4 3-16,0 0 4 16,4 8 3-16,1 4 0 15,-1 4-1-15,-4 8-10 0,0 3-2 16,0 5-7-16,-4 7 0 16,-1 5 4-16,-4-1-4 0,-4 5-1 15,0 3 0-15,-5 0 1 16,0 1-1-16,0-1 2 15,1 0-2-15,-1-3 2 16,5-9-6-16,-1-3-1 16,5-9-2-16,0-3-2 15,5-8 0-15,8-4 0 16,1-5 5 0,-1-7-3-16,5 0 1 15,5-4 1-15,-1 1 2 16,5-5-3-16,4 0-2 0,5 4 2 15,4 0 2-15,4 0-2 16,5 0 0-16,5 0 1 16,3 4 2-16,1-4-3 15,0 4 0-15,0 0 1 16,-5 0 2-16,5 0-1 16,-9 0 2-16,0 0-4 15,0 0 0-15,-4 0-4 16,-5 0 1-16,-9 0-7 15,-4 0-3-15,-5-4-10 16,-4 4-5-16,-5 0-46 16</inkml:trace>
  <inkml:trace contextRef="#ctx0" brushRef="#br0" timeOffset="1443.0809">932 167 96 0,'0'-12'38'0,"4"8"-29"0,1-8 10 16,-1 8 5-16,1 4 0 16,-1 0 3-16,5 4-2 15,0 8 0-15,0 4-14 16,0 8 2-16,0 11 1 0,-1 9-3 15,1 15 1-15,-4 4-1 16,-1 8 3-16,1 8-5 16,-1 4-1-16,-4 0-4 15,0-8-3-15,0-4 0 16,5-8-1-16,-5 4-22 0,0-12-8 16,0-11-73-1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6:33.452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-5 1692 88 0,'0'4'33'0,"0"-4"-26"0,5 0 16 16,-5 0 5-16,0 0-2 16,0 0 2-16,8 4-3 15,1-4 0-15,0 0-6 16,5 0-1-16,3-4-10 16,6 0-1-16,3-3 0 0,10-1-3 15,4 0-1-15,4 0 1 16,14 4 2-16,0 4 1 15,4 0 1-15,9-4-2 16,4 0-1-16,5 0-1 16,5 0 2-16,8 0-1 0,0 0 0 15,0 4-1-15,1 0 0 16,3 0 0-16,1 0 0 16,0 0 0-16,4 0 0 15,-4 0 0-15,-5 0 2 16,0 0-3-16,0-4-2 15,1 0-3-15,-1 0 1 16,0 0 3-16,-4 1 1 16,-5 3 1-16,1 0 2 15,-5 3-1-15,-5 5 2 16,1 0-4-16,-10 0-2 16,-4 0 0-16,-4 4 1 0,0 0 1 15,-5 0 3-15,1-1-3 16,-6 1 0-16,-3 4-1 15,-1-4-2-15,-4 0 1 16,0-4 1-16,-4 0-3 16,-5-1 0-16,0-3 1 15,-4 0 0-15,-1 0 0 16,-4 0 2-16,1-4-1 16,-1 0-1-16,0 0 1 15,-4 0-1-15,0 0 0 16,-1 0 0-16,1 0 0 15,0-4 0-15,0 4 0 16,-5-4 2-16,0 4-3 0,-4-4-2 16,0 4 4-16,0 0 3 15,-5-4-3-15,1 4-3 16,-1-4 3-16,-4 1 1 16,0 3 0-16,0-12 1 15,0 0-2 1,0-8-1-16,-4-8 3 15,-1-7-4-15,1-8 0 16,-1-17 1-16,1-3 2 16,0-16-1-16,-1-4-1 15,1-7 1-15,-1-9 1 16,1 0-3-16,-1 4 0 16,5 1 1-16,-4 3 0 0,4 8-3 15,-5 4 2-15,1 0 1 16,0 4 0-16,-1 4 0 15,1 4 2-15,-1 8-3 16,1 7 0-16,-1 13 1 16,1 3 0-16,-1 9 0 15,1 7 0-15,4 0-5 16,0 4 1-16,0 5-3 16,0-1 0-16,0 0-3 15,4 4 1-15,-4 0-4 16,0 0-2-16,0 4-9 15,0 0-5-15,0 4-35 16,0 16-64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6:33.452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-5 1692 88 0,'0'4'33'0,"0"-4"-26"0,5 0 16 16,-5 0 5-16,0 0-2 16,0 0 2-16,8 4-3 15,1-4 0-15,0 0-6 16,5 0-1-16,3-4-10 16,6 0-1-16,3-3 0 0,10-1-3 15,4 0-1-15,4 0 1 16,14 4 2-16,0 4 1 15,4 0 1-15,9-4-2 16,4 0-1-16,5 0-1 16,5 0 2-16,8 0-1 0,0 0 0 15,0 4-1-15,1 0 0 16,3 0 0-16,1 0 0 16,0 0 0-16,4 0 0 15,-4 0 0-15,-5 0 2 16,0 0-3-16,0-4-2 15,1 0-3-15,-1 0 1 16,0 0 3-16,-4 1 1 16,-5 3 1-16,1 0 2 15,-5 3-1-15,-5 5 2 16,1 0-4-16,-10 0-2 16,-4 0 0-16,-4 4 1 0,0 0 1 15,-5 0 3-15,1-1-3 16,-6 1 0-16,-3 4-1 15,-1-4-2-15,-4 0 1 16,0-4 1-16,-4 0-3 16,-5-1 0-16,0-3 1 15,-4 0 0-15,-1 0 0 16,-4 0 2-16,1-4-1 16,-1 0-1-16,0 0 1 15,-4 0-1-15,0 0 0 16,-1 0 0-16,1 0 0 15,0-4 0-15,0 4 0 16,-5-4 2-16,0 4-3 0,-4-4-2 16,0 4 4-16,0 0 3 15,-5-4-3-15,1 4-3 16,-1-4 3-16,-4 1 1 16,0 3 0-16,0-12 1 15,0 0-2 1,0-8-1-16,-4-8 3 15,-1-7-4-15,1-8 0 16,-1-17 1-16,1-3 2 16,0-16-1-16,-1-4-1 15,1-7 1-15,-1-9 1 16,1 0-3-16,-1 4 0 16,5 1 1-16,-4 3 0 0,4 8-3 15,-5 4 2-15,1 0 1 16,0 4 0-16,-1 4 0 15,1 4 2-15,-1 8-3 16,1 7 0-16,-1 13 1 16,1 3 0-16,-1 9 0 15,1 7 0-15,4 0-5 16,0 4 1-16,0 5-3 16,0-1 0-16,0 0-3 15,4 4 1-15,-4 0-4 16,0 0-2-16,0 4-9 15,0 0-5-15,0 4-35 16,0 16-64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6:29.150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75-1 100 0,'0'0'38'0,"5"0"-29"0,-5 0 3 0,0 0 1 15,0 0-6-15,0-4 1 16,0 4-1-16,0 0 3 16,-5 0 1-16,1 4 1 15,4-4-6-15,0 4-2 16,-4-4-2-16,-1 3 5 0,1 1 5 15,-1 0-4-15,1 0 0 16,-5 4 5-16,0-4 1 16,0 0-1-16,0 0 2 15,5 4-4-15,-1-4 1 16,1 0-5-16,4 4-2 16,0-8 0-16,4 4-1 15,5 0-2-15,5 0 1 16,3 0-2-16,6-1 2 15,3-3-4-15,5 0 0 0,5 0 1 16,4 0 0-16,4 0 0 16,-4 0 2-16,0 0-3 15,-4 0 0-15,-1 4-4 16,-4 0-1-16,-8 4-6 16,-1 0 0-16,-4 0-7 15,-5 0-3-15,-9-4-39 16</inkml:trace>
  <inkml:trace contextRef="#ctx0" brushRef="#br0" timeOffset="584.059">58 350 140 0,'4'-4'52'0,"-4"0"-41"0,5 0 7 15,-5 4 0-15,8 0 1 0,1 0 3 16,0-4-6-16,5 0 1 16,-1 0-10-16,0 4 0 15,1 0 3-15,3 0-2 0,1 0 3 16,0 4-2-16,8 0 0 15,-3 0-5-15,3 0-3 16,1-4-3-16,0 0 1 16,-1 0-4-16,5-4-1 15,0 4-24-15,1-4-8 16,-10 4-53 0</inkml:trace>
  <inkml:trace contextRef="#ctx0" brushRef="#br0" timeOffset="1635.4566">795-5 156 0,'4'-8'60'0,"1"12"-47"0,-1-4 6 16,-4 0 0-16,9-4-7 15,0 0 1-15,4 0-10 16,1-4-2-16,3-4-1 16,6 0 0-16,-1 0 2 0,5 1-1 15,-1-1-1-15,1 4-2 16,-5 4-1-16,0 4 2 16,-4 4 2-16,4 4-2 0,-4 4-2 15,-5 3 2-15,-4 1 2 16,-4 4 2-16,-5 0 1 15,0-1 0-15,-5 5 2 16,1 0-1-16,-5-5 2 16,-4-3-4-16,-1 0 0 15,-4 0-3-15,-4 0-1 16,0-1 5-16,0-3 2 16,0 0-2-16,-1-4-1 15,6-4-1-15,3 0-2 16,1 0 1-16,4-4-1 0,9 0-3 15,5-4 0-15,3 4 2 16,6 0 2-16,4 0-2 16,8 4 0-16,1 4-1 15,4 0 0-15,0 3 2 16,5 5 2-16,-1 8-1 16,-4 4-1-16,-4-1 1 15,-5 1 1-15,-9-1 1 16,-4 5 3-16,-9 0 1 15,-9-1 1-15,0-3-2 16,-13 0 1-16,-4-5-4 16,-6-3 0-16,-3-4-1 15,-1-4 1-15,-4-5-7 16,5-7 1-16,-1-3-6 16,5-5-1-16,0 0-6 15,5 0-1-15,3-4-34 16,6 0-58-16,8 0 15 15</inkml:trace>
  <inkml:trace contextRef="#ctx0" brushRef="#br0" timeOffset="2296.6861">1545 42 136 0,'-8'-8'52'0,"3"8"-41"0,-4-4 4 16,9 4-1-16,-4 0-3 0,-5 0 1 15,0 0 0-15,0 0 0 16,-4 4-6-16,0 4 3 0,-5 4 3 15,0 0 0-15,0 11 3 16,5 5-2-16,0 8 2 16,-1 3-4-16,10 0 1 15,4 5-7-15,13 3-3 16,5-7-1-16,9-1 1 16,4-3-1-16,4-9-1 15,5-3-4-15,5-8 0 16,3-8 0-16,6-8-1 15,-1-8 1-15,-4-4 0 16,0-4 3-16,-9-4 0 16,-5-3 1-16,-8-5 0 0,-5-3 0 15,-9-5 0-15,-8 1 4 16,-10-9 2-16,-8 5-2 16,-14-5-3-16,-8 1 2 15,-5 3 0-15,0 1-6 16,-4 3-2-16,-1 13-9 15,1 7-4-15,-1 12-34 16,-4 12-14-16,5 12-15 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6:33.452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-5 1692 88 0,'0'4'33'0,"0"-4"-26"0,5 0 16 16,-5 0 5-16,0 0-2 16,0 0 2-16,8 4-3 15,1-4 0-15,0 0-6 16,5 0-1-16,3-4-10 16,6 0-1-16,3-3 0 0,10-1-3 15,4 0-1-15,4 0 1 16,14 4 2-16,0 4 1 15,4 0 1-15,9-4-2 16,4 0-1-16,5 0-1 16,5 0 2-16,8 0-1 0,0 0 0 15,0 4-1-15,1 0 0 16,3 0 0-16,1 0 0 16,0 0 0-16,4 0 0 15,-4 0 0-15,-5 0 2 16,0 0-3-16,0-4-2 15,1 0-3-15,-1 0 1 16,0 0 3-16,-4 1 1 16,-5 3 1-16,1 0 2 15,-5 3-1-15,-5 5 2 16,1 0-4-16,-10 0-2 16,-4 0 0-16,-4 4 1 0,0 0 1 15,-5 0 3-15,1-1-3 16,-6 1 0-16,-3 4-1 15,-1-4-2-15,-4 0 1 16,0-4 1-16,-4 0-3 16,-5-1 0-16,0-3 1 15,-4 0 0-15,-1 0 0 16,-4 0 2-16,1-4-1 16,-1 0-1-16,0 0 1 15,-4 0-1-15,0 0 0 16,-1 0 0-16,1 0 0 15,0-4 0-15,0 4 0 16,-5-4 2-16,0 4-3 0,-4-4-2 16,0 4 4-16,0 0 3 15,-5-4-3-15,1 4-3 16,-1-4 3-16,-4 1 1 16,0 3 0-16,0-12 1 15,0 0-2 1,0-8-1-16,-4-8 3 15,-1-7-4-15,1-8 0 16,-1-17 1-16,1-3 2 16,0-16-1-16,-1-4-1 15,1-7 1-15,-1-9 1 16,1 0-3-16,-1 4 0 16,5 1 1-16,-4 3 0 0,4 8-3 15,-5 4 2-15,1 0 1 16,0 4 0-16,-1 4 0 15,1 4 2-15,-1 8-3 16,1 7 0-16,-1 13 1 16,1 3 0-16,-1 9 0 15,1 7 0-15,4 0-5 16,0 4 1-16,0 5-3 16,0-1 0-16,0 0-3 15,4 4 1-15,-4 0-4 16,0 0-2-16,0 4-9 15,0 0-5-15,0 4-35 16,0 16-64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7:08.648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1118 1225 200 0,'-9'19'77'0,"18"-7"-60"0,9 4 2 16,-5-8-2-16,9 0-7 15,5-4 2-15,8 4-3 16,5-5 0-16,0 1-5 16,5 0-3-16,3-4 0 0,-3 0-30 15,-5 4-13-15,-5 4-53 16</inkml:trace>
  <inkml:trace contextRef="#ctx0" brushRef="#br0" timeOffset="-235.9732">1162 1015 196 0,'22'0'74'0,"-4"0"-58"0,27 0-4 0,-23 0-6 15,9 0-6-15,4 0 0 16,5 0 2-16,0 0 1 16,0 4-1-16,-4 0-6 0,-5 0-2 15,-4 0-57 1,-5 4-45-16,-4 0 34 15</inkml:trace>
  <inkml:trace contextRef="#ctx0" brushRef="#br0" timeOffset="-734.7878">1233 850 152 0,'-13'11'57'0,"8"1"-44"0,1 0 7 16,4-4 3-16,0 8-5 15,0 3 1-15,-4 5 5 16,-1 4 5-16,-4 7-16 16,0 5-3-16,0-1-2 0,1 1-4 15,-1-5-3-15,4-3-7 16,1-8-4-16,-1-9-10 16,1-3-5-16,4-12-8 15,0-4-3-15,4-8-15 16,1-7-37-1,4-9 19-15</inkml:trace>
  <inkml:trace contextRef="#ctx0" brushRef="#br0" timeOffset="661.0309">1726 1465 176 0,'0'-4'66'0,"0"16"-52"0,0-16 21 16,0 4 5-16,0 0-14 16,0-4-2-16,0 0-8 15,0 0-2-15,0-3-8 16,0-5-6-16,5-4-1 0,-5-12 1 16,4-3 2-16,0-5-3 15,1-7-2-15,4-1-3 16,0-3-1-16,4 4-1 15,0 3 2-15,1 8-1 16,-1 1 2-16,-4 7 1 16,0 8 2-16,0 9 5 15,4 7 3-15,-4 11 2 0,0 9 2 16,0 16-7-16,4 7-2 16,5 8 5-16,-1 1 4 15,10-5-8-15,0 0 0 16,4-3 0-16,4-5 1 15,1-3-4-15,4-8 1 16,-5-9-2-16,-4-7 0 16,-4-8 2-16,0-4 0 15,-5-8-3-15,-4-4 2 16,-5-7-6-16,0-13 0 16,-8-11-2-16,-1-1 3 15,1-3-5-15,-5 3-1 0,-5 1-6 16,1 7-4-16,-1 5-15 15,1 3-4-15,4 8-38 16</inkml:trace>
  <inkml:trace contextRef="#ctx0" brushRef="#br0" timeOffset="1127.0012">2810 1078 140 0,'-18'-11'52'0,"14"3"-41"0,-10-4 11 0,10 8 1 15,-5 0 4-15,-4 0 6 16,-5 4-5-16,-4 0-2 16,-1 4-14-16,-3 8 1 0,-1 0 1 15,1 7 1-15,-1 5 1 16,0 8 5-16,5 3 1 0,0 9-3 15,8-5-1-15,6 1-8 16,3-1-2-16,5 1-4 16,9-5-1-16,9-3-6 15,4-1-2-15,5-7-5 16,4-4 1-16,4-1-17 16,1-7-8-16,4 0-22 15,0-12-7-15,4-8-44 16</inkml:trace>
  <inkml:trace contextRef="#ctx0" brushRef="#br0" timeOffset="1755.4525">2970 1169 184 0,'-5'16'71'0,"14"-8"-55"0,0 12 13 0,-5-8 2 15,1 7-5-15,-1 5 2 16,1 4-7-16,-1 3-1 16,5 5-11-16,-4-1-3 0,8 5 0 15,-9-9-5-15,1-3-1 0,-1-4-2 16,1-9-2-16,-5-3-6 15,0-4-2-15,0-8-4 16,-5-8-3-16,1-8 2 16,-5-3 2-16,-4-9-2 15,-1-3-2-15,1-9 4 16,4-11 1-16,0 3 6 16,0 5 3-16,9 3 7 15,0 5 4-15,5 3 8 16,4 9 3-16,-1 3 3 15,6 4 0-15,-1 4 2 16,14 0 1-16,-1 1-10 16,5 3-3-16,5 0-6 15,0 0-3-15,4 0-3 16,-5 0 1-16,1 0-26 0,-5 0-9 16,-5 0-72-1</inkml:trace>
  <inkml:trace contextRef="#ctx0" brushRef="#br0" timeOffset="1832.3">3067 1264 216 0,'-22'20'82'0,"18"-12"-64"0,13-4-2 0,0 0-5 0,4-4-13 16,5-4 0-16,4-4-2 16,0 0 2-16,5 0 1 15,-1 0-26-15,1 0-11 0,-5 0-45 16</inkml:trace>
  <inkml:trace contextRef="#ctx0" brushRef="#br0" timeOffset="2058.4968">3059 1536 228 0,'-27'32'85'0,"27"-20"-66"0,0-4-6 16,13 0 9-16,5-8-6 15,9 0 7-15,4 0 4 16,4 0-15-16,5 0-5 0,5-4-2 15,-1-4-19-15,5 0-5 16,-9-8-64 0,4 0-65-16,-13 1 38 15</inkml:trace>
  <inkml:trace contextRef="#ctx0" brushRef="#br0" timeOffset="-2445.8234">500 194 120 0,'5'-8'46'0,"-1"12"-35"0,-4-8 18 0,0 4 7 16,0 0-7-16,5-4-2 16,-5 0-11-16,0 0-3 15,0 1-7-15,0-1-2 0,0-4 0 16,-5 4 2-16,1-4 1 16,-1 0-1-16,-3 0-1 15,3 0-3-15,-4 0-2 16,0-4-2-16,0 1 1 15,1-1 3-15,-1 0 1 16,-5 0-1-16,1 0-2 16,0-4 3-16,-1 5 0 0,1 3-1 15,-5 4 1-15,5 0 2 16,-5 4 2-16,5 0-1 16,-5 4-1-1,5 0-1-15,4 4-2 16,0-1-2-16,5 5 1 15,-1 4-1-15,5-4-3 16,5 4 0-16,-1 3-1 16,5 5 3-16,0 0 0 15,4 0 3-15,-4-1-1 16,4 1-1-16,1 0 1 16,-1 3-1-16,0 1-3 15,-4-1 2-15,0 5 1 16,-4 0 2-16,-1-1-3 0,-4 1-2 15,-4-5 10-15,-1 1 8 16,-4-4-4-16,-4-5-1 16,0-3-3-16,-5-4 0 15,-4 0-2-15,-10-8 2 16,1-4-2-16,-4 0 0 16,4-4-6-16,0-4 1 15,0-4-2-15,0 0 0 16,4-3-5-16,5-1-3 15,4-4-12-15,9-4-6 16,5 1-16-16,8-1-7 16,9 4-48-1</inkml:trace>
  <inkml:trace contextRef="#ctx0" brushRef="#br0" timeOffset="-1516.1359">794 498 260 0,'4'-8'15'15,"-4"0"-9"-15,0 0-2 0,-4 1 2 16,-1-1-3-16,-4 0 0 15,0 0-1-15,-4 0 1 16,0 4 2-16,-5 0 2 16,-4 4-1-16,-5 0 1 15,-8 4 0-15,3 4 1 0,1 4 2 16,0 4 4-16,5 3 1 16,-1 9 0-16,9 7-3 15,0 5-2-15,10 3-4 16,-1 1-1-16,9 3-1 15,4-3 0-15,5-5 0 16,4-7 0-16,1-5-9 16,3-7-2-16,6 0-9 15,-1-8-5-15,4-4-14 16,1-8-5-16,4-4-51 16,0-4-30-1,9-4 56-15</inkml:trace>
  <inkml:trace contextRef="#ctx0" brushRef="#br0" timeOffset="-1815.2759">776 526 124 0,'9'-12'46'0,"-14"12"-35"0,10-4 14 0,-1 0 6 16</inkml:trace>
  <inkml:trace contextRef="#ctx0" brushRef="#br0" timeOffset="-1170.0405">976 632 136 0,'-5'8'52'0,"10"0"-41"0,-5 4 18 0,0-4 5 0,0 8-1 15,-5 3 3-15,1 13-7 16,-5 4-1-16,0 3-15 15,0 1-6-15,-4-1 0 0,-5 0-4 16,5-3-2-16,4-4-9 16,-5-5-5-16,1-3-46 15,9-4-19-15,4-9-15 16</inkml:trace>
  <inkml:trace contextRef="#ctx0" brushRef="#br0" timeOffset="-509.635">1242 838 144 0,'13'-28'55'0,"-8"20"-43"0,4-4 12 0,-5 8 2 16,5 0-8-16,0 0 0 15,0 1 2-15,4-1 4 16,0 0-12-16,5 0 2 0,0 4 0 15,9 0-1-15,4 8 0 16,4-1-5-16,1 5-3 16,-1-4-2-16,1 4 0 15,-1 4-7-15,1-4-1 16,-1 0-20-16,-3-5-7 0,-1 1-62 16,0-4-40-1,-5-4 56-15</inkml:trace>
  <inkml:trace contextRef="#ctx0" brushRef="#br0" timeOffset="5075.9914">5923 1157 156 0,'0'0'57'0,"0"0"-44"0,0 0 14 16,0 0 3-16,0 0-6 15,0 0 0-15,0 0-9 16,0 0-2-16,-4 0-7 16,-1 0 0-16,1-4 1 0,-1 1-1 0,1-1-1 15,-1 0-3-15,1-4 1 16,-1 4-2-16,1-4 2 16,0 0-2-16,-5 4 2 15,0 0-2-15,-4 0 2 16,-1 4-4-16,-4 0 0 15,-4 4 5-15,0 0 5 16,0 0-5-16,0 4-2 16,-1 0-1-16,6 0-1 15,-1 0-3-15,13-1 2 16,1 5-1-16,8 0 0 16,5 0 2-16,5 0 0 15,3 4-3-15,6-1 2 0,3 1-4 16,1 4-1-16,4 4 0 15,0-1 4-15,-4 5 1 16,-5 0 3-16,0 7-1 16,-9 1 2-16,-4-1 7 15,-4-3 5-15,-5-5-3 16,-5 1 1-16,-4-4-8 16,-4-1-1-16,-5-3-2 15,1-8 1-15,-6-4-2 16,1 0-1-16,-4-4-4 15,-6-8-2-15,6 0-8 16,-1-4-4-16,1 0-8 16,3-8-4-16,10 0-25 15,0-3-10-15,8 3-19 16</inkml:trace>
  <inkml:trace contextRef="#ctx0" brushRef="#br0" timeOffset="5886.4882">6229 1189 140 0,'0'-4'52'0,"0"8"-41"0,5-4 15 0,-5 0 4 16,4 8-6-16,-4 8-2 15,0 7-4-15,0 5 1 16,0 8-10-16,0 3 1 0,0 4 3 15,5 9-3-15,-1-13 0 16,1-3-6-16,-1-1-1 16,1-7-1-16,-1-4-2 15,0-5-2-15,-4-7-1 16,0-4-1-16,0-8 3 16,-4-8-2-16,0-8-1 15,-1-7 0-15,-4-5 3 0,0-7-2 16,0-5 1-16,5-7 2 15,4-9 2-15,4 5-1 16,5 0-1-16,14-1 1 16,3 9-1-16,1 4-5 15,4 3 1-15,0 4 2 16,0 9 1-16,0 7-2 16,0 4 2-16,0 8 3 15,-4 4 3-15,0 8 0 16,-10 8 2-16,-3 4 2 15,-5 3 2-15,-9 1-1 16,-5 4-1-16,-8-1-1 16,-5 1 2-16,-9 0-7 15,1-5-2-15,-5-3 1 0,-5-4 3 16,1-4-7-16,-5-1 0 16,4 1-18-16,1-4-6 15,8-8-16-15,5 0-6 16,4 0-49-1</inkml:trace>
  <inkml:trace contextRef="#ctx0" brushRef="#br0" timeOffset="6500.8979">6913 1071 108 0,'-17'-8'41'0,"12"4"-32"0,-4 4 11 16,5 0 4-16,-1 0 0 0,5 0 3 15,-4 4-2-15,-5 0 0 16,0 4-14-16,-4 3 4 0,0 5 3 16,-1 8-2-16,-4 7 1 15,1 5-3-15,3-1 1 16,1 1-2-16,4 0 0 15,9-5-7-15,5 1-2 16,4-5-4-16,4 1-1 16,5-8 1-16,4-4 0 15,4-9-5-15,6-3-1 16,3-8-2-16,1-3 0 16,-5-9 0-16,0 0 0 15,-5-8 5-15,-3 1 1 0,-6-5 4 16,-3 0 1-1,-5-3 3-15,-5-1 1 0,-4 1-3 16,-9 3-3-16,-4 0 6 16,-9 5 3-16,-9-1-3 15,-1 4 1-15,1 4-7 16,0 8-3-16,0 5-13 16,0 6-5-16,4 5-20 15,5 4-10-15,9 4-53 16</inkml:trace>
  <inkml:trace contextRef="#ctx0" brushRef="#br0" timeOffset="7325.9856">7113 984 120 0,'-9'0'46'0,"9"8"-35"0,0-4 9 0,0-4 5 15,0 0 3-15,5 7 3 0,4 5-1 16,0 4 1-16,-1 8-17 15,6 3-4-15,-1 5-2 0,0 4-4 16,5-1-1-16,0 1 1 16,-5-1 0-16,1-3 0 15,-1-5 0-15,-4 1-2 16,-5-8-2-16,1-4 3 16,-5-5 2-16,0-3-2 15,-5 0-2-15,1-16-5 16,-1-4 0-16,-4-7 0 15,1-5-1-15,3-12 4 16,-4-3 0-16,0-4-2 16,5-5 2-16,4 1 1 15,0-1 0-15,4 1-3 16,10 4 2-16,-1 3 1 0,5 5 0 16,0 3 0-16,4 4 0 15,0 5 0-15,0 3 0 16,5 4-3-16,-5 4 2 15,0 8 1-15,-4 4 2 16,0 4 1-16,-5 4 3 16,-4 0-1-16,-5 4 0 15,-4 4-6-15,0 0 1 16,-4 3 2-16,-9 1 3 16,-1 0-2-16,-3 3 0 15,-6 1 1-15,1 0 0 0,-5 0-5 16,5-1 1-1,0-3-2-15,4-4 0 0,5 0 2 16,0-5 2-16,4 1-3 16,4-4 0-16,5 0-1 15,5 0 0-15,4-4 4 16,4 0 1-16,9 4 1 16,5 0 2-16,4-1-5 15,4 1-1-15,1 4 0 16,0 0 2-16,-1 0-1 15,1 0-1-15,-5 0 1 16,-5-1-1-16,-8 1-11 16,0-4-3-16,-5 0-28 15,-8 0-11-15,-5-8-47 16</inkml:trace>
  <inkml:trace contextRef="#ctx0" brushRef="#br0" timeOffset="7707.219">7766 703 160 0,'-4'0'63'0,"4"0"-49"0,4 4 11 15,-4-4 5-15,5 12 4 16,-1 0 4-16,5 4-3 16,0 4 1-16,0 7-20 15,-1 9 0-15,1-1-2 0,5 1-7 16,-1-1-2-16,0 1-3 15,1-1-2-15,-1 1 1 16,-4-8 1-16,0-1-17 16,0-3-4-16,0-8-42 15,-5-4-15-15,5-5-34 16</inkml:trace>
  <inkml:trace contextRef="#ctx0" brushRef="#br0" timeOffset="8033.2836">7469 834 184 0,'-5'-4'68'0,"10"4"-52"0,8-4 19 15,-4 4 7-15,4-4 1 16,9-4 4-16,14-4-13 16,4-4-3-16,4-3-18 15,5-1-8-15,9-4-1 0,-1-7-12 16,1-1-2-16,0 0-39 15,0 1-18-15,-14 3-58 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7:37.849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-1 1029 136 0,'-5'0'52'0,"10"0"-41"0,-5 0 11 0,0 0 3 16,0 0-5-16,0 0 0 15,0 0-2-15,0 0-2 16,0 0-8-16,0 0-1 0,0 0 0 16,0 0 1-16,0 0 0 15,0 0 4-15,0 0 3 0,4 8-4 16,1 0 1-16,-5 0-7 15,4 0-1-15,-4 0 2 16,0 3 1-16,0 1-1 16,4 0 1-16,-4 0-2 15,5 0 0-15,-1 0-1 16,1-1 2-16,4 5-1 16,0-4 0-16,-1 0-3 15,1 0 1-15,5 0-2 16,-1-4-1-16,5-1 1 15,0 1-1-15,4 0 2 16,4 0 3-16,5 0-2 16,5 0-2-16,4 0 0 15,4-4-1-15,1-4 0 16,8 0 0-16,0 0 0 0,1-4 2 16,-1-4 1-16,0 0 1 15,1-4-5-15,-6-8 1 16,1 1-2-16,0-5 0 15,-5 0 4-15,1-3 1 16,-1-1-1-16,-4-4-2 16,0-3 3-16,0-1 0 15,-9 1-1-15,5-1 1 16,-10-7 0-16,-3 7 3 16,-6-3-3-16,1 3 0 15,-4 1 1-15,-6 3 0 16,1-3-2-16,-9-5 1 0,0 1 0 15,-4-5 1-15,-5 1-2 16,-4 0 1-16,-1-1-2 16,-3 1 2-16,-1-1 0 15,0 1 3-15,0 3-3 16,-4-3-2-16,-5 7 2 16,10 5 0-16,-1 3-1 15,0 5-2-15,0 3 3 16,-4 0 2-16,4 4-2 15,1 4 0-15,-1 1-6 16,0 3 0-16,5 0-8 16,-1 4-3-16,6 4-23 15,-1 0-11-15,4 0-46 16,5 0-17-16</inkml:trace>
  <inkml:trace contextRef="#ctx0" brushRef="#br0" timeOffset="1485.5701">727 370 136 0,'-9'0'52'0,"-4"0"-41"0,13 8 9 16,-5-4 0-16,1-4-4 16,0 8 1-16,-1-1-3 15,1-3-1-15,-5 4-7 16,-5 4 5-16,6 4 2 0,-1 4 0 0,0-1 0 16,0 5-1-16,0 0 2 15,5 7-3-15,4 1-1 16,4 4-2-16,5-1 0 15,4-3-4-15,1-1-1 16,-1-3-1-16,5-4-2 16,4-5-2-16,0-3 1 15,0-8-1-15,0-4-2 16,1-4-2-16,3-8-1 16,1-4 4-16,-5 0 3 15,0-3-1-15,1-5-2 16,-6 0-1-16,-3 0 3 0,-1 1 0 15,-4-1 3-15,-5 0-1 16,-4 0 2-16,-4 5-2 16,-5-1 2-16,0 8 2 15,-4 0 2-15,-1 4 1 16,-3 0 0-16,-1 4-2 16,-4 4-1-16,4 8-3 15,-4 0-2-15,4 7 3 16,0 5 0-16,9 8-1 15,0-1-2-15,5 1-4 16,4-1-2-16,4-3-44 16,10-8-16-16,4-12-42 15</inkml:trace>
  <inkml:trace contextRef="#ctx0" brushRef="#br0" timeOffset="720.6639">438 461 148 0,'0'4'55'0,"0"-8"-43"0,5-8 3 0,-5 12 1 0,0 0-1 15,4 4 3-15,-4-4 1 16,0 0 3 0,5 16-6-16,4-1 1 0,-5 5-6 15,0 4 1-15,1-1-5 16,-1 5 1-16,1 0-5 16,-1-1 0-16,1 1-3 15,-1 0-1-15,-4-1-4 16,0 1 1-16,0-4-16 15,0-1-4-15,0-3-28 16,-4-4-9-16,4 0-19 16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7:53.41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417 18 96 0,'0'-8'35'0,"5"4"-27"0,-5 0 7 0,0 4 0 16,0 0 5-16,0 0 2 16,0 0 0-16,0 0 1 15,0 0-9-15,0 0-3 16,4 0-6-16,-4 0-2 0,0 0 3 16,0 0-3-16,0 0-2 15,0-4 6-15,0 4 5 16,-4 0-2-16,-1 0 0 15,1 0-2-15,-5 0 0 16,0 0-4-16,0 4-1 16,0-4-1-16,0 4 1 15,-4 0 2-15,0 0 2 16,-1 0-1-16,1 0 1 0,0 0-4 16,-1 0 0-16,1 0 3 15,0 0 1-15,-5 0-3 16,0 4-3-16,0 0 0 15,1-1 1-15,-1 5-3 16,5 0 0-16,-1 0 1 16,1 0 2-16,0 4-1 15,-1-1-1-15,1 1-2 16,4 0 1-16,0 0 1 16,0 3 2-16,0 1 1 15,5 0 1-15,-5 4-5 16,5 3-1-16,-1 1 1 15,1 3 0-15,-1-3 1 16,1 0 0-16,-1 3 2 0,1-3 1 16,0-4-1-16,-1 3 1 15,1 1-2-15,4-4-1 16,0 3 1-16,0-3-1 16,0 4 0-16,0-5 2 15,0 5-1-15,4 0-1 16,1-1 1-16,-1 1 1 15,0-1-1-15,5 1 2 16,0 4-2-16,0 3 2 16,0 1 0-16,4-1 1 15,1-3 0-15,-1 3 0 0,0-3-5 16,5-1 1-16,0-3 0 16,0 0 2-16,4-1-1 15,0 1-1-15,5 0 1 16,-1-1-1-16,1 1 0 15,4 0 0-15,0-1 2 16,5-3 1-16,-1 0 1 16,1-1 0-16,-1 1-2 15,1 0-2-15,-5-5 1 16,0 1-1-16,0 0 2 16,5-4 1-16,-1-1-4 15,1-3 1-15,-1 0 0 16,5-4 0-16,0 0 0 15,0 0 0-15,0-4 0 16,0-4 0-16,0 0 0 0,4-4 0 16,1 0 0-16,-5 0 0 15,-5-4 0-15,1 0 0 16,-5 0 0-16,4-4 2 16,-4 1-1-16,-4-1-1 15,-5 0 1-15,-4 0-1 16,-5 0-3-16,5 0 2 15,-4 0-4-15,-1 1 1 16,0-1-5-16,-4 4 1 16,4-4 2-16,-4 4 1 15,0 0-2-15,0 0 0 16,4 0-5-16,1 1 0 0,-5-1 1 16,4 0 5-16,-4 0-6 15,0 4-2-15,0 0-14 16,-9 4-5-16,0 0-60 15</inkml:trace>
  <inkml:trace contextRef="#ctx0" brushRef="#br0" timeOffset="2342.4429">266 673 124 0,'-4'0'46'0,"4"4"-35"0,-5-12 5 0,5 8 0 16,0 0-7-16,0 0-3 15,5 0-1-15,-1-4 1 16,1 0-3-16,3-3 5 0,1 3 2 0,0 0-3 15,5-8-2-15,3 8 0 16,-3 0-1-16,3-4-2 16,1 4-2-16,0 4 1 15,0 0 1-15,-1-4 3 16,-3 8 4-16,-1 0 2 16,0 8 1-16,1 0-6 15,-1 0-2-15,-4 3 0 16,0 1 2-16,0 0-3 15,-5 0 0-15,-4 0 1 16,0-1 0-16,-4 1-2 16,-1 0-2-16,-4 4 3 15,-4-5 0-15,0 1-1 16,-1 0-2-16,1 0-2 0,-5 0 1 16,5-1 1-16,0 1 2 15,-1-4-1-15,1 0 2 16,0 0-4-16,-1 0-2 15,6-5 2-15,-1 5 0 16,0-4-2-16,0 0 2 16,0 0 3-16,5 0 1 15,-1 0-4-15,1 0 1 16,-1-4-2-16,5-4-2 16,0 0 3-16,0 0 2 15,9 0 0-15,0 0-1 16,0 0-2-16,4 0-1 0,1 0 2 15,3 0 0-15,6 0 1 16,-1 0 0-16,-5 0 0 16,6 0 0-16,-1 0 0 15,5 8 0-15,-5-8-16 16,0 0-4-16,0 0-19 16,-4 0-7-16,4 3-29 15</inkml:trace>
  <inkml:trace contextRef="#ctx0" brushRef="#br0" timeOffset="3048.7035">781 654 104 0,'-4'-4'38'0,"4"8"-29"0,-5-8 8 16,5 4 2-16,0 0-5 15,-4 4 0-15,0-4-4 16,-1 0-1-16,1 4 1 15,-1-1 1-15,1 5-5 16,-5 0 3-16,0 0 1 0,0 0-1 16,0 0 2-16,5 0-4 15,-1 0-2-15,5 0-2 16,0-8-3-16,5 8-2 0,4-4 1 16,0-1-1-16,4 1 0 15,5 0 2-15,-1 4 0 16,6 4-3-16,-1 0 2 15,-4 4 3-15,-1 0 1 16,1 3-1-16,-5 5-2 16,1 0 5-16,-5-1 1 15,-5 1 2-15,-4 0 0 16,-4-1 0-16,-1-3 2 16,-4-4-3-16,-4 0-2 15,0-1 0-15,-5-7-1 16,0-4-7-16,0-4 0 15,1-4-10-15,-1-4-2 0,0-7-12 16,0 3-3-16,5-4-41 16,4 4-32-1,5-4 38-15</inkml:trace>
  <inkml:trace contextRef="#ctx0" brushRef="#br0" timeOffset="3602.7">781 661 148 0,'-9'0'57'0,"9"-7"-44"0,0 7 5 0,0 0 1 15,9-4 4-15,0 4 6 16,0 0-5-16,0 0 0 16,4 0-13-16,1 0 0 0,3 0 0 15,1 0-9-15,4-4 0 16,5 0-2-16,-5 0 2 15,0 4-28-15,-4 0-11 0,-13 8-64 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8:15.156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63-6 96 0,'0'-8'38'0,"0"8"-29"0,0 0 12 15,0 0 4-15,0 0 0 16,0 0 0-16,0 4-3 16,0 4-2-16,0 4-10 15,-4 3 2-15,-1 9 4 0,1 12 1 16,-1 11-1-16,1 8-4 15,-1 5-2-15,1 7-4 16,0 8 1-16,-1 0-2 0,1 8 2 16,-1 3-6-16,1-3-3 15,-1-4 1-15,1-12 2 16,4-7-2-16,0-13-2 16,0-4-16-16,0-11-7 15,0-8-27-15,0-9-9 16,0-11-18-1</inkml:trace>
  <inkml:trace contextRef="#ctx0" brushRef="#br0" timeOffset="842.1646">689-6 116 0,'0'-8'46'0,"5"8"-35"0,-5 4 9 0,0-4 3 16,0 0-5-16,0 0 2 15,0 0-2-15,0 0-2 16,0 0-8-16,0 8 4 0,0 4 1 16,0 3 0-16,4 13 2 15,1 12 1-15,-5 11-1 16,0 8-3-16,0 4 0 15,0 12-7-15,0-4-3 16,0 8 1-16,-5 0 2 16,1 0-4-16,-1-4-3 15,1-12-10-15,-1-7-5 16,1-9-38-16,0-7-14 0,-1-17-21 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8:32.37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435 0 104 0,'-9'8'38'0,"9"0"-29"0,-9 0 12 0,4-5 4 16,1 5-5-16,0 0-1 15,-5 4-5-15,0-4-1 16,-5 4-7-16,1 0 0 0,-5 3 4 16,-4 5-8-16,-5 4-1 15,-4 4 3-15,0 3 2 16,-4-3 2-16,4-1 2 16,0 1-3-16,4-4 1 15,0-5-3-15,5-3 2 16,9-4-4-16,-1 0-2 15,6-4 0-15,3-4-1 16,5 0-5-16,0-4 1 16,9 0 2-16,0 0 3 15,4 0 0-15,5 0-1 0,9 8 1 16,4 3-1-16,9 1-3 16,4 0 2-16,1 8 1 15,3 0 2-15,1 7-1 16,-4 9-1-16,-1 3 3 15,-8 5 2-15,-5-1 2 16,-5 4 1-16,-8 1 2 16,-5-1 1-16,-4 1-1 15,-9-1-1-15,-4-4-1 16,-14-3 2-16,-9-1 4 16,-4-3 1-16,-4-1-2 15,-5-7 0-15,-5-8-3 16,1-4 1-16,0-5-6 15,-1-3-3-15,1-8-4 0,4-4 1 16,9 0-8-16,0-7-2 16,4-5-7-16,5-4-2 15,4-4-11-15,0-7-3 16,9 3-37 0,5 1-58-16,8-5 28 15</inkml:trace>
  <inkml:trace contextRef="#ctx0" brushRef="#br0" timeOffset="540.8634">399 51 108 0,'-18'-4'44'0,"18"0"-35"0,0 0 20 0,0 0 7 16,0 0-5-16,0 0 2 15,0 1-6-15,5-1-2 16,-1 0-13-16,5 0-3 0,0 0-2 16,4 0 1-16,5 4 0 15,4 0-2-15,9 0-1 16,5 0-3-16,4 0 1 0,0-4-2 16,9 0-1-16,-1 0-4 15,6-4 0-15,4 0-31 16,-1-4-14-16,-8-7-50 15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11-20T03:48:46.35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 contextRef="#ctx0" brushRef="#br0">44-3 40 0,'-5'0'16'0,"10"0"-12"0,-5 0 18 0,0 0 10 15,0 0 4-15,4-4 2 16,-4 4-5-16,0 0-3 16,0 0-1-16,0 0-1 15,5 8-15-15,-1 8 1 0,1 16 0 16,-5 11-1-16,0 12 0 16,0 8-1-16,0 16 2 15,0 4-3-15,-5 4 1 16,-4 8-5-16,5-4 1 15,-1-8-5-15,-4-12-2 0,5-8-5 16,0-8-2-16,-1-8-11 16,1-7-3-16,-1-12-41 15,1-9-17-15,-1-15-13 16</inkml:trace>
  <inkml:trace contextRef="#ctx0" brushRef="#br0" timeOffset="841.3732">519-19 80 0,'0'0'30'0,"4"0"-24"0,1-4 10 16,-5 4 3-16,0 0 4 16,4 8 3-16,1 4 0 15,-1 4-1-15,-4 8-10 0,0 3-2 16,0 5-7-16,-4 7 0 16,-1 5 4-16,-4-1-4 0,-4 5-1 15,0 3 0-15,-5 0 1 16,0 1-1-16,0-1 2 15,1 0-2-15,-1-3 2 16,5-9-6-16,-1-3-1 16,5-9-2-16,0-3-2 15,5-8 0-15,8-4 0 16,1-5 5 0,-1-7-3-16,5 0 1 15,5-4 1-15,-1 1 2 16,5-5-3-16,4 0-2 0,5 4 2 15,4 0 2-15,4 0-2 16,5 0 0-16,5 0 1 16,3 4 2-16,1-4-3 15,0 4 0-15,0 0 1 16,-5 0 2-16,5 0-1 16,-9 0 2-16,0 0-4 15,0 0 0-15,-4 0-4 16,-5 0 1-16,-9 0-7 15,-4 0-3-15,-5-4-10 16,-4 4-5-16,-5 0-46 16</inkml:trace>
  <inkml:trace contextRef="#ctx0" brushRef="#br0" timeOffset="1443.0809">932 167 96 0,'0'-12'38'0,"4"8"-29"0,1-8 10 16,-1 8 5-16,1 4 0 16,-1 0 3-16,5 4-2 15,0 8 0-15,0 4-14 16,0 8 2-16,0 11 1 0,-1 9-3 15,1 15 1-15,-4 4-1 16,-1 8 3-16,1 8-5 16,-1 4-1-16,-4 0-4 15,0-8-3-15,0-4 0 16,5-8-1-16,-5 4-22 0,0-12-8 16,0-11-73-1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29/07/2021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7533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29/07/2021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6621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29/07/2021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56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29/07/2021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5898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29/07/2021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194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29/07/2021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744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29/07/2021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1131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29/07/2021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473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29/07/2021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531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29/07/2021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150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29/07/2021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1426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E633B-4FB6-44B9-9A8C-4793665C69FD}" type="datetimeFigureOut">
              <a:rPr lang="en-AU" smtClean="0"/>
              <a:t>29/07/2021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395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5" Type="http://schemas.openxmlformats.org/officeDocument/2006/relationships/image" Target="../media/image9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5.emf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customXml" Target="../ink/ink8.xml"/><Relationship Id="rId4" Type="http://schemas.openxmlformats.org/officeDocument/2006/relationships/image" Target="../media/image7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emf"/><Relationship Id="rId4" Type="http://schemas.openxmlformats.org/officeDocument/2006/relationships/customXml" Target="../ink/ink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emf"/><Relationship Id="rId5" Type="http://schemas.openxmlformats.org/officeDocument/2006/relationships/customXml" Target="../ink/ink16.xml"/><Relationship Id="rId4" Type="http://schemas.openxmlformats.org/officeDocument/2006/relationships/image" Target="../media/image4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31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12" Type="http://schemas.openxmlformats.org/officeDocument/2006/relationships/image" Target="../media/image30.png"/><Relationship Id="rId2" Type="http://schemas.openxmlformats.org/officeDocument/2006/relationships/image" Target="../media/image14.png"/><Relationship Id="rId16" Type="http://schemas.openxmlformats.org/officeDocument/2006/relationships/image" Target="../media/image5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9.png"/><Relationship Id="rId5" Type="http://schemas.openxmlformats.org/officeDocument/2006/relationships/image" Target="../media/image17.png"/><Relationship Id="rId15" Type="http://schemas.openxmlformats.org/officeDocument/2006/relationships/customXml" Target="../ink/ink17.xml"/><Relationship Id="rId10" Type="http://schemas.openxmlformats.org/officeDocument/2006/relationships/image" Target="../media/image28.png"/><Relationship Id="rId4" Type="http://schemas.openxmlformats.org/officeDocument/2006/relationships/image" Target="../media/image16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6.png"/><Relationship Id="rId18" Type="http://schemas.openxmlformats.org/officeDocument/2006/relationships/image" Target="../media/image34.png"/><Relationship Id="rId3" Type="http://schemas.openxmlformats.org/officeDocument/2006/relationships/image" Target="../media/image32.png"/><Relationship Id="rId21" Type="http://schemas.openxmlformats.org/officeDocument/2006/relationships/image" Target="../media/image37.png"/><Relationship Id="rId7" Type="http://schemas.openxmlformats.org/officeDocument/2006/relationships/image" Target="../media/image20.png"/><Relationship Id="rId12" Type="http://schemas.openxmlformats.org/officeDocument/2006/relationships/image" Target="../media/image27.png"/><Relationship Id="rId17" Type="http://schemas.openxmlformats.org/officeDocument/2006/relationships/image" Target="../media/image33.png"/><Relationship Id="rId2" Type="http://schemas.openxmlformats.org/officeDocument/2006/relationships/image" Target="../media/image14.png"/><Relationship Id="rId16" Type="http://schemas.openxmlformats.org/officeDocument/2006/relationships/image" Target="../media/image53.emf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7.png"/><Relationship Id="rId5" Type="http://schemas.openxmlformats.org/officeDocument/2006/relationships/image" Target="../media/image30.png"/><Relationship Id="rId15" Type="http://schemas.openxmlformats.org/officeDocument/2006/relationships/customXml" Target="../ink/ink18.xml"/><Relationship Id="rId23" Type="http://schemas.openxmlformats.org/officeDocument/2006/relationships/image" Target="../media/image39.png"/><Relationship Id="rId10" Type="http://schemas.openxmlformats.org/officeDocument/2006/relationships/image" Target="../media/image31.png"/><Relationship Id="rId19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22.png"/><Relationship Id="rId14" Type="http://schemas.openxmlformats.org/officeDocument/2006/relationships/image" Target="../media/image28.png"/><Relationship Id="rId22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13" Type="http://schemas.openxmlformats.org/officeDocument/2006/relationships/customXml" Target="../ink/ink24.xml"/><Relationship Id="rId18" Type="http://schemas.openxmlformats.org/officeDocument/2006/relationships/image" Target="../media/image67.emf"/><Relationship Id="rId3" Type="http://schemas.openxmlformats.org/officeDocument/2006/relationships/customXml" Target="../ink/ink19.xml"/><Relationship Id="rId21" Type="http://schemas.openxmlformats.org/officeDocument/2006/relationships/customXml" Target="../ink/ink28.xml"/><Relationship Id="rId7" Type="http://schemas.openxmlformats.org/officeDocument/2006/relationships/customXml" Target="../ink/ink21.xml"/><Relationship Id="rId12" Type="http://schemas.openxmlformats.org/officeDocument/2006/relationships/image" Target="../media/image64.emf"/><Relationship Id="rId17" Type="http://schemas.openxmlformats.org/officeDocument/2006/relationships/customXml" Target="../ink/ink26.xml"/><Relationship Id="rId2" Type="http://schemas.openxmlformats.org/officeDocument/2006/relationships/image" Target="../media/image45.png"/><Relationship Id="rId16" Type="http://schemas.openxmlformats.org/officeDocument/2006/relationships/image" Target="../media/image66.emf"/><Relationship Id="rId20" Type="http://schemas.openxmlformats.org/officeDocument/2006/relationships/image" Target="../media/image6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emf"/><Relationship Id="rId11" Type="http://schemas.openxmlformats.org/officeDocument/2006/relationships/customXml" Target="../ink/ink23.xml"/><Relationship Id="rId24" Type="http://schemas.openxmlformats.org/officeDocument/2006/relationships/image" Target="../media/image71.png"/><Relationship Id="rId5" Type="http://schemas.openxmlformats.org/officeDocument/2006/relationships/customXml" Target="../ink/ink20.xml"/><Relationship Id="rId15" Type="http://schemas.openxmlformats.org/officeDocument/2006/relationships/customXml" Target="../ink/ink25.xml"/><Relationship Id="rId23" Type="http://schemas.openxmlformats.org/officeDocument/2006/relationships/image" Target="../media/image70.png"/><Relationship Id="rId10" Type="http://schemas.openxmlformats.org/officeDocument/2006/relationships/image" Target="../media/image63.emf"/><Relationship Id="rId19" Type="http://schemas.openxmlformats.org/officeDocument/2006/relationships/customXml" Target="../ink/ink27.xml"/><Relationship Id="rId4" Type="http://schemas.openxmlformats.org/officeDocument/2006/relationships/image" Target="../media/image60.emf"/><Relationship Id="rId9" Type="http://schemas.openxmlformats.org/officeDocument/2006/relationships/customXml" Target="../ink/ink22.xml"/><Relationship Id="rId14" Type="http://schemas.openxmlformats.org/officeDocument/2006/relationships/image" Target="../media/image65.emf"/><Relationship Id="rId22" Type="http://schemas.openxmlformats.org/officeDocument/2006/relationships/image" Target="../media/image69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13" Type="http://schemas.openxmlformats.org/officeDocument/2006/relationships/customXml" Target="../ink/ink33.xml"/><Relationship Id="rId18" Type="http://schemas.openxmlformats.org/officeDocument/2006/relationships/image" Target="../media/image80.emf"/><Relationship Id="rId3" Type="http://schemas.openxmlformats.org/officeDocument/2006/relationships/image" Target="../media/image72.png"/><Relationship Id="rId7" Type="http://schemas.openxmlformats.org/officeDocument/2006/relationships/customXml" Target="../ink/ink30.xml"/><Relationship Id="rId12" Type="http://schemas.openxmlformats.org/officeDocument/2006/relationships/image" Target="../media/image77.emf"/><Relationship Id="rId17" Type="http://schemas.openxmlformats.org/officeDocument/2006/relationships/customXml" Target="../ink/ink35.xml"/><Relationship Id="rId2" Type="http://schemas.openxmlformats.org/officeDocument/2006/relationships/image" Target="../media/image45.png"/><Relationship Id="rId16" Type="http://schemas.openxmlformats.org/officeDocument/2006/relationships/image" Target="../media/image79.emf"/><Relationship Id="rId20" Type="http://schemas.openxmlformats.org/officeDocument/2006/relationships/image" Target="../media/image8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emf"/><Relationship Id="rId11" Type="http://schemas.openxmlformats.org/officeDocument/2006/relationships/customXml" Target="../ink/ink32.xml"/><Relationship Id="rId5" Type="http://schemas.openxmlformats.org/officeDocument/2006/relationships/customXml" Target="../ink/ink29.xml"/><Relationship Id="rId15" Type="http://schemas.openxmlformats.org/officeDocument/2006/relationships/customXml" Target="../ink/ink34.xml"/><Relationship Id="rId10" Type="http://schemas.openxmlformats.org/officeDocument/2006/relationships/image" Target="../media/image76.emf"/><Relationship Id="rId19" Type="http://schemas.openxmlformats.org/officeDocument/2006/relationships/customXml" Target="../ink/ink36.xml"/><Relationship Id="rId4" Type="http://schemas.openxmlformats.org/officeDocument/2006/relationships/image" Target="../media/image400.png"/><Relationship Id="rId9" Type="http://schemas.openxmlformats.org/officeDocument/2006/relationships/customXml" Target="../ink/ink31.xml"/><Relationship Id="rId14" Type="http://schemas.openxmlformats.org/officeDocument/2006/relationships/image" Target="../media/image7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13" Type="http://schemas.openxmlformats.org/officeDocument/2006/relationships/customXml" Target="../ink/ink43.xml"/><Relationship Id="rId18" Type="http://schemas.openxmlformats.org/officeDocument/2006/relationships/image" Target="../media/image50.emf"/><Relationship Id="rId3" Type="http://schemas.openxmlformats.org/officeDocument/2006/relationships/customXml" Target="../ink/ink39.xml"/><Relationship Id="rId7" Type="http://schemas.openxmlformats.org/officeDocument/2006/relationships/customXml" Target="../ink/ink40.xml"/><Relationship Id="rId12" Type="http://schemas.openxmlformats.org/officeDocument/2006/relationships/image" Target="../media/image47.emf"/><Relationship Id="rId17" Type="http://schemas.openxmlformats.org/officeDocument/2006/relationships/customXml" Target="../ink/ink45.xml"/><Relationship Id="rId2" Type="http://schemas.openxmlformats.org/officeDocument/2006/relationships/image" Target="../media/image45.png"/><Relationship Id="rId16" Type="http://schemas.openxmlformats.org/officeDocument/2006/relationships/image" Target="../media/image49.emf"/><Relationship Id="rId20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11" Type="http://schemas.openxmlformats.org/officeDocument/2006/relationships/customXml" Target="../ink/ink42.xml"/><Relationship Id="rId15" Type="http://schemas.openxmlformats.org/officeDocument/2006/relationships/customXml" Target="../ink/ink44.xml"/><Relationship Id="rId10" Type="http://schemas.openxmlformats.org/officeDocument/2006/relationships/image" Target="../media/image44.emf"/><Relationship Id="rId19" Type="http://schemas.openxmlformats.org/officeDocument/2006/relationships/customXml" Target="../ink/ink46.xml"/><Relationship Id="rId9" Type="http://schemas.openxmlformats.org/officeDocument/2006/relationships/customXml" Target="../ink/ink41.xml"/><Relationship Id="rId14" Type="http://schemas.openxmlformats.org/officeDocument/2006/relationships/image" Target="../media/image4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calculate probabilities from </a:t>
            </a:r>
            <a:r>
              <a:rPr lang="en-AU" sz="4000" b="1" dirty="0" smtClean="0">
                <a:cs typeface="Arial" panose="020B0604020202020204" pitchFamily="34" charset="0"/>
              </a:rPr>
              <a:t>Venn diagrams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7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/>
          </p:nvPr>
        </p:nvGraphicFramePr>
        <p:xfrm>
          <a:off x="501456" y="872504"/>
          <a:ext cx="3816423" cy="1765608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/>
              <p14:cNvContentPartPr/>
              <p14:nvPr/>
            </p14:nvContentPartPr>
            <p14:xfrm>
              <a:off x="2123229" y="2297690"/>
              <a:ext cx="534960" cy="4500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8686" y="2060090"/>
                <a:ext cx="692894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/>
              <p14:cNvContentPartPr/>
              <p14:nvPr/>
            </p14:nvContentPartPr>
            <p14:xfrm>
              <a:off x="3687429" y="2277890"/>
              <a:ext cx="473400" cy="4788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80869" y="2068596"/>
                <a:ext cx="657360" cy="461389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/>
          <p:cNvSpPr/>
          <p:nvPr/>
        </p:nvSpPr>
        <p:spPr>
          <a:xfrm>
            <a:off x="4718304" y="783259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2400" b="1" dirty="0"/>
              <a:t>If I was to choose a pupil at random, what is the probability of selecting a Year 8 pupil</a:t>
            </a:r>
            <a:r>
              <a:rPr lang="en-GB" sz="2400" b="1" dirty="0" smtClean="0"/>
              <a:t>?</a:t>
            </a:r>
          </a:p>
          <a:p>
            <a:pPr algn="ctr"/>
            <a:endParaRPr lang="en-GB" sz="2400" b="1" dirty="0" smtClean="0"/>
          </a:p>
          <a:p>
            <a:pPr algn="ctr"/>
            <a:r>
              <a:rPr lang="en-GB" sz="2400" b="1" dirty="0" err="1" smtClean="0"/>
              <a:t>Pr</a:t>
            </a:r>
            <a:r>
              <a:rPr lang="en-GB" sz="2400" b="1" dirty="0" smtClean="0"/>
              <a:t>(Year 8) =</a:t>
            </a:r>
          </a:p>
          <a:p>
            <a:pPr algn="ctr"/>
            <a:endParaRPr lang="en-GB" sz="2400" b="1" dirty="0" smtClean="0"/>
          </a:p>
          <a:p>
            <a:pPr algn="ctr"/>
            <a:r>
              <a:rPr lang="en-GB" sz="2400" b="1" dirty="0"/>
              <a:t>What is the probability that a pupil selected at random will be a boy</a:t>
            </a:r>
            <a:r>
              <a:rPr lang="en-GB" sz="2400" b="1" dirty="0" smtClean="0"/>
              <a:t>? 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b="1" dirty="0" err="1" smtClean="0"/>
              <a:t>Pr</a:t>
            </a:r>
            <a:r>
              <a:rPr lang="en-GB" sz="2400" b="1" dirty="0" smtClean="0"/>
              <a:t>(boy) = 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b="1" dirty="0" smtClean="0"/>
              <a:t>If a Year 7 pupil is selected, what is the probability that they are a girl?</a:t>
            </a:r>
          </a:p>
          <a:p>
            <a:pPr algn="ctr"/>
            <a:endParaRPr lang="en-GB" sz="2400" b="1" dirty="0"/>
          </a:p>
          <a:p>
            <a:pPr algn="ctr"/>
            <a:r>
              <a:rPr lang="en-GB" sz="2400" b="1" dirty="0" err="1" smtClean="0"/>
              <a:t>Pr</a:t>
            </a:r>
            <a:r>
              <a:rPr lang="en-GB" sz="2400" b="1" dirty="0" smtClean="0"/>
              <a:t>(girl if Year 7) = </a:t>
            </a:r>
          </a:p>
        </p:txBody>
      </p:sp>
      <p:graphicFrame>
        <p:nvGraphicFramePr>
          <p:cNvPr id="51" name="Table 50"/>
          <p:cNvGraphicFramePr>
            <a:graphicFrameLocks noGrp="1"/>
          </p:cNvGraphicFramePr>
          <p:nvPr>
            <p:extLst/>
          </p:nvPr>
        </p:nvGraphicFramePr>
        <p:xfrm>
          <a:off x="482497" y="2673146"/>
          <a:ext cx="3816423" cy="1765608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2" name="Ink 51"/>
              <p14:cNvContentPartPr/>
              <p14:nvPr/>
            </p14:nvContentPartPr>
            <p14:xfrm>
              <a:off x="3688630" y="3159092"/>
              <a:ext cx="438840" cy="55080"/>
            </p14:xfrm>
          </p:contentPart>
        </mc:Choice>
        <mc:Fallback xmlns="">
          <p:pic>
            <p:nvPicPr>
              <p:cNvPr id="52" name="Ink 5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97910" y="2952812"/>
                <a:ext cx="60876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3" name="Ink 52"/>
              <p14:cNvContentPartPr/>
              <p14:nvPr/>
            </p14:nvContentPartPr>
            <p14:xfrm>
              <a:off x="3689710" y="4108052"/>
              <a:ext cx="443880" cy="33840"/>
            </p14:xfrm>
          </p:contentPart>
        </mc:Choice>
        <mc:Fallback xmlns="">
          <p:pic>
            <p:nvPicPr>
              <p:cNvPr id="53" name="Ink 5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00790" y="3925753"/>
                <a:ext cx="600480" cy="390434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2" name="Table 61"/>
          <p:cNvGraphicFramePr>
            <a:graphicFrameLocks noGrp="1"/>
          </p:cNvGraphicFramePr>
          <p:nvPr>
            <p:extLst/>
          </p:nvPr>
        </p:nvGraphicFramePr>
        <p:xfrm>
          <a:off x="482497" y="4530104"/>
          <a:ext cx="3816423" cy="1765608"/>
        </p:xfrm>
        <a:graphic>
          <a:graphicData uri="http://schemas.openxmlformats.org/drawingml/2006/table">
            <a:tbl>
              <a:tblPr/>
              <a:tblGrid>
                <a:gridCol w="74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57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4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0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Year 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8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Year 9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Boys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9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8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12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29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3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latin typeface="Calibri"/>
                          <a:ea typeface="Calibri"/>
                          <a:cs typeface="Times New Roman"/>
                        </a:rPr>
                        <a:t>Girls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10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  <a:endParaRPr lang="en-GB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21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0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>
                          <a:latin typeface="Calibri"/>
                          <a:ea typeface="Calibri"/>
                          <a:cs typeface="Times New Roman"/>
                        </a:rPr>
                        <a:t>TOTAL</a:t>
                      </a:r>
                      <a:endParaRPr lang="en-GB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latin typeface="Calibri"/>
                          <a:ea typeface="Calibri"/>
                          <a:cs typeface="Times New Roman"/>
                        </a:rPr>
                        <a:t>13</a:t>
                      </a:r>
                      <a:endParaRPr lang="en-GB" sz="18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18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19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 smtClean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Times New Roman"/>
                        </a:rPr>
                        <a:t>50</a:t>
                      </a:r>
                      <a:endParaRPr lang="en-GB" sz="18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3" name="Ink 62"/>
              <p14:cNvContentPartPr/>
              <p14:nvPr/>
            </p14:nvContentPartPr>
            <p14:xfrm>
              <a:off x="1411630" y="5464250"/>
              <a:ext cx="393120" cy="28440"/>
            </p14:xfrm>
          </p:contentPart>
        </mc:Choice>
        <mc:Fallback xmlns="">
          <p:pic>
            <p:nvPicPr>
              <p:cNvPr id="63" name="Ink 6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19110" y="5275250"/>
                <a:ext cx="53964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4" name="Ink 63"/>
              <p14:cNvContentPartPr/>
              <p14:nvPr/>
            </p14:nvContentPartPr>
            <p14:xfrm>
              <a:off x="1420630" y="5936570"/>
              <a:ext cx="400680" cy="32040"/>
            </p14:xfrm>
          </p:contentPart>
        </mc:Choice>
        <mc:Fallback xmlns="">
          <p:pic>
            <p:nvPicPr>
              <p:cNvPr id="64" name="Ink 6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20190" y="5753330"/>
                <a:ext cx="56628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571799" y="1739042"/>
                <a:ext cx="138001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𝟓𝟎</m:t>
                          </m:r>
                        </m:den>
                      </m:f>
                      <m:r>
                        <a:rPr lang="en-AU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799" y="1739042"/>
                <a:ext cx="1380015" cy="786177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168828" y="3544430"/>
                <a:ext cx="138001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𝟐𝟗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𝟓𝟎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8828" y="3544430"/>
                <a:ext cx="1380015" cy="786177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571799" y="5376578"/>
                <a:ext cx="1380015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AU" sz="2400" b="1" i="1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den>
                      </m:f>
                    </m:oMath>
                  </m:oMathPara>
                </a14:m>
                <a:endParaRPr lang="en-AU" sz="2400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799" y="5376578"/>
                <a:ext cx="1380015" cy="78617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46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43320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548141"/>
            <a:ext cx="29563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Success Criteria</a:t>
            </a:r>
            <a:endParaRPr lang="en-AU" sz="3200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505808" y="995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203200" y="795929"/>
            <a:ext cx="8873482" cy="2285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I will find probabilities from Venn diagrams.</a:t>
            </a:r>
            <a:endParaRPr lang="en-AU" dirty="0" smtClean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891" y="1845403"/>
            <a:ext cx="3058494" cy="3058494"/>
          </a:xfrm>
          <a:prstGeom prst="rect">
            <a:avLst/>
          </a:prstGeom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214418" y="3467784"/>
            <a:ext cx="10573257" cy="2285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 list sample spaces.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 calculate probabilities of single events.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 calculate probabilities of complementary events.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find probabilities from Venn diagrams.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118922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06" y="1654753"/>
            <a:ext cx="6591300" cy="438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10492" y="1654753"/>
            <a:ext cx="477812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There are three parts to this Venn Diagram. </a:t>
            </a:r>
          </a:p>
          <a:p>
            <a:endParaRPr lang="en-AU" sz="2800" dirty="0"/>
          </a:p>
          <a:p>
            <a:r>
              <a:rPr lang="en-AU" sz="2800" dirty="0"/>
              <a:t>What are they?</a:t>
            </a:r>
          </a:p>
          <a:p>
            <a:endParaRPr lang="en-AU" sz="2800" dirty="0"/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Things that are true for whales.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Things that are true for fish.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Things that are true for both whales and fish.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419110" y="1962163"/>
              <a:ext cx="4153680" cy="37666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5862" y="1794763"/>
                <a:ext cx="4357458" cy="413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/>
              <p14:cNvContentPartPr/>
              <p14:nvPr/>
            </p14:nvContentPartPr>
            <p14:xfrm>
              <a:off x="2628136" y="1916274"/>
              <a:ext cx="4184280" cy="391428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1216" y="1723332"/>
                <a:ext cx="4412520" cy="4356679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5C8009B-13BC-4159-9B35-F09E319FAFF3}"/>
              </a:ext>
            </a:extLst>
          </p:cNvPr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/>
              <p14:cNvContentPartPr/>
              <p14:nvPr/>
            </p14:nvContentPartPr>
            <p14:xfrm>
              <a:off x="2734956" y="2154043"/>
              <a:ext cx="1864800" cy="338292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37036" y="1941283"/>
                <a:ext cx="2072520" cy="381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479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096000" y="1690688"/>
            <a:ext cx="6019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A Venn diagram is a rectangle that contains all possible outcomes of an event, the universal set. It is represented by the symbol </a:t>
            </a:r>
            <a:r>
              <a:rPr lang="en-AU" sz="2800" b="1" dirty="0"/>
              <a:t>Ꜫ</a:t>
            </a:r>
            <a:r>
              <a:rPr lang="en-AU" sz="2800" dirty="0"/>
              <a:t>.</a:t>
            </a:r>
          </a:p>
          <a:p>
            <a:endParaRPr lang="en-AU" sz="2800" dirty="0"/>
          </a:p>
          <a:p>
            <a:r>
              <a:rPr lang="en-AU" sz="2800" dirty="0"/>
              <a:t>The outcomes of an event are contained in a circle, with a letter, such as </a:t>
            </a:r>
            <a:r>
              <a:rPr lang="en-AU" sz="2800" b="1" dirty="0"/>
              <a:t>A</a:t>
            </a:r>
            <a:r>
              <a:rPr lang="en-AU" sz="2800" dirty="0"/>
              <a:t>.</a:t>
            </a:r>
          </a:p>
          <a:p>
            <a:endParaRPr lang="en-AU" sz="2800" dirty="0"/>
          </a:p>
          <a:p>
            <a:r>
              <a:rPr lang="en-AU" sz="2800" dirty="0"/>
              <a:t>All the outcomes that don’t fit that event go outside the circle. They are </a:t>
            </a:r>
            <a:r>
              <a:rPr lang="en-AU" sz="2800" b="1" dirty="0"/>
              <a:t>A´ </a:t>
            </a:r>
            <a:r>
              <a:rPr lang="en-AU" sz="2800" dirty="0"/>
              <a:t>(not A).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/>
              <p14:cNvContentPartPr/>
              <p14:nvPr/>
            </p14:nvContentPartPr>
            <p14:xfrm>
              <a:off x="773568" y="2615532"/>
              <a:ext cx="250560" cy="59544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4768" y="2598612"/>
                <a:ext cx="304200" cy="64008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/>
          <p:cNvSpPr txBox="1"/>
          <p:nvPr/>
        </p:nvSpPr>
        <p:spPr>
          <a:xfrm>
            <a:off x="773568" y="2615532"/>
            <a:ext cx="941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Ꜫ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FE7E7B-19B2-43BD-97E9-DC64EAF17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125" y="2242551"/>
            <a:ext cx="5706281" cy="28336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B1D4642-01D4-49C8-93A9-CDB68E4458DC}"/>
                  </a:ext>
                </a:extLst>
              </p:cNvPr>
              <p:cNvSpPr/>
              <p:nvPr/>
            </p:nvSpPr>
            <p:spPr>
              <a:xfrm>
                <a:off x="405014" y="2415477"/>
                <a:ext cx="585515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>
                          <a:latin typeface="Cambria Math" panose="02040503050406030204" pitchFamily="18" charset="0"/>
                        </a:rPr>
                        <m:t>Ꜫ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B1D4642-01D4-49C8-93A9-CDB68E4458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14" y="2415477"/>
                <a:ext cx="585515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BA41E66-7FCD-4FAC-B951-FBAA6C57DCAB}"/>
              </a:ext>
            </a:extLst>
          </p:cNvPr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</p:spTree>
    <p:extLst>
      <p:ext uri="{BB962C8B-B14F-4D97-AF65-F5344CB8AC3E}">
        <p14:creationId xmlns:p14="http://schemas.microsoft.com/office/powerpoint/2010/main" val="176619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557875" y="1027906"/>
            <a:ext cx="46729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1429078"/>
            <a:ext cx="104487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If we roll a dice and we are interested in rolling even numbers only</a:t>
            </a:r>
          </a:p>
          <a:p>
            <a:r>
              <a:rPr lang="en-AU" sz="2800" b="1" dirty="0"/>
              <a:t>Ꜫ = (1, 2, 3, 4, 5, 6)							</a:t>
            </a:r>
            <a:r>
              <a:rPr lang="en-AU" sz="2800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/>
              <p14:cNvContentPartPr/>
              <p14:nvPr/>
            </p14:nvContentPartPr>
            <p14:xfrm>
              <a:off x="3331323" y="2816569"/>
              <a:ext cx="180720" cy="52560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05403" y="2789929"/>
                <a:ext cx="233640" cy="57528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Rectangle 9"/>
          <p:cNvSpPr/>
          <p:nvPr/>
        </p:nvSpPr>
        <p:spPr>
          <a:xfrm>
            <a:off x="3331323" y="2845913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/>
              <a:t>Ꜫ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717856" y="1842878"/>
            <a:ext cx="1985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A = (2, 4, 6)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7702278" y="1873281"/>
            <a:ext cx="2518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A´ = (1, 3, 5)</a:t>
            </a:r>
            <a:endParaRPr lang="en-AU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04960-E602-4578-B5A0-51DAF7D8A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3575" y="2547264"/>
            <a:ext cx="8324850" cy="4133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21F86CD-0229-43CB-960E-2988A975283B}"/>
                  </a:ext>
                </a:extLst>
              </p:cNvPr>
              <p:cNvSpPr/>
              <p:nvPr/>
            </p:nvSpPr>
            <p:spPr>
              <a:xfrm>
                <a:off x="2167519" y="2784357"/>
                <a:ext cx="585515" cy="76944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i="1">
                          <a:latin typeface="Cambria Math" panose="02040503050406030204" pitchFamily="18" charset="0"/>
                        </a:rPr>
                        <m:t>Ꜫ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21F86CD-0229-43CB-960E-2988A9752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519" y="2784357"/>
                <a:ext cx="585515" cy="76944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4555031-3A65-44B3-9D06-77AB64267D0B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</p:spTree>
    <p:extLst>
      <p:ext uri="{BB962C8B-B14F-4D97-AF65-F5344CB8AC3E}">
        <p14:creationId xmlns:p14="http://schemas.microsoft.com/office/powerpoint/2010/main" val="167810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557875" y="1027906"/>
            <a:ext cx="46729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838200" y="1429078"/>
            <a:ext cx="104487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If we roll a dice and we are interested in rolling square numbers only, </a:t>
            </a:r>
          </a:p>
          <a:p>
            <a:r>
              <a:rPr lang="en-AU" sz="2800" b="1" dirty="0"/>
              <a:t>Ꜫ = ( ? )		A = ( ? )		 A´ = ( ? )			</a:t>
            </a:r>
            <a:r>
              <a:rPr lang="en-AU" sz="2800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3570003" y="2915209"/>
              <a:ext cx="372600" cy="4438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50563" y="2901529"/>
                <a:ext cx="403560" cy="477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C1F0F26-1106-4C8C-9ECB-6A717F19D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287" y="2450753"/>
            <a:ext cx="8353425" cy="40481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159130" y="2659559"/>
                <a:ext cx="585515" cy="76944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i="1">
                          <a:latin typeface="Cambria Math" panose="02040503050406030204" pitchFamily="18" charset="0"/>
                        </a:rPr>
                        <m:t>Ꜫ</m:t>
                      </m:r>
                    </m:oMath>
                  </m:oMathPara>
                </a14:m>
                <a:endParaRPr lang="en-AU" sz="44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130" y="2659559"/>
                <a:ext cx="585515" cy="76944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91A0E7B-C932-4B6F-BEDB-157262C8533F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40545" y="4353217"/>
            <a:ext cx="1497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1, 4</a:t>
            </a:r>
            <a:endParaRPr lang="en-AU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8505051" y="5285382"/>
            <a:ext cx="1497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2, 3, 5, 6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19111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35D7BC-74AE-424E-BC1A-8270B4D33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125" y="3177752"/>
            <a:ext cx="6296701" cy="30747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0182" y="-192074"/>
            <a:ext cx="8820323" cy="1325563"/>
          </a:xfrm>
        </p:spPr>
        <p:txBody>
          <a:bodyPr>
            <a:noAutofit/>
          </a:bodyPr>
          <a:lstStyle/>
          <a:p>
            <a:pPr algn="ctr"/>
            <a:r>
              <a:rPr lang="en-AU" sz="3600" b="1" dirty="0">
                <a:latin typeface="+mn-lt"/>
              </a:rPr>
              <a:t>Finding probabilities with Venn diagrams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42724" y="978744"/>
                <a:ext cx="10515600" cy="2175669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AU" dirty="0"/>
                  <a:t>Pr(event)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𝑠𝑢𝑐𝑐𝑒𝑠𝑠𝑓𝑢𝑙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den>
                    </m:f>
                  </m:oMath>
                </a14:m>
                <a:endParaRPr lang="en-AU" dirty="0"/>
              </a:p>
              <a:p>
                <a:pPr marL="0" indent="0" algn="ctr">
                  <a:buNone/>
                </a:pPr>
                <a:endParaRPr lang="en-AU" sz="1200" dirty="0"/>
              </a:p>
              <a:p>
                <a:pPr marL="0" indent="0" algn="ctr">
                  <a:buNone/>
                </a:pPr>
                <a:r>
                  <a:rPr lang="en-AU" sz="3200" b="1" dirty="0" err="1"/>
                  <a:t>Pr</a:t>
                </a:r>
                <a:r>
                  <a:rPr lang="en-AU" sz="3200" b="1" dirty="0"/>
                  <a:t>(A)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𝒏𝒖𝒎𝒃𝒆𝒓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𝒐𝒇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𝒐𝒖𝒕𝒄𝒐𝒎𝒆𝒔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𝒊𝒏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𝒔𝒆𝒕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num>
                      <m:den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𝒏𝒖𝒎𝒃𝒆𝒓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𝒐𝒇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𝒐𝒖𝒕𝒄𝒐𝒎𝒆𝒔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𝒊𝒏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𝒕𝒉𝒆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𝒖𝒏𝒊𝒗𝒆𝒓𝒔𝒂𝒍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𝒔𝒆𝒕</m:t>
                        </m:r>
                      </m:den>
                    </m:f>
                  </m:oMath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2724" y="978744"/>
                <a:ext cx="10515600" cy="2175669"/>
              </a:xfrm>
              <a:blipFill rotWithShape="0">
                <a:blip r:embed="rId3"/>
                <a:stretch>
                  <a:fillRect t="-2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/>
              <p14:cNvContentPartPr/>
              <p14:nvPr/>
            </p14:nvContentPartPr>
            <p14:xfrm>
              <a:off x="4087955" y="4150414"/>
              <a:ext cx="2447479" cy="1700624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1835" y="4140694"/>
                <a:ext cx="2466558" cy="17211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9387055" y="3617647"/>
                <a:ext cx="2743450" cy="981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4000" b="1" dirty="0" smtClean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Pr(A)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4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4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𝟐</m:t>
                        </m:r>
                      </m:num>
                      <m:den>
                        <m:r>
                          <a:rPr lang="en-AU" sz="4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𝟔</m:t>
                        </m:r>
                      </m:den>
                    </m:f>
                  </m:oMath>
                </a14:m>
                <a:endParaRPr lang="en-AU" sz="4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7055" y="3617647"/>
                <a:ext cx="2743450" cy="981487"/>
              </a:xfrm>
              <a:prstGeom prst="rect">
                <a:avLst/>
              </a:prstGeom>
              <a:blipFill rotWithShape="0">
                <a:blip r:embed="rId6"/>
                <a:stretch>
                  <a:fillRect l="-8000" b="-130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212327F-58FE-41B7-8FDD-036817452025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B77BEC75-F54E-4AB9-AA12-5C14D67C19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5872" y="3354419"/>
                <a:ext cx="2104303" cy="315161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3200" b="1" dirty="0" err="1"/>
                  <a:t>Pr</a:t>
                </a:r>
                <a:r>
                  <a:rPr lang="en-AU" sz="3200" b="1" dirty="0"/>
                  <a:t>(A)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Ꜫ</m:t>
                        </m:r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AU" sz="32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14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sz="3200" b="1" dirty="0"/>
                  <a:t>n(A) = 2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1400" b="1" dirty="0"/>
              </a:p>
              <a:p>
                <a:pPr marL="0" indent="0">
                  <a:buNone/>
                </a:pPr>
                <a:r>
                  <a:rPr lang="en-AU" sz="3200" b="1" dirty="0"/>
                  <a:t>n(</a:t>
                </a:r>
                <a:r>
                  <a:rPr lang="en-AU" sz="32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Ꜫ) = 6</a:t>
                </a:r>
                <a:endParaRPr lang="en-AU" sz="32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sz="2400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77BEC75-F54E-4AB9-AA12-5C14D67C1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72" y="3354419"/>
                <a:ext cx="2104303" cy="3151617"/>
              </a:xfrm>
              <a:prstGeom prst="rect">
                <a:avLst/>
              </a:prstGeom>
              <a:blipFill rotWithShape="0">
                <a:blip r:embed="rId7"/>
                <a:stretch>
                  <a:fillRect l="-7536" t="-1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0487483" y="4930227"/>
                <a:ext cx="1032847" cy="10175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 </m:t>
                      </m:r>
                      <m:f>
                        <m:fPr>
                          <m:ctrlPr>
                            <a:rPr lang="en-AU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AU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𝟏</m:t>
                          </m:r>
                        </m:num>
                        <m:den>
                          <m:r>
                            <a:rPr lang="en-AU" sz="32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AU" sz="32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7483" y="4930227"/>
                <a:ext cx="1032847" cy="101752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8587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269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AU" sz="2400" dirty="0"/>
              <a:t>	</a:t>
            </a:r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092813" y="1229162"/>
                <a:ext cx="4020613" cy="4938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>
                    <a:solidFill>
                      <a:srgbClr val="C00000"/>
                    </a:solidFill>
                  </a:rPr>
                  <a:t>(a) n(A) = 32	</a:t>
                </a:r>
              </a:p>
              <a:p>
                <a:r>
                  <a:rPr lang="en-AU" sz="3200" b="1" dirty="0">
                    <a:solidFill>
                      <a:srgbClr val="C00000"/>
                    </a:solidFill>
                  </a:rPr>
                  <a:t>	</a:t>
                </a:r>
              </a:p>
              <a:p>
                <a:r>
                  <a:rPr lang="en-AU" sz="3200" b="1" dirty="0">
                    <a:solidFill>
                      <a:srgbClr val="C00000"/>
                    </a:solidFill>
                  </a:rPr>
                  <a:t>(b) n(A´) = 8</a:t>
                </a:r>
              </a:p>
              <a:p>
                <a:r>
                  <a:rPr lang="en-AU" sz="3200" b="1" dirty="0">
                    <a:solidFill>
                      <a:srgbClr val="C00000"/>
                    </a:solidFill>
                  </a:rPr>
                  <a:t>		</a:t>
                </a:r>
              </a:p>
              <a:p>
                <a:r>
                  <a:rPr lang="en-AU" sz="3200" b="1" dirty="0">
                    <a:solidFill>
                      <a:srgbClr val="C00000"/>
                    </a:solidFill>
                  </a:rPr>
                  <a:t>(c) n(</a:t>
                </a:r>
                <a:r>
                  <a:rPr lang="en-AU" sz="3200" b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Ꜫ) = 40</a:t>
                </a:r>
              </a:p>
              <a:p>
                <a:endParaRPr lang="en-AU" sz="3200" b="1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AU" sz="3200" b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(d) </a:t>
                </a:r>
                <a:r>
                  <a:rPr lang="en-AU" sz="3200" b="1" dirty="0" err="1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</a:t>
                </a:r>
                <a:r>
                  <a:rPr lang="en-AU" sz="3200" b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(A)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𝟑𝟐</m:t>
                        </m:r>
                      </m:num>
                      <m:den>
                        <m:r>
                          <a:rPr lang="en-AU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𝟒𝟎</m:t>
                        </m:r>
                      </m:den>
                    </m:f>
                    <m:r>
                      <a:rPr lang="en-AU" sz="32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 </m:t>
                    </m:r>
                    <m:f>
                      <m:fPr>
                        <m:ctrlPr>
                          <a:rPr lang="en-AU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𝟒</m:t>
                        </m:r>
                      </m:num>
                      <m:den>
                        <m:r>
                          <a:rPr lang="en-AU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AU" sz="3200" b="1" dirty="0">
                    <a:solidFill>
                      <a:srgbClr val="C00000"/>
                    </a:solidFill>
                  </a:rPr>
                  <a:t>	</a:t>
                </a:r>
              </a:p>
              <a:p>
                <a:r>
                  <a:rPr lang="en-AU" sz="3200" b="1" dirty="0">
                    <a:solidFill>
                      <a:srgbClr val="C00000"/>
                    </a:solidFill>
                  </a:rPr>
                  <a:t>	</a:t>
                </a:r>
              </a:p>
              <a:p>
                <a:r>
                  <a:rPr lang="en-AU" sz="3200" b="1" dirty="0">
                    <a:solidFill>
                      <a:srgbClr val="C00000"/>
                    </a:solidFill>
                  </a:rPr>
                  <a:t>(e) </a:t>
                </a:r>
                <a:r>
                  <a:rPr lang="en-AU" sz="3200" b="1" dirty="0" err="1">
                    <a:solidFill>
                      <a:srgbClr val="C00000"/>
                    </a:solidFill>
                  </a:rPr>
                  <a:t>Pr</a:t>
                </a:r>
                <a:r>
                  <a:rPr lang="en-AU" sz="3200" b="1" dirty="0">
                    <a:solidFill>
                      <a:srgbClr val="C00000"/>
                    </a:solidFill>
                  </a:rPr>
                  <a:t>(A´)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AU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𝟒𝟎</m:t>
                        </m:r>
                      </m:den>
                    </m:f>
                  </m:oMath>
                </a14:m>
                <a:r>
                  <a:rPr lang="en-AU" sz="3200" b="1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3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endParaRPr lang="en-AU" sz="32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2813" y="1229162"/>
                <a:ext cx="4020613" cy="4938403"/>
              </a:xfrm>
              <a:prstGeom prst="rect">
                <a:avLst/>
              </a:prstGeom>
              <a:blipFill rotWithShape="0">
                <a:blip r:embed="rId2"/>
                <a:stretch>
                  <a:fillRect l="-3945" t="-1605" b="-16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/>
              <p14:cNvContentPartPr/>
              <p14:nvPr/>
            </p14:nvContentPartPr>
            <p14:xfrm>
              <a:off x="6167763" y="2196289"/>
              <a:ext cx="113760" cy="23940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50843" y="2179369"/>
                <a:ext cx="144720" cy="273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Rectangle 10"/>
          <p:cNvSpPr/>
          <p:nvPr/>
        </p:nvSpPr>
        <p:spPr>
          <a:xfrm>
            <a:off x="6077006" y="2131323"/>
            <a:ext cx="2952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/>
              <a:t>Ꜫ</a:t>
            </a:r>
            <a:endParaRPr lang="en-AU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287969D-9A48-4737-8AFA-DBFEB7386AB3}"/>
              </a:ext>
            </a:extLst>
          </p:cNvPr>
          <p:cNvSpPr txBox="1">
            <a:spLocks/>
          </p:cNvSpPr>
          <p:nvPr/>
        </p:nvSpPr>
        <p:spPr>
          <a:xfrm>
            <a:off x="3310182" y="-192074"/>
            <a:ext cx="882032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3600" b="1" dirty="0">
                <a:latin typeface="+mn-lt"/>
              </a:rPr>
              <a:t>Finding probabilities with Venn diagrams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195FD8-135A-48DF-82FF-83439315A203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EEC864-8007-4440-8B80-B0F24C8DC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587" y="989363"/>
            <a:ext cx="7591946" cy="25127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0A80A3-4B06-4BB6-8B5E-16A392F7E6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933" y="3698363"/>
            <a:ext cx="5895975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19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73" y="2262790"/>
            <a:ext cx="6591300" cy="438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15992" y="1486647"/>
            <a:ext cx="5076008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Anything you can tell me about whales OR fish is the </a:t>
            </a:r>
            <a:r>
              <a:rPr lang="en-AU" sz="2800" b="1" dirty="0">
                <a:highlight>
                  <a:srgbClr val="FFFF00"/>
                </a:highlight>
              </a:rPr>
              <a:t>union</a:t>
            </a:r>
            <a:r>
              <a:rPr lang="en-AU" sz="2800" dirty="0"/>
              <a:t> of whales and fish.</a:t>
            </a:r>
          </a:p>
          <a:p>
            <a:pPr algn="ctr"/>
            <a:endParaRPr lang="en-AU" sz="1200" dirty="0"/>
          </a:p>
          <a:p>
            <a:pPr algn="ctr"/>
            <a:r>
              <a:rPr lang="en-AU" sz="2800" dirty="0"/>
              <a:t>Anything that is common to whales AND fish is the </a:t>
            </a:r>
            <a:r>
              <a:rPr lang="en-AU" sz="2800" b="1" dirty="0">
                <a:highlight>
                  <a:srgbClr val="FF00FF"/>
                </a:highlight>
              </a:rPr>
              <a:t>intersection</a:t>
            </a:r>
            <a:r>
              <a:rPr lang="en-AU" sz="2800" dirty="0"/>
              <a:t> of whales and fish.</a:t>
            </a:r>
          </a:p>
          <a:p>
            <a:pPr algn="ctr"/>
            <a:endParaRPr lang="en-AU" sz="1200" dirty="0"/>
          </a:p>
          <a:p>
            <a:pPr algn="ctr"/>
            <a:r>
              <a:rPr lang="en-AU" sz="2800" dirty="0"/>
              <a:t>The </a:t>
            </a:r>
            <a:r>
              <a:rPr lang="en-AU" sz="2800" b="1" dirty="0"/>
              <a:t>union</a:t>
            </a:r>
            <a:r>
              <a:rPr lang="en-AU" sz="2800" dirty="0"/>
              <a:t> of A and B is everything in A </a:t>
            </a:r>
            <a:r>
              <a:rPr lang="en-AU" sz="2800" b="1" dirty="0"/>
              <a:t>or</a:t>
            </a:r>
            <a:r>
              <a:rPr lang="en-AU" sz="2800" dirty="0"/>
              <a:t> B.</a:t>
            </a:r>
          </a:p>
          <a:p>
            <a:pPr algn="ctr"/>
            <a:endParaRPr lang="en-AU" sz="1200" dirty="0"/>
          </a:p>
          <a:p>
            <a:pPr algn="ctr"/>
            <a:r>
              <a:rPr lang="en-AU" sz="2800" dirty="0"/>
              <a:t>The </a:t>
            </a:r>
            <a:r>
              <a:rPr lang="en-AU" sz="2800" b="1" dirty="0"/>
              <a:t>intersection</a:t>
            </a:r>
            <a:r>
              <a:rPr lang="en-AU" sz="2800" dirty="0"/>
              <a:t> of A and B is everything that’s in </a:t>
            </a:r>
            <a:r>
              <a:rPr lang="en-AU" sz="2800" b="1" dirty="0"/>
              <a:t>both</a:t>
            </a:r>
            <a:r>
              <a:rPr lang="en-AU" sz="2800" dirty="0"/>
              <a:t> A </a:t>
            </a:r>
            <a:r>
              <a:rPr lang="en-AU" sz="2800" b="1" dirty="0"/>
              <a:t>and</a:t>
            </a:r>
            <a:r>
              <a:rPr lang="en-AU" sz="2800" dirty="0"/>
              <a:t> B.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414036" y="2470722"/>
              <a:ext cx="6566760" cy="38260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842" y="2285665"/>
                <a:ext cx="6789228" cy="42393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/>
              <p14:cNvContentPartPr/>
              <p14:nvPr/>
            </p14:nvContentPartPr>
            <p14:xfrm>
              <a:off x="2528316" y="2589522"/>
              <a:ext cx="2065680" cy="372312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17815" y="2386502"/>
                <a:ext cx="2290281" cy="4151479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5B093335-D1CF-4D7A-883A-513A6ABE44EA}"/>
              </a:ext>
            </a:extLst>
          </p:cNvPr>
          <p:cNvSpPr txBox="1">
            <a:spLocks/>
          </p:cNvSpPr>
          <p:nvPr/>
        </p:nvSpPr>
        <p:spPr>
          <a:xfrm>
            <a:off x="4052205" y="0"/>
            <a:ext cx="81397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sz="5400" b="1" dirty="0">
                <a:latin typeface="+mn-lt"/>
              </a:rPr>
              <a:t>Unions and Intersections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DBE4C2-0838-49A0-88AA-CADD633B6F4C}"/>
              </a:ext>
            </a:extLst>
          </p:cNvPr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035" y="1135538"/>
            <a:ext cx="4859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 smtClean="0">
                <a:highlight>
                  <a:srgbClr val="FFFF00"/>
                </a:highlight>
              </a:rPr>
              <a:t>OR = Union (all circles) </a:t>
            </a:r>
            <a:r>
              <a:rPr lang="en-AU" sz="2800" dirty="0" smtClean="0"/>
              <a:t>  </a:t>
            </a:r>
          </a:p>
          <a:p>
            <a:pPr algn="ctr"/>
            <a:r>
              <a:rPr lang="en-AU" sz="2800" b="1" dirty="0" smtClean="0">
                <a:highlight>
                  <a:srgbClr val="FF00FF"/>
                </a:highlight>
              </a:rPr>
              <a:t>AND = Intersection (overlap)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91030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07" y="953669"/>
            <a:ext cx="8311269" cy="40428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57875" y="1027906"/>
            <a:ext cx="46729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555031-3A65-44B3-9D06-77AB64267D0B}"/>
              </a:ext>
            </a:extLst>
          </p:cNvPr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5" y="5396679"/>
            <a:ext cx="1400254" cy="1400254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133" y="1808783"/>
            <a:ext cx="1856260" cy="1313982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5838" y="4742567"/>
            <a:ext cx="1466850" cy="1981200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9042" y="5158309"/>
            <a:ext cx="1679818" cy="158276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247" y="5126956"/>
            <a:ext cx="1550006" cy="168262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9662" y="5102446"/>
            <a:ext cx="2121585" cy="169448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9092" y="3217259"/>
            <a:ext cx="1812720" cy="144397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25148" y="143625"/>
            <a:ext cx="1162317" cy="14964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0195" y="2803326"/>
            <a:ext cx="1391130" cy="12660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27" y="4247392"/>
            <a:ext cx="1604395" cy="8276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1629" y="5165145"/>
            <a:ext cx="1933628" cy="1468349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6989" y="701261"/>
            <a:ext cx="1504950" cy="1924050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19971" y="1963058"/>
            <a:ext cx="632139" cy="808177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4024" y="2111294"/>
            <a:ext cx="649269" cy="590892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6090" y="2460206"/>
            <a:ext cx="1268502" cy="654399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248" y="2627672"/>
            <a:ext cx="758995" cy="758995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5503" y="3114605"/>
            <a:ext cx="600013" cy="651351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6167" y="3621967"/>
            <a:ext cx="839909" cy="791381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1743" y="3585844"/>
            <a:ext cx="722505" cy="577057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89869" y="3245091"/>
            <a:ext cx="860471" cy="653420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8304" y="3551235"/>
            <a:ext cx="759175" cy="1025379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4525" y="3031696"/>
            <a:ext cx="741008" cy="590271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101" y="1868511"/>
            <a:ext cx="1122104" cy="794298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10370" y="2367147"/>
            <a:ext cx="453304" cy="5836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/>
              <p14:cNvContentPartPr/>
              <p14:nvPr/>
            </p14:nvContentPartPr>
            <p14:xfrm>
              <a:off x="4360821" y="1739400"/>
              <a:ext cx="3196440" cy="38736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54341" y="1727160"/>
                <a:ext cx="3214440" cy="41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228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07" y="953669"/>
            <a:ext cx="8311269" cy="40428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57875" y="1027906"/>
            <a:ext cx="46729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971" y="1963058"/>
            <a:ext cx="632139" cy="808177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914" y="2144424"/>
            <a:ext cx="649269" cy="590892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090" y="2460206"/>
            <a:ext cx="1268502" cy="654399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248" y="2627672"/>
            <a:ext cx="758995" cy="758995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5503" y="3114605"/>
            <a:ext cx="600013" cy="651351"/>
          </a:xfrm>
          <a:prstGeom prst="rect">
            <a:avLst/>
          </a:prstGeom>
        </p:spPr>
      </p:pic>
      <p:pic>
        <p:nvPicPr>
          <p:cNvPr id="61" name="Picture 6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6167" y="3621967"/>
            <a:ext cx="839909" cy="791381"/>
          </a:xfrm>
          <a:prstGeom prst="rect">
            <a:avLst/>
          </a:prstGeom>
        </p:spPr>
      </p:pic>
      <p:pic>
        <p:nvPicPr>
          <p:cNvPr id="62" name="Picture 6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1743" y="3585844"/>
            <a:ext cx="722505" cy="577057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9869" y="3245091"/>
            <a:ext cx="860471" cy="653420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98304" y="3551235"/>
            <a:ext cx="759175" cy="1025379"/>
          </a:xfrm>
          <a:prstGeom prst="rect">
            <a:avLst/>
          </a:prstGeom>
        </p:spPr>
      </p:pic>
      <p:pic>
        <p:nvPicPr>
          <p:cNvPr id="65" name="Picture 6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84525" y="3031696"/>
            <a:ext cx="741008" cy="590271"/>
          </a:xfrm>
          <a:prstGeom prst="rect">
            <a:avLst/>
          </a:prstGeom>
        </p:spPr>
      </p:pic>
      <p:pic>
        <p:nvPicPr>
          <p:cNvPr id="67" name="Picture 6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72101" y="1868511"/>
            <a:ext cx="1122104" cy="794298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0370" y="2367147"/>
            <a:ext cx="453304" cy="5836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/>
              <p14:cNvContentPartPr/>
              <p14:nvPr/>
            </p14:nvContentPartPr>
            <p14:xfrm>
              <a:off x="4360821" y="1739400"/>
              <a:ext cx="3196440" cy="38736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54341" y="1727160"/>
                <a:ext cx="3214440" cy="41364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TextBox 30"/>
          <p:cNvSpPr txBox="1"/>
          <p:nvPr/>
        </p:nvSpPr>
        <p:spPr>
          <a:xfrm>
            <a:off x="473377" y="5129447"/>
            <a:ext cx="2526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(a) </a:t>
            </a:r>
            <a:r>
              <a:rPr lang="en-AU" sz="3200" b="1" dirty="0" err="1" smtClean="0"/>
              <a:t>Pr</a:t>
            </a:r>
            <a:r>
              <a:rPr lang="en-AU" sz="3200" b="1" dirty="0" smtClean="0"/>
              <a:t>(A) =</a:t>
            </a:r>
            <a:endParaRPr lang="en-AU" sz="32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473377" y="5950138"/>
            <a:ext cx="2526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(d) </a:t>
            </a:r>
            <a:r>
              <a:rPr lang="en-AU" sz="3200" b="1" dirty="0" err="1" smtClean="0"/>
              <a:t>Pr</a:t>
            </a:r>
            <a:r>
              <a:rPr lang="en-AU" sz="3200" b="1" dirty="0" smtClean="0"/>
              <a:t>(A’) =</a:t>
            </a:r>
            <a:endParaRPr lang="en-AU" sz="32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8104592" y="5129447"/>
            <a:ext cx="3126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(c) </a:t>
            </a:r>
            <a:r>
              <a:rPr lang="en-AU" sz="3200" b="1" dirty="0" err="1" smtClean="0"/>
              <a:t>Pr</a:t>
            </a:r>
            <a:r>
              <a:rPr lang="en-AU" sz="3200" b="1" dirty="0" smtClean="0"/>
              <a:t>(A and B) =</a:t>
            </a:r>
            <a:endParaRPr lang="en-AU" sz="3200" b="1" dirty="0"/>
          </a:p>
        </p:txBody>
      </p:sp>
      <p:sp>
        <p:nvSpPr>
          <p:cNvPr id="37" name="TextBox 36"/>
          <p:cNvSpPr txBox="1"/>
          <p:nvPr/>
        </p:nvSpPr>
        <p:spPr>
          <a:xfrm>
            <a:off x="8104592" y="5950139"/>
            <a:ext cx="2835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(f) </a:t>
            </a:r>
            <a:r>
              <a:rPr lang="en-AU" sz="3200" b="1" dirty="0" err="1" smtClean="0"/>
              <a:t>Pr</a:t>
            </a:r>
            <a:r>
              <a:rPr lang="en-AU" sz="3200" b="1" dirty="0" smtClean="0"/>
              <a:t>(A or B) =</a:t>
            </a:r>
            <a:endParaRPr lang="en-AU" sz="32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4456626" y="5143817"/>
            <a:ext cx="2526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(b) </a:t>
            </a:r>
            <a:r>
              <a:rPr lang="en-AU" sz="3200" b="1" dirty="0" err="1" smtClean="0"/>
              <a:t>Pr</a:t>
            </a:r>
            <a:r>
              <a:rPr lang="en-AU" sz="3200" b="1" dirty="0" smtClean="0"/>
              <a:t>(B) =</a:t>
            </a:r>
            <a:endParaRPr lang="en-AU" sz="320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4456626" y="5964508"/>
            <a:ext cx="2526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 smtClean="0"/>
              <a:t>(e) </a:t>
            </a:r>
            <a:r>
              <a:rPr lang="en-AU" sz="3200" b="1" dirty="0" err="1" smtClean="0"/>
              <a:t>Pr</a:t>
            </a:r>
            <a:r>
              <a:rPr lang="en-AU" sz="3200" b="1" dirty="0" smtClean="0"/>
              <a:t>(B’) =</a:t>
            </a:r>
            <a:endParaRPr lang="en-AU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2219566" y="5143817"/>
                <a:ext cx="2237060" cy="832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32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den>
                    </m:f>
                  </m:oMath>
                </a14:m>
                <a:r>
                  <a:rPr lang="en-AU" sz="3200" b="1" dirty="0" smtClean="0">
                    <a:solidFill>
                      <a:srgbClr val="C00000"/>
                    </a:solidFill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32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AU" sz="3200" b="1" dirty="0" smtClean="0">
                    <a:solidFill>
                      <a:srgbClr val="C00000"/>
                    </a:solidFill>
                  </a:rPr>
                  <a:t> </a:t>
                </a:r>
                <a:endParaRPr lang="en-AU" sz="32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566" y="5143817"/>
                <a:ext cx="2237060" cy="832344"/>
              </a:xfrm>
              <a:prstGeom prst="rect">
                <a:avLst/>
              </a:prstGeom>
              <a:blipFill>
                <a:blip r:embed="rId17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/>
              <p:cNvSpPr txBox="1"/>
              <p:nvPr/>
            </p:nvSpPr>
            <p:spPr>
              <a:xfrm>
                <a:off x="6012378" y="4969000"/>
                <a:ext cx="1296703" cy="9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AU" sz="28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AU" sz="28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378" y="4969000"/>
                <a:ext cx="1296703" cy="90774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10731443" y="4950191"/>
                <a:ext cx="1013859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AU" sz="28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AU" sz="28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1443" y="4950191"/>
                <a:ext cx="1013859" cy="89896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2291592" y="5950138"/>
                <a:ext cx="1416496" cy="8013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AU" sz="32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den>
                    </m:f>
                  </m:oMath>
                </a14:m>
                <a:r>
                  <a:rPr lang="en-AU" sz="3200" b="1" dirty="0">
                    <a:solidFill>
                      <a:srgbClr val="C00000"/>
                    </a:solidFill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32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AU" sz="3200" b="1" dirty="0">
                    <a:solidFill>
                      <a:srgbClr val="C00000"/>
                    </a:solidFill>
                  </a:rPr>
                  <a:t> </a:t>
                </a:r>
                <a:endParaRPr lang="en-AU" sz="32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592" y="5950138"/>
                <a:ext cx="1416496" cy="801310"/>
              </a:xfrm>
              <a:prstGeom prst="rect">
                <a:avLst/>
              </a:prstGeom>
              <a:blipFill>
                <a:blip r:embed="rId20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6239461" y="5980698"/>
                <a:ext cx="972536" cy="89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AU" sz="2800" b="1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AU" sz="28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461" y="5980698"/>
                <a:ext cx="972536" cy="89614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10570334" y="5950137"/>
                <a:ext cx="1490778" cy="8323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AU" sz="32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den>
                    </m:f>
                  </m:oMath>
                </a14:m>
                <a:r>
                  <a:rPr lang="en-AU" sz="3200" b="1" dirty="0">
                    <a:solidFill>
                      <a:srgbClr val="C00000"/>
                    </a:solidFill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32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AU" sz="3200" b="1" dirty="0">
                    <a:solidFill>
                      <a:srgbClr val="C00000"/>
                    </a:solidFill>
                  </a:rPr>
                  <a:t> </a:t>
                </a:r>
                <a:endParaRPr lang="en-AU" sz="32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0334" y="5950137"/>
                <a:ext cx="1490778" cy="832344"/>
              </a:xfrm>
              <a:prstGeom prst="rect">
                <a:avLst/>
              </a:prstGeom>
              <a:blipFill>
                <a:blip r:embed="rId22"/>
                <a:stretch>
                  <a:fillRect b="-80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24555031-3A65-44B3-9D06-77AB64267D0B}"/>
              </a:ext>
            </a:extLst>
          </p:cNvPr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5533402" y="2909843"/>
                <a:ext cx="20165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1EB4D608-DDAA-4C25-AA55-0B2AF7AB6F6F}" type="mathplaceholder">
                        <a:rPr lang="en-AU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402" y="2909843"/>
                <a:ext cx="2016578" cy="276999"/>
              </a:xfrm>
              <a:prstGeom prst="rect">
                <a:avLst/>
              </a:prstGeom>
              <a:blipFill>
                <a:blip r:embed="rId23"/>
                <a:stretch>
                  <a:fillRect l="-3625" r="-2719" b="-326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14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7" grpId="0"/>
      <p:bldP spid="40" grpId="0"/>
      <p:bldP spid="43" grpId="0"/>
      <p:bldP spid="44" grpId="0"/>
      <p:bldP spid="45" grpId="0"/>
      <p:bldP spid="28" grpId="0"/>
      <p:bldP spid="29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6A5432-5DD5-4EFB-AC97-3D88CC5A0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61" y="1689994"/>
            <a:ext cx="6992002" cy="33548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92930" y="1219097"/>
            <a:ext cx="461853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There are 4 areas to this Venn diagram.</a:t>
            </a:r>
          </a:p>
          <a:p>
            <a:pPr algn="ctr"/>
            <a:endParaRPr lang="en-AU" sz="2400" b="1" dirty="0"/>
          </a:p>
          <a:p>
            <a:pPr algn="ctr"/>
            <a:r>
              <a:rPr lang="en-AU" sz="2400" b="1" dirty="0">
                <a:solidFill>
                  <a:srgbClr val="CC0066"/>
                </a:solidFill>
              </a:rPr>
              <a:t>This is the intersection of A and B. It is where both A and B occur.</a:t>
            </a:r>
          </a:p>
          <a:p>
            <a:pPr algn="ctr"/>
            <a:endParaRPr lang="en-AU" sz="2400" b="1" dirty="0"/>
          </a:p>
          <a:p>
            <a:pPr algn="ctr"/>
            <a:r>
              <a:rPr lang="en-AU" sz="2400" b="1" dirty="0">
                <a:solidFill>
                  <a:srgbClr val="002060"/>
                </a:solidFill>
              </a:rPr>
              <a:t>This is the remainder of A. It is where A occurs but B does not.</a:t>
            </a:r>
          </a:p>
          <a:p>
            <a:pPr algn="ctr"/>
            <a:endParaRPr lang="en-AU" sz="2400" b="1" dirty="0"/>
          </a:p>
          <a:p>
            <a:pPr algn="ctr"/>
            <a:r>
              <a:rPr lang="en-AU" sz="2400" b="1" dirty="0">
                <a:solidFill>
                  <a:schemeClr val="accent2">
                    <a:lumMod val="75000"/>
                  </a:schemeClr>
                </a:solidFill>
              </a:rPr>
              <a:t>This is the remainder of B. It is where B occurs but A does not. </a:t>
            </a:r>
          </a:p>
          <a:p>
            <a:pPr algn="ctr"/>
            <a:endParaRPr lang="en-AU" sz="2400" b="1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n-AU" sz="2400" b="1" dirty="0">
                <a:solidFill>
                  <a:srgbClr val="0070C0"/>
                </a:solidFill>
              </a:rPr>
              <a:t>This is any outcomes which do not fit into A or B.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4F3CC3-63AA-41C9-9622-EA92C9A29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79" y="1613942"/>
            <a:ext cx="7218539" cy="34896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DBE4C2-0838-49A0-88AA-CADD633B6F4C}"/>
              </a:ext>
            </a:extLst>
          </p:cNvPr>
          <p:cNvSpPr txBox="1"/>
          <p:nvPr/>
        </p:nvSpPr>
        <p:spPr>
          <a:xfrm>
            <a:off x="0" y="-20052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Concept Development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539DF4-8132-4716-8D01-CF8600797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79" y="1613942"/>
            <a:ext cx="7207045" cy="34896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6DD026-7F40-49B5-983D-705BDD0336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040" y="1613942"/>
            <a:ext cx="7201284" cy="34812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92AE879-AB64-4DA7-9197-016D2681FC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535" y="1613942"/>
            <a:ext cx="7201283" cy="348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1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15" y="2126684"/>
            <a:ext cx="6294534" cy="30728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1956" y="1123273"/>
            <a:ext cx="107035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25 students all enjoy watching basketball (A), tennis (B) or basketball and tennis. 18 enjoy watching basketball and 15 enjoy watching tennis.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3370" y="2212637"/>
            <a:ext cx="563412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is the probability that a student selected at random would:</a:t>
            </a:r>
          </a:p>
          <a:p>
            <a:endParaRPr lang="en-AU" sz="2000" dirty="0"/>
          </a:p>
          <a:p>
            <a:pPr marL="342900" indent="-342900">
              <a:buAutoNum type="alphaLcParenR"/>
            </a:pPr>
            <a:r>
              <a:rPr lang="en-AU" sz="2800" dirty="0"/>
              <a:t>Enjoy watching basketball and tennis?</a:t>
            </a:r>
          </a:p>
          <a:p>
            <a:pPr marL="342900" indent="-342900">
              <a:buAutoNum type="alphaLcParenR"/>
            </a:pPr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b)    Only enjoy watching tennis?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195FD8-135A-48DF-82FF-83439315A203}"/>
              </a:ext>
            </a:extLst>
          </p:cNvPr>
          <p:cNvSpPr txBox="1"/>
          <p:nvPr/>
        </p:nvSpPr>
        <p:spPr>
          <a:xfrm>
            <a:off x="0" y="0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Skill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670" y="5237375"/>
            <a:ext cx="3216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dirty="0">
                <a:solidFill>
                  <a:srgbClr val="C00000"/>
                </a:solidFill>
              </a:rPr>
              <a:t>18 + 15 = 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633" y="5975722"/>
            <a:ext cx="3216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dirty="0">
                <a:solidFill>
                  <a:srgbClr val="C00000"/>
                </a:solidFill>
              </a:rPr>
              <a:t>33 – 25 = 8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389979" y="6196544"/>
            <a:ext cx="543762" cy="16389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817248" y="5814818"/>
            <a:ext cx="1877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rgbClr val="C00000"/>
                </a:solidFill>
              </a:rPr>
              <a:t>Overlap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/>
              <p14:cNvContentPartPr/>
              <p14:nvPr/>
            </p14:nvContentPartPr>
            <p14:xfrm>
              <a:off x="240624" y="2190084"/>
              <a:ext cx="1278720" cy="62568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544" y="2181444"/>
                <a:ext cx="1306080" cy="65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6" name="Ink 35"/>
              <p14:cNvContentPartPr/>
              <p14:nvPr/>
            </p14:nvContentPartPr>
            <p14:xfrm>
              <a:off x="1725984" y="4046244"/>
              <a:ext cx="223200" cy="270360"/>
            </p14:xfrm>
          </p:contentPart>
        </mc:Choice>
        <mc:Fallback xmlns="">
          <p:pic>
            <p:nvPicPr>
              <p:cNvPr id="36" name="Ink 3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3024" y="4034004"/>
                <a:ext cx="24876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7" name="Ink 46"/>
              <p14:cNvContentPartPr/>
              <p14:nvPr/>
            </p14:nvContentPartPr>
            <p14:xfrm>
              <a:off x="1980504" y="4274844"/>
              <a:ext cx="876240" cy="324000"/>
            </p14:xfrm>
          </p:contentPart>
        </mc:Choice>
        <mc:Fallback xmlns="">
          <p:pic>
            <p:nvPicPr>
              <p:cNvPr id="47" name="Ink 4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66464" y="4266924"/>
                <a:ext cx="90288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7" name="Ink 56"/>
              <p14:cNvContentPartPr/>
              <p14:nvPr/>
            </p14:nvContentPartPr>
            <p14:xfrm>
              <a:off x="3696984" y="4236324"/>
              <a:ext cx="927720" cy="316800"/>
            </p14:xfrm>
          </p:contentPart>
        </mc:Choice>
        <mc:Fallback xmlns="">
          <p:pic>
            <p:nvPicPr>
              <p:cNvPr id="57" name="Ink 5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84744" y="4221204"/>
                <a:ext cx="95616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9" name="Ink 68"/>
              <p14:cNvContentPartPr/>
              <p14:nvPr/>
            </p14:nvContentPartPr>
            <p14:xfrm>
              <a:off x="1599984" y="2878764"/>
              <a:ext cx="480240" cy="484200"/>
            </p14:xfrm>
          </p:contentPart>
        </mc:Choice>
        <mc:Fallback xmlns="">
          <p:pic>
            <p:nvPicPr>
              <p:cNvPr id="69" name="Ink 68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85584" y="2862204"/>
                <a:ext cx="510480" cy="51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4" name="Ink 83"/>
              <p14:cNvContentPartPr/>
              <p14:nvPr/>
            </p14:nvContentPartPr>
            <p14:xfrm>
              <a:off x="4504464" y="2862924"/>
              <a:ext cx="603720" cy="550080"/>
            </p14:xfrm>
          </p:contentPart>
        </mc:Choice>
        <mc:Fallback xmlns="">
          <p:pic>
            <p:nvPicPr>
              <p:cNvPr id="84" name="Ink 83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89704" y="2853204"/>
                <a:ext cx="630000" cy="57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7" name="Ink 86"/>
              <p14:cNvContentPartPr/>
              <p14:nvPr/>
            </p14:nvContentPartPr>
            <p14:xfrm>
              <a:off x="3181559" y="3408684"/>
              <a:ext cx="252000" cy="435600"/>
            </p14:xfrm>
          </p:contentPart>
        </mc:Choice>
        <mc:Fallback xmlns="">
          <p:pic>
            <p:nvPicPr>
              <p:cNvPr id="87" name="Ink 86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166439" y="3393564"/>
                <a:ext cx="28224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92" name="Ink 91"/>
              <p14:cNvContentPartPr/>
              <p14:nvPr/>
            </p14:nvContentPartPr>
            <p14:xfrm>
              <a:off x="2022359" y="3447564"/>
              <a:ext cx="406440" cy="302040"/>
            </p14:xfrm>
          </p:contentPart>
        </mc:Choice>
        <mc:Fallback xmlns="">
          <p:pic>
            <p:nvPicPr>
              <p:cNvPr id="92" name="Ink 91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006519" y="3430644"/>
                <a:ext cx="43812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94" name="Ink 93"/>
              <p14:cNvContentPartPr/>
              <p14:nvPr/>
            </p14:nvContentPartPr>
            <p14:xfrm>
              <a:off x="4173359" y="3609204"/>
              <a:ext cx="298800" cy="11880"/>
            </p14:xfrm>
          </p:contentPart>
        </mc:Choice>
        <mc:Fallback xmlns="">
          <p:pic>
            <p:nvPicPr>
              <p:cNvPr id="94" name="Ink 93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60759" y="3596244"/>
                <a:ext cx="3171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95" name="Ink 94"/>
              <p14:cNvContentPartPr/>
              <p14:nvPr/>
            </p14:nvContentPartPr>
            <p14:xfrm>
              <a:off x="4130159" y="3433524"/>
              <a:ext cx="252360" cy="325800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114679" y="3420204"/>
                <a:ext cx="28368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0CE18C0-8BA0-484B-A7C0-0AD299458635}"/>
                  </a:ext>
                </a:extLst>
              </p:cNvPr>
              <p:cNvSpPr txBox="1"/>
              <p:nvPr/>
            </p:nvSpPr>
            <p:spPr>
              <a:xfrm>
                <a:off x="6397819" y="4305344"/>
                <a:ext cx="5779680" cy="607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1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𝑷𝒓</m:t>
                    </m:r>
                    <m:d>
                      <m:dPr>
                        <m:ctrlP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𝒊𝒏𝒕𝒆𝒓𝒔𝒆𝒄𝒕𝒊𝒐𝒏</m:t>
                        </m:r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sz="21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𝒊𝒏𝒕𝒆𝒓𝒔𝒆𝒄𝒕𝒊𝒐𝒏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1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Ꜫ</m:t>
                        </m:r>
                        <m:r>
                          <a:rPr lang="en-US" sz="2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AU" sz="2100" b="1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𝟐𝟓</m:t>
                        </m:r>
                      </m:den>
                    </m:f>
                  </m:oMath>
                </a14:m>
                <a:endParaRPr lang="en-AU" sz="21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0CE18C0-8BA0-484B-A7C0-0AD299458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819" y="4305344"/>
                <a:ext cx="5779680" cy="607089"/>
              </a:xfrm>
              <a:prstGeom prst="rect">
                <a:avLst/>
              </a:prstGeom>
              <a:blipFill rotWithShape="0">
                <a:blip r:embed="rId2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E86CB10-934E-4E1F-874F-5E5F802321C0}"/>
                  </a:ext>
                </a:extLst>
              </p:cNvPr>
              <p:cNvSpPr txBox="1"/>
              <p:nvPr/>
            </p:nvSpPr>
            <p:spPr>
              <a:xfrm>
                <a:off x="7177548" y="5819219"/>
                <a:ext cx="3813933" cy="607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1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𝑷𝒓</m:t>
                    </m:r>
                    <m:d>
                      <m:dPr>
                        <m:ctrlP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𝒏𝒐𝒕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sz="21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𝒏𝒐𝒕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1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Ꜫ</m:t>
                        </m:r>
                        <m:r>
                          <a:rPr lang="en-US" sz="2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AU" sz="2100" b="1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𝟐𝟓</m:t>
                        </m:r>
                      </m:den>
                    </m:f>
                  </m:oMath>
                </a14:m>
                <a:endParaRPr lang="en-AU" sz="21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5E86CB10-934E-4E1F-874F-5E5F80232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548" y="5819219"/>
                <a:ext cx="3813933" cy="607089"/>
              </a:xfrm>
              <a:prstGeom prst="rect">
                <a:avLst/>
              </a:prstGeom>
              <a:blipFill rotWithShape="0">
                <a:blip r:embed="rId24"/>
                <a:stretch>
                  <a:fillRect b="-20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244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7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15" y="2126684"/>
            <a:ext cx="6294534" cy="30728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1956" y="1123273"/>
            <a:ext cx="107035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30 </a:t>
            </a:r>
            <a:r>
              <a:rPr lang="en-AU" sz="2800" dirty="0"/>
              <a:t>students all enjoy </a:t>
            </a:r>
            <a:r>
              <a:rPr lang="en-AU" sz="2800" dirty="0" smtClean="0"/>
              <a:t>the subject Science </a:t>
            </a:r>
            <a:r>
              <a:rPr lang="en-AU" sz="2800" dirty="0"/>
              <a:t>(A), </a:t>
            </a:r>
            <a:r>
              <a:rPr lang="en-AU" sz="2800" dirty="0" smtClean="0"/>
              <a:t>Sport </a:t>
            </a:r>
            <a:r>
              <a:rPr lang="en-AU" sz="2800" dirty="0"/>
              <a:t>(B) or </a:t>
            </a:r>
            <a:r>
              <a:rPr lang="en-AU" sz="2800" dirty="0" smtClean="0"/>
              <a:t>both. 16 </a:t>
            </a:r>
            <a:r>
              <a:rPr lang="en-AU" sz="2800" dirty="0"/>
              <a:t>enjoy </a:t>
            </a:r>
            <a:r>
              <a:rPr lang="en-AU" sz="2800" dirty="0" smtClean="0"/>
              <a:t>Science and 25 </a:t>
            </a:r>
            <a:r>
              <a:rPr lang="en-AU" sz="2800" dirty="0"/>
              <a:t>enjoy </a:t>
            </a:r>
            <a:r>
              <a:rPr lang="en-AU" sz="2800" dirty="0" smtClean="0"/>
              <a:t>Sport. </a:t>
            </a:r>
            <a:endParaRPr lang="en-AU" sz="2800" dirty="0"/>
          </a:p>
        </p:txBody>
      </p:sp>
      <p:sp>
        <p:nvSpPr>
          <p:cNvPr id="38" name="TextBox 37"/>
          <p:cNvSpPr txBox="1"/>
          <p:nvPr/>
        </p:nvSpPr>
        <p:spPr>
          <a:xfrm>
            <a:off x="6543370" y="2212637"/>
            <a:ext cx="56341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is the probability that a student selected at random would:</a:t>
            </a:r>
          </a:p>
          <a:p>
            <a:endParaRPr lang="en-AU" sz="2000" dirty="0"/>
          </a:p>
          <a:p>
            <a:pPr marL="342900" indent="-342900">
              <a:buAutoNum type="alphaLcParenR"/>
            </a:pPr>
            <a:r>
              <a:rPr lang="en-AU" sz="2800" dirty="0"/>
              <a:t>Enjoy </a:t>
            </a:r>
            <a:r>
              <a:rPr lang="en-AU" sz="2800" dirty="0" smtClean="0"/>
              <a:t>Science </a:t>
            </a:r>
            <a:r>
              <a:rPr lang="en-AU" sz="2800" dirty="0"/>
              <a:t>and </a:t>
            </a:r>
            <a:r>
              <a:rPr lang="en-AU" sz="2800" dirty="0" smtClean="0"/>
              <a:t>Sport?</a:t>
            </a:r>
            <a:endParaRPr lang="en-AU" sz="2800" dirty="0"/>
          </a:p>
          <a:p>
            <a:pPr marL="342900" indent="-342900">
              <a:buAutoNum type="alphaLcParenR"/>
            </a:pPr>
            <a:endParaRPr lang="en-AU" sz="2800" dirty="0"/>
          </a:p>
          <a:p>
            <a:endParaRPr lang="en-AU" sz="2800" dirty="0" smtClean="0"/>
          </a:p>
          <a:p>
            <a:endParaRPr lang="en-AU" sz="2800" dirty="0"/>
          </a:p>
          <a:p>
            <a:r>
              <a:rPr lang="en-AU" sz="2800" dirty="0"/>
              <a:t>b)    Only enjoy </a:t>
            </a:r>
            <a:r>
              <a:rPr lang="en-AU" sz="2800" dirty="0" smtClean="0"/>
              <a:t>Science?</a:t>
            </a:r>
            <a:endParaRPr lang="en-AU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195FD8-135A-48DF-82FF-83439315A203}"/>
              </a:ext>
            </a:extLst>
          </p:cNvPr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22" name="TextBox 21"/>
          <p:cNvSpPr txBox="1"/>
          <p:nvPr/>
        </p:nvSpPr>
        <p:spPr>
          <a:xfrm>
            <a:off x="455670" y="5237375"/>
            <a:ext cx="3216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dirty="0" smtClean="0">
                <a:solidFill>
                  <a:srgbClr val="C00000"/>
                </a:solidFill>
              </a:rPr>
              <a:t>16 </a:t>
            </a:r>
            <a:r>
              <a:rPr lang="en-AU" sz="4400" dirty="0">
                <a:solidFill>
                  <a:srgbClr val="C00000"/>
                </a:solidFill>
              </a:rPr>
              <a:t>+ </a:t>
            </a:r>
            <a:r>
              <a:rPr lang="en-AU" sz="4400" dirty="0" smtClean="0">
                <a:solidFill>
                  <a:srgbClr val="C00000"/>
                </a:solidFill>
              </a:rPr>
              <a:t>25 </a:t>
            </a:r>
            <a:r>
              <a:rPr lang="en-AU" sz="4400" dirty="0">
                <a:solidFill>
                  <a:srgbClr val="C00000"/>
                </a:solidFill>
              </a:rPr>
              <a:t>= </a:t>
            </a:r>
            <a:r>
              <a:rPr lang="en-AU" sz="4400" dirty="0" smtClean="0">
                <a:solidFill>
                  <a:srgbClr val="C00000"/>
                </a:solidFill>
              </a:rPr>
              <a:t>41</a:t>
            </a:r>
            <a:endParaRPr lang="en-AU" sz="4400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8633" y="5975722"/>
            <a:ext cx="34886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dirty="0" smtClean="0">
                <a:solidFill>
                  <a:srgbClr val="C00000"/>
                </a:solidFill>
              </a:rPr>
              <a:t>41 </a:t>
            </a:r>
            <a:r>
              <a:rPr lang="en-AU" sz="4400" dirty="0">
                <a:solidFill>
                  <a:srgbClr val="C00000"/>
                </a:solidFill>
              </a:rPr>
              <a:t>– </a:t>
            </a:r>
            <a:r>
              <a:rPr lang="en-AU" sz="4400" dirty="0" smtClean="0">
                <a:solidFill>
                  <a:srgbClr val="C00000"/>
                </a:solidFill>
              </a:rPr>
              <a:t>30 </a:t>
            </a:r>
            <a:r>
              <a:rPr lang="en-AU" sz="4400" dirty="0">
                <a:solidFill>
                  <a:srgbClr val="C00000"/>
                </a:solidFill>
              </a:rPr>
              <a:t>= </a:t>
            </a:r>
            <a:r>
              <a:rPr lang="en-AU" sz="4400" dirty="0" smtClean="0">
                <a:solidFill>
                  <a:srgbClr val="C00000"/>
                </a:solidFill>
              </a:rPr>
              <a:t>11</a:t>
            </a:r>
            <a:endParaRPr lang="en-AU" sz="4400" dirty="0">
              <a:solidFill>
                <a:srgbClr val="C0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671697" y="6161703"/>
            <a:ext cx="543762" cy="16389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98966" y="5779977"/>
            <a:ext cx="1877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rgbClr val="C00000"/>
                </a:solidFill>
              </a:rPr>
              <a:t>Overlap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0CE18C0-8BA0-484B-A7C0-0AD299458635}"/>
                  </a:ext>
                </a:extLst>
              </p:cNvPr>
              <p:cNvSpPr txBox="1"/>
              <p:nvPr/>
            </p:nvSpPr>
            <p:spPr>
              <a:xfrm>
                <a:off x="6412320" y="4170874"/>
                <a:ext cx="5779680" cy="607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1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𝑷𝒓</m:t>
                    </m:r>
                    <m:d>
                      <m:dPr>
                        <m:ctrlP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𝒊𝒏𝒕𝒆𝒓𝒔𝒆𝒄𝒕𝒊𝒐𝒏</m:t>
                        </m:r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sz="21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𝒊𝒏𝒕𝒆𝒓𝒔𝒆𝒄𝒕𝒊𝒐𝒏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1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Ꜫ</m:t>
                        </m:r>
                        <m:r>
                          <a:rPr lang="en-US" sz="2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AU" sz="2100" b="1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num>
                      <m:den>
                        <m: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𝟑𝟎</m:t>
                        </m:r>
                      </m:den>
                    </m:f>
                  </m:oMath>
                </a14:m>
                <a:endParaRPr lang="en-AU" sz="21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0CE18C0-8BA0-484B-A7C0-0AD299458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320" y="4170874"/>
                <a:ext cx="5779680" cy="607089"/>
              </a:xfrm>
              <a:prstGeom prst="rect">
                <a:avLst/>
              </a:prstGeom>
              <a:blipFill rotWithShape="0">
                <a:blip r:embed="rId3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E86CB10-934E-4E1F-874F-5E5F802321C0}"/>
                  </a:ext>
                </a:extLst>
              </p:cNvPr>
              <p:cNvSpPr txBox="1"/>
              <p:nvPr/>
            </p:nvSpPr>
            <p:spPr>
              <a:xfrm>
                <a:off x="7160312" y="5814985"/>
                <a:ext cx="4392455" cy="9302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1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𝑷𝒓</m:t>
                    </m:r>
                    <m:d>
                      <m:dPr>
                        <m:ctrlP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𝒏𝒐𝒕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sz="21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𝒏𝒐𝒕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1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Ꜫ</m:t>
                        </m:r>
                        <m:r>
                          <a:rPr lang="en-US" sz="21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AU" sz="2100" b="1" dirty="0">
                    <a:solidFill>
                      <a:srgbClr val="C0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𝟑𝟎</m:t>
                        </m:r>
                      </m:den>
                    </m:f>
                    <m:r>
                      <m:rPr>
                        <m:nor/>
                      </m:rPr>
                      <a:rPr lang="en-AU" sz="2100" b="1" dirty="0">
                        <a:solidFill>
                          <a:srgbClr val="C00000"/>
                        </a:solidFill>
                      </a:rPr>
                      <m:t>= </m:t>
                    </m:r>
                    <m:f>
                      <m:fPr>
                        <m:ctrlPr>
                          <a:rPr lang="en-AU" sz="21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1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endParaRPr lang="en-AU" sz="2100" b="1" dirty="0">
                  <a:solidFill>
                    <a:srgbClr val="C00000"/>
                  </a:solidFill>
                </a:endParaRPr>
              </a:p>
              <a:p>
                <a:pPr algn="ctr"/>
                <a:endParaRPr lang="en-AU" sz="21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E86CB10-934E-4E1F-874F-5E5F80232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0312" y="5814985"/>
                <a:ext cx="4392455" cy="93025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/>
              <p14:cNvContentPartPr/>
              <p14:nvPr/>
            </p14:nvContentPartPr>
            <p14:xfrm>
              <a:off x="640449" y="2386296"/>
              <a:ext cx="710280" cy="25524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7129" y="2374776"/>
                <a:ext cx="73692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/>
              <p14:cNvContentPartPr/>
              <p14:nvPr/>
            </p14:nvContentPartPr>
            <p14:xfrm>
              <a:off x="204129" y="2194416"/>
              <a:ext cx="1302480" cy="64476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5851" y="2180736"/>
                <a:ext cx="1327313" cy="67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5" name="Ink 34"/>
              <p14:cNvContentPartPr/>
              <p14:nvPr/>
            </p14:nvContentPartPr>
            <p14:xfrm>
              <a:off x="1737729" y="3990096"/>
              <a:ext cx="2890440" cy="598320"/>
            </p14:xfrm>
          </p:contentPart>
        </mc:Choice>
        <mc:Fallback xmlns="">
          <p:pic>
            <p:nvPicPr>
              <p:cNvPr id="35" name="Ink 34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24771" y="3976056"/>
                <a:ext cx="2914197" cy="62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6" name="Ink 55"/>
              <p14:cNvContentPartPr/>
              <p14:nvPr/>
            </p14:nvContentPartPr>
            <p14:xfrm>
              <a:off x="1571409" y="2932056"/>
              <a:ext cx="460080" cy="466920"/>
            </p14:xfrm>
          </p:contentPart>
        </mc:Choice>
        <mc:Fallback xmlns="">
          <p:pic>
            <p:nvPicPr>
              <p:cNvPr id="56" name="Ink 55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59529" y="2914056"/>
                <a:ext cx="489600" cy="5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3" name="Ink 62"/>
              <p14:cNvContentPartPr/>
              <p14:nvPr/>
            </p14:nvContentPartPr>
            <p14:xfrm>
              <a:off x="4557609" y="2891016"/>
              <a:ext cx="561600" cy="585360"/>
            </p14:xfrm>
          </p:contentPart>
        </mc:Choice>
        <mc:Fallback xmlns="">
          <p:pic>
            <p:nvPicPr>
              <p:cNvPr id="63" name="Ink 6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542858" y="2878056"/>
                <a:ext cx="588942" cy="61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7" name="Ink 66"/>
              <p14:cNvContentPartPr/>
              <p14:nvPr/>
            </p14:nvContentPartPr>
            <p14:xfrm>
              <a:off x="3151809" y="3386016"/>
              <a:ext cx="254520" cy="396720"/>
            </p14:xfrm>
          </p:contentPart>
        </mc:Choice>
        <mc:Fallback xmlns="">
          <p:pic>
            <p:nvPicPr>
              <p:cNvPr id="67" name="Ink 66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137769" y="3375936"/>
                <a:ext cx="28296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1" name="Ink 70"/>
              <p14:cNvContentPartPr/>
              <p14:nvPr/>
            </p14:nvContentPartPr>
            <p14:xfrm>
              <a:off x="2109969" y="3343896"/>
              <a:ext cx="332640" cy="442440"/>
            </p14:xfrm>
          </p:contentPart>
        </mc:Choice>
        <mc:Fallback xmlns="">
          <p:pic>
            <p:nvPicPr>
              <p:cNvPr id="71" name="Ink 70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099529" y="3334536"/>
                <a:ext cx="35244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4" name="Ink 73"/>
              <p14:cNvContentPartPr/>
              <p14:nvPr/>
            </p14:nvContentPartPr>
            <p14:xfrm>
              <a:off x="4201209" y="3402576"/>
              <a:ext cx="420840" cy="396360"/>
            </p14:xfrm>
          </p:contentPart>
        </mc:Choice>
        <mc:Fallback xmlns="">
          <p:pic>
            <p:nvPicPr>
              <p:cNvPr id="74" name="Ink 73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91849" y="3393936"/>
                <a:ext cx="438840" cy="41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711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7" grpId="0"/>
      <p:bldP spid="30" grpId="0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15" y="2126684"/>
            <a:ext cx="6294534" cy="30728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914285"/>
            <a:ext cx="120274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Who likes chocolate? (A) Who likes lollies? (B) </a:t>
            </a:r>
            <a:r>
              <a:rPr lang="en-AU" sz="2800" b="1" dirty="0" smtClean="0"/>
              <a:t>You can put your hand up for one both or neither.</a:t>
            </a:r>
            <a:endParaRPr lang="en-AU" sz="28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6543370" y="2212637"/>
            <a:ext cx="56341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is the probability that a student selected at random would:</a:t>
            </a:r>
          </a:p>
          <a:p>
            <a:endParaRPr lang="en-AU" sz="2000" dirty="0"/>
          </a:p>
          <a:p>
            <a:pPr marL="342900" indent="-342900">
              <a:buAutoNum type="alphaLcParenR"/>
            </a:pPr>
            <a:r>
              <a:rPr lang="en-AU" sz="2800" dirty="0" smtClean="0"/>
              <a:t>Like chocolate and lollies?</a:t>
            </a:r>
            <a:endParaRPr lang="en-AU" sz="2800" dirty="0"/>
          </a:p>
          <a:p>
            <a:pPr marL="342900" indent="-342900">
              <a:buAutoNum type="alphaLcParenR"/>
            </a:pPr>
            <a:endParaRPr lang="en-AU" sz="2800" dirty="0"/>
          </a:p>
          <a:p>
            <a:endParaRPr lang="en-AU" sz="2800" dirty="0" smtClean="0"/>
          </a:p>
          <a:p>
            <a:endParaRPr lang="en-AU" sz="2800" dirty="0"/>
          </a:p>
          <a:p>
            <a:r>
              <a:rPr lang="en-AU" sz="2800" dirty="0"/>
              <a:t>b)    Only </a:t>
            </a:r>
            <a:r>
              <a:rPr lang="en-AU" sz="2800" dirty="0" smtClean="0"/>
              <a:t>like lollies?</a:t>
            </a:r>
            <a:endParaRPr lang="en-AU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195FD8-135A-48DF-82FF-83439315A203}"/>
              </a:ext>
            </a:extLst>
          </p:cNvPr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/>
              <p14:cNvContentPartPr/>
              <p14:nvPr/>
            </p14:nvContentPartPr>
            <p14:xfrm>
              <a:off x="204129" y="2194416"/>
              <a:ext cx="1302480" cy="64476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851" y="2180736"/>
                <a:ext cx="1327313" cy="67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353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15" y="2126684"/>
            <a:ext cx="6294534" cy="30728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914285"/>
            <a:ext cx="120274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Who likes jelly? (A) Who likes ice cream? (B) </a:t>
            </a:r>
            <a:r>
              <a:rPr lang="en-AU" sz="2800" b="1" dirty="0" smtClean="0"/>
              <a:t>You can put your hand up for one, both or neither.</a:t>
            </a:r>
            <a:endParaRPr lang="en-AU" sz="28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6543370" y="2212637"/>
            <a:ext cx="56341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is the probability that a student selected at random would:</a:t>
            </a:r>
          </a:p>
          <a:p>
            <a:endParaRPr lang="en-AU" sz="2000" dirty="0"/>
          </a:p>
          <a:p>
            <a:pPr marL="342900" indent="-342900">
              <a:buAutoNum type="alphaLcParenR"/>
            </a:pPr>
            <a:r>
              <a:rPr lang="en-AU" sz="2800" dirty="0" smtClean="0"/>
              <a:t>Like jelly and ice cream?</a:t>
            </a:r>
            <a:endParaRPr lang="en-AU" sz="2800" dirty="0"/>
          </a:p>
          <a:p>
            <a:pPr marL="342900" indent="-342900">
              <a:buAutoNum type="alphaLcParenR"/>
            </a:pPr>
            <a:endParaRPr lang="en-AU" sz="2800" dirty="0"/>
          </a:p>
          <a:p>
            <a:endParaRPr lang="en-AU" sz="2800" dirty="0" smtClean="0"/>
          </a:p>
          <a:p>
            <a:endParaRPr lang="en-AU" sz="2800" dirty="0"/>
          </a:p>
          <a:p>
            <a:r>
              <a:rPr lang="en-AU" sz="2800" dirty="0"/>
              <a:t>b)    Only </a:t>
            </a:r>
            <a:r>
              <a:rPr lang="en-AU" sz="2800" dirty="0" smtClean="0"/>
              <a:t>like jelly?</a:t>
            </a:r>
            <a:endParaRPr lang="en-AU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195FD8-135A-48DF-82FF-83439315A203}"/>
              </a:ext>
            </a:extLst>
          </p:cNvPr>
          <p:cNvSpPr txBox="1"/>
          <p:nvPr/>
        </p:nvSpPr>
        <p:spPr>
          <a:xfrm>
            <a:off x="0" y="0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/>
              <p14:cNvContentPartPr/>
              <p14:nvPr/>
            </p14:nvContentPartPr>
            <p14:xfrm>
              <a:off x="204129" y="2194416"/>
              <a:ext cx="1302480" cy="64476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851" y="2180736"/>
                <a:ext cx="1327313" cy="67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561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15" y="2126684"/>
            <a:ext cx="6294534" cy="30728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1956" y="1123273"/>
            <a:ext cx="107035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30 </a:t>
            </a:r>
            <a:r>
              <a:rPr lang="en-AU" sz="2800" dirty="0"/>
              <a:t>students all enjoy </a:t>
            </a:r>
            <a:r>
              <a:rPr lang="en-AU" sz="2800" dirty="0" smtClean="0"/>
              <a:t>the subject Science </a:t>
            </a:r>
            <a:r>
              <a:rPr lang="en-AU" sz="2800" dirty="0"/>
              <a:t>(A), </a:t>
            </a:r>
            <a:r>
              <a:rPr lang="en-AU" sz="2800" dirty="0" smtClean="0"/>
              <a:t>Sport </a:t>
            </a:r>
            <a:r>
              <a:rPr lang="en-AU" sz="2800" dirty="0"/>
              <a:t>(B) or </a:t>
            </a:r>
            <a:r>
              <a:rPr lang="en-AU" sz="2800" dirty="0" smtClean="0"/>
              <a:t>both. 16 </a:t>
            </a:r>
            <a:r>
              <a:rPr lang="en-AU" sz="2800" dirty="0"/>
              <a:t>enjoy </a:t>
            </a:r>
            <a:r>
              <a:rPr lang="en-AU" sz="2800" dirty="0" smtClean="0"/>
              <a:t>Science and 25 </a:t>
            </a:r>
            <a:r>
              <a:rPr lang="en-AU" sz="2800" dirty="0"/>
              <a:t>enjoy </a:t>
            </a:r>
            <a:r>
              <a:rPr lang="en-AU" sz="2800" dirty="0" smtClean="0"/>
              <a:t>Sport. </a:t>
            </a:r>
            <a:endParaRPr lang="en-AU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195FD8-135A-48DF-82FF-83439315A203}"/>
              </a:ext>
            </a:extLst>
          </p:cNvPr>
          <p:cNvSpPr txBox="1"/>
          <p:nvPr/>
        </p:nvSpPr>
        <p:spPr>
          <a:xfrm>
            <a:off x="0" y="0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sp>
        <p:nvSpPr>
          <p:cNvPr id="22" name="TextBox 21"/>
          <p:cNvSpPr txBox="1"/>
          <p:nvPr/>
        </p:nvSpPr>
        <p:spPr>
          <a:xfrm>
            <a:off x="455670" y="5237375"/>
            <a:ext cx="3216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dirty="0" smtClean="0">
                <a:solidFill>
                  <a:srgbClr val="C00000"/>
                </a:solidFill>
              </a:rPr>
              <a:t>16 </a:t>
            </a:r>
            <a:r>
              <a:rPr lang="en-AU" sz="4400" dirty="0">
                <a:solidFill>
                  <a:srgbClr val="C00000"/>
                </a:solidFill>
              </a:rPr>
              <a:t>+ </a:t>
            </a:r>
            <a:r>
              <a:rPr lang="en-AU" sz="4400" dirty="0" smtClean="0">
                <a:solidFill>
                  <a:srgbClr val="C00000"/>
                </a:solidFill>
              </a:rPr>
              <a:t>25 </a:t>
            </a:r>
            <a:r>
              <a:rPr lang="en-AU" sz="4400" dirty="0">
                <a:solidFill>
                  <a:srgbClr val="C00000"/>
                </a:solidFill>
              </a:rPr>
              <a:t>= </a:t>
            </a:r>
            <a:r>
              <a:rPr lang="en-AU" sz="4400" dirty="0" smtClean="0">
                <a:solidFill>
                  <a:srgbClr val="C00000"/>
                </a:solidFill>
              </a:rPr>
              <a:t>41</a:t>
            </a:r>
            <a:endParaRPr lang="en-AU" sz="4400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8633" y="5975722"/>
            <a:ext cx="34886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dirty="0" smtClean="0">
                <a:solidFill>
                  <a:srgbClr val="C00000"/>
                </a:solidFill>
              </a:rPr>
              <a:t>41 </a:t>
            </a:r>
            <a:r>
              <a:rPr lang="en-AU" sz="4400" dirty="0">
                <a:solidFill>
                  <a:srgbClr val="C00000"/>
                </a:solidFill>
              </a:rPr>
              <a:t>– </a:t>
            </a:r>
            <a:r>
              <a:rPr lang="en-AU" sz="4400" dirty="0" smtClean="0">
                <a:solidFill>
                  <a:srgbClr val="C00000"/>
                </a:solidFill>
              </a:rPr>
              <a:t>30 </a:t>
            </a:r>
            <a:r>
              <a:rPr lang="en-AU" sz="4400" dirty="0">
                <a:solidFill>
                  <a:srgbClr val="C00000"/>
                </a:solidFill>
              </a:rPr>
              <a:t>= </a:t>
            </a:r>
            <a:r>
              <a:rPr lang="en-AU" sz="4400" dirty="0" smtClean="0">
                <a:solidFill>
                  <a:srgbClr val="C00000"/>
                </a:solidFill>
              </a:rPr>
              <a:t>11</a:t>
            </a:r>
            <a:endParaRPr lang="en-AU" sz="4400" dirty="0">
              <a:solidFill>
                <a:srgbClr val="C00000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671697" y="6161703"/>
            <a:ext cx="543762" cy="16389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98966" y="5779977"/>
            <a:ext cx="1877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rgbClr val="C00000"/>
                </a:solidFill>
              </a:rPr>
              <a:t>Overlap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/>
              <p14:cNvContentPartPr/>
              <p14:nvPr/>
            </p14:nvContentPartPr>
            <p14:xfrm>
              <a:off x="640449" y="2386296"/>
              <a:ext cx="710280" cy="25524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7129" y="2374776"/>
                <a:ext cx="73692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/>
              <p14:cNvContentPartPr/>
              <p14:nvPr/>
            </p14:nvContentPartPr>
            <p14:xfrm>
              <a:off x="204129" y="2194416"/>
              <a:ext cx="1302480" cy="64476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5851" y="2180736"/>
                <a:ext cx="1327313" cy="67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5" name="Ink 34"/>
              <p14:cNvContentPartPr/>
              <p14:nvPr/>
            </p14:nvContentPartPr>
            <p14:xfrm>
              <a:off x="1737729" y="3990096"/>
              <a:ext cx="2890440" cy="598320"/>
            </p14:xfrm>
          </p:contentPart>
        </mc:Choice>
        <mc:Fallback xmlns="">
          <p:pic>
            <p:nvPicPr>
              <p:cNvPr id="35" name="Ink 34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24771" y="3976056"/>
                <a:ext cx="2914197" cy="62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6" name="Ink 55"/>
              <p14:cNvContentPartPr/>
              <p14:nvPr/>
            </p14:nvContentPartPr>
            <p14:xfrm>
              <a:off x="1571409" y="2932056"/>
              <a:ext cx="460080" cy="466920"/>
            </p14:xfrm>
          </p:contentPart>
        </mc:Choice>
        <mc:Fallback xmlns="">
          <p:pic>
            <p:nvPicPr>
              <p:cNvPr id="56" name="Ink 55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59529" y="2914056"/>
                <a:ext cx="489600" cy="50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3" name="Ink 62"/>
              <p14:cNvContentPartPr/>
              <p14:nvPr/>
            </p14:nvContentPartPr>
            <p14:xfrm>
              <a:off x="4557609" y="2891016"/>
              <a:ext cx="561600" cy="585360"/>
            </p14:xfrm>
          </p:contentPart>
        </mc:Choice>
        <mc:Fallback xmlns="">
          <p:pic>
            <p:nvPicPr>
              <p:cNvPr id="63" name="Ink 6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542858" y="2878056"/>
                <a:ext cx="588942" cy="61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7" name="Ink 66"/>
              <p14:cNvContentPartPr/>
              <p14:nvPr/>
            </p14:nvContentPartPr>
            <p14:xfrm>
              <a:off x="3151809" y="3386016"/>
              <a:ext cx="254520" cy="396720"/>
            </p14:xfrm>
          </p:contentPart>
        </mc:Choice>
        <mc:Fallback xmlns="">
          <p:pic>
            <p:nvPicPr>
              <p:cNvPr id="67" name="Ink 66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137769" y="3375936"/>
                <a:ext cx="28296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1" name="Ink 70"/>
              <p14:cNvContentPartPr/>
              <p14:nvPr/>
            </p14:nvContentPartPr>
            <p14:xfrm>
              <a:off x="2109969" y="3343896"/>
              <a:ext cx="332640" cy="442440"/>
            </p14:xfrm>
          </p:contentPart>
        </mc:Choice>
        <mc:Fallback xmlns="">
          <p:pic>
            <p:nvPicPr>
              <p:cNvPr id="71" name="Ink 70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099529" y="3334536"/>
                <a:ext cx="35244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4" name="Ink 73"/>
              <p14:cNvContentPartPr/>
              <p14:nvPr/>
            </p14:nvContentPartPr>
            <p14:xfrm>
              <a:off x="4201209" y="3402576"/>
              <a:ext cx="420840" cy="396360"/>
            </p14:xfrm>
          </p:contentPart>
        </mc:Choice>
        <mc:Fallback xmlns="">
          <p:pic>
            <p:nvPicPr>
              <p:cNvPr id="74" name="Ink 73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191849" y="3393936"/>
                <a:ext cx="438840" cy="4150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/>
          <p:cNvSpPr txBox="1"/>
          <p:nvPr/>
        </p:nvSpPr>
        <p:spPr>
          <a:xfrm>
            <a:off x="4145655" y="123416"/>
            <a:ext cx="5991282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err="1" smtClean="0"/>
              <a:t>Mathspace</a:t>
            </a:r>
            <a:r>
              <a:rPr lang="en-AU" sz="2400" b="1" dirty="0" smtClean="0"/>
              <a:t> – Year 10 </a:t>
            </a:r>
            <a:r>
              <a:rPr lang="en-AU" sz="2400" b="1" smtClean="0"/>
              <a:t>Mainstream Probability </a:t>
            </a:r>
            <a:r>
              <a:rPr lang="en-AU" sz="2400" b="1" dirty="0" smtClean="0"/>
              <a:t>from Venn Diagrams CLASS WORK</a:t>
            </a:r>
            <a:endParaRPr lang="en-AU" sz="24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6813849" y="2570524"/>
            <a:ext cx="507600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AU" sz="1200" dirty="0"/>
          </a:p>
          <a:p>
            <a:pPr algn="ctr"/>
            <a:r>
              <a:rPr lang="en-AU" sz="2800" dirty="0"/>
              <a:t>The </a:t>
            </a:r>
            <a:r>
              <a:rPr lang="en-AU" sz="2800" b="1" dirty="0"/>
              <a:t>union</a:t>
            </a:r>
            <a:r>
              <a:rPr lang="en-AU" sz="2800" dirty="0"/>
              <a:t> of A and B is everything in A </a:t>
            </a:r>
            <a:r>
              <a:rPr lang="en-AU" sz="2800" b="1" dirty="0"/>
              <a:t>or</a:t>
            </a:r>
            <a:r>
              <a:rPr lang="en-AU" sz="2800" dirty="0"/>
              <a:t> B.</a:t>
            </a:r>
          </a:p>
          <a:p>
            <a:pPr algn="ctr"/>
            <a:endParaRPr lang="en-AU" sz="1200" dirty="0"/>
          </a:p>
          <a:p>
            <a:pPr algn="ctr"/>
            <a:r>
              <a:rPr lang="en-AU" sz="2800" dirty="0"/>
              <a:t>The </a:t>
            </a:r>
            <a:r>
              <a:rPr lang="en-AU" sz="2800" b="1" dirty="0"/>
              <a:t>intersection</a:t>
            </a:r>
            <a:r>
              <a:rPr lang="en-AU" sz="2800" dirty="0"/>
              <a:t> of A and B is everything that’s in </a:t>
            </a:r>
            <a:r>
              <a:rPr lang="en-AU" sz="2800" b="1" dirty="0"/>
              <a:t>both</a:t>
            </a:r>
            <a:r>
              <a:rPr lang="en-AU" sz="2800" dirty="0"/>
              <a:t> A </a:t>
            </a:r>
            <a:r>
              <a:rPr lang="en-AU" sz="2800" b="1" dirty="0"/>
              <a:t>and</a:t>
            </a:r>
            <a:r>
              <a:rPr lang="en-AU" sz="2800" dirty="0"/>
              <a:t> B.</a:t>
            </a:r>
          </a:p>
        </p:txBody>
      </p:sp>
    </p:spTree>
    <p:extLst>
      <p:ext uri="{BB962C8B-B14F-4D97-AF65-F5344CB8AC3E}">
        <p14:creationId xmlns:p14="http://schemas.microsoft.com/office/powerpoint/2010/main" val="100793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1322</Words>
  <Application>Microsoft Office PowerPoint</Application>
  <PresentationFormat>Widescreen</PresentationFormat>
  <Paragraphs>246</Paragraphs>
  <Slides>18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Finding probabilities with Venn diagrams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Back! </dc:title>
  <dc:creator>Megan Levitt</dc:creator>
  <cp:lastModifiedBy>YOST Amie [Harrisdale Senior High School]</cp:lastModifiedBy>
  <cp:revision>12</cp:revision>
  <dcterms:created xsi:type="dcterms:W3CDTF">2019-11-04T23:32:38Z</dcterms:created>
  <dcterms:modified xsi:type="dcterms:W3CDTF">2021-07-29T02:27:21Z</dcterms:modified>
</cp:coreProperties>
</file>