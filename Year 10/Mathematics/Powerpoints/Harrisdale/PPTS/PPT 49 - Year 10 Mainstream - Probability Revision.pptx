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6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9" r:id="rId3"/>
    <p:sldId id="266" r:id="rId4"/>
    <p:sldId id="267" r:id="rId5"/>
    <p:sldId id="261" r:id="rId6"/>
    <p:sldId id="270" r:id="rId7"/>
    <p:sldId id="271" r:id="rId8"/>
    <p:sldId id="262" r:id="rId9"/>
    <p:sldId id="273" r:id="rId10"/>
    <p:sldId id="274" r:id="rId11"/>
    <p:sldId id="275" r:id="rId12"/>
    <p:sldId id="276" r:id="rId13"/>
    <p:sldId id="277" r:id="rId14"/>
    <p:sldId id="263" r:id="rId15"/>
    <p:sldId id="278" r:id="rId16"/>
    <p:sldId id="279" r:id="rId17"/>
    <p:sldId id="280" r:id="rId18"/>
    <p:sldId id="296" r:id="rId19"/>
    <p:sldId id="297" r:id="rId20"/>
    <p:sldId id="292" r:id="rId21"/>
    <p:sldId id="293" r:id="rId22"/>
    <p:sldId id="294" r:id="rId23"/>
    <p:sldId id="295" r:id="rId24"/>
    <p:sldId id="264" r:id="rId25"/>
    <p:sldId id="282" r:id="rId26"/>
    <p:sldId id="283" r:id="rId27"/>
    <p:sldId id="284" r:id="rId28"/>
    <p:sldId id="285" r:id="rId29"/>
    <p:sldId id="286" r:id="rId30"/>
    <p:sldId id="288" r:id="rId31"/>
    <p:sldId id="265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4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-43 149 280,'23'-27'104,"-5"19"-56,-18-11-41,0 12 26,22-6-12,-22 0 0,0 0-10,0 6-2,0 1-5,0-1-3,0 1 2,14-1-7,-14 7 1,0 20-87,59 39-52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5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34-32 260,'-72'-24'99,"72"24"-54,0-24-26,0 24 26,0-12-17,0 0-3,0 0-15,0 12-6,0-12-3,0 12-10,0 0-4,72-12-29,-15-25-10,-57 37-77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6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-93-102 256,'15'-26'96,"-15"16"-52,20 0-43,-4-9 19,4 0-9,-5 10 1,1-11-7,4 11-1,-5-1-2,5-18 1,-20 28-24,0 0-8,0 0-175,-35 57 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7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-21 13 244,'-32'0'93,"64"-18"-50,-7 10-44,-25-1 18,0 9-12,25-11-3,1 2-4,-1 0 1,-25 9 1,0-7 4,0 7 5,0-9-3,0 9-1,0-9-18,0 9-6,0 0-62,-25 0-57,-1-46 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8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-104-335 192,'-20'-12'74,"40"12"-40,-20-13-31,0 1 17,18 0-6,-18-1 0,21 1-2,-21-1 2,0 1-7,0-1 11,0 1 5,0 12 4,16 0 1,-16 0-11,0 0-5,0 0-23,-16 0-10,-23 0-51,-16 0-21,18-37-18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07:50.88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 16 104 0,'-5'4'38'0,"5"-12"-29"0,0 8 19 0,0 0 7 0,9 0-19 16,0 0-8-16,-5-4 20 15,1 0 10-15,4 4-18 16,0 0-6-16,-1-4-3 0,6 4-5 16,-5 4-1-16,4 0 2 15,5-4 0-15,-1 0-6 16,6 0-2-16,-1 0 0 15,5 0 0-15,-5-4-4 16,18 4-10-16,-9 0-1 16,0-4-25-16,-4 8-8 15,-5-4-32 1</inkml:trace>
  <inkml:trace contextRef="#ctx0" brushRef="#br0" timeOffset="663.65">58 206 152 0,'9'0'57'0,"-4"7"-44"0,-1-3 10 0,-4-4 0 15,0 0-11-15,9 4-2 16,-5 0-4-16,1 4-1 0,8-4-3 15,-4 0 5-15,4-4 3 0,5 0-8 16,0-4-2-16,9 4-1 16,-1-4 0-16,1 0 1 15,4-4 2-15,0 4-8 16,-4 0-3-16,4 4-17 16,0 0-9-16,-5 0-41 15</inkml:trace>
  <inkml:trace contextRef="#ctx0" brushRef="#br0" timeOffset="1801.61">738-51 156 0,'-9'0'57'0,"18"4"-44"0,-9-12 3 0,0 8 0 0,4 0-10 16,5-4-1-16,0 0-3 16,4-8 1-16,5 0-2 15,-5 5-9-15,5-5-5 0,0 4 7 16,4 0 2-16,5 4 10 16,-1-8 6-16,-3 4-4 15,8 8-2-15,-5 4-6 16,-3-8-2-16,-1 4 3 15,0 8 1-15,-9 4 4 16,1 8 1-16,-1-1 1 16,-9 5 2-16,1 8 1 15,-5-1 3-15,0 5-3 16,-9-1-1-16,-9-3-4 0,0 3-1 16,-13 5-1-16,0-5 0 15,-4-3-2-15,-1 0-2 16,1-5 3-16,4 1 0 15,-5 3-4-15,5-15 1 16,4 0 0-16,5 0 0 16,4 0-3-16,5-8 0 15,0 3-1-15,4-3 0 16,0-8 0-16,4 0 3 16,5 4 0-16,0-8 3 15,0 4-3-15,9 0 0 16,0 0-1-16,9-8-2 15,0 0 5-15,4 1-3 16,0 3-1-16,5-4 2 16,-1 4 2-16,6 4 0 15,3 0-1-15,-8 0-4 16,8 8-11 0,-4-4 1-16,-4 0-13 15,-5 3-4-15,0-3-48 16</inkml:trace>
  <inkml:trace contextRef="#ctx0" brushRef="#br0" timeOffset="2592.49">1453-94 160 0,'-9'-4'63'0,"0"11"-49"0,5-10 5 16,-1 10 0-16,1-3-7 16,-1 8 1-16,-4-4-6 15,-4 8 1-15,0-4-5 16,-1 0 5-16,1-1 4 0,-5 5-4 0,1 0 0 16,3 0 0-16,-4 0 0 15,5-5-4-15,4-3-3 16,5 4-3-16,4-8-1 15,4 0-3-15,5-4-1 16,4 0 6-16,5 0 5 16,9 0-4-16,0 4 0 15,8 0 2-15,1 8 1 16,4 0-4-16,-5 3-1 16,1 9-2-16,4 4 0 15,-9-1 3-15,-5 1 2 16,-3 4 2-16,-10-5 1 15,0-3 0-15,-4 7 2 0,-9-3-1 16,-9-8 0-16,-4 0-1 16,-5-5 2-16,-4-7 1 15,-9 0 1-15,0-8-9 16,0 4-1-16,0-4-2 16,-5 0-1-16,5-4-5 15,4 4-4-15,1-12-61 16,3-3 6-1</inkml:trace>
  <inkml:trace contextRef="#ctx0" brushRef="#br0" timeOffset="2918.92">1444-91 240 0,'4'0'90'0,"1"-3"-70"0,17 3 10 0,-9 3-1 0,5 1-13 16,9-8-4-16,13 4-10 15,-5-7-1-15,5-1-1 16,0-8-14-16,0 12-5 0,0-8-83 16,-4-4-52-1,-10-3 65-15</inkml:trace>
  <inkml:trace contextRef="#ctx0" brushRef="#br0" timeOffset="5795.36">-1225 971 132 0,'-5'4'49'0,"5"0"-38"0,-9-16 6 16,9 12-1-16,0 8 4 16,5-12 2-16,-5 8-9 15,0-4-3-15,0 0-6 16,9-4 2-16,-9 4 3 0,4 12-1 15,5-12 3-15,0 0-2 16,13 0 2-16,0-4-2 16,1 4 2-16,-1 0 0 15,9 0-3-15,0-8 0 16,0 8-7-16,5-4-3 16,4 4 9-16,4-4 8 15,5 4-6-15,4-3 0 16,5 3-5-16,0-4-1 15,-1 4-3-15,10-4-1 16,8 8 3-16,-8-4 1 16,4 0 1-16,5 0 0 15,4-4 0-15,4 0 0 16,9 0 0-16,5 4 2 0,0-4-3 16,4 4-2-16,-5-4 0 15,6 4 1-15,3-8-1 16,1 8-1-16,-27 0 1 15,9 4 1-15,-9 0 1 16,-5 0 1-16,1 0-2 16,-10 0-2-16,5 0 1 15,-9 0 1-15,1-8-1 16,3 8 2-16,5-4-2 16,-9 0 2-16,1 4-2 15,3-1-1-15,-4 9-2 16,-4-12-1-16,4 8 2 15,-8-8 0-15,-6 12 3 16,-3-12 1-16,-1 0-1 16,-8-4-2-16,-1 0 1 0,-8 4-1 15,4 0 0-15,-13-4 2 16,4 0-3-16,-4 4 0 16,-5-4 1-16,0 0 2 15,-4 4-1-15,-4-8 2 16,-5 5-2-16,4-5 2 15,1 4 0-15,-1-8 1 16,-4 0-5-16,4-4 1 16,1 0 2-16,-5-3 1 15,0-9 3-15,0 4 1 16,-5-15-3-16,1-1-3 0,0-7 8 16,-1-8 4-16,1-4-9 15,-5-9-1-15,4-3-1 16,-3-15 3-16,-6-1 0 15,1-4 0-15,0 4-1 16,4 8 2-16,0 4-1 16,0 8 0-16,0 4-1 15,5 8 2-15,-1 3-5 16,-4 1-3-16,0 7 1 16,0-3 0-16,1 8 3 15,3-1 1-15,-4 9-4 16,0 7 1-16,5 0-2 15,0 4-2-15,-1 1-2 16,5 7 1-16,0 4-6 0,0-8-1 16,0 8-6-16,0 4-4 15,0-4-10-15,0 5-3 16,5-9-32 0,-1 4 2-16,0-4-2 15,-4 0-25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0:03.32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293 16 112 0,'5'3'44'0,"4"5"-35"0,-14 4 9 0,1-4 2 0,-1 0-6 16,1 4 2-16,-5 4-3 15,-4-1 2-15,-1 5-8 16,-8-4 0-16,0 4 0 0,-9-1 3 16,4-3 4-16,5 0-4 15,-9 0 0-15,4-4-4 16,5-1 1-16,4-3-2 15,1 0 0-15,8-4-3 16,4-4-2-16,5 0-2 16,0-4 1-16,9 0 1 0,0-4 0 15,4 1 0 1,5-5 2-16,9-4-3 0,-5-4 0 16,9 4-4-16,-4-3 1 15,-5-13 0-15,9 8 2 16,0 5-1-16,0-5-1 15,0 4 3-15,0 4 2 16,-4 5-2-16,0 3-2 16,-5 4 2-16,0 4 0 15,0 4 1-15,-4 0 0 16,-5 7 0-16,1 5 2 16,-5 0-1-16,-5 4 2 15,-4-4-2-15,0-1-1 0,-4 1 5 16,-10 0 1-16,1 0 0 15,-5-4-1-15,0-5 1 16,1 1 1-16,-6-4-6 16,6-4 0-16,-6 0-1 15,6 0 0-15,3-4-3 16,1 0 2-16,0 0 1 16,4 1 2-16,4 3-1 15,1-4-1-15,0 0-2 16,4 0 1-16,4 4 1 15,5 4 0-15,0-4-3 16,4 4 2-16,0 3 1 16,1 1 0-16,-1 4-3 0,0 4 2 15,-4 4-1-15,-9 3 0 16,0 5 2-16,-4 0 2 16,-5 3-3-16,-4-3 0 15,-5-4 3-15,0-1 3 16,-4-3 2-16,0-4 3 15,-1-4-1-15,1-4 0 16,-9-12-3 0,4-4-1-16,5-4 1 15,5-4-3-15,-1-4-2 16,9 1 0-16,0-1-1 16,0 0-9-16,9 4-2 15,18 1-7-15,-9 3-4 16,9 0-54-16,-1 4-52 15,10 4 43-15</inkml:trace>
  <inkml:trace contextRef="#ctx0" brushRef="#br0" timeOffset="841.04">498 375 96 0,'4'0'35'0,"5"0"-27"0,-5 4 9 15,-4-4 4-15,9 0-3 16,0 0-1-16,5 0-3 16,-6 4-1-16,6 0-10 15,-1 3-1-15,-4 1-2 16,0 8 17-16,0 4 9 0,-5 4-7 15,1-1-1-15,-5 5-8 16,0 0-4-16,4 3 1 16,-8 1 0-16,-1-5 1 15,-4-3 0-15,0 0-2 0,0-5 1 16,1-3-4-16,-1-4 0 16,0-4 3-16,0 0 3 15,5-4-9-15,-1 0-2 16,1-8-1-16,4 0 1 15,-5-12 1 1,1 0 1-16,-5-3 0 16,0 3 0-16,0 4 0 15,-4 0 0-15,-1 0 0 16,-3 0 4-16,-1 5 2 16,5 3-9-16,-1 0-3 15,1 4 3-15,0 4 3 16,4 3 7-16,0 1 4 15,0 4-15-15,5-4-7 0,8 4 3 16,5 0 4 0,0 4 3-16,4-5 1 15,5 1 2-15,4 0-1 16,0-4-1-16,5 0-26 16,0-4-10-16,8-4-64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0:04.78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982 702 148 0,'-5'-4'55'0,"5"4"-43"0,-4 0 8 0,4 0 0 0,-5 4-6 15,1-4 0-15,-5-4-2 16,5 1 0 0,-5 3-4-16,-9-4 0 0,0 0-1 15,-4 4 1-15,4-4-2 16,-4 4-1-16,4-4-3 16,5 8 1-16,0 0-4 15,8 4 0-15,-8-1 1 16,22-3 0-16,-5 4 0 15,5 4 2-15,-4 0-1 16,12 4-1-16,-12 0-2 16,8-1 1-16,-4 1 1 15,0 4 0-15,-9 0 0 16,9-5 0-16,-9 1 2 16,4 0 3-16,-4-4 4 0,-9 0 2 15,-4-4-3-15,0-5-3 16,-1 1 2-16,-3-4 0 15,-6-4-8-15,1 1-1 16,4-1 4-16,1-4 4 16,3 0-10-16,5 0-4 15,9 0-14-15,0 0-6 16,5 0-40 0,8-4-52-16,5 1 28 15</inkml:trace>
  <inkml:trace contextRef="#ctx0" brushRef="#br0" timeOffset="420.69">1230 635 148 0,'-4'16'57'0,"0"8"-44"0,-14-4 14 0,13-5 5 16,-4 5-9-16,-8 0-1 16,-1 3-7-16,-4 1 1 15,0 4-9-15,-1 3 0 0,6 1 0 16,-1 0-6-16,4-1 0 16,1-3-1-16,4-5 2 15,5-3-17-15,-1-4-4 16,5-8-53-1,0-8-51-15,9-4 38 0</inkml:trace>
  <inkml:trace contextRef="#ctx0" brushRef="#br0" timeOffset="1110.29">1373 848 168 0,'-5'-3'63'0,"1"6"-49"0,-14-3 0 0,18 0 2 15,-13 4-4 1,-10 0-4-16,-8 4-3 15,5 0-2-15,-5 0-3 0,-1 0 3 16,6 0 0-16,-1 0 3 16,9 0-1-16,1 0 0 15,3-1-6-15,1 5-1 16,9-4 1-16,-1 4 0 16,5 0-2-16,9 0 2 15,4 0 1-15,1-1 2 16,3 1-1-16,1 0-1 15,9 0 1-15,-5 4-1 16,9-4-3-16,-9 3 2 0,14-3 3 16,-5 0 1-16,9 0-4 15,-13 0 1-15,8-8 2 16,-8 0 1-16,-1-4-1 16,5-8-2-1,-8 0 1-15,-1-4-1 16,-4 0 0-16,8 0 0 15,-12-4 0-15,3 1-3 16,-3-1 2-16,-5 4 3 16,-9-4 1-16,4 4-4 15,-8 5-1-15,-10-1 3 16,1 8 3-16,0 0 3 16,-5 4 1-16,0 7 2 15,-4 1 1-15,9 4 3 0,-5 8 4 16,13-1-10-16,-4 5-4 15,14 0-3-15,-5-1-1 16,13 1 2-16,1-4 3 16,3-5-4-16,-3 5-3 15,8-4-19 1,9-12-22-16,-4 0-11 16</inkml:trace>
  <inkml:trace contextRef="#ctx0" brushRef="#br0" timeOffset="1650.83">1688 1121 132 0,'4'-4'52'0,"-4"8"-41"15,18-8 18-15,-5 4 3 0,5 0-6 16,0-4-3-16,9 4-13 16,4-4-4-16,4 4-4 15,5 0-10-15,0-4-3 0</inkml:trace>
  <inkml:trace contextRef="#ctx0" brushRef="#br0" timeOffset="1440.3898">1963 868 184 0,'-13'20'71'0,"4"-4"-55"0,0 11 11 16,5-7 0-16,-5 8-11 16,0 7-2-16,-4 9-4 15,-1-1-1-15,1 1-5 0,0-1-1 0,-1 0 1 16,1 1 0-16,4-9 0 15,5-3-11-15,-1-8-3 16,5-5-24-16,-4-7-10 16</inkml:trace>
  <inkml:trace contextRef="#ctx0" brushRef="#br0" timeOffset="2582.07">2185 876 112 0,'0'-4'44'0,"5"4"-35"0,-5 4 12 15,0-4 3-15,0 4 2 16,0 4 2-16,-5 4-7 15,5 4 0-15,-4 3-12 0,-1 9 6 16,-3 4 2-16,-1 7-3 0,0 4 0 16,0 1-2-16,0 3 2 15,0-3-9-15,0-1-3 16,0-7-4-16,0-5-2 16,5-3 9-16,-5-8 4 15,5-5-2-15,-5-3-2 16,9-4-5-16,-5-4 0 15,5 0 2-15,0-12 1 16,9-4 1 0,0 0-7-16,4-3 0 15,5-1-6-15,0 0-1 16,4 0 5-16,-4 4 2 0,4 1 3 16,-4 3 2-16,0 4-1 15,-1 4 2-15,1 4-2 16,0 4 2-16,0 3-4 15,-5 5 0-15,0 0 1 16,-4 4 0-16,-4-4-7 16,-1 3 0-16,-4-3 16 15,-4 4 11-15,-5-4-6 16,0-5 0-16,0 1-6 16,-9-4-3-16,1-4 0 15,-6-4-1-15,6-8-5 16,-6 4 1-16,6-4-5 15,-1-3 1-15,0-5-14 0,9-4-3 16,9-4-22-16,9-3-10 16,4 3-52-1</inkml:trace>
  <inkml:trace contextRef="#ctx0" brushRef="#br0" timeOffset="3182.15">2629 1208 148 0,'14'0'55'0,"-5"-4"-43"0,8 4-1 16,-8 0-4-16,5 4 3 16,-1 0 4-16,0 8 4 15,-4 3 3-15,4 9-11 16,1-4 5-16,-5 7 3 0,-5 1-4 15,1 0 2-15,-1-1-5 16,0-3-1-16,-4 0-2 16,0-1 0-16,0-7-2 0,-4 0-1 15,0-4-1-15,-1-4 0 16,-4-8 0-16,0 0 2 16,0-4-5-16,1 0-3 15,-6-4-8-15,1 0-4 16,-5-4 3-16,-4 0 4 15,0 4 2-15,-5 0 3 16,0 5 1-16,1-1 1 16,4 4 8-16,-1 4 5 15,6-4-11-15,3 3-5 16,5-3 1-16,9 8 4 16,5 0 4-16,4 0-2 15,8 0-3-15,6-4-5 16,3 0-2-16,1 0-8 15,4 0-2-15,0-4-18 16,0 0-7-16</inkml:trace>
  <inkml:trace contextRef="#ctx0" brushRef="#br0" timeOffset="3529.49">2900 1129 188 0,'0'4'71'0,"0"-8"-55"0,5 8 9 0,-5 4 1 16,4 3-6-16,-4 5-2 15,5 4-2-15,-5 4 0 16,4 3-8-16,-4 13-1 0,0-5 3 16,0 1-6-16,5-5 0 15,-5-3 0-15,0 0 0 16,0-1-2-16,0-3 1 16,4-4-20-16,0-4-6 0,1-5-30 15,4-11-11-15,4 0-31 16</inkml:trace>
  <inkml:trace contextRef="#ctx0" brushRef="#br0" timeOffset="3800.22">3105 971 176 0,'0'12'66'0,"4"3"-52"0,-4 13 17 0,0-8 4 15,0 7-6-15,0 9-2 16,0 3-11-16,0 1-3 16,0-4-7-16,0 3 0 0,0-3 1 15,0-9-6-15,4 1 0 16,1-1-1-16,-1 1 2 15,5-4-36-15,0-5-17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1:13.48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43 112 0,'5'-4'44'0,"-1"8"-35"0,-4 0 5 0,0-4 1 16,0 0 0-16,9 0 0 16,-4-4-5-16,-1 0-2 15,5 0-4-15,0 0 10 0,0-4 8 16,-5 0-2-16,1 5-2 15,-1-5-4-15,-4 4 1 16,0 4-2-16,0 0 0 16,0 8-5-16,0 7-3 15,0 9-2-15,0 8 0 16,-4-1 9-16,-1 1 4 16,5-1-5-16,0 5-2 15,0-1-7-15,0 1-2 16,0-12-2-16,0 7 0 15,0-11 0-15,0 4 0 16,0-9-22-16,0 1-12 0,0-4-67 16</inkml:trace>
  <inkml:trace contextRef="#ctx0" brushRef="#br0" timeOffset="494.84">-306 71 168 0,'-13'4'63'0,"13"-4"-49"0,0 0 11 0,0 0 2 0,0 0-4 16,9 4-2-16,4 0 0 15,0-4-1-15,9 4-11 16,1-4 3-16,3 0 2 0,5-4-5 16,5-4-1-16,4 0-4 15,4 0-1-15,5-4-1 16,4 0-2-16,1 8-13 15,-5 0-4-15,-1 0-33 16,6 0-15-16,-5 4-35 16</inkml:trace>
  <inkml:trace contextRef="#ctx0" brushRef="#br0" timeOffset="1276">338 335 176 0,'9'0'66'0,"-9"4"-52"0,0-4 8 15,4 8 1-15,-4-8-3 16,9 4 0-16,0-4-8 16,4-4-3-16,1 4 1 15,8-4-5-15,5 0-5 16,-5-4-1-16,0 0 1 15,0-3 2-15,-4-1-1 0,0-4 2 16,-1 4-2-16,-3-12-1 16,-1 5-2-16,-4-1-1 15,-5 0 2-15,1 4 0 16,-5 1 1-16,-5 3 0 16,1 4 0-16,-5 0 0 15,-4 4 4-15,-1 4 2 16,-3 4 0-16,-5 0-1 15,-1 4-3-15,6 8-2 16,3-1 9-16,-8 5 4 16,4-4 0-16,0 4 2 0,10-5-4 15,3 13 1-15,5 0-5 16,9-5-2-16,4-3-2 16,5 0-3-16,0 0 3 15,0-9 0-15,-1 1-4 16,6 0 1-16,-1-8 0 15,-4-8 2-15,4 12-6 16,4-16 1-16,1 0-15 16,0 0-5-16,-1 4-13 15,-3-3-2-15,-1-1-31 16</inkml:trace>
  <inkml:trace contextRef="#ctx0" brushRef="#br0" timeOffset="1816.18">795 130 184 0,'-4'-4'71'0,"4"4"-55"0,0 4 4 0,0-4 0 16,0 8-1-16,0 8 1 16,0-1-5-16,0 1-1 15,0 8-8-15,4-4-2 0,1 3 0 0,-1 9 6 16,1-4 6-16,-1-9-6 16,-4 5-3-16,5-8-2 15,-5 0-1-15,4-9-2 16,-4-7-2-16,5 0 3 15,-1-3 0-15,0-9-4 16,1 0-1-16,-1-8-2 16,5 0 0-16,0-3-8 15,4-9-5-15,1-3 11 16,3 3 7-16,1 0-4 16,0 5 1-16,0 7-2 15,4 8 2-15,-4 0 3 16,4 8 2-16,5 4 3 15,-5 12 1-15,-4 0 1 0,-1 8 2 16,1 0 1-16,-5 3 1 16,1-3-4-16,-1 4 0 15,0-5-5-15,-4 9-2 16,0-8-7-16,0-4-1 16,0-5-26-16,-5 5-10 15,5-12-75 1</inkml:trace>
  <inkml:trace contextRef="#ctx0" brushRef="#br0" timeOffset="2446.31">1302 23 160 0,'-5'0'63'0,"14"4"-49"0,-9 0 14 16,0 0 4-16,0 8-7 15,0 0 0-15,0 4-5 0,0 3-3 16,0 1-9-16,0 4-1 0,0-4 3 16,0-1-4-16,0 1 2 15,5 0 1-15,-5-8 2 16,0 0-8-16,0-1-3 16,4-3-1-16,-4-8 2 15,4-4 2-15,-4-4 1 16,5-3-7-16,-1-5 0 15,1-8-6-15,-1-4 1 16,1 1-1-16,4-5 3 16,-1 1-5-16,10-1-1 15,-4 4 7-15,-1 1 2 0,0 11 3 16,1-4 0-16,3 4-3 16,1 1 2-16,0 3 3 15,-5 4 1-15,0 8 5 16,1 4 5-16,-1 8 2 15,0 4 3-15,1 3-4 16,-1 5 0-16,0 4-4 16,1-1 1-16,-5 1-4 15,-1-4-2-15,6-5-2 16,-5-3 0-16,-5-4-11 16,5 0-2-16,-5-4-22 15,1-4-6-15,4-4-43 16,0-4-15-16</inkml:trace>
  <inkml:trace contextRef="#ctx0" brushRef="#br0" timeOffset="3545.11">1679-446 324 0,'-22'-12'123'0,"13"16"-95"0,9-4-6 15,0 4-10-15,0 0-13 16,-4-4 1-16,4 8-62 16,0-1-25-16,-5-7-36 15,-8-11-12-15</inkml:trace>
  <inkml:trace contextRef="#ctx0" brushRef="#br0" timeOffset="2733.32">1795-166 200 0,'-18'16'77'0,"31"-8"-60"0,-22 3 15 0,5-3 2 16,4 4-8-16,0 4-3 0,13 4-9 15,-13 3-4-15,9 1-5 16,0 0-4-16,0-1 2 0,-5-3-18 15,5-4-4-15,0-4-68 16</inkml:trace>
  <inkml:trace contextRef="#ctx0" brushRef="#br0" timeOffset="3287.61">2137-344 176 0,'0'-4'68'0,"0"-4"-52"0,-5 8 12 0,1 8 3 16,-1-8-12-16,-4 0-3 15,1 4-3-15,-6 0-1 16,-4 8-6-16,1-4-2 0,-1 8 2 0,-4-4-1 16,4 3 2-16,0-3 0 15,5 0 1-15,0 0-4 16,4 0-1-16,4 0-1 15,10-5-2-15,4 1 1 16,8-4 1-16,6 0-3 16,8 0 0-16,0 0-1 15,4 0 0-15,1 0 4 16,-1 4 1-16,-4 4 1 16,-4 0 2-16,-9-1 3 15,-5 1 5-15,-4 4-2 16,-9 4 3-16,-9 0-4 15,-4 3-1-15,-5 1-4 16,0 0 1-16,0-1-6 16,-4-3-1-16,5-8-20 0,-1-4-9 15,0-4-65-15,5-12-28 16,-1 0 16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1:43.38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8 1060 112 0,'5'0'44'0,"-1"-4"-35"0,-8 8 9 0,4-4 4 0,0 0-9 16,0 0-2-16,0 0-2 15,0 0-1 1,0 12 2-16,0-5 4 0,0 1-4 16,0 0 2-16,-5 0-3 15,5-4 0-15,0 0-1 16,0 4 0-16,0-4 0 15,0 4 2-15,0-4-3 16,-4 4 1-16,4-4-5 16,0-1-2-16,0 5 2 15,0-4 2-15,-5 0 2 16,5 0 1-16,0-4-2 16,0 8-1-16,-4-4-1 15,4-4 2-15,0 0-5 0,0 8-3 16,0-8 3-16,0 0 1 15,4 8 0-15,5 0-2 16,0-4-4-16,0 4-2 16,0-1 7-16,4 1 6 15,1 4-12-15,-1 0-3 16,5 0 14-16,4 0 9 16,0 0-8-16,5-1-4 15,4-3-2-15,4 0 1 16,5 4-3-16,0-8 0 15,5 0 1-15,-1 0 0 16,5-4-3-16,4-4 2 0,-4-4 3 16,0 0 3-16,0 0-4 15,-5-4-3-15,1 1 3 16,4-9 3-16,-1 0-3 16,-3-4-3-16,4 1 3 15,-9-5 1-15,8 0 0 16,-12-3-2-16,4-5 3 15,-9-3 2-15,0-1-2 16,-9 1-2-16,9-1 0 16,-13 5 1-16,4-1-1 15,-8-3-1-15,3 7 3 16,-8-3 2-16,5-1-4 16,-10 1-1-16,9 3 4 15,-13-3 2-15,9-5-2 16,-4 5-3-16,-10-5 2 0,1 1 2 15,-1 3-2-15,1 1 0 16,-5-9 1-16,0 13 0 16,0-1 0-16,-4 4 0 15,9 5-5-15,-5-5 1 16,-5 4 2-16,1-3 3 16,0 3-4-16,-5 4-1 15,0-3-2-15,5 11 0 16,-5-4 4-16,5 4 1 15,-5 8-1-15,0-8-2 16,5-3 1-16,4 3-1 0,-4 8-16 16,-1 12-28-1,6 0-13-15,8 3-69 16</inkml:trace>
  <inkml:trace contextRef="#ctx0" brushRef="#br0" timeOffset="6230.52">523 641 116 0,'5'8'46'0,"-1"-24"-35"0,1 12 7 0,-5 4 2 15,0 0-10-15,0-4-3 16,4 0-4-16,-4 4 0 16,0 0-2-16,0-3 8 0,0 3 6 15,0 0-3-15,0-4 1 16,0 4-6-16,-4 4 1 15,4-4-1-15,4-4 1 16,1 4-4-16,-5 0-1 16,9 4 1-16,-5 7 2 15,0 1 1-15,-4 0 1 16,0 8-2-16,0-4-1 0,0 3-3 16,5-3-2-16,-5 4 1 15,0 0-1-15,-5-1 0 16,1-3 2-16,4 0-6 15,0 0 1-15,-4-4-15 16,4-1-3-16,4-3-40 16,5-8-48-1,-5-4 26-15</inkml:trace>
  <inkml:trace contextRef="#ctx0" brushRef="#br0" timeOffset="7086.19">857 495 124 0,'-5'-8'49'0,"1"8"-38"0,-1 0 4 16,5 0 0-16,0 0-7 16,-4 0-2-16,-1 4-3 15,1 4-3-15,-5-4 1 16,0 4-1-16,-4 0 2 0,-5 8 1 16,0-5 3-16,1 1 1 15,3 4 3-15,1-4-3 16,0 0-2-16,4 0 0 0,4-8-1 15,5 3-5-15,0-7 1 16,9 12-2-16,9-8-2 16,0 4 0-16,4 0 3 15,0 0 0-15,5 0 3 16,-1 0-1-16,-3 4-1 16,-1-1 1-16,0 1-1 15,-4 0 0-15,-5 4 2 16,0 4 1-16,-8-5 3 15,-5 9 1-15,-5-8 1 16,1 4 0-16,-5-5 2 16,-4-3-3-16,-1 0-2 15,-3-4-2-15,3 0 0 16,-3-4 0-16,-1 0 1 0,4-4-5 16,6-4-1-16,-1-8 3 15,4 4 3-15,5-12-8 16,9 1 0-1,4-5 2-15,1 0 1 16,4 1 1-16,4 3-3 16,-4-4 0-16,4 0 2 15,-13-3 2-15,4-1 0 16,-9 5 2-16,-8-1-2 16,-1 4 2-16,-3 4 0 15,-6 1 3-15,1 3-1 16,-5 8 0-16,5 0-10 15,-9 12-4-15,-1 0-53 16,6-4-56-16,3 7 28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2:26.5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374-2 72 0,'0'0'27'0,"0"0"-21"0,0-4 14 0,0 4 4 16,0 0-4-16,0 0 1 0,0 0-3 15,0 0-2-15,0 4 0 16,-4 0 3-16,-1 0-11 15,1 0-2-15,-1 4 0 0,-4 0-1 16,0 0 0-16,1 0 3 16,-6 0 3-16,1 4-2 15,-5-1 2-15,0 5 0 16,-4 0 1-16,0 0-2 16,0 0-1-16,0 3-1 15,-1 5 0-15,1 4-4 16,4 3-3-16,1 1 2 15,-1 3 0-15,5 1 1 16,-1-1 0-16,5 5-2 16,0 3-2-16,1 1 3 15,-1 3 0-15,0 0 1 0,4-7 0 16,1 3-2-16,4 1 1 16,0-5-4-16,0 1 0 15,4-1 1-15,1 1 2 16,-1 3-3-16,5-3 0 15,4-1 1-15,1 0 2 16,-1 1-1-16,5-1 2 16,4-3-4-16,0-1 0 15,5 1 3-15,4-4 3 16,0-5-2-16,5 1-2 16,4-4 0-16,4-1-1 15,5-3 0-15,0 0 2 16,4-1-1-16,-4-3-1 0,0-4 1 15,8 0 1-15,-3 0-3 16,-1 0 0-16,-4-5 1 16,0 1 2-16,0 0-1 15,4 0-1-15,0 0 1 16,0-4-1-16,1 0 0 16,-5-4 2-16,-1-4-3 15,-3 0 0-15,-1-4 1 16,1 0 2-16,-1-4-3 15,-4 5 0-15,-4-5 1 16,-1 4 2-16,-4 0-3 16,-4-4 0-16,0 0-1 15,-1 0-2-15,-4-3-8 16,-4-1-3-16,0 0-10 0,-5 4-2 16,-4 0-45-1,-9 4-53-15,-4-3 30 16</inkml:trace>
  <inkml:trace contextRef="#ctx0" brushRef="#br0" timeOffset="751.08">507 587 136 0,'-4'-4'52'0,"8"-4"-41"0,-4 12 9 15,0-4 0-15,0 0-1 16,0 8 3-16,0 3-3 15,0 9 0-15,0 0-10 16,0 7-1-16,-4 1-1 0,4 0-1 16,0-1 1-16,-5 5-4 15,5 0-2-15,0-1 0 16,-4 1 1-16,-1-5-14 16,5 1-5-16,0-4-37 15,-4-5-57-15,4-3 16 16</inkml:trace>
  <inkml:trace contextRef="#ctx0" brushRef="#br0" timeOffset="1365.32">858 662 116 0,'-9'0'46'0,"5"3"-35"0,-1 1 1 16,1 0 0-16,-1 0 3 15,-3 4 3-15,-6 0-1 0,1 0 2 16,0 4-10-16,-1 0 1 0,1 0 1 16,0-5-9-16,4 1 0 15,0 4-2-15,4-4 2 16,5 0-1-16,0-8 2 15,9 4-4-15,5 0-2 16,3 0 2-16,6 4 0 16,-1 0 1-16,0 0 2 15,0 3-1-15,0 5-1 16,1 0-2-16,-6 4 1 16,-3-1 7-16,-5 5 4 15,-5 0 1-15,-4-1 3 16,-4 1 2-16,-5 0-1 15,-5 0-5-15,1-5-4 16,-5-3-1-16,0-4-1 0,1 0-5 16,-1-4 1-16,0 0 0 15,0-8 2-15,1-8-21 16,3 0-7-16,5-4-36 16,1 0-56-1,8-4 20-15</inkml:trace>
  <inkml:trace contextRef="#ctx0" brushRef="#br0" timeOffset="1651.3699">809 697 152 0,'0'-4'57'0,"5"4"-44"0,4-4 12 0,-1 4 1 16,1-4-6-16,5 4 1 16,3 0-14-16,1 0-5 15,0 0-1-15,4 0-6 0,0 0 1 16,1 0-47-1,-1 0-57-15,-9 0 20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3:30.64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630 168 144 0,'0'-8'55'0,"0"8"-43"0,0-4 14 15,0 4 6-15,0 0-7 16,0 0-2-16,0-4-9 16,0 0-4-16,0 0-5 15,0 0 1-15,-4 0 3 0,4-3-1 0,-5-1 3 16,1 0-4-16,-1 0 1 16,1 0-3-16,-5-4 0 15,0 4-3-15,0-4-2 16,-4 1 3-16,0 3 0 15,-5 0 3-15,0 0 1 16,-8 0 1-16,-1 0 0 16,-4 4-4-16,0 0-3 15,0 0 0-15,-5 4-1 16,5 0 0-16,0 4 0 16,0 0 2-16,0 4 1 15,0 4-4-15,0 4 1 0,4-1-2 16,5 5 0-1,0 0 2-15,4 4 0 0,0-1 0 16,5 1 0-16,4 0 0 16,0-1 0-16,4-3-3 15,1 0 2-15,0 3 1 16,4-7 0-16,4 0 0 16,0 0 2-16,5 0-3 15,0-5-2-15,5 1-1 16,3 0 3-16,6-4-2 15,3 0 1-15,10 0 0 16,-1 0-2-16,5 4 3 16,5 3 0-16,-1 1-2 15,5 4 2-15,-9 4 3 0,0-1 1 16,-5 1-1-16,1 4-2 16,-5-1 1-16,-4 5-1 15,-1 3 0-15,-4 5 0 16,1-1 0-16,-6 5 2 15,1-1-1-15,-4 1-1 16,-6-5 3-16,-3-3 0 16,-5 3-1-16,0-3 1 15,-5-5 0-15,-3-3 3 16,-1-1-3-16,-5-3 0 16,1-4-1-16,-5-4-2 15,0-1 3-15,1-3 0 16,-6-8-1-16,-3-4-2 15,-10 0 1-15,1-4 1 16,-1-4-1-16,5-3 2 0,0-1-2 16,-4-4 2-16,8-4 0 15,0 0 1-15,5 1-5 16,4-5-1-16,5-4-2 16,9-3 3-16,4-5-5 15,4-7 0-15,9 3 3 16,1 1 3-16,3 3-1 15,6 1 0-15,3 3 1 16,10-3 0-16,-5 3 0 16,0-3 0-16,0-1-5 15,0 1 1-15,0-1 4 16,0 0 2-16,-4 5-3 0,0-5-1 16,-5 5 1-16,-4-1 0 15,-5 1 3-15,-4-5 1 16,-5-3-1-16,-4 3 1 15,-9 5-2-15,-4-1 2 16,-9 4-2-16,-5 9-1 16,-8 3-6-16,-10 0-1 15,-4 4-28-15,0 4-12 16,-4 12-66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3:52.96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26 6 144 0,'-8'-4'55'0,"8"4"-43"0,0-4 5 0,0 4 0 16,0 0 1-16,4 0 1 15,-4 0 3-15,0 0 3 16,0 0-13-16,0 0 2 0,0 12 2 16,0 4-2-16,0 4 2 15,-4 11 0-15,-1 5 2 16,1 7-6-16,-1 9 1 16,5 3-8-16,-4 0-1 15,4 0-4-15,0 1-1 16,4-1-17-16,1 0-8 15,-5-7-35-15,-5-5-13 16,1-11-26-16</inkml:trace>
  <inkml:trace contextRef="#ctx0" brushRef="#br0" timeOffset="779.3597">582 38 124 0,'-14'-4'46'0,"5"4"-35"0,0-4 7 0,5 4 2 0,0 4 7 15,-5 0 8-15,0 0-12 16,-4 4-3-16,-1 4-12 16,1-1 4-16,-5 9 1 0,5 4 2 15,-5 7 4-15,5 1-5 16,-5 8 2-16,9 7-7 15,0 0-1-15,5 5-2 16,-1 3-1-16,10 0-3 16,-1 0 1-16,9 1-2 15,5-5-1-15,4-4 1 16,5-7 1-16,4-9 1 16,5-3 3-16,4-12-8 0,4-4 0 15,5-12 0-15,0-4 3 16,0-8-2-16,4-4 0 15,-4-8 1-15,-5-3 0 16,1-9 0-16,-5-3 0 16,-5-5 0-16,-4-3 2 15,-4-4-1-15,-5-1-1 16,-9 1 3-16,-8 0 2 16,-10-1 2-16,-8 1 1 15,-9 0 0-15,-9 3 2 16,-5 5 4-16,-4 7 3 15,-4 5-9-15,-1 3-4 16,1 5-8-16,0 7 0 0,-1 8-16 16,1 8-4-16,4 12-39 15,4 7-14-15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4:10.77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20 14 224 0,'-22'4'85'0,"22"-4"-66"0,0 4-6 16,0-4-6-16,9 0 6 16,0 0 8-16,4 0 7 15,5 3 3-15,4-3-16 16,9 4-2-16,5-4-2 0,8 4-4 15,9-4 1-15,5 0-7 16,4-4-3-16,5-3-6 16,4 3-2-16,5-4-20 15,-1 0-7-15,1 4-69 16,-10 4-47 0,-21 0 65-16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4:10.27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20 8 196 0,'-4'-8'74'0,"-1"8"-58"0,1 0 16 16,4 0 2-16,0 4-8 16,-4 0-1-16,-1-4-5 15,1 4-1-15,4-4-10 16,0 0-3-16,0 0-2 0,4 0 0 15,5 4 0-15,4-4 0 16,5 0 2-16,13 0-3 16,0-4-2-16,5 4-3 15,4-4 1-15,4 4-1 16,5 0 0-16,4 0 4 16,-4 0 3-16,5 0-4 0,-10 0-1 15,-4 0-2-15,-5 0-2 16,1 0 0-16,-9 0 3 15,-5 0 0-15,0 0 3 16,-4 0-3-16,-5 0 0 16,-4 0-1-16,0 0-2 15,-9 0 3-15,0 0 0 16,0 8 1-16,0 4 2 16,-5 4-1-16,1 11 2 15,-5 13 0-15,0 7 3 16,0 12-3-16,0 5 0 0,1-1-1 15,-6 4 1-15,1 0-2 16,4 0-1-16,5 0-2 16,-1-4-1-16,5-3-14 15,0-9-4-15,0-4-18 16,0-11-7-16,0-1-67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0:34.86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36 11 28,'-5'-4'13,"10"8"-10,-5-4 13,0 0 4,0 0 1,0 0-1,4 0-8,-4-4-3,0 4-3,0-4 1,0 4 5,0-4 2,0 4 1,0 0 4,0 0-5,0 0 0,0 0-4,0 0 1,0 0-6,0 0 1,0 0 4,0 0-4,-4 0 2,4 0 1,-5 0 2,5 0-1,0 0 1,-4 8-4,4-4-2,-5 4-2,5 0 0,-4 4-2,-1-1 2,1 1-4,4 0 0,-4 0 5,4 0 2,0 0 2,0 3 2,0 1-1,0 0 2,0 4-4,0 0-2,0-1-2,0 1-3,0-4 1,0 4 1,0-5-1,0 1 2,0-4 0,0 8 1,4-5-2,0 1 1,-4 0-4,0 0 0,5 0 3,-5-1 3,4-3-2,-4 8-2,0-4 0,0 0 1,0-1 1,5-3-1,-5 0-2,4 0 1,-4 0 1,5 0 1,-5 3 1,4-3-2,-4 0 1,0 0-4,0 0 0,5-4 3,-5 0 1,4 3 1,-4 1 0,4 0 0,-4 0 0,0 0-2,5 0-2,-1-4-4,-4-1-2,5 1 0,-5 0 4,0 0-1,0-4-1,0-4-4,0 4-2,0-4-13,0 0-5,0 0-38,0-4-17,13-4-8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0:48.658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7 138 40,'-9'-4'16,"18"4"-12,-9 0 16,0 0 9,0 0 2,0 0 2,0 0-1,0-4 0,0 0-15,0 0-5,0 1-6,0-1 1,0-4-4,-9 0 0,9 0 1,0 0 4,0 0 3,9-4 2,-9 0 5,4 5-1,5-1-1,0 0-4,0 0-2,0 0-6,4 4-1,5 0 1,-5 4 2,0-4 1,1 4 1,3 0-2,-3 0-1,-1 4-1,5 0 0,0 0-5,4 4 1,-9 0 2,0 0 1,5 3-1,-9 1 1,4 4 0,-4 0 1,0 4-5,0-1 1,-4 1-2,-1 4-2,-4-1 3,0 1 2,-4 0 2,4 0 1,-5-1-5,1 1 1,-1-4 0,1-1 2,-1 1-1,-4 0 2,1 0-2,-1-5-1,-9 5-2,5 0 1,-5-4-1,0 3-2,5-3 3,-5 4 0,0 0-2,9-1 2,-8 1-1,8 0 0,-5-4 0,5-1-2,1 1-2,-1-4-1,0-4 4,0 0 1,5 0-1,-1 0 2,1-4 1,4 0 2,0 0-1,-5-4-1,5 0 1,0 0 1,0-4 1,5 0 3,-1 0-3,5 0-2,4 0 0,-4 0-1,4 0 0,5 0 0,-4 0-3,3 0 2,6 0-1,-1 0 0,0 0 0,0 0 0,0 4 2,5 0 0,0 0-3,-5 4 2,0 0-1,-4 0 0,0 0-7,-5 0-2,0-4-10,-4 0-1,0 0-11,-9 0-2,0 0-25,0 0-38,0 0 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11.567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 61 80,'-4'-4'33,"4"0"-26,4 0 7,-4 4 1,5-4-6,-1 0-3,0 0-1,5 0-1,0 0 4,0 0 3,0 0-4,0 0 1,0 0-5,0 0 0,4 0-3,0 0-1,5 4 1,0 0 0,0 0 2,-1-3 3,1 3 4,0 0 2,0 0 1,-1 0-2,-3 3-1,3 1-3,-3 4 1,4 0-2,-5 4 0,0 0-3,1 4-2,-1-1 1,-4 1-1,0 0 2,-5 4 3,1-8 0,-5 0 0,0-2-1,0 6 2,-5 0-3,1-4-2,-5 0 0,0-1-1,0 1 0,0 0 0,-4 0 0,-1-4 2,6 0 3,-6-4 4,1-4 0,0 4 2,-1-8-2,1 4 0,0 0-8,-1-4-2,1 0 0,4 0 2,0 4-2,5-4 0,-1 4 1,1 0 2,4 0-1,0 0 2,0 0-4,0 0 0,4 4 1,1-4 0,-1 4 0,5 0 0,0 4 0,4-4 2,-4 4-1,5-1 2,-1 1-2,0-4-1,0 4 1,1 0 1,-1 0-1,0 0 2,-4 0-2,5 0 2,-1 0-2,-4-1-1,0 5 1,0-4-1,0 0 0,-1 0 0,-3 0 0,-1 0 0,1 0 4,-1 0 2,-4-2 0,5 2-1,-5 0-3,0 0 1,0 0-4,0 0 0,0 0 1,0 0 0,-5 0 0,1-1 0,-1 1 2,-4 0 3,1 0 0,-6 0 2,1-4-4,0 4-2,-1-4 0,1 0 1,-5 0-1,5 0 2,-5 0-2,5 0-1,-1 0 1,1-1-1,0 1 2,-1-4 1,1 0-1,4 0-2,0 0-2,-4 0 1,4 0 1,0 0 2,0 0-3,0 0-2,1-4-27,3 1-10,1 3-79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4.302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0 4 24,'0'0'11,"4"0"-9,-4-4-11,0 4-4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4.97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0 0 140,'0'0'52,"0"0"-41,0 0 11,0 0 1,0 0-5,0 0 2,0 0-7,0 0-3,5 4-5,-1 4 3,1 0 4,-1 0-2,1 3 0,-1-3-4,-4 4 1,4 0-4,-4 0 0,0 0-1,0 4 1,0-1 2,5 5 2,-5 0 1,0 0 2,0-1-5,0 1-3,0 0-4,0-4-1,4 3-1,-4-3 3,0 0 0,5-4 3,-5 0 1,0-5 1,0 1-2,0 0 1,0-4-9,0 4-3,0 0 7,0 0 3,4 0-3,1 0 2,-1-4 0,0 4 0,-4-8 0,5 7 0,-5-7 0,9 4 2,-9-4 1,0 0 1,4 0 2,5 0 1,4 0-1,1 0-1,-1 0-3,0 0 1,1-4-2,4 0-1,-1 1 3,1-5 0,0 4-4,-5 0 1,5 0 0,0-4 0,-1 4-3,1 0 2,0 0-1,0 0 0,-1 0 2,1 0 0,0 0-3,0 0 2,-5 0-1,0 4 0,1 0-3,-1 0-1,0 0-4,5 0-1,-9 0-1,0 0 2,0 0-3,-5 0-2,1 0-18,-5 0-6,0 0-31,0 0-28,9-4 37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25.99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-1-7 100,'-4'0'38,"4"4"-29,0-4 10,0 0 3,0 0-6,0 0-1,0 0-3,0 0 2,0 0-7,0 0 5,0 0 1,0 0 0,0 0 0,0 0-3,0 0 1,4 8-4,1 0-2,-1 4 2,-4 0 2,5 4 0,-5 3 2,0 1-4,4 0-2,-4 4-2,4-1 0,5 1-2,-9 0 2,5 3 0,-1 1 3,1-4-1,4-1 2,-5 5-4,0-8 0,1-1-1,-1 1-2,-4-4 1,0 0-1,0-1-3,0 1 2,0 0 1,0 0 0,0-4 2,0 0 1,0-1-4,0-3-1,0 0-4,0 0 1,0-8-4,0 4-1,0-4-13,0 0-5,0 4-10,0 0-1,0 0-19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45.75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334-1 80,'-5'0'33,"5"0"-26,-4 4 18,4-4 6,0 0-3,0 0-2,0 8-12,-5-4-6,1 0-3,-1 0 1,1-1-3,-5 1 0,0 0 3,-4-4-1,0 4 0,-5-4 3,0 0 3,0 0 0,0 0 3,1 0-5,3 0-1,-3 0-2,3-4 1,1 4-2,0 0 0,-1 0 1,1 0 1,0 0 3,-1-4 4,5 0-4,1 4 0,-1 0-9,0 0 0,4 0-1,1 0 0,-1 0 0,5 0 2,0 0 5,0 0 4,0 0-6,0 0-1,0 0-2,0 0 1,0 0-4,0 8 0,0 0 1,0 0 0,0 4-3,0 0 0,5 0 2,-1 0 0,-4 3-2,5 1 2,-1 0 3,-4 0 1,0-1-1,0 1-2,0 0 1,0 0-1,0-4 0,0 0 0,0-5 0,0 1 0,0 0 0,0-8 2,0 0-1,0 0-1,0 0 5,0 0 4,9 0-1,0-4 1,0-4-10,0 0-1,0 1 0,0-1 3,-1 0-5,1 4 1,5 0 1,-1 0 1,5 0 1,-1 4 0,6 0-3,-1 0 2,0 4-1,0 0 0,1 4 2,-1 4 2,0-1-3,0 5-2,-4 0 2,0 4 2,-1 0-2,1-1 0,0 1-1,-5 4 0,1-5 2,-6 1 0,1 4-5,0 0 1,-4-5 2,-1 1 3,-4 0 2,0 0 1,0-5-5,0 1 1,-4 0-2,-1-4 0,1 0 2,-5-1 0,0 1 0,0 0 0,-4 0 0,4-4 2,-4 0-1,-1 0-1,1-4 1,0 0 1,-1-1-1,1-3-1,0 4 1,-1-4-1,1 0-3,4 0 0,0 0-3,0-4 1,5 1-10,0-1-3,-1 0-26,1-4-10,4 4-46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1:58.122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 contextRef="#ctx0" brushRef="#br0">466 20 64,'5'0'27,"-10"-8"-21,1 8 16,4 0 6,0 0-4,-5-4 0,1 0-2,0 4-2,-1-4 1,1 4 1,-1 0-12,-4 0 3,5 4 3,-5-4 1,5 4-1,-5 4-6,0-4-2,-5 4-6,1 0-2,0 4 0,-1 0 2,1-1 1,-5 1 1,1 4 2,-1 0-1,0 4 0,-4-1-3,4 1 1,0 4-2,1-1-1,-1 5 1,0 0 1,5-1-1,-1 1-1,1 0-2,0-1-1,4 1 6,-4-4 3,4-1-10,0-3-2,0 4 9,0-5 5,0 1-6,0 0-2,5 0-4,-1-1 0,1 1 0,4 0 0,0-4 7,0-4 5,0-1-6,0 1-1,4 0-3,1 0-2,-1 0 3,1-4 0,-1 3 1,5 1 0,0-4-3,0 0 2,0 0 5,4 0 2,0-4 2,5 0 2,4-4-5,-4 0-1,4 0-2,1 0-2,-1 0 1,-5 0-1,6-4 0,-10 0 0,0-4 0,-4 0 0,0-4-3,0 0 0,-5 1 2,1-1 2,-5 0-2,0-4 0,0 0-1,-5 1 0,1 3 2,0-4 0,-1 4-3,-4 0 2,0 0-6,0 0-3,1 1 6,-1 3 3,-9 0 2,5 4-1,-1-4 3,1 4 2,0-4-7,-1 4-3,1-4 0,0 4 3,-1 0-6,5 0-2,1 1-1,-1-1-1,0 4 0,0 0 2,0 0-3,0 0-2,0 0-9,0 0-5,1 0-33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2:17.248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-7561 165 88,'-9'0'33,"9"-4"-26,0 4 9,0 0 3,0 0 0,-4 0 1,4 0-3,0 0 0,-5 0-1,5 0 0,0 0-8,0 0-1,0 0 3,0 0-4,0 0 2,0 0-5,0 0 0,0 0 1,9 0 0,0 0 0,0 0 2,4 0-1,1 0 0,-1 0-1,5 0 0,4 0 2,0 0 1,0 4 1,5-4 0,0 0 0,-1 4 0,-3-4 0,-1 0 2,0 0-3,-4 0 1,0 0-3,-5 0 2,0 0-4,1 0 0,-6 0-1,1 0-2,0-4 3,0 4 2,-5 0 0,1 0 0,-5 0-1,4-4 0,-4 4 0,0 0 0,0 0-5,0 0-1,0 0-2,0 0 0,5 8 3,-5 0 0,0 4 1,0 0 2,0 3-1,0 1-1,0 0-2,0 4 1,-5 3 3,1 5 1,-1 4-1,1-1 1,0 5-4,-5-1 0,0 1 3,0-1 1,0 1-4,0-1-1,5-7 3,-5 0 1,0-5 0,0 1-2,5-4 1,-1 0-1,1-5 0,-1-3 0,1 0-3,-1-4 0,1 0-3,4-4-1,0-4-5,0 0 0,0 0-7,0 0-3,-4 0-48,4-4-19,4-4 0</inkml:trace>
  <inkml:trace contextRef="#ctx0" brushRef="#br0" timeOffset="749.98">-7010 449 120,'-5'-4'46,"5"8"-35,-8-8 12,3 4 5,1 0-12,-5 0-1,0 0-7,0 0 0,-4 0-5,-1 0 5,1 0 2,0 4 3,-5-4 3,0 0-3,0 0 2,1 0-4,-1 0 1,0 0-7,0 0-3,1 0 1,-1 0 0,0 0-1,0 4 1,5 0-2,0 0-1,-1 0-4,1 0-2,0 0-4,-5 0 1,5 0-2,-5-4 2,0 0 0,0 0 3,1-4-18,-1 0-9,5 0-52</inkml:trace>
  <inkml:trace contextRef="#ctx0" brushRef="#br0" timeOffset="31797.7">-3297 201 52,'4'-8'22,"1"8"-18,-5 4 7,0-4 2,0 0 6,0 0 5,0 0 1,0 0 2,0 0-9,4 8 0,-4-1-9,4 1-3,1 4-3,4 0-3,-5 4 3,1 8 2,-1-1 4,1 5 0,3 3 2,-3 5 0,-1-4 1,1 3-6,-1-3-2,1-5-2,-1 1-2,1 3 3,-5-3 0,0 0-4,0-5-1,0 1 1,-5-4 0,1-4-4,4-4 1,0-5-18,0-3-6,0-4-14,0-4-43,0-3 8</inkml:trace>
  <inkml:trace contextRef="#ctx0" brushRef="#br0" timeOffset="32995.63">-2644 141 96,'-5'0'38,"5"0"-29,0 4 3,0-4 3,0 0 6,-4 0 5,-1 4 1,1 0 3,-5 0-12,-4 0-3,-1-4-9,-4 4-4,1 0 1,-1-4-2,0 4-1,0 0 3,1 0 0,3 0 1,1-4 0,0 0 4,-1 0 5,5 0-3,1 0 0,-1 0-6,4 0-1,-4 4-1,5 0-2,0 0-2,-1 0 1,-4 0-1,0 0 0,5 3 2,-1-3 2,-3 0-3,3 0 0,1-4 3,-1 4 3,1 0 7,-1-4 4,5 0-4,-4 0-2,4 0-3,0 0-2,0 0-8,0 0-2,0 0-3,0 4 0,0 0 2,0 4 4,0 0-4,0 4 2,0 0 2,0 3 3,0-3 0,0 4-1,0-4 1,0 0 1,0-4-1,0-1 2,4-3 0,-4-4 1,0 0 0,0 0 0,9 0-5,0 0 1,0 0 0,4 0 0,1 0-3,-1 0 2,5 0 1,-1 0 2,1 4-1,0 0-1,0 0-2,-5 0-1,5 0 2,-5 4 0,1 4-2,-1 0 0,0 3 4,0 1 1,1 4-5,-1 0 0,-4-1 3,0 5 4,-5-4-1,1 4-2,-1-5 0,-4 1 1,-4 0-3,-1 0 0,1-1 3,-5-3 3,-4 0 0,-1-4 0,-3 4-1,-6-5 0,1 1-5,-4 0-1,-1 0-2,0-4 3,1 0 0,-1-4 1,5-4-3,0 0 0,-1 0-5,6 0 0,-1-4-16,4-4-4,6-4-41</inkml:trace>
  <inkml:trace contextRef="#ctx0" brushRef="#br0" timeOffset="11244.03">-4394 359 88,'-9'0'33,"9"0"-26,-5 0 14,5 0 6,0 3-4,-4 1-1,0 0-10,-1-4-5,1 0-4,-1 0-3,-4 0 1,-4 0-1,4 0 2,0 0-1,0 0 2,-4 0 2,0 0 2,4 0 3,0 0 4,0 0-6,0-4 0,0 0-2,0 1-1,1-1-1,-1 0 0,0 0 2,4 0 1,1-4-1,-1 4 1,1-4-2,0 0 2,-1 0-2,5 0 0,0 0-1,0 1 0,0-1 0,0 0 0,5 0-2,-1 0-2,-4 0 1,4 0-1,1 0-3,-1 0 2,-4 0 1,5 1 2,-1 3-1,1 0-1,-1 0 1,5 0-1,0 0 0,0 4 2,0-4-1,0 0-1,-1 4 3,1 0 2,0 0-2,0 0-2,0 0 0,0 0-1,0 0 0,-9 0 0,9 0 0,-1 4 0,-8-4 0,14 4 2,-5 4-1,0 0-1,-5 0 3,5-1 2,-5 1 0,1 0 0,-1 0-3,1 0-2,-1 0-2,0 0 1,1 4 1,-1-1 0,1-3 0,4 4 0,-5 0-3,1 0 2,-1 0 1,0 0 0,1 3 0,-1 1 0,1 0 2,-1 4 1,1-5-4,-1 5-1,1 0 1,-5 0 2,0-1-2,0-3 0,0 0 1,0 0 0,0 7-5,0-7-1,0 0 0,0 4 4,0 0-4,0-1 2,0 1 2,0 0 1,0-4-2,-5 3-2,1-3 0,4 0-8,-5 0-2,5-4-19,0-1-5</inkml:trace>
  <inkml:trace contextRef="#ctx0" brushRef="#br0" timeOffset="19786.23">2 11 116,'5'-12'44,"-5"16"-35,0-4 18,0 0 5,0 0-13,4-4-5,-4 4-9,0 0-4,0 0 0,0 8-4,0 0 2,0 4 3,0 4 1,0 0 3,0-1 3,5 1 0,-5 4 2,0 0-4,0-1 1,-5 1-3,5 4 0,0-1-6,0 5-1,-4 0 3,4 3 1,0 5 0,0-1-2,0 5 3,0-5 0,0 5 1,0-5 2,0 1-5,0 7-1,0-7 0,0-1 0,0 1 0,0-5 0,-5-3-3,5-4 0,0-4-1,0-5 3,0-3-9,0 0-1,0-4-10,0-8-4,0 0-37,9-4-35,5-4 33</inkml:trace>
  <inkml:trace contextRef="#ctx0" brushRef="#br0" timeOffset="20895.09">193 165 104,'0'-8'41,"5"8"-32,-1-4 2,-4 4-2,5-4-3,-1-4-1,5 1 5,-5-1 6,1 4 3,4 0 3,0 0-3,4 0-2,-4 0-9,0 0-5,0 0 0,0-4-4,-1 4 0,1 0-1,0 0-2,0 4 0,0-4 3,0 4 4,0-4 3,0 4 0,-1 0 1,-3 4-4,-1 0 0,1 8-3,-1-4-1,-4 8 1,0 0 0,-4-1 0,-1 1 0,1 4 0,-1 0 2,1-1 1,-5 5-4,0 4 1,0-1 0,-4 5 0,0-1 0,-1 1 0,1 0 2,0-1 1,-1-3-1,-3-1-2,3 1 3,1-4 2,4 3-4,0-7-3,0-4 1,1 0 2,3 0 0,1-1 2,-1 1 0,1-4 3,4 0-1,0-4 0,0 0-3,0 0 1,0-5 7,0-3 3,4 0 5,5 0 1,4 0-4,5 0 1,4-3-7,5 3-3,-5 0-6,5-4-2,0 4-4,-1 0-1,1 4-1,-1-1 0,-3 5 2,-1 0 2,0 0-7,-4 0-1,-5 0-22,-4-4-10</inkml:trace>
  <inkml:trace contextRef="#ctx0" brushRef="#br0" timeOffset="41554.97">1153 118 52,'0'4'19,"0"-8"-15,4 4 8,-4 0 2,0 0-1,0 0 2,5 0 3,-5 0 1,0 0-4,4 0-1,-4 0-2,0 0 0,4 8-2,1 0 1,-5-1-6,4 1-3,-4 4 1,5 0-2,-5 4-1,0 4 5,0-1 1,0 1 2,0 4 2,0-1-1,0 1 0,0 0-5,0-1-3,0 1-3,0 0 1,0-1 1,0 1 2,-5 0 3,5 0 2,0-1-6,-4 1 0,-1 4-1,1-9 0,4-3-3,0 0 0,0 0-1,-4-8 0,4-1-8,0 1-3,0-4-12,0-4-3,0 0-17,0 0-28,0 0 21</inkml:trace>
  <inkml:trace contextRef="#ctx0" brushRef="#br0" timeOffset="42755.6899">1566 78 28,'-9'-4'11,"4"8"-9,1-12 0,4 8 1,-5 0 11,1 0 8,0 0 15,-1 4 9,1 0-4,-5 0-3,0 4-16,0-4-6,0 4-15,-4 0-4,4 0 1,0 0-9,0 0-3,0-1 0,5 1 2,-1 0 13,1 4 6,-5-4 1,9 0 2,0 0-4,0 0-2,9 3-2,0-3-3,0 4 1,0 0-1,4 0 0,5 4 2,0-1-1,-1 5 2,1 4 2,4 0 2,0-1-6,-4 5 0,0 0-1,0-5 2,0 1-3,-5 0 0,0-1 1,-4-3 0,-5-4 0,1 7 2,-5-7-1,0-4-1,-5 0 3,1 0 0,0 0-1,-5-4-2,0-1 1,-4-3-1,-1 0 0,-4 0 0,1 0-3,-1-4 2,0 0-1,0-4 0,1 0 4,-1 0 1,5 0-1,-1-3-2,1-1 1,0-4 1,-1 0-1,5 0-1,5-4-2,-1 1 1,5-9 1,0 4 0,0 0 0,5 1 0,-1-5 0,1 0 0,-1 1 4,5 3 2,0 0-2,0-4-1,0 5-3,0-1-1,4 4 1,-4 0 0,4 5-3,0-1 0,1 0 2,-1 0 2,0 0 0,5 4 2,-4 0-2,-1 0-1,0-3 1,1 3 1,-1 0-3,-4 0-2,-5 0-7,1 0-4,-10 0-10,-8-4-5,-9-3-13,-9-5-41,-14-4 11</inkml:trace>
  <inkml:trace contextRef="#ctx0" brushRef="#br0" timeOffset="16453.21">-9439 1511 52,'0'-4'19,"0"8"-15,4-4 17,-4 0 6,0 0 1,0 0 3,0 0-8,0 0-4,0 0-7,5 4 0,-5 4-7,4 0 6,-4 4 2,0 4 0,0 3 0,0 5-5,0 0-3,4 3-5,-4 5 0,0 3 0,0 1 0,0 3-3,0 1 2,5 3 3,-1 1 3,1-1-2,-5-3 0,4-5-1,-4-3 1,0-5-9,0-3-3,0-4-4,0 0-2,0-5-1,0-3 2,0 0-5,0-4-1,0 0-20,-4-4-33,4-8 14</inkml:trace>
  <inkml:trace contextRef="#ctx0" brushRef="#br0" timeOffset="17173.78">-9253 1499 76,'0'-4'30,"5"8"-24,-5-4 19,0 0 6,0 0-3,0 0 0,0 0-13,0 0-6,0 0-2,0 0 0,0 0-3,4 4-1,0 4 1,1 0 0,-1 0 0,1 0 6,-1 4 6,1 0-4,-1-1 1,1 5-6,-1 4 1,0 4-5,1-1-2,-1 5 0,1 4-1,-1 3 0,1 1 2,-5-1-1,4-3 2,-4-1-2,0 1-1,5-1 1,-5-3-1,0-4-3,0 3 2,0-7 1,0 4 0,0-4 0,-5-1 0,5-3-3,0 0 2,0-4-8,0-4-2,0 0-10,0-1-1,0-3-22,-4 0-49,-1 0 8</inkml:trace>
  <inkml:trace contextRef="#ctx0" brushRef="#br0" timeOffset="25506.49">-8489 1405 92,'0'-4'35,"0"8"-27,0-4 5,0 0-1,0 0 8,0 0 5,0 8 0,0-1 0,0 1-8,0 0 0,0 0-10,0 0 0,0 4 3,4 4 0,1-1 2,-1 5-2,1 0 1,-1 4-4,1 3-2,-1 1-2,-4 3-3,5 1-2,-5 0 1,0 3 1,0 1 0,0-5 0,0 1 2,0-5-1,0 1-1,0 0-2,0-1 1,0-7-6,0-4 0,0 0-8,0-4-1,0-5-11,0-3-3,0-4-35,0-4-30,4-3 34</inkml:trace>
  <inkml:trace contextRef="#ctx0" brushRef="#br0" timeOffset="26662.39">-8227 1440 96,'0'-16'35,"5"16"-27,3-4 9,-8 4 2,5-4 0,4 1 1,-5-1-7,5 0-3,0 0-5,0 0-2,0 0-1,0 0 1,-1 4 2,1 0 0,0 4 0,0 0 5,4 4 6,1 0-4,-5-1 1,-1 1-10,1 0-2,0 0-1,-4 4 0,-1-4 0,-4 4 0,0 0 0,0-1 0,-4 1 2,-1 4 1,1 0-4,-1 0 1,-4-5 0,1 1 2,-6 0-1,5 0-1,1-4 1,-1 0-1,0-4 2,0 0 1,4 0 1,1-4 2,0 0-1,4 0 2,0-4-4,4 0 0,0 4-1,5-4-2,0 4 1,0 0-1,4 0 0,1 0 2,-1 0-1,0 4 2,1 0 0,-1 0 1,0 4-5,-4-1 1,0 5 0,0 0 2,0 4-1,0 0 2,0-1-4,0 5 0,-5-4 1,-4 4 2,0-1-1,0 1-1,0-4 1,0 4 1,-4-1-1,-5-3 2,4 0-4,1 0 0,-1 0-1,1-1-2,-5-3 3,0 0 2,0-4-2,-4 4 0,0-4-1,-5-4-2,4 4-13,1-8-4,-5 0-16,1 0-6,3 0-39</inkml:trace>
  <inkml:trace contextRef="#ctx0" brushRef="#br0" timeOffset="38267.2">-7245 1318 96,'0'-4'38,"0"4"-29,4 0 6,-4 0 2,0 0-3,0 0 0,0 0-6,0 0 0,0 0-3,0 0 2,0 8-4,0 0 0,0 0 3,0 3 3,0 5 2,0 0 3,0 0 2,4 3-5,-4 1-1,0 0-9,5 0 0,-1-1-1,1 5 2,-1 0 1,1 3 1,4 1 0,-5 4 2,0-1-1,1 5 2,-1-5-6,-4 1-3,0-4 1,0-1 0,0 1 1,0-4 0,0-1-3,0-3 2,0 0-4,0 3-25,0-11-7,0-4-47</inkml:trace>
  <inkml:trace contextRef="#ctx0" brushRef="#br0" timeOffset="39668.88">-6619 1590 120,'-5'4'46,"5"-4"-35,-4 4 9,-1 0 3,1 0 0,-5 0 1,0-4-11,-4 4-3,0 0-6,-5 0 2,0 0 0,0 0 2,1 0 2,-1 0-3,-4-4-2,4 0-5,0 0-2,-4 0-8,0-4-2,-1 0-2,1 0-1,0 0-3,4 0-2,0 0-37,5 4-30,4 0 29</inkml:trace>
  <inkml:trace contextRef="#ctx0" brushRef="#br0" timeOffset="39196.5199">-6975 1314 108,'-4'0'41,"8"-4"-32,-4 8 13,0-4 3,0 0-9,0 0-4,9 0-5,0 0 0,5 0-4,-1 0 5,5 0 2,-1 0 3,6 0 5,-1 0-6,0 0 1,0 0-4,5 0 2,-5 0-6,0 0-3,-4 0-1,0 0 1,0 0 1,-5 0 3,0 0-3,-4 0-2,0 0 2,-5 0 0,-4 0 1,0 0 0,0 0-5,0 0 1,0 8 0,0 0 0,-4 0-3,0 3 2,-1 1-1,1 0 0,-1 4 2,1 4 2,-1-1-1,1 5-1,-5 0-2,0 3 1,0 5 1,0 0 0,0-1 0,1 5 2,3-5-1,-4 1 2,0-1-2,1 1-1,3-4 1,-4-1-1,0-3 0,0-4 0,1-5-3,3 1 2,1-4-1,-1-4 0,1 0 0,-1-4-2,1-4-15,4-4-5,0-4-54,4 0-39,1-4 43</inkml:trace>
  <inkml:trace contextRef="#ctx0" brushRef="#br0" timeOffset="138748.04">-4150 1630 108,'0'0'44,"-4"0"-35,8 0 5,-4 0-1,4-4-4,-4 0 0,5 0-3,-1 0-1,1-4 1,-1 4 1,1-4-3,4 0 6,-1 0 5,1 0-1,0 1 0,0 3-6,0-4 0,0 4-7,0 0-1,0 0 2,-1 0 3,1 4-2,0 0-2,0 4-3,0 4 1,0 0 1,0 4 0,0-1 2,-5 1 1,1 4-1,-1 0 1,0 0 0,-4-1 1,0 5-5,0 0-1,0 0 1,-4 3 0,0 1 1,-5 0 2,0 3-1,0-3 2,0 0-4,-4-1-2,-1-3-3,1 4 1,4-1 3,-4-3 1,-1 0-2,6 0 2,-1-5 1,0 5 2,0 0-1,0-4-1,5-1 1,-1 1-1,1 0 0,4-8 0,0 0 0,4 4 4,5-4 5,0-4 1,0 3 2,4-7 0,0 4 0,1-4-4,-1 0 0,5 0-7,0 0-1,-1 0-2,1 0-2,0 0-4,0 4 0,-1-4-9,1 4-2,-4 0-10,-1 0-2,0-4-16,1 0-43,-6 0 15</inkml:trace>
  <inkml:trace contextRef="#ctx0" brushRef="#br0" timeOffset="139514.9799">-3710 1574 140,'4'-4'55,"-4"4"-43,0 4 1,0-4-3,0 0-4,0 0 1,0 0 0,5 4 1,-1 4-4,0 4 4,1 0 4,-1 4-4,1 3-2,-1 5 1,1 0 2,-1 3-4,1 5-3,-1 4-1,0-1-1,1 1 2,-1-5 1,1 1 1,-5-1 0,4 1-7,-4-8 0,5-1 1,-5-3 3,0 0-7,0-4-1,0-1-23,0-3-10,0 0-37</inkml:trace>
  <inkml:trace contextRef="#ctx0" brushRef="#br0" timeOffset="147170.0799">-819 1894 84,'4'-12'33,"-4"12"-26,9-8 14,-9 8 6,5-4-2,-1 1 3,5-1-12,-5-4-2,5-4-6,0 0-3,0 0-2,0-4 6,0 1 4,0 3 2,0 0 4,-1 0 0,6 0 1,-1 4-5,0 0-1,1 4-8,-1 1-2,0 3-7,1 0-2,-1 3 2,0 5 3,1 4-1,-1 4 0,0 4 1,-4-1 0,0 1-3,0 0 2,-5 0 1,1 3 0,-5-3 0,0 4 0,-5 3-3,-4-3 0,1 4-3,-1-1-1,-5 1 1,1 0 2,0-5-3,-1 1 0,1 0 4,4-5 1,0 1 2,0-4 0,1 0 2,3-4 1,1-1-4,-1 1 1,-4-4-2,9 0 0,-4 0 2,4-4 0,0 0 0,0-4 0,-5 0-3,5 0 2,0 0 5,9 0 5,0-4 1,5 0 2,3-4 0,1 4 0,0 0-9,4 0-1,0 4-2,0 0 0,1 4-9,-1 0-4,0 4-2,-4 0 1,0 4-16,-5 0-6,0-1-34,-4-3-33,0 0 40</inkml:trace>
  <inkml:trace contextRef="#ctx0" brushRef="#br0" timeOffset="148011.3">-180 1638 80,'-4'-4'30,"8"4"-24,-4 4 2,0-4-1,0 0-2,0 0 2,0 0 7,0 4 5,0-4 2,0 11 2,5 1-9,-5 4-3,0 4-4,0 3 0,0 5-4,4 0 5,1-1 2,-1 1-5,1 0-1,3-1 0,-3 1 2,4-1-1,-5-3 0,5-4-1,-4 0 2,-1-1-3,5-3 0,0-4 3,0 4 3,-1-8 0,6 0 2,-1-1 0,0 1 1,1-4-4,-1-4 0,0 0 1,5 0 2,0 0-5,4 4-2,0-4 2,1 4 1,3 0-3,1 0-1,-5 0-1,0 0-2,0-4-2,1 0 1,3 0-4,-8 0 1,0 0-7,-5 0-1,-4-4-11,0 4-5,0 0-12,-5-4-2,1 0-40,-1 0-23,-4 0 48</inkml:trace>
  <inkml:trace contextRef="#ctx0" brushRef="#br0" timeOffset="148243.81">105 1792 52,'-9'0'22,"9"3"-18,0-3-4,0 0-5</inkml:trace>
  <inkml:trace contextRef="#ctx0" brushRef="#br0" timeOffset="148371.72">96 1807 149,'0'16'67,"4"4"-22,1 4-14,-1 3-20,0 9-5,1 11-4,4-4 1,0 5 0,0-1-8,-1 1-2,1-1-9,0-8-5,5-3-58</inkml:trace>
  <inkml:trace contextRef="#ctx0" brushRef="#br0" timeOffset="130881.07">-8955 2688 72,'-9'-4'27,"9"8"-21,-5-8 3,5 4 2,0 0-1,0 0 4,0 0 2,-4 0 2,4 0-1,0 0 1,0 8 0,4-1-2,1 1-4,-1 0 0,1 4-7,-5 0 1,0 0 4,4 8-2,-4-5 3,0 5-2,0 4 0,0-1 1,-4 5 4,-1 0-6,5 3 0,0 5-4,0-1-1,0 1 1,0 3 2,0-3 1,0-1 3,5 1-3,-1-1-2,-4-3-2,5 0 0,-1-1-4,0-7 0,1 0-1,-1-5-2,1-3-6,-5-4-4,4 0-34,-4-4-16,0-8-31</inkml:trace>
  <inkml:trace contextRef="#ctx0" brushRef="#br0" timeOffset="131841.55">-8627 2944 72,'5'4'30,"-5"0"-24,0 0 4,0-4-2,0 0-2,0 4 1,-5-4-2,1 0 0,-5 0 1,-4 0 1,4-4 3,-4 0 4,4 0 5,0-4 3,0 0 0,0 1-2,0-1-10,0-4-4,5 0-4,-1 0-4,1-4-1,4 4 2,0 1 2,0-1 11,4 0 4,1 0 1,4-4 2,0 4-8,4-3-4,0-1-4,1 0-3,-1 0 1,0 4 1,0 1 3,-4 3 4,0 0-2,0 4-2,0 0-5,0 0 0,0 4-2,0 0 0,0 8 2,-1 0 2,-3 8-1,-1 3-1,1 5 1,-1 4-1,1 3 2,-1 5 1,1-1-1,-1 5 1,0-1-2,1 1-1,-1-5 3,1 1 0,-1-5-1,-4 1 1,5-4-2,-5-5 2,0 1-4,0 0 0,4-5 1,-4 1 0,4 0-3,1-4 0,-5 3-16,0-11-7,4 0-163,5-20 89</inkml:trace>
  <inkml:trace contextRef="#ctx0" brushRef="#br0" timeOffset="144121.73">-7632 2778 140,'-4'-7'52,"13"3"-41,-5 4 13,-4-4 2,0 0-12,0 0-3,4 0-5,-4-4-1,5 0-3,-1 0-2,5-4 1,0 4 3,4 0 2,5-3 4,0 3 1,0 0 1,-5 4 2,5 0-7,-5 4-4,0 0-2,1 0-1,-1 0-3,0 4 2,1 0 3,-1 4 3,-4 0 4,0 3 2,0 5-5,0 0-2,0 4-4,-5 3-1,0 5-1,-4 8 0,0 3 0,-4 5-2,0 3 0,-1 0 0,1-3 3,-5-1 0,0-7 3,0-1 1,0-3-4,0-9 1,5 1-5,-5-4 1,4-4 4,1-4 2,0 3 2,-1-7 0,1 0-2,4-4 1,-5 0-2,5-4-1,0 0 1,0 0 1,5 4 1,4 0 3,8 0-1,6 0 0,-1 0-6,4-4 1,1 0-5,0 0 1,-1-4-14,-3 4-5,-1-4-21,-4 0-8,-5-4-32</inkml:trace>
  <inkml:trace contextRef="#ctx0" brushRef="#br0" timeOffset="145235.68">-7090 2778 76,'-4'-7'30,"4"7"-24,0 0 2,0 0-3,4-4-6,0 4 1,1-4 15,4 4 7,0-4 7,0 0 5,-1 0-8,6 4-1,-1 0-12,0 0-3,1 0-6,3 4 4,-3-8 2,-1 0-3,0 4 1,-4 0-1,0 0 3,0 0-5,0 4-1,0 0-4,0 4-1,-5 0-1,1 3 0,-5 1 0,0 4-2,0 0 3,-5 4 0,1-1 3,-1 1 3,-4 0-2,1-4 0,-1-1-1,0 1-2,0-4 1,4 0-1,1-4 0,0 0 0,-1-4 2,1 0 1,4-1-1,-5 1-2,5 0 3,0-4 2,0 0 0,5 0 0,4 4-3,-1-4 1,6 4 0,-1 0 1,5 4 0,-5 0 2,5 0-5,0 0-1,-5 4 0,0-1 2,1 5-8,-5 0-1,4 4 10,-4 0 5,-5-1-1,1 1-2,-5-4-2,0 0 0,-5-1 2,-4 1 2,-8-4-3,-1 0-3,0 0 2,0 0 0,-4-1-4,4-3 1,5 0-16,0 0-6,4-4-38,0-4-14,4-8-23</inkml:trace>
  <inkml:trace contextRef="#ctx0" brushRef="#br0" timeOffset="8752.05">-12024 5597 120,'0'-4'46,"0"4"-35,0 0 7,0 0 2,0 0-10,-5-3-1,1-1-5,0 0-1,-1 0-1,1 0 7,-5 0 4,4 0 5,-8 0 1,4 0-2,-4 0 0,0 0-5,-1 0 0,1 0-5,4 0-2,0 0-2,0 4 0,0 0-2,-4-4-1,4 0 5,-4 4 1,0 0 0,4 4-1,-5-4-6,1 4 1,0 4-2,-1 0-2,1 0 0,0 0 0,-1 0 3,5 0 0,1 0-2,-1-1 0,0 1 2,4 0 2,-3 0-2,3 0-2,1 0-1,4-4 0,0 4 3,0 0 0,0-8 1,9 12 4,-1 0 2,1-1-2,0-3-1,0 0-1,0 0 1,0 0-4,0 0 0,4 0-1,-4-4 0,4 4 2,1-4 0,-1 4 0,0 0 2,1 0-1,-1-1-1,0 1 1,0 4-1,1 0 0,-1 0 2,5 4-3,-9 0 0,4 0-1,-4-1 0,0 1 4,0 0 3,0-4-2,-5 0-2,1 0 0,3 0-1,-8-1-3,5-3 2,-1 4 1,1-4 0,-5 0 2,0 4 1,0-4-4,-5 4 1,1-4-2,-1 4 0,-3-5 0,-1 1 0,0 0 2,0 0 2,0 0-1,0-4-1,-4 0 1,4 0-1,-4-4 0,-1 4 0,1-4 0,0 0 2,-1 0-3,5 0 0,1 0 1,-1-4 2,0 0-3,0 0 0,0 4 3,0-4 1,0 0-1,5 0-2,-1 0 1,1-4-1,4 0 0,-9 4 2,5 0 1,4-3 1,-5-1-7,5 0 0,0-4-1,5 4 2,-1 0 1,5 0 1,-5-4 0,5 4 2,0 0-1,0 0 2,0 1-4,0-1 0,4 0-1,0 0 0,1 0 4,-1 4 3,0-4-4,1 4-1,-1-4-2,0 0-2,1-4-2,-1-4 1,0-3-6,1-5-3,3 0-1,-8 0 1,5 1 8,-6 3 5,1 4 11,0 4 3,0 0-2,-4 0-1,-1 4-9,5-3 0,-9 3-6,0 0 1,0 0-5,0-4-1,0 4-2,0 0 0,0 0-7,0 0 0,-9 0-34,5 0-42,-5 1 22</inkml:trace>
  <inkml:trace contextRef="#ctx0" brushRef="#br0" timeOffset="13647.12">-11425 5590 76,'0'-8'30,"0"8"-24,0 0 26,0 0 11,0 0-6,0 0 1,0 0-15,0 0-4,0 0-11,0 0-1,0 0 3,0 0 0,0 0 4,0 0-1,0 0 0,0 0-3,0 4-1,0 3 1,0 5 4,0 0-6,0 0-2,5 4-1,-5 4-1,4 3-2,1 1 1,-1 4-2,1 0 2,-1 3 0,1 1 3,-1 0-3,0-5 0,1 1-3,-1 0-1,-4-4 1,5-1 0,-5-3 0,4 0 0,1 4 0,-1-8 2,-4-1-3,9-3 0,-9 0 1,0 0 0,0-4-3,0 0 2,0 0-4,0-8-1,0 0-11,0 0-3,0 0-17,0 0-6,0 0-59,0 0-26,4-4 64</inkml:trace>
  <inkml:trace contextRef="#ctx0" brushRef="#br0" timeOffset="14817.05">-10785 5495 76,'-9'0'30,"5"3"-24,-1-3 4,5 0-2,-4 4 9,-1-4 6,1 4 1,-1-4 3,-3 4-6,3 0-3,-4 0-6,0 0 0,0 0-7,-4 4-1,0 0 0,0 0 0,-1 4 0,1 0-2,0 4 1,-1-5-2,1 5 2,4 0-2,0 0 2,0 4-4,0-1-2,0 1 2,5 0 2,0 4 2,-1 0 3,1-1-3,4 1-2,0-4 0,4 0-1,1-1 0,-1-3 2,5 0 3,0 0 2,0-4 1,4 0 0,0 0-4,5-4-1,0-1 1,0 1 0,-1 0-2,1-4 1,0 0-2,4-4 2,0 0 2,1 0 2,-1-4-3,0 0-1,0 0-3,0-4-1,1 0-1,-1-3-2,-4-1 5,-1-4 1,1 0 0,0-4 1,0-3-2,-1-1-1,-3 0 1,-1 0-1,-4 1 2,0-1 3,-5 0-2,-4 0 0,0 4-6,-4-3-2,-1-1-3,-4 4 2,1 0-1,-1 5 2,0-1-2,-5 4 2,1 0 1,-5 0-1,-4 4-10,-4 0-5,-6 4-33,-3 0-58,-1 0 19</inkml:trace>
  <inkml:trace contextRef="#ctx0" brushRef="#br0" timeOffset="28643.9">-9817 5495 108,'5'-8'41,"3"4"-32,-3 0-5,-1 4-2,1-4 7,-1 0 3,1 0 12,-1 0 7,1 4-1,3 0 0,-8 0-15,0 0-4,0 8-7,5 0-5,-5 4-2,4 7-1,-4 1 0,0 8 5,0 7 3,0 5 1,0 4 2,0-1 0,5 1 1,-1 3-4,1 1-1,-5-1-1,4-3-2,1-5 1,-5-3 1,0 4-3,0-9-2,0-7-9,0-4-5,-5-4-27,5-4-11</inkml:trace>
  <inkml:trace contextRef="#ctx0" brushRef="#br0" timeOffset="29304.7">-9528 5558 72,'4'8'27,"-4"0"-21,5 0-15,-5-4-6,0 3 16,0 1 7,0 0 28,-5 0 12,5 0-5,-4 0 0,-1 0-21,5 0-8,-4 0-8,4 0-7,-5 4-2,5 3 2,0 5 2,0 0 4,0 4 2,0 0 3,5-5 4,-5 1-4,4-4 0,1 0-4,4 0 1,0-1 2,-1-3 2,6 0 1,4-4 2,-1 0-3,1-4-1,-5 0-6,10-4-3,3 0 0,1 0-1,0 0 2,-1 0 1,1 0-4,-1 0 1,-3 0 0,-1 0 2,-4-4-6,-1 0-1,-3 4-9,4 0-4,-10 0-12,1-4-4,0 0-28</inkml:trace>
  <inkml:trace contextRef="#ctx0" brushRef="#br0" timeOffset="29650.48">-9275 5768 140,'-4'4'52,"4"-4"-41,0 0-18,0 0-9,0 0-10,0 0 1,0 0 16,0 4 7,0 4 18,0 3 9,0 5-1,0 0-2,0 4-12,4 4-6,0-1-3,5 1-1,0 0-7,0 4 0,-5-1-30,1-3-13,-1 0 4,1 4 4</inkml:trace>
  <inkml:trace contextRef="#ctx0" brushRef="#br0" timeOffset="35864.04">-8351 5538 88,'0'-4'35,"0"0"-27,0 0 9,0 4 2,0 0-7,0 0 1,0-4 3,0 4 4,0 0-1,0 0-2,0 0-3,0 0-1,0 8-7,0 0 0,0 4 1,0 4-3,0 4-1,0 3 3,0 1 3,0 0 2,0 4 1,0-1-6,0 1-2,0 0-2,0-1-2,0 1 1,0 0-1,0 0 0,0-1 2,0 1-1,-5 0-1,1-5-2,4-3-1,0 0-1,0-8 0,0 4-6,0-8-4,0 0-25,0-1-10</inkml:trace>
  <inkml:trace contextRef="#ctx0" brushRef="#br0" timeOffset="36735.81">-7894 5542 20,'-9'4'11,"5"-4"-9,-1 0-2,5 0-3,-4 4 13,-1 0 7,-3-4 16,-1 4 9,0 0-9,-4 0-4,-5 4-17,4 0-5,1 3-5,0 1-2,-1 4 1,1 0-1,0 4 0,-1 0 4,1-1 5,0 1 4,0 4 2,4-4-6,0 0-3,0-1-3,0 1 0,0 0 0,5 0 3,-1-4-1,5-1 0,0 1-3,5 0 1,-1 0 2,1 0 2,3 0-3,1-5-1,0-3-1,0 4 1,0 0-2,-5-4 2,1-4-2,4 0-1,4 0 5,0-4 1,1 0 0,-1-4 1,5 0-6,-5 0-1,0 0 0,1-4 2,-5 4-3,4-4 0,-4 0 1,-5 0 0,-4-3-7,-4-1-3,-5-4-3,-9 0-2,5 0-6,-5 4 1,0 0 9,1 1 3,-1-1 3,0 0 1,0 4-11,1 0-2,3 4-43,1 4-20,8-4 39</inkml:trace>
  <inkml:trace contextRef="#ctx0" brushRef="#br0" timeOffset="135235.46">-7046 5640 80,'5'0'30,"-5"0"-24,0 0-3,0 0-4,0 0-11,0-3-3,0-1 10,4 0 5,-4-4 20,5 4 10,-5-4 7,4 0 2,1 0-10,-1 0-3,0 0-11,1 0-4,4 1-4,0-1-2,0 4-1,-1 0 2,10 4 3,-4 0 0,3 4 0,1 0-1,-5 0 0,1 3-2,-1-3 1,-4 4 0,0 0 1,-5 0-4,1 0-1,-1 8-3,-4 4-1,-4 7 1,-1 5 0,1 3-3,-5 1 0,0 3-5,-4-3 0,-1-1-1,1-3 3,4 3-1,-4-7 2,4-4 5,0-8 2,5-1 0,-1-3-2,1 0 1,-1-4-1,5-8 6,0 0 4,0 0-3,9 0 1,0 0-3,4 4 0,5 0-1,0 0 0,0 0-2,-1-4 1,-3 0-4,-1 0-2,0 0-3,1-4-1,-5 0-12,0 0-3,4-4-32,0 4-15,1-8-11</inkml:trace>
  <inkml:trace contextRef="#ctx0" brushRef="#br0" timeOffset="136412.57">-6397 5554 88,'0'0'33,"-5"-4"-26,1 4 5,4 0 2,0 0 1,-5 0 0,1 0-3,0 0 0,-1 4-7,1 0-3,-5 3-1,0 1 1,0 4-1,0 0-3,0 4 1,0 0 1,-4-1 2,0 5-1,4 0-1,0 0 1,0-1 1,0 1-1,0 0 2,0 0-2,1-1 2,3 1 0,1-4 3,-1 0-3,5-1 0,0 1-1,0 0-2,5-4 1,-1 0 1,5 0 1,0-1 1,0-3-5,0 0 1,0 0 2,-5 0 1,5-4 3,-9-4 1,9 4 3,0 0 4,-5-4-6,5 0 0,0 0-4,-5 0-3,1 0-3,4 0 1,0-4 1,-5 4 0,5-4 4,0 0 5,0 0-5,-1 0-2,1 0-1,0 0 1,0-4-3,0 0 0,0 1 3,0-1 3,0 0-2,0-4 0,-5 0-1,5 0 1,0 4-2,-5-4-1,1 1-2,-1-1 1,0 0-1,-4 0 0,0 4 2,5-4 0,-5 0-3,0 1 0,0-1-1,-5-4 3,1 0-7,-5 0-2,0 1 1,0-5 3,1 4-2,-1 0 3,0 1-4,0-1 1,4 4-29,1 0-53,-5 0 8</inkml:trace>
  <inkml:trace contextRef="#ctx0" brushRef="#br0" timeOffset="141180.37">-5282 5708 60,'0'-4'24,"4"4"-18,0-4-4,-4 0-2,5 0 11,-1 0 5,1 0 16,-1 0 9,1 0-1,-1 0-2,0 0-15,1-4-6,4 0-10,0 0-3,0-3 0,-1-1 2,6-4 1,-1 4 1,0 0 0,1 0 2,-1 5 4,0-1-2,1 4 1,-1 0-5,0 4-3,1 4-7,-1 4-1,0-1-4,1 5 2,-1 4 1,-4 4 2,0 0-1,0 3 1,0 5 2,-5 0 0,0 3-3,-4 1 0,-4-1-5,0 5-2,-1-5-4,-4 1 1,0 0 5,-4 3 2,0-3 4,-1-1 3,1 5-2,0-9 0,-1-3 1,1-4 0,4-4 0,0-5 2,0 1-1,5-4 2,0 0 4,4-4 4,0-4-4,0 0-2,8 4 0,6-4 1,-1 0 1,0 4 1,5-4-4,-5 0-3,5 0-3,-4 0 1,-1-4-4,0 0 1,1 0-9,-1 0-4,-4 0-24,0 0-9,-1-4-34</inkml:trace>
  <inkml:trace contextRef="#ctx0" brushRef="#br0" timeOffset="142125.3799">-4758 5613 104,'0'-8'38,"4"4"-29,0 0 3,-4 4 3,5-4 0,-1 0 0,5 0 8,0 0 3,0 0-1,0 0 0,0-4-14,0 5 0,0-1 0,-1 0-9,1 0 0,0 0 0,0 0 1,0 0 5,0 4 3,0 4-4,0 0-2,-1 4-5,1 0-2,0 3-2,0 1 3,-4 4-2,-1 0-1,0 0 0,1 3 3,-1 1 0,-4 4 3,0-1-1,0 1-1,-4 0-4,-1-1-2,-3 5-2,-1-4 2,0 3-3,-5 1 1,1-4 4,0-1 2,-1 1 2,1-4 0,0 0 0,0-5 0,-1-3 0,1 4 0,4-4-5,0-4 1,0 0 2,0 0 1,5-4-2,-1-1 2,1 1-4,0-4 1,4 0 2,0 0 1,0 0 5,0 0 2,8-4 0,1 4 1,5 0-4,3 0-2,1 0 2,4 0 0,-4 0-1,0 0 1,0 0-7,-1 4-1,1-4-12,0 4-3,0 0-15,0 0-2,-1 0-30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6:38.966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-1 142 132,'5'-4'49,"-5"0"-38,0-4 1,0 4 1,0 0-7,0 0-1,0-4 6,0 1 3,4-1-7,0-4 7,5 0 3,0 0-1,4 0 1,5 0-5,0 1 0,4 3-7,5 0-1,0 4 4,-1 4 5,1 0-5,-5 4-2,0 0 3,0 4 2,-4 3-4,0 5-2,0 0-5,-1 4 0,-3 3 0,-1 5 0,-4 0 0,-5 3 0,1-3 0,-5 0 2,-5-1-3,-3-3-2,-1 0-1,-5-1 3,1 1 2,0 0 2,-1-1-1,6 1 1,-1-4-2,0-1-1,4-3 1,1 0 1,-1-4 1,5-4 1,0 0 6,0-8 4,9 0-3,5 0-1,-1-4-6,5 0-3,4 0 0,0 0 1,0 0-6,5 4-1,0 0-1,-1-4 2,-4 4-7,1 0-3,-1-4-14,-4 0-8,-5 0-46,0 0-53,-4-4 40</inkml:trace>
  <inkml:trace contextRef="#ctx0" brushRef="#br0" timeOffset="1218.84">1043-166 160,'-5'0'60,"1"4"-47,-5-4 8,5 4 2,-1 0-8,-4 0 2,-4 0-10,0 0-2,-5 4-3,0-4 1,-4 3 0,0 1 3,-1 0 1,-3 0 3,4 0 1,-5-4 1,5 0 2,-5 0-3,5-4-1,0 0 0,-1 0 4,6 0-2,-1 0 1,5-4-7,-1 4-4,5-4-1,0 4 1,5 0-1,0 0-1,-1 0 1,1 4-1,-1 0 0,5 0 0,0 4-3,0 0 2,0 3-1,0 5 0,0 0 2,0 0 0,0 4-3,0-1 2,0 1-4,0 0 1,0 0 4,0-1 2,0-3 0,0-4-2,0 0 1,0-4-1,0-4 2,0-4 3,5 0 0,-1-4 2,5 0-2,0 0 0,-5 0-6,10-4 1,3 4-5,1 0 1,4 0 2,1 0 3,-1 4-2,4 4 0,1-4 1,0 4 2,-1 4-3,1 0 0,0 0-1,-1 4-2,1-5 5,-5 9 3,0-4 1,-4 4 0,0 0-3,-5-1-2,-4 1 1,-4 0 1,-5 0-1,-5 0-1,1-5 3,-10 1 0,-3 0 3,-6-4 1,1 0-3,0 0-1,-5-4-6,1 0 0,-1-4-26,5 0-10,0-4-93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6:10.99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7585 915 56,'-18'0'24,"9"-4"-18,-9-4 11,14 8 6,-9-12 5,-9 0 3,4 0-5,-4-3-2,-5-1-2,0 0 1,1-4-13,-5 1 1,-1-5 0,1 0-4,-4-3-2,-5-1-2,-5 0 0,1-3 2,-5 3 2,0 0 3,-4 5 1,-5-1 3,5 4 2,0 1-12,-5-9-1,-4 4 3,0 1 4,-5 3-5,-4 0-1,-5 0 0,5 1 2,-9 3 3,9-8 2,0 4-3,5 1 0,-1 3-3,0-8 0,1 0-1,-5 5 2,0-5-3,0 4 0,0 1 1,0 3 2,4 0-1,-4 4 2,0 4 0,0-8 1,-9 5-2,4 3-1,1 0-3,-1 4-2,5 0 1,5 4 1,-1 0-1,-4 0 2,0 0-4,0 8 0,0 0 1,4 0 2,1 0-1,-1 3 2,5 1-2,4 4 2,-13-4-2,-4 0-1,3 0 1,1-1 1,5 1-3,-5-4 0,0 0 3,4 0 1,0 0-1,5 8 1,5-12-2,3 11 2,1-11 0,0 12 1,-1-8-2,1 4-2,0 0 1,-1-4-1,-3 3 0,3 1 2,-3 0-1,8-4-1,-4 0 5,4-4 1,4 8-2,1-12-3,-1 8 0,-3-5-1,-1 5 0,0-8 2,0 8-1,0 0-1,0 0-2,5 0 1,0 4 1,-1 0 0,5 3 2,0 1 1,5 0-1,-1 0 1,1 4-2,-1-5-1,1 1-2,-5 0-1,0 4 2,0-1 0,0 5 1,-5 0 2,5-1 1,0 1 1,5 0-5,-5 0 1,4-1 0,1 5 0,-5-8 2,4-1 1,1 5-4,-1 0 1,5-1 0,0 1 2,0 0-3,0-5 0,0 5 1,-5-4 0,1 4 0,-1-1 0,5 1 2,-4 0 1,3 3-1,1 5-2,0 3-2,0 5 1,5-5-1,-1 5-2,5-5 5,-5 5 3,0-1-3,1 5-3,-1-5 3,0 1 1,5-5-3,-4-3 1,-1 3-2,0 1 0,1-1 2,-5 9 0,4-1 2,0 5 1,1 7-4,-1-8 1,0 1 0,5-1 0,0 0 0,0 1 0,0-1 0,4-3 0,0-1 0,0 4 0,0 5 0,5 3 0,-5 8-3,5 4 0,0-4 2,4-3 0,-4 3 1,4-8 0,0 0 0,-5-7 0,1-1-3,4 4 0,0 1 4,5-1 3,4 4-3,-5 1-3,5 7-2,0-4 3,-4-8 0,4 4 3,0-7-1,4 3 2,1-3-4,-1-1 0,1 4-1,4 1 0,0 3 2,-1 0 2,1 8-3,5-7-2,-1 3 2,0-4 2,1 0-2,3-3 0,1-5 1,0 0 0,0 1 0,4 3 0,0 8 0,0 0 0,5 1-3,0-1 2,-1-12 1,-4 1 0,5-5 0,-5 0 0,1-3 0,-1-5 2,0 1-1,5 0-1,-1-1 1,1 1-1,-1-1 0,6 1 0,-1-1 0,0 1 0,0-1-3,0-3 2,0-1 3,5 5 1,-1-8-1,1 3-2,4-3 3,0-1 0,4-3-4,0 12-1,1-13 1,-5 9 2,4-8-2,5-1-2,-5 1-1,5-4 3,0-1 0,4 1 3,1 0-1,-1 0-1,5 3 1,-5 5-1,5 0-3,-5-1 2,-4 1 1,0-4 2,0-1-3,-1 5-2,1-4 2,0 3 2,0 1-2,4-1 0,1-3 1,-6 0 2,6 0-3,-5-5 0,-5 1 1,0 0 2,1-1-3,-5 1 0,4 0 1,-4 0 2,5-5-1,-5 1 2,0-4-2,4 0-1,0 0-2,5-4 1,-4 0 1,-5-1 2,0 1-1,0-4-1,4 4 1,-4 0-1,0 0 0,4 0 0,1 0 0,4 0 2,-1-4-3,6 0 0,-1 0 1,0-4 2,1 0-3,-1 0 0,0 3 1,0 1 2,1 4 1,-5-4 1,4 4-5,5-4-1,-5-4-2,9 0 3,-4-4 0,0 0 1,-1-4 0,1 4 2,0-4-1,-5 5-1,5-1 1,-5 0 1,-4 0-1,4 0 2,1-4-2,-1 0 2,5-4-2,-1 4-1,1-4-4,0 1 0,0 7 4,-1-4 2,-3 4-3,-1 0-1,5-4 3,-10 0 3,1 0-6,5-4 0,-1-4 2,0 5 2,0-1 0,1 4-2,-5 0 1,4-4-1,-4 4-3,0-4 2,-5 5 1,-4-5 2,-4 0 1,3 0 3,1 0-3,5-4 0,-5 1-1,4-1-2,-4 0 1,5 0-1,-1 0 0,0 1 0,1-5 0,4 4 0,-5-8 0,-4 9 2,0-1-1,-4-4-1,-1 0 1,1 1 1,-1-5-1,1 4-1,-10 4 3,10-3 2,-1-5-7,1 4 0,-1 0 0,1 5 3,0-1-2,-1 0 0,1 0 3,-1-3 1,1 7-4,-1-8 1,1 0 0,-5 1 0,0-1 2,0 0 1,4-4-4,-3 1 1,-6 7 0,10-8 2,4-3-3,-5-1-2,1-4 2,-5 1 0,0-5 1,9 5 2,-5-1-1,1 1 2,0-1-2,-1 4 2,1-3-2,-1 3-1,-4 0-2,0 1 1,0-13 1,0 9 0,1-5-3,-1 1 2,4 3 1,1-3 0,-1-1 0,1 1 2,-1-5-1,-4-3-1,0-1 1,1-3 1,-1-1-1,0 5-1,0 0-2,-5 3-1,1 5-1,-5-5 3,0 1 0,1-1 1,-1 1 0,-4-1 2,-1-3-1,1-5 2,0 1-4,-5-4-2,1-5 2,-6 9 2,1 4-2,-4-1-2,-1 5-1,-4-5 3,0 5 0,0-5 3,0 5-1,0-4 2,-4-1-4,4-3 0,-5-5 1,1-3 0,-1 4-3,1-4 2,0 7 1,-5 1 0,4 7 0,-4-3 0,1 3 0,-1-7 0,4 4 2,-4-5 3,0-3-7,1-4 0,-1-5 0,0 1 3,-5 4 0,6 0-1,-1 7 1,0 5-1,0 3 0,0-3 2,-4 0-1,-1 3 2,6-3-4,-6-1-2,1-3 2,0 0 2,4-1 0,0 1-1,0-1 1,0 5-1,0-4 2,0 7 3,0 9-2,0-5 0,1 4-3,-6 1-1,1-5 3,0 1 1,-1-1-4,1 1-1,0 7-2,-1-15 3,-3 7 0,-1-3 3,-4-1-1,-1 1-1,-3-1 1,-1-3-1,0-1 0,-4 1 0,0 4 0,-4 7 0,-1-4 0,1 9 0,-1-5 0,1 5 2,-5 3-3,0-12 0,-5 5 1,1-5 0,-9 1 0,-5-5 2,0-3-1,0-5-1,14 13-4,-36-20 0,0 7-5,-4-3 1,-1 0-20,-3-5-9,-1-7-61,-5-20-23,14-4-9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7:06.274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3 75 84,'-5'-11'33,"5"11"-26,0 0 5,0 0 2,0-4 5,0 0 5,0 0 5,0 0 5,5-4-10,-1 4-2,5-4-13,0 0-5,0 0-1,4 4-2,5 0-1,0 0 3,-1 4 0,1 0 3,0 4 1,4 0-1,-4-4 1,0 4-2,-5 0 0,0 0-1,1 4 2,-5 0-1,-1-4 2,1 4 0,-4 4-6,-1-4 0,-4 3-3,0 1 0,0 4 4,-4 0 1,-1 4-1,1-1 1,-5 1-2,0 0-1,0 3 1,0 1-1,1 0 2,-1 0 1,0-1-4,0 1-1,4 0 1,1-5 0,4 1 1,0-4 2,0 0 12,0-4 6,0-5-6,0 1-3,0-8-2,0 0 1,9 4-5,0-4-1,4 0-2,0 0 1,1-4 0,3 0 1,1 4-5,0 0 1,0 0 0,-5 0 0,0 0-3,-4 0 2,0-4-6,0 4-3,-4 0-19,-1 0-6,-4 0-48,0 0-61,0 0 36</inkml:trace>
  <inkml:trace contextRef="#ctx0" brushRef="#br0" timeOffset="1116.1597">855-94 132,'-22'-8'49,"13"4"-38,-8 0 4,8 4-2,0-4-8,-4 4-3,-1 0 7,1 0 4,-5 4-6,5 0 5,-1 0 1,1 0 2,0 0 1,0 0-8,-1 0-3,5 0-1,0 0 0,5-1-2,0 1 1,-1 4 2,5-4 4,0 0-2,0 0-2,0-4-2,-4 4 0,4 0 0,-5 0 1,5 4-2,0 0-2,-4 0 5,4 4 1,0-1-2,0 5-1,0 0-1,0 0 1,0 0 0,0-1 1,0-3-5,-5 0-1,5-4 3,0 0 3,0-4 3,0 0 3,0-4 4,0 0 1,0 0-4,9 0-1,0-4-6,4 0-1,1-4-1,4 4-2,-1 0-2,1 4 1,4-4 1,0 8 0,1 4 0,-1-4 2,0 4-3,0 0 0,0 0 1,-4 3 0,0 1 0,-5 0 2,1 0-1,-5-4-1,-1 4 1,1 3 1,-4 1-1,-5 0 2,0 0-2,-5 0-1,1-1 1,-5 1 1,-4 0-1,-1 0-1,-3-4 1,-1-1 1,-4 1-3,-5 0 0,0-4-4,1 0 1,-1-4-25,5-4-8,0-8-89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3:59:27.649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1831 59 120,'0'0'46,"0"8"-35,0-8 3,0 0 1,4 4-9,-4 4-3,5 0-2,-5 0-1,4 3 13,0 1 6,5 0 4,-4-4 1,4-8-7,-5 8-2,5 0-5,0 0-1,0-4 3,-5 4 3,1-4 0,-5-4 1,4 3 0,-4-3 0,0 0-4,0 0-2,0 0 0,0 0 1,0 0-1,0 0-1,0 0-3,0 0 1,0 0-2,0 0 0,0 0-1,0 4 2,-4-4-5,-1 8-1,-4-8 0,0 8 0,1-4 0,-6 4 2,-4 0 1,5 4 1,-5 0-2,1-1-2,-1 5 3,-4 0 0,-1-4-1,1 8 1,-9-9-2,5 5-1,-6 0 1,1 0 1,0 4 1,0-1 1,0 1-2,4 0 1,1 7-4,-1-7 0,1 4-1,-1 0-2,0 3 5,1 5 3,-1-9-1,0 5-2,-4-4 0,0-1-1,4 1 0,-4 4 2,5-1-1,-1-3 2,0 0-4,1-1 0,-5 5-1,4-4 0,0-1 2,1-3 0,4 0 0,-1 4 2,1-1-1,4 5-1,1-8 1,-1 3 1,0 5-3,0 4-2,1-5 2,-1-3 2,0 0 0,0-1-1,-4 5 1,4-4-1,1 3 0,-1-3 2,0 0-3,0-1 0,0 1 3,1 0 1,-1-1-1,5 1-2,-1 0-6,1-1-4,0 1 6,-5 0 1,5-4 7,-5 3 2,0 1-2,0 0-3,0 3 0,1 1 1,-1-1-1,5 5-1,-5 0-2,0 3 1,5-3 1,-1-5 0,1 5 0,-5 7 0,1-7 2,-1 4 1,0-5-4,5 5-1,-1-5 1,1 5 2,0-5 0,-1-3-1,1 0 1,0-1 1,4 5-3,0-1-2,0 1 4,0 0 3,0-1-3,1 5-1,3 3 0,-4-3 0,5-1 0,-5 1 2,4-1-1,1 1-1,0-5-2,-1 5 1,5-4 1,0-1 2,0 1-3,0-1 0,0 1 1,5 3 2,-1 1-3,0 3 0,1 1 1,-1-1 0,1 1 0,-1 3 0,1-3 0,-5-5 0,4 5 0,1-5 0,-1 1 0,0-1 0,1 1-3,-1-1 2,1-3 1,-1 3 2,5-3-1,0 4-1,0-1-2,0 1 1,0 3 1,-1 1 2,6-5-1,-1 5-1,0-1-2,1 1-1,-1-5 4,0 1 1,5-5-3,-5 1 1,5-1 2,0 1 1,0-1-4,0-3 1,-1 0-2,6-1 0,3-3 4,-4 4 1,5-1-1,0 1-2,-1 0-2,1 3 1,0 1 1,-5 3 0,4 1 0,-3-5 0,-1 5 0,0-4 0,0-1-3,9 1 0,-8-1 2,-1 1 0,4 3 1,-3 1 0,3-8 2,1 3 1,0 1-4,-5-1-1,0-3 1,0 0 0,0-1-2,1 5 2,-1-1 1,0 1 0,0 0-5,0 3 1,1 1 4,-1 3 2,0-3-3,0-5 1,0 1-2,1-5 0,-1 1 2,0 0 0,0-1 0,0 1 0,1 0-7,-1-1 0,0 1 5,0 3 6,-4-3-7,0 4-2,0-1 5,4 1 1,-4 3-2,4-3-1,0 3-2,5 1 3,-5-1-2,0 1-1,0-4 5,0-1 3,1-3-3,-1-1-3,0-3 1,-4 0 2,0-1 0,-1-3-1,1 0-2,0 0 1,0-5 1,-1 1 0,-3-4 0,-1 0 0,5 0 0,-5-4 0,0 0 0,1-1 0,-1 1 0,0 0 0,-4 0 2,5-4 1,-5 0-4,-1 0-1,-8-4 1,9 4 0,-9-4 1,0 0 2,0 0-1,0 0-1,0 0 1,0 0 1,0 0-3,0 0 0,0 0 1,9 0 2,-9 0 1,0 0 1,0 0-5,0 0 1,0 0-2,9 0 0,-9 0 0,0 0 0,0 0 4,0 0 1,9 0-1,-5-4-2,1 4 3,4 0 0,-5-4-4,1 0 1,-1 0 2,0 0 1,5 0-4,0-4-1,0 4 1,0-3 0,0-1-2,4 0 2,-4 0 1,4 0 2,-4-4-1,5 0-1,-1 0 1,5 1 1,-1-5-1,1 0 2,0 0-4,4-4 0,0 9 1,1-9 2,-1 0-3,4 0 0,1-3 1,0-1 0,-1-4 2,5-3 1,-4-9-4,4 5 1,0-1-2,-4 1 0,4-1 2,0 5 2,0 3-1,-4 0 2,0 1-4,4-5 0,0 1 1,-5-1 2,1-4-1,4 1-1,0-1-2,0 5 1,-4-1 3,0-3 1,-1-1-4,5-3 1,-4-5 2,4 1 1,0-1 1,0 5 0,0 3-5,0 1 1,0 3-2,1 1 0,-1 3 2,0-3 2,0-1-1,-5-4 2,1 5-4,0-5 0,-1-3 1,1-1 0,0 1 0,4-1 0,0-3 0,-5-4 2,1 3-1,0 1-1,-1-1 1,1 1 1,0 0-3,-5-5 0,0 5 1,0-1 0,-4-3 0,0-4 0,0-9 2,-1-3 1,-3 0 1,-1 0 0,0 4 0,-4 3 0,0-3-5,0 4 1,0 0 0,-5-5 2,5-3-3,-4-4 0,-1-4 1,1 4 2,-1 0-1,-4 4-1,0 4 1,0-1-1,0 5-3,0 0 2,0-4 3,4-5 1,-4-3-4,0 0-1,5 4 3,-5 0 1,4 4 0,-4 7 1,0 1 0,-4 0 1,-1-1-5,1 5 1,-5 0 0,0-9 0,0 1-3,0 0 2,1-4 1,-6 7 2,1-3-3,-5 8-2,0-1 2,-4 1 0,0 0 1,0 3 0,4 1 0,-4-1 0,0 1 0,-1-5 0,-3 1-3,-1 0 2,0-1 1,-4 5 0,0-1 2,0-3 1,5 8-4,-6-1 1,1 5-2,0-5 0,-4 5 2,-1-1 0,1 1-3,-1-1 2,-4 1 1,0-1 0,5 0 0,-5 1 0,4-1 0,1 9 2,4-9-1,-9 5-1,4 3-2,1-4 1,3 1 1,1 3 2,-4 1-3,4-1 0,0 4 1,-5 1 2,5 3-3,0 4 0,-5-4 1,5 5 0,-4-5 0,-1 4 0,1 0 0,4 8 0,0-7-3,0 3 2,-5 0 1,9 0 0,-4 0-3,0 4 2,5-4 1,-1 1 0,5 3 0,-1 0 0,6 0 0,-1 4 0,0 0 0,5 4 0,-5-8-3,5 4 2,-1 4-4,1 0-1,0-4-4,-1 4-1,6 0-19,3 0-5,5-4-81,9-12-63,13-11 69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4:00:26.799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6068 429 132,'-5'0'49,"5"-8"-38,-4 4 8,4 4 1,-5-4-10,1 0-1,-5-4-3,0 0 1,-4 0-4,-5-4 5,0 0 2,-4 1-3,-4-5 1,-6 4-1,1-8 3,-4 0-3,-1 5-2,1-1 2,-1 0 2,-4 0 0,-4 0 0,4 1-3,0-5-1,0 8-1,0-4 2,-4 1 1,-1-1 3,1 0-3,-5 4 1,-4 0-1,4 4 3,4 0-3,1 5 1,0-5-3,4 4 0,0 0-3,0 0 1,0 4 0,0-8 3,4 4-1,1 0 0,-5 0 1,0 4 1,0-8-6,0 8-2,-5-4 2,1 4 3,0 0-1,-1 0-2,1 0 0,-5 0 1,0 4-1,5-4 2,-1 0 0,-4 0 1,0 0 0,-4 0 0,4 0 0,0 8 2,1-8-3,-1 4 0,0 4-1,0 0 1,0-4-2,5 4 2,-5 0-4,5-1-2,-1 1 4,1 0 1,-1 0 0,1-4-2,-1 0 1,1 4-1,-5 0 0,0 4 0,1-8 0,3 3 2,1 1-1,-1 0-1,1 4 3,-1-8 0,1 4-1,4 4 1,0-4-2,0-4 2,0 0-4,5 0 0,-1-1 1,1 5 0,-1 0 2,1 0 1,-1 0-4,0 0 1,1 0 0,-1 4 2,1-4-1,-1 3-1,1-3-2,4 4 1,0 0 1,0 0 2,-9 0-8,4 0-1,5-1 10,4 5 5,1 0-3,-1-4-1,0 4-4,1-1-3,-5 1 2,0 0 0,-1-4 1,1 4 2,0-5-3,0 1 0,0 4 3,0 0 1,0 0 1,4-1 0,-4 1-5,9 0 1,-5 0 0,1 0 2,-1-1-3,0 1 0,1-4 1,-1 4 2,0 0-1,1-5-1,-5 1 1,0 0 1,-5 0-1,1 0-1,-1 0 1,-4 0-1,5 3 0,-1 1 2,1 4-3,-1 4 0,5-1 1,0 1 0,0 4-3,4-1 2,0 5 1,1-9 2,-5 1-3,4 4 0,-4-1 1,4-3 2,1 0-3,3 3 0,1 5 3,0-4 1,0-1-1,0-7-2,-1 8 1,1-13-1,-4 9-3,3 0 0,1-1 2,0 1 2,0 4-2,0 3 0,-1 5 3,1 7 3,0 1-4,0-1-1,0 1 0,-1-5 0,6 1-3,-6 3 2,6 0 1,-1-3 0,0-5 0,0 1 0,1-1 0,-1 5 2,4-5-1,1 5-1,0-1-2,-1 5 1,1 3 1,0-3 2,4-1-1,-4 0-1,4-3 1,0 7 1,0 1-3,0-5 0,5-7 1,-5-1 2,4-3-1,1-1-1,-1 1 1,5 3-1,0 1 0,-4 0 2,0-1-1,-1 1-1,5 3 1,0-3-1,0 3 0,0-3 0,0-5 0,-4 1 2,4-1-3,0 1 0,0 0 1,0-5 2,0-3-3,0 3 0,0-3 1,0 0 2,4 3-1,1 1-1,-1 0 1,0 3-1,1 1 0,4 3 2,0 1-1,0-1-1,-1 9 3,1-5 0,5 5-1,-1-1-2,-4-3 1,4-1-1,0 5 0,1-5 0,-5-3 0,4-5 0,0 1 0,1-1 2,-1-3-1,0 4 2,1-1-4,-1 5 0,5-1 1,-1 1 2,1 3-1,0-3-1,4-1 1,0 1-1,1-1 0,-1-3 2,0 3-1,0 1-1,5-4 1,-5-1-1,5-3 2,-1-1 3,1 1-4,0 4-3,-5-1 1,5 1 0,-1 3 1,5 1 2,-4-1-1,4 5-1,-4-5-2,4 5 1,-5-9 3,1 5 1,0-4-4,-1-1-1,-3-7 5,8 7 3,-5-7-8,1 4 0,0-5 0,-5 1 1,0-4 1,5 0 2,-1-1-1,1-3 2,-5 4-4,5 0-2,-5 3 2,5-3 2,-5 4 0,4-1-1,1 1 1,0 0 1,-1-1-3,1 1 0,0 0-1,4 3 0,0 1 4,0 0 1,0-1-4,5 1 1,-5-4-2,4-1 0,1 1 4,-1 0 3,-4-5-7,0 5 0,-4-8 2,4 4 4,0-1-6,-4 1 0,0-4 2,-1 4 4,1-5-1,-1 1-2,-8-4 0,13 0-1,0 4-3,-4-4 2,4 3-1,0 1 0,0-4 2,0 4 2,1 0-1,-1 3-1,4 1 1,1 0-1,-10-4 0,10 7 0,-1 1 0,-4-4 0,5 3-3,-5 5 2,-9-12 1,9 7 2,0-3-3,-4 0 0,-5-4 1,9 3 2,-8-3-1,8 4-1,4 4 1,-4-5-1,9 5-3,-9-4 2,0 0 1,5-5 2,-9-3-1,8 8-1,1 0-2,-1-5-1,1 1 2,-1 0 2,1 0 2,-1 4 1,1-1-2,8-3-2,-13-4-2,14 4 1,-14-4 1,13 3 0,-4-3 2,5 0 1,-1 0-4,0 0 1,1 0 0,-1-1 2,5 1-3,-4 0 0,-1-4 1,-4 0 0,0 0 0,0 0 2,9-4-3,-9 0 0,4-4 1,-4 0 0,4 4 0,5 0 0,-13-4-3,17 7 2,-13-3 1,13 0 0,1-4 0,-10 0 2,1 0-1,-1-4 2,0 0-2,5 0 2,-9 4-7,9 0 1,0-3 3,0-1 2,0 0 0,-1 0 1,1-4-2,0 0-1,0 0 1,-9 0 1,4 0-3,-4-4 0,0 4 1,5-3 2,-1-1-1,1 0-1,-5-4 1,8 0 1,1 1-3,0-1-2,0 0 2,0 0 0,4 4 1,-4 0 2,0 1-1,0-1 2,-1 0-2,1-4 2,0 0-4,0 1 0,4-5 1,1-4 2,-1 4-3,0-3 0,5-5 1,-5-3 0,1 3 0,-6-4 0,-3-3 0,-1-1 0,1 1 0,-1-5 0,0 1-3,1-1 2,-1 1 1,1-1 2,-1 5-1,0-5-1,1 5-2,-1-5 1,1 1 1,-5-5 2,4 1-3,-4-4 0,-4-5 1,-1 1 0,1-4 0,-1-4 2,1 7-1,-1 1-1,1 4 1,-5-1-1,4-3 0,-4 3 2,5-3-1,-5 0-1,5-4-2,-5-5 1,0 1-1,-5-4 0,1 0 0,-5 4 0,1 7 0,-6-3 0,1 0 0,0-1 0,0 1 4,-1 0 1,-3-4 1,-1-8 0,0-1-5,1 5 1,-1 0 0,-4 4 0,0 0-3,4 0 2,-4-5 1,0 1 2,0 0-3,0 0-2,-1 0 2,1 0 2,-9-1 0,5 1-1,-5 4 1,4 0 1,-4 0-3,0-1 0,0 5 1,0 0 0,0 0-3,0-1 0,0 5 2,-4 0 2,-1-1 0,1 1 2,-1 4-7,-3 3 1,-1 1 1,0-1 1,0 1-2,-4 0 0,-1-1 4,-3 1 1,-6-5-3,1 1 1,0-4 0,0 3 0,-5 1 0,5 3 2,-5-3-3,5 8-2,0 3 2,0 4 2,-1-3 0,1 3-1,-4-7 1,-1 3 1,0-3-1,1-1-1,-6-3-4,1 0 0,-4 3 2,4-7 3,4 7-2,5 1 0,0 3 1,0 5 2,4-5 1,0 8 1,0 5-5,0-5 1,-4 4-2,0-3 0,0 3 2,0-3 0,-5-1 0,0-4 0,1 5 0,-1-5 2,0 1-3,1-5 0,-5 0 1,4 1 0,-4-1 0,0 1 0,0-1-3,0 5 2,-5-1 3,5 1 3,-4-1-4,3 4-3,1 5 1,-4-1 0,-1 0 3,1 1 3,-5-1-4,0-4-3,0 5 1,-5-5 2,5 4-2,-4-7-2,-5 3 4,5-3 1,-1-5 0,1 4-2,0 1-2,4-1 1,0 5-1,0 3 0,0-4 0,-5 5 0,1 3 4,-5 0 1,0 4-4,0 1-1,-4-1-10,4 0-5,-4 4-5,0-4-1,-1-3-27,1-1-12,0 0-81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24T04:01:38.432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3 75 84,'-5'-11'33,"5"11"-26,0 0 5,0 0 2,0-4 5,0 0 5,0 0 5,0 0 5,5-4-10,-1 4-2,5-4-13,0 0-5,0 0-1,4 4-2,5 0-1,0 0 3,-1 4 0,1 0 3,0 4 1,4 0-1,-4-4 1,0 4-2,-5 0 0,0 0-1,1 4 2,-5 0-1,-1-4 2,1 4 0,-4 4-6,-1-4 0,-4 3-3,0 1 0,0 4 4,-4 0 1,-1 4-1,1-1 1,-5 1-2,0 0-1,0 3 1,0 1-1,1 0 2,-1 0 1,0-1-4,0 1-1,4 0 1,1-5 0,4 1 1,0-4 2,0 0 12,0-4 6,0-5-6,0 1-3,0-8-2,0 0 1,9 4-5,0-4-1,4 0-2,0 0 1,1-4 0,3 0 1,1 4-5,0 0 1,0 0 0,-5 0 0,0 0-3,-4 0 2,0-4-6,0 4-3,-4 0-19,-1 0-6,-4 0-48,0 0-61,0 0 36</inkml:trace>
  <inkml:trace contextRef="#ctx0" brushRef="#br0" timeOffset="0.99">855-94 132,'-22'-8'49,"13"4"-38,-8 0 4,8 4-2,0-4-8,-4 4-3,-1 0 7,1 0 4,-5 4-6,5 0 5,-1 0 1,1 0 2,0 0 1,0 0-8,-1 0-3,5 0-1,0 0 0,5-1-2,0 1 1,-1 4 2,5-4 4,0 0-2,0 0-2,0-4-2,-4 4 0,4 0 0,-5 0 1,5 4-2,0 0-2,-4 0 5,4 4 1,0-1-2,0 5-1,0 0-1,0 0 1,0 0 0,0-1 1,0-3-5,-5 0-1,5-4 3,0 0 3,0-4 3,0 0 3,0-4 4,0 0 1,0 0-4,9 0-1,0-4-6,4 0-1,1-4-1,4 4-2,-1 0-2,1 4 1,4-4 1,0 8 0,1 4 0,-1-4 2,0 4-3,0 0 0,0 0 1,-4 3 0,0 1 0,-5 0 2,1 0-1,-5-4-1,-1 4 1,1 3 1,-4 1-1,-5 0 2,0 0-2,-5 0-1,1-1 1,-5 1 1,-4 0-1,-1 0-1,-3-4 1,-1-1 1,-4 1-3,-5 0 0,0-4-4,1 0 1,-1-4-25,5-4-8,0-8-89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26.35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19 119 403,'0'-19'36,"0"14"-36,-5-5 0,-1 0 0,1-4 331,-1-1 59,6 0 12,0 5 2,0 10-211,0-14-42,6 4-9,-6 10-2,0 0-54,0 0-11,0 0-3,0 0 0,0 0-23,0 0-5,0 0 0,5 10-1,1 4-19,-1-4-3,-5 10-1,11-1 0,-5 6-12,-1 4-8,1 0 10,-1 6-10,1-1 0,5 0 0,-6 0 0,1 5 0,-1 1 0,0-1 0,1 0-13,-1-5 4,6-10-27,-5 6-4,-1-6-2,6 1 0,-5-6-129,-1-4-25,-5 0-6,6-6-473,-6-9-94</inkml:trace>
  <inkml:trace contextRef="#ctx0" brushRef="#br0" timeOffset="212.0262">69 369 1393,'0'0'61,"0"0"14,0 0-60,0 0-15,0 0 0,16 0 0,0-5 135,1 0 24,-1 0 5,-5 0 0,6 0-45,-1 0-10,1 0-1,-1 0-1,1-9-37,5 4-7,-6 0-2,0 5 0,1-4-36,5 4-7,0 5-2,0-5 0,0 0-16,-6-5-11,6 5 2,5-5 0,-5 1-119,0 4-23,0 5-5</inkml:trace>
  <inkml:trace contextRef="#ctx0" brushRef="#br0" timeOffset="1124.1376">546-52 1382,'0'0'123,"0"0"-99,0 0-24,0 0 0,0 0 133,0 0 22,0 0 4,-6 5 1,-5-5-26,11 0-5,0 0-1,0 0 0,0 10-56,0 0-12,6 4-3,-1 6 0,-5-1-33,6 6-8,5-1 0,0 6-1,0-6-15,0 10-10,0 5 2,-1 5 0,7 0 8,-6 0 14,5 5-3,1 0-1,-1-5-42,1 0-9,-1 0-2,1 0-727,-6-10-146</inkml:trace>
  <inkml:trace contextRef="#ctx0" brushRef="#br0" timeOffset="1140.196">3748 26 403,'0'0'36,"0"0"-36,6-5 0,5 5 0,-11 0 355,11-9 64,5 4 13,1 5 2,-6-5-221,11 5-44,-6 5-9,6-5-1,0 0-77,0 0-15,11-5-3,0 5-1,-6-5-33,6 5-6,-6 0-2,6 0 0,6 5-22,-1-5 0,0 5 0,1 0 0,-1 0-9,-5-5 9,0 0-10,5 0 10,-5 4-43,-5-4-2,-1 0-1,1 0 0,-1-4-189,-5 4-37</inkml:trace>
  <inkml:trace contextRef="#ctx0" brushRef="#br0" timeOffset="1346.0825">4406 46 691,'0'0'61,"0"0"-49,0 0-12,0 0 0,0 0 257,0 0 49,0 0 10,0 0 1,0 0-161,0 0-32,0 0-6,0 0-2,0 0-66,-5 0-14,0 10-2,-1-1-1,6 6-15,0 0-3,-5 14-1,5 0 0,5 6-6,-5 4-8,0-5 11,6 5-11,-1 5 8,-5-5-8,5 0 0,1 5 0,-1-5-14,1 5-10,-1-4-1,6-1-1039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29.50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234-1838 1951,'-16'49'86,"16"-49"18,0 0-83,0 0-21,-11 0 0,6 0 0,5 0 39,0 0 3,0 0 1,0 0 0,0 0 12,0 0 2,-11 10 1,5 4 0,1 1-18,5 4-3,-6 6-1,6 4 0,0 5-36,0 0 0,0 0-9,0 0 9,0 1 8,6-1 8,-1-5 3,-5-5 0,6 1-44,5-1-9,-6 0-2,0-4 0,1-1-192,-1 1-38,-5 24-8,17-15-2</inkml:trace>
  <inkml:trace contextRef="#ctx0" brushRef="#br0" timeOffset="797.2857">-1 0 1324,'0'63'118,"0"-24"-94,5-19-24,-5-20 0,6-15 92,5 0 15,-1 11 2,1-6 1,6 5-4,-6 5-1,0 5 0,0-5 0,5 0-41,1 0-8,-6 5-1,5 0-1,1-1-22,-1-4-5,1 5-1,-7 0 0,1 0-13,0 5-2,0-5-1,6 4 0,-6 1-10,0 0 0,-11-10 0,11 10 8,-6 4-8,1 1 0,-6 0 0,5-1-11,1 11-24,-12-1-5,-5 0 0,6 6-1,-12-1-25,6-5-5,6 1-1,-6-1 0,0 0-4,0 1-2,-6-11 0,1 6 0,0-1 62,-1-4 16,6 0 0,-5-6 0,5-4 0,0 0 0,0 5 0,11-10 0,0 0 44,0 0 11,-6 5 2,6-5 1,0 0-10,0 0-3,0 0 0,0 0 0,0 0-1,11 5-1,0-1 0,6 1 0,-1-10 0,1 5 0,5-4 0,-6-1 0,0 0-11,1 0-1,5 5-1,0 0 0,5-5-17,-5 5-3,0-10-1,5 10 0,1 0-30,-6 0-7,0 0 0,5 5-710,1 0-142</inkml:trace>
  <inkml:trace contextRef="#ctx0" brushRef="#br0" timeOffset="1363.0737">42 2135 1900,'0'0'84,"11"-20"18,-11 20-82,0 0-20,6-14 0,10 4 0,-5 0 68,0 10 10,6-5 2,-1-4 0,6 9-13,-5 0-3,-1-5 0,6 5 0,-6 0 0,1 0 0,-1 5 0,1-5 0,-1 0-51,1 0-13,5 5 0,-6-1 0,1 1 0,-6 0 0,-11-5 0,16 5 0,-5 5 0,0-5 9,-11-5-9,5 9 8,-5-9-16,6 15-4,-1 0-1,-10-1 0,-1-4-31,1 5-7,-6-1-1,0 1 0,0-5-17,-5 4-4,-1-4-1,1 0 0,-6 0 20,5-6 4,6 6 1,6-5 0,5-5 22,-11 10 5,5-5 1,6-5 0,0 0 21,0 0 0,0 0 0,0 0 0,0 0 17,11 9 2,-11-9 0,11 10 0,6-5 9,-1 0 3,6 0 0,-5-5 0,-1 5 5,0-5 0,6 5 1,0-5 0,0 4-1,-5-4-1,-1 5 0,1 0 0,5 0-7,-11 0-2,0 0 0,-1 5 0,1-1 1,-5 1 0,-1 0 0,1 4 0,-6 1-2,0 5 0,-6-6 0,1 6 0,-1-1-5,1 1-2,-6-1 0,-5 10 0,-6-4 2,0-1 1,0 1 0,-6-6 0,1 1 5,-6-1 1,-5-4 0,-1-1 0,6-4-7,0 0 0,-5 0-1,0-6 0,-1 6-19,6-5-19,0 0 4,1-5 1,-1 5-106,11-5-22,-6 0-4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8-04T01:50:57.67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104 6 230,'0'0'10,"0"0"2,0 0-12,0 0 0,0 0 0,0 0 0,0 0 374,0 0 72,0 0 14,0 0 4,-11-5-295,11 5-58,-6 0-12,-5 0-3,11 0-56,-11 0-12,11 0-3,-11 10 0,0 4-12,0 1-2,6-1-1,-6 6 0,5 4-10,6 1 0,-5 4 0,5 5 0,-5 0 0,5 0 0,0 0 0,0 5 8,0 0-8,5 5 0,0-5 0,1 0-11,5-5-22,0 1-5,0-1-1,0-10 0,-6 0-49,6-4-11,0-6-1,0-4-788</inkml:trace>
  <inkml:trace contextRef="#ctx0" brushRef="#br0" timeOffset="266.7231">224 25 1587,'0'0'70,"0"0"15,0 0-68,0 0-17,0 0 0,0 0 0,0 15 94,6-1 15,-6 6 3,5-1 1,-5 1-57,0 4-11,0 1-2,0-1-1,0 5-26,0 1-6,6-1-1,-1 5 0,-5 0-9,6-10-9,-1 1 9,1-1-13,-1-4-53,1-1-10,-1-4-3,1-1-799</inkml:trace>
  <inkml:trace contextRef="#ctx0" brushRef="#br0" timeOffset="473.9847">307 327 864,'0'0'38,"0"0"8,0 0-37,0 0-9,0 0 0,0 0 0,0 0 206,0 0 39,0 0 8,0 0 2,0 0-165,11 10-33,5-5-6,-5-5-2,5 0 35,-5 0 8,6 0 0,-1 0 1,1-5-50,-1 5-11,-5 0-1,6 0-1,-6 0-22,5 5-8,1-5 0,-1 0 0,0 5-42,1-5-14,-1 0-4,1 0-950</inkml:trace>
  <inkml:trace contextRef="#ctx0" brushRef="#br0" timeOffset="1284.8666">537-4 172,'0'0'8,"0"0"1,0 0-9,0 0 0,0 0 0,11-5 0,-11 5 372,0 0 72,0 0 14,0 0 3,11 5-277,0 0-56,-11-5-12,5 14-1,1-4-64,5 10-13,-6-1-2,1 6-1,5-1-3,-11 0 0,5 6 0,1-1 0,-6 5-40,5 0-9,6-5-2,0 10 0,-5-5 19,-1-4 0,1-1 0,5 0 0,0-4-55,-6-1-7,0 0-2,1-4-614,10-1-123</inkml:trace>
  <inkml:trace contextRef="#ctx0" brushRef="#br0" timeOffset="1290.8509">1003 485 518,'0'0'46,"0"0"-37,0 0-9,0 0 0,0 0 238,0 0 46,0 10 8,6 0 3,-6 4-124,5-4-25,-5 5-5,-5-5-1,5 4-64,-6 1-12,1-1-4,-6 6 0,0-1-32,5 6-6,-5-6-2,6 1 0,-6 4-20,0-4 0,0-1 0,5 1 0,-5-6-39,6 1-5,-1-1-2,1-4 0,-1 0-157,1-5-31</inkml:trace>
  <inkml:trace contextRef="#ctx0" brushRef="#br0" timeOffset="1292.8509">1376 217 1267,'11'-5'112,"-11"5"-89,0 0-23,0 0 0,16-5 156,-16 5 28,0 0 4,0 0 2,0 0-78,0 0-16,6 10-4,-12 5 0,-5 4-50,11-4-10,6 4-3,-1 1 0,-21-1-12,11 6-2,10 4-1,6 0 0,0-4-14,-11-1 0,0 0 0,5 1-10,17-1-50,-11 1-9,-16-6-3,10-4-932</inkml:trace>
  <inkml:trace contextRef="#ctx0" brushRef="#br0" timeOffset="1526.8617">1617-95 1036,'6'0'92,"5"5"-73,-6 0-19,6-5 0,0 5 126,-5 5 22,5-6 4,0 6 0,5 0-22,-5 5-5,0 4-1,-6-4 0,6 9-35,-5 0-7,10 1-2,1 4 0,-17 0-20,11 5-5,5 1-1,1 4 0,-6 0-28,-6-5-6,6 0 0,0 0-1,6 0-11,-12 0-8,6-5 12,-5-4-12,4 4 9,-10-5-9,0 1 0,-5-1 9,5 0-9,-5 1 8,-1-6-8,-5 6 8,-5-1-28,5 0-7,0-4-1,0-1-735,-11 1-147</inkml:trace>
  <inkml:trace contextRef="#ctx0" brushRef="#br0" timeOffset="2186.0629">3773 154 403,'0'0'36,"0"0"-36,-6-10 0,1 5 0,-1-5 284,1 1 51,-6 4 9,5-5 3,-5 0-188,6 5-38,-1 1-7,1-1-2,-6 0-45,11 5-10,-6 0-1,-5 5-1,6 0-16,-1-1-3,-5 11-1,6 0 0,-6 4-15,5 1-4,1 4 0,-6 5 0,6 5-1,5 5-1,-6 0 0,6 5 0,0-5-14,6 0 0,-1 0 0,1 0 0,4 0-32,7-10-10,-1 1-2,1-1 0,5-10-119,0 1-24</inkml:trace>
  <inkml:trace contextRef="#ctx0" brushRef="#br0" timeOffset="3386.05">4003 251 1731,'-6'5'76,"6"-5"17,0-5-74,6 5-19,-6-5 0,0 5 0,5-4 38,1 4 4,5-10 1,-11 10 0,16-5 20,1 5 4,-6-10 1,11 10 0,-6-5-29,1-4-6,-1-1-1,0 0 0,6 5-16,-5 0-4,-1 5-1,6-5 0,0 5-11,-5-4 8,-1-1-8,1 0 8,-1 0-16,6 0-4,-6 0-1,1 0-661,-6 0-132</inkml:trace>
  <inkml:trace contextRef="#ctx0" brushRef="#br0" timeOffset="3392.0344">4250 242 1267,'0'0'112,"0"0"-89,0 0-23,0 0 0,0 0 105,0 0 17,0 0 3,0 0 1,0 0-1,0 0 0,0 0 0,0 0 0,0 0-69,0 0-15,0 0-2,0 14-1,0 6-22,0-1-5,0 10-1,0-4 0,5 9-10,-5-5 8,0 5-8,0-4 8,0 4-8,6-5 0,-6 0 0,5-5 0,-5-4-14,6 4-5,-1-4-1,1-1 0,-1 1-209,1-1-43</inkml:trace>
  <inkml:trace contextRef="#ctx0" brushRef="#br0" timeOffset="3394.0285">4666 563 864,'-5'5'76,"5"0"-60,0-5-16,0 0 0,5 10 158,1 4 29,-1-4 5,-5 5 2,6-6-70,-1 6-13,-10 0-3,5 4-1,0-4-51,0-1-9,0 6-3,0-1 0,0 1-22,-6-1-5,1 11-1,-1-6 0,-4 0-27,-1 1-5,-6-1-2,6-4-612,0-1-122</inkml:trace>
  <inkml:trace contextRef="#ctx0" brushRef="#br0" timeOffset="3555.6358">5275 125 1911,'0'0'84,"0"0"19,0 0-83,0 0-20,0 0 0,0 0 0,0 0 72,0 0 11,0 0 1,-5 9 1,-1-4-8,1 0-1,5 15-1,-6-6 0,1-4-49,-1 5-10,1 9-1,5 0-1,0 6-14,0-1 11,0-5-11,0 5 10,0-4-10,0 4-12,0 0 2,5 1 1,-5-6-61,0 0-12,6-4-2,-1-1-953</inkml:trace>
  <inkml:trace contextRef="#ctx0" brushRef="#br0" timeOffset="3871.3795">5489-27 1382,'0'0'123,"0"0"-99,17 0-24,-17 0 0,0 0 75,0 0 9,11-4 3,5 4 0,0 4 27,1-4 6,-6 5 0,5 5 1,1 0-48,-6 0-9,0-1-3,5 11 0,-5-6-12,0 1-2,0 5-1,0-1 0,0 1-26,-6-1-4,1 5-2,5 1 0,0-1-3,-6 5-1,1 1 0,-1-1 0,1 5 2,-1 0 0,-5 0 0,0 5 0,-5 0 6,5 0 2,0 0 0,-11 5 0,0 0-44,0-5-9,-6 5-2,-4 5 0,4-6-97,-5 1-20,0 0-4,6-15-840</inkml:trace>
  <inkml:trace contextRef="#ctx0" brushRef="#br0" timeOffset="5269.3257">104 1719 518,'0'0'46,"0"0"-37,0 0-9,0 0 0,-6 0 188,-5 0 36,11 0 8,-5 4 0,-6-4-87,5 5-17,6-5-4,-11 5-1,0 0-35,0 0-8,11-5 0,-5 15-1,-6-6-34,0 6-6,0 4-2,6 6 0,-1-1-25,-5 10-4,0 0-8,6 5 11,-1 10-11,-5-5 0,6 0 0,-1 5 0,1-1 0,-1-4-11,6 0 11,6 0-8,-1-5-12,1 5-1,5-10-1,0 5 0,5-5-42,1-5-9,-1-4-2,6-1-801</inkml:trace>
  <inkml:trace contextRef="#ctx0" brushRef="#br0" timeOffset="5275.5342">323 2001 1612,'0'0'144,"0"0"-116,0 0-28,0 0 0,-5 15 59,5-5 5,-6-1 2,6 6 0,0-5 8,6 9 2,-6-4 0,0 9 0,0 1-36,5-1-6,-5 5-2,0 5 0,6-4-13,-6 9-3,0-5-1,0 0 0,0 0-15,0 0 0,5-5 8,1 6-8,-1-11-44,1 0-11,-1-4-2,-5-1-907</inkml:trace>
  <inkml:trace contextRef="#ctx0" brushRef="#br0" timeOffset="5277.2512">367 2406 633,'0'0'56,"0"0"-44,0 0-12,0 0 0,0 0 225,0 0 43,0 0 9,0 0 2,0 0-151,0 0-31,16 0-5,6-5-2,-5 0-22,-1 5-5,1-5-1,-1 5 0,-16 0-18,17-5-3,-1 1-1,1 4 0,-1-5-12,-5 0-2,11 0-1,0 5 0,-6-10-122,1 5-25,-6 0-5,5-4-1</inkml:trace>
  <inkml:trace contextRef="#ctx0" brushRef="#br0" timeOffset="5342.6033">597 1943 518,'0'0'46,"0"0"-37,0 0-9,0 0 0,0 0 264,6 5 50,-6-5 10,0 5 3,5-1-178,1 6-35,-6 0-7,11 5-2,-6 9-42,1-5-9,5 11-2,-6-1 0,-5 5-20,6 0-4,-1 0 0,1 0-1,-6 1-17,5 4-10,1-5 12,-6 5-12,5 0 0,1 0 0,-1-5 0,6 0 0,0-5-40,-6 5-9,1-9-2,5-1-953</inkml:trace>
  <inkml:trace contextRef="#ctx0" brushRef="#br0" timeOffset="5560.1475">1091 2489 1634,'0'0'72,"5"5"16,1 4-71,5 1-17,-11 5 0,5-1 0,1 6 76,-1-1 11,-5 6 2,0-6 1,0 1-32,0-1-6,0 6-2,0-1 0,-11 5-38,6 1-12,5-1 0,0-5 0,-11 5-154,5-9-38</inkml:trace>
  <inkml:trace contextRef="#ctx0" brushRef="#br0" timeOffset="5829.88">1349 1982 1267,'0'0'112,"0"0"-89,0 0-23,0 0 0,16 0 115,-10 0 18,-6 0 4,11 0 1,16-5-30,-5 5-7,-11 0-1,0-5 0,5 10-36,1 0-7,-17-5-1,16 0-1,-16 0-23,17 10-5,5-6-1,-6 6 0,-16-10-6,11 20-2,5-6 0,1 1 0,-12 0-40,-5 4-8,-5 1-2,-1-1 0,6 10-169,-5 1-35,-6-1-6</inkml:trace>
  <inkml:trace contextRef="#ctx0" brushRef="#br0" timeOffset="5990.4909">1371 2562 1490,'0'0'32,"0"0"8,0 0 0,11-10 3,5 5-35,-5-4-8,-11 9 0,11-5 0,0-5 69,5 5 12,1 0 3,-1-5 0,-16 10-31,17-9-5,5-1-2,5 5 0,-5-5 0,0 1 0,0 4 0,0-5 0,0 5-46,-6 5 0,1-5 0,5 0-632,-1 0-118</inkml:trace>
  <inkml:trace contextRef="#ctx0" brushRef="#br0" timeOffset="6867.1364">1601 2235 633,'0'0'56,"0"0"-44,0 0-12,0 0 0,0 0 135,0 0 25,0 0 4,0 0 2,0 0-38,0 0-7,0 0-1,0 0-1,-6-9-41,6 9-8,0 0-2,0 0 0,0 0-11,0 0-2,0 0-1,0 0 0,0 0-21,0 0-4,-11 14-1,11 1 0,0-1-4,-5 1-2,-12 0 0,1-6 0,11 6-13,-1 0-9,-10-1 12,5 1-12,-6 0-8,6-1-9,6-4-2,-1 5 0,-10-1-75</inkml:trace>
  <inkml:trace contextRef="#ctx0" brushRef="#br0" timeOffset="6501.9833">1732 1767 1623,'0'0'72,"0"0"15,0 0-70,0 0-17,0 0 0,0 0 0,0 0 73,0 0 11,0 0 3,0 0 0,0 0 1,0 0 0,17 0 0,-1 0 0,-16 0-19,17 10-3,-1-5-1,1 5 0,-6-1-42,5 6-9,1 0-2,10-1 0,-10 1 5,4 0 1,-10 9 0,11-5 0,6 1 13,-6-1 2,-6 1 1,6-1 0,0 1-34,5-1 0,1 1 0,-6 4 0,0-4 0,-6-1 0,1 1 0,-1 4 0,-5 1 0,0-6 0,-5 5 0,-1 1 0,0-1 0,-10 1 0,0-1 0,5 5 0,5 0 12,-5 6-4,-16-1 0,5 0-8,16 5 0,-10 0 0,-12 5-10,6-5 10,0 5-74,6-5-7,-6 0-2,0-5-673,-17-5-134</inkml:trace>
  <inkml:trace contextRef="#ctx0" brushRef="#br0" timeOffset="7842.1168">3827 1797 1094,'0'0'97,"0"0"-77,0 0-20,0 0 0,0 0 123,0 0 21,0 0 4,0 0 0,0 0-17,0 0-4,0 0-1,0 0 0,0 0-42,0 0-8,0 0-1,-16-5-1,16 5-24,0 0-5,-16 0-1,16 0 0,-11 9-27,-6 6-5,12 5-2,-6-1 0,5 1-10,-5 4 0,6 5 9,5 5-9,-6 0 0,1 1 0,-1 4 0,6 4 0,0-4 0,0 5 0,0-5 0,0 10 0,6-10-13,-1 5 2,1 0 1,-1 0 0,6-5-29,6 5-5,-6-10-2,5 5 0,0-15-146,-5 0-28,6 1-7,5-6-1</inkml:trace>
  <inkml:trace contextRef="#ctx0" brushRef="#br0" timeOffset="8035.4839">3959 2206 1720,'0'0'38,"0"0"8,0 0 2,11-5 0,-6 0-39,1 0-9,-1 1 0,6 4 0,0-10 84,0 10 16,0-10 2,6 5 1,-1 0-31,1 0-7,-1 1-1,1-1 0,-1 0-22,0 0-5,1 0-1,-1 0 0,1 0-17,-1 5-4,-5 0-1,6-5 0,-6 5-14,5 0 9,1-4-9,-6-1 8,5 0-49,-5 0-11,0 5-1,5-5-1011</inkml:trace>
  <inkml:trace contextRef="#ctx0" brushRef="#br0" timeOffset="8238.9949">4316 2152 1612,'0'0'144,"0"0"-116,0 0-28,0 0 0,0 0 117,0 0 18,-11 5 3,11-5 1,-6 5-43,1 10-9,5-5-2,0-1 0,-6 6-13,6 0-4,-5-1 0,5 6 0,0-1-57,0 6-11,0-1 0,0 0 0,-6-4 20,6 4 11,0-4 2,6 9 1,-6-10-34,0 6 0,5-6-12,-5-4 3,6 4-51,-1-4-11,-5-5-1,6 0-697,-6-10-139</inkml:trace>
  <inkml:trace contextRef="#ctx0" brushRef="#br0" timeOffset="8431.9736">4656 2503 633,'0'0'56,"0"0"-44,0 0-12,0 0 0,10 10 266,1-5 51,-5 5 11,-1 4 1,1 1-171,-6 0-34,0-1-8,0 6 0,0-1-71,0 1-13,0 4-4,0-4 0,-6-6-19,1 6-9,5-1 8,-6-4-8,6 4-109,0-4-27,0-5-6</inkml:trace>
  <inkml:trace contextRef="#ctx0" brushRef="#br0" timeOffset="8848.1229">4831 2216 1969,'0'0'43,"11"-5"9,0 0 1,5 0 3,1-5-44,-1 6-12,1-1 0,-6 0 0,5-5 88,1 5 16,-17 5 4,16-5 0,6 0-32,-11 5-7,5 5-1,1-5 0,-17 0-19,11 5-4,-11-5-1,16 10 0,-16-10-25,11 10-6,-5-5-1,-6-5 0,5 14-12,-5-4 9,0 9-9,0-4 8,0 0-26,-5 4-6,-1 1 0,-5-1-1,6 1-24,-6-1-5,0 1-1,0-1 0,0 1 12,5-6 3,-4 1 0,4 4 0,-5-4 17,6 0 4,5-6 1,-6 6 0,6-15 18,0 10-10,0-10 10,0 10-8,0-1 8,0-9 0,0 0 8,11 10-8,-5-5 25,5-5 1,-11 0 0,10 5 0,7 0 9,-1-5 1,1 0 1,-1-5 0,6 5 2,-5-5 0,5 5 0,0-5 0,-1 0-19,1 5-3,6-5-1,-1 5 0,-5 0-16,6 0 0,-1-5 8,0 1-8,1-1-20,-1 0-8,-5 0-2,0 0-768,0 0-154</inkml:trace>
  <inkml:trace contextRef="#ctx0" brushRef="#br0" timeOffset="9985.1327">5582 1758 1094,'0'0'97,"0"0"-77,0 0-20,0 0 0,0 0 174,0 0 31,0 0 7,0 0 0,22 4-72,-11 1-14,6 5-3,-1 5-1,1-6-42,-6 6-9,5 0-2,0 4 0,-5 1-18,0 4-4,0-4-1,6 9 0,-12-5-15,6 5-3,-5 6-1,-1-1 0,6 0-14,0 0-2,0 5-1,-5 0 0,-1 0-10,1 0 0,-6 0 0,0 0 0,-6 5-25,1 0-1,5-5 0,-6 5 0,-5-1-40,0 1-8,-5 0-2,-1-5-692,6 0-138</inkml:trace>
  <inkml:trace contextRef="#ctx0" brushRef="#br0" timeOffset="9997.1009">43 3776 1440,'0'0'64,"0"0"12,0 0-60,0 0-16,0 0 0,-5-10 0,5 10 79,0 0 13,0 0 2,0 0 1,0 0-20,0 0-4,0 0-1,0 0 0,0 0-33,0 0-6,-6 10-2,1 9 0,-1-4-1,1 4 0,-1 1 0,6 4 0,-5 5-13,0 1-3,-1-6-1,6 10 0,-5 5-11,5-5 0,0 10 0,0 0 8,0 5-8,0-5 0,5 0 0,6-1 0,0-4 0,0-4-16,0-6 4,0 5 1,5-5-34,1-4-7,-1-6-2,6-4 0,-11-6-129,6-4-25</inkml:trace>
  <inkml:trace contextRef="#ctx0" brushRef="#br0" timeOffset="10220.158">433 3707 1440,'0'0'64,"0"0"12,0 0-60,0 0-16,0 0 0,0 0 0,0 0 117,0 10 21,0 5 4,-6-1 1,6 1-70,6 0-13,-1 4-4,-5 6 0,6-1-37,-1 5-8,1 0-2,-6 1 0,0 4-9,5 0 0,1 0 0,-1-5 0,1 5 0,-6-9-9,5 4 9,6 0-13,-5-4-177,-6 4-35,0 10-7,11-20-2</inkml:trace>
  <inkml:trace contextRef="#ctx0" brushRef="#br0" timeOffset="10415.9857">455 4068 1479,'22'5'32,"-22"-5"8,0 0 0,0 0 2,0 0-34,0 0-8,0 0 0,0 0 0,22 0 57,-6 0 10,0 0 1,-5-5 1,6 5 40,5 0 8,-6 0 2,6-5 0,-5 5-37,-1 0-7,6-5-2,0 1 0,0-1-58,0 0-15,-6 0 0,1 5 0,5-5 0,-6 0 0,-5 0 0,0-4 0,11 4-100,-11-5-22,0 0-5,0 0-820</inkml:trace>
  <inkml:trace contextRef="#ctx0" brushRef="#br0" timeOffset="10681.0992">833 3537 1958,'0'0'43,"0"0"9,0 10 1,0-1 3,0 6-45,0-5-11,0-10 0,6 14 0,-6 1 53,11 4 9,-11-4 2,5 9 0,6 1 0,-6-1 0,1 1 0,5 9 0,-11-5 0,5 0 0,6 5 0,-5 0 0,-1 1-64,1 4 0,-1 0-14,1-5 2,-1 0 12,1-5 16,-1 5-4,1 5-1,5-10-60,-6 1-12,-5 4-3,11-5 0,-5-9-51,5 4-10,-6 0-3,1-4 0</inkml:trace>
  <inkml:trace contextRef="#ctx0" brushRef="#br0" timeOffset="10880.8134">1316 4341 1958,'0'0'43,"0"0"9,0 0 1,0 0 3,16 10-45,-10 5-11,-6-1 0,0 6 0,5-6 91,1 1 16,-6 4 3,-6 1 1,1-1-76,5 1-15,0-5-4,0 4 0,-6 1-16,6-1-12,6 1 1,-6-1 1,-11 1-170,11-1-35,0-19-6,11 20-2</inkml:trace>
  <inkml:trace contextRef="#ctx0" brushRef="#br0" timeOffset="11559.1775">1414 3805 1728,'0'0'38,"0"0"8,17 0 2,-6 0 0,-11 0-39,0 0-9,22-5 0,0 0 0,-6 0 104,-5 0 20,6 5 3,5 0 1,-1 0-52,1 0-9,-11 5-3,6 0 0,5 0 0,-6 0 0,-16-5 0,0 0 0,17 5-51,-6 5-13,-11-10 0,5 9 0,-5 6 0,0-5 0,6-1 0,-6 6 0,-6 0 0,-5-1 0,11-4 0,-5 5 0,-1-1-51,1 1-13,-6 0-2,5-1-1,6 1 5,0-5 1,-16 4 0,16-14 0,5 10-3,-5-10-1,-11 10 0,11-10 0,0 0 1,0 0 1,6 9 0,-6-9 0,-11 10 51,11 0 12,0-10 0,5 15 0,-5-15 48,11 9 13,0 1 3,6-5 0,-1 0-52,1-5-12,-6 5 0,5 0 0,6-1 54,-6 1 8,-5 0 2,0 0 0,0 0-1,6-5 0,-6 0 0,-11 0 0,0 0-22,5 10-4,1-5-1,-6-5 0,0 14-5,-6-4-2,12 0 0,-6-1 0,-6 1-29,1 0 0,-1 0 0,-5 9 0,11 1 0,-16 4 0,-1 0 0,-5-4 0,11-1 0,-5-4 0,-6 5 0,0-6 0,0 1 0,6-1 0,-1 1 0,-5-5 0,-5-5-96,10 0-26,17-5-5,-5-5-922</inkml:trace>
  <inkml:trace contextRef="#ctx0" brushRef="#br0" timeOffset="11654.429">1886 3547 1958,'17'0'43,"-12"0"9,-5 0 1,5 0 3,1-5-45,5 5-11,0 0 0,0 5 0,-11-5 91,16 9 16,12 1 3,-12 0 1,-10 4-25,5 1-5,11 0-1,5-1 0,0 6-28,-10-1-7,-1 6-1,1-6 0,16 6-3,-11-6-1,-11 5 0,0 1 0,16-6-32,-11 6-8,1 4 0,-12-5 0,6 6 0,-5-1 0,-1-5 0,1 15 0,-12-5 0,1 0 10,5 10-2,0 0-8,-6 5 0,-5 5 0,6-1-10,-1-9 10,6-5-73,-5-5-7,-23 5-2,12 0-742,22-14-148</inkml:trace>
  <inkml:trace contextRef="#ctx0" brushRef="#br0" timeOffset="12225.7242">3860 3829 1900,'0'0'84,"0"0"18,0 0-82,0 0-20,0 0 0,-11 5 0,0 0 109,11-5 18,0 0 3,-11 10 1,6-5-58,-6 4-11,0 1-2,6 0-1,-6 5-31,0-1-7,5 6-1,1-1 0,5 1-20,0 4 0,0 5 0,0 5 0,0 5 0,5 0 0,1 0 0,5 0 0,-6-4 0,6 4 0,5 4-12,-5-4 4,0-4-32,-5-6-7,10 0-1,6-9 0,-11-1-124,6-4-24,-1-1-6</inkml:trace>
  <inkml:trace contextRef="#ctx0" brushRef="#br0" timeOffset="12485.0306">4085 3898 2188,'0'0'48,"0"0"11,0 0 1,0 0 1,0 0-49,0 0-12,0 0 0,17-5 0,-6 0 74,0 0 12,0 0 2,5 0 1,-5-5-18,5 6-4,1 4-1,-1-5 0,1 0-23,-6 0-5,5 0-1,6 0 0,-5 5-37,-1 0 0,0-5 0,1 5 0,-1 0-53,1-5-6,-6 5-1,5 0 0,1-4-124,-1-1-24,-5 5-6</inkml:trace>
  <inkml:trace contextRef="#ctx0" brushRef="#br0" timeOffset="12824.4049">4343 3893 1958,'0'0'43,"0"0"9,0 14 1,0-14 3,0 0-45,0 10-11,-6 5 0,1-6 0,5-9 104,0 15 20,0 5 3,0-6 1,0 1-52,0-1-9,0 6-3,-6-5 0,6 4-20,0-4-5,0 4-1,0-4 0,6-1-26,-6 6-12,0-10 10,5 4-10,1-4-28,-6 5-12,5-1-3,-5 1 0,0-15-101,0 0-20,11 10-4,-5-1-840</inkml:trace>
  <inkml:trace contextRef="#ctx0" brushRef="#br0" timeOffset="12949.4862">4710 4175 1036,'17'30'46,"-17"-30"10,0 0-45,0 0-11,0 0 0,0 0 0,11 9 252,0 1 49,-11-10 10,11 10 1,-6 5-141,1-6-29,-1 1-6,6 5 0,-11-1-109,0 6-27,0-6 0,0 6 0,-5-1 0,5 1 0,0-1 0,0 6 0,-6 4 0,6-5 0,-5 1 0,5 4 0,0-5-117,5 1-29,-5-11-6</inkml:trace>
  <inkml:trace contextRef="#ctx0" brushRef="#br0" timeOffset="14287.3556">5226 3703 979,'0'0'87,"0"0"-70,0 0-17,0 0 0,0 0 211,0 0 38,0 0 8,16 0 2,-5-5-103,0 0-21,0 0-4,0 0-1,6 0-44,-1 0-9,-5 0-1,0 5-1,5-4-9,1-1-2,-1 0 0,1 5 0,-1-5-51,-5 5-13,0-5 0,0 5 0,-11 0 0,11 0 0,-11 0 0,17 0 0,-1 5 0,-16-5 0,0 0 0,0 10 0,-5-1 0,-1 1-18,1 5 4,-6-5 1,0-1-31,0 6-7,5 0-1,-5-1 0,0-4-8,0 0-3,0-1 0,0 1 0,11-10 39,-5 10 7,5-10 1,0 0 1,-6 10 1,6-10 0,-5 9 0,5-9 0,-6 15 14,6-15 0,0 0 0,0 0-9,6 10 9,5 0 14,-11-10-3,11 14-1,0-4 10,0-5 1,5 0 1,-5 4 0,6-4 33,-6 0 6,5 0 2,-5 0 0,6 0-51,-17-5-12,0 0 0,0 0 0,0 0 0,0 0 0,0 14 0,5-4 0,-5-10 0,5 15 0,-5-1 0,0-4 0,0-10 0,6 15 0,-6-1 0,-6 1 0,1 0 0,0-6 0,-6 6 0,0 0 0,-6-6 0,1 6 0,-1 0 0,1-1 0,-1 1 0,-5 0 0,0-6 0,6 1 0,0-5-32,-1 0-8,1 0-3,-1-10 0,6 0-147,0 5-30,0-5-5</inkml:trace>
  <inkml:trace contextRef="#ctx0" brushRef="#br0" timeOffset="14293.3395">5791 3410 2059,'0'0'45,"0"0"10,0 0 1,11-5 2,5 5-46,-5 0-12,0 0 0,6 0 0,-1 5 92,-5 0 17,0 0 3,5 5 1,1-1-25,-1 1-4,-5 0-2,0 4 0,11-4-24,-11 0-5,0 9-1,6 1 0,-6-1-40,10 1-12,-4-1 0,-6 1 8,5 4-8,-5-4 12,0 4-4,6 1 0,-6-1-8,-6 0 8,6 1-8,-5-1 8,-1 0-8,1 1 0,-1-1 8,-5 5-8,0 1 0,-5-1 9,-1 5-9,1 0 0,-1-5 8,-5 6-8,6-6 0,-6 5 0,0 0 0,0-5 0,5 1 0,-5 4 0,0 0-35,6-20-4,-6 1-1,0-5 0,0 4-127,0 1-25,6 0-6,-6 4-878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7:29.193"/>
    </inkml:context>
    <inkml:brush xml:id="br0">
      <inkml:brushProperty name="width" value="0.07938" units="cm"/>
      <inkml:brushProperty name="height" value="0.1587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-2 5625 56,'-4'0'22,"8"-4"-18,-4 0 4,0 4 3,5 0-3,-1 0 1,1-4 1,-1 4 4,1 0 7,3 0 5,1 0-12,0 0-5,0 0-6,0-3-3,0-1 1,0 0 10,0 0 5,-1 0 0,1 0 3,5-4 1,-1 4 2,0 0-6,1 0 1,-1-4-6,5 0-1,-1 0-4,6-3 1,-1-5-4,0-4 0,-4-4 5,4 1 3,0-5-2,-4 0 0,4 1-1,0-5 0,5 5 0,4-5 2,0 4-1,5-3 2,-5-5-4,4 5 1,1-5-5,-1 1-2,1 3 2,0 0 2,4 5 0,-5-1 2,1 0 0,4 1 1,-5-1 0,1 1 2,4-1-3,4 0-2,0 1-2,1-5 0,-1 4 0,1-3 1,-1-5-2,0 1-2,5-5 5,5 1 4,-6-5-5,1 9-2,0-1 1,0 1 2,0-1-4,4 5-1,0-5 0,1-3 0,-1-1 0,0 5 0,1-1 0,-1 1 0,0-5 2,0 1 3,-4-1 0,0-3 0,-4 3-3,-1 1 1,5-5-4,0 5 0,0 3 1,-5-7 2,5 8-1,-5-5 2,1 4-2,-1-3-1,0 3 1,1 1-1,-1 3 0,1 1 2,-1-5-1,1 1 2,-1-1-4,-4 1 0,-9 7 3,13-7 1,-4-1-4,0-3 1,-4 7 2,-1 4 1,10-7 1,-5 3 0,-5 5-2,1 3-2,-5 0-2,0 4 1,-4 1 1,-1 3 2,1-8-3,-5 4 0,0 1 3,1-1 1,-1 4-1,0-4 1,9 5-4,-9-5 0,5 4-1,-5-4 0,-4 1 0,0 3 0,-1 0 2,6 0 2,-6 4-1,6 1-1,-6-1 1,1 0-1,0 4-3,0 0 2,-1 0-1,1 0-2,0 0 3,-5 1 2,1-5 0,-6 4-1,1 0 3,0 0 0,0 0 1,0 0 0,0-4-2,0 8-2,-5 1-2,1-1-1,-1 0 2,1 0 0,-5 4-2,4-4 2,0 0 1,5 0 2,0 0-3,0 0-2,-4 0 2,-1 0 2,0 0 0,5 0 2,0 0-2,-4 0 2,3 0-4,1 0-2,5 0 2,-1 0 2,0 1-7,1-1-1,3 0 4,1 0 3,0 0 1,0 0-1,-1 0 1,6 4-1,-1-4 0,5 4 2,-1-4-3,5 0-2,5 0 2,4-4 0,0 0 1,0-4 2,0 5-1,4-5-1,5 4 3,0-4 0,0 0-4,8 0 1,-8-4 0,0 9 0,4-9-3,1 4 0,3-4 6,-3 0 5,-1 1-6,5-1-1,-1 4-1,1-4 0,0 0-3,0-3 2,-1-1 1,-3-4 0,3-3 2,1 3 1,0-4-4,0 1 1,4-1 0,4 0 2,-3 1-1,-1-1 2,0-4-4,-4 9 0,-5-1 1,0 0 2,5 1-3,4-1-2,0 4 2,1 1 2,-1-5 0,4 8 2,-4-4-2,1 5 2,-1-1-4,-4 4 0,-1 4 1,1-4 0,0-4 0,0 1 0,-5-1 0,0 0 2,-4 0-3,0 4 0,0-3 1,0-1 2,-5 0-1,0 0 2,-4 0-4,-4-3 0,-1-1 1,-4 0 2,1 0-6,-6 1 1,-4-1 3,5 0 4,-5 4-3,5 1-3,0-1-2,-5 0 0,0 0 3,5-3 0,-1 7 1,1 0 2,0 0-3,-1 0 0,1 4 1,-1-4 0,1 5 0,0-1 2,-5 0-3,0 0 0,0 4 1,1-4 2,-6 4-1,1 0-1,-5 0 1,5-4-1,-4 0-3,-6 4 2,1 1 1,0-1 0,-4 4 0,-1-4 2,0 0-1,1 0-1,-1 0 1,-4 4 1,0 0-1,0 0-1,5-4 1,-5 4 1,0 0-3,9 0 0,-9 0-1,0 0-2,4-4 3,-4 4 0,0 0 1,9 4 2,0-4-1,-9 0-1,0 0-2,9-4 1,0 8 1,-5-8 2,-4 4-1,9-4 2,-5 0-2,5 4 2,0-4-2,5 0-1,-1 0-2,0 0 1,5 0 1,0 0 2,4-4 1,0 4 1,5 1-5,-1-9 1,5 4 0,1-4 0,3 4 0,5-4 0,0 0 0,0 1 0,4-5 0,1 4 0,-1 0-3,-4 0 2,9-4 1,0 5 0,0-5 0,4 4 2,0-4-1,5 4-1,0-4 1,4 1 1,5-5-3,-5 0 0,-4 0 1,-1 1 0,10-1 0,-5-4 2,5 1-1,-1-1-1,5-4 1,0 1-1,0 7-3,1 0 2,-6 8-1,5-3 0,5-1 4,-5 0 1,4 0-4,5 0 1,-9 1 0,0-1 2,0 0-1,-4 0-1,0 8 1,4-7-1,4 3 0,1 0 0,4 0 0,0 0 2,-5 4-1,-4-4 2,-4 5-4,-1-5-2,-3 0 2,8 4 0,-9 0 3,0 0 1,0 0-1,0 0 1,0 1-2,-4-1-1,0 4 3,-5 0 0,-4 0-1,0 0 1,-5 4-2,-4-4-1,5 0 1,-5 4-1,0 0 2,-5 0 1,1 0 1,-5 0 2,-5 0-1,-3 0 2,-1-4-4,-4 0-2,-5 0-3,-4 4-1,0 0-9,-9 0-3,0 0-30,0 0-12,-9 12-123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8:05.373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21-5 132,'-5'0'49,"5"4"-38,0-8-3,0 4-4,0 0-2,0 0 3,-4 0 7,-1 0 4,1 0-8,-1 0 9,5 0 3,0 0 5,0 0 4,0 0 0,0 0 0,0 0-16,0 0-8,5 8-3,-1 0 0,1 8-1,4 0 2,-1 4 0,10 7 1,-5 5 2,5 3 3,4 1 0,5-1 2,4 1-6,5-1-1,8 5 2,1-5 3,-1 1 0,5 0 2,0-5 0,0 1 1,-1-1-6,6 1-4,-1 3-1,0 1 1,1-1-1,-6 1-1,6-1 3,-5 1 0,-1-4-1,1 3-2,0-3 1,-5-1 1,5 1 3,0-1 2,4-3-3,-4 4-1,0-5-3,0 1-1,0 4 1,0-1 2,0 1 1,-1-1 3,1-3-3,0 0-2,0-1 2,0 1 0,0 3-1,0 1 1,-1 3-2,1 1-1,0 3 3,0 1 0,0-1-1,4-3-2,-4 3-2,0 1 1,0 7 1,0-7 2,-1-5-1,-3-3-1,-1-1 1,1-3 1,-1 0-1,0-1-1,1 1 1,-1 4-1,5-1 0,-4 5 2,-1-1-3,0 1 0,-4 3 1,0-3 2,0-1-3,-4-3 0,-1-1 3,1-3 1,-1 4-4,1-5-1,-1 1 1,1-4 2,-1 3 0,1-3 2,0 0-2,-1-1-1,1 1-2,-1 0-1,-4-1 2,0-3 0,0 0 1,-4 0 0,-5-1 2,5 1 1,0 0-4,-1 3 1,1 1-2,4 8 0,0-5-3,-4 1 1,-1-8 0,-3-1-1,-1 1 4,-5-4 0,1-4 1,0 0 2,0 0 1,-5-5 3,0 5-3,1-4-2,-1 0-3,-4 0 1,0 0-1,0 0 0,0 4 0,-1-8-2,1-1 3,-4 1 2,4 0 0,0 0 2,-1 0-2,1 0 2,0 0 0,0 4 1,0-4-2,0 4-2,0 0-2,0 0-1,0-4-1,4 0 0,0 0 5,0 3 3,5-3 1,0 0 2,4 0-6,0 4-1,5 0 2,4 4 1,5-4-6,-1 4 0,5-4 1,5 3 1,3 1 1,1 0 0,5 0 0,-1 0 0,5 0 0,-5 3 2,0 1-1,0 0 2,5 0-2,4-4-1,1 3 1,3 1-1,1 0 2,4 4 1,-5-1-1,1 5-2,-9 0 3,4 0 0,-4-5-1,4 5-2,-4-4-2,4-1 1,4 1 3,6 0 3,-10-4-4,4-1-1,-17-3 2,13 4 3,-13-4-2,22 4-2,-17 0 0,21 7-1,1 1 0,-5 0 2,0-5-3,-5 1 0,-4 0 1,1 0 0,-1-5 0,-4 5 2,-1 0-1,10 0 2,-5-1-4,-4 1 0,4-4 1,-4 4 2,-5-1-1,0 1-1,1 0-2,-6 0 1,1-1 1,-4 1 2,-5 4-1,9-5 2,-5 5-2,0-4-1,-4 0 1,0-1 1,0 1-3,0-4 0,-4 0 1,-1-1 2,1 1-3,-1-4-2,1-4 2,-5 0 2,0 4 0,0-4 2,0-1-2,-9 1-1,1 0-2,-6-4 1,1 0-1,0 4 0,0-4 0,-5 4 0,5 4-3,-5-4 1,0 0 2,1-1 1,-5 1 1,4 0 0,0 4 0,-4-4 2,0 0-3,0-4-2,0 4 2,0-4 2,0 4 0,-1-5 2,1 1-4,0-4-2,5 4 4,-14-4 1,0 0 0,8 0 1,1 4-4,0 0 0,0 4 1,0-8 0,0 4 0,0 0 0,4 0 0,0 0 2,-4 0-1,5 0-1,-1 0 1,5 0-1,4 0-3,0-4 0,0 0 6,5 4 3,0 0-3,4 3-2,4 1 2,1 4 0,-1-4-1,5 4-2,5 4 1,-1-4-1,5-1 0,0 1 0,0 0 0,4 0 0,5 0-3,8 0 2,1 0 1,-5 3 2,0 1-3,0 0 0,5 0 1,0-1 0,4 1 0,-5 0 2,1 0-1,-1 0 2,1-5-7,-5 1 1,-4 0 1,0 0 1,8 0 1,1 0 0,0 0 0,4 3 2,-5 1-1,1-4-1,0-4 1,-5 0 1,-5-4-1,1 0-1,4 4 1,1 3-1,3 1-3,1-4 2,-1 4 1,1 0 0,0 0-3,-1-1 2,-4 1 3,-4 0 1,0 4-4,4-4 1,0-4 0,-4 4 2,0-1-1,-1-3-1,1 0 1,-5 0 1,-4 0-1,0 0-1,-4 0-2,-1 4 1,-4-1 1,0 1 2,-5 0-3,-3-4 0,-1 0 1,0 0 0,-5 0 0,5-4 0,-4 0 0,0 0 0,-1-1-3,-3 1 2,-6 0-1,1 0-2,-5-4-13,-4 0-4,-13-4-51,-27-7-22,-31-21-56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8:57.955"/>
    </inkml:context>
    <inkml:brush xml:id="br0">
      <inkml:brushProperty name="width" value="0.07938" units="cm"/>
      <inkml:brushProperty name="height" value="0.1587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-7 5458 136,'0'0'52,"0"0"-41,0 0 0,0 0-2,0 0-13,0-4-2,0 0 3,0 0 3,0 0 1,0 0 13,0 0 7,0 0 3,0 1 1,0 3-10,0-4-2,0 4-3,0-4-1,0 4-3,5-4 1,-5 0 0,4 0 1,0 0 0,1 0 2,-1 0 4,1-4 1,-1 0-4,1 0 1,-1 0-5,1 4 1,-1-3-5,0 3-2,10-4 2,-5 0 0,4 0 1,0 0 2,5 0 1,0 0 1,4 0-4,-4-4-1,4 1 3,0-1 1,0 0 1,5-4 0,4 0-4,0-3-1,5 3-1,-1-4 1,1 0-2,-1-3-1,1-1 1,4-4-1,-5 1 2,5-1 1,-4 0 3,-1-3 1,1-1 3,-1 5 4,1-1-8,-1 0-3,1 1-5,4-1 1,0 0-1,0 1 0,4-1 2,1 1 2,-1 3-1,1-4-1,-1 1 1,5-1-1,-5 0 2,1 1 1,-1-5-4,0 1 1,-4-5 0,0 1 0,5-1 0,-1 0 0,5 1 0,-5-5 0,1 1-3,4 3 2,0-3 1,-1 3 2,1 1 1,0-1 1,-4 1-5,-1-5 1,0 1 2,1-1 1,4 1-1,0-1 1,-1 1-2,6 0-1,-1-5 1,-4 1-1,0-9-5,0 5 1,-5 0 2,0 3 3,1 5 0,-1-1 2,-4-3-2,0 7-1,0-3 1,0 3 1,0 1-1,0-1 2,0 1-2,9-13-1,0 5 1,-1-4-1,1-1-3,0 1 2,-4 3 1,-5 9 0,0-1 0,-5 5 2,1 3-3,-1 0 0,-4 5-1,0-5 0,0 0 2,-4-3 2,0 7-3,-1-3 0,-3-1 1,3 4 0,-4 1 0,1 3 0,-1 0 0,0 4 0,0 1-3,-4 3 2,4-4-1,-4 4 0,4 0 0,-4 0-2,0 4 3,-5-3 2,0 3 2,1 0 3,-1 0-5,-4 0-1,0 0 0,0 4 0,0 0-3,-1 0 0,1-4 2,-9 8 2,9 0 0,-9 0-1,0 0 1,9 0-1,-9 0 0,4-4 2,-4 4-1,0 0-1,5 0-2,-5 0 1,0 0 1,9 0 0,-9 0 0,0 0 0,9 0 0,-9 0 0,9 0 2,-1 0 1,1 0-1,0 0 1,0 0-2,4 0-1,1 0 1,4-3 1,-1-1-6,5 0 1,1-4 1,-1 4 1,5-4 1,4 4 2,4-4-3,5 0 0,0 0 1,9 0 2,0-3-1,4-1-1,5 0 1,0 0-1,4 0 0,0 0 0,-4 0-3,-1 1 0,6-1 4,-1 0 3,0-4 1,0 4 0,0-3-3,0-1-2,1 0 1,-6 0 1,1 4-3,0-3 0,-5-1 1,5-4 0,-5 0 2,5 0 1,0 1 1,-1 3 0,10 0-5,-9 0 1,-1 1-2,1-1 0,0-4 0,-5 0-2,-4 1 3,4-5 0,-4 4 1,0-4 0,0 1 0,0-5 0,0 1 2,-1-1 1,1 4-1,-4 1-2,-1 3-2,5 0 1,-5 0-1,-4 5 0,0-1 2,0 0 0,0 4 0,0-4 0,5 4 0,-5-3 2,0 3-1,0-4-1,0 0 1,-1 0-1,1 1 0,0-1 0,0 4-3,0 4 2,0-4-1,-4 4 0,-1 1 4,1-5 3,-5 4-2,-4-4-2,-1 4-3,1-4-1,0 4-1,-1-4 3,1 5 0,-5-5 1,0 0-3,1 0 2,-6-4 1,5 4 2,-4 1-1,0-1 2,4 0-4,-4 0 0,4 0-1,0 0 0,1 0 0,-1 1 0,0-1 2,-4 0 0,0 0 0,-1 0 0,1 0 0,0-3 2,0 3-3,-1 0 0,1 0 1,4 4 2,-8 0-1,-1 0-1,0 1-2,-4-1-1,4 0-1,-4 0 3,0 4 0,0 0 1,0-4 0,-5 4 0,5-4 0,-4 4 2,4 0-3,-5 0-2,1 0-1,-1 0 3,0 1 2,1-1 2,-1 0-4,1 0 1,-5 4-2,9-4 0,-5 0 2,1 4 2,3-4-1,1 4-1,-4-4 1,-1 0-1,5 0 0,0 0 0,0 0-3,0 0 2,0 4-1,4 0 0,0 0 0,1-4 0,-1 4 2,5-4 0,-1 0-3,1 0 2,0-4-1,4 5-2,5-5 3,-1 4 0,1 0 1,4 0 2,0 4-3,5-4-2,-1 0 4,5 0 1,0 0-3,0-4 1,5 0 0,3-4 0,1-3 2,5-1 1,-1 0-1,5 4 1,-1 0-2,6 0 2,3 1-2,-4-5 2,1 0-4,-6-4-2,10 4 4,0 1 1,-1-1-3,5 0 1,0 0 0,5 1 2,-1-1-1,-4 0-1,-4 0 1,4 4 1,0 0-1,5 1 2,-1-1-4,5 0 0,-5 4 1,1 0 2,-5 0-1,-4 0-1,-1 4 1,1-3 1,-1-5 3,1 4 2,0 0-3,4 0-1,0 0-1,0 4-2,0 0 1,-9 4-1,-4-4-3,-5 0 0,9 0 4,-8 0 1,-1-3 2,-4-1 2,4 0-5,0 0-1,-4 0 0,0 0 2,0 4-1,-9 0-1,4-4 1,-4 4 1,-4 0-1,-5 0 2,0 0-4,-4 1 0,-1-1-1,-4 4-2,-4 0-6,0 0-4,-5 0-14,-4 0-8,0 0-42,4 0-20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9:40.307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12-1 96,'0'0'38,"0"4"-29,0-4 19,0 0 7,0 0-11,-4 3-1,0-3-13,4 0-4,0 4-4,-5-4-2,5 0 1,0 0 7,0 0 7,0 0-1,0 0 2,0 0 0,0 0-1,0 0-3,0 0-2,0 0-4,5 4-1,-5-4-3,4 4-2,-4-4 5,0 0 4,0 0-3,0 0 2,0 0-1,0 0 3,0 0 1,0 0 1,0 0-4,0 0-3,0 0-2,4 4-3,1 0-2,4 0 1,0 0 1,0 0 2,-1 0 1,1 0 3,0 0-1,0 0 2,0 4-2,9 0 0,-5 0-1,0-1 0,5 5-2,0 0 1,0 0-4,4 4 0,0 3 1,0 1 0,0 4 2,1 0 1,3-1-1,1-3-2,0 4 1,4-1-1,0 1 0,0 4 0,4-5 0,1 1 2,-1 0-1,1-1 2,0 1-2,-1 0 2,1 3-4,-5 1 0,0-4 1,4 3 2,-4-3-3,0 4 0,5-1 1,0 1 0,-1 4 0,5-1 0,0 1 0,-4-5 2,-1 1-1,1 0 2,-1-1-4,1-3 0,4 4 1,-5-5 2,1 1-1,4 4-1,0-5 1,0 5-1,0 0 0,0 3 0,-5 1-3,5-1 2,-4 1 1,4-4 2,-5-1 1,1-3 1,-1 0-5,1-1 1,4 1-2,0 0-2,0 3 5,4 1 1,0-1-3,1 1 1,-1 0 0,-4-1 0,0 1 2,0 0 1,0-1 1,0 1 0,0 3-5,0-3-1,4 0 1,1-1 0,-1 1 1,-4 0 0,0-1 2,0 1 1,5 0-1,-1-1-2,-4 1 1,4-1-1,1 1-3,-5 0 2,4-1 3,-4 1 1,9 8-1,-5-1 1,-4-3-2,0-1-1,0-3 1,0-1 1,-4-3-3,4 0 0,-5 3 1,1-3 0,4-4 0,-5 0 0,1-1 0,-1 5 2,-4 0-1,5-4-1,-5-1 1,-4 1-1,-1 0-5,-3-1 1,3-3 4,1 0 4,-1 0-3,-3 0-3,-1-1 1,0 5 2,0-4-2,1 4 0,-6-1 1,1-3 2,0 0 1,0 0 1,-5-4-5,0-4 1,1-1 0,-1 1 0,0 0-3,1 0 2,-1 0 1,0 0 0,0 4 2,1 0 1,-1-1-6,0 1 0,1-4-1,-5 0 2,0 0 3,-1 0 4,1 0-2,0-4-2,0 0 0,0 0 1,0 0-3,0-1-2,0 1 2,-5 0 0,-4-4-2,0 0 2,4 8 1,-4-8 0,0 0 0,0 0 2,0 0-1,0 0 2,5 8-4,-5-8 0,0 0-1,0 0-2,0 0 5,0 0 1,0 0 0,4 8-2,-4-8 1,0 0-1,0 0 2,0 0 1,0 0-1,0 0 1,9 4 0,-9-4 1,9 0-2,-9 0 1,0 0-4,0 0-2,9 0 2,0 0 0,0 0 3,0 0 3,0 0-2,4 0 0,0-4-1,1 4-2,-1 0 5,0 0 1,0-4-2,1 0-3,4 0 2,-1 0 0,1 0-1,4 0-2,1 0 1,-1 0 1,0 1-1,0-5 2,5 0-2,-1 4 2,1-4-2,0 0-1,4 0 1,0 0-1,4 0 0,1 0 0,-5-3 0,5-1 2,-5 0-1,0 0-1,0 0 1,0 0-1,4 1 0,1-1 0,4 0-3,0 0 0,0 0 4,4 4 1,5-4 2,0 1 0,-13 3 0,12-4 0,1 0 0,0 0 0,0 0-2,-5 0 1,5-3-4,0 3 0,4 0 1,-4-4 2,0 4-1,0-3-1,4-1 1,-4 0 1,0 0-3,-5 0 0,5-3 1,-4-1 0,3-4 0,-3 4 2,4 1-1,-5-1 2,9 4-2,-4 0-1,0 5 1,0-9 1,0 4-3,0 0 0,-1 0-1,1-3 0,0-1 2,0 0 2,0 1-1,-5-1-1,5 0 1,-4 0 1,8-3-1,-9-1-1,1 0-2,-1 1 1,1-1-1,-1 0 0,0 1 2,5 3 0,-4 4-3,-1 0 2,0 0 1,1 5 2,-5 3-1,0-4-1,-5 0 3,10 0 0,-5-4-6,0 5 0,-5-1-1,1 0 2,-5 0 1,4 4 3,1 0-3,-5 4 0,0 0 1,-4 0 2,-1 0-1,-3 0-1,-1 1 1,-4-1-1,-1-4-3,1 4 2,-5 4-1,1-4-2,-1 0 3,5 0 2,-9 0-2,0 0 0,-1 0 1,1 0 0,-4 0 0,-1 0 0,-4 4-5,0 0-1,0 0 3,0 0 3,5-4 3,-1 0 1,-4 4-2,0-4-2,0 4-2,0-4 1,0 0 1,0 0 0,0 1-3,0-1 0,0 0 2,0 0 2,0 0 0,0-4 2,0 4-2,0 0-1,4 0 1,-4 0-1,5 0 0,-1-4 2,1 4-3,-1 0 0,1 0 1,-1-4 0,1 5 0,-1-1 2,5 0-1,0 0-1,0-4-2,0 0 1,4 4 1,0 0 2,1 0-1,-1 0-1,9-4 1,0 4-1,5 0 0,-5-4 2,5 4-3,-1-3 0,5-1 1,1 0 0,-1-4 0,0 0 0,4 4 0,1-4 0,-1 1 2,1-1 3,4 0-4,-5 0-1,1 4 0,-1 0 0,5 0-3,-4 0 2,-1 1 1,1-5 2,0 4-1,-1-4 2,5 4-4,0 0 0,4 0 1,1 0 0,8 0 0,-4 1 0,0 3 0,0 0 0,-5 0 0,0 0 0,1 4 0,4-4 0,0 0 0,-1 0 0,1 0-3,0-4 0,0 0 4,4 4 1,-4 4 0,4-4-2,-17 0 1,13 0-1,0 0 0,-5 1 2,0-5-1,1 0-1,-1 4-2,1 0-1,4 0 2,-1 0 2,1 0 0,0 4-1,0-4-2,-5 4-1,1 0 2,-1-4 2,1 0 0,-5 4 2,0-4-2,4 0 2,0-4-4,1 4 0,-1 0 3,1 1 1,-1-5-4,0 0 1,1 4 0,-1 0 0,1-4 0,-1 4 0,-13 0-3,14-4 0,-5-4 2,0 4 0,-9 1 3,4-5 1,1 4-4,-5 0 1,4 0-2,1 0-2,-5 0 5,0 0 1,0 0-3,0 4 1,0-3-2,0-1 0,0 4 2,-4-4 0,4-4-3,-4 4 2,-1 0 3,1 0 1,4 0-1,-4 0-2,-1 1-2,1-1-1,-5 0-1,1 0 3,-1-4 0,0 4 3,5 0-1,-5 0-1,-4 4 3,4 0 0,-4 1-1,4-5-2,-4 4 1,4-4 1,-5 4-1,1-4-1,0 0-2,0 4 1,0-4-1,-1 4 0,-3 0 2,3 0 2,-3-4-1,-1 5-1,5-1 1,-5 0-1,0 0-3,-4 0 2,0 0 1,0 0 2,0 4-3,-9 0-2,0 0 4,9 0 1,-9 0-3,0 0-1,0 0 3,0 0 1,0 0-3,0 0-1,0 0-2,0 0 0,0 0-2,0 0 1,-5 0-6,1 0-1,-5 0 0,0 0 2,0 4-5,-4 0-1,0 0 4,-1 0 5,1-4-1,0 4 3,-1-4-10,1 0-3,0-4-44,-1-8-19,14-8-35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0:06.416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3217 80,'0'-4'30,"5"0"-24,-5 4 8,0 0 1,0 0 0,0 0 4,4 0 0,1 0 1,-1 0-7,1 0-3,-1 0 3,5 0 4,-5 0-9,10-4 0,-10 4 2,5-4 0,0 0 4,0 0-3,0 0-1,0 0-2,4 0 0,0-3-2,1-1 1,-1-4-4,5 0 0,-1 0-1,6 0-2,-1-3 1,4-1 1,-3 0-3,3 0 0,1 0 3,0 1 3,-1-1 0,1 0 2,0 0 0,-5 0 1,4 1-2,-3-1 1,3 0-2,-4-4 0,5 1-1,-5-1 0,1-4-2,-1 4-2,0-3 1,0 3-1,0 0 2,1 0 1,-1 1 1,0-1 0,0 4 0,0-4 0,-4 1-2,0 3 1,0 0 0,-1-4 1,1 1-2,0 3-2,4-4 1,-4 0 1,4 1-1,0 3 2,1 0 0,-1 0 1,-5 1-2,1 3 1,4-4 0,-4 0 1,4 4-2,-4-4-2,4 1 1,5-1-1,-5 0 2,0 0 1,5 4 1,0-3 0,-1-1 0,1 0 0,0 0-2,-1 1-2,1-1-2,0 0 1,-1-4 1,1 4 2,0 1-1,-1-5-1,1 4 1,0-4 1,-1 1 1,1-1 3,-1 0-5,1 0-3,0 1 1,-1-1 0,5-4-2,-4 4 2,4-3 1,0 3 0,0-4-3,0 1 2,1 3 1,3 0 0,1 0-3,4-3 2,0-1 1,-5 0 2,-4 1-1,5-1 2,-5 0-4,0 1 0,0-1 1,0 0 0,-4 1 0,-1-1 0,1 0-3,0 5 2,-1-5 1,1 4 0,0 0 0,-5 1 2,0-5-1,0 4 2,0 0-4,1 1 0,-1-5-1,0 4 0,0 1 0,0-1 0,1-4 2,3 4 2,-4-3-3,5-1 0,-5 4 1,1 1 2,-6-1-1,1-4-1,0 0-2,0 5-1,-1-5 4,6 0 3,-1 1-3,0-1-3,0 0 1,0 1 0,-4-1 1,0 0 2,0-3-1,-1 3-1,1-4-2,0 1 1,4 3-1,0 0-2,1 1 0,3-1 3,1 4 0,0 0 3,-1 5-6,1-1 1,-5 0-4,0 4 2,0 0 1,-4-3-1,0 3 1,0 0 3,0 0 0,-1 0 3,1 4-1,0-4-1,4 1 1,0 3-1,5 0-3,0 0 0,-5 0-1,0 0 3,0 0-2,-4 0 1,0 0 0,-5 1 0,0-1 2,1 0 2,3 4-1,-3-4 2,3 0-4,-3 0 0,4 0-1,-5 0 0,0 0 0,1 1-2,-1-5 0,0 0 3,-4 0 0,4-4 3,1 0-1,-5 5-1,4-1 1,0 0-1,1 0-3,-1 0 2,0-4 1,-4 5 0,0 3 0,0 0 0,0-4 2,0 4 1,-5 0-1,1 0 1,-1 0-2,0 0 2,1 5-2,-1-1 2,-4 0-4,5 0 0,-5 4 1,0 0 2,0 0-1,0 0-1,0 0-2,0 0 1,0 0 1,0 0 2,0 0-3,0 0 0,0 0 1,0 0 2,0 0 1,4 8 3,-4-8-1,5 7 0,3-3-3,-3 4 1,-1 0-2,-4-8-1,9 8 1,0-4-1,-4 0 0,3 0 2,1 4-1,0 0-1,0 0 5,0 0 1,4-1 0,1 5-1,-1-4-3,0 0 1,9 0 0,1 4 3,-1-4-3,0 0 0,0-1-1,1 5 1,-1-4-2,0 4 2,0 0-2,0 0 2,5 0-2,0-5 2,-1 1-2,5 0-1,0 4-2,5-4 1,-5 0 3,0 0 1,0 4-1,0-4 1,-4-1-2,0 1 2,-1 0 0,1-4 1,0 0-2,-1 4-2,1 0-2,4 0-1,4 0 2,-3 4 0,-1-1 1,-5-3 2,1 4 1,4-4 1,0 4-5,0-4 1,0 4 0,0-5 0,0 5-3,1-4 2,3 4 1,1 0 0,-5 0-3,4 0 2,1-1 1,-1 5 2,1 0-1,-1 0 2,1 0-4,-1-1 0,1 1-1,-1 0 0,10 0 2,-5 4 0,0-1 2,0 1 1,0 0-4,0-1 1,0 5 0,0-4 0,-5 0-3,1-5 2,-1 1 1,5 0 0,0 0 0,0 4 2,0-5-3,5 5 0,-1-4 1,0 4 0,1-1 0,-5 1 0,0 0-5,0 0-1,0-1 5,0-3 5,0 0-4,0 4-2,0-5 1,-1 5 2,1-4 0,5 0-1,-5-1 1,-5 1-1,1 0-3,-5 0 2,5-4 1,-5 0 2,4-1-3,-4 1 0,0 0 3,0 4 1,0-4-4,1 4 1,-1-1 0,0 1 0,0-4-3,0 4 2,0-4 1,0-1 2,-4 1-3,4 4-2,0-4 2,4 0 2,-3 4 0,-1-5-1,0 1 1,0 4-1,0-4-3,-4 0 0,-1 0 2,1-1 2,-1 1-2,1-4-2,0 4 2,-5-4 2,0-4-2,0 0-2,-4 0 4,0 0 1,0 0-3,-1 3 1,1-7 0,-4 4 0,-6-4 0,1 0 2,0 0-3,0 0 0,0 0 1,-9 0 0,0 0 0,0 0 2,9 0 1,-5 0 1,-4 0-5,5-4 1,-1 1 0,-4 3 0,0 0-3,5-4 2,-1 0 1,-4 4 2,4-4-1,1 0-1,-1 0-2,1 0 1,-1 0 1,-4 4 2,5-4-1,-5 4-1,0-4 1,4 0 1,-4 4-3,9-4-2,-5 4 2,5 0 0,0-4 1,0 4 2,0-4-1,4 4 2,1 0-4,-1 0 0,0-4 1,5 4 0,0 0 0,0 0 2,-1 0-1,1-4-1,4 4-2,0 0-1,5 0 4,0 0 1,-1 0 0,1 0-2,0 0-2,-1 0 1,1 0 1,0 0 2,-1 0-3,1-4 0,4 4 1,-4 0 0,-1-4 0,1 4 0,0-4 0,-1 4 0,5-3 2,0 3 1,1 0-4,-1 0 1,0 0 0,0 0 2,0 0-3,-4-4-2,4 4 2,0-4 2,0 0-2,0 0 0,4 0 3,-3 0 3,-6 0-2,1 0-2,-1-4 0,6 4 1,-6-4-3,1 0 0,-1 0-1,1 1-2,-5-1 5,5 0 1,0 0 0,-1 4-2,1-4 1,0 0 1,-1-4-1,1 8-1,0 0 1,4 0-1,0-3-3,0-1 0,0 0 2,0 0 2,0 0 2,-4-4 1,4 0-2,0 0 1,0 1-4,0-1-2,0 4 4,0-4 1,0 4 0,0 0-2,-4 0-2,4 0 1,0 1 1,5-1 2,-5-4-3,0 0 0,4 4 1,-3-4 2,-1 4-1,4-4-1,1 5 1,-1-1 1,1 0-3,-1 0-2,1 4 4,-1-4 1,1 4-3,-1 0 1,-4 0-2,1 0 0,-1-4 2,4 0 0,1 4 0,4-3 2,-5-1-3,1 0-2,-5 0 4,4 0 1,-4 0 0,1 0-2,-1 4 1,0-4 1,0 0-10,0 1-2,-4 3 9,4-4 7,0 4-2,0 0 0,0 0-2,-4-4-2,-1 4 1,1 0-1,8 0 0,-8-4 0,4 0-3,0 0 0,-4 1 4,-1-1 1,1 0-3,0 4-1,-1 0 3,1-4 1,0 0-3,-1 0 1,1 0 0,0 0 0,-1 4 0,1-3 2,4-1-1,-4 0-1,4 4-2,-5-4 1,1 0 3,0-4 3,-1 4-7,-3 0 0,-1 1 2,0-1 2,5 0-3,-1 4 1,5 0-2,-4 0 0,0-4 2,-5 4 2,0 0-1,0-4 2,0 4-2,-4-4-1,4 4 1,-4 0-1,-5 1-7,1-1-3,-5 4-32,-9 0-15,-9-4-87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0:23.486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-8 4871 64,'0'0'24,"0"0"-18,0-4 0,0 4-1,0-4-10,0-4-2,0 0 2,0 0 2,-5 0 13,5 1 8,0 3 11,0 0 4,0 0-4,0 0-1,5 4-11,-5 0-5,4-4 1,1 4 2,-5 0-8,4 0 0,0-4 3,1 0-2,-1 4 3,1-4-2,4 4 2,0-4-4,-1 0 1,6 0-3,-5 0 2,-1-4 2,1 0 5,0 1-4,5-1 0,-1-4 0,0 4 4,5-4-8,0 0-1,4 0-3,0 1 1,0-1-4,5 0-2,0-4 2,-1 4 0,1 0 3,0-3 3,-1-1 2,1 4 3,0 0-3,4 0-2,0 0 0,0 1 1,0-1-3,0 0 0,0 0-3,0 0-1,-4-4 1,-1 1 0,-3-1 4,-1-4 2,0 0 0,-4 1 1,4 3 0,0 0 1,0 0-4,1 0-1,-1 1-3,0-1-1,0 0-1,5 0-2,-5 0 3,5 1 0,-5-5 3,0 0 1,5 0 1,-5 5 2,5-5-3,-1 0 0,1 4-3,4-3-3,-4 3 4,-1-4 3,5 0-6,1 1 0,3-1 0,1 0 3,-1 0-2,-4 1 0,0-1 5,0 0 2,-4 1 0,4-1-1,-4 0-3,4 0 1,-5 1-2,6-1 2,-6 0-4,1-8 0,0 5-1,-1-1-2,1 0 5,-1 5 1,1-1-3,0 0 1,-1 0 2,-3 5 3,8-5-4,0 0-1,0 4-2,-4-3-2,-1 3 3,5 0 0,-4 0 1,0 4 0,-5-3 0,0 3 2,0-4-1,-4-4-1,4 1-4,-4-1 0,4 0 2,0 0 1,5 1-2,-5-5 2,0 4 1,1 0 0,-1 5 0,0-1 2,0 0-6,0 0 1,1-3-1,-1-1 2,0 0 1,0-8 3,0 5 1,1-1 1,-1 0-2,-4-3 1,4 3-7,0 0-1,0 5 6,0-1 4,5 0-2,0 4-2,-1 1 0,-3 3-1,3-8 0,-4 4 2,5-4-1,-5 1-1,0-1 3,1 0 0,-6 0 3,1 1 1,0 3-1,0-4-1,-1 4-3,1 1 1,-4 3-4,-1-4-2,9-4-1,0-7 3,1-1-2,-1 0 1,0-3 4,-4-1 3,-1-3 0,6 7 0,-1 0-6,0 5 1,0-1 0,5 4 2,-5 1-3,0 3-2,5-4 2,-5 4 0,0 0 1,-4 1 0,0-1 0,0-4 2,-5 0 1,0 1 3,1 7-3,-1-8-2,0 4-3,5-7-5,9-1-1,-5 8 2,0-4 5,-4 9 3,0-1 0,-1 4 1,-3 0-4,-1-4 0,0 4 1,1 0 0,-1 0-3,0 0 0,1 5 2,-5-5 2,-1 4-2,6-4 0,-5 0 3,0 0 1,-1 0-1,1 0-2,0-4 1,0 4 1,0 1-3,0-1 0,0 0-1,0 0 0,-1 0 2,-3 0 0,-1 0 0,5 0 0,-4-4-3,-1 9 2,1-5 3,-1 4 1,0 0-1,1 0 1,-1-4-4,1 0 0,-1 4-4,-4 0 1,0 0 2,5-4 1,-1 4-2,-4 0 2,5 0 1,-5 0 2,4 1-1,-4-1-1,0 0 1,0 4-1,0-4 2,0 4 1,4-4-4,-4 4-1,0 0-2,0 0 3,9 0 0,0 0 1,-9 0-3,9 0 2,0 0 3,0 0 3,0 0-2,4 0-2,0 0 0,1 0-1,3 0 0,1 4 0,4 0 0,1 0 0,-1 0 0,0 3 2,0-7-1,0 0-1,1 0 1,3 0-1,-3 0-3,3 0 2,1 0 1,-1 0 0,1 0 0,0 0 2,-1 0-1,1-4-1,0 1 1,-1-1-1,5 0 0,-4 0 0,-5-4 2,5 0 1,0 0 1,-5 0 0,0 4-5,0-4-1,-4 0 3,4-3 1,0 3 0,1 0-2,-1-4 1,0 0-1,0-4 0,0 4 2,1 1 1,-1-1 1,0-4-2,0 4-2,5-4 1,-5 4-1,5 5-3,-1-5 2,1-4 3,0 4 1,-1 0-4,1 0 1,4-3 0,0 3 2,0-4-1,0 4-1,0 0 5,0-4 1,1 1-2,3 3-3,1-4-5,-1 0 0,1 0 4,4 1 2,-5-1 0,1-4 1,-5 0 0,9 5 1,-5-5-2,1 4 1,-1 0-4,1-3 0,-1 3 1,5 0 0,-4 0 0,-1 0 2,-3 1-3,-1 3 0,-5 0 3,1 0 1,0 0-1,-1 0 1,1 1-2,-1-1 2,6 4-4,-1-4-2,0 0-1,0 4 3,-5-4 0,1 1 3,4-1-3,-4 4 0,-1-4 1,1 0 2,0 4 1,-1-4 1,6 1-5,-1 3-1,0 0 1,-5-4 0,1 0 1,0 4 2,-1-4-1,1 1 2,-5-1-4,5 0 0,4 0 1,-4 0 0,-1 0 0,1 0 2,-1 1-1,6-1-1,-1 4 1,0-4 1,0 0-1,-5 0-1,1-3-2,4 3-1,0-4 2,0 4 0,-4-4 1,4 4 2,0 1-1,0-1 2,-4 4-4,0-4 0,-1 0 1,1 0 2,-5 4-3,5-7-2,-5 3 2,0 0 2,5 0 0,-5 0-1,-4 0 1,4 1-1,-4-1-3,-1 4 2,1 0-1,0 0 0,-5-4 2,5 4 0,-5 0-3,1 1 2,-1-1 1,5 0 0,-5 0 0,0 4 2,1 0-1,-1 0-1,0 0-2,-4 0 1,0 0 1,0 0 0,0 0 0,0 0 2,0 4-3,0-4 0,0 0 1,-1 0 0,1 1 0,0-1 2,0 0-3,0 0 0,4-4 1,-4 4 2,0-4-6,4 4 1,-4 0 1,5 0 3,-1 0 0,0 4-1,0-4 3,-4 4-2,0-8-1,0 4 1,0 0 1,-5 0-3,1 1 0,-1-1 1,-4 4 0,0 0-3,0 0 0,0 0 2,0 0 0,0 0-2,0 0 2,5 7 1,-5-7 0,0 0 2,0 0 1,0 0-1,0 0-2,4 4 1,-4-4-1,9 4-3,0 0 2,-5 0 1,10 0 2,-1-4-1,5 8-1,0 0 1,8 0-1,5 0 2,-4 0 1,0 0-1,4-4-2,4 3 1,1 1-1,-1 0 0,5 0 0,0 0 0,0 4 2,0 0-3,0 0 0,0-1 1,-4 1 0,4 0 0,-5 0 2,1 0-3,-1-4 0,1 0 1,-1-1 0,-4-3 2,5 0 1,-5 4-1,5-4-2,-1 0 1,-4 4 1,5-4-1,-1 4-1,1 0-2,-1-4 1,1 4 1,-1 3 2,1-3-3,-1 0 0,-4-4 1,5 0 2,0 0-1,-1 0-1,1 0 1,-1-4 1,1 4-1,-1 0 2,5 0-4,0 0-2,0 4 4,-4-4 3,-1 0-3,1 3-1,-1-3 0,1 0 2,-1 0-1,1 4-1,-1-4 1,1 0-1,-1 0 2,5 4 1,0 0-1,0 0-2,5 0 1,-5-1-1,4 1-3,-4 4 2,4-4 3,-4 0 1,5 0-4,-1 0 1,1 0-2,-5 0 0,0-1 2,0 1 0,0 0 0,-1 4 2,1-4-1,0 4 2,0-4-4,0 0 0,-4 0 1,4-1 0,0 1 0,0 0 0,0-8 0,-5 8 0,1-4 0,-1 4 0,1-4 0,-1 4 0,-8-8 0,4 8 0,-4 0 0,4 0 0,-9-5 0,9 5 0,0-4 0,-4 0 0,0 0 0,-5 0 0,4 0 0,-3-4-3,3 4 2,-4-4 1,1 4 2,-1-4-3,0 4 0,0 0 3,0 0 1,1-4-1,3 0-2,-3 4-2,-1-4 1,0 4 1,0-4 2,0 0-1,1 4-1,-1 0 1,-4-4-1,-1 4 0,1 0 0,4-4 0,-4 0 0,0 3 2,0 1 1,4 0-4,-4 0 1,-1 0 0,1-4 0,0 4 0,4 0 0,-4 0 0,0-4 0,-1 4-3,-3-4 2,-5 0 1,-1 0 2,-3 0-3,4 0 0,-5-4-1,-4 4-2,0 0 0,0 0 0,0 0-11,0 0-5,0 0-38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1483 125 96,'0'0'35,"4"0"-18,-4-17-5,0 13 13,0 1-2,0-1 0,0 4-1,0 7 1,0-10-13,0 10 3,0-7 1,-4-4 8,1 1 4,-1-1-6,-4 1-1,0 3-9,0 0-2,1 0 0,-1 0 0,-4 0 0,0-4 2,1 1-1,-1-1 0,-7 1-3,-9-4 1,5 3 0,4 0 1,-1 1 0,1-1 0,-1 1 0,5-1 2,-1 4-3,-3 0 1,3 0-3,0-3 0,-3 3-3,3-4 1,1 1 0,-8-1 1,7 1 0,-4 0 2,1-1 1,3 1 1,1 3-4,-1-4-1,1 4 1,-1-3 2,1 3-3,-1 0 0,0 0 3,1-4 1,-1 1-3,1 3-1,-1 0 1,1-4 0,3 4 0,-4 0 0,5-3-7,-9 3 0,-3 0 5,2 3 4,2-3-3,3 4-2,1-4 2,-1 3 0,1-3-1,-1 4 1,1-1-4,-1-3 0,0 4 1,1-4 0,-1 0 2,5 0 1,-1 0-1,-4 0 1,5 0-2,-5 0-1,1 0 1,3 0-1,-4-4 2,1 4 1,-1 0-1,5 0-2,-1 0 1,0 0 1,0 0-1,1 0-1,-1 0 1,0 0-1,1 0-3,-1 0 2,0 0 1,1 0 2,-1 0-1,0 0-1,1 0 3,-1 4 0,0-4-4,5 0 1,-5-4-2,4 4 0,0-3 4,1 3 1,-1 0-4,0 0-1,4 0 1,-4 0 2,-3 0 0,-1 0-1,4 3 3,-7 1-4,11-4-2,0 0-1,0 0 3,4 0-11,0 0-2,-8 3-13,0-3-5,8 0-16,-7-3-5,-1-1-10,-8 1 0,1-1-12,-5 1-6,1-8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5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1309 132 88,'0'0'33,"4"0"-18,-4 0 0,0 0 15,0 0-5,0 0 0,0 0-8,0 0-2,0 0-9,0 0 3,0 0 1,0 0 1,0 0 3,0 0-1,0 0 0,0 0-3,0 0 1,0 3 0,-4-3 1,0 0 0,0 0 2,0 0-3,-4 0-1,0 0-4,1 0 1,-1 0-2,-4 0 0,0 0-3,1 0-2,-1 0 1,0 0 1,1 0 5,-9 0 4,-7-3-4,4-1-2,-1 4 0,5-3-1,-4 3 0,3-4 2,1 1-3,3-1 0,0 4 1,1 0 0,-1-3 0,1-1 0,3 1 0,-3-1 2,-1 1-1,0 3 0,-3-4-3,-1 1 1,5 0-2,-1-1-1,5 4 1,-5 0 1,4 0-3,-3 0 0,3 0 5,-3 0 2,3 0-2,-4 0-1,5 0 1,-1 0 2,-4-3-3,6 3-2,-2-4 2,0 4 0,1 0 1,-1 0 0,-7 0-2,3 0-2,-7 0 1,3 0-1,5 0 0,-1 0 0,1 0 0,3 0 0,0 0 0,1 0 2,-1 0-1,0 0-1,0 0 1,1 0-1,-1 0 0,0 0 2,1 0-1,-1 0 2,0 0-2,5 0-1,-5 0 1,4 0-1,-3 0 0,-1 0 2,0 0 1,0 0 1,1-4-2,-1 0-2,0 4 1,5 0-1,-5 0 0,4-3 0,0 3 0,1 0 0,-1 0 0,0 0 0,0 0 2,1 0 1,-1-4-4,0 4 1,-4 0 2,4 0 1,1 0-4,-1 0-1,0 0 1,0 0 0,1-3 1,-1 3 0,0 0 0,0-4 2,4 4-1,0 0 2,1 0-4,-1 0 0,0 0-1,0 0 0,0-3 2,0 3 0,0 0-3,0 0 2,0 0-1,1 0 0,-1-4 2,4 4 0,-4 0-5,4 0-1,-4 0-4,4-3 1,-4 3 0,4 0 1,-4 0-2,4 0 1,0 0 0,0 0 1,0 0-6,0-3-4,0-1-19,4 1-9,0-4-50,8-4-56,-1-6 49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1180 107 80,'7'24'30,"-3"-48"-16,4 38 5,-4-7 16,4-4-8,-4 1-3,-4-4-6,4 3 1,-4-3-10,0 0 1,0 0 1,0 0-4,0 0-2,0 0 2,0 0 0,0 0 3,0 0 1,0 0-1,0 0-1,0 0 3,-4 4 3,4-4-4,-4 0-1,0 0-2,0 0 2,0 3 6,0-3-7,-4 0-2,1 0-2,-1 4-1,0-4 2,0 0 1,-3 0-3,3 0-1,-8 0 3,1-4 1,-1-6 1,-3 6 0,-1-6-2,5 3 1,-1 0 0,1 0 3,-1 0-7,0 0-2,1 4-1,-1-7 2,1-1-1,-1 4 2,4 0 0,1 4 3,-1-1-1,0 1 0,-3 0-6,-1-1 1,1 1 0,-1 3 0,-3 0 2,3 0 3,4 0-2,-3 0-2,3 0-3,-3 0 1,-1 0 1,1 0 2,-1 0-1,0 0-1,1 0 1,-1 0 1,1 0-1,-1 0 2,1 0-2,-1 0-1,-3 0 1,-1 0 1,-3 10-3,3-3 0,1 0 1,-1-11-3,5 11 2,3-3 3,0-1 3,1 1 0,-1-1 0,0-3 1,5 4 1,-5-4-3,4 0-3,0 3 2,1 7 0,-1-17-4,0 7 1,0 0 0,0 0 2,1 0-1,-1 11-1,0-15-2,4 4 1,-4 0 1,1 0 2,-5 0-1,4 0-1,0 0 1,1 0-1,-5 0 0,0 0 0,4 0-3,1 0 2,-1 0 1,0 0 2,0 0-1,4 0-1,1 0 1,-1 0-1,0 0-3,0 0 2,0 0 1,0 0 2,0 0-1,0 0 2,0 0-4,1 0-2,-1 0 2,0 0 0,0 0 3,0 0-3,4 0 0,-4 0 1,0 0 0,0 0 0,0 0 2,0 0-3,1 0 0,-1 0-1,0 0-2,4 0-8,0 0-3,0 0-12,0 0 8,0 0 5,-4 0-2,0 0 0,0-10 9,0 10 3,0-10 1,0 3 2,1 0-6,-1 0 0,-4 3 1,4 1 1,0 0 0,0-1 1,0 1 3,4-1 2,-4 4 0,4 0-1,0 0-2,0 0 1,0 0 1,0 0 0,0 0 2,0 0 1,0-3-6,0 3 0,0 0-6,0 0-1,0 0-9,0 0 0,0 0-45,8-4-18,19-13-9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1227 24 136,'0'14'52,"4"-14"-28,0 0-28,-4 0 23,0 0-5,0 0-5,0 0 0,0 0-6,0 0 3,0 0 0,0 0 6,0 4 3,-4-1 0,0 7-1,-4-10 1,1 0-6,-1 7-3,-4-7-3,1 7-3,-1 0 3,0 0 0,1-3 1,-9-1 2,1 0 1,-5-3 1,1 0 0,0 0 2,3-3-1,1 3 2,-1 0-2,1-3 0,-1-1-5,1 1-3,-1-1 2,5 1 0,-1-1-4,-3 1 1,-8-1 0,3 1 0,-3-1 0,4 1 0,-1 3 0,1 0 2,3 0-1,1 0-1,-1 0 1,1 0 1,0 0-1,-1 0-1,-7 0 1,-4-3 1,0-4-1,3 3 2,5 1 0,4-1 3,-1 1-3,5 3 0,-1 3-1,0-3-2,5 0 1,-5 4 1,1-1 1,-1-3-4,4 4-1,1-1 1,-1 1 0,0-4 1,1 0 2,-1 0-3,0 0 0,4 0 1,-7 0 2,-1 0-1,1 0-3,-1-7 1,1 0 1,3 10 2,0-3-1,1 0 2,-1-7-4,4 11 0,0-1 1,1-3 2,-1 0-1,0 0-1,0-7 1,0 4-4,1-1 0,3 1 2,0 3 2,0-4-2,0 4 0,0 0-17,0-3-8,0-1-41,4-6-81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1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1091 80 68,'0'0'27,"0"-4"-14,0 4-7,0 0 11,0 0 0,0 0 1,0 0 0,0 0 0,-4 0-3,0 0 1,0 0-5,0 0-1,0 0-6,0 0-1,-3 0 3,-1 0-1,0 0 2,0 0 0,-3 0 1,-1 0 2,0 0 1,1 0-1,-1 0 1,0 0-2,-3 0 2,3-3-4,0 3-2,1 0 0,-17-3-1,5-1 0,0 1 0,-1-1 2,5 4-1,-1-3 0,1 3 3,0 0 3,3-4-2,0 4 2,1 0-4,-1 0-2,5 0-2,-5 0-3,-3 0 1,-5 4 1,5-1-1,-1-3 2,1 0 0,-1 0 1,1 0 2,3 0 3,1 0-2,-1-3-2,-3 3 0,3 0-1,1 0 0,-1 0 2,0 0-5,1 0-1,-1 0 2,-3 0 1,-1-4-1,5 4-2,-5-3 1,1-1-1,-1 1 0,1-4 0,3 0-3,1 7 2,-1-7 1,1 11 0,3-4 0,-4-4 2,5 1-1,-5 6-1,5-6 1,-1 6-1,0 1 0,1-4 0,3-4 0,0 8 0,-4-1 0,4-6 0,5-1-3,-1 1 0,0-1-7,-4 1-37,8-1-10,8-3-70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2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1111 62 112,'3'-4'44,"-3"8"-24,0-4-10,0 0 12,0 0-8,0 0-1,0 0-3,0 0-1,0 0-5,0 0-1,0 0 3,-3 0 3,3 0 5,-4 0 1,0 0 0,-4 0-3,0 0-2,0 0-2,1 0 0,-1 0-4,0 0-1,0 0 3,-3 0 1,-1 0 1,0 0 0,-3 0 0,-1-4 0,1 4-4,-1-3-1,0 3 1,-11 0 2,8 0-1,-8 0 0,3 0-1,0 3 2,4 1-3,1-4-2,-4 3 2,-1-3 0,5 0 3,-1 0 1,1 0 1,-1 0 2,-3 0-1,-4-3 2,3 3-4,1 0 1,4 0-5,-1 0 0,1 0-1,-1 0-2,1 0 1,-1 0 1,1 0-1,-1 0 2,1 0-2,-1 0 2,5 0 7,-1 0 3,-3 3-13,-1-3-4,-4 4 3,5-1 5,3 1-4,-3-1 0,3-3 0,0 0 2,1 4-1,-1-4-1,1 0 1,-1 0 1,4 0-3,1 0 0,-1 3 1,0-3 0,5 0 0,-1 0 2,0 0-3,-4 3-2,5-3 4,-1 0 1,0 0-5,0 0 0,0-3-54,8-11-79,12-14-55,8-20 84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9-07T00:02:31.018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0 283 112,'0'0'44,"4"-4"-35,-4 4 16,0 0 4,0 0-10,0 0-3,0-4-7,0 0-4,0 0-2,5 0 4,-1 0 5,0 1-2,1-1 2,4 0-5,0 4 1,4-4-1,0 4 3,1 0-5,3 0-1,1 0-2,0 0-2,0-4 5,-1 0 1,-3 0 4,-1-4 1,5 0 3,0-4 2,-1 0-5,1 1 1,9-5-5,-5 0-2,5 0-2,-1 4 0,5-3-2,5 3-1,4 0 1,0 0 1,4 4-3,1 0 0,-1 0 1,0 0 2,1 4-1,-1 1 2,5-1 2,-4 0 2,-1 0-1,0 0 1,1 0-4,-1 0 0,5 0-3,0 0-1,0 4 1,0 0 0,4 0-3,-4 0 2,0 0 1,4 4 2,-4-4-3,-5 4 0,1-4 7,-1 4 4,0-4-8,5 4-2,0 4-1,0-4 2,4 3 0,1 1 2,-1 0-2,-4 0-1,0 0 3,-1 0 0,1 0 1,-4-4 2,4 4-3,-5 0 0,5-1 1,0-3 0,-1 4-2,1-4 1,0-4-2,0 0 2,4 0 0,-4 4 1,-4-4-5,-1 0 1,0 0 4,1 4 5,-1 0-5,1 0-2,4 0-1,-1 4-1,6 0 0,-1-4 2,0 4-3,1 0 0,3-1 1,-3 1 2,3-4-3,-3 4 0,-1-4 3,0 0 1,0-4-1,1 4 1,-1-4-2,5 0-1,8 0 3,1 0 0,-5-4-1,-4 0 1,-5 0-2,1 0-1,-1 0 1,-4 0 1,-5 0-1,0-4-1,1 1 1,4-1-1,0-4 4,-1 4 2,1 0-5,0 0 0,0 0-1,0-4 2,0 8-1,-5 1 2,5 3-2,-5-4-1,5 0 1,-4 4-1,-1-4-3,0 0 2,5 4 1,0 0 0,4 0-3,1 0 2,-1 0 1,0 4 2,-4 0-1,-4 0 2,-1 0-2,0-4-1,-4 0 1,5 0 1,-1 0-3,1 0-2,4-4 2,-1 4 2,1 0-2,0 0 0,0 4 1,0-1 0,4 1 0,-4 4 2,-9 0-3,0 0 0,0-4 3,0 4 1,0 0-4,0 0-1,0 0 1,4 0 0,5-1 1,0 1 2,4 0-3,0 0 0,1 0-1,-5 0 0,-5 0 2,0 0 0,-4-4 0,-4 4 0,-1-5 0,1 1 0,-1 4-3,1-4 2,0 4 1,-1-4 2,5 0-3,0 0-2,4 4 2,-8-4 0,4-4-2,-5 4 2,1-4 1,-1 4 0,1-4 0,-5 0 0,0 0 0,0 0 2,0 4-3,0 0 0,-4 4 1,0-8 0,-1 7-3,5-3 2,1 0-1,-1 0 0,0 0 2,0 0 0,0-4-3,0 0 0,0-4 4,0 4 3,0-4-1,0 4-2,-4 0-3,0 0 1,-1 0-1,1 0-2,-5 4 0,0-4 0,1 0 3,-1-4 2,0 4-2,-4 0-2,4-4 2,0 8 0,0-4 1,1 4 2,-1 4-1,4-4-1,-3 4-4,3-4 0,1 4 0,0-8-1,-1 8 4,1-4 2,-1-4-2,1 0 0,0 0 3,-5 0 1,0 0-1,0 0 1,-4-4 0,0 4 1,0 0-5,-1 0-1,1 0-6,-4 0-2,-1 8-4,0-1-1,-4 5-19,-4 8-5,-5 0-70,-14 3-58,-8-7 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9-07T00:02:36.272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3909 364 96,'0'-4'38,"4"4"-29,-4-4 14,0 4 8,0 0-11,0-4-3,-4 0-10,-5 0-3,0 0-2,0-4 3,-4 0 1,-1 0-2,1 1-3,0-1 8,-1-4 4,-3 4 2,-1 0 1,0 0-6,0 0-2,1 0-4,-1 0-3,0-3 2,0 3 0,-4-4 1,4 4 0,1 0 4,-6 0 3,1 0-4,0 0 1,0 4-5,0-3-2,-5-1 2,0 0 0,1 0-1,-1 0-2,0 0 3,-4 0 0,5 0-4,-1 0 1,0 1 4,1 3 5,-5 0-5,4 0-2,-4 0-1,0 0-1,0 0 0,4 0 2,-4-4 1,4 4 1,1 0 0,-10 0 2,9 0-1,1 0 2,-1 0-4,1 0 0,-1 4-1,0-4 1,1 4-4,-1 0 0,-4-4 3,0 0 1,0 1 1,0-1 2,-5 4-3,1 0 0,-1-4 1,5 4 0,0-4 0,0 4 0,0 0-2,0-4-2,4 4 1,0 0 1,-4 0-1,5 0-1,-1 0-2,0 0 1,5 0 1,-5 4 2,1 0-1,-5 4 2,0-5-2,-1 1-1,-3 0 1,-1 0-1,1 0-3,-1 0 2,5 0 1,0 0 2,-4 0 1,8 4 1,0 4-2,1-4 1,3 0-2,-3 0 2,4-1 0,-1-3 1,-3 0-7,4 0 0,-1 0 3,1 0 4,0 0-3,-9 4-1,4 0 0,1 0 0,3 0 0,1 0 2,0-1 1,-5 1 3,1 0-5,3 0-3,1 0 1,0 0 2,0 0-2,0 0 0,-1 0 1,1 0 2,-4-1-3,3 1 0,-3 0 1,4 0 0,-1 0 0,1 4 2,0 0-1,4 0-1,-4-1-2,0-3-1,4 0 2,-4 0 2,0 4 0,-1 0-1,-3-4 3,4 0 0,-1 3-4,1 1-1,0 0 1,-5 0 2,1 0 0,-1 0-1,-4-1 1,4 5-1,5 0-3,0 0 2,0 0 1,4 3 0,-4 1 0,4 0 0,-4 3 0,4 1 0,0 0 0,0 0 0,-4-1 0,4 1 0,1 4-3,-1-5 2,0 5 1,5-4 2,-1-5-3,1 5-2,0 0 4,-1-1 3,1 1-3,4 0-3,-4-5 1,0 5 2,-5 0 0,5 0 2,-1-1-2,5 5-1,0-1 1,-4 1-1,4 4-3,0-1 2,5 1 1,-5-1 2,5 1-1,-1 4-1,-4-5 1,5 5-1,-1-5 0,1 1 0,4-1 2,0-3 1,-4-4-1,4-1-2,0-3 1,0 4-1,0-4 0,0-1 0,0 1 0,0 4 0,4-1 0,-4 5 2,0 0-1,4 3-1,1 1 1,-5 3-1,4 1-3,1-1 2,-1 1 1,1-4 2,-1-1-1,5 1 2,-5 3-2,1 1-1,-1-1 1,5-3-1,0-1 2,-5 1 1,1 0-4,4-5-1,0 5 1,-5-1 2,1 1-2,8 0 0,-4-1 3,0 1 1,0-1-1,-1-3-2,-3 0 1,4-1 1,0 1-3,-1-1 0,6-3 1,-5-4 0,0 0 0,-1 3 0,6-7 0,-1 0 0,0 0 0,1-1 2,-1 1-3,0 0-2,5-4 4,0 4 3,0-4-3,-1 3-1,1-3 0,4 0 0,-4 0 0,4 4 2,1-1-3,-1 1-2,0 0 2,0 4 2,5 0 0,0-1-1,-10 1 1,1 0-1,4-1 0,-4 1 0,4 0 0,0 0 0,5-1 0,-5 5 2,0 0-1,5-1-1,0 1 3,-1-4 0,1 0-4,-5-1-1,5 1 1,-5-4 2,0 0 0,1-1-1,-1-3 1,0 0-1,0 0-3,0-4 2,1 4 1,3 0 2,1-5-1,0 1 2,-1 4-4,1-4-2,-1 0 2,-3 0 2,3 0 0,-3 0 2,-1-4-4,0 4 0,5-1 3,-5 1 1,4 0-1,1-4 1,0 0-4,-1 0 0,1 0 3,4 0 3,0 0-4,0 0-3,5 4-2,-1-4 3,5 0 2,-4 4 2,-1-1-1,1 1-2,-1 0 1,-4 0-1,1 0 0,-1 0 0,-5 4 0,5-4 2,-4 0-3,4-4 0,0-1 1,0 1 0,-4 0 0,4-4 0,0 0 2,0 0 1,5 0-4,-1 0 1,5 0 0,0 0 0,0 4-3,5-4 2,-5 4 3,0 0 1,0 0-1,-5 0-2,1 0-2,-1-4 1,-4-4-1,0 0 0,0 0 2,5-4 2,8 4-1,1-4-1,4 1-2,-1 3 1,1 0 1,0 0 0,-4 4 0,-5 0 0,-1-4 2,-3 0 1,-5 0-1,5 0-2,-5 0 1,0-4-1,-5 0 0,6-4 0,-1 4 0,4-3 2,1-1-6,-1 0 1,1 4 3,-1-4 2,1 0 0,-1 0-2,-4 1 1,0-5 1,1 0-3,-1 0 0,0-3 1,-5-1 0,1 0-3,-5-4 2,5-3 1,0 3 2,-1 0-3,-4-3 0,1-5 1,-1 1 0,0-5 0,-4 1 2,4-5-1,-4 5-1,0 3-2,4 0-1,0 5 2,-4-1 0,-1 0 3,1 5 1,0-5-4,0 0 1,-5-3-2,0-1-2,1-3 0,-1-5 3,0-3 0,-4-1 1,0 1 2,0 0 3,0-5-4,0 5-1,-5-1-5,1 9 1,-5-5 2,0 5 3,0-1-2,0 1-2,0 3-1,0-3 3,4-1 2,-4 1 4,0-1-2,0-7-2,0-1 2,0 1 0,0-5-6,0 1 0,0 0-1,0 7 2,0 1-1,-4 3 1,4 5 4,-5 3 1,1 0 1,-1 1 0,1-1-2,-5 4-2,0 1 1,0-5-1,0 0-3,0-3 2,1-1 1,-1-3 2,0-1-3,0 5-2,0-1 4,0 1 1,0 3-3,0 0 1,-4 5-2,4-1 0,0 0 4,0 4 1,1 1-4,-1-1-1,0 0 3,0 1 1,0-1-3,0 4 1,-4 0-2,4 0 0,0 5 2,0-5 2,0 0-3,0-4 0,5 1-1,-5-1 0,0-4 4,0 4 1,0 1-1,1-5-2,-1 4 3,0 0 0,0 1-4,0-9-1,0 8 1,0-3 0,0-1 1,1 0 0,-6 1-3,1-1 0,0 4 4,-1 0 1,5 1-5,0-1 0,1 4 3,-6 0 4,5 1-1,-4 3-2,0-4-3,-1 4 1,1 0-1,-5 0 0,1 1 0,-1-1-2,-4 0 3,4 4 0,-4 0 1,-1 0 2,1 0-3,-4 0 0,-1 1-4,-4-5-1,0 0-4,-5 0-1,-4 0-8,0 0-2,-4 4-25,-9 1-7,-14-5-72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9-07T00:06:03.010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0 333 116,'9'8'44,"-5"-4"-35,5-4 12,-9 0 3,0 0 2,9 0 2,0 0-7,0 0 0,0 0-12,0 0 1,-1 0 1,6-4-6,4 4-1,-1 0-2,1 0-2,0 0-2,4-4 1,0 0 3,0 0 1,1 1 1,-1 3 2,9 0-1,-4 0 2,-1-4-4,5 0-2,5 4 0,4 0 1,0-4 1,9 4 1,4 0-7,0 0 0,9 0 3,1 0 2,-1 0-3,4 0-1,1-4 1,0 4 0,4 0 3,4 0 1,5 4-1,9 0 1,-5 4-2,1-5-1,-1 1 1,0 4 1,5-8-3,0 4-2,4-4-1,1 0 3,-6 4 0,1-4 1,-4 0 0,-1-4 2,5 4 1,0 0 1,4 0 2,-9 0 1,-4 0-8,0-4-1,-4 0 0,-1 0 1,-4-3-2,5-1 2,-1 0 3,1 0 3,-1 0 2,-4 0 1,-4 0-2,4 0-1,-4 0-3,4 0-2,9 1-2,-5-1 1,5 0-1,-4 4 0,-1-4 4,-4 4 1,-4-4-1,-1 4-2,-4-4 3,5 0 0,0 0-1,4 1 1,0-5-2,0 4 2,-5 0-4,1-4-2,-9 0 4,4 4 1,-4 0 0,-1 1-2,6-1 1,-1 0-1,0 0-3,0 0 2,5 4 1,-5-4 2,-4 0-3,-1 4 0,1 0 1,0 0 2,0 0-1,13 1 2,0-1-4,0 0-2,0 0 4,0 4 1,-9 0 0,-4 0-2,-5 0-2,0 0 1,-4 0 1,0 0 0,-4 0 0,3 0 2,1 0-1,0 0 2,0 4-2,0 0 2,0 0-2,0-1-1,-1 1-2,1 4 1,0 4 1,-9-4 2,0 0-1,0 0-1,-4-4 1,-1 4 1,1-4-1,-1 0-1,5 0 1,-4 3 1,-1-7 1,1 0 1,-1 0 0,-4 0 2,-4 0-5,0 0-1,-5 0 0,0 0 2,0 0-8,0 4-1,-4-4-1,0 0 2,-5 0-5,1 0-3,-6 0-17,-8 0-5,0 0-23,-8-11-61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9-07T00:06:08.26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4038 678 152,'0'-8'57,"0"4"-44,-4 0 3,4 0 0,0 0-8,-5-4 0,-4 1-4,0-5-3,-4 0 0,-5-4-1,1 0 2,-6 4 3,-3-3 4,-5-1 0,0 0 0,-5 0-1,0-3 0,-4-1 0,-4 0 0,0 0-4,4 1-1,-5-1 1,5 0 2,0 0 1,5 5 1,-1-1-2,1 0 1,-5 0-2,0 0 2,0 1 0,-5-1 1,5-8-4,-4 8-1,4 1 1,0 3 0,5 0-2,-1 0 1,5 0 0,0 4 3,4 0-1,1 0 0,-1 1 1,0-1 1,1 0-6,3 0 0,1 0-1,0 0 2,-5 0 1,5 0 1,-4 4-2,-1-4 1,-4 1-2,0 3 2,-5-4-2,1 4-1,-5 0-2,-5 0 1,5 0 1,0 0 2,0 4-1,5 0-1,-5 0 1,4 0 1,1 0-1,4 0 2,0 0-2,-9 0-1,4 0 1,1 4 1,-5 4-3,0 0 0,-5 0 1,1 0 2,-1-1 1,1 5 3,0 0-3,4 4 0,4 0-1,-4-1-2,5 5 1,-1 0-1,5 4-3,-5-1 2,5 1 1,-4 4 0,-1-5 0,-4 1 2,0 0-1,0-1-1,0 1 3,0 0 0,5-1-1,-1 1 1,1 0-4,-1 0-2,1-1 2,-5 5 2,4-1-2,5 5 0,-4 0 1,-5 11 2,4 0-1,1 1-1,4-1-2,0 1 1,-1-5 1,1 5 0,5-9 0,-1 1 0,0-5 0,1 1 2,-1-4-3,5-1 0,-14 1 3,10-1 1,-1 1-4,0 0 1,5-1 0,0 5 2,0-1-3,4 5-2,0 3 2,9 1 0,-8 3-2,8-3 2,0-1 1,0-3 2,0-1-1,0 1-1,0-5 1,5 1-1,-9-4-3,4-1 2,4 1 1,1 0 2,-1 3-1,1 1-1,-1-1 1,1 1-1,0 3 0,-1 5 0,1-1 0,-1 1 0,1 3 0,-1-3 0,5-1-3,-8 1 2,3 7 1,5-7 2,0-5-1,0 1-1,0-1-2,0-3 1,5-1 1,-5 5 0,0 3-3,8 1 0,-8 3 4,5 1 1,4 3 0,-5-4-2,1 1 1,3-1-1,1-3 0,0 3 0,0-7 0,0-1 2,0-3-3,0-1 0,4-3-1,0 0 0,1-1 2,-1 1 0,0 0 0,1 3 2,3-3-1,1 3-1,0-3 1,4 0 1,0-1-1,5 1-1,4-4 1,0-1-1,5 1 0,-1-4 0,1-1-3,-1 1 2,1 0 1,-1 0 2,5 3-1,5-3-1,-1 4-2,1-4 1,3-1-1,6-3-2,8 0 3,-9 0 0,5-1 1,-9 1 0,0 0 2,-5 4 1,0-1-6,-4 1 0,-4 0 3,4-4 2,-5 0-3,1-1 1,0-3 0,-5 0 2,0 0-1,4 0-1,-4 0-2,0-1 1,5 1 3,-1 0 3,1 4-4,0-4-1,4 0 0,-1-1 2,-3-3-1,0 0-1,-1 0-2,-4-4 1,0 0 1,0-4 0,0 0 0,5 4 0,-9-4 0,4 0 2,4 0-3,1 0 0,4-4 1,0 0 0,4-4 2,1-4 1,3-3-4,-3-1 1,-1 0 0,-4 0 2,-4 0-1,4 5-1,0-5-2,0 0 1,0 0 1,0 0 2,-1-3-1,6-1 2,-1 0-4,1 4 0,4-3 1,-5 3 0,5 0-3,0 0 2,-9-4 1,4 5 0,-4-1 0,-4-4 0,-1 0 0,1 5 2,-5-5-1,4 0-1,-4 0 3,5-7 0,-1 3-4,-4 0-1,5-3-2,0-1 3,-1 1 0,-4-1 3,0 0 1,0 1 3,0-1-3,1 4 0,-6 1-3,5-1-1,-4 0 1,0 5 2,-1-5-1,-4 4-1,1-4 1,3 9 1,-4-5-1,1 0 2,-1-4-2,0 1-1,-4-1 1,4-4 1,0 1-1,0-5 2,1-3-4,-1-1-2,0-3 4,0 3 3,0-3-1,1 3 0,-6 1-3,1 3-1,4 0 1,-4 1 2,0 3 1,0 1 1,-5-1-2,0 0 1,1 5-4,-1-1 0,0-4 1,1 1 2,-1-1 1,-4 0 1,0 1 0,0-1 0,-5-3-5,0-9 1,1 1-2,-1-1 0,-4 1 2,0-1 0,0 1 0,0 3 2,0 1-1,0 3-1,-4 1 1,-1 3-1,1 0 0,0 1 0,-5-5 2,0 4 1,0 1-4,-4-5 1,4 1-2,-5-5 0,6-3 0,-6-9 0,5 1 2,-4-1 0,4 1 0,0 4 0,0 3-3,-4 5 2,0 3 3,-1 1 1,-3 3-1,3 0-2,1 1-2,0-1-1,-1 0 2,1 1 2,0-1-2,-1-3 0,1-1 1,0 0 0,-1 1-3,1-5 2,4 5-1,-4-1 0,0 0-3,-1 1 1,1 3 2,0 1 1,-1 3-4,-3 4-1,-6 0-15,1 1-4,-5 3-36,-8-4-15,-18 4-44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FED23-3713-48A8-B94C-76212E5D4C08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7EBC8-FA05-4356-9DD9-0FE52674C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76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342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23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77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307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0019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99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76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78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12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27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93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299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7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037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55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633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47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7ECCA-3E3F-4522-A5A6-76C957FA03C3}" type="datetimeFigureOut">
              <a:rPr lang="en-AU" smtClean="0"/>
              <a:t>13/08/2021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848D0-DABF-4457-B9FB-88906F1304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88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emf"/><Relationship Id="rId17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10.png"/><Relationship Id="rId10" Type="http://schemas.openxmlformats.org/officeDocument/2006/relationships/image" Target="../media/image6.emf"/><Relationship Id="rId19" Type="http://schemas.openxmlformats.org/officeDocument/2006/relationships/image" Target="../media/image14.png"/><Relationship Id="rId4" Type="http://schemas.openxmlformats.org/officeDocument/2006/relationships/image" Target="../media/image3.emf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customXml" Target="../ink/ink11.xml"/><Relationship Id="rId18" Type="http://schemas.openxmlformats.org/officeDocument/2006/relationships/image" Target="../media/image34.emf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31.emf"/><Relationship Id="rId17" Type="http://schemas.openxmlformats.org/officeDocument/2006/relationships/customXml" Target="../ink/ink13.xml"/><Relationship Id="rId2" Type="http://schemas.openxmlformats.org/officeDocument/2006/relationships/image" Target="../media/image4.png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11" Type="http://schemas.openxmlformats.org/officeDocument/2006/relationships/customXml" Target="../ink/ink10.xml"/><Relationship Id="rId24" Type="http://schemas.openxmlformats.org/officeDocument/2006/relationships/image" Target="../media/image38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image" Target="../media/image37.png"/><Relationship Id="rId10" Type="http://schemas.openxmlformats.org/officeDocument/2006/relationships/image" Target="../media/image30.emf"/><Relationship Id="rId19" Type="http://schemas.openxmlformats.org/officeDocument/2006/relationships/customXml" Target="../ink/ink14.xml"/><Relationship Id="rId4" Type="http://schemas.openxmlformats.org/officeDocument/2006/relationships/image" Target="../media/image27.emf"/><Relationship Id="rId9" Type="http://schemas.openxmlformats.org/officeDocument/2006/relationships/customXml" Target="../ink/ink9.xml"/><Relationship Id="rId14" Type="http://schemas.openxmlformats.org/officeDocument/2006/relationships/image" Target="../media/image32.emf"/><Relationship Id="rId22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44.emf"/><Relationship Id="rId18" Type="http://schemas.openxmlformats.org/officeDocument/2006/relationships/customXml" Target="../ink/ink23.xml"/><Relationship Id="rId3" Type="http://schemas.openxmlformats.org/officeDocument/2006/relationships/image" Target="../media/image4.png"/><Relationship Id="rId21" Type="http://schemas.openxmlformats.org/officeDocument/2006/relationships/image" Target="../media/image48.emf"/><Relationship Id="rId7" Type="http://schemas.openxmlformats.org/officeDocument/2006/relationships/image" Target="../media/image41.emf"/><Relationship Id="rId12" Type="http://schemas.openxmlformats.org/officeDocument/2006/relationships/customXml" Target="../ink/ink20.xml"/><Relationship Id="rId17" Type="http://schemas.openxmlformats.org/officeDocument/2006/relationships/image" Target="../media/image46.emf"/><Relationship Id="rId2" Type="http://schemas.openxmlformats.org/officeDocument/2006/relationships/image" Target="../media/image5.png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5" Type="http://schemas.openxmlformats.org/officeDocument/2006/relationships/image" Target="../media/image45.emf"/><Relationship Id="rId23" Type="http://schemas.openxmlformats.org/officeDocument/2006/relationships/image" Target="../media/image49.emf"/><Relationship Id="rId10" Type="http://schemas.openxmlformats.org/officeDocument/2006/relationships/customXml" Target="../ink/ink19.xml"/><Relationship Id="rId19" Type="http://schemas.openxmlformats.org/officeDocument/2006/relationships/image" Target="../media/image47.emf"/><Relationship Id="rId4" Type="http://schemas.openxmlformats.org/officeDocument/2006/relationships/customXml" Target="../ink/ink16.xml"/><Relationship Id="rId9" Type="http://schemas.openxmlformats.org/officeDocument/2006/relationships/image" Target="../media/image42.emf"/><Relationship Id="rId14" Type="http://schemas.openxmlformats.org/officeDocument/2006/relationships/customXml" Target="../ink/ink21.xml"/><Relationship Id="rId22" Type="http://schemas.openxmlformats.org/officeDocument/2006/relationships/customXml" Target="../ink/ink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7.emf"/><Relationship Id="rId3" Type="http://schemas.openxmlformats.org/officeDocument/2006/relationships/image" Target="../media/image7.png"/><Relationship Id="rId7" Type="http://schemas.openxmlformats.org/officeDocument/2006/relationships/image" Target="../media/image53.emf"/><Relationship Id="rId12" Type="http://schemas.openxmlformats.org/officeDocument/2006/relationships/customXml" Target="../ink/ink2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1" Type="http://schemas.openxmlformats.org/officeDocument/2006/relationships/image" Target="../media/image56.png"/><Relationship Id="rId5" Type="http://schemas.openxmlformats.org/officeDocument/2006/relationships/image" Target="../media/image52.emf"/><Relationship Id="rId10" Type="http://schemas.openxmlformats.org/officeDocument/2006/relationships/image" Target="../media/image55.emf"/><Relationship Id="rId4" Type="http://schemas.openxmlformats.org/officeDocument/2006/relationships/customXml" Target="../ink/ink26.xml"/><Relationship Id="rId9" Type="http://schemas.openxmlformats.org/officeDocument/2006/relationships/customXml" Target="../ink/ink28.xml"/><Relationship Id="rId1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customXml" Target="../ink/ink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32.xml"/><Relationship Id="rId12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customXml" Target="../ink/ink31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33.xml"/><Relationship Id="rId1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5" Type="http://schemas.openxmlformats.org/officeDocument/2006/relationships/customXml" Target="../ink/ink38.xml"/><Relationship Id="rId4" Type="http://schemas.openxmlformats.org/officeDocument/2006/relationships/image" Target="../media/image6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77.emf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12" Type="http://schemas.openxmlformats.org/officeDocument/2006/relationships/customXml" Target="../ink/ink45.xml"/><Relationship Id="rId2" Type="http://schemas.openxmlformats.org/officeDocument/2006/relationships/customXml" Target="../ink/ink40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76.emf"/><Relationship Id="rId5" Type="http://schemas.openxmlformats.org/officeDocument/2006/relationships/image" Target="../media/image73.emf"/><Relationship Id="rId15" Type="http://schemas.openxmlformats.org/officeDocument/2006/relationships/image" Target="../media/image79.png"/><Relationship Id="rId10" Type="http://schemas.openxmlformats.org/officeDocument/2006/relationships/customXml" Target="../ink/ink44.xml"/><Relationship Id="rId4" Type="http://schemas.openxmlformats.org/officeDocument/2006/relationships/customXml" Target="../ink/ink41.xml"/><Relationship Id="rId9" Type="http://schemas.openxmlformats.org/officeDocument/2006/relationships/image" Target="../media/image75.emf"/><Relationship Id="rId1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3" Type="http://schemas.openxmlformats.org/officeDocument/2006/relationships/image" Target="../media/image35.png"/><Relationship Id="rId7" Type="http://schemas.openxmlformats.org/officeDocument/2006/relationships/image" Target="../media/image84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.xml"/><Relationship Id="rId11" Type="http://schemas.openxmlformats.org/officeDocument/2006/relationships/image" Target="../media/image86.emf"/><Relationship Id="rId5" Type="http://schemas.openxmlformats.org/officeDocument/2006/relationships/image" Target="../media/image83.emf"/><Relationship Id="rId10" Type="http://schemas.openxmlformats.org/officeDocument/2006/relationships/customXml" Target="../ink/ink49.xml"/><Relationship Id="rId4" Type="http://schemas.openxmlformats.org/officeDocument/2006/relationships/customXml" Target="../ink/ink46.xml"/><Relationship Id="rId9" Type="http://schemas.openxmlformats.org/officeDocument/2006/relationships/image" Target="../media/image85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209725" y="1023433"/>
            <a:ext cx="1177814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I will revise </a:t>
            </a:r>
            <a:r>
              <a:rPr lang="en-A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probability</a:t>
            </a:r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91379" y="3171661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Exercise Book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Pencil, 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Scissors and glue stick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839" y="2977400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7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800" b="1" dirty="0"/>
              <a:t>PROBABILITY RECAP</a:t>
            </a:r>
          </a:p>
        </p:txBody>
      </p:sp>
    </p:spTree>
    <p:extLst>
      <p:ext uri="{BB962C8B-B14F-4D97-AF65-F5344CB8AC3E}">
        <p14:creationId xmlns:p14="http://schemas.microsoft.com/office/powerpoint/2010/main" val="71875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883865"/>
            <a:ext cx="2302202" cy="31414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264560" y="2776249"/>
              <a:ext cx="45719" cy="45719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162" y="2575231"/>
                <a:ext cx="201596" cy="40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1609372" y="3878482"/>
              <a:ext cx="45719" cy="45719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0014" y="3697406"/>
                <a:ext cx="228235" cy="395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1940321" y="3046642"/>
              <a:ext cx="45719" cy="45719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6163" y="2870966"/>
                <a:ext cx="207715" cy="36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2138611" y="3676530"/>
              <a:ext cx="45719" cy="45719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67333" y="3528933"/>
                <a:ext cx="200516" cy="341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1005187" y="3624489"/>
              <a:ext cx="45719" cy="45719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0468" y="3446653"/>
                <a:ext cx="195836" cy="370072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45" y="1745009"/>
            <a:ext cx="3327657" cy="3612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2848" y="2392935"/>
            <a:ext cx="33378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M		A</a:t>
            </a:r>
          </a:p>
          <a:p>
            <a:r>
              <a:rPr lang="en-AU" sz="4000" b="1" dirty="0"/>
              <a:t>T	H	E</a:t>
            </a:r>
          </a:p>
          <a:p>
            <a:r>
              <a:rPr lang="en-AU" sz="4000" b="1" dirty="0"/>
              <a:t>M	A	T</a:t>
            </a:r>
          </a:p>
          <a:p>
            <a:r>
              <a:rPr lang="en-AU" sz="4000" b="1" dirty="0"/>
              <a:t>     I     C     S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-1737065" y="859842"/>
            <a:ext cx="10515600" cy="1325563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u="sng" dirty="0"/>
              <a:t>Number of successful outcomes</a:t>
            </a:r>
            <a:br>
              <a:rPr lang="en-AU" u="sng" dirty="0"/>
            </a:br>
            <a:r>
              <a:rPr lang="en-AU" dirty="0"/>
              <a:t>Number of outcomes in total</a:t>
            </a:r>
            <a:br>
              <a:rPr lang="en-AU" dirty="0"/>
            </a:br>
            <a:endParaRPr lang="en-AU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6680689" y="1177665"/>
            <a:ext cx="33011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/>
              <a:t>Pr</a:t>
            </a:r>
            <a:r>
              <a:rPr lang="en-AU" sz="2400" b="1" dirty="0"/>
              <a:t>(red)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(blue)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(H)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(M)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(vowel)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(consonant)</a:t>
            </a:r>
          </a:p>
          <a:p>
            <a:endParaRPr lang="en-AU" sz="2400" b="1" dirty="0"/>
          </a:p>
          <a:p>
            <a:r>
              <a:rPr lang="en-AU" sz="2400" b="1" dirty="0" err="1"/>
              <a:t>Pr</a:t>
            </a:r>
            <a:r>
              <a:rPr lang="en-AU" sz="2400" b="1" dirty="0"/>
              <a:t>(letter)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17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545" y="3502685"/>
            <a:ext cx="3372672" cy="31724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885" y="929547"/>
            <a:ext cx="108306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000" dirty="0"/>
              <a:t>Complement – the probability of something not happening.</a:t>
            </a:r>
          </a:p>
          <a:p>
            <a:r>
              <a:rPr lang="en-AU" sz="3000" dirty="0"/>
              <a:t>		     </a:t>
            </a:r>
            <a:r>
              <a:rPr lang="en-AU" sz="3000" dirty="0" err="1"/>
              <a:t>Pr</a:t>
            </a:r>
            <a:r>
              <a:rPr lang="en-AU" sz="3000" dirty="0"/>
              <a:t>(event happening) + </a:t>
            </a:r>
            <a:r>
              <a:rPr lang="en-AU" sz="3000" dirty="0" err="1"/>
              <a:t>Pr</a:t>
            </a:r>
            <a:r>
              <a:rPr lang="en-AU" sz="3000" dirty="0"/>
              <a:t>(event not happening)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9274" y="2481076"/>
                <a:ext cx="3797845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2481076"/>
                <a:ext cx="3797845" cy="616194"/>
              </a:xfrm>
              <a:prstGeom prst="rect">
                <a:avLst/>
              </a:prstGeom>
              <a:blipFill rotWithShape="0">
                <a:blip r:embed="rId3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03041" y="2483255"/>
                <a:ext cx="3797845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2483255"/>
                <a:ext cx="3797845" cy="622222"/>
              </a:xfrm>
              <a:prstGeom prst="rect">
                <a:avLst/>
              </a:prstGeom>
              <a:blipFill rotWithShape="0">
                <a:blip r:embed="rId4"/>
                <a:stretch>
                  <a:fillRect l="-2408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20227" y="2425030"/>
                <a:ext cx="3797845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27" y="2425030"/>
                <a:ext cx="3797845" cy="81804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9274" y="3413372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odd)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3413372"/>
                <a:ext cx="3797845" cy="616964"/>
              </a:xfrm>
              <a:prstGeom prst="rect">
                <a:avLst/>
              </a:prstGeom>
              <a:blipFill rotWithShape="0">
                <a:blip r:embed="rId6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03041" y="3405165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odd)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3405165"/>
                <a:ext cx="3797845" cy="616964"/>
              </a:xfrm>
              <a:prstGeom prst="rect">
                <a:avLst/>
              </a:prstGeom>
              <a:blipFill rotWithShape="0">
                <a:blip r:embed="rId7"/>
                <a:stretch>
                  <a:fillRect l="-240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20227" y="3357326"/>
                <a:ext cx="379784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27" y="3357326"/>
                <a:ext cx="3797845" cy="7861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9274" y="4563253"/>
                <a:ext cx="3797845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4563253"/>
                <a:ext cx="3797845" cy="616194"/>
              </a:xfrm>
              <a:prstGeom prst="rect">
                <a:avLst/>
              </a:prstGeom>
              <a:blipFill rotWithShape="0">
                <a:blip r:embed="rId9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041" y="4557225"/>
                <a:ext cx="3797845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4557225"/>
                <a:ext cx="3797845" cy="622222"/>
              </a:xfrm>
              <a:prstGeom prst="rect">
                <a:avLst/>
              </a:prstGeom>
              <a:blipFill rotWithShape="0">
                <a:blip r:embed="rId10"/>
                <a:stretch>
                  <a:fillRect l="-2408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20227" y="4507207"/>
                <a:ext cx="3797845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27" y="4507207"/>
                <a:ext cx="3797845" cy="81804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7809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800" b="1" dirty="0"/>
              <a:t>MULTIPLE EVENTS</a:t>
            </a:r>
          </a:p>
        </p:txBody>
      </p:sp>
    </p:spTree>
    <p:extLst>
      <p:ext uri="{BB962C8B-B14F-4D97-AF65-F5344CB8AC3E}">
        <p14:creationId xmlns:p14="http://schemas.microsoft.com/office/powerpoint/2010/main" val="89596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06160" y="0"/>
          <a:ext cx="608584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8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Why does this sample space have 12 different outcomes?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9240" y="746760"/>
            <a:ext cx="115112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some multiple events, the number of equally likely outcomes will be different for each event.</a:t>
            </a:r>
          </a:p>
          <a:p>
            <a:endParaRPr lang="en-AU" sz="2400" dirty="0"/>
          </a:p>
          <a:p>
            <a:r>
              <a:rPr lang="en-AU" sz="2400" dirty="0"/>
              <a:t>If you toss a coin (H, T) and roll a dice (1, 2, 3, 4, 5, 6), your sample space will look like this.</a:t>
            </a:r>
          </a:p>
          <a:p>
            <a:endParaRPr lang="en-AU" sz="2400" dirty="0"/>
          </a:p>
          <a:p>
            <a:r>
              <a:rPr lang="en-AU" sz="2400" dirty="0"/>
              <a:t>H1, H2, H3, H4, H5, H6, T1, T2, T3, T4, T5, T6</a:t>
            </a: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223759" y="2593361"/>
            <a:ext cx="3983015" cy="768984"/>
          </a:xfrm>
          <a:prstGeom prst="rect">
            <a:avLst/>
          </a:prstGeom>
          <a:solidFill>
            <a:srgbClr val="FFFF00"/>
          </a:solidFill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400" u="sng" dirty="0"/>
              <a:t>Number of successful outcomes</a:t>
            </a:r>
            <a:br>
              <a:rPr lang="en-AU" sz="2400" u="sng" dirty="0"/>
            </a:br>
            <a:r>
              <a:rPr lang="en-AU" sz="2400" dirty="0"/>
              <a:t>Number of outcomes in total</a:t>
            </a:r>
            <a:endParaRPr lang="en-AU" sz="24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203200" y="3556000"/>
            <a:ext cx="691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probability of getting a heads and a three?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3555999"/>
            <a:ext cx="360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4211320"/>
            <a:ext cx="691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probability of getting a tails and a five?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4211319"/>
            <a:ext cx="360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1/12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4866639"/>
            <a:ext cx="691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probability of getting a heads and odd?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4866638"/>
            <a:ext cx="360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3/12 = 1/4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200" y="5503065"/>
            <a:ext cx="71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probability of getting a tails and less than 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503064"/>
            <a:ext cx="360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4/12 = 1/3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" y="6141323"/>
            <a:ext cx="729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probability of getting a heads and 2 or more?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6141322"/>
            <a:ext cx="360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0991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0" grpId="0"/>
      <p:bldP spid="12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360" y="701040"/>
            <a:ext cx="11805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James loves to play football with his mates after school, but he also loves to play his guitar. He can’t decide what to do so he tosses a coin. Heads means he will play football that day, and tails means he will play the guitar. </a:t>
            </a:r>
          </a:p>
          <a:p>
            <a:endParaRPr lang="en-AU" sz="2400" dirty="0"/>
          </a:p>
          <a:p>
            <a:r>
              <a:rPr lang="en-AU" sz="2400" dirty="0"/>
              <a:t>Find the probability that over 3 days, he will:</a:t>
            </a:r>
          </a:p>
          <a:p>
            <a:pPr marL="457200" indent="-457200">
              <a:buAutoNum type="alphaLcParenR"/>
            </a:pPr>
            <a:r>
              <a:rPr lang="en-AU" sz="2400" dirty="0"/>
              <a:t>play football 3 days in a row	b)    play football at least twice (2 or more) </a:t>
            </a:r>
          </a:p>
          <a:p>
            <a:r>
              <a:rPr lang="en-AU" sz="2400" dirty="0"/>
              <a:t>c)   play guitar 2 days in a row	             d)    doesn’t do the same activity 2 days in a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61001"/>
            <a:ext cx="734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HHH, HHT, HTH, HTT, THH, THT, TTH, TTT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60" y="4150360"/>
            <a:ext cx="534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a) </a:t>
            </a:r>
            <a:r>
              <a:rPr lang="en-AU" sz="2400" dirty="0" err="1"/>
              <a:t>Pr</a:t>
            </a:r>
            <a:r>
              <a:rPr lang="en-AU" sz="2400" dirty="0"/>
              <a:t>(football 3 days) = </a:t>
            </a:r>
            <a:r>
              <a:rPr lang="en-AU" sz="2400" dirty="0" err="1"/>
              <a:t>Pr</a:t>
            </a:r>
            <a:r>
              <a:rPr lang="en-AU" sz="2400" dirty="0"/>
              <a:t>(HHH)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8006079" y="38259"/>
            <a:ext cx="3983015" cy="718662"/>
          </a:xfrm>
          <a:prstGeom prst="rect">
            <a:avLst/>
          </a:prstGeom>
          <a:solidFill>
            <a:srgbClr val="FFFF00"/>
          </a:solidFill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2400" u="sng" dirty="0"/>
              <a:t>Number of successful outcomes</a:t>
            </a:r>
            <a:br>
              <a:rPr lang="en-AU" sz="2400" u="sng" dirty="0"/>
            </a:br>
            <a:r>
              <a:rPr lang="en-AU" sz="2400" dirty="0"/>
              <a:t>Number of outcomes in total</a:t>
            </a:r>
            <a:endParaRPr lang="en-AU" sz="2400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386080" y="4612025"/>
            <a:ext cx="199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 1/8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560" y="4150360"/>
            <a:ext cx="779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b) </a:t>
            </a:r>
            <a:r>
              <a:rPr lang="en-AU" sz="2400" dirty="0" err="1"/>
              <a:t>Pr</a:t>
            </a:r>
            <a:r>
              <a:rPr lang="en-AU" sz="2400" dirty="0"/>
              <a:t>(football at least twice) = </a:t>
            </a:r>
            <a:r>
              <a:rPr lang="en-AU" sz="2400" dirty="0" err="1"/>
              <a:t>Pr</a:t>
            </a:r>
            <a:r>
              <a:rPr lang="en-AU" sz="2400" dirty="0"/>
              <a:t>(HHH or HHT or HTH or THH)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6640" y="4612025"/>
            <a:ext cx="199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 4/8 = 1/2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" y="5146040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c) </a:t>
            </a:r>
            <a:r>
              <a:rPr lang="en-AU" sz="2400" dirty="0" err="1"/>
              <a:t>Pr</a:t>
            </a:r>
            <a:r>
              <a:rPr lang="en-AU" sz="2400" dirty="0"/>
              <a:t>(guitar 2 days in a row) </a:t>
            </a:r>
          </a:p>
          <a:p>
            <a:r>
              <a:rPr lang="en-AU" sz="2400" dirty="0"/>
              <a:t>     = </a:t>
            </a:r>
            <a:r>
              <a:rPr lang="en-AU" sz="2400" dirty="0" err="1"/>
              <a:t>Pr</a:t>
            </a:r>
            <a:r>
              <a:rPr lang="en-AU" sz="2400" dirty="0"/>
              <a:t>(TTT or TTH or HTT)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0" y="6049387"/>
            <a:ext cx="199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 3/8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3560" y="5146040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d) </a:t>
            </a:r>
            <a:r>
              <a:rPr lang="en-AU" sz="2400" dirty="0" err="1"/>
              <a:t>Pr</a:t>
            </a:r>
            <a:r>
              <a:rPr lang="en-AU" sz="2400" dirty="0"/>
              <a:t>(alternates) </a:t>
            </a:r>
          </a:p>
          <a:p>
            <a:r>
              <a:rPr lang="en-AU" sz="2400" dirty="0"/>
              <a:t>     = </a:t>
            </a:r>
            <a:r>
              <a:rPr lang="en-AU" sz="2400" dirty="0" err="1"/>
              <a:t>Pr</a:t>
            </a:r>
            <a:r>
              <a:rPr lang="en-AU" sz="2400" dirty="0"/>
              <a:t>(HTH or THT)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3280" y="6049387"/>
            <a:ext cx="1996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 2/8 = 1/4</a:t>
            </a:r>
          </a:p>
        </p:txBody>
      </p:sp>
    </p:spTree>
    <p:extLst>
      <p:ext uri="{BB962C8B-B14F-4D97-AF65-F5344CB8AC3E}">
        <p14:creationId xmlns:p14="http://schemas.microsoft.com/office/powerpoint/2010/main" val="33169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800" b="1" dirty="0"/>
              <a:t>TWO WAY TABLES AND VENN DIAGRAMS</a:t>
            </a:r>
          </a:p>
        </p:txBody>
      </p:sp>
    </p:spTree>
    <p:extLst>
      <p:ext uri="{BB962C8B-B14F-4D97-AF65-F5344CB8AC3E}">
        <p14:creationId xmlns:p14="http://schemas.microsoft.com/office/powerpoint/2010/main" val="159731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9777" y="1451454"/>
          <a:ext cx="4065150" cy="138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0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Smokers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 err="1">
                          <a:solidFill>
                            <a:schemeClr val="tx1"/>
                          </a:solidFill>
                        </a:rPr>
                        <a:t>Nonsmokers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/>
                        <a:t>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/>
                        <a:t>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122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854" y="756886"/>
            <a:ext cx="1161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following table has been drawn up to show the results of a survey on smoking.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853" y="3054226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many people were surveyed?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850" y="3629359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many females were surveyed?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850" y="4296864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many of the people surveyed were smokers?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850" y="4902338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</a:t>
            </a:r>
            <a:r>
              <a:rPr lang="en-AU" sz="2400" dirty="0" smtClean="0"/>
              <a:t>is the probability females </a:t>
            </a:r>
            <a:r>
              <a:rPr lang="en-AU" sz="2400" dirty="0"/>
              <a:t>were smokers?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851" y="5569843"/>
            <a:ext cx="7343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a person is selected at random from the group, what is the probability that they are a male smoker?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9329" y="3102228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48 + 64 + 38 + 122 = 272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9328" y="3581357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38 + 122 = 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686" y="4296863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48 + 38 =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9374" y="4889259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38/160 = 19/80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9373" y="5974701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48/272 = 3/17</a:t>
            </a:r>
          </a:p>
        </p:txBody>
      </p:sp>
    </p:spTree>
    <p:extLst>
      <p:ext uri="{BB962C8B-B14F-4D97-AF65-F5344CB8AC3E}">
        <p14:creationId xmlns:p14="http://schemas.microsoft.com/office/powerpoint/2010/main" val="221403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956" y="1123273"/>
            <a:ext cx="10703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25 students all enjoy watching basketball (A), tennis (B) or basketball and tennis. 18 enjoy watching basketball and 15 enjoy watching tennis.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370" y="2212637"/>
            <a:ext cx="56341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probability that a student selected at random would:</a:t>
            </a:r>
          </a:p>
          <a:p>
            <a:endParaRPr lang="en-AU" sz="2000" dirty="0"/>
          </a:p>
          <a:p>
            <a:pPr marL="342900" indent="-342900">
              <a:buAutoNum type="alphaLcParenR"/>
            </a:pPr>
            <a:r>
              <a:rPr lang="en-AU" sz="2800" dirty="0"/>
              <a:t>Enjoy watching basketball and tennis?</a:t>
            </a:r>
          </a:p>
          <a:p>
            <a:pPr marL="342900" indent="-342900">
              <a:buAutoNum type="alphaLcParenR"/>
            </a:pP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b)    Only enjoy watching tennis?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0" y="5237375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>
                <a:solidFill>
                  <a:srgbClr val="C00000"/>
                </a:solidFill>
              </a:rPr>
              <a:t>18 + 15 =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33" y="5975722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>
                <a:solidFill>
                  <a:srgbClr val="C00000"/>
                </a:solidFill>
              </a:rPr>
              <a:t>33 – 25 = 8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389979" y="6196544"/>
            <a:ext cx="543762" cy="1638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17248" y="5814818"/>
            <a:ext cx="187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rgbClr val="C00000"/>
                </a:solidFill>
              </a:rPr>
              <a:t>Overlap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240624" y="2190084"/>
              <a:ext cx="1278720" cy="6256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544" y="2181444"/>
                <a:ext cx="130608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/>
              <p14:cNvContentPartPr/>
              <p14:nvPr/>
            </p14:nvContentPartPr>
            <p14:xfrm>
              <a:off x="1725984" y="4046244"/>
              <a:ext cx="223200" cy="2703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3024" y="4034004"/>
                <a:ext cx="2487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/>
              <p14:cNvContentPartPr/>
              <p14:nvPr/>
            </p14:nvContentPartPr>
            <p14:xfrm>
              <a:off x="1980504" y="4274844"/>
              <a:ext cx="876240" cy="32400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6464" y="4266924"/>
                <a:ext cx="9028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" name="Ink 56"/>
              <p14:cNvContentPartPr/>
              <p14:nvPr/>
            </p14:nvContentPartPr>
            <p14:xfrm>
              <a:off x="3696984" y="4236324"/>
              <a:ext cx="927720" cy="31680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84744" y="4221204"/>
                <a:ext cx="9561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9" name="Ink 68"/>
              <p14:cNvContentPartPr/>
              <p14:nvPr/>
            </p14:nvContentPartPr>
            <p14:xfrm>
              <a:off x="1599984" y="2878764"/>
              <a:ext cx="480240" cy="48420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5584" y="2862204"/>
                <a:ext cx="51048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4" name="Ink 83"/>
              <p14:cNvContentPartPr/>
              <p14:nvPr/>
            </p14:nvContentPartPr>
            <p14:xfrm>
              <a:off x="4504464" y="2862924"/>
              <a:ext cx="603720" cy="55008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89704" y="2853204"/>
                <a:ext cx="63000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7" name="Ink 86"/>
              <p14:cNvContentPartPr/>
              <p14:nvPr/>
            </p14:nvContentPartPr>
            <p14:xfrm>
              <a:off x="3181559" y="3408684"/>
              <a:ext cx="252000" cy="43560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66439" y="3393564"/>
                <a:ext cx="28224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2" name="Ink 91"/>
              <p14:cNvContentPartPr/>
              <p14:nvPr/>
            </p14:nvContentPartPr>
            <p14:xfrm>
              <a:off x="2022359" y="3447564"/>
              <a:ext cx="406440" cy="30204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06519" y="3430644"/>
                <a:ext cx="4381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4" name="Ink 93"/>
              <p14:cNvContentPartPr/>
              <p14:nvPr/>
            </p14:nvContentPartPr>
            <p14:xfrm>
              <a:off x="4173359" y="3609204"/>
              <a:ext cx="298800" cy="1188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60759" y="3596244"/>
                <a:ext cx="3171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5" name="Ink 94"/>
              <p14:cNvContentPartPr/>
              <p14:nvPr/>
            </p14:nvContentPartPr>
            <p14:xfrm>
              <a:off x="4130159" y="3433524"/>
              <a:ext cx="252360" cy="32580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14679" y="3420204"/>
                <a:ext cx="28368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CE18C0-8BA0-484B-A7C0-0AD299458635}"/>
                  </a:ext>
                </a:extLst>
              </p:cNvPr>
              <p:cNvSpPr txBox="1"/>
              <p:nvPr/>
            </p:nvSpPr>
            <p:spPr>
              <a:xfrm>
                <a:off x="6397819" y="4305344"/>
                <a:ext cx="5779680" cy="60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0CE18C0-8BA0-484B-A7C0-0AD299458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819" y="4305344"/>
                <a:ext cx="5779680" cy="607089"/>
              </a:xfrm>
              <a:prstGeom prst="rect">
                <a:avLst/>
              </a:prstGeom>
              <a:blipFill rotWithShape="0">
                <a:blip r:embed="rId2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86CB10-934E-4E1F-874F-5E5F802321C0}"/>
                  </a:ext>
                </a:extLst>
              </p:cNvPr>
              <p:cNvSpPr txBox="1"/>
              <p:nvPr/>
            </p:nvSpPr>
            <p:spPr>
              <a:xfrm>
                <a:off x="7177548" y="5819219"/>
                <a:ext cx="3813933" cy="60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E86CB10-934E-4E1F-874F-5E5F8023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548" y="5819219"/>
                <a:ext cx="3813933" cy="607089"/>
              </a:xfrm>
              <a:prstGeom prst="rect">
                <a:avLst/>
              </a:prstGeom>
              <a:blipFill rotWithShape="0">
                <a:blip r:embed="rId24"/>
                <a:stretch>
                  <a:fillRect b="-20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63486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6" y="772285"/>
            <a:ext cx="11725275" cy="1981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3" y="2872789"/>
            <a:ext cx="7859122" cy="38367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2173234" y="4280296"/>
              <a:ext cx="29880" cy="274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2247" y="4262296"/>
                <a:ext cx="68653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/>
              <p14:cNvContentPartPr/>
              <p14:nvPr/>
            </p14:nvContentPartPr>
            <p14:xfrm>
              <a:off x="418594" y="6208456"/>
              <a:ext cx="156240" cy="2606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674" y="6187216"/>
                <a:ext cx="1904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/>
              <p14:cNvContentPartPr/>
              <p14:nvPr/>
            </p14:nvContentPartPr>
            <p14:xfrm>
              <a:off x="4071514" y="3863056"/>
              <a:ext cx="152280" cy="2199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61458" y="3847936"/>
                <a:ext cx="183526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683194" y="6215656"/>
              <a:ext cx="1800" cy="1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994" y="6208816"/>
                <a:ext cx="162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/>
              <p14:cNvContentPartPr/>
              <p14:nvPr/>
            </p14:nvContentPartPr>
            <p14:xfrm>
              <a:off x="687874" y="6211336"/>
              <a:ext cx="196560" cy="1533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0954" y="6194456"/>
                <a:ext cx="227160" cy="191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/>
              <p14:cNvContentPartPr/>
              <p14:nvPr/>
            </p14:nvContentPartPr>
            <p14:xfrm>
              <a:off x="785794" y="6256336"/>
              <a:ext cx="25560" cy="20340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8514" y="6240496"/>
                <a:ext cx="63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/>
              <p14:cNvContentPartPr/>
              <p14:nvPr/>
            </p14:nvContentPartPr>
            <p14:xfrm>
              <a:off x="2366554" y="4261936"/>
              <a:ext cx="173160" cy="25596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44234" y="4249336"/>
                <a:ext cx="2174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/>
              <p14:cNvContentPartPr/>
              <p14:nvPr/>
            </p14:nvContentPartPr>
            <p14:xfrm>
              <a:off x="4999954" y="4218736"/>
              <a:ext cx="168480" cy="2898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79434" y="4202176"/>
                <a:ext cx="1983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Ink 39"/>
              <p14:cNvContentPartPr/>
              <p14:nvPr/>
            </p14:nvContentPartPr>
            <p14:xfrm>
              <a:off x="965074" y="4194976"/>
              <a:ext cx="5068080" cy="223596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5994" y="4179496"/>
                <a:ext cx="5104080" cy="22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/>
              <p14:cNvContentPartPr/>
              <p14:nvPr/>
            </p14:nvContentPartPr>
            <p14:xfrm>
              <a:off x="2988994" y="5505376"/>
              <a:ext cx="379080" cy="25236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76034" y="5491696"/>
                <a:ext cx="415080" cy="2890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5284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2" y="4239150"/>
            <a:ext cx="5972175" cy="2524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949" y="272335"/>
            <a:ext cx="7829217" cy="38115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4918594" y="1030216"/>
              <a:ext cx="3088080" cy="22978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8074" y="826456"/>
                <a:ext cx="3313440" cy="27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5940634" y="2927056"/>
              <a:ext cx="342360" cy="2109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5514" y="2912296"/>
                <a:ext cx="3808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31505" y="4763587"/>
                <a:ext cx="154270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  <m:r>
                        <a:rPr lang="en-AU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05" y="4763587"/>
                <a:ext cx="1542700" cy="63664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/>
              <p14:cNvContentPartPr/>
              <p14:nvPr/>
            </p14:nvContentPartPr>
            <p14:xfrm>
              <a:off x="6532834" y="1029856"/>
              <a:ext cx="1447560" cy="22759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6247" y="837256"/>
                <a:ext cx="1663254" cy="26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938092" y="5400236"/>
                <a:ext cx="1542700" cy="611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092" y="5400236"/>
                <a:ext cx="1542700" cy="61177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/>
              <p14:cNvContentPartPr/>
              <p14:nvPr/>
            </p14:nvContentPartPr>
            <p14:xfrm>
              <a:off x="6566314" y="885496"/>
              <a:ext cx="2947320" cy="25214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56514" y="689988"/>
                <a:ext cx="3174840" cy="2949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831505" y="6097995"/>
                <a:ext cx="1542700" cy="63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505" y="6097995"/>
                <a:ext cx="1542700" cy="63664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67675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4" y="4047247"/>
            <a:ext cx="11440489" cy="7497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88" y="137700"/>
            <a:ext cx="7829217" cy="38115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6877473" y="2792421"/>
              <a:ext cx="342360" cy="2109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2353" y="2777661"/>
                <a:ext cx="380880" cy="2491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62958" y="4882149"/>
          <a:ext cx="4611269" cy="1395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07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Not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078">
                <a:tc>
                  <a:txBody>
                    <a:bodyPr/>
                    <a:lstStyle/>
                    <a:p>
                      <a:r>
                        <a:rPr lang="en-AU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078">
                <a:tc>
                  <a:txBody>
                    <a:bodyPr/>
                    <a:lstStyle/>
                    <a:p>
                      <a:r>
                        <a:rPr lang="en-AU" b="1" dirty="0"/>
                        <a:t>Not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247903" y="5376163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534" y="5837489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3374" y="5376163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13/25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7903" y="6301239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8/25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534" y="5390661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7903" y="5845950"/>
            <a:ext cx="21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29764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1" grpId="1"/>
      <p:bldP spid="12" grpId="0"/>
      <p:bldP spid="12" grpId="1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16675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800" b="1" dirty="0" smtClean="0"/>
              <a:t>MUTUALLY EXCLUSIVE AND INDEPENDENT AND DEPENDENT </a:t>
            </a:r>
            <a:r>
              <a:rPr lang="en-AU" sz="4800" b="1" dirty="0"/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375162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575040" y="0"/>
          <a:ext cx="361696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What are mutually exclusive events?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7640" y="868680"/>
                <a:ext cx="1164336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If two events cannot occur at the same time, they are called mutually exclusive </a:t>
                </a:r>
                <a:r>
                  <a:rPr lang="en-AU" sz="2400" dirty="0" smtClean="0"/>
                  <a:t>events.</a:t>
                </a:r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For example: if you roll a dice, the sample space is 1, 2, 3, 4, 5, 6.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Possible events include: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an even number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an odd number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These events are mutually </a:t>
                </a:r>
                <a:r>
                  <a:rPr lang="en-AU" sz="2400" dirty="0" smtClean="0"/>
                  <a:t>exclusive </a:t>
                </a:r>
                <a:r>
                  <a:rPr lang="en-AU" sz="2400" dirty="0"/>
                  <a:t>because it is impossible for both of them to occur at the same time.</a:t>
                </a:r>
              </a:p>
              <a:p>
                <a:endParaRPr lang="en-AU" sz="2400" dirty="0"/>
              </a:p>
              <a:p>
                <a:r>
                  <a:rPr lang="en-AU" sz="2400" dirty="0" err="1"/>
                  <a:t>Pr</a:t>
                </a:r>
                <a:r>
                  <a:rPr lang="en-AU" sz="2400" dirty="0"/>
                  <a:t>(A) = ½</a:t>
                </a:r>
              </a:p>
              <a:p>
                <a:r>
                  <a:rPr lang="en-AU" sz="2400" dirty="0" err="1"/>
                  <a:t>Pr</a:t>
                </a:r>
                <a:r>
                  <a:rPr lang="en-AU" sz="2400" dirty="0"/>
                  <a:t>(B) = ½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BUT </a:t>
                </a:r>
                <a:r>
                  <a:rPr lang="en-AU" sz="2400" dirty="0" err="1"/>
                  <a:t>Pr</a:t>
                </a:r>
                <a:r>
                  <a:rPr lang="en-AU" sz="2400" dirty="0"/>
                  <a:t>(A and B) = 0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" y="868680"/>
                <a:ext cx="11643360" cy="5632311"/>
              </a:xfrm>
              <a:prstGeom prst="rect">
                <a:avLst/>
              </a:prstGeom>
              <a:blipFill>
                <a:blip r:embed="rId2"/>
                <a:stretch>
                  <a:fillRect l="-838" t="-867" r="-785" b="-15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40690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575040" y="0"/>
          <a:ext cx="361696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What are mutually exclusive events?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7640" y="868680"/>
                <a:ext cx="1164336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If two events </a:t>
                </a:r>
                <a:r>
                  <a:rPr lang="en-AU" sz="2400" b="1" dirty="0"/>
                  <a:t>can</a:t>
                </a:r>
                <a:r>
                  <a:rPr lang="en-AU" sz="2400" dirty="0"/>
                  <a:t> occur at the same time, they are </a:t>
                </a:r>
                <a:r>
                  <a:rPr lang="en-AU" sz="2400" b="1" dirty="0"/>
                  <a:t>not</a:t>
                </a:r>
                <a:r>
                  <a:rPr lang="en-AU" sz="2400" dirty="0"/>
                  <a:t> mutually exclusive.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For example: if you roll a dice, the sample space is 1, 2, 3, 4, 5, 6.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Possible events include: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an even number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sz="2400" dirty="0"/>
                  <a:t>rolling a square number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These events are </a:t>
                </a:r>
                <a:r>
                  <a:rPr lang="en-AU" sz="2400" b="1" dirty="0"/>
                  <a:t>not</a:t>
                </a:r>
                <a:r>
                  <a:rPr lang="en-AU" sz="2400" dirty="0"/>
                  <a:t> mutually exclusive because it is possible for both of them to occur at the same time.</a:t>
                </a:r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" y="868680"/>
                <a:ext cx="11643360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838" t="-10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842" y="1605250"/>
            <a:ext cx="1589345" cy="18034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89" y="4674235"/>
            <a:ext cx="3873225" cy="189420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80267" y="5039360"/>
            <a:ext cx="65328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4 is both an even number and a square number, so A and B can occur at the same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21459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280" y="833120"/>
            <a:ext cx="11689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events cannot occur at the same time, they are called mutually exclusive events.</a:t>
            </a:r>
          </a:p>
          <a:p>
            <a:r>
              <a:rPr lang="en-AU" sz="2400" dirty="0"/>
              <a:t>If two events </a:t>
            </a:r>
            <a:r>
              <a:rPr lang="en-AU" sz="2400" b="1" dirty="0"/>
              <a:t>can</a:t>
            </a:r>
            <a:r>
              <a:rPr lang="en-AU" sz="2400" dirty="0"/>
              <a:t> occur at the same time, they are </a:t>
            </a:r>
            <a:r>
              <a:rPr lang="en-AU" sz="2400" b="1" dirty="0"/>
              <a:t>not</a:t>
            </a:r>
            <a:r>
              <a:rPr lang="en-AU" sz="2400" dirty="0"/>
              <a:t> mutually exclusive.</a:t>
            </a:r>
          </a:p>
          <a:p>
            <a:r>
              <a:rPr lang="en-AU" sz="2400" dirty="0"/>
              <a:t> </a:t>
            </a:r>
          </a:p>
          <a:p>
            <a:r>
              <a:rPr lang="en-AU" sz="2400" dirty="0"/>
              <a:t>Decide whether the following events are mutually exclusive or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280" y="2570480"/>
            <a:ext cx="1056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Tossing a coin and getting a heads and tossing a coin and getting a 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280" y="3056990"/>
            <a:ext cx="1056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Winning a football game and losing the same football game.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280" y="3563265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Picking a red card from a deck of cards and picking a black card from a deck of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80" y="402493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Picking a red card from a deck of cards and picking a Jack, Queen or 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280" y="455605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Catching a bus and missing the same bus.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280" y="5017715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Watching a comedy movie and watching a romantic movie.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" y="54793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Rolling the number 2 on a dice and rolling a number less than 4 on a dice.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280" y="58857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traffic light being red and a traffic light being green.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280" y="6292180"/>
            <a:ext cx="11475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traffic light being red and the pedestrian crossing being green.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2570479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3032144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563264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4556049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5945450"/>
            <a:ext cx="70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56240" y="3955474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Not 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6240" y="4948260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Not 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6240" y="5413679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Not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8140" y="6272814"/>
            <a:ext cx="134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Not 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0806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311"/>
          <p:cNvSpPr txBox="1"/>
          <p:nvPr/>
        </p:nvSpPr>
        <p:spPr>
          <a:xfrm>
            <a:off x="0" y="-20901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44863" y="679956"/>
            <a:ext cx="11830879" cy="4595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/>
              <a:t>Independent Events:</a:t>
            </a:r>
            <a:endParaRPr lang="en-AU" sz="2600" b="1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186910" y="1192897"/>
            <a:ext cx="7659153" cy="7366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dirty="0" smtClean="0">
                <a:solidFill>
                  <a:srgbClr val="002060"/>
                </a:solidFill>
              </a:rPr>
              <a:t>Events where the outcome of one event has no effect on the outcomes of the other</a:t>
            </a:r>
            <a:endParaRPr lang="en-AU" sz="2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5509" y="1982930"/>
                <a:ext cx="8659089" cy="55937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600" b="1" dirty="0" smtClean="0"/>
                  <a:t>If A and B are independent events, </a:t>
                </a:r>
                <a14:m>
                  <m:oMath xmlns:m="http://schemas.openxmlformats.org/officeDocument/2006/math">
                    <m:r>
                      <a:rPr lang="en-AU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600" b="1" dirty="0"/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09" y="1982930"/>
                <a:ext cx="8659089" cy="559379"/>
              </a:xfrm>
              <a:prstGeom prst="rect">
                <a:avLst/>
              </a:prstGeom>
              <a:blipFill rotWithShape="0">
                <a:blip r:embed="rId2"/>
                <a:stretch>
                  <a:fillRect l="-1268" t="-16304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244863" y="2664840"/>
            <a:ext cx="11830879" cy="4595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D</a:t>
            </a:r>
            <a:r>
              <a:rPr lang="en-AU" dirty="0" smtClean="0"/>
              <a:t>ependent Events:</a:t>
            </a:r>
            <a:endParaRPr lang="en-AU" sz="26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5998C7-D6B9-43C8-9603-2BA74BD839A8}"/>
              </a:ext>
            </a:extLst>
          </p:cNvPr>
          <p:cNvSpPr txBox="1">
            <a:spLocks/>
          </p:cNvSpPr>
          <p:nvPr/>
        </p:nvSpPr>
        <p:spPr>
          <a:xfrm>
            <a:off x="1281243" y="3142936"/>
            <a:ext cx="9758117" cy="73667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dirty="0" smtClean="0">
                <a:solidFill>
                  <a:srgbClr val="002060"/>
                </a:solidFill>
              </a:rPr>
              <a:t>Events where the outcome of one event does have an effect on the outcome of the other</a:t>
            </a:r>
            <a:endParaRPr lang="en-AU" sz="2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05998C7-D6B9-43C8-9603-2BA74BD839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4955" y="4125524"/>
                <a:ext cx="7679936" cy="121540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2600" b="1" dirty="0" smtClean="0"/>
                  <a:t>If A and B are dependent events and A occurs first, </a:t>
                </a:r>
                <a14:m>
                  <m:oMath xmlns:m="http://schemas.openxmlformats.org/officeDocument/2006/math">
                    <m:r>
                      <a:rPr lang="en-AU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𝒐𝒏𝒄𝒆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𝒉𝒂𝒔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𝒐𝒄𝒄𝒖𝒓𝒓𝒆𝒅</m:t>
                    </m:r>
                    <m:r>
                      <a:rPr lang="en-AU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600" b="1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05998C7-D6B9-43C8-9603-2BA74BD83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955" y="4125524"/>
                <a:ext cx="7679936" cy="1215404"/>
              </a:xfrm>
              <a:prstGeom prst="rect">
                <a:avLst/>
              </a:prstGeom>
              <a:blipFill rotWithShape="0">
                <a:blip r:embed="rId3"/>
                <a:stretch>
                  <a:fillRect l="-1429" t="-7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177251" y="310624"/>
                <a:ext cx="28097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AU" sz="2800" dirty="0" smtClean="0"/>
                  <a:t>: A and B</a:t>
                </a:r>
                <a:endParaRPr lang="en-A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251" y="310624"/>
                <a:ext cx="2809702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91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Consider the situation where you spin a spinner with outcomes 1, 2 and 3, and toss a coin.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Represent the information in a two-way tables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getting a Tail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spinning a 1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Determine P(tail) x P(1)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Probability of tossing a tail and spinning a 1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0050" y="2925568"/>
                <a:ext cx="7432967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2925568"/>
                <a:ext cx="7432967" cy="526939"/>
              </a:xfrm>
              <a:prstGeom prst="rect">
                <a:avLst/>
              </a:prstGeom>
              <a:blipFill rotWithShape="0">
                <a:blip r:embed="rId3"/>
                <a:stretch>
                  <a:fillRect l="-820" b="-9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0050" y="3523458"/>
                <a:ext cx="3210792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c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𝑠𝑝𝑖𝑛𝑛𝑖𝑛𝑔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3523458"/>
                <a:ext cx="3210792" cy="528543"/>
              </a:xfrm>
              <a:prstGeom prst="rect">
                <a:avLst/>
              </a:prstGeom>
              <a:blipFill rotWithShape="0">
                <a:blip r:embed="rId4"/>
                <a:stretch>
                  <a:fillRect l="-1898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" y="0"/>
            <a:ext cx="1593188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/>
          </p:nvPr>
        </p:nvGraphicFramePr>
        <p:xfrm>
          <a:off x="7315570" y="2724539"/>
          <a:ext cx="4157127" cy="2671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5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92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92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9158356" y="2895229"/>
              <a:ext cx="1645920" cy="24768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7476" y="2876509"/>
                <a:ext cx="16862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Ink 27"/>
              <p14:cNvContentPartPr/>
              <p14:nvPr/>
            </p14:nvContentPartPr>
            <p14:xfrm>
              <a:off x="7791076" y="3581389"/>
              <a:ext cx="231480" cy="167040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9476" y="3565189"/>
                <a:ext cx="275040" cy="171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Ink 31"/>
              <p14:cNvContentPartPr/>
              <p14:nvPr/>
            </p14:nvContentPartPr>
            <p14:xfrm>
              <a:off x="8909596" y="3551869"/>
              <a:ext cx="2258280" cy="171828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90156" y="3540709"/>
                <a:ext cx="2302560" cy="17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10049" y="4251164"/>
                <a:ext cx="4583513" cy="5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d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</m:e>
                    </m:d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9" y="4251164"/>
                <a:ext cx="4583513" cy="528863"/>
              </a:xfrm>
              <a:prstGeom prst="rect">
                <a:avLst/>
              </a:prstGeom>
              <a:blipFill rotWithShape="0">
                <a:blip r:embed="rId11"/>
                <a:stretch>
                  <a:fillRect l="-133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10050" y="4993641"/>
                <a:ext cx="3210792" cy="52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e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" y="4993641"/>
                <a:ext cx="3210792" cy="528543"/>
              </a:xfrm>
              <a:prstGeom prst="rect">
                <a:avLst/>
              </a:prstGeom>
              <a:blipFill rotWithShape="0">
                <a:blip r:embed="rId12"/>
                <a:stretch>
                  <a:fillRect l="-1898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763981" y="5598458"/>
                <a:ext cx="6539346" cy="5232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800" b="0" dirty="0" smtClean="0"/>
                  <a:t> Notice: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)×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981" y="5598458"/>
                <a:ext cx="6539346" cy="523220"/>
              </a:xfrm>
              <a:prstGeom prst="rect">
                <a:avLst/>
              </a:prstGeom>
              <a:blipFill rotWithShape="0">
                <a:blip r:embed="rId13"/>
                <a:stretch>
                  <a:fillRect l="-558" t="-8989" b="-2921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/>
          <p:cNvSpPr txBox="1"/>
          <p:nvPr/>
        </p:nvSpPr>
        <p:spPr>
          <a:xfrm>
            <a:off x="1815446" y="6197952"/>
            <a:ext cx="879020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b="0" dirty="0" smtClean="0"/>
              <a:t> Tossing a Tail and Spinning a 1 are independent events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523316" y="88669"/>
                <a:ext cx="36077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𝑡𝑎𝑖𝑙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∩ 1</m:t>
                        </m:r>
                      </m:e>
                    </m:d>
                  </m:oMath>
                </a14:m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𝑡𝑎𝑖𝑙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0" smtClean="0"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316" y="88669"/>
                <a:ext cx="3607724" cy="369332"/>
              </a:xfrm>
              <a:prstGeom prst="rect">
                <a:avLst/>
              </a:prstGeom>
              <a:blipFill>
                <a:blip r:embed="rId1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94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83" grpId="0"/>
      <p:bldP spid="84" grpId="0"/>
      <p:bldP spid="85" grpId="0" animBg="1"/>
      <p:bldP spid="8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 a desk, there sits a container of 5 black and 5 blue pencils, and </a:t>
            </a:r>
            <a:r>
              <a:rPr lang="en-US" sz="2400" smtClean="0"/>
              <a:t>a second </a:t>
            </a:r>
            <a:r>
              <a:rPr lang="en-US" sz="2400" dirty="0" smtClean="0"/>
              <a:t>container with 20 </a:t>
            </a:r>
            <a:r>
              <a:rPr lang="en-US" sz="2400" dirty="0" err="1" smtClean="0"/>
              <a:t>coloured</a:t>
            </a:r>
            <a:r>
              <a:rPr lang="en-US" sz="2400" dirty="0" smtClean="0"/>
              <a:t> pencils. The </a:t>
            </a:r>
            <a:r>
              <a:rPr lang="en-US" sz="2400" dirty="0" err="1" smtClean="0"/>
              <a:t>coloured</a:t>
            </a:r>
            <a:r>
              <a:rPr lang="en-US" sz="2400" dirty="0" smtClean="0"/>
              <a:t> pencils include 2 red, 4 purple, 3 green and 11 yellow.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 from the first container?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red pencil from the second container?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probability of selecting the black pencil affects the probability of selecting the red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Are the events independent or dependent? Why?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8815" y="3294542"/>
                <a:ext cx="2175166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𝑏𝑙𝑎𝑐𝑘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5" y="3294542"/>
                <a:ext cx="2175166" cy="526939"/>
              </a:xfrm>
              <a:prstGeom prst="rect">
                <a:avLst/>
              </a:prstGeom>
              <a:blipFill rotWithShape="0">
                <a:blip r:embed="rId3"/>
                <a:stretch>
                  <a:fillRect l="-3090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8815" y="3901182"/>
                <a:ext cx="25561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5" y="3901182"/>
                <a:ext cx="2556167" cy="529504"/>
              </a:xfrm>
              <a:prstGeom prst="rect">
                <a:avLst/>
              </a:prstGeom>
              <a:blipFill rotWithShape="0">
                <a:blip r:embed="rId4"/>
                <a:stretch>
                  <a:fillRect l="-2625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162123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616523" y="4510387"/>
            <a:ext cx="2556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</a:t>
            </a:r>
            <a:r>
              <a:rPr lang="en-AU" sz="2000" b="0" dirty="0" smtClean="0"/>
              <a:t>) No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16523" y="5090338"/>
            <a:ext cx="9871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Independent.  The outcomes of one event </a:t>
            </a:r>
            <a:r>
              <a:rPr lang="en-AU" sz="2000" dirty="0" smtClean="0"/>
              <a:t>does not affect the outcome of the other</a:t>
            </a:r>
            <a:r>
              <a:rPr lang="en-AU" sz="2000" b="0" dirty="0" smtClean="0"/>
              <a:t> 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5170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 now combine all the pencils into one container. There are now 5 black, 5 blue pencils, 2 red, 4 purple, 3 green and 11 yellow pencils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If this pencil is replaced, and another pencil is selected, what is the probability that this pencil is a red one?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selection of the second pencil depend on what happened in the first selection?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Would you classify these two events as independent or dependent?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5470" y="3301292"/>
                <a:ext cx="7432967" cy="533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0" y="3301292"/>
                <a:ext cx="7432967" cy="533929"/>
              </a:xfrm>
              <a:prstGeom prst="rect">
                <a:avLst/>
              </a:prstGeom>
              <a:blipFill rotWithShape="0">
                <a:blip r:embed="rId3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5468" y="3873099"/>
                <a:ext cx="74329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68" y="3873099"/>
                <a:ext cx="7432967" cy="529504"/>
              </a:xfrm>
              <a:prstGeom prst="rect">
                <a:avLst/>
              </a:prstGeom>
              <a:blipFill>
                <a:blip r:embed="rId4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178953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t="40482"/>
          <a:stretch/>
        </p:blipFill>
        <p:spPr>
          <a:xfrm>
            <a:off x="678871" y="6858000"/>
            <a:ext cx="10688542" cy="40936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469" y="4468054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c</a:t>
            </a:r>
            <a:r>
              <a:rPr lang="en-AU" sz="2000" b="0" dirty="0" smtClean="0"/>
              <a:t>) No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45468" y="4958555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Independent.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73216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6745C4-844C-C342-B92F-C33E2AD0B9AF}"/>
              </a:ext>
            </a:extLst>
          </p:cNvPr>
          <p:cNvSpPr txBox="1"/>
          <p:nvPr/>
        </p:nvSpPr>
        <p:spPr>
          <a:xfrm>
            <a:off x="103908" y="563874"/>
            <a:ext cx="120880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 consider the situation where the first pencil is not replaced before the second is selected.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What is the probability of selecting a black pencil?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Another pencil is selected, what is the probability that this pencil is a red one?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Does the selection of the second pencil depend on what happened in the first selection?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Would you classify these two events as independent or dependent? Why?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5579" y="2542743"/>
                <a:ext cx="7432967" cy="533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a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79" y="2542743"/>
                <a:ext cx="7432967" cy="533929"/>
              </a:xfrm>
              <a:prstGeom prst="rect">
                <a:avLst/>
              </a:prstGeom>
              <a:blipFill rotWithShape="0">
                <a:blip r:embed="rId3"/>
                <a:stretch>
                  <a:fillRect l="-820" b="-68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4853" y="3153006"/>
                <a:ext cx="7432967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b</a:t>
                </a:r>
                <a:r>
                  <a:rPr lang="en-AU" sz="2000" b="0" dirty="0" smtClean="0"/>
                  <a:t>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3" y="3153006"/>
                <a:ext cx="7432967" cy="529504"/>
              </a:xfrm>
              <a:prstGeom prst="rect">
                <a:avLst/>
              </a:prstGeom>
              <a:blipFill rotWithShape="0">
                <a:blip r:embed="rId4"/>
                <a:stretch>
                  <a:fillRect l="-902"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0" y="0"/>
            <a:ext cx="1666115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394853" y="3778911"/>
            <a:ext cx="743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c</a:t>
            </a:r>
            <a:r>
              <a:rPr lang="en-AU" sz="2000" b="0" dirty="0" smtClean="0"/>
              <a:t>) Yes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94852" y="4305244"/>
            <a:ext cx="9033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</a:t>
            </a:r>
            <a:r>
              <a:rPr lang="en-AU" sz="2000" b="0" dirty="0" smtClean="0"/>
              <a:t>) Dependent because the second event outcome is dependent on the first.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33121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Review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64" y="942363"/>
            <a:ext cx="9265714" cy="35811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5913" y="1368795"/>
            <a:ext cx="2075632" cy="319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Independent</a:t>
            </a:r>
            <a:endParaRPr lang="en-AU" sz="20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Independent</a:t>
            </a:r>
            <a:endParaRPr lang="en-AU" sz="20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Independent</a:t>
            </a:r>
            <a:endParaRPr lang="en-AU" sz="20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Dependent</a:t>
            </a:r>
            <a:endParaRPr lang="en-AU" sz="20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Independent</a:t>
            </a:r>
            <a:endParaRPr lang="en-AU" sz="2000" dirty="0"/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AU" sz="2000" dirty="0" smtClean="0"/>
              <a:t>Dependent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99875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800" b="1" dirty="0"/>
              <a:t>TREE DIAGRAMS</a:t>
            </a:r>
          </a:p>
        </p:txBody>
      </p:sp>
    </p:spTree>
    <p:extLst>
      <p:ext uri="{BB962C8B-B14F-4D97-AF65-F5344CB8AC3E}">
        <p14:creationId xmlns:p14="http://schemas.microsoft.com/office/powerpoint/2010/main" val="19605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of getting: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heads?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97314" y="1544296"/>
              <a:ext cx="4652640" cy="2024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274" y="1506496"/>
                <a:ext cx="4676400" cy="207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35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of getting: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heads?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tails?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851674" y="3539776"/>
              <a:ext cx="4573440" cy="1955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434" y="3515301"/>
                <a:ext cx="4602240" cy="2014549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7292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of getting: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heads?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tails?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532" y="349943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 tails?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0340" y="349720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45554" y="1637176"/>
              <a:ext cx="4536720" cy="1965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754" y="1603702"/>
                <a:ext cx="4558680" cy="2014911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686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of getting: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heads?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Three tails?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532" y="349943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No tails?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0340" y="349720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532" y="420652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Exactly one tail?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586" y="4241398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3/8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828994" y="3535816"/>
              <a:ext cx="4646880" cy="1097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474" y="3515656"/>
                <a:ext cx="4675680" cy="11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848074" y="2392816"/>
              <a:ext cx="4602600" cy="115704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2314" y="2365824"/>
                <a:ext cx="4623122" cy="1199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/>
              <p14:cNvContentPartPr/>
              <p14:nvPr/>
            </p14:nvContentPartPr>
            <p14:xfrm>
              <a:off x="844474" y="1825816"/>
              <a:ext cx="4584240" cy="1753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6194" y="1790896"/>
                <a:ext cx="4610880" cy="1800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34524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629" y="746592"/>
            <a:ext cx="11740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At Coles, cartons of eggs are inspected for broken shells before they are put on the shelves. The probability a carton of eggs is rejected is 1/10. Two cartons of eggs are inspected.</a:t>
            </a:r>
          </a:p>
          <a:p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/>
              <a:t>Draw a tree diagram that represents this situation (use R for rejected and A for accepted).</a:t>
            </a:r>
          </a:p>
          <a:p>
            <a:pPr marL="457200" indent="-457200">
              <a:buAutoNum type="alphaLcParenR"/>
            </a:pPr>
            <a:r>
              <a:rPr lang="en-AU" sz="2400" dirty="0"/>
              <a:t>Find the probability that both cartons are rejected.</a:t>
            </a:r>
          </a:p>
          <a:p>
            <a:pPr marL="457200" indent="-457200">
              <a:buAutoNum type="alphaLcParenR"/>
            </a:pPr>
            <a:r>
              <a:rPr lang="en-AU" sz="2400" dirty="0"/>
              <a:t>Find the probability that one carton is rejected.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51" y="3189820"/>
            <a:ext cx="3561235" cy="36025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9541" y="409128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051" y="53043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5834" y="3653247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0668" y="4460620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169" y="5222816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9003" y="603018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7251" y="3232198"/>
            <a:ext cx="5820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There are four outcomes.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0036" y="3648784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(RR) = 1/10 x 1/10 = 1/100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0036" y="4418844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(RA) = 1/10 x 9/10 = 9/100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0036" y="5274758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(AR) = 9/10 x 1/10 = 9/100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7065" y="603018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(AA) = 9/10 x 9/10 = 81/100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26393" y="3305279"/>
            <a:ext cx="4284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b) The probability that both cartons are rejected is </a:t>
            </a:r>
          </a:p>
          <a:p>
            <a:pPr algn="ctr"/>
            <a:r>
              <a:rPr lang="en-AU" sz="2400" b="1" dirty="0" err="1"/>
              <a:t>Pr</a:t>
            </a:r>
            <a:r>
              <a:rPr lang="en-AU" sz="2400" b="1" dirty="0"/>
              <a:t>(RR) = 1/100.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5405" y="4922194"/>
            <a:ext cx="4446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c) The probability that one carton is rejected is </a:t>
            </a:r>
            <a:r>
              <a:rPr lang="en-AU" sz="2400" b="1" dirty="0" err="1"/>
              <a:t>Pr</a:t>
            </a:r>
            <a:r>
              <a:rPr lang="en-AU" sz="2400" b="1" dirty="0"/>
              <a:t>(RA) + </a:t>
            </a:r>
            <a:r>
              <a:rPr lang="en-AU" sz="2400" b="1" dirty="0" err="1"/>
              <a:t>Pr</a:t>
            </a:r>
            <a:r>
              <a:rPr lang="en-AU" sz="2400" b="1" dirty="0"/>
              <a:t>(AR) </a:t>
            </a:r>
          </a:p>
          <a:p>
            <a:pPr algn="ctr"/>
            <a:r>
              <a:rPr lang="en-AU" sz="2400" b="1" dirty="0"/>
              <a:t>= 9/100 + 9/100 </a:t>
            </a:r>
          </a:p>
          <a:p>
            <a:pPr algn="ctr"/>
            <a:r>
              <a:rPr lang="en-AU" sz="2400" b="1" dirty="0"/>
              <a:t>= 18/100 = 9/50</a:t>
            </a:r>
          </a:p>
        </p:txBody>
      </p:sp>
    </p:spTree>
    <p:extLst>
      <p:ext uri="{BB962C8B-B14F-4D97-AF65-F5344CB8AC3E}">
        <p14:creationId xmlns:p14="http://schemas.microsoft.com/office/powerpoint/2010/main" val="246724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  <p:bldP spid="23" grpId="0"/>
      <p:bldP spid="24" grpId="0"/>
      <p:bldP spid="26" grpId="0"/>
      <p:bldP spid="27" grpId="0"/>
      <p:bldP spid="5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0"/>
            <a:ext cx="1581968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28" y="532081"/>
            <a:ext cx="117408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marble is taken from a bag containing 4 blue marbles and 7 green marbles. It is </a:t>
            </a:r>
            <a:r>
              <a:rPr lang="en-AU" sz="3000" b="1" i="1" dirty="0"/>
              <a:t>not</a:t>
            </a:r>
            <a:r>
              <a:rPr lang="en-AU" sz="2400" dirty="0"/>
              <a:t> replaced before a 2</a:t>
            </a:r>
            <a:r>
              <a:rPr lang="en-AU" sz="2400" baseline="30000" dirty="0"/>
              <a:t>nd</a:t>
            </a:r>
            <a:r>
              <a:rPr lang="en-AU" sz="2400" dirty="0"/>
              <a:t> marble is taken out.</a:t>
            </a:r>
          </a:p>
          <a:p>
            <a:r>
              <a:rPr lang="en-AU" sz="2400" dirty="0"/>
              <a:t>a)   Draw a tree diagram that represents this situation.</a:t>
            </a:r>
          </a:p>
          <a:p>
            <a:r>
              <a:rPr lang="en-AU" sz="2400" dirty="0"/>
              <a:t>b)   Find the probability of getting two green marbles.</a:t>
            </a:r>
          </a:p>
          <a:p>
            <a:r>
              <a:rPr lang="en-AU" sz="2400" dirty="0"/>
              <a:t>c)    Find the probability of getting at least one blue marble.</a:t>
            </a:r>
          </a:p>
          <a:p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609038" y="1097280"/>
            <a:ext cx="19228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i="1" dirty="0"/>
              <a:t>‘without replacement’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854" y="302519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95" y="2288275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95" y="3913293"/>
            <a:ext cx="33493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0" dirty="0"/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333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0676" y="2711547"/>
            <a:ext cx="74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958" y="375021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0855" y="4712895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1091" y="510698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764" y="3873325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4/11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5678" y="3288550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5168" y="4881371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513" y="5106984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7/11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5168" y="4298652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1610" y="5881646"/>
            <a:ext cx="97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9999" y="3116911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6922" y="4090344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0855" y="5772022"/>
            <a:ext cx="50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00B050"/>
                </a:solidFill>
              </a:rP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909" y="3238086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(BB) = 4/11 x 3/10 = 6/55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909" y="416840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(BG) = 4/11 x 7/10 = 14/55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908" y="483099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(GB) = 7/11 x 4/10 = 14/55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8712" y="5899039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Pr</a:t>
            </a:r>
            <a:r>
              <a:rPr lang="en-AU" sz="2400" dirty="0"/>
              <a:t>(GG) = 7/11 x 6/10 = 21/55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6456" y="2805119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b) The probability of 2 greens is</a:t>
            </a:r>
          </a:p>
          <a:p>
            <a:pPr algn="ctr"/>
            <a:r>
              <a:rPr lang="en-AU" sz="2400" b="1" dirty="0" err="1"/>
              <a:t>Pr</a:t>
            </a:r>
            <a:r>
              <a:rPr lang="en-AU" sz="2400" b="1" dirty="0"/>
              <a:t>(GG) = 21/55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0425" y="4603336"/>
            <a:ext cx="4871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c) The probability of at least 1 blue is</a:t>
            </a:r>
          </a:p>
          <a:p>
            <a:pPr algn="ctr"/>
            <a:r>
              <a:rPr lang="en-AU" sz="2400" b="1" dirty="0" err="1"/>
              <a:t>Pr</a:t>
            </a:r>
            <a:r>
              <a:rPr lang="en-AU" sz="2400" b="1" dirty="0"/>
              <a:t>(BB) + </a:t>
            </a:r>
            <a:r>
              <a:rPr lang="en-AU" sz="2400" b="1" dirty="0" err="1"/>
              <a:t>Pr</a:t>
            </a:r>
            <a:r>
              <a:rPr lang="en-AU" sz="2400" b="1" dirty="0"/>
              <a:t>(BG) + </a:t>
            </a:r>
            <a:r>
              <a:rPr lang="en-AU" sz="2400" b="1" dirty="0" err="1"/>
              <a:t>Pr</a:t>
            </a:r>
            <a:r>
              <a:rPr lang="en-AU" sz="2400" b="1" dirty="0"/>
              <a:t>(GB)</a:t>
            </a:r>
          </a:p>
          <a:p>
            <a:pPr algn="ctr"/>
            <a:r>
              <a:rPr lang="en-AU" sz="2400" b="1" dirty="0"/>
              <a:t> = 6/55 + 14/55 + 14/55</a:t>
            </a:r>
          </a:p>
          <a:p>
            <a:pPr algn="ctr"/>
            <a:r>
              <a:rPr lang="en-AU" sz="2400" b="1" dirty="0"/>
              <a:t>= 34/55</a:t>
            </a:r>
          </a:p>
        </p:txBody>
      </p:sp>
    </p:spTree>
    <p:extLst>
      <p:ext uri="{BB962C8B-B14F-4D97-AF65-F5344CB8AC3E}">
        <p14:creationId xmlns:p14="http://schemas.microsoft.com/office/powerpoint/2010/main" val="395059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69" y="22055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800" b="1" dirty="0"/>
              <a:t>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4573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1456" y="8725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162498" y="1396232"/>
              <a:ext cx="534960" cy="45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7955" y="1158632"/>
                <a:ext cx="692894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3712787" y="1393352"/>
              <a:ext cx="473400" cy="47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06227" y="1184058"/>
                <a:ext cx="657360" cy="46138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/>
          <p:cNvSpPr/>
          <p:nvPr/>
        </p:nvSpPr>
        <p:spPr>
          <a:xfrm>
            <a:off x="4718304" y="783259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400" b="1" dirty="0" smtClean="0"/>
              <a:t>Given</a:t>
            </a:r>
            <a:r>
              <a:rPr lang="en-GB" sz="2400" b="1" dirty="0" smtClean="0"/>
              <a:t> </a:t>
            </a:r>
            <a:r>
              <a:rPr lang="en-GB" sz="2400" b="1" dirty="0"/>
              <a:t>a boy is selected, what is the probability of that they are in Year 8?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/>
              <a:t>Pr</a:t>
            </a:r>
            <a:r>
              <a:rPr lang="en-GB" sz="2400" b="1" dirty="0"/>
              <a:t>(Year 8 if boy) =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smtClean="0"/>
              <a:t>Given </a:t>
            </a:r>
            <a:r>
              <a:rPr lang="en-GB" sz="2400" b="1" dirty="0"/>
              <a:t>a girl is selected, what is the probability that they are in Year 9?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/>
              <a:t>Pr</a:t>
            </a:r>
            <a:r>
              <a:rPr lang="en-GB" sz="2400" b="1" dirty="0"/>
              <a:t>(Year 9 if girl) =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smtClean="0"/>
              <a:t>Given </a:t>
            </a:r>
            <a:r>
              <a:rPr lang="en-GB" sz="2400" b="1" dirty="0"/>
              <a:t>a Year 9 pupil is selected, what is the probability that they are a boy?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/>
              <a:t>Pr</a:t>
            </a:r>
            <a:r>
              <a:rPr lang="en-GB" sz="2400" b="1" dirty="0"/>
              <a:t>(boy if Year 9) = 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482497" y="2673146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/>
              <p14:cNvContentPartPr/>
              <p14:nvPr/>
            </p14:nvContentPartPr>
            <p14:xfrm>
              <a:off x="3689710" y="3635926"/>
              <a:ext cx="438840" cy="550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8990" y="3429646"/>
                <a:ext cx="6087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3" name="Ink 52"/>
              <p14:cNvContentPartPr/>
              <p14:nvPr/>
            </p14:nvContentPartPr>
            <p14:xfrm>
              <a:off x="2932385" y="3587104"/>
              <a:ext cx="443880" cy="33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3465" y="3404805"/>
                <a:ext cx="600480" cy="39043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82497" y="45301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3" name="Ink 62"/>
              <p14:cNvContentPartPr/>
              <p14:nvPr/>
            </p14:nvContentPartPr>
            <p14:xfrm>
              <a:off x="2966789" y="5936570"/>
              <a:ext cx="393120" cy="28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74269" y="5747570"/>
                <a:ext cx="53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4" name="Ink 63"/>
              <p14:cNvContentPartPr/>
              <p14:nvPr/>
            </p14:nvContentPartPr>
            <p14:xfrm>
              <a:off x="2975585" y="5010950"/>
              <a:ext cx="400680" cy="3204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5145" y="4827710"/>
                <a:ext cx="56628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054244" y="1688554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𝟐𝟗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44" y="1688554"/>
                <a:ext cx="1380015" cy="7861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571798" y="3507081"/>
                <a:ext cx="1380015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8" y="3507081"/>
                <a:ext cx="1380015" cy="78374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622286" y="5376035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286" y="5376035"/>
                <a:ext cx="1380015" cy="7861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79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51050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64" y="810092"/>
            <a:ext cx="11049000" cy="2343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00" y="3424003"/>
            <a:ext cx="4034131" cy="2439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6256714" y="2385976"/>
              <a:ext cx="3213720" cy="1846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5867" y="2195176"/>
                <a:ext cx="3368177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1917274" y="3886096"/>
              <a:ext cx="1643760" cy="13752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5776" y="3695706"/>
                <a:ext cx="1852514" cy="178261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4605659" y="3424003"/>
            <a:ext cx="6367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b) How many outcomes are in B? </a:t>
            </a:r>
          </a:p>
          <a:p>
            <a:r>
              <a:rPr lang="en-AU" sz="2400" dirty="0"/>
              <a:t>How many outcomes are in B and also A?</a:t>
            </a:r>
          </a:p>
          <a:p>
            <a:r>
              <a:rPr lang="en-AU" sz="2400" dirty="0" err="1"/>
              <a:t>Pr</a:t>
            </a:r>
            <a:r>
              <a:rPr lang="en-AU" sz="2400" dirty="0"/>
              <a:t>(A, given B)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4630" y="3424431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4630" y="3793334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095" y="4146540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5659" y="4821782"/>
            <a:ext cx="6367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c) How many outcomes are in A? </a:t>
            </a:r>
          </a:p>
          <a:p>
            <a:r>
              <a:rPr lang="en-AU" sz="2400" dirty="0"/>
              <a:t>How many outcomes are in A and also B?</a:t>
            </a:r>
          </a:p>
          <a:p>
            <a:r>
              <a:rPr lang="en-AU" sz="2400" dirty="0" err="1"/>
              <a:t>Pr</a:t>
            </a:r>
            <a:r>
              <a:rPr lang="en-AU" sz="2400" dirty="0"/>
              <a:t>(B, given A) =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4630" y="4822210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4630" y="5191113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095" y="5544319"/>
            <a:ext cx="1105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1/6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/>
              <p14:cNvContentPartPr/>
              <p14:nvPr/>
            </p14:nvContentPartPr>
            <p14:xfrm>
              <a:off x="6670714" y="2903656"/>
              <a:ext cx="2774880" cy="12636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0314" y="2727976"/>
                <a:ext cx="290736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/>
              <p14:cNvContentPartPr/>
              <p14:nvPr/>
            </p14:nvContentPartPr>
            <p14:xfrm>
              <a:off x="965794" y="3822736"/>
              <a:ext cx="1663920" cy="14947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8954" y="3635176"/>
                <a:ext cx="1867320" cy="18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684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1973" y="1228550"/>
            <a:ext cx="764056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err="1"/>
              <a:t>Mathspace</a:t>
            </a:r>
            <a:r>
              <a:rPr lang="en-AU" sz="2400" dirty="0"/>
              <a:t> – Year 10 Mainstream Probability </a:t>
            </a:r>
            <a:r>
              <a:rPr lang="en-AU" sz="2400" dirty="0" smtClean="0"/>
              <a:t>Revision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3017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2582</Words>
  <Application>Microsoft Office PowerPoint</Application>
  <PresentationFormat>Widescreen</PresentationFormat>
  <Paragraphs>428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PROBABILITY RECAP</vt:lpstr>
      <vt:lpstr>PowerPoint Presentation</vt:lpstr>
      <vt:lpstr>PowerPoint Presentation</vt:lpstr>
      <vt:lpstr>MULTIPLE EVENTS</vt:lpstr>
      <vt:lpstr>PowerPoint Presentation</vt:lpstr>
      <vt:lpstr>PowerPoint Presentation</vt:lpstr>
      <vt:lpstr>TWO WAY TABLES AND VENN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MUTUALLY EXCLUSIVE AND INDEPENDENT AND DEPENDENT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STATEMENTS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YOST Amie [Harrisdale Senior High School]</cp:lastModifiedBy>
  <cp:revision>11</cp:revision>
  <dcterms:created xsi:type="dcterms:W3CDTF">2020-09-07T03:34:01Z</dcterms:created>
  <dcterms:modified xsi:type="dcterms:W3CDTF">2021-08-13T01:10:02Z</dcterms:modified>
</cp:coreProperties>
</file>