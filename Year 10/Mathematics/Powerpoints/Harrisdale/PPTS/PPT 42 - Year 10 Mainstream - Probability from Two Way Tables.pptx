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57" r:id="rId3"/>
    <p:sldId id="279" r:id="rId4"/>
    <p:sldId id="280" r:id="rId5"/>
    <p:sldId id="269" r:id="rId6"/>
    <p:sldId id="281" r:id="rId7"/>
    <p:sldId id="282" r:id="rId8"/>
    <p:sldId id="283" r:id="rId9"/>
    <p:sldId id="284" r:id="rId10"/>
    <p:sldId id="287" r:id="rId11"/>
    <p:sldId id="288" r:id="rId12"/>
    <p:sldId id="285" r:id="rId13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8:05:28.850"/>
    </inkml:context>
    <inkml:brush xml:id="br0">
      <inkml:brushProperty name="width" value="0.13333" units="cm"/>
      <inkml:brushProperty name="height" value="0.13333" units="cm"/>
      <inkml:brushProperty name="color" value="#3165BB"/>
      <inkml:brushProperty name="fitToCurve" value="1"/>
    </inkml:brush>
  </inkml:definitions>
  <inkml:trace contextRef="#ctx0" brushRef="#br0">2 308 80,'0'0'30,"0"0"-24,-4-4 10,8 4 3,-4 0 0,0-4 3,0-1-3,0 1 0,0-5-6,5 1 0,-5-1-8,0 1 1,0-1 4,5 1 3,-5-1 2,0 0-4,5-3 5,0-1-4,0-5-3,-1 6 0,6-1-5,0 0-1,-6 0 1,6 0 2,-5 0-1,5 5 0,-1-5-1,1 4 0,0 1-2,-1 3 1,6-3 2,-1-1 4,1 1-4,-1 3-3,1 1 1,-6 0 0,1-5-1,0 5 1,-1 0-2,6-1 2,-6 5-2,1 0 2,0 0 0,-1 0 3,1 5-3,0-1-2,-1 0 0,-4 5 1,0-5 1,0 5 1,0-1-5,-1 5-1,1-4 1,0 4 2,0-1 0,0 6-1,0-1 1,-1 0-1,-4-4-3,5 4 2,-5 0 1,0 0 2,0 0-1,0 1 2,0-1-2,0 4-1,0 1-2,0-1 1,0 0 3,0 1 1,-5 4-1,1 4-2,-1 0-2,0 4 1,0-4 1,0-8 2,0-5-1,-4 4-1,-1 9 1,0-4-1,1 0-3,-1-5 0,0 1 2,1-1 2,-1-4 0,1 0-1,-1 0 1,-5 1 1,6-1-3,-6 0 0,1 0 1,4-4 0,0 4 0,1-4 2,4 0-1,-5 0 2,1 0-4,-1-1 0,5-3 1,-4 0 0,-1-1 0,5 1 0,-5-1 0,6 1 0,-1-5 0,0 1 0,0-1 0,0-4 0,5 0 0,0 0 0,0-4 4,0-1 2,0 1-2,0 0-1,5-5-1,0 1 1,-5-1-2,5 0 2,0-4-2,4 1-1,1 3 1,0-4-1,-1 5 2,1-1 1,0 5-1,-1-1-2,1-3 3,-1 4 2,1-5-2,0 5-2,4-1-3,1 1 1,-1 0 1,6 0 2,-6-1-1,0 5 2,1 0-2,-1 0-1,6 0 1,-6 5 1,6-1-3,-1 0 0,0 0 3,0 5 3,1-5-4,-6 1-3,1 3 1,-1-4 2,1 1 0,-1-1-1,1 5 1,-1-5-1,1 0 0,-6 0 2,1 5-1,0 0 2,-1-1-2,1-4-1,-5 1 1,4-1 1,1 5-1,0-5-1,-6 0 1,-4-4-1,0 0-3,0 0 2,0 0-15,5 5-4,5-1-98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8:05:45.515"/>
    </inkml:context>
    <inkml:brush xml:id="br0">
      <inkml:brushProperty name="width" value="0.13333" units="cm"/>
      <inkml:brushProperty name="height" value="0.13333" units="cm"/>
      <inkml:brushProperty name="color" value="#3165BB"/>
      <inkml:brushProperty name="fitToCurve" value="1"/>
    </inkml:brush>
  </inkml:definitions>
  <inkml:trace contextRef="#ctx0" brushRef="#br0">0 222 116,'0'0'46,"0"0"-35,4-4 5,-4 0 0,5-5-5,-5 0-1,5-3 0,0-6 1,0 5-5,0 1 3,-1-1 3,1 0 3,-5 0 0,0 4 1,5 1 0,0-1-4,4 1-2,1-1-4,0 5 1,-1 0 0,6-5 1,4 0 0,0 1 0,1 4-2,-1-1 1,0 1-2,6 0 0,-6-1-3,5 5-2,0 0 1,0 0 1,-4 0-1,-1 0-1,0 0 1,0 0 1,1 0-1,-1 0-1,0 0 1,-4 0 1,-1 0 1,1 5 1,-1-1-5,1 0 1,-1 5 2,-4-1 1,0-3-1,-1 3 1,1 5-2,-1 0 2,1 0-2,-5 0 2,0 0-2,0 4-1,-5 0 1,0 4-1,-5 5 0,0 4 2,-5 0-1,1 0 2,4 0-4,-5-4-2,1-5 2,-1-3 0,0-1-2,1-4 0,-1-5 2,-5-4 0,1 1 1,-1-1 2,1 0-1,-5 1-1,4-1 3,-4 0 0,4 0-4,1 5 1,-1-5 0,1 5 0,4-5-3,1 1 2,4-1 3,0 0 1,0-4-1,0 0-2,1 0 1,-1 0 1,5 0 1,0 0 3,0 0-1,0 0 2,0 0-6,5-4-3,-1 0 1,6-1 4,5 1 1,-1 0-2,0-1-1,6 5 0,-6 0-1,1 0 0,-1 0 0,6 0 2,-6 5-1,0-1 2,1 0-4,-1 1-2,1-1 4,-1 4 1,1-3 0,-1 3 1,1 1-4,-1 4 0,1 0 1,-6-1 0,1 1 2,0 0-1,-1 0-1,1 4 1,0-4-1,-5 4-3,-1 0 2,6 1 1,-5 7 0,0-8 0,-1 5 0,-4-1 0,0 1 0,0-1 0,-4 1 0,4-1 0,-5 1 0,5-5 0,0-4 0,-5 4 0,-5 4-3,6-4 2,-1-4 1,0 0 2,0 0-3,0 0 0,-4 0 1,4 0 0,-5-1 0,0 1 0,1 0 0,4-4 2,0-1-3,-5 1 0,-9 0 1,0-1 2,0 1-3,-1-5 0,1 0 1,0 1 2,-1-1-1,1 0-1,0 0 1,-1 1-1,-4-1 0,5 0-3,0 1 0,-1-5 2,6 0 2,-5-5 0,4 1 2,1-5-37,9 1-15,5-5-81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8:05:58.711"/>
    </inkml:context>
    <inkml:brush xml:id="br0">
      <inkml:brushProperty name="width" value="0.13333" units="cm"/>
      <inkml:brushProperty name="height" value="0.13333" units="cm"/>
      <inkml:brushProperty name="color" value="#3165BB"/>
      <inkml:brushProperty name="fitToCurve" value="1"/>
    </inkml:brush>
  </inkml:definitions>
  <inkml:trace contextRef="#ctx0" brushRef="#br0">-1 4 128,'5'-4'49,"-5"4"-38,0-5 10,0 5 4,0 0-10,0 0-1,0 0-2,0 0 0,0 9-6,5-1-2,-5 1 0,0 0 2,5 4 3,0-1-2,0 1 1,-1 9 1,1-5 2,0-4-3,0 8 0,0 13 1,-5 1 2,4 3-5,-4-3-2,0-1-2,0 0 1,0-4-2,0 0-1,0 0 1,5 0-1,-5 1 0,5-1 0,0 0 0,0 8 0,0 1 4,4-1 5,-4 5-1,0 0 1,0-4-3,0-1-1,-1 1-3,-4-5-2,5-8 1,-5-4 1,5-1-3,-5-8 0,0 0-8,0-5-2,-5 1-21,5-9-6,5 4-71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18T01:53:14.545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2C5002C-EC06-4A01-99AA-B5C7D6C9A344}" emma:medium="tactile" emma:mode="ink">
          <msink:context xmlns:msink="http://schemas.microsoft.com/ink/2010/main" type="writingRegion" rotatedBoundingBox="17783,8063 18391,8063 18391,9030 17783,9030"/>
        </emma:interpretation>
      </emma:emma>
    </inkml:annotationXML>
    <inkml:traceGroup>
      <inkml:annotationXML>
        <emma:emma xmlns:emma="http://www.w3.org/2003/04/emma" version="1.0">
          <emma:interpretation id="{EC7C683B-3B23-4A2E-90E0-1420439B2962}" emma:medium="tactile" emma:mode="ink">
            <msink:context xmlns:msink="http://schemas.microsoft.com/ink/2010/main" type="paragraph" rotatedBoundingBox="17783,8063 18391,8063 18391,9030 17783,903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AE80F39-1617-4F4C-ABC7-A57B768D3D8E}" emma:medium="tactile" emma:mode="ink">
              <msink:context xmlns:msink="http://schemas.microsoft.com/ink/2010/main" type="line" rotatedBoundingBox="17783,8063 18391,8063 18391,9030 17783,9030"/>
            </emma:interpretation>
          </emma:emma>
        </inkml:annotationXML>
        <inkml:traceGroup>
          <inkml:annotationXML>
            <emma:emma xmlns:emma="http://www.w3.org/2003/04/emma" version="1.0">
              <emma:interpretation id="{740C5EEF-E78F-426B-B2BF-A0388DC465FD}" emma:medium="tactile" emma:mode="ink">
                <msink:context xmlns:msink="http://schemas.microsoft.com/ink/2010/main" type="inkWord" rotatedBoundingBox="17783,8063 18391,8063 18391,9030 17783,9030"/>
              </emma:interpretation>
              <emma:one-of disjunction-type="recognition" id="oneOf0">
                <emma:interpretation id="interp0" emma:lang="en-AU" emma:confidence="0">
                  <emma:literal>3</emma:literal>
                </emma:interpretation>
                <emma:interpretation id="interp1" emma:lang="en-AU" emma:confidence="0">
                  <emma:literal>2</emma:literal>
                </emma:interpretation>
                <emma:interpretation id="interp2" emma:lang="en-AU" emma:confidence="0">
                  <emma:literal>z</emma:literal>
                </emma:interpretation>
                <emma:interpretation id="interp3" emma:lang="en-AU" emma:confidence="0">
                  <emma:literal>Z</emma:literal>
                </emma:interpretation>
                <emma:interpretation id="interp4" emma:lang="en-AU" emma:confidence="0">
                  <emma:literal>]</emma:literal>
                </emma:interpretation>
              </emma:one-of>
            </emma:emma>
          </inkml:annotationXML>
          <inkml:trace contextRef="#ctx0" brushRef="#br0">-3 140 108,'0'-4'44,"9"4"-35,-5-4-4,-4 4-3,5 0 9,-1-4 5,0 0 7,5 0 3,0 0-2,0 0-3,0-4-11,0 1-2,0-1-1,0 0 1,4 0 0,0 0 0,1 0 0,3-4-4,1 4-3,0 0 2,0 1 0,-1-1 1,-3 4 2,-1 0 1,0 0 1,1 0-4,-1 4-1,0 4-3,1 0-1,-1 0 3,0 4 1,1 0-4,-1-1 1,0 1 0,-4 4 0,0-4-3,0 0 2,-5 0 3,1 4 3,-1 0-2,1-5-2,-1 9 0,1 0-1,-5 0 2,0-4-3,0-1 0,0 1 1,0 0 0,-5 4 0,5-4 0,-4 4 2,-1-5-3,1 1 0,-5 4 1,0-4 2,0 0-3,0 0 0,0-1 1,-4-3 2,4 0-1,-4 4-1,0-4 3,4 0 2,0-4-2,0 0-2,0-4 2,5 4 2,-1-4-2,1 4-2,-1-4 0,1 0-1,4 0 0,0 0 2,0 0-1,0 0 2,0 0-2,0 0 2,0 0 0,4 0 1,5 0-2,0 0 1,0 0-2,0 0 2,4 0 0,0 4 1,1 0-5,-1-1-1,5 1-2,0 4 3,-1 0-2,1 4 1,0 0 2,0 0 2,-1 0-6,1-1 1,-4 1 3,-1 0 2,0 0-3,1 0-1,-1 0 1,-4 3 2,0 1-2,-1 0-2,1 4 2,-4 0 2,-1-1 0,-4 5-1,0-4 1,0-1-1,0 5 0,-9-8 2,5 0-3,-1-1-2,-3 5 2,-1-4 2,4-4 0,-4 4 2,1-5-2,-1 1-1,0 0 1,-5 0 1,6 0-1,-1-4-1,-5 4-2,5-1 1,-4-3 3,0-4 1,-1 0-1,1 0-2,0 0 1,0-4 1,-1 0-1,1 0 2,0 4-4,-1-4-2,1 0 2,0 0 2,4 0-2,0 0 0,0-4 1,0 4 0,0 0 0,0-4 2,5 0-1,-1 0 2,1 0-7,0 4 1,-1-4-1,1 4 2,4 0-1,0 0 1,0 0-11,-5 0-5,5 0 14,0 0 6,0 0-10,0 0-5,0-4-4,0 4-3,0-4-2,0 4-1,0-3-23,0-1-7,0 0-17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18T01:53:30.219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9E9C043-58A9-4B4F-AC5B-B8EF2FAA2820}" emma:medium="tactile" emma:mode="ink">
          <msink:context xmlns:msink="http://schemas.microsoft.com/ink/2010/main" type="writingRegion" rotatedBoundingBox="22122,12161 22775,12161 22775,13072 22122,13072"/>
        </emma:interpretation>
      </emma:emma>
    </inkml:annotationXML>
    <inkml:traceGroup>
      <inkml:annotationXML>
        <emma:emma xmlns:emma="http://www.w3.org/2003/04/emma" version="1.0">
          <emma:interpretation id="{E400AABD-BC0C-45DB-A646-38C925A8745E}" emma:medium="tactile" emma:mode="ink">
            <msink:context xmlns:msink="http://schemas.microsoft.com/ink/2010/main" type="paragraph" rotatedBoundingBox="22122,12161 22775,12161 22775,13072 22122,1307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1C23037-703F-42C0-88AB-10469FF8544C}" emma:medium="tactile" emma:mode="ink">
              <msink:context xmlns:msink="http://schemas.microsoft.com/ink/2010/main" type="line" rotatedBoundingBox="22122,12161 22775,12161 22775,13072 22122,13072"/>
            </emma:interpretation>
          </emma:emma>
        </inkml:annotationXML>
        <inkml:traceGroup>
          <inkml:annotationXML>
            <emma:emma xmlns:emma="http://www.w3.org/2003/04/emma" version="1.0">
              <emma:interpretation id="{19961F9E-B497-4386-8977-D4ADD27614AC}" emma:medium="tactile" emma:mode="ink">
                <msink:context xmlns:msink="http://schemas.microsoft.com/ink/2010/main" type="inkWord" rotatedBoundingBox="22122,12161 22775,12161 22775,13072 22122,13072"/>
              </emma:interpretation>
              <emma:one-of disjunction-type="recognition" id="oneOf0">
                <emma:interpretation id="interp0" emma:lang="en-AU" emma:confidence="0">
                  <emma:literal>9</emma:literal>
                </emma:interpretation>
                <emma:interpretation id="interp1" emma:lang="en-AU" emma:confidence="0">
                  <emma:literal>s</emma:literal>
                </emma:interpretation>
                <emma:interpretation id="interp2" emma:lang="en-AU" emma:confidence="0">
                  <emma:literal>J</emma:literal>
                </emma:interpretation>
                <emma:interpretation id="interp3" emma:lang="en-AU" emma:confidence="0">
                  <emma:literal>g</emma:literal>
                </emma:interpretation>
                <emma:interpretation id="interp4" emma:lang="en-AU" emma:confidence="0">
                  <emma:literal>8</emma:literal>
                </emma:interpretation>
              </emma:one-of>
            </emma:emma>
          </inkml:annotationXML>
          <inkml:trace contextRef="#ctx0" brushRef="#br0">643 4 116,'4'-3'46,"1"3"-35,-5 0 5,0 0 2,0 0-8,0 0-1,0 0-5,0 0-3,0 0 0,0 0-1,-5 3 2,1-3-1,-1 4 2,-4-4 2,-4 0 2,0 0-1,-1 0 1,-3 0-2,-1 0 2,0 0-2,0 0 0,1 0-1,-1 0 2,-4 0-3,4 0 0,-4 0 1,-1 0 0,6 0 0,-5 0 2,-1 0-1,6 0 0,-6-4-1,6 1 0,-1 3-2,4 0-2,-3 0 3,-1 0 0,5 0-1,-1 0-2,1 0 1,0 3-1,4 1-3,0 0 0,0 0 4,0 0 1,0 0-3,0-4-1,5 0 3,-5 0 3,5 0 1,-1 0 0,1 0-1,-1 0 0,5 0 2,0 0 1,0 0-3,0 0-1,0 0-1,0 0 1,0 0 0,0 0 1,0 0-5,0 0 1,0 0 0,0 0 0,0 0-3,0 0 2,-4 0 1,4 0 0,0 4-3,-5-4 0,5 4 2,0 0 0,0 4-2,0 4 0,-4 4-1,4-1 3,-4 5-2,-1 0 1,1 0 2,-1-1 0,5-3-3,-4 0 2,4 0 1,0-4 2,0-1-1,0-3-1,0 0 1,0 0-1,0-8 0,0 4 0,0-4 2,0 0 3,0 0-2,0 0-2,0 0 2,0 0 0,4-4-1,5 0 1,0 0-2,0 0 2,0 0-2,0-4-1,-1 1 1,6-1-1,-1 0 2,0 4 1,1-4-4,-1 4-1,0 0 1,5 0 0,0 4 1,4 0 0,-4 8 0,0 0 0,-1 0 0,1-4 2,0 4-1,0-1-1,0 1 1,-1 4-1,1 0 0,-5-4 0,5 4 0,0 0 0,-5 3 2,1 1 3,-1 0-7,0 4 0,1-1 0,-1 5 1,0 0 1,0 3 2,1 1-3,-5 0 0,0-1 1,-5-3 2,0 0-3,1-1 0,-5-3 3,0 0 3,0 0-4,0-1-3,-5 1 1,1-4 2,0 0 0,-1 3-1,-4-7-2,0 0 1,0 0 3,-4 0 1,0 0-1,0-4 1,-1 3-2,1-3-1,-5 0 3,5 0 2,-5 0-4,0 0-1,0 0 0,1 0 0,-1 0 0,0-5 2,0 1-1,1-4 2,-1 0 0,0 0 3,0-4-5,5 1-1,0-1 2,-5 0 1,9 0-4,-4 4 1,4-8 0,-4 4 2,4 0-3,-5 0 0,1-4-1,0 4 0,-1-4 2,1 4 2,0-4-1,-1 0 2,6 1-2,-6-1-1,5 0 1,0 0-1,1 0 0,-1 0 0,4 0-5,1 0-1,4 0-8,0 1-2,0-5-46,4-8-19,5-12-14</inkml:trace>
          <inkml:trace contextRef="#ctx0" brushRef="#br0" timeOffset="2900.7039">123 162 112,'5'0'44,"-1"-4"-35,-8 8 3,4-4-3,0 0-12,-5 0-3,-4 0-43,0 4-20</inkml:trace>
        </inkml:traceGroup>
      </inkml:traceGroup>
    </inkml:traceGroup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0-08-18T01:53:42.949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B112D5F-E10A-49DB-843A-FFAA7AEBAE86}" emma:medium="tactile" emma:mode="ink">
          <msink:context xmlns:msink="http://schemas.microsoft.com/ink/2010/main" type="writingRegion" rotatedBoundingBox="19950,9942 20798,9942 20798,10968 19950,10968"/>
        </emma:interpretation>
      </emma:emma>
    </inkml:annotationXML>
    <inkml:traceGroup>
      <inkml:annotationXML>
        <emma:emma xmlns:emma="http://www.w3.org/2003/04/emma" version="1.0">
          <emma:interpretation id="{E7ED2FE2-6610-4284-8BDE-EFCB787D0727}" emma:medium="tactile" emma:mode="ink">
            <msink:context xmlns:msink="http://schemas.microsoft.com/ink/2010/main" type="paragraph" rotatedBoundingBox="19950,9942 20798,9942 20798,10968 19950,109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102C6E1-4366-491A-9291-70D2F1FA81E3}" emma:medium="tactile" emma:mode="ink">
              <msink:context xmlns:msink="http://schemas.microsoft.com/ink/2010/main" type="line" rotatedBoundingBox="19950,9942 20798,9942 20798,10968 19950,10968"/>
            </emma:interpretation>
          </emma:emma>
        </inkml:annotationXML>
        <inkml:traceGroup>
          <inkml:annotationXML>
            <emma:emma xmlns:emma="http://www.w3.org/2003/04/emma" version="1.0">
              <emma:interpretation id="{326F156B-4E35-4EB1-8727-9F355150E076}" emma:medium="tactile" emma:mode="ink">
                <msink:context xmlns:msink="http://schemas.microsoft.com/ink/2010/main" type="inkWord" rotatedBoundingBox="19950,9942 20798,9942 20798,10968 19950,10968"/>
              </emma:interpretation>
              <emma:one-of disjunction-type="recognition" id="oneOf0">
                <emma:interpretation id="interp0" emma:lang="en-AU" emma:confidence="0">
                  <emma:literal>4</emma:literal>
                </emma:interpretation>
                <emma:interpretation id="interp1" emma:lang="en-AU" emma:confidence="0">
                  <emma:literal>5</emma:literal>
                </emma:interpretation>
                <emma:interpretation id="interp2" emma:lang="en-AU" emma:confidence="0">
                  <emma:literal>t</emma:literal>
                </emma:interpretation>
                <emma:interpretation id="interp3" emma:lang="en-AU" emma:confidence="0">
                  <emma:literal>K</emma:literal>
                </emma:interpretation>
                <emma:interpretation id="interp4" emma:lang="en-AU" emma:confidence="0">
                  <emma:literal>T</emma:literal>
                </emma:interpretation>
              </emma:one-of>
            </emma:emma>
          </inkml:annotationXML>
          <inkml:trace contextRef="#ctx0" brushRef="#br0">0 17 88,'5'-12'33,"-5"8"-26,4 0-2,-4 4 0,4 0-4,1 0 2,-1 0 4,-4 0 6,0 0 2,5 0 0,-5 0-1,0 0 1,0 0-4,4 4-1,1 4-6,-1 4-1,0 7 1,5 5 2,-4 4 3,-5 3 0,0 1 0,0-1-3,0 1 1,0 4-2,0-5 0,-5 1-1,5-5 0,-9 1-2,9 0 1,0-5 0,0 1 3,0 0-1,0-5 0,9 1-1,-4 0 2,-1 0-1,1-5 2,-1-3 0,-4 0 1,5-4-2,-1-4-1,-4-4-1,4 4 0,5 0 2,0-4 1,5 0 1,-1 0 0,0-4 0,1 4 2,-1-4-1,0 0 0,0-4-1,1 4 0,4 0-4,-5 0-3,5 0 0,-1 0-1,1 0 2,0 0 3,0 1-2,4 3 0,0-4 1,5 0 0,-1 0-2,1 0 1,-5 0-2,5 0-1,0 0-2,-1 0 1,1 0 1,-5 0 0,5 0 0,-1 0 0,-3 0 0,3 4 0,-4-4 2,1 4 1,-1-4-1,-4 4-2,-1 0-4,-3 0 0,-5-4-11,-1 4-6,1 0-13,-9 0-6,0 0-18,0 4-8,-4 0-27</inkml:trace>
          <inkml:trace contextRef="#ctx0" brushRef="#br0" timeOffset="736.4423">307 218 96,'0'-4'38,"0"4"-29,0 0-8,0 0-4,0 0-7,0 0 1,0 4 18,0 8 8,0-4 6,0 4 3,0-1-3,0 5 0,0 0-1,0 0-2,4 4-10,0-1-2,-4 5 2,5 0-4,-1-1 2,1 5-3,-1 0 0,1-1 1,3 1 3,-3 3-2,-1 1-2,1 0-2,-1-1-3,1 1 1,4-5-1,-5 1 0,5 0 0,0-1 0,0 1 2,0 0-1,4-1-1,0 5 1,1-8-1,-6-1-3,-3-7 0,-1 0-20,1-4-10,-5-1-36,0-3-40,4-12 33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0:42.730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8 48 104,'-4'0'38,"4"4"-29,-4-4 1,4 0-1,0 0 1,0 0 4,0 0 7,0 0 7,0 0 2,0 0 4,0 0-18,0 0 6,0 0 5,0 0-6,0 0-2,0 0-3,0 0 3,0 0-7,0 0 1,0 0-2,0 0 1,0 0 0,0 0 2,0 0-3,4 0 1,0 0-3,0-4 0,0 1-3,0 3 1,0 0-2,0 0 2,4 0-4,0 0 0,1 0-1,-1 0 1,0 0 0,0 0 1,0 0 2,0 0 1,4 0-1,0 0-1,0 0-3,0 0 1,8 3-2,-4 1 2,4-1-2,0-3 2,1 0-2,-1 4-1,0-4 1,4 4 1,0-1 1,4 1 3,0 3-3,0-4 0,1 5-1,-1-1 1,0 0-7,0-4 1,0 1 1,0 0 3,1-1 2,-1 1 1,-4-1-2,0 1 1,0-1 0,0-3 3,0 0-1,0 0 0,-3 4-3,3-4 1,0 0-2,0 0-1,0 4 1,0-4-1,0 0 0,0 0 2,1 0 1,-1 0 1,0 0-2,0 0-2,0 0 1,0-4 1,0 4-1,1-4-1,-1 1 1,4-1-1,-4 1 0,0-1 2,0 1-1,0-1 2,0 0-2,-3 1 2,-1-1-2,0 1-1,4-1 1,0 1 1,0-1-1,0 0-1,0 1 1,1-1-1,-1 1 0,0-1 2,0 1-3,4-1-2,0 0 4,0 1 1,1-1-3,-1 1 1,0-1 0,0 1 0,0-1 0,-4 0 2,4 1-1,-3-1 2,-1 1-4,0 3 0,0 0 1,0-4 0,0 4 0,4 0 0,5-3 0,-1 3 0,-4-4-3,4 4 2,-4 0 1,0 0 0,9 0 2,-5 0 1,-4 0-1,4 0-2,-4-4-2,0 4 1,0-3-1,1 3 0,-1-4 2,0 1 2,-4 3-1,0-4-1,0 4-2,4 0 1,-3 4 1,3-4 2,0 3-1,-4-3-1,0 4-2,0-4 1,0 3 1,5-3 2,-1 0 3,0 0 4,0 8-11,0-5-3,0 1 0,1 3 2,-1-4 0,0 1 1,-4 0 4,0-1 1,0 4-1,0-3 1,0-4-4,1 0-2,-1 3 4,0 1 1,0 0-3,0-4 1,8 3-2,-8-3 0,1 0 2,-1 4 0,0-4 0,0 0 0,0 0 0,0 0 0,0 3 0,0 1 2,1-1-3,-1 1 0,0 0-1,0-1 0,0 4 4,-4-3 1,0-1-1,0 1-2,1 0 1,3-1-1,-4 1 0,0-1 0,0-3 0,0 7 0,4-7 0,4 4 0,-3-4 0,3 4 0,0-1 0,0-3 0,0 0 0,0 4 2,0-4-3,1 0 0,-1 0 5,0 0 5,0 0-12,0 0-2,-4 3 2,4 1 1,-3-4-1,-1 3 2,0 1 1,0 3 2,-4-3-1,0-1-1,0-3 1,0 4 1,1-4-1,-1-4-1,0 1-2,0-1 1,0 1-1,0-1 0,0 0 2,0 1 2,0-1-1,0 1 2,1-1-4,-1 1 0,0 3-1,0-4 0,4 0 2,0 1 2,-4-1-1,4 1-1,1 3 1,-1 0-1,0 0 0,0 0 0,-4 0-3,4 3 2,-4 4 1,0 1 0,1-5 0,-1 1 0,0 3 0,0-4 0,0 1 0,0 0 2,0-1-3,0-3 0,4 4-1,1-4 0,-5 0 2,4 0 0,0 0 0,0 0 2,-4 0-1,4 0-1,0 0 1,1 0-1,3 0 0,-8 0 0,0 0 0,0 0 0,0 0 0,0 3 0,0-3 0,-4 0 0,1 0 0,-1 0 0,0 0 0,0 0 2,0 0-3,0 0 0,-4 0 1,4 4 0,0-4 0,-4 0 2,4 0-3,-4 0 0,4-4-1,1 4 0,-1-3 4,0-1 1,0 1-4,0-1 1,0 4-2,0-4 0,0 1 2,0-1 0,-4 4 0,4-3 2,0 3-1,1-4-1,-1 1 1,0-1-1,0 4-3,-4 0 2,0-4 1,0 1 0,0 3 0,0-4 0,0 1 0,0 3 0,0-4 0,0 4 0,0 0 0,1-3 2,-5 3-3,4-4 0,0 0 1,0 4 2,-4 0-3,0 0 0,0 0-1,4 0 0,-4 0 0,0 0 0,0 0 2,0 0 2,0 0 1,0 0 1,4 0-5,-4 0 1,-8 0-2,8-3 0,-8 3-7,0-4-4,0 1-20,-8-1-8,-4 4-116,8 11-75,57-11 93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0:46.573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 5 148,'-4'0'55,"4"3"-43,0-3 3,0 0 1,0 0-4,0 0 3,0 0-4,0 0 1,0 0-7,0 0 1,0 0 1,0 0 8,0 0 2,0 0-2,0 0-1,4 0-6,-4 0-3,4-3 0,4 3-1,-4 0 2,0 0 3,0 0 0,5 0 2,-9 0-4,8 0 1,-4 0-1,0 0 1,4 0 0,-4-4 2,0 4-3,0 0-2,0 4-2,0-4 0,4 0 0,-8 0 3,8 0-1,0 0 0,-4-4-1,-4 4 2,4-3-1,0 3 2,4 0-2,0 0 2,0 0-2,0 3 0,0-3-1,0 0 2,0 0-3,0 4-2,0-1 0,0-3 1,0 4 1,0-4 3,5 0-3,-1 0 0,0 0 1,0 0 2,4 4-3,-4-1-2,4-3 2,0 0 0,0 4-4,0-4 1,0 3 2,0 1 1,-4-1-1,5-3 1,-1 4-2,0-4 2,0 4 0,-4-4 3,4 3-3,0-3 0,0 0-1,0 0 1,0 0-2,0 0 2,4 0-2,-3 4 2,-1-4-2,0 3-1,0 1 1,4-4 1,0 3-1,-4-3-1,4 4 1,0-4 1,0 4-3,-3-4 0,3 0 1,0 0 0,0 0 2,-4 0 1,0 0-1,0 0-2,0-4 1,4 8-1,0-4 0,-3 0 2,-1 0-1,0 3 2,0-3-4,0 4 0,-4-4-1,4 3 0,4 1 2,-8-4 0,0 3 2,0-3-1,-4 4-1,4-4-2,-4 0 1,5-4-1,-5 8 0,0 0 2,-8-4 2,8 3-1,0-3 2,-4 0-4,-4 0-2,0 0-3,0 0 1,0 0-15,0 0-4,0 0-48,-4-3-18,8-8-57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0:49.259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 0 128,'4'4'49,"4"6"-38,-4-2 12,0-5 3,4 4-6,0 4-1,0-4-3,0 0 0,0 4-8,0-4 4,0 0 1,0 1-2,0-1 1,1-4 2,-1 1 1,0-1 0,-4 1 4,0 0-5,4-1 2,-8-3-5,8 4 1,-4-1-3,0-3 2,0 0 0,0 4 1,0-4-2,0 0 1,0 0-4,0 3-2,4-3 2,-4 0 0,4 0 1,0 0 2,0 0-3,0 0 1,0 0-1,0 0 1,0 4-2,4-4-1,0 7-1,0-10 0,1 6 0,3-3 0,0 0 0,4 0 0,0 0 0,0 0 0,4 4-2,0-4-2,4 3 1,1-3-1,3 0-3,-4 4 2,4-1 3,-4-3 1,4 4-1,1-4-2,-5 0 1,0 0 1,0 0-1,0 0-1,0 0 1,-4 0-1,1 0 0,3 0 0,-4 0 0,4 0 2,-4 0-3,0-4 0,4 4 1,-3 0 0,-1 4 0,4-8 0,-4 4 0,4-3 0,0 3-3,0-4 0,1 4 2,3-3 2,-4-1 0,-4 1 2,0 3-2,0 0 2,0-4-4,1 4 0,-1 0 1,0 0 0,0 0 0,0 0 0,0 0 0,0 0 0,0 0 0,1 0 0,-1 4 0,0-4 0,0 3-3,4-3 2,0 0 1,-4 0 2,5 0-3,-5 0-2,4 0 4,-4 0 1,0 0 0,0 0-2,0 0 1,1-3-1,-5 3-3,0 0 0,0 0 2,0-4 0,-4 0-2,0 4 2,0-3-6,-8-1 0,0 4-15,0-3-5,-8 3-19,8 0-9,0 0-14,0 3-5,5 4-42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1:40.573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-2 120 116,'6'0'44,"-6"0"-35,2 0 3,-2 0 0,0 0 5,0 0 7,0 0-2,0 0 1,0 0-3,0 0-3,0 0-9,0 5 4,0-5 3,0 0-1,0 0 0,0 0 3,-2 0 3,2 0-4,0 0 1,0 0-4,0 0 2,0 0-4,0 0 1,0 0-1,0 0 3,0 0-1,0-5 0,0 0-1,0 5 0,0-5-4,0 0 0,0-1-1,0 6 1,0 0-2,0 0 1,0 0 0,2-5 1,1 0-4,3 0-1,-4 5 1,1-5 2,2 5-3,1-5-2,-1 0 4,1 0 4,-1 0-5,3 0 0,0 0 0,0 0 0,0 0-2,0 0 1,3 0-2,0 0 2,0 5-2,0-6 2,0 1-2,-1 0-1,1 5 1,0 0-1,0 0 2,0-5 1,2 5-1,-2 0 1,0 0-2,-1 0-1,4 0-2,-3 0 1,2 5 3,1-5-1,-1 5-1,-2 0 1,0 1-1,0-6 2,0 0 1,-1 0-1,1 0-2,0 0 1,0 0 1,0 0 1,-1-6 1,1 1-2,0 5-2,0 0-2,0-5 1,-1 0-1,1 5 0,3 0 2,-9 0 2,6-5-1,-3 5 2,0 0-2,0 0-1,-2 0-2,-1 0 1,0 0 3,1 0 1,-1 5-4,1-5-1,-4 0-2,4 5 3,-4 0 0,1 0 3,-3-5-3,0 0 0,0 0-4,0 0-1,0 0-13,-3 0-3,-2 6-41,-3-1-19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2:18.72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192 243 80,'0'0'30,"0"0"-24,0 4-5,0-4-3,0 0 0,0 0 3,0 0 0,0 0-1,4 3 5,0 1 4,-4-4 10,0 0 6,4 7 4,0-3 2,-4-4-3,0 7 0,0-4-14,0 5-5,0-1-6,-4-4 0,0 4 0,-4 1-1,4-1 1,0 0 7,-5 0 5,1 0-3,0 0 1,-4-3-8,0-4-1,0-4 2,0-3 1,-4-7-8,4-4-1,-4-3 0,0-1 3,4-3 0,0 0-1,0 0 1,4 4-1,4-1 6,0 4 6,4-3-4,4 3-2,4 0-6,4 4-2,4-1 1,4 5 2,-4-1 2,0 4 3,0 0-5,0 3-3,0 4 1,0 0 2,0 0 0,5 4-1,-1-1 1,-4 4-1,4-3 2,-4 3 1,-4 0 1,0 4 0,0 3-2,0 4 1,-4 4-2,-4 3-1,0 0-2,-4 3 1,-4 4 3,0 4 1,0 0-1,-4 0 1,0 3-2,-4 4 2,0 0-2,0 0-1,0 3 1,4-6-1,0-5 0,0 1 2,0-4-3,0-7 0,0-3-10,4-4-3,0-4-11,0-3-2,4-11-31,0 0-15,4-4-17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2:19.941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355 71 80,'-8'-7'33,"0"7"-26,0-11-4,4 8-2,-4-4-1,-4-1 0,4 1 0,-1 0 2,1 0 14,0 3 7,0 1 6,0-1 2,-4 1-8,4 3-1,-4 0-7,4 3 1,-4 1-9,0-1-2,0 1-1,0 0-2,0-1 1,0 4 2,0 0 4,0 4-2,0 3-2,-5 1-2,1 3-3,4 3 5,-4 4 1,4 4-5,0-1-2,4 1 0,0-4 2,4 0 0,0 0 2,4 4-2,0-4-1,4 0 3,0 3 0,4-6-1,0-4 1,0-1-2,0-2-1,4-5 1,0 1 1,0-4 1,4 0 1,1-3 0,-5-4 2,4 0-3,0-7-2,0-4-3,4 0-1,0-3-1,4-4 0,-4 4 3,0-4 0,1 0 3,-5-3 1,0 3-4,0-4 1,-4-3-2,0-3-2,-4-1-4,0 1-2,-4-1-11,-4 0-4,-4 4-46,-4 4-43,-4 3 35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2:56.733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-2 38 76,'0'0'30,"0"0"-24,4-4 8,-4 4 3,0 0 8,4-3 5,-4 3-5,4 0-1,0-4-2,0 1 1,-4 3-13,0 0 5,4 0 5,0 0 0,-4 0 3,0 0-4,0 0 0,5 3-4,-5-3-1,0 0-2,4 0 0,0-3-2,-4 3-1,0 0-3,0 0 1,0 0-2,4 0 2,0-4-2,-4 4 0,0 0-1,0 0 0,0 0 0,0 0 2,12 0-1,-12 0 2,8 0 2,-4 0 5,0 0-6,0 0-2,4 0-1,-4-4-1,0 4-2,4 0-2,0 0 1,4-3 1,-8-1-1,4 4-1,0-3 1,0-1-1,0 4 2,0 0 3,0-3-2,0 3 0,0 0-3,0 0-1,0 0 1,1 3 0,3-3 0,-4 4 0,0-1 0,0-3 2,4 4-1,0-1 2,-4-3-2,0 4 2,0 0-2,0-4-1,0 3 1,-4-3 1,0 0-1,4 0-1,-8 0 1,8 0-1,-4 4 0,0-4 0,4 0 2,0 0 1,-4 0-1,4 0-2,0 0 1,0 0-1,-8 0 0,9 0 0,-1 3 2,0-3 1,0 4-4,0-4-1,4 3 3,-8-3 1,4 4 0,0-4-2,0 0 1,0 0-1,-4 4-3,4-4 2,-8 0 1,8 0 2,-4 0-3,4 0 0,-4 0 1,0 0 2,-4 0-3,4 0-2,0-4 4,0 4 1,0 0 0,0 0-2,-4 0-2,4-4 1,4 4 1,-4 0 2,0 0-1,4 0-1,-4 0-2,0-3 1,5 3 1,-5 0 0,0 0 2,0-4 1,-4 4-4,0 0 1,8 0 0,-4 0 0,-4 0 0,8 0 0,-4 0 0,4 0 0,-8 0 0,8 0 0,-4 0-3,-4 0 0,0 0 4,0 0 1,0 0-3,0 0 1,0 0 2,0 0 1,0 0-6,0 0-2,0 0-1,0 0 2,0 0-9,0 0-2,0 0-5,0 0-1,-4 0-26,0 0-11,0 4-85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3:01.642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 41 160,'-4'-3'63,"8"-1"-49,-4 4 7,0 0 0,0 0-2,0 0 3,0 0-1,0 0 2,0 0-13,0 0 1,0 0 0,0 0 0,0 0 1,4 4 0,-4-4 0,0 0-2,0 0 1,0 0 0,4 0 3,0 0-1,-4 0 0,8 0-7,-4 3-2,-4-3 0,8 0 2,0 0-3,0 0-2,1 0 4,-1 0 4,0 0-1,4 0 1,0 0-1,0 0 0,4 0 0,0 0 0,0 0-4,-4 0-1,4 0-1,-4 0-2,4 0 3,-4-3 2,1-1-2,3 4 0,-4-3 1,4 3 0,0 0-2,0 0 1,0 0-2,0 0-1,4 0 1,0-4 1,0 0-3,1 4 0,3-3 5,-4 3 2,4 0 0,0 0-1,0 0-3,0 0 1,-4 0-4,0 0-2,1-4 2,3 4 2,0-3 0,0 3-1,0 0-2,-4 3 1,4-3 3,-4 4 1,5-1-4,-5-3 1,0-3 0,0 6 0,0-3 0,0 0 0,0 0-3,0-3 2,0-1 1,1 4 0,3-3 0,0 3 2,0-4-1,0 4 2,0 0-2,0 0-1,5 0 1,-5-3-1,0-1-3,0 4 2,0 0 1,0 0 0,-4 0 0,0 0 0,0-4 0,1 8 2,-1 0-3,0-1 0,0-3 1,0 4 2,-4-1-1,0 1-1,0-4-2,4 3-1,1-3 2,-1 4 0,0-4 1,0 0 2,0 0-1,0 0-1,0 0-2,0 4 1,0-4 1,4 3 2,-3 1-1,-1-1-1,0 1 1,0-4 1,0 3-3,-4-3 0,0 0 1,0 4 0,0 0 0,0-1 0,-3-3 0,-1 0 0,0 0-3,0 0 2,0-3 1,0 3 0,0-4 0,-4 0 0,4 1 0,-4-1 0,0 1-3,0-1 2,0 1-4,0-1 1,0 4-9,0-4-2,0 1-16,-8 3-6,4-4-44,-4 4-18,0 4-30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3:32.163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4 38 72,'-4'0'30,"4"3"-24,0-3 8,0 0 3,0 0 6,0 0 6,0 0-7,0 0-1,0 0-6,0 0 1,0 0-9,0 0 2,4 4 4,-4-4 4,4 4 2,-4-4-2,4 0 2,0 0-6,0-4 0,0 4 3,0-4 2,0 4-1,-4 0 0,0 0-1,4-3 0,0-1-6,0 1-2,4 3-2,-4-4 1,0 1-2,4-1 0,0 4 3,0 0 5,0-4-1,0 4 1,4 0-5,0 0-3,0 0-2,0 0 0,0-3-4,1-1 0,3 4 3,-4-3 3,0 3 2,4-4 1,0 4-2,0-3-1,4 3-1,0 0 0,4 3-2,-8-3 1,5 0 0,-5 0 1,0 0-5,0 4-1,0-1 1,0-3 2,-4-3 0,8 6 2,-4-3-2,4 0 2,0 4-2,1-4 2,-1 3-4,0-3 0,0 0 1,0 0 2,0-3-1,-4 6-1,0-6 1,4 6-1,1-3 2,-1 4 1,-4 3-4,0-7 1,0 4 0,0-4 2,-4 3-3,0-3 0,0 4 1,0-1 0,0-3 2,0 0 3,0 0-2,1 0-2,-1 0 0,0 0 1,-4 0-1,0 4 2,4-4-2,0 0 2,-8 0-4,4 0 0,0 4-1,0-4-2,-4 0-13,-4-4-6,-4 0-61,-4-6-27,4-5-40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3:34.760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-9 94 76,'0'-4'30,"8"8"-24,-16-8 19,8 4 6,0 0-1,0 0 0,0 0-6,0 0-1,0 0-6,0 0 0,0 0-10,0 0 2,0 0 2,0 0-2,0 0 0,0 0 6,0 0 2,0 0 3,0 0 2,0 0-6,0 0 1,8-4-8,-4 4-1,4 0-2,0-3 1,0-1-2,0 1 2,0-1-2,4 1 2,1-1 2,-1 0 2,0 1-1,0-1 1,0 1-6,4-1-3,-4 1 1,4-5 0,0 5-1,0-1 1,0 1 0,0-1 3,0 1 1,1-1 1,-1 4-4,0 0-1,0 0-1,0 0-2,0 0-2,0-4 1,0 1 1,0-1 2,0 1-1,0 3-1,1 0 3,-1 0 0,0 3-1,0-3-2,0 0 1,0 4 1,-4-1-1,4-3-1,-4 0-2,4 0-1,0 4 4,0 0 3,1-4-1,3 0-2,0 3 0,0 1-1,0-4-3,0 3 0,0-3 2,0 4 0,0-4 1,0 0 2,1-4-1,-1 4 2,0 0-4,0-3 0,4 3-1,0 0-2,0 3 5,-4-3 1,5 4 0,-5-4-2,0 0 3,-4 3 0,4-3-4,-4 0-1,0 0-2,0 4 3,0 0 0,-4-4 1,4 0 0,-3 3 2,3-3-1,-4 0-1,4 4 1,0-4 1,-4 0-3,4 0 0,0 0-1,0 0-2,0 0 3,-4 0 2,0 0-2,8-4 2,-3 4 4,-1-3-4,0 3-1,0 0-2,-4 0-2,0 0 3,0-4 0,0 0 1,0 1 0,0-1-3,0 4 2,-4 0 1,0 0 0,0-3-5,0 3 1,5 0 0,-1 0 2,0-4-1,-4 4 1,4 4 2,-4-4 0,0 0 2,0 0 1,-4 3-8,-4-3-4,4-3-17,-4 3-7,0-4-11,-4 1-3,0-1-75,0 4-42,4 7 78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3:36.202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0 160,'0'0'60,"0"3"-47,4-6 10,-4 3 1,0 0-8,0 0 1,0 0-6,0 0 1,0 0-7,8 3 4,-8-3 1,8 4 1,-8-4 1,4 0-2,0 0 1,0 0-4,0 0 1,0 0-1,5 0 1,-1 0-2,-4 0 1,0 0-2,4 0 0,0 3 1,0-3 1,4 0 1,0 0 0,0 0 0,0 0 0,0 4-2,0-4-1,0 4-1,0-4 2,0 0-5,0 0-1,0 0 4,1 0 2,3 3-2,-4-3-3,0 0 2,4 0 2,-4 0-2,0 0 0,0 0-1,0-3 1,0 3-2,0 0 2,0-4-4,0 0-2,-4 4 4,4 0 1,-3-3 0,3 3 1,-4 0 0,4 0 1,-4 0 0,0 0 0,4 0-2,0 0-2,0 0 1,-4 3 1,4-3-1,0 0-1,0 0-2,0 0 1,4 0 1,0-3 0,1 6 0,-1-3 2,0 0-3,0 0 0,0 0 3,-4 0 1,0 0-4,4 0 1,-4 0 0,0 0 0,0-3 0,0 3 0,0 0-3,0 0 2,1 0-4,-1 0 1,-4 7-16,0 0-6,0 4-27,-4 3-11,-4 0-65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4:30.05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38-10 64,'0'0'27,"5"0"-21,-10 0 18,5 0 7,0 0 1,0 0 1,0 0-7,0 0-4,0 0-4,0 0-1,0 0-9,5 9 1,-5-1 4,0 1-3,0 0 2,0-1-5,0 1 1,0-1-1,0 1 1,5-1-4,-5 5-1,0 4 1,0 1 2,0 7 1,-5 1 3,0 8-3,0 1-2,0 3-2,1-3-3,-1-1 1,0-4-1,0-4-3,0-5 2,0-4-8,5-4-2,0 0-10,0-9-1,0-4-62,0-4-48,0-4 46</inkml:trace>
  <inkml:trace contextRef="#ctx0" brushRef="#br0" timeOffset="900.3608">347-96 168,'0'-21'66,"5"17"-52,4-5 8,-4 5 1,5 0-5,0-1 1,-1-3-8,6 3-4,-1 1-4,1 0 2,-1 0 1,1-1 0,4 5-1,0 0-3,1 9 1,-1-1 2,0 5 2,-4 4-1,-1 1-1,-4 3-1,-1 0 2,1 5-5,-10 0-1,0 4-2,0 0-2,-5 4 3,-4 1 0,-1-1 3,-5 9 1,1-9-6,-1 0 0,-4 1 3,0-5 2,4-4 0,1-1 1,-1-3-4,1-5 0,-1 0 3,6-4 1,4 0 5,0 0 5,5 0-1,5-5 3,5 1-4,-1-1 1,6-3-1,4-5 1,5 0-4,0 0-3,0-5-5,5 1 0,-4 4-5,4 0-1,4 4-39,-4 5-15,0 12-67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4:53.292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-3 8 144,'0'-4'55,"5"8"-43,0-4 8,-5 0 0,0 0-6,9 4 2,-4-4 0,5 0-1,0 0-7,-1-4 4,1 0 1,0 4 0,-1-4 2,6 4-4,-1 0-1,1 0-6,-1 0-1,1 4 1,-1 0 2,5 0-1,1 5 0,-6 0-3,1 3 1,-6 1-4,-4 5 0,0 3 1,-5 5 0,0-1-3,-5 1 2,0 0 1,0-5 0,1 1 0,-6-5 2,0 0-3,1-4-2,-1 0 2,0-5 0,1 1-6,4 0 0,0-5 9,0 0 6,0 0-3,1 1-1,-1-5-2,5 0 1,0 0 0,0 0 3,0 0-1,5 4 0,4 5-6,1-1 1,0 1 2,4 4 1,0 4-1,1 0-2,4 0 1,-4 0-1,-1 5-3,1-5 0,-1 4 2,-4 1 2,-1 4 0,-4-1 2,0 1-4,-5-5 0,-5 5 1,0 0 0,1-5 0,-6 1 2,-4-5-1,-1 0-1,1-4 3,-6-4 0,1-5 1,0-8 0,-1-1-7,1-3 0,0-1-10,-1-4-4,1 5-24,9-1-9,6 5-56</inkml:trace>
  <inkml:trace contextRef="#ctx0" brushRef="#br0" timeOffset="1477.7194">610 115 124,'0'-8'46,"5"4"-35,0-1 12,-5 5 5,9 0-10,1-4 0,0 0-1,-1-1-2,6 1-7,-1 0-1,1 0 0,4-1 1,0 5 2,1 0-1,-1 0 0,0 5-3,-4-1-1,-1 4 3,1 1 3,-1 4-6,-4 4-1,-1 4-2,1 1-2,-5 4 1,-5-1-1,0-3 0,-5-1 0,0 1-3,0-5 2,-4 0 1,-1-4 0,-4 0-3,-1-5 2,1 1 3,-1 0 1,1-5-1,-1 0-2,6 0 1,-1-4 1,5 0 3,0 0 2,5 0 1,0 0 2,10 0-5,0 0-3,-1 5-1,6-1-1,-6 5 0,6-1 0,-1 1-3,1 4 2,-6-1 1,1 6 2,0-1-3,-1 4 0,1 1 1,0 8 0,-1 0 0,-4 0 0,0 4 0,0-4 0,-5 0 2,-5 0 1,0 0-1,0-4-2,-4-5 3,-1 1 0,-4-5 1,-1-4 0,-4-5-2,0-8-2,-6 0-2,1-4 1,0 0-15,0-5-6,5-4-31,9 1-14</inkml:trace>
  <inkml:trace contextRef="#ctx0" brushRef="#br0" timeOffset="3500.6671">108-1437 140,'0'-18'52,"5"10"-41,0-5 9,0 9 0,-1-5-4,1-4 1,0 0-5,0 0-2,5 1-6,-1 3 2,1 0 3,0 1-3,4-1 2,5 5 1,1 4 2,-1 4-3,0 5-3,1 8 2,-6 0 0,0 5-3,-4 8-3,-5 0 0,0 4-1,-5 5 0,-5 3 0,0 1-3,-5 5 2,1-1 1,-1-4 0,-4-5 0,-1 1 0,1-5 0,-1-4 0,1 0 0,-1-4 2,-4 4-6,5-9 1,-1-3 1,1-6 3,4 1 2,5-4 1,0 0 6,5-5 4,5-4-1,0-4 0,5-1-7,4 5-4,5 0 3,5 5 1,1-1 0,4 0-1,-5 5-3,5-1-2,-5-3-2,0-5-1,0 0-18,-5-5-7,5 5-69,-4 0-53,4 0 56</inkml:trace>
  <inkml:trace contextRef="#ctx0" brushRef="#br0" timeOffset="4505.0236">745-1519 108,'-5'-4'41,"5"4"-32,0 0 11,0 0 4,0 0-2,5-5 1,0 5-1,5 0-2,-6 0-10,6 0 0,0 0 1,-1 0 0,1 0 1,0 0-2,-1 0-1,6 0-3,-1-4 1,1 0 0,-6 4 1,6 0-2,-1 0-1,1 0-1,-1 0 2,1 0-1,4 4 0,-4-4-3,-1 4-2,1 1 3,-1-1 2,1 0 0,-1 1 0,-4-5-1,-1 4 2,1-4-3,-10 0 0,5 4-3,-5-4-1,0 0 1,0 0 0,0 0 0,0 9 0,0-5-3,-10 13 0,0-4 2,1 4 0,-6 0 3,1 5-3,-5 4 0,4-1 1,1 10 2,-1-1-1,1 0-1,-1 1 1,6-1-1,-1-4 2,0-4 1,1-1-4,-1-3-1,0-1 1,5-4 0,1 1 1,-1-6 0,0-3-5,0 0 1,5-1-14,-5-3-3,5-5-9,0 0-4,0 0-45,5 0-43,0-5 42</inkml:trace>
  <inkml:trace contextRef="#ctx0" brushRef="#br0" timeOffset="5463.0815">1107-1244 128,'-5'-5'49,"0"5"-38,-4 5 12,4-5 6,0 4-8,-5 0-2,1-4-5,-6 0-1,1 0-7,-1 0 0,-4 0 4,5-4-4,-1 4 2,-4-4-3,0 4 2,4 0-4,1 0-2,-1-5 0,1 1 1,-1 0-3,1-1-2,-1-3-12,6-1-5,-1 5-73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5:13.650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542 7 156,'5'-8'57,"-5"8"-44,0 4 14,0-4 3,0 0-13,0 0-2,0 4-7,0 1-3,-5-1-2,0-4 2,0 4 4,0 1-3,-4-1 2,-1 0-1,0 1 3,-4-1-3,-1 0-2,1 5 0,-5-1 1,-1 5-1,1 0 2,0 4-4,-1 0 0,-4 0-1,5 1 1,-5-1 0,5 0 1,-1 4-2,1-3 1,0 3 0,-1-4 1,1 0 0,0 0 0,-1 1-5,6-1 1,-1 0 0,1 0 0,0 0 0,-1 5 2,1-5-1,4 0 2,0 0 0,1 0 3,-1 5 1,5 4-1,0-5-1,5-4-1,0 5-2,0-5-2,0-4 1,5 0 1,0-5 3,5 1 2,-1-5-3,6 5-3,-1-1 2,1 1 0,-1-1-1,1 1-2,4-1-2,0 1 1,1-5 1,-1 1 2,0-5-1,0 0-1,1-5 1,-1 1-1,0 0 0,1-1 0,4 1 0,-5 0 0,0 0 0,-4-1 0,-1-8-3,1 5 2,-1-5-1,1 0 0,-6 0 2,1-4 0,0 0-3,-5 0 2,-1 0 1,1 4 0,0 0-3,-5 0 2,0 0 1,0 5 0,0-5-3,-5 4 2,0 0 1,1 1 2,-1-5-1,0 4-1,0 1 1,-5 4-1,1-1 0,-1 1 0,-4 0-3,-1-1 2,1 1 1,-1 0 0,-4-5-3,0 5 2,-5-5 3,4 1 1,1-5-6,4 4 0,1 1-21,4 4-7,10 4-96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5:32.266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-1-1 168,'0'4'66,"0"-8"-52,0 13 10,0-9 2,0 0-4,5 4 1,5 0-1,-5 1-2,-1-1-10,6 0 2,5 0 2,-11 1-3,1-1-1,5 0-2,4 1 2,-9-1-1,5 0 0,-1 0-1,1 1 0,5-1 0,-15-4 0,9 0-2,1 0-1,-5 0-1,4 0 0,1 4-2,0-4 1,4 5 0,-9-5 3,5 4-1,4 0 0,5 0-3,-14-4-2,10 5 5,-1-5 4,-9 4-3,5-4-1,4 0 0,-4 4-1,-1-4-2,1 0 1,0 0-2,4 0-1,-4 0 1,0 0-1,-1 0 0,1 0 2,-1-4-1,1 4 2,-5-4-2,5 4 2,-1-5-2,1 5-1,0 0 1,-6 0-1,6 0 0,5 0 2,-11-4-1,6 4-1,0-4 1,4 4-1,1-4 2,-1 4 1,1-5-1,-1 5-2,-4-4 1,4 4 1,1 0-1,-1 0 2,1 0-2,-1 0-1,5 0-2,-9 0 1,5-4 1,-1 4 0,0-5 0,-4 5 2,0-4-1,-1 0-1,1 0-2,-5 4 1,0 0-39,-5 0-15,0 4-105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5:34.308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59 112,'5'8'44,"0"-3"-35,0-1 5,-5-4 1,0 0 4,4 0 3,1 0-3,0-4 1,0-1-11,0 1 8,0 4 3,-1 0-4,1 0-1,0-4-3,5-1 2,-5 1-1,4 0 2,-4 0 3,5-1 3,-6 5-5,1 0 1,5-4-6,0 0 1,-1-1-3,-4 5 0,5-4-1,-1 4 0,1-4 0,0 0 0,4-1-4,1 1-3,-1 0 2,1 4 0,-1 0 3,5 0 3,1 4-2,4 0 1,0 5-3,0-1 2,0-3-4,5-1-2,0-4 0,0 4-1,5 1 0,0-1 2,4 0-1,1 5 2,-1-5 0,1 0 3,-5 1-5,0-1-3,-1-4 1,-4 0 2,0 0 0,0 0 2,0 0-4,0 4-2,0 0 2,5 1 2,-5-1 2,5 0 3,-1 1-3,6 3-2,-10-3 0,0-1-1,0-4-3,5 4 2,-5-4 1,0 4 2,4-4-3,1 5 0,0-5 3,-5 8 1,5-3-4,-5-1 1,0-4 0,0 0 2,-5 4-3,0-4 0,-5 4 1,0-4 0,1 5 0,-6-5 0,6-5 0,-6 5 0,1-4 0,-1 4 2,5-4-3,-4 4 0,9 0 1,-10 0 0,6 0 0,-6 0 2,5 0-1,-4 0-1,-1 0-2,1-4 1,-1 4 1,1-5 0,-1 5 2,-4-4-3,4 4 0,-4-4 1,5-1 2,-6 1-3,6 0 0,-6 0-1,1-1 0,4-3 2,-4 3 0,0 1-3,-1 0 2,1-5 3,0 5 1,-5 0-6,-1 4 0,1-5-4,0 1 0,0 4-16,-5-4-5,5-1-48,0-12-106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5:49.17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-4 163 124,'5'-4'49,"-10"-1"-38,10 5 8,-5 0 1,5 0-4,-1-4 3,6-4-4,-5-1-1,5-4-8,-1-4-2,1 0 0,0 0 4,4-1 5,1 6 2,-1-1 3,5 0-1,1 4-1,-1 5-4,0 4-2,5 0-4,0 4-1,1 1-3,-1 3-2,0 1 1,-5-1 1,0 5-1,-4 4 2,-5 0 0,-1 9 1,-4 4-2,-5 9-2,0 4 3,-5 0 0,0 4-1,1-4-2,-1-5 1,0 1-1,0-5 0,-5-4 0,1 0 0,-1 0 2,1 5 1,-1-10 1,0 5 0,-4-8 0,-1 4-2,1-5-2,-1-4 1,6-4-1,-6 0-3,6-4 2,-1 3 3,0 1-1,1 0 2,-1 4-2,-5 5-1,1-1-2,4 1 1,1-5 1,4-4 2,0 0 3,0-5 2,5-4 8,0-4 2,0 0-4,15 0 0,-1-4-6,1 0-2,4 0-2,5-1-3,0 1 1,0 0-1,0-5-3,1 1 2,-1 3 3,0-3 1,0-1-4,0 5 1,0 0-2,-4-1-2,-1 1-4,-5 4 0,6 4-25,-6 5-8,1-1-54,-1 5-65,-9 4 42</inkml:trace>
  <inkml:trace contextRef="#ctx0" brushRef="#br0" timeOffset="1495.9487">1280 34 104,'14'13'38,"-4"-13"-29,-5 4-5,-5-4-3,0 0-1,4 0 2,1 0-1,0 0-1,-5-4 9,0 0 4,0 4 5,-5 0 1,0 0 5,-4 0 2,-1 4-9,-4 0-3,-1 5-8,-4-5 3,0 1 3,-1-1 0,-4-4 1,0 0-3,0 0-1,-10-4-3,0-1 1,1 5-2,-1 0 0,0 0-3,5 5-2,5-5 1,0 4 1,9 0 1,1 0 1,4 1 0,1-5 0,4 4-2,-5-4 1,5 0 0,0 4 1,1 1-2,-1-1-2,0 0 3,0 5 2,0-1-2,5 1 0,0 0-1,-5-1 1,5 5-2,0 0 2,5 8 0,-5 1 1,0 3-2,0 1 1,0-4-2,0-5 2,0 0-2,0-4-1,0 0 1,0-5 1,0-8-1,10 5 2,0-1-2,-1-4-1,1 0 3,0 0 0,-1 0-1,1 0 1,4 0-2,1 0 2,-1 0-2,6 4 2,-1 0-4,5 5 0,-5 0 3,5 4 1,1-1-1,-1 1-2,0 4 3,0-4 0,-5 0-1,1 4 1,-1 0 0,0 1 3,-4-1-5,-1 4-1,1 1 0,-6-1 2,1 1-1,0-1-1,-1 5 3,-4-5 0,0 1 1,-5-1 0,0 1 0,-5-1 0,0 0-2,-4 1 1,-6-1-2,-4-3-1,-1-6 1,-4-3 1,-5-5-1,0-4 2,0-4-4,1 0 0,-6-5 1,5 1 2,-5-10-8,0-3-3,0-1-48,1-3-20,-1-1-56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6:02.11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-2 4 148,'0'-4'55,"5"4"-43,-5 4 5,0-4 2,5 9-5,-5-1 0,0 5-2,0 0 0,0 8-6,0 1 0,0-1 4,0 5-2,0 0 3,0 0-2,0 4 2,0 4-4,0 0 1,0 5-3,0-1 0,0 1-1,0-5 0,0-4-2,4-4 1,-4-4 0,0-5 3,0-4-10,5-5-2,0 1-15,0-1-4,0 1-80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6:03.62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0 19 88,'9'0'33,"-4"0"-26,5 0 16,-1 0 5,1 0-2,0-4 2,-1-1-5,1 1 0,0 0-3,-1 4-3,1-4-9,0 4 1,-1 0 2,1 4-4,0 0 1,-1 5-5,-4-1-2,5 1 2,-5-1 0,-1 1 1,1 4 0,0-5 0,0 1 2,0 0-1,-5-1 2,0 1-4,0-1 0,-5 5-1,0 0 1,0 4 0,0-5 1,1 1-2,-1 0 1,0 0-2,-5 0 2,5-5-2,-4 1-1,-1-1 1,0 1 1,1-5-1,4 1-1,-5-1 1,6 0-1,-1 0 0,0-4 2,0 0 1,0 5 1,5-5 2,0 0 3,0 0-4,0 0-3,10 0 1,0 0 0,-1 4-1,1 0 1,-1 1-2,1 3 2,5 1-4,-6-1-2,6 1 2,-6-1 2,1 1-2,0 0 0,-1-1 1,1 5 0,-5 0 0,0 0 2,4 4-3,-9 0-2,0 0 2,0 0 2,0 5 0,-9-2-1,4 2-2,-5-1 1,1 1 3,-6 3 1,1-7-4,-1-1 1,-4-4 2,-1-5 1,1-4-4,5-4-1,-1 0-4,1-4-1,-1 0-51,6-18-94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6:20.562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 45 204,'-5'0'77,"5"0"-60,0 0 10,0 0 1,0 0-1,0 0 1,0 0-7,0 0 0,5 4-12,0 0 6,5 1 2,-5-5-3,-1 4 2,6 0 2,0-4 1,-10 0-4,9 5 1,-9-5-7,0 0-1,5 8-2,-5-8 1,0 0-2,0 0 0,10 0-1,-5 0 2,4 0-1,-4 4 2,5-4-4,-5 5 0,4-1 1,1 0 2,0 1-3,-6-1 0,6 0 1,-10-4 2,10 4-3,-5-4 0,-1 0-1,6 0 1,0 0 0,-1 0 1,1-4-2,0 4-2,-1-4 1,6 4-1,-1 0 0,-4-4 2,4-1-1,1 1-1,-1 0 1,1-1-1,4 1 0,0-4 2,1 3 1,-1 1 1,5-5-5,0 1-1,5-1 3,0 5 1,0-5-3,0 5-1,5 0 1,0 0 2,-1-1 0,1 1 2,0 4-2,-5 0 2,0 0-7,0-4 1,0 4 3,0 0 4,0 0-3,-5 0-3,0 4 3,5 0 1,0 5-3,5-1 1,0 1 0,-1 0 0,6-1-3,4 1 0,-4-1 2,0 5 0,-1-9 1,-4 1 2,0-1-1,0 0-1,-1-4 1,1 0-1,0 5 0,0-1 2,-5-4-1,0 0-1,0 0-2,-1 0-1,-3 0 2,4 0 0,0 4 1,-1-4 0,1 4 2,0 1 1,5-1-4,0 0-1,0 1 3,0-1 1,-6 0-3,1 1 1,0-5-2,5 0 0,-5 0 2,0 0 2,0 0-3,0 0 0,-5 0 1,0 0 0,0 0 0,0 0 0,-4 0 0,-1 0 0,0 0 0,1 0 0,-6 0 0,1 0 0,-1 0-3,1 0 0,-1 0 4,1 0 1,-6 0-3,1 0-1,0 0 1,-1 0 0,1-5 1,-1 1 2,1 0-3,0-1 0,-5 1 1,4 4 0,6 0 0,-1-4 2,1 4-1,-6 0-1,6 0-2,-1 0-1,-4-5 2,4 5 2,1 0 0,-5-4-1,-1 4 1,1-4 1,0 4-3,-1 0 0,6-4 1,-6-1 0,1 1 0,0 0 0,-1 4-3,1-5 0,-5 5 2,0-4 0,4 4-4,-4 0-1,0-8 0,5 8 4,-6 0 1,1 0 1,0 0-3,0 0 2,-5 0-8,5 0-4,-5 0-42,0 0-16,0 0-92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6:22.153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0 128 188,'0'0'71,"4"-5"-55,-4 1 4,0 4 0,0 0-1,0 0 1,0 0 0,5-4 0,0 4-11,0 0 3,0-5 2,0 1-1,-1 0 0,1 0-1,0-1 2,0 1 2,0 4-1,4-4 1,1 4 0,0 0-4,-1 0 0,6 0-5,-1 0 1,6 0-5,-6 0 0,5 0 1,-4 0 2,4-5-1,0 1 0,1 0-1,-1-1 2,0 1 1,6 0 1,-1 0-4,0-1-1,-5 1 1,5 0 2,0-1-3,0 1-2,1-4-3,-1 3-1,-5 1 4,5 0 1,0-1 2,0 1 0,1 0-5,-6 4 1,5 0 2,0 0 1,0 0-4,-4 0 1,4 4 0,0 0-3,0-4 2,0 0 1,0 5 2,0-5-1,0 0 2,1 0-2,-6 0-1,5 0 1,0 0-1,0 0 0,0 4 0,1 0 0,-1 1 2,-5 3-3,0-8-2,1 0 4,-1 0 1,0 0 0,1 0-2,-1 0-2,-5 0 1,1 0 1,-1 0 0,1 0 0,-1 4 2,1-4-1,-1 0-1,1 0 1,-1 0-1,1 0 0,-1 5 0,1-1-3,-1 0 2,1 1 1,-6-1 0,1 0 0,-1 0 2,1 1-3,0-1 0,-1 0 1,1 1 0,0-1 0,-1-4 0,1 4 0,0 1 2,-1-1-8,1-4-3,0 0-6,-1 0-2,-9 0 1,0 0 0,15 4-20,-6 0-9,6 5-106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6:43.291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 0 144,'5'9'55,"-5"-1"-43,0 5 8,5 0 0,-1 4-1,-4 5 1,5-1-3,0 5 0,0 4-9,-5 0-1,0 0 0,5 0-1,-5 0 1,0 0-2,0 9 0,0-1 1,0 1 1,0-1-3,0 1-1,0-5-1,0-4 1,0-4-2,0-4-1,0-5-2,-5-4 1,5-5-12,0 1-7,0-5-73,0-4-42,10 0 58</inkml:trace>
  <inkml:trace contextRef="#ctx0" brushRef="#br0" timeOffset="1515.8568">638 39 92,'-5'-5'35,"0"5"-27,1-4 5,4 4 1,-5-4 1,0 0 3,-5 4-4,-4-5 2,-6 5-3,1 0 0,0 0-7,4 5 0,1-5 1,-1 4-3,1 0-3,-1 5 4,1 4 1,0-1 0,4 6-1,-5 3-1,6 1 2,-1-1-1,0 0 0,1 1-1,-1 4 0,0-5-2,1 1-2,4 3 1,0 1 1,0 4 1,1-9 3,-1 1-1,5-1 0,0 1-3,0-5 1,0 0 0,0 0 3,5-4-3,-1 0-2,1 0 0,0-5 1,5 1-1,-1 0-1,1-1 1,-5 1-1,4-1 0,-4-3 0,5-1 0,0-4 2,-1 4-1,1-4-1,0 0 1,4 0-1,0 0 0,1 0 2,4-4-1,-4 0-1,4-1 1,0 1 1,1 0-3,-1-5 0,0 1 1,-4-1 0,4 0 0,-4 1 0,-1-1-3,0 1 2,1-1 1,4 1 2,-4-5-1,-6 0-1,6 0-2,-6 0-1,1 0 2,0 0 2,-5 0 0,-1-4-1,1 0 1,0 4 1,-5-4-3,0-4-2,0-1 2,0 1 2,-5-5-2,0 0 0,-4 1-1,-1-5 0,0 0 2,-4 8 0,0 1-3,-6 3 2,-9 6-28,5 3-10,-10 5-54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7:48.552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501 0 104,'19'4'38,"-9"0"-29,0 1 10,-10-5 16,4-5-8,-4 5-9,5-4-7,-5 0-6,0 4 1,0 0 3,0 0 4,-5 4 2,1 5-2,-1-5 2,0-4 3,-5 4 1,5-4-2,-4 4 0,-1-4-5,1 5 0,-6-5-7,1 4-1,-1-4 0,1 0 0,-6 0-2,1 0-2,0-4 1,-1-1 1,1 1-1,5 0 2,-1 0 0,1-1 1,-1 1 0,6 4 2,-1-4-3,0 4 0,1 0-1,-1 0-2,0 0 1,1 4-1,-1 0 0,5 5 0,0-1 0,-4 10 0,-1-1 2,5 0-1,-4 4 2,-1 1-4,0 4 0,5-5 1,-4 0 0,4-3-3,0-6 2,0-3 1,0-9 2,5 0-1,0-4 2,5-1-2,5-3-1,0-1 3,-1 1 0,6 3-1,-1 1 1,5 0-2,1 0-1,-1 4 1,0 0 1,6 4-3,-1 0-2,-5 5 4,0 4 1,1 4-3,-1 4 1,-5 5-2,1 8 0,-6 5 2,1 4 2,-5 0-3,-5 0 0,0-1 1,0-7 0,-5 3 0,-5-8 0,-4 5-3,-5-9 2,-5-5 1,-5-4 0,-5-4 0,-5-4 0,-4-5 0,4-8 0,-4-5-5,4 0 1,5-3-9,10-1-2,5 4-30,14 1-12,24-5-57</inkml:trace>
  <inkml:trace contextRef="#ctx0" brushRef="#br0" timeOffset="1503.7811">1104 128 96,'10'-8'35,"-5"4"-27,4-5-4,-9 5-3,0-1-1,0 1 0,0-4 6,0-1 4,0 0 8,-9 1 3,4-1 1,0 1-2,-5 3-2,-4-3 1,-1 3-10,-4 5 1,0 5 1,0-5-2,-6 4 2,1 0-4,0 5-2,5-1-2,0 5 0,-1 0 0,1 4 1,0 1 0,-5-1 0,4 4 0,1 1 0,0-1 0,4 0 0,1 1-2,4 4-2,5-1 3,0 5 0,1 0-4,4 1 1,0-1 2,4 0 1,1-5 1,0 1 2,5-5-3,-1-3-2,6-1 4,-1-4 1,6 0-2,-1-1-3,5-3 0,0 0 1,0-1-1,0-4 2,-4 1 0,-1-5 1,0 0-2,1-5-2,-1-3 3,0-5 2,0-8-4,1-1-3,-1 1-2,0-5 3,-4-4 0,4 0 1,-4 0-3,-6-4 2,-4-1 1,0-3 0,-5-1-14,0-4-5,-5 0-21,-5 5-8,-4 8-49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8:02.15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92 0 80,'0'0'33,"0"0"-26,0 0 11,0 0 6,0 0-2,0 0-1,0 0-3,0 9-1,0 3-1,0 6 3,0 3-11,0 5-2,0 0-2,-5-1-2,0-3 1,0-1 0,1 1 3,-1-1 1,0 1 1,0-1-2,-4 5 1,-1-5-2,0 5 2,1-5-4,4-3 0,0-1-1,0-4 1,0-1 4,5-3 4,0-5 0,0-4 1,0 0-2,0 0 1,10 5-4,0-5-2,4 0-2,1 0 0,-1 0 0,5 0 1,1 0 0,-1 0 2,0 0 1,1 0 1,-1 0-4,0 0-3,0 0 0,1 0-1,-6 0 0,6 0 0,-6-5-3,5 1-2,-4 0 0,-6-1-24,1 5-8,-10 0-69,0 9-42,-5 0 63</inkml:trace>
  <inkml:trace contextRef="#ctx0" brushRef="#br0" timeOffset="467.2193">213 120 76,'-5'13'30,"5"0"-24,0 4 13,0-4 2,0 0 0,0 4 2,0 4-4,0 5-2,0 4-5,0 0 0,0 0-7,0 5 6,0-5 2,0 4-2,0-4 1,0 0-5,0 0 1,0-4-5,0-5-2,0-4 0,0-4-1,0 0-5,-5 0 1,5-5-25,0-3-8,0-5-43</inkml:trace>
  <inkml:trace contextRef="#ctx0" brushRef="#br0" timeOffset="1566.2153">879 26 80,'-20'-9'30,"11"9"-24,-6 4 4,10 1-2,-4-1 4,-6 5 5,-4-1-3,0 5 2,-6 0-7,1 0-1,0 0-2,-5 0-1,0-1-3,0 1-4,5 0 1,0 0 1,0 4 2,5 0 1,-1 5 3,6 4-1,-1-1 0,6 5-1,-1-4 0,5 0 2,0 0 1,5-1-3,5 1-1,0-5 3,5-3 1,-1-1 1,6-4 2,-5 0-5,4-1-3,5-3 1,1-5 0,-1 1-1,0-1-2,5-4 1,0 0-1,1-4 2,-1-1 1,0-3 1,0-5 0,0 0-5,0-4 1,0 0-2,0-1 0,1 1 0,-6 0 0,-5 0 2,1 0 2,4-5-1,-9 1-1,-1-5-2,1 0 1,-5-8-4,0 4 1,-5 0-9,0 0-2,-5 0-34,-5 4-46,-9 5 17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8:20.51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110 55 124,'5'-4'49,"-5"0"-38,5-1 19,0 5 8,-1-4-12,6 0-3,0-5-7,-1 1-2,6-1-8,-1 5 0,6-1 1,-1 5 3,0 0 1,5 5-3,1 3 0,-1 5 1,0 0 5,0 4-4,-5-4 0,1 4-4,-1 0 1,-5 1 0,1 3 3,-6 0-5,-4 5-3,-5 0-1,-5 4 1,-9 9-1,-5-5 2,-1 5-4,-9-5-2,0 0 2,-4 0 0,-6 5 1,0-5 0,6 1 0,-6-1 0,5-4-3,1-4 2,4-5 1,4-4 2,6 1 1,5-6 1,4-3 2,5-5 3,5-4 0,10-4 0,4 0-3,6-1-1,4 1-3,5 4-2,4 4 1,1 1-1,0 3 0,0 1 0,0-5-7,-5-4 0,-5 0-17,-5-4-4,-5 0-50,-4-5-19,-10 5-5</inkml:trace>
  <inkml:trace contextRef="#ctx0" brushRef="#br0" timeOffset="871.2142">665 265 72,'15'9'30,"-11"-9"-24,1 0 13,-5 0 4,5-4-10,0-1-4,0-3-2,4-9 2,1 0 2,0-5 3,-1 1 8,6-5 6,4-4-6,0 0-1,6 4-12,4 5 3,-5-1 4,0 5-2,0 4 0,0 5-2,-5 3 2,1 10-5,-1 3-3,0 5-3,-4 4-3,-1 5-4,-4 3 0,0 1 2,-6 4 1,-4 0 1,-4 0 0,-1 0 0,-10 9 0,-4-5 4,-5 5 2,-10-1 0,-5-3 1,1-1-6,-6 0-1,-4 1 0,10-5 0,-1-5-3,5-3 2,5-5 3,5 0 1,5-4-1,4-4 1,1-1 0,4 1 3,5-1 1,10 1 3,5-5-5,9 1-3,5-1 3,5 0 1,5 0 0,5-4 1,-1 0-4,-4 5 0,5-1-6,-11-4-2,1 4-27,-4 1-11,-6 3-82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48:35.347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0 193 52,'10'0'19,"-1"-4"-15,-4-4 21,0 8 9,0-5-5,4-3 0,1-5-7,0 0-4,-1-4-10,1 4-3,0-4-3,-1 4 12,6-4 5,4 4-1,0 0 2,1 0-2,4 5-2,0-1-2,0 5 1,0-1-2,0 5 0,0 0-5,-4 9 0,-1 0-7,0 3-1,1 6 2,-6 3 1,1-4-4,-1 5-1,1-1 1,-6 0 0,1 1 1,-5-1 0,-1 1-3,-4 4 2,0 4 1,-4 4 0,-6 5 0,0 3 2,1-3-3,-6-5 0,1 1 3,-1-10 1,1-3-4,-1-5-1,6 0 1,-1-4 0,0-4 1,1-5 0,-1 0 0,5 0 0,0 1 2,1-5 1,-1 0 3,5 0 1,0 0 1,5 0 0,-1 0-2,6-5-1,0 5-3,-1-4 1,6 4-4,-1 0 0,1 0 1,-1 0 0,1 4 0,4 1 2,-4 3-1,-1 1-1,0 4 1,1 8 1,-1 1-1,-4-1-1,0 5 3,-5 0 2,-5 4-7,0 0 0,-5 0-2,0 0 2,0 0 1,-5-4 3,1-1-3,-6 1 0,1 0 1,-5-5 2,-6 1-1,1-5-1,-5-4 1,0-5-1,-4-3 0,-1-10 2,0-3-3,5-5 0,0-4-8,5-5-2,5 1-45,9-1-18</inkml:trace>
  <inkml:trace contextRef="#ctx0" brushRef="#br0" timeOffset="916.2274">820 211 52,'5'0'19,"5"-5"-15,-5 1 8,-1 4 4,1-4 3,0-5 1,0 1-3,5-1 2,-1-4 3,1 4 3,4-3-2,1-1 0,-1 0-3,6 4-1,4 1-10,0-1 1,-5 5 3,5 4-3,0 4 2,-4 5-5,-1 8 1,0 4-5,-4 5 0,-1 4-1,-4 0 1,0 4-2,-6 1-1,-4 3 1,0 1 1,-4 0 5,-6-1 4,-5 5-15,-4 0-4,-5 0 1,-5 4 3,-5 0 3,-9 0 3,-5 5-1,4-1-1,1-3 1,9-1-1,5-4 2,5-9 1,5-4 3,4-9 3,1 1 2,4-5 1,5-4-2,5-4 1,10-5-4,4-4-2,6-4 2,4-1 2,5-3-2,4-1-2,1 0-2,0-3-3,0 3 1,4 0-1,-4 5-20,-5 13-7,0 12-105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3:20.634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1076-1 48,'0'0'19,"4"7"-10,-1-3 9,-3-4 14,0 0 1,4 3 1,0 1-8,-4-4-2,0 0-4,0 0-3,0 0-9,0 0-3,0 0 1,0 0-3,0 3-2,0 4 4,0-4 1,0 1 9,-4-1 2,-3 1 3,-1-1 2,-4-3-8,0 0-3,1 0-4,-5 0-2,1 0-3,-9 0 1,5 0-4,-5 0 0,1 0 5,0 0 2,-1 0 2,-3 0 0,0 0 0,0 0 0,-1 4-2,1-4 1,-4 3-4,4 1 0,3-1 1,-3-3 0,4 4 0,-4-1 2,3-3-1,1 0 0,3 0-1,1 0 0,-1 0-2,-3 0 1,4-3-2,-5 3-1,1 0-2,0 0 1,-1 0 1,5 0 0,-1 0 0,1 0 2,-1 0-3,1 0 0,0 0-1,-1 0 0,1 0 2,-1 0 0,1 0-3,3 3 2,1-3 1,-1 4 2,4-4-3,-7 0-2,3 0-7,5 0-2,-1 0-11,4 0-5,0-4-21,4 1-6,12-8-53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4:08.654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1483 125 96,'0'0'35,"4"0"-18,-4-17-5,0 13 13,0 1-2,0-1 0,0 4-1,0 7 1,0-10-13,0 10 3,0-7 1,-4-4 8,1 1 4,-1-1-6,-4 1-1,0 3-9,0 0-2,1 0 0,-1 0 0,-4 0 0,0-4 2,1 1-1,-1-1 0,-7 1-3,-9-4 1,5 3 0,4 0 1,-1 1 0,1-1 0,-1 1 0,5-1 2,-1 4-3,-3 0 1,3 0-3,0-3 0,-3 3-3,3-4 1,1 1 0,-8-1 1,7 1 0,-4 0 2,1-1 1,3 1 1,1 3-4,-1-4-1,1 4 1,-1-3 2,1 3-3,-1 0 0,0 0 3,1-4 1,-1 1-3,1 3-1,-1 0 1,1-4 0,3 4 0,-4 0 0,5-3-7,-9 3 0,-3 0 5,2 3 4,2-3-3,3 4-2,1-4 2,-1 3 0,1-3-1,-1 4 1,1-1-4,-1-3 0,0 4 1,1-4 0,-1 0 2,5 0 1,-1 0-1,-4 0 1,5 0-2,-5 0-1,1 0 1,3 0-1,-4-4 2,1 4 1,-1 0-1,5 0-2,-1 0 1,0 0 1,0 0-1,1 0-1,-1 0 1,0 0-1,1 0-3,-1 0 2,0 0 1,1 0 2,-1 0-1,0 0-1,1 0 3,-1 4 0,0-4-4,5 0 1,-5-4-2,4 4 0,0-3 4,1 3 1,-1 0-4,0 0-1,4 0 1,-4 0 2,-3 0 0,-1 0-1,4 3 3,-7 1-4,11-4-2,0 0-1,0 0 3,4 0-11,0 0-2,-8 3-13,0-3-5,8 0-16,-7-3-5,-1-1-10,-8 1 0,1-1-12,-5 1-6,1-8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4:08.655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1309 132 88,'0'0'33,"4"0"-18,-4 0 0,0 0 15,0 0-5,0 0 0,0 0-8,0 0-2,0 0-9,0 0 3,0 0 1,0 0 1,0 0 3,0 0-1,0 0 0,0 0-3,0 0 1,0 3 0,-4-3 1,0 0 0,0 0 2,0 0-3,-4 0-1,0 0-4,1 0 1,-1 0-2,-4 0 0,0 0-3,1 0-2,-1 0 1,0 0 1,1 0 5,-9 0 4,-7-3-4,4-1-2,-1 4 0,5-3-1,-4 3 0,3-4 2,1 1-3,3-1 0,0 4 1,1 0 0,-1-3 0,1-1 0,3 1 0,-3-1 2,-1 1-1,0 3 0,-3-4-3,-1 1 1,5 0-2,-1-1-1,5 4 1,-5 0 1,4 0-3,-3 0 0,3 0 5,-3 0 2,3 0-2,-4 0-1,5 0 1,-1 0 2,-4-3-3,6 3-2,-2-4 2,0 4 0,1 0 1,-1 0 0,-7 0-2,3 0-2,-7 0 1,3 0-1,5 0 0,-1 0 0,1 0 0,3 0 0,0 0 0,1 0 2,-1 0-1,0 0-1,0 0 1,1 0-1,-1 0 0,0 0 2,1 0-1,-1 0 2,0 0-2,5 0-1,-5 0 1,4 0-1,-3 0 0,-1 0 2,0 0 1,0 0 1,1-4-2,-1 0-2,0 4 1,5 0-1,-5 0 0,4-3 0,0 3 0,1 0 0,-1 0 0,0 0 0,0 0 2,1 0 1,-1-4-4,0 4 1,-4 0 2,4 0 1,1 0-4,-1 0-1,0 0 1,0 0 0,1-3 1,-1 3 0,0 0 0,0-4 2,4 4-1,0 0 2,1 0-4,-1 0 0,0 0-1,0 0 0,0-3 2,0 3 0,0 0-3,0 0 2,0 0-1,1 0 0,-1-4 2,4 4 0,-4 0-5,4 0-1,-4 0-4,4-3 1,-4 3 0,4 0 1,-4 0-2,4 0 1,0 0 0,0 0 1,0 0-6,0-3-4,0-1-19,4 1-9,0-4-50,8-4-56,-1-6 49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8:14.145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1180 107 80,'7'24'30,"-3"-48"-16,4 38 5,-4-7 16,4-4-8,-4 1-3,-4-4-6,4 3 1,-4-3-10,0 0 1,0 0 1,0 0-4,0 0-2,0 0 2,0 0 0,0 0 3,0 0 1,0 0-1,0 0-1,0 0 3,-4 4 3,4-4-4,-4 0-1,0 0-2,0 0 2,0 3 6,0-3-7,-4 0-2,1 0-2,-1 4-1,0-4 2,0 0 1,-3 0-3,3 0-1,-8 0 3,1-4 1,-1-6 1,-3 6 0,-1-6-2,5 3 1,-1 0 0,1 0 3,-1 0-7,0 0-2,1 4-1,-1-7 2,1-1-1,-1 4 2,4 0 0,1 4 3,-1-1-1,0 1 0,-3 0-6,-1-1 1,1 1 0,-1 3 0,-3 0 2,3 0 3,4 0-2,-3 0-2,3 0-3,-3 0 1,-1 0 1,1 0 2,-1 0-1,0 0-1,1 0 1,-1 0 1,1 0-1,-1 0 2,1 0-2,-1 0-1,-3 0 1,-1 0 1,-3 10-3,3-3 0,1 0 1,-1-11-3,5 11 2,3-3 3,0-1 3,1 1 0,-1-1 0,0-3 1,5 4 1,-5-4-3,4 0-3,0 3 2,1 7 0,-1-17-4,0 7 1,0 0 0,0 0 2,1 0-1,-1 11-1,0-15-2,4 4 1,-4 0 1,1 0 2,-5 0-1,4 0-1,0 0 1,1 0-1,-5 0 0,0 0 0,4 0-3,1 0 2,-1 0 1,0 0 2,0 0-1,4 0-1,1 0 1,-1 0-1,0 0-3,0 0 2,0 0 1,0 0 2,0 0-1,0 0 2,0 0-4,1 0-2,-1 0 2,0 0 0,0 0 3,0 0-3,4 0 0,-4 0 1,0 0 0,0 0 0,0 0 2,0 0-3,1 0 0,-1 0-1,0 0-2,4 0-8,0 0-3,0 0-12,0 0 8,0 0 5,-4 0-2,0 0 0,0-10 9,0 10 3,0-10 1,0 3 2,1 0-6,-1 0 0,-4 3 1,4 1 1,0 0 0,0-1 1,0 1 3,4-1 2,-4 4 0,4 0-1,0 0-2,0 0 1,0 0 1,0 0 0,0 0 2,0 0 1,0-3-6,0 3 0,0 0-6,0 0-1,0 0-9,0 0 0,0 0-45,8-4-18,19-13-9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8:14.146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1227 24 136,'0'14'52,"4"-14"-28,0 0-28,-4 0 23,0 0-5,0 0-5,0 0 0,0 0-6,0 0 3,0 0 0,0 0 6,0 4 3,-4-1 0,0 7-1,-4-10 1,1 0-6,-1 7-3,-4-7-3,1 7-3,-1 0 3,0 0 0,1-3 1,-9-1 2,1 0 1,-5-3 1,1 0 0,0 0 2,3-3-1,1 3 2,-1 0-2,1-3 0,-1-1-5,1 1-3,-1-1 2,5 1 0,-1-1-4,-3 1 1,-8-1 0,3 1 0,-3-1 0,4 1 0,-1 3 0,1 0 2,3 0-1,1 0-1,-1 0 1,1 0 1,0 0-1,-1 0-1,-7 0 1,-4-3 1,0-4-1,3 3 2,5 1 0,4-1 3,-1 1-3,5 3 0,-1 3-1,0-3-2,5 0 1,-5 4 1,1-1 1,-1-3-4,4 4-1,1-1 1,-1 1 0,0-4 1,1 0 2,-1 0-3,0 0 0,4 0 1,-7 0 2,-1 0-1,1 0-3,-1-7 1,1 0 1,3 10 2,0-3-1,1 0 2,-1-7-4,4 11 0,0-1 1,1-3 2,-1 0-1,0 0-1,0-7 1,0 4-4,1-1 0,3 1 2,0 3 2,0-4-2,0 4 0,0 0-17,0-3-8,0-1-41,4-6-81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9:35.541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1091 80 68,'0'0'27,"0"-4"-14,0 4-7,0 0 11,0 0 0,0 0 1,0 0 0,0 0 0,-4 0-3,0 0 1,0 0-5,0 0-1,0 0-6,0 0-1,-3 0 3,-1 0-1,0 0 2,0 0 0,-3 0 1,-1 0 2,0 0 1,1 0-1,-1 0 1,0 0-2,-3 0 2,3-3-4,0 3-2,1 0 0,-17-3-1,5-1 0,0 1 0,-1-1 2,5 4-1,-1-3 0,1 3 3,0 0 3,3-4-2,0 4 2,1 0-4,-1 0-2,5 0-2,-5 0-3,-3 0 1,-5 4 1,5-1-1,-1-3 2,1 0 0,-1 0 1,1 0 2,3 0 3,1 0-2,-1-3-2,-3 3 0,3 0-1,1 0 0,-1 0 2,0 0-5,1 0-1,-1 0 2,-3 0 1,-1-4-1,5 4-2,-5-3 1,1-1-1,-1 1 0,1-4 0,3 0-3,1 7 2,-1-7 1,1 11 0,3-4 0,-4-4 2,5 1-1,-5 6-1,5-6 1,-1 6-1,0 1 0,1-4 0,3-4 0,0 8 0,-4-1 0,4-6 0,5-1-3,-1 1 0,0-1-7,-4 1-37,8-1-10,8-3-70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9:35.542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1111 62 112,'3'-4'44,"-3"8"-24,0-4-10,0 0 12,0 0-8,0 0-1,0 0-3,0 0-1,0 0-5,0 0-1,0 0 3,-3 0 3,3 0 5,-4 0 1,0 0 0,-4 0-3,0 0-2,0 0-2,1 0 0,-1 0-4,0 0-1,0 0 3,-3 0 1,-1 0 1,0 0 0,-3 0 0,-1-4 0,1 4-4,-1-3-1,0 3 1,-11 0 2,8 0-1,-8 0 0,3 0-1,0 3 2,4 1-3,1-4-2,-4 3 2,-1-3 0,5 0 3,-1 0 1,1 0 1,-1 0 2,-3 0-1,-4-3 2,3 3-4,1 0 1,4 0-5,-1 0 0,1 0-1,-1 0-2,1 0 1,-1 0 1,1 0-1,-1 0 2,1 0-2,-1 0 2,5 0 7,-1 0 3,-3 3-13,-1-3-4,-4 4 3,5-1 5,3 1-4,-3-1 0,3-3 0,0 0 2,1 4-1,-1-4-1,1 0 1,-1 0 1,4 0-3,1 0 0,-1 3 1,0-3 0,5 0 0,-1 0 2,0 0-3,-4 3-2,5-3 4,-1 0 1,0 0-5,0 0 0,0-3-54,8-11-79,12-14-55,8-20 84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4:08.654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1483 125 96,'0'0'35,"4"0"-18,-4-17-5,0 13 13,0 1-2,0-1 0,0 4-1,0 7 1,0-10-13,0 10 3,0-7 1,-4-4 8,1 1 4,-1-1-6,-4 1-1,0 3-9,0 0-2,1 0 0,-1 0 0,-4 0 0,0-4 2,1 1-1,-1-1 0,-7 1-3,-9-4 1,5 3 0,4 0 1,-1 1 0,1-1 0,-1 1 0,5-1 2,-1 4-3,-3 0 1,3 0-3,0-3 0,-3 3-3,3-4 1,1 1 0,-8-1 1,7 1 0,-4 0 2,1-1 1,3 1 1,1 3-4,-1-4-1,1 4 1,-1-3 2,1 3-3,-1 0 0,0 0 3,1-4 1,-1 1-3,1 3-1,-1 0 1,1-4 0,3 4 0,-4 0 0,5-3-7,-9 3 0,-3 0 5,2 3 4,2-3-3,3 4-2,1-4 2,-1 3 0,1-3-1,-1 4 1,1-1-4,-1-3 0,0 4 1,1-4 0,-1 0 2,5 0 1,-1 0-1,-4 0 1,5 0-2,-5 0-1,1 0 1,3 0-1,-4-4 2,1 4 1,-1 0-1,5 0-2,-1 0 1,0 0 1,0 0-1,1 0-1,-1 0 1,0 0-1,1 0-3,-1 0 2,0 0 1,1 0 2,-1 0-1,0 0-1,1 0 3,-1 4 0,0-4-4,5 0 1,-5-4-2,4 4 0,0-3 4,1 3 1,-1 0-4,0 0-1,4 0 1,-4 0 2,-3 0 0,-1 0-1,4 3 3,-7 1-4,11-4-2,0 0-1,0 0 3,4 0-11,0 0-2,-8 3-13,0-3-5,8 0-16,-7-3-5,-1-1-10,-8 1 0,1-1-12,-5 1-6,1-8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4:08.655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1309 132 88,'0'0'33,"4"0"-18,-4 0 0,0 0 15,0 0-5,0 0 0,0 0-8,0 0-2,0 0-9,0 0 3,0 0 1,0 0 1,0 0 3,0 0-1,0 0 0,0 0-3,0 0 1,0 3 0,-4-3 1,0 0 0,0 0 2,0 0-3,-4 0-1,0 0-4,1 0 1,-1 0-2,-4 0 0,0 0-3,1 0-2,-1 0 1,0 0 1,1 0 5,-9 0 4,-7-3-4,4-1-2,-1 4 0,5-3-1,-4 3 0,3-4 2,1 1-3,3-1 0,0 4 1,1 0 0,-1-3 0,1-1 0,3 1 0,-3-1 2,-1 1-1,0 3 0,-3-4-3,-1 1 1,5 0-2,-1-1-1,5 4 1,-5 0 1,4 0-3,-3 0 0,3 0 5,-3 0 2,3 0-2,-4 0-1,5 0 1,-1 0 2,-4-3-3,6 3-2,-2-4 2,0 4 0,1 0 1,-1 0 0,-7 0-2,3 0-2,-7 0 1,3 0-1,5 0 0,-1 0 0,1 0 0,3 0 0,0 0 0,1 0 2,-1 0-1,0 0-1,0 0 1,1 0-1,-1 0 0,0 0 2,1 0-1,-1 0 2,0 0-2,5 0-1,-5 0 1,4 0-1,-3 0 0,-1 0 2,0 0 1,0 0 1,1-4-2,-1 0-2,0 4 1,5 0-1,-5 0 0,4-3 0,0 3 0,1 0 0,-1 0 0,0 0 0,0 0 2,1 0 1,-1-4-4,0 4 1,-4 0 2,4 0 1,1 0-4,-1 0-1,0 0 1,0 0 0,1-3 1,-1 3 0,0 0 0,0-4 2,4 4-1,0 0 2,1 0-4,-1 0 0,0 0-1,0 0 0,0-3 2,0 3 0,0 0-3,0 0 2,0 0-1,1 0 0,-1-4 2,4 4 0,-4 0-5,4 0-1,-4 0-4,4-3 1,-4 3 0,4 0 1,-4 0-2,4 0 1,0 0 0,0 0 1,0 0-6,0-3-4,0-1-19,4 1-9,0-4-50,8-4-56,-1-6 49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8:14.145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1180 107 80,'7'24'30,"-3"-48"-16,4 38 5,-4-7 16,4-4-8,-4 1-3,-4-4-6,4 3 1,-4-3-10,0 0 1,0 0 1,0 0-4,0 0-2,0 0 2,0 0 0,0 0 3,0 0 1,0 0-1,0 0-1,0 0 3,-4 4 3,4-4-4,-4 0-1,0 0-2,0 0 2,0 3 6,0-3-7,-4 0-2,1 0-2,-1 4-1,0-4 2,0 0 1,-3 0-3,3 0-1,-8 0 3,1-4 1,-1-6 1,-3 6 0,-1-6-2,5 3 1,-1 0 0,1 0 3,-1 0-7,0 0-2,1 4-1,-1-7 2,1-1-1,-1 4 2,4 0 0,1 4 3,-1-1-1,0 1 0,-3 0-6,-1-1 1,1 1 0,-1 3 0,-3 0 2,3 0 3,4 0-2,-3 0-2,3 0-3,-3 0 1,-1 0 1,1 0 2,-1 0-1,0 0-1,1 0 1,-1 0 1,1 0-1,-1 0 2,1 0-2,-1 0-1,-3 0 1,-1 0 1,-3 10-3,3-3 0,1 0 1,-1-11-3,5 11 2,3-3 3,0-1 3,1 1 0,-1-1 0,0-3 1,5 4 1,-5-4-3,4 0-3,0 3 2,1 7 0,-1-17-4,0 7 1,0 0 0,0 0 2,1 0-1,-1 11-1,0-15-2,4 4 1,-4 0 1,1 0 2,-5 0-1,4 0-1,0 0 1,1 0-1,-5 0 0,0 0 0,4 0-3,1 0 2,-1 0 1,0 0 2,0 0-1,4 0-1,1 0 1,-1 0-1,0 0-3,0 0 2,0 0 1,0 0 2,0 0-1,0 0 2,0 0-4,1 0-2,-1 0 2,0 0 0,0 0 3,0 0-3,4 0 0,-4 0 1,0 0 0,0 0 0,0 0 2,0 0-3,1 0 0,-1 0-1,0 0-2,4 0-8,0 0-3,0 0-12,0 0 8,0 0 5,-4 0-2,0 0 0,0-10 9,0 10 3,0-10 1,0 3 2,1 0-6,-1 0 0,-4 3 1,4 1 1,0 0 0,0-1 1,0 1 3,4-1 2,-4 4 0,4 0-1,0 0-2,0 0 1,0 0 1,0 0 0,0 0 2,0 0 1,0-3-6,0 3 0,0 0-6,0 0-1,0 0-9,0 0 0,0 0-45,8-4-18,19-13-9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8:14.146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1227 24 136,'0'14'52,"4"-14"-28,0 0-28,-4 0 23,0 0-5,0 0-5,0 0 0,0 0-6,0 0 3,0 0 0,0 0 6,0 4 3,-4-1 0,0 7-1,-4-10 1,1 0-6,-1 7-3,-4-7-3,1 7-3,-1 0 3,0 0 0,1-3 1,-9-1 2,1 0 1,-5-3 1,1 0 0,0 0 2,3-3-1,1 3 2,-1 0-2,1-3 0,-1-1-5,1 1-3,-1-1 2,5 1 0,-1-1-4,-3 1 1,-8-1 0,3 1 0,-3-1 0,4 1 0,-1 3 0,1 0 2,3 0-1,1 0-1,-1 0 1,1 0 1,0 0-1,-1 0-1,-7 0 1,-4-3 1,0-4-1,3 3 2,5 1 0,4-1 3,-1 1-3,5 3 0,-1 3-1,0-3-2,5 0 1,-5 4 1,1-1 1,-1-3-4,4 4-1,1-1 1,-1 1 0,0-4 1,1 0 2,-1 0-3,0 0 0,4 0 1,-7 0 2,-1 0-1,1 0-3,-1-7 1,1 0 1,3 10 2,0-3-1,1 0 2,-1-7-4,4 11 0,0-1 1,1-3 2,-1 0-1,0 0-1,0-7 1,0 4-4,1-1 0,3 1 2,0 3 2,0-4-2,0 4 0,0 0-17,0-3-8,0-1-41,4-6-81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9:35.541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1091 80 68,'0'0'27,"0"-4"-14,0 4-7,0 0 11,0 0 0,0 0 1,0 0 0,0 0 0,-4 0-3,0 0 1,0 0-5,0 0-1,0 0-6,0 0-1,-3 0 3,-1 0-1,0 0 2,0 0 0,-3 0 1,-1 0 2,0 0 1,1 0-1,-1 0 1,0 0-2,-3 0 2,3-3-4,0 3-2,1 0 0,-17-3-1,5-1 0,0 1 0,-1-1 2,5 4-1,-1-3 0,1 3 3,0 0 3,3-4-2,0 4 2,1 0-4,-1 0-2,5 0-2,-5 0-3,-3 0 1,-5 4 1,5-1-1,-1-3 2,1 0 0,-1 0 1,1 0 2,3 0 3,1 0-2,-1-3-2,-3 3 0,3 0-1,1 0 0,-1 0 2,0 0-5,1 0-1,-1 0 2,-3 0 1,-1-4-1,5 4-2,-5-3 1,1-1-1,-1 1 0,1-4 0,3 0-3,1 7 2,-1-7 1,1 11 0,3-4 0,-4-4 2,5 1-1,-5 6-1,5-6 1,-1 6-1,0 1 0,1-4 0,3-4 0,0 8 0,-4-1 0,4-6 0,5-1-3,-1 1 0,0-1-7,-4 1-37,8-1-10,8-3-70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9:35.542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1111 62 112,'3'-4'44,"-3"8"-24,0-4-10,0 0 12,0 0-8,0 0-1,0 0-3,0 0-1,0 0-5,0 0-1,0 0 3,-3 0 3,3 0 5,-4 0 1,0 0 0,-4 0-3,0 0-2,0 0-2,1 0 0,-1 0-4,0 0-1,0 0 3,-3 0 1,-1 0 1,0 0 0,-3 0 0,-1-4 0,1 4-4,-1-3-1,0 3 1,-11 0 2,8 0-1,-8 0 0,3 0-1,0 3 2,4 1-3,1-4-2,-4 3 2,-1-3 0,5 0 3,-1 0 1,1 0 1,-1 0 2,-3 0-1,-4-3 2,3 3-4,1 0 1,4 0-5,-1 0 0,1 0-1,-1 0-2,1 0 1,-1 0 1,1 0-1,-1 0 2,1 0-2,-1 0 2,5 0 7,-1 0 3,-3 3-13,-1-3-4,-4 4 3,5-1 5,3 1-4,-3-1 0,3-3 0,0 0 2,1 4-1,-1-4-1,1 0 1,-1 0 1,4 0-3,1 0 0,-1 3 1,0-3 0,5 0 0,-1 0 2,0 0-3,-4 3-2,5-3 4,-1 0 1,0 0-5,0 0 0,0-3-54,8-11-79,12-14-55,8-20 84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753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6621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56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589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194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744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1131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47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31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50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142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E633B-4FB6-44B9-9A8C-4793665C69FD}" type="datetimeFigureOut">
              <a:rPr lang="en-AU" smtClean="0"/>
              <a:t>19/07/2021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395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0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customXml" Target="../ink/ink4.xml"/><Relationship Id="rId1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emf"/><Relationship Id="rId18" Type="http://schemas.openxmlformats.org/officeDocument/2006/relationships/customXml" Target="../ink/ink15.xml"/><Relationship Id="rId26" Type="http://schemas.openxmlformats.org/officeDocument/2006/relationships/customXml" Target="../ink/ink19.xml"/><Relationship Id="rId39" Type="http://schemas.openxmlformats.org/officeDocument/2006/relationships/image" Target="../media/image28.emf"/><Relationship Id="rId3" Type="http://schemas.openxmlformats.org/officeDocument/2006/relationships/image" Target="../media/image100.emf"/><Relationship Id="rId21" Type="http://schemas.openxmlformats.org/officeDocument/2006/relationships/image" Target="../media/image19.emf"/><Relationship Id="rId34" Type="http://schemas.openxmlformats.org/officeDocument/2006/relationships/customXml" Target="../ink/ink23.xml"/><Relationship Id="rId42" Type="http://schemas.openxmlformats.org/officeDocument/2006/relationships/customXml" Target="../ink/ink27.xml"/><Relationship Id="rId47" Type="http://schemas.openxmlformats.org/officeDocument/2006/relationships/image" Target="../media/image32.emf"/><Relationship Id="rId50" Type="http://schemas.openxmlformats.org/officeDocument/2006/relationships/customXml" Target="../ink/ink31.xml"/><Relationship Id="rId7" Type="http://schemas.openxmlformats.org/officeDocument/2006/relationships/image" Target="../media/image12.emf"/><Relationship Id="rId12" Type="http://schemas.openxmlformats.org/officeDocument/2006/relationships/customXml" Target="../ink/ink12.xml"/><Relationship Id="rId17" Type="http://schemas.openxmlformats.org/officeDocument/2006/relationships/image" Target="../media/image17.emf"/><Relationship Id="rId25" Type="http://schemas.openxmlformats.org/officeDocument/2006/relationships/image" Target="../media/image21.emf"/><Relationship Id="rId33" Type="http://schemas.openxmlformats.org/officeDocument/2006/relationships/image" Target="../media/image25.emf"/><Relationship Id="rId38" Type="http://schemas.openxmlformats.org/officeDocument/2006/relationships/customXml" Target="../ink/ink25.xml"/><Relationship Id="rId46" Type="http://schemas.openxmlformats.org/officeDocument/2006/relationships/customXml" Target="../ink/ink29.xml"/><Relationship Id="rId2" Type="http://schemas.openxmlformats.org/officeDocument/2006/relationships/customXml" Target="../ink/ink7.xml"/><Relationship Id="rId16" Type="http://schemas.openxmlformats.org/officeDocument/2006/relationships/customXml" Target="../ink/ink14.xml"/><Relationship Id="rId20" Type="http://schemas.openxmlformats.org/officeDocument/2006/relationships/customXml" Target="../ink/ink16.xml"/><Relationship Id="rId29" Type="http://schemas.openxmlformats.org/officeDocument/2006/relationships/image" Target="../media/image23.emf"/><Relationship Id="rId41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image" Target="../media/image14.emf"/><Relationship Id="rId24" Type="http://schemas.openxmlformats.org/officeDocument/2006/relationships/customXml" Target="../ink/ink18.xml"/><Relationship Id="rId32" Type="http://schemas.openxmlformats.org/officeDocument/2006/relationships/customXml" Target="../ink/ink22.xml"/><Relationship Id="rId37" Type="http://schemas.openxmlformats.org/officeDocument/2006/relationships/image" Target="../media/image27.emf"/><Relationship Id="rId40" Type="http://schemas.openxmlformats.org/officeDocument/2006/relationships/customXml" Target="../ink/ink26.xml"/><Relationship Id="rId45" Type="http://schemas.openxmlformats.org/officeDocument/2006/relationships/image" Target="../media/image31.emf"/><Relationship Id="rId53" Type="http://schemas.openxmlformats.org/officeDocument/2006/relationships/image" Target="../media/image35.emf"/><Relationship Id="rId5" Type="http://schemas.openxmlformats.org/officeDocument/2006/relationships/image" Target="../media/image110.emf"/><Relationship Id="rId15" Type="http://schemas.openxmlformats.org/officeDocument/2006/relationships/image" Target="../media/image16.emf"/><Relationship Id="rId23" Type="http://schemas.openxmlformats.org/officeDocument/2006/relationships/image" Target="../media/image20.emf"/><Relationship Id="rId28" Type="http://schemas.openxmlformats.org/officeDocument/2006/relationships/customXml" Target="../ink/ink20.xml"/><Relationship Id="rId36" Type="http://schemas.openxmlformats.org/officeDocument/2006/relationships/customXml" Target="../ink/ink24.xml"/><Relationship Id="rId49" Type="http://schemas.openxmlformats.org/officeDocument/2006/relationships/image" Target="../media/image33.emf"/><Relationship Id="rId10" Type="http://schemas.openxmlformats.org/officeDocument/2006/relationships/customXml" Target="../ink/ink11.xml"/><Relationship Id="rId19" Type="http://schemas.openxmlformats.org/officeDocument/2006/relationships/image" Target="../media/image18.emf"/><Relationship Id="rId31" Type="http://schemas.openxmlformats.org/officeDocument/2006/relationships/image" Target="../media/image24.emf"/><Relationship Id="rId44" Type="http://schemas.openxmlformats.org/officeDocument/2006/relationships/customXml" Target="../ink/ink28.xml"/><Relationship Id="rId52" Type="http://schemas.openxmlformats.org/officeDocument/2006/relationships/customXml" Target="../ink/ink32.xml"/><Relationship Id="rId4" Type="http://schemas.openxmlformats.org/officeDocument/2006/relationships/customXml" Target="../ink/ink8.xml"/><Relationship Id="rId9" Type="http://schemas.openxmlformats.org/officeDocument/2006/relationships/image" Target="../media/image13.emf"/><Relationship Id="rId14" Type="http://schemas.openxmlformats.org/officeDocument/2006/relationships/customXml" Target="../ink/ink13.xml"/><Relationship Id="rId22" Type="http://schemas.openxmlformats.org/officeDocument/2006/relationships/customXml" Target="../ink/ink17.xml"/><Relationship Id="rId27" Type="http://schemas.openxmlformats.org/officeDocument/2006/relationships/image" Target="../media/image22.emf"/><Relationship Id="rId30" Type="http://schemas.openxmlformats.org/officeDocument/2006/relationships/customXml" Target="../ink/ink21.xml"/><Relationship Id="rId35" Type="http://schemas.openxmlformats.org/officeDocument/2006/relationships/image" Target="../media/image26.emf"/><Relationship Id="rId43" Type="http://schemas.openxmlformats.org/officeDocument/2006/relationships/image" Target="../media/image30.emf"/><Relationship Id="rId48" Type="http://schemas.openxmlformats.org/officeDocument/2006/relationships/customXml" Target="../ink/ink30.xml"/><Relationship Id="rId8" Type="http://schemas.openxmlformats.org/officeDocument/2006/relationships/customXml" Target="../ink/ink10.xml"/><Relationship Id="rId51" Type="http://schemas.openxmlformats.org/officeDocument/2006/relationships/image" Target="../media/image3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emf"/><Relationship Id="rId18" Type="http://schemas.openxmlformats.org/officeDocument/2006/relationships/customXml" Target="../ink/ink39.xml"/><Relationship Id="rId3" Type="http://schemas.openxmlformats.org/officeDocument/2006/relationships/image" Target="../media/image37.emf"/><Relationship Id="rId21" Type="http://schemas.openxmlformats.org/officeDocument/2006/relationships/image" Target="../media/image14.png"/><Relationship Id="rId12" Type="http://schemas.openxmlformats.org/officeDocument/2006/relationships/customXml" Target="../ink/ink37.xml"/><Relationship Id="rId17" Type="http://schemas.openxmlformats.org/officeDocument/2006/relationships/image" Target="../media/image44.emf"/><Relationship Id="rId2" Type="http://schemas.openxmlformats.org/officeDocument/2006/relationships/customXml" Target="../ink/ink34.xml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11" Type="http://schemas.openxmlformats.org/officeDocument/2006/relationships/image" Target="../media/image41.emf"/><Relationship Id="rId5" Type="http://schemas.openxmlformats.org/officeDocument/2006/relationships/image" Target="../media/image38.emf"/><Relationship Id="rId19" Type="http://schemas.openxmlformats.org/officeDocument/2006/relationships/image" Target="../media/image45.emf"/><Relationship Id="rId4" Type="http://schemas.openxmlformats.org/officeDocument/2006/relationships/customXml" Target="../ink/ink35.xml"/><Relationship Id="rId14" Type="http://schemas.openxmlformats.org/officeDocument/2006/relationships/customXml" Target="../ink/ink38.xml"/><Relationship Id="rId22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emf"/><Relationship Id="rId18" Type="http://schemas.openxmlformats.org/officeDocument/2006/relationships/customXml" Target="../ink/ink45.xml"/><Relationship Id="rId3" Type="http://schemas.openxmlformats.org/officeDocument/2006/relationships/image" Target="../media/image37.emf"/><Relationship Id="rId12" Type="http://schemas.openxmlformats.org/officeDocument/2006/relationships/customXml" Target="../ink/ink43.xml"/><Relationship Id="rId17" Type="http://schemas.openxmlformats.org/officeDocument/2006/relationships/image" Target="../media/image44.emf"/><Relationship Id="rId2" Type="http://schemas.openxmlformats.org/officeDocument/2006/relationships/customXml" Target="../ink/ink40.xm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.xml"/><Relationship Id="rId11" Type="http://schemas.openxmlformats.org/officeDocument/2006/relationships/image" Target="../media/image41.emf"/><Relationship Id="rId5" Type="http://schemas.openxmlformats.org/officeDocument/2006/relationships/image" Target="../media/image38.emf"/><Relationship Id="rId19" Type="http://schemas.openxmlformats.org/officeDocument/2006/relationships/image" Target="../media/image45.emf"/><Relationship Id="rId4" Type="http://schemas.openxmlformats.org/officeDocument/2006/relationships/customXml" Target="../ink/ink41.xml"/><Relationship Id="rId14" Type="http://schemas.openxmlformats.org/officeDocument/2006/relationships/customXml" Target="../ink/ink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calculate probabilities from two way tables.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84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9172" y="15395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dirty="0" smtClean="0"/>
                  <a:t>What is the probability of: </a:t>
                </a:r>
              </a:p>
              <a:p>
                <a:pPr marL="514350" indent="-514350">
                  <a:buAutoNum type="alphaLcParenR"/>
                </a:pPr>
                <a:r>
                  <a:rPr lang="en-AU" dirty="0"/>
                  <a:t>Getting </a:t>
                </a:r>
                <a:r>
                  <a:rPr lang="en-AU" dirty="0" smtClean="0"/>
                  <a:t>a head and a tail when </a:t>
                </a:r>
                <a:r>
                  <a:rPr lang="en-AU" dirty="0"/>
                  <a:t>you flip two coins?</a:t>
                </a:r>
              </a:p>
              <a:p>
                <a:pPr marL="0" indent="0">
                  <a:buNone/>
                </a:pPr>
                <a:r>
                  <a:rPr lang="en-AU" sz="3600" dirty="0"/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400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 startAt="2"/>
                </a:pPr>
                <a:r>
                  <a:rPr lang="en-AU" dirty="0"/>
                  <a:t>Getting a total of 5</a:t>
                </a:r>
                <a:r>
                  <a:rPr lang="en-AU" dirty="0" smtClean="0"/>
                  <a:t> </a:t>
                </a:r>
                <a:r>
                  <a:rPr lang="en-AU" dirty="0"/>
                  <a:t>when you roll two dice?</a:t>
                </a:r>
              </a:p>
              <a:p>
                <a:pPr marL="0" indent="0">
                  <a:buNone/>
                </a:pPr>
                <a:r>
                  <a:rPr lang="en-AU" dirty="0"/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AU" sz="4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sz="4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172" y="1539525"/>
                <a:ext cx="10515600" cy="4351338"/>
              </a:xfrm>
              <a:blipFill rotWithShape="0">
                <a:blip r:embed="rId2"/>
                <a:stretch>
                  <a:fillRect l="-1217" t="-23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579" y="671954"/>
            <a:ext cx="2139557" cy="12794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2713" y="702722"/>
            <a:ext cx="17614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H	H</a:t>
            </a:r>
          </a:p>
          <a:p>
            <a:r>
              <a:rPr lang="en-AU" sz="2800" dirty="0"/>
              <a:t>T	T</a:t>
            </a:r>
          </a:p>
          <a:p>
            <a:r>
              <a:rPr lang="en-AU" sz="2800" dirty="0"/>
              <a:t>H	T</a:t>
            </a:r>
          </a:p>
          <a:p>
            <a:r>
              <a:rPr lang="en-AU" sz="2800" dirty="0"/>
              <a:t>T	H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704" y="2714449"/>
            <a:ext cx="1959605" cy="10763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507" y="3058155"/>
            <a:ext cx="2919274" cy="29358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998A3B-B6B3-473E-B585-F5C04F6691A2}"/>
              </a:ext>
            </a:extLst>
          </p:cNvPr>
          <p:cNvSpPr txBox="1"/>
          <p:nvPr/>
        </p:nvSpPr>
        <p:spPr>
          <a:xfrm>
            <a:off x="0" y="-6605"/>
            <a:ext cx="252361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 </a:t>
            </a:r>
          </a:p>
        </p:txBody>
      </p:sp>
    </p:spTree>
    <p:extLst>
      <p:ext uri="{BB962C8B-B14F-4D97-AF65-F5344CB8AC3E}">
        <p14:creationId xmlns:p14="http://schemas.microsoft.com/office/powerpoint/2010/main" val="112282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252361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 </a:t>
            </a:r>
            <a:endParaRPr lang="en-AU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9560" y="109220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AU" dirty="0" smtClean="0"/>
              <a:t>Fill in the magic square puzzles. 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512" y="1876440"/>
            <a:ext cx="6648450" cy="3409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2929632" y="2868216"/>
              <a:ext cx="235080" cy="3600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6672" y="2846256"/>
                <a:ext cx="26820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/>
              <p14:cNvContentPartPr/>
              <p14:nvPr/>
            </p14:nvContentPartPr>
            <p14:xfrm>
              <a:off x="3688152" y="4401816"/>
              <a:ext cx="249840" cy="4190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75930" y="4380216"/>
                <a:ext cx="285788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/>
              <p14:cNvContentPartPr/>
              <p14:nvPr/>
            </p14:nvContentPartPr>
            <p14:xfrm>
              <a:off x="4478712" y="3637176"/>
              <a:ext cx="43560" cy="37008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64312" y="3620976"/>
                <a:ext cx="7992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/>
              <p14:cNvContentPartPr/>
              <p14:nvPr/>
            </p14:nvContentPartPr>
            <p14:xfrm>
              <a:off x="6403234" y="2903656"/>
              <a:ext cx="218160" cy="3477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91714" y="2883856"/>
                <a:ext cx="25128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/>
              <p14:cNvContentPartPr/>
              <p14:nvPr/>
            </p14:nvContentPartPr>
            <p14:xfrm>
              <a:off x="7964554" y="4377856"/>
              <a:ext cx="232560" cy="32832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43314" y="4359496"/>
                <a:ext cx="26784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/>
              <p14:cNvContentPartPr/>
              <p14:nvPr/>
            </p14:nvContentPartPr>
            <p14:xfrm>
              <a:off x="7182274" y="3580456"/>
              <a:ext cx="302400" cy="36612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73274" y="3566416"/>
                <a:ext cx="332640" cy="39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822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252361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 </a:t>
            </a:r>
            <a:endParaRPr lang="en-AU" sz="32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989008" y="1114584"/>
          <a:ext cx="3312368" cy="1440159"/>
        </p:xfrm>
        <a:graphic>
          <a:graphicData uri="http://schemas.openxmlformats.org/drawingml/2006/table">
            <a:tbl>
              <a:tblPr/>
              <a:tblGrid>
                <a:gridCol w="692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latin typeface="Calibri"/>
                          <a:ea typeface="Times New Roman"/>
                          <a:cs typeface="Times New Roman"/>
                        </a:rPr>
                        <a:t>Year 7</a:t>
                      </a:r>
                      <a:endParaRPr lang="en-GB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Calibri"/>
                          <a:ea typeface="Times New Roman"/>
                          <a:cs typeface="Times New Roman"/>
                        </a:rPr>
                        <a:t>Year 8</a:t>
                      </a:r>
                      <a:endParaRPr lang="en-GB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Calibri"/>
                          <a:ea typeface="Times New Roman"/>
                          <a:cs typeface="Times New Roman"/>
                        </a:rPr>
                        <a:t>Year 9</a:t>
                      </a:r>
                      <a:endParaRPr lang="en-GB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Calibri"/>
                          <a:ea typeface="Times New Roman"/>
                          <a:cs typeface="Times New Roman"/>
                        </a:rPr>
                        <a:t>Boys</a:t>
                      </a:r>
                      <a:endParaRPr lang="en-GB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latin typeface="Calibri"/>
                          <a:ea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latin typeface="Calibri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latin typeface="Calibri"/>
                          <a:ea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Calibri"/>
                          <a:ea typeface="Times New Roman"/>
                          <a:cs typeface="Times New Roman"/>
                        </a:rPr>
                        <a:t>Girls</a:t>
                      </a:r>
                      <a:endParaRPr lang="en-GB" sz="20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latin typeface="Calibri"/>
                          <a:ea typeface="Times New Roman"/>
                          <a:cs typeface="Times New Roman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Calibri"/>
                          <a:ea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968688" y="3919840"/>
          <a:ext cx="3312369" cy="1368153"/>
        </p:xfrm>
        <a:graphic>
          <a:graphicData uri="http://schemas.openxmlformats.org/drawingml/2006/table">
            <a:tbl>
              <a:tblPr/>
              <a:tblGrid>
                <a:gridCol w="692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60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0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GB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Calibri"/>
                          <a:ea typeface="Calibri"/>
                          <a:cs typeface="Times New Roman"/>
                        </a:rPr>
                        <a:t>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0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Calibri"/>
                          <a:ea typeface="Calibri"/>
                          <a:cs typeface="Times New Roman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latin typeface="Calibri"/>
                          <a:ea typeface="Calibri"/>
                          <a:cs typeface="Times New Roman"/>
                        </a:rPr>
                        <a:t>15</a:t>
                      </a:r>
                      <a:endParaRPr lang="en-GB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632960" y="919480"/>
            <a:ext cx="64312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many boys in Year 8?</a:t>
            </a:r>
          </a:p>
          <a:p>
            <a:r>
              <a:rPr lang="en-AU" sz="2400" dirty="0" smtClean="0"/>
              <a:t>How many girls in Year 7?</a:t>
            </a:r>
          </a:p>
          <a:p>
            <a:r>
              <a:rPr lang="en-AU" sz="2400" dirty="0" smtClean="0"/>
              <a:t>How many boys in Year 7 and 8?</a:t>
            </a:r>
          </a:p>
          <a:p>
            <a:r>
              <a:rPr lang="en-AU" sz="2400" dirty="0" smtClean="0"/>
              <a:t>How many girls in total?</a:t>
            </a:r>
          </a:p>
          <a:p>
            <a:r>
              <a:rPr lang="en-AU" sz="2400" dirty="0" smtClean="0"/>
              <a:t>How many Year 9s in total?</a:t>
            </a:r>
          </a:p>
          <a:p>
            <a:r>
              <a:rPr lang="en-AU" sz="2400" dirty="0" smtClean="0"/>
              <a:t>How many students in total?</a:t>
            </a:r>
          </a:p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4632960" y="3718560"/>
            <a:ext cx="64312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many girls in Year 8?</a:t>
            </a:r>
          </a:p>
          <a:p>
            <a:r>
              <a:rPr lang="en-AU" sz="2400" dirty="0" smtClean="0"/>
              <a:t>How many boys in Year 7?</a:t>
            </a:r>
          </a:p>
          <a:p>
            <a:r>
              <a:rPr lang="en-AU" sz="2400" dirty="0" smtClean="0"/>
              <a:t>How many boys in Year 8 and 9?</a:t>
            </a:r>
          </a:p>
          <a:p>
            <a:r>
              <a:rPr lang="en-AU" sz="2400" dirty="0" smtClean="0"/>
              <a:t>How many girls in total?</a:t>
            </a:r>
          </a:p>
          <a:p>
            <a:r>
              <a:rPr lang="en-AU" sz="2400" dirty="0" smtClean="0"/>
              <a:t>How many Year 7s in total?</a:t>
            </a:r>
          </a:p>
          <a:p>
            <a:r>
              <a:rPr lang="en-AU" sz="2400" dirty="0" smtClean="0"/>
              <a:t>How many students in total?</a:t>
            </a:r>
          </a:p>
          <a:p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9128760" y="919480"/>
            <a:ext cx="2717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15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16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14 + 15 = 29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16 + 13 + 10 = 39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18 + 10 = 28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86</a:t>
            </a:r>
          </a:p>
          <a:p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28760" y="3672393"/>
            <a:ext cx="2717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15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11</a:t>
            </a:r>
          </a:p>
          <a:p>
            <a:r>
              <a:rPr lang="en-AU" sz="2400" dirty="0">
                <a:solidFill>
                  <a:srgbClr val="FF0000"/>
                </a:solidFill>
              </a:rPr>
              <a:t>0</a:t>
            </a:r>
            <a:r>
              <a:rPr lang="en-AU" sz="2400" dirty="0" smtClean="0">
                <a:solidFill>
                  <a:srgbClr val="FF0000"/>
                </a:solidFill>
              </a:rPr>
              <a:t> + 14 = 14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15 + 15 + 9 = 39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11 + 15 = 26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64</a:t>
            </a:r>
          </a:p>
          <a:p>
            <a:endParaRPr lang="en-AU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14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calculate probabilities from two way tables.</a:t>
            </a:r>
            <a:endParaRPr lang="en-AU" dirty="0" smtClean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498" y="2159553"/>
            <a:ext cx="3058494" cy="3058494"/>
          </a:xfrm>
          <a:prstGeom prst="rect">
            <a:avLst/>
          </a:prstGeom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214418" y="3467784"/>
            <a:ext cx="10573257" cy="2285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 list sample spaces.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 calculate probabilities of single events.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 interpret two way tables.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18922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355656" y="1394480"/>
          <a:ext cx="8352928" cy="4392487"/>
        </p:xfrm>
        <a:graphic>
          <a:graphicData uri="http://schemas.openxmlformats.org/drawingml/2006/table">
            <a:tbl>
              <a:tblPr/>
              <a:tblGrid>
                <a:gridCol w="1637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3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48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4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99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4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dirty="0" smtClean="0"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  <a:endParaRPr lang="en-GB" sz="4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b="1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70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4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 smtClean="0">
                          <a:latin typeface="Calibri"/>
                          <a:ea typeface="Calibri"/>
                          <a:cs typeface="Times New Roman"/>
                        </a:rPr>
                        <a:t>43</a:t>
                      </a:r>
                      <a:endParaRPr lang="en-GB" sz="4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06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b="1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 smtClean="0">
                          <a:latin typeface="Calibri"/>
                          <a:ea typeface="Calibri"/>
                          <a:cs typeface="Times New Roman"/>
                        </a:rPr>
                        <a:t>31</a:t>
                      </a:r>
                      <a:endParaRPr lang="en-GB" sz="4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 smtClean="0">
                          <a:latin typeface="Calibri"/>
                          <a:ea typeface="Calibri"/>
                          <a:cs typeface="Times New Roman"/>
                        </a:rPr>
                        <a:t>25</a:t>
                      </a:r>
                      <a:endParaRPr lang="en-GB" sz="4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 smtClean="0">
                          <a:latin typeface="Calibri"/>
                          <a:ea typeface="Calibri"/>
                          <a:cs typeface="Times New Roman"/>
                        </a:rPr>
                        <a:t>85</a:t>
                      </a:r>
                      <a:endParaRPr lang="en-GB" sz="4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011840" y="2190189"/>
            <a:ext cx="1584176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443887" y="2290559"/>
            <a:ext cx="695325" cy="8229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/>
                <a:ea typeface="Calibri"/>
                <a:cs typeface="Times New Roman"/>
              </a:rPr>
              <a:t>19</a:t>
            </a:r>
            <a:endParaRPr lang="en-GB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50376" y="2199793"/>
            <a:ext cx="1584176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088729" y="2290559"/>
            <a:ext cx="88678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/>
                <a:ea typeface="Calibri"/>
                <a:cs typeface="Times New Roman"/>
              </a:rPr>
              <a:t>12</a:t>
            </a:r>
            <a:endParaRPr lang="en-GB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91611" y="2209398"/>
            <a:ext cx="1584176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8340309" y="2290559"/>
            <a:ext cx="88678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/>
                <a:ea typeface="Calibri"/>
                <a:cs typeface="Times New Roman"/>
              </a:rPr>
              <a:t>42</a:t>
            </a:r>
            <a:endParaRPr lang="en-GB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30020" y="3315669"/>
            <a:ext cx="1584176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5099073" y="3352030"/>
            <a:ext cx="88678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/>
                <a:ea typeface="Calibri"/>
                <a:cs typeface="Times New Roman"/>
              </a:rPr>
              <a:t>19</a:t>
            </a:r>
            <a:endParaRPr lang="en-GB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68224" y="3335404"/>
            <a:ext cx="1428941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6667169" y="3308895"/>
            <a:ext cx="103105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14</a:t>
            </a:r>
            <a:endParaRPr lang="en-GB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13515" y="4562832"/>
            <a:ext cx="1428941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3312459" y="4490824"/>
            <a:ext cx="103105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29</a:t>
            </a:r>
            <a:endParaRPr lang="en-GB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34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  <p:bldP spid="14" grpId="0"/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690317"/>
              </p:ext>
            </p:extLst>
          </p:nvPr>
        </p:nvGraphicFramePr>
        <p:xfrm>
          <a:off x="8947656" y="0"/>
          <a:ext cx="3244344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44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Why isn’t people a category?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02864" y="1585288"/>
            <a:ext cx="8784976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 smtClean="0"/>
              <a:t>90 people were asked whether they preferred Soaps, Drama or Crime shows.</a:t>
            </a:r>
          </a:p>
          <a:p>
            <a:pPr marL="0" indent="0">
              <a:buNone/>
            </a:pPr>
            <a:r>
              <a:rPr lang="en-GB" sz="2000" b="1" dirty="0" smtClean="0"/>
              <a:t>12 men said they liked Dramas.</a:t>
            </a:r>
          </a:p>
          <a:p>
            <a:pPr marL="0" indent="0">
              <a:buNone/>
            </a:pPr>
            <a:r>
              <a:rPr lang="en-GB" sz="2000" b="1" dirty="0" smtClean="0"/>
              <a:t>33 people in total said they liked Soaps, and 27 of these were women.</a:t>
            </a:r>
          </a:p>
          <a:p>
            <a:pPr marL="0" indent="0">
              <a:buNone/>
            </a:pPr>
            <a:r>
              <a:rPr lang="en-GB" sz="2000" b="1" dirty="0" smtClean="0"/>
              <a:t>25 people in total liked Dramas best.</a:t>
            </a:r>
          </a:p>
          <a:p>
            <a:pPr marL="0" indent="0">
              <a:buNone/>
            </a:pPr>
            <a:r>
              <a:rPr lang="en-GB" sz="2000" b="1" dirty="0" smtClean="0"/>
              <a:t>Only 10 women liked Crime shows.</a:t>
            </a:r>
          </a:p>
          <a:p>
            <a:pPr marL="0" indent="0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en-GB" b="1" dirty="0" smtClean="0"/>
              <a:t>Find the CATEGORIES.</a:t>
            </a:r>
          </a:p>
          <a:p>
            <a:pPr marL="0" indent="0">
              <a:buNone/>
            </a:pPr>
            <a:r>
              <a:rPr lang="en-GB" b="1" dirty="0" smtClean="0"/>
              <a:t>Create your TABLE.</a:t>
            </a:r>
            <a:endParaRPr lang="en-GB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5204584" y="3617640"/>
          <a:ext cx="4104456" cy="2088231"/>
        </p:xfrm>
        <a:graphic>
          <a:graphicData uri="http://schemas.openxmlformats.org/drawingml/2006/table">
            <a:tbl>
              <a:tblPr firstRow="1" firstCol="1" bandRow="1"/>
              <a:tblGrid>
                <a:gridCol w="679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6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65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76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GB" sz="1600" b="1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GB" sz="1600" b="1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GB" sz="1600" b="1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GB" sz="1600" b="1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6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GB" sz="1600" b="1" dirty="0" smtClea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GB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63880" y="741680"/>
            <a:ext cx="8823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We can easily create our own two-way tables.</a:t>
            </a:r>
            <a:endParaRPr lang="en-AU" sz="2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5560960" y="1682600"/>
              <a:ext cx="2290680" cy="626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61960" y="1429160"/>
                <a:ext cx="2504520" cy="57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021720" y="2086880"/>
              <a:ext cx="428040" cy="338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680" y="1872320"/>
                <a:ext cx="62316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7079440" y="2490080"/>
              <a:ext cx="773640" cy="5868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29400" y="2301800"/>
                <a:ext cx="91944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/>
              <p14:cNvContentPartPr/>
              <p14:nvPr/>
            </p14:nvContentPartPr>
            <p14:xfrm>
              <a:off x="706120" y="1636881"/>
              <a:ext cx="208280" cy="45719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6045" y="1380709"/>
                <a:ext cx="444259" cy="519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/>
              <p14:cNvContentPartPr/>
              <p14:nvPr/>
            </p14:nvContentPartPr>
            <p14:xfrm>
              <a:off x="8654080" y="5181080"/>
              <a:ext cx="118440" cy="2703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39320" y="5166320"/>
                <a:ext cx="1486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/>
              <p14:cNvContentPartPr/>
              <p14:nvPr/>
            </p14:nvContentPartPr>
            <p14:xfrm>
              <a:off x="8880520" y="5216000"/>
              <a:ext cx="139680" cy="18684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67200" y="5204840"/>
                <a:ext cx="1656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/>
              <p14:cNvContentPartPr/>
              <p14:nvPr/>
            </p14:nvContentPartPr>
            <p14:xfrm>
              <a:off x="623200" y="2126480"/>
              <a:ext cx="229680" cy="1800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0400" y="1908362"/>
                <a:ext cx="428400" cy="4623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/>
              <p14:cNvContentPartPr/>
              <p14:nvPr/>
            </p14:nvContentPartPr>
            <p14:xfrm>
              <a:off x="3085960" y="2150960"/>
              <a:ext cx="747360" cy="2160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95284" y="1916240"/>
                <a:ext cx="944545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Ink 23"/>
              <p14:cNvContentPartPr/>
              <p14:nvPr/>
            </p14:nvContentPartPr>
            <p14:xfrm>
              <a:off x="574960" y="2556320"/>
              <a:ext cx="360360" cy="1836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4680" y="2327000"/>
                <a:ext cx="55872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/>
              <p14:cNvContentPartPr/>
              <p14:nvPr/>
            </p14:nvContentPartPr>
            <p14:xfrm>
              <a:off x="4086040" y="2567120"/>
              <a:ext cx="585720" cy="3384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97120" y="2349119"/>
                <a:ext cx="779760" cy="457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Ink 25"/>
              <p14:cNvContentPartPr/>
              <p14:nvPr/>
            </p14:nvContentPartPr>
            <p14:xfrm>
              <a:off x="5227960" y="2549480"/>
              <a:ext cx="300240" cy="2124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57400" y="2342036"/>
                <a:ext cx="465480" cy="4209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5" name="Ink 34"/>
              <p14:cNvContentPartPr/>
              <p14:nvPr/>
            </p14:nvContentPartPr>
            <p14:xfrm>
              <a:off x="6928416" y="4084968"/>
              <a:ext cx="262440" cy="256680"/>
            </p14:xfrm>
          </p:contentPart>
        </mc:Choice>
        <mc:Fallback xmlns="">
          <p:pic>
            <p:nvPicPr>
              <p:cNvPr id="35" name="Ink 34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14016" y="4071648"/>
                <a:ext cx="28800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Ink 36"/>
              <p14:cNvContentPartPr/>
              <p14:nvPr/>
            </p14:nvContentPartPr>
            <p14:xfrm>
              <a:off x="6064056" y="4520568"/>
              <a:ext cx="398880" cy="882720"/>
            </p14:xfrm>
          </p:contentPart>
        </mc:Choice>
        <mc:Fallback xmlns="">
          <p:pic>
            <p:nvPicPr>
              <p:cNvPr id="37" name="Ink 36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55056" y="4507608"/>
                <a:ext cx="416520" cy="9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4" name="Ink 43"/>
              <p14:cNvContentPartPr/>
              <p14:nvPr/>
            </p14:nvContentPartPr>
            <p14:xfrm>
              <a:off x="6140736" y="4073088"/>
              <a:ext cx="196560" cy="259560"/>
            </p14:xfrm>
          </p:contentPart>
        </mc:Choice>
        <mc:Fallback xmlns="">
          <p:pic>
            <p:nvPicPr>
              <p:cNvPr id="44" name="Ink 43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24536" y="4062648"/>
                <a:ext cx="22500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5" name="Ink 44"/>
              <p14:cNvContentPartPr/>
              <p14:nvPr/>
            </p14:nvContentPartPr>
            <p14:xfrm>
              <a:off x="660096" y="2992008"/>
              <a:ext cx="283680" cy="37800"/>
            </p14:xfrm>
          </p:contentPart>
        </mc:Choice>
        <mc:Fallback xmlns="">
          <p:pic>
            <p:nvPicPr>
              <p:cNvPr id="45" name="Ink 44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89176" y="2786808"/>
                <a:ext cx="46440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6" name="Ink 45"/>
              <p14:cNvContentPartPr/>
              <p14:nvPr/>
            </p14:nvContentPartPr>
            <p14:xfrm>
              <a:off x="3097296" y="2958168"/>
              <a:ext cx="775080" cy="58680"/>
            </p14:xfrm>
          </p:contentPart>
        </mc:Choice>
        <mc:Fallback xmlns="">
          <p:pic>
            <p:nvPicPr>
              <p:cNvPr id="46" name="Ink 45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42936" y="2746848"/>
                <a:ext cx="93420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0" name="Ink 49"/>
              <p14:cNvContentPartPr/>
              <p14:nvPr/>
            </p14:nvContentPartPr>
            <p14:xfrm>
              <a:off x="6924456" y="5074968"/>
              <a:ext cx="476280" cy="337680"/>
            </p14:xfrm>
          </p:contentPart>
        </mc:Choice>
        <mc:Fallback xmlns="">
          <p:pic>
            <p:nvPicPr>
              <p:cNvPr id="50" name="Ink 49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15816" y="5060568"/>
                <a:ext cx="49392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4" name="Ink 53"/>
              <p14:cNvContentPartPr/>
              <p14:nvPr/>
            </p14:nvContentPartPr>
            <p14:xfrm>
              <a:off x="6923736" y="4514448"/>
              <a:ext cx="11520" cy="208800"/>
            </p14:xfrm>
          </p:contentPart>
        </mc:Choice>
        <mc:Fallback xmlns="">
          <p:pic>
            <p:nvPicPr>
              <p:cNvPr id="54" name="Ink 53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913296" y="4505088"/>
                <a:ext cx="3312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5" name="Ink 54"/>
              <p14:cNvContentPartPr/>
              <p14:nvPr/>
            </p14:nvContentPartPr>
            <p14:xfrm>
              <a:off x="7086456" y="4535328"/>
              <a:ext cx="84240" cy="238320"/>
            </p14:xfrm>
          </p:contentPart>
        </mc:Choice>
        <mc:Fallback xmlns="">
          <p:pic>
            <p:nvPicPr>
              <p:cNvPr id="55" name="Ink 54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079976" y="4522728"/>
                <a:ext cx="1065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6" name="Ink 55"/>
              <p14:cNvContentPartPr/>
              <p14:nvPr/>
            </p14:nvContentPartPr>
            <p14:xfrm>
              <a:off x="1237896" y="3384768"/>
              <a:ext cx="1025280" cy="55800"/>
            </p14:xfrm>
          </p:contentPart>
        </mc:Choice>
        <mc:Fallback xmlns="">
          <p:pic>
            <p:nvPicPr>
              <p:cNvPr id="56" name="Ink 55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48256" y="3132581"/>
                <a:ext cx="1231560" cy="559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7" name="Ink 56"/>
              <p14:cNvContentPartPr/>
              <p14:nvPr/>
            </p14:nvContentPartPr>
            <p14:xfrm>
              <a:off x="2932416" y="3401328"/>
              <a:ext cx="576360" cy="46800"/>
            </p14:xfrm>
          </p:contentPart>
        </mc:Choice>
        <mc:Fallback xmlns="">
          <p:pic>
            <p:nvPicPr>
              <p:cNvPr id="57" name="Ink 56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55376" y="3164426"/>
                <a:ext cx="750960" cy="5111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9" name="Ink 58"/>
              <p14:cNvContentPartPr/>
              <p14:nvPr/>
            </p14:nvContentPartPr>
            <p14:xfrm>
              <a:off x="7843584" y="4555512"/>
              <a:ext cx="289080" cy="239040"/>
            </p14:xfrm>
          </p:contentPart>
        </mc:Choice>
        <mc:Fallback xmlns="">
          <p:pic>
            <p:nvPicPr>
              <p:cNvPr id="59" name="Ink 58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35664" y="4547592"/>
                <a:ext cx="31068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7" name="Ink 66"/>
              <p14:cNvContentPartPr/>
              <p14:nvPr/>
            </p14:nvContentPartPr>
            <p14:xfrm>
              <a:off x="8599896" y="4540728"/>
              <a:ext cx="420120" cy="267120"/>
            </p14:xfrm>
          </p:contentPart>
        </mc:Choice>
        <mc:Fallback xmlns="">
          <p:pic>
            <p:nvPicPr>
              <p:cNvPr id="67" name="Ink 66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586936" y="4524528"/>
                <a:ext cx="4478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1" name="Ink 70"/>
              <p14:cNvContentPartPr/>
              <p14:nvPr/>
            </p14:nvContentPartPr>
            <p14:xfrm>
              <a:off x="8677656" y="4115928"/>
              <a:ext cx="344520" cy="233640"/>
            </p14:xfrm>
          </p:contentPart>
        </mc:Choice>
        <mc:Fallback xmlns="">
          <p:pic>
            <p:nvPicPr>
              <p:cNvPr id="71" name="Ink 70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663256" y="4106208"/>
                <a:ext cx="37080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5" name="Ink 74"/>
              <p14:cNvContentPartPr/>
              <p14:nvPr/>
            </p14:nvContentPartPr>
            <p14:xfrm>
              <a:off x="7790256" y="4117368"/>
              <a:ext cx="387000" cy="277200"/>
            </p14:xfrm>
          </p:contentPart>
        </mc:Choice>
        <mc:Fallback xmlns="">
          <p:pic>
            <p:nvPicPr>
              <p:cNvPr id="75" name="Ink 74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773711" y="4103328"/>
                <a:ext cx="417572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8" name="Ink 77"/>
              <p14:cNvContentPartPr/>
              <p14:nvPr/>
            </p14:nvContentPartPr>
            <p14:xfrm>
              <a:off x="7743096" y="5050128"/>
              <a:ext cx="424440" cy="396000"/>
            </p14:xfrm>
          </p:contentPart>
        </mc:Choice>
        <mc:Fallback xmlns="">
          <p:pic>
            <p:nvPicPr>
              <p:cNvPr id="78" name="Ink 77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37696" y="5035728"/>
                <a:ext cx="443880" cy="42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782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223768"/>
              </p:ext>
            </p:extLst>
          </p:nvPr>
        </p:nvGraphicFramePr>
        <p:xfrm>
          <a:off x="8425944" y="0"/>
          <a:ext cx="3766056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66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many people were there</a:t>
                      </a:r>
                      <a:r>
                        <a:rPr lang="en-AU" baseline="0" dirty="0" smtClean="0"/>
                        <a:t> in total?</a:t>
                      </a:r>
                      <a:endParaRPr lang="en-AU" dirty="0" smtClean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68224" y="507904"/>
            <a:ext cx="8820912" cy="5472608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GB" sz="2400" dirty="0" smtClean="0">
              <a:solidFill>
                <a:schemeClr val="accent5"/>
              </a:solidFill>
            </a:endParaRPr>
          </a:p>
          <a:p>
            <a:pPr algn="ctr">
              <a:buNone/>
            </a:pPr>
            <a:r>
              <a:rPr lang="en-GB" sz="2400" b="1" dirty="0" smtClean="0"/>
              <a:t>In a supermarket survey, 30 men and 30 women were asked whether they preferred orange juice or grapefruit juice.  22 men preferred orange juice.  12 women preferred grapefruit juice.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608" y="215746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accent1"/>
                </a:solidFill>
              </a:rPr>
              <a:t>A</a:t>
            </a:r>
            <a:endParaRPr lang="en-GB" dirty="0">
              <a:solidFill>
                <a:schemeClr val="accent1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934648" y="2310768"/>
          <a:ext cx="3672407" cy="1448231"/>
        </p:xfrm>
        <a:graphic>
          <a:graphicData uri="http://schemas.openxmlformats.org/drawingml/2006/table">
            <a:tbl>
              <a:tblPr/>
              <a:tblGrid>
                <a:gridCol w="908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8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Times New Roman"/>
                          <a:cs typeface="Times New Roman"/>
                        </a:rPr>
                        <a:t>Grapefruit Juice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Times New Roman"/>
                          <a:cs typeface="Times New Roman"/>
                        </a:rPr>
                        <a:t>Orange Juice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Times New Roman"/>
                          <a:cs typeface="Times New Roman"/>
                        </a:rPr>
                        <a:t>Men</a:t>
                      </a:r>
                      <a:endParaRPr lang="en-GB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Times New Roman"/>
                          <a:cs typeface="Times New Roman"/>
                        </a:rPr>
                        <a:t>22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Times New Roman"/>
                          <a:cs typeface="Times New Roman"/>
                        </a:rPr>
                        <a:t>Women</a:t>
                      </a:r>
                      <a:endParaRPr lang="en-GB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919848" y="2083696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accent1"/>
                </a:solidFill>
              </a:rPr>
              <a:t>B</a:t>
            </a:r>
            <a:endParaRPr lang="en-GB" dirty="0">
              <a:solidFill>
                <a:schemeClr val="accent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5279888" y="2299720"/>
          <a:ext cx="3672407" cy="1448231"/>
        </p:xfrm>
        <a:graphic>
          <a:graphicData uri="http://schemas.openxmlformats.org/drawingml/2006/table">
            <a:tbl>
              <a:tblPr/>
              <a:tblGrid>
                <a:gridCol w="908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8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Times New Roman"/>
                          <a:cs typeface="Times New Roman"/>
                        </a:rPr>
                        <a:t>Grapefruit Juice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Times New Roman"/>
                          <a:cs typeface="Times New Roman"/>
                        </a:rPr>
                        <a:t>Orange Juice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Times New Roman"/>
                          <a:cs typeface="Times New Roman"/>
                        </a:rPr>
                        <a:t>Men</a:t>
                      </a:r>
                      <a:endParaRPr lang="en-GB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Times New Roman"/>
                          <a:cs typeface="Times New Roman"/>
                        </a:rPr>
                        <a:t>13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Times New Roman"/>
                          <a:cs typeface="Times New Roman"/>
                        </a:rPr>
                        <a:t>22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Times New Roman"/>
                          <a:cs typeface="Times New Roman"/>
                        </a:rPr>
                        <a:t>Women</a:t>
                      </a:r>
                      <a:endParaRPr lang="en-GB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Times New Roman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Times New Roman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31454" y="417368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accent1"/>
                </a:solidFill>
              </a:rPr>
              <a:t>C</a:t>
            </a:r>
            <a:endParaRPr lang="en-GB" dirty="0">
              <a:solidFill>
                <a:schemeClr val="accent1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927590" y="4254984"/>
          <a:ext cx="3672407" cy="1448231"/>
        </p:xfrm>
        <a:graphic>
          <a:graphicData uri="http://schemas.openxmlformats.org/drawingml/2006/table">
            <a:tbl>
              <a:tblPr/>
              <a:tblGrid>
                <a:gridCol w="908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8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Times New Roman"/>
                          <a:cs typeface="Times New Roman"/>
                        </a:rPr>
                        <a:t>Grapefruit Juice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Times New Roman"/>
                          <a:cs typeface="Times New Roman"/>
                        </a:rPr>
                        <a:t>Orange Juice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Times New Roman"/>
                          <a:cs typeface="Times New Roman"/>
                        </a:rPr>
                        <a:t>Men</a:t>
                      </a:r>
                      <a:endParaRPr lang="en-GB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Times New Roman"/>
                          <a:cs typeface="Times New Roman"/>
                        </a:rPr>
                        <a:t>22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Times New Roman"/>
                          <a:cs typeface="Times New Roman"/>
                        </a:rPr>
                        <a:t>Women</a:t>
                      </a:r>
                      <a:endParaRPr lang="en-GB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Times New Roman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Times New Roman"/>
                          <a:cs typeface="Times New Roman"/>
                        </a:rPr>
                        <a:t>18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897406" y="411996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chemeClr val="accent1"/>
                </a:solidFill>
              </a:rPr>
              <a:t>D</a:t>
            </a:r>
            <a:endParaRPr lang="en-GB" dirty="0">
              <a:solidFill>
                <a:schemeClr val="accent1"/>
              </a:solidFill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5250388" y="4273272"/>
          <a:ext cx="3672407" cy="1448231"/>
        </p:xfrm>
        <a:graphic>
          <a:graphicData uri="http://schemas.openxmlformats.org/drawingml/2006/table">
            <a:tbl>
              <a:tblPr/>
              <a:tblGrid>
                <a:gridCol w="908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8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Times New Roman"/>
                          <a:cs typeface="Times New Roman"/>
                        </a:rPr>
                        <a:t>Grapefruit Juice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Times New Roman"/>
                          <a:cs typeface="Times New Roman"/>
                        </a:rPr>
                        <a:t>Orange Juice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Times New Roman"/>
                          <a:cs typeface="Times New Roman"/>
                        </a:rPr>
                        <a:t>Men</a:t>
                      </a:r>
                      <a:endParaRPr lang="en-GB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Times New Roman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Times New Roman"/>
                          <a:cs typeface="Times New Roman"/>
                        </a:rPr>
                        <a:t>Women</a:t>
                      </a:r>
                      <a:endParaRPr lang="en-GB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Times New Roman"/>
                          <a:cs typeface="Times New Roman"/>
                        </a:rPr>
                        <a:t>22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/>
              <p14:cNvContentPartPr/>
              <p14:nvPr/>
            </p14:nvContentPartPr>
            <p14:xfrm>
              <a:off x="531454" y="4345750"/>
              <a:ext cx="392760" cy="2520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370" y="4173609"/>
                <a:ext cx="547418" cy="3900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93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39869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501456" y="872504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/>
              <p14:cNvContentPartPr/>
              <p14:nvPr/>
            </p14:nvContentPartPr>
            <p14:xfrm>
              <a:off x="2123229" y="2297690"/>
              <a:ext cx="534960" cy="4500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8686" y="2060090"/>
                <a:ext cx="692894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/>
              <p14:cNvContentPartPr/>
              <p14:nvPr/>
            </p14:nvContentPartPr>
            <p14:xfrm>
              <a:off x="3687429" y="2277890"/>
              <a:ext cx="473400" cy="4788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0869" y="2068596"/>
                <a:ext cx="657360" cy="461389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/>
          <p:cNvSpPr/>
          <p:nvPr/>
        </p:nvSpPr>
        <p:spPr>
          <a:xfrm>
            <a:off x="4718304" y="783259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2400" b="1" dirty="0"/>
              <a:t>If I was to choose a pupil at random, what is the probability of selecting a Year 8 pupil</a:t>
            </a:r>
            <a:r>
              <a:rPr lang="en-GB" sz="2400" b="1" dirty="0" smtClean="0"/>
              <a:t>?</a:t>
            </a:r>
          </a:p>
          <a:p>
            <a:pPr algn="ctr"/>
            <a:endParaRPr lang="en-GB" sz="2400" b="1" dirty="0" smtClean="0"/>
          </a:p>
          <a:p>
            <a:pPr algn="ctr"/>
            <a:r>
              <a:rPr lang="en-GB" sz="2400" b="1" dirty="0" err="1" smtClean="0"/>
              <a:t>Pr</a:t>
            </a:r>
            <a:r>
              <a:rPr lang="en-GB" sz="2400" b="1" dirty="0" smtClean="0"/>
              <a:t>(Year 8) =</a:t>
            </a:r>
          </a:p>
          <a:p>
            <a:pPr algn="ctr"/>
            <a:endParaRPr lang="en-GB" sz="2400" b="1" dirty="0" smtClean="0"/>
          </a:p>
          <a:p>
            <a:pPr algn="ctr"/>
            <a:r>
              <a:rPr lang="en-GB" sz="2400" b="1" dirty="0"/>
              <a:t>What is the probability that a pupil selected at random will be a boy</a:t>
            </a:r>
            <a:r>
              <a:rPr lang="en-GB" sz="2400" b="1" dirty="0" smtClean="0"/>
              <a:t>? 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err="1" smtClean="0"/>
              <a:t>Pr</a:t>
            </a:r>
            <a:r>
              <a:rPr lang="en-GB" sz="2400" b="1" dirty="0" smtClean="0"/>
              <a:t>(boy) = 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smtClean="0"/>
              <a:t>If a Year 7 pupil is selected, what is the probability that they are a girl?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err="1" smtClean="0"/>
              <a:t>Pr</a:t>
            </a:r>
            <a:r>
              <a:rPr lang="en-GB" sz="2400" b="1" dirty="0" smtClean="0"/>
              <a:t>(girl if Year 7) = 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/>
          </p:nvPr>
        </p:nvGraphicFramePr>
        <p:xfrm>
          <a:off x="482497" y="2673146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2" name="Ink 51"/>
              <p14:cNvContentPartPr/>
              <p14:nvPr/>
            </p14:nvContentPartPr>
            <p14:xfrm>
              <a:off x="3688630" y="3159092"/>
              <a:ext cx="438840" cy="5508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97910" y="2952812"/>
                <a:ext cx="60876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/>
              <p14:cNvContentPartPr/>
              <p14:nvPr/>
            </p14:nvContentPartPr>
            <p14:xfrm>
              <a:off x="3689710" y="4108052"/>
              <a:ext cx="443880" cy="3384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00790" y="3925753"/>
                <a:ext cx="600480" cy="39043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2" name="Table 61"/>
          <p:cNvGraphicFramePr>
            <a:graphicFrameLocks noGrp="1"/>
          </p:cNvGraphicFramePr>
          <p:nvPr>
            <p:extLst/>
          </p:nvPr>
        </p:nvGraphicFramePr>
        <p:xfrm>
          <a:off x="482497" y="4530104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3" name="Ink 62"/>
              <p14:cNvContentPartPr/>
              <p14:nvPr/>
            </p14:nvContentPartPr>
            <p14:xfrm>
              <a:off x="1411630" y="5464250"/>
              <a:ext cx="393120" cy="2844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19110" y="5275250"/>
                <a:ext cx="53964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4" name="Ink 63"/>
              <p14:cNvContentPartPr/>
              <p14:nvPr/>
            </p14:nvContentPartPr>
            <p14:xfrm>
              <a:off x="1420630" y="5936570"/>
              <a:ext cx="400680" cy="3204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20190" y="5753330"/>
                <a:ext cx="56628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571799" y="1739042"/>
                <a:ext cx="138001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</m:den>
                      </m:f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799" y="1739042"/>
                <a:ext cx="1380015" cy="786177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168828" y="3544430"/>
                <a:ext cx="138001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𝟐𝟗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828" y="3544430"/>
                <a:ext cx="1380015" cy="786177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571799" y="5376578"/>
                <a:ext cx="138001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799" y="5376578"/>
                <a:ext cx="1380015" cy="786177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97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33513"/>
              </p:ext>
            </p:extLst>
          </p:nvPr>
        </p:nvGraphicFramePr>
        <p:xfrm>
          <a:off x="596608" y="1740653"/>
          <a:ext cx="3577816" cy="1389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20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b="0" dirty="0" smtClean="0">
                          <a:solidFill>
                            <a:schemeClr val="tx1"/>
                          </a:solidFill>
                        </a:rPr>
                        <a:t>Cardio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b="0" dirty="0" smtClean="0">
                          <a:solidFill>
                            <a:schemeClr val="tx1"/>
                          </a:solidFill>
                        </a:rPr>
                        <a:t>Weight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08">
                <a:tc>
                  <a:txBody>
                    <a:bodyPr/>
                    <a:lstStyle/>
                    <a:p>
                      <a:r>
                        <a:rPr lang="en-AU" b="0" dirty="0" smtClean="0"/>
                        <a:t>Male</a:t>
                      </a:r>
                      <a:endParaRPr lang="en-AU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19</a:t>
                      </a:r>
                      <a:endParaRPr lang="en-A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29</a:t>
                      </a:r>
                      <a:endParaRPr lang="en-A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08">
                <a:tc>
                  <a:txBody>
                    <a:bodyPr/>
                    <a:lstStyle/>
                    <a:p>
                      <a:r>
                        <a:rPr lang="en-AU" b="0" dirty="0" smtClean="0"/>
                        <a:t>Female</a:t>
                      </a:r>
                      <a:endParaRPr lang="en-AU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33</a:t>
                      </a:r>
                      <a:endParaRPr lang="en-A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19</a:t>
                      </a:r>
                      <a:endParaRPr lang="en-A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145854" y="756886"/>
            <a:ext cx="11617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Members of a gym were asked what kind of training they do. </a:t>
            </a:r>
          </a:p>
          <a:p>
            <a:r>
              <a:rPr lang="en-AU" sz="2400" dirty="0" smtClean="0"/>
              <a:t>Each responder only did one kind of training. The table shows the results.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45855" y="3421988"/>
            <a:ext cx="6529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many gym members were asked altogether?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855" y="4253176"/>
            <a:ext cx="6529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many members do weight training?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855" y="5717758"/>
            <a:ext cx="65298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What is the probability that a member selected at random does weight training?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854" y="4985467"/>
            <a:ext cx="6529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What percentage of members do weight training?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9828" y="3421987"/>
            <a:ext cx="4493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19 + 29 + 33 + 19 = 100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59828" y="4202686"/>
            <a:ext cx="4493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29 + 19 = 48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759827" y="4985467"/>
                <a:ext cx="4493463" cy="613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x 100 = 48%</a:t>
                </a:r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827" y="4985467"/>
                <a:ext cx="4493463" cy="613117"/>
              </a:xfrm>
              <a:prstGeom prst="rect">
                <a:avLst/>
              </a:prstGeom>
              <a:blipFill>
                <a:blip r:embed="rId2"/>
                <a:stretch>
                  <a:fillRect b="-11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759826" y="5766166"/>
                <a:ext cx="449346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AU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826" y="5766166"/>
                <a:ext cx="4493463" cy="616964"/>
              </a:xfrm>
              <a:prstGeom prst="rect">
                <a:avLst/>
              </a:prstGeom>
              <a:blipFill>
                <a:blip r:embed="rId3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44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825407"/>
              </p:ext>
            </p:extLst>
          </p:nvPr>
        </p:nvGraphicFramePr>
        <p:xfrm>
          <a:off x="349777" y="1451454"/>
          <a:ext cx="4065150" cy="1389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20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b="0" dirty="0" smtClean="0">
                          <a:solidFill>
                            <a:schemeClr val="tx1"/>
                          </a:solidFill>
                        </a:rPr>
                        <a:t>Smokers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b="0" dirty="0" err="1" smtClean="0">
                          <a:solidFill>
                            <a:schemeClr val="tx1"/>
                          </a:solidFill>
                        </a:rPr>
                        <a:t>Nonsmokers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08">
                <a:tc>
                  <a:txBody>
                    <a:bodyPr/>
                    <a:lstStyle/>
                    <a:p>
                      <a:r>
                        <a:rPr lang="en-AU" b="0" dirty="0" smtClean="0"/>
                        <a:t>Male</a:t>
                      </a:r>
                      <a:endParaRPr lang="en-AU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48</a:t>
                      </a:r>
                      <a:endParaRPr lang="en-A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64</a:t>
                      </a:r>
                      <a:endParaRPr lang="en-A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08">
                <a:tc>
                  <a:txBody>
                    <a:bodyPr/>
                    <a:lstStyle/>
                    <a:p>
                      <a:r>
                        <a:rPr lang="en-AU" b="0" dirty="0" smtClean="0"/>
                        <a:t>Female</a:t>
                      </a:r>
                      <a:endParaRPr lang="en-AU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38</a:t>
                      </a:r>
                      <a:endParaRPr lang="en-A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122</a:t>
                      </a:r>
                      <a:endParaRPr lang="en-A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145854" y="756886"/>
            <a:ext cx="1161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following table has been drawn up to show the results of a survey on smoking.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45853" y="3054226"/>
            <a:ext cx="7343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many people were surveyed?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45850" y="3629359"/>
            <a:ext cx="7343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many females were surveyed?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45850" y="4296864"/>
            <a:ext cx="7343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many of the people surveyed were smokers?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45850" y="4902338"/>
            <a:ext cx="7343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What percentage of females were </a:t>
            </a:r>
            <a:r>
              <a:rPr lang="en-AU" sz="2400" dirty="0" err="1" smtClean="0"/>
              <a:t>nonsmokers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45851" y="5569843"/>
            <a:ext cx="7343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If a person is selected at random </a:t>
            </a:r>
            <a:r>
              <a:rPr lang="en-AU" sz="2400" dirty="0"/>
              <a:t>f</a:t>
            </a:r>
            <a:r>
              <a:rPr lang="en-AU" sz="2400" dirty="0" smtClean="0"/>
              <a:t>rom the group, what is the probability that they are a male smoker?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5789329" y="3102228"/>
            <a:ext cx="3562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48 + 64 + 38 + 122 = 272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89328" y="3581357"/>
            <a:ext cx="3562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38 + 122 = 160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3686" y="4296863"/>
            <a:ext cx="3562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48 + 38 = 86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579374" y="4889259"/>
                <a:ext cx="356223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AU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FF0000"/>
                    </a:solidFill>
                  </a:rPr>
                  <a:t>x 100 = 23.75%</a:t>
                </a:r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374" y="4889259"/>
                <a:ext cx="3562233" cy="616964"/>
              </a:xfrm>
              <a:prstGeom prst="rect">
                <a:avLst/>
              </a:prstGeom>
              <a:blipFill>
                <a:blip r:embed="rId2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6579373" y="5974701"/>
                <a:ext cx="3562233" cy="615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272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373" y="5974701"/>
                <a:ext cx="3562233" cy="615233"/>
              </a:xfrm>
              <a:prstGeom prst="rect">
                <a:avLst/>
              </a:prstGeom>
              <a:blipFill>
                <a:blip r:embed="rId3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81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39869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501456" y="872504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/>
              <p14:cNvContentPartPr/>
              <p14:nvPr/>
            </p14:nvContentPartPr>
            <p14:xfrm>
              <a:off x="2123229" y="2297690"/>
              <a:ext cx="534960" cy="4500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8686" y="2060090"/>
                <a:ext cx="692894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/>
              <p14:cNvContentPartPr/>
              <p14:nvPr/>
            </p14:nvContentPartPr>
            <p14:xfrm>
              <a:off x="3687429" y="2277890"/>
              <a:ext cx="473400" cy="4788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0869" y="2068596"/>
                <a:ext cx="657360" cy="461389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51" name="Table 50"/>
          <p:cNvGraphicFramePr>
            <a:graphicFrameLocks noGrp="1"/>
          </p:cNvGraphicFramePr>
          <p:nvPr>
            <p:extLst/>
          </p:nvPr>
        </p:nvGraphicFramePr>
        <p:xfrm>
          <a:off x="482497" y="2673146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2" name="Ink 51"/>
              <p14:cNvContentPartPr/>
              <p14:nvPr/>
            </p14:nvContentPartPr>
            <p14:xfrm>
              <a:off x="3688630" y="3159092"/>
              <a:ext cx="438840" cy="5508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97910" y="2952812"/>
                <a:ext cx="60876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/>
              <p14:cNvContentPartPr/>
              <p14:nvPr/>
            </p14:nvContentPartPr>
            <p14:xfrm>
              <a:off x="3689710" y="4108052"/>
              <a:ext cx="443880" cy="3384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00790" y="3925753"/>
                <a:ext cx="600480" cy="39043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2" name="Table 61"/>
          <p:cNvGraphicFramePr>
            <a:graphicFrameLocks noGrp="1"/>
          </p:cNvGraphicFramePr>
          <p:nvPr>
            <p:extLst/>
          </p:nvPr>
        </p:nvGraphicFramePr>
        <p:xfrm>
          <a:off x="482497" y="4530104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3" name="Ink 62"/>
              <p14:cNvContentPartPr/>
              <p14:nvPr/>
            </p14:nvContentPartPr>
            <p14:xfrm>
              <a:off x="1411630" y="5464250"/>
              <a:ext cx="393120" cy="2844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19110" y="5275250"/>
                <a:ext cx="53964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4" name="Ink 63"/>
              <p14:cNvContentPartPr/>
              <p14:nvPr/>
            </p14:nvContentPartPr>
            <p14:xfrm>
              <a:off x="1420630" y="5936570"/>
              <a:ext cx="400680" cy="3204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20190" y="5753330"/>
                <a:ext cx="566280" cy="42336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2195FD8-135A-48DF-82FF-83439315A203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4364437" y="123416"/>
            <a:ext cx="751154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Year 10 Mainstream </a:t>
            </a:r>
            <a:r>
              <a:rPr lang="en-AU" sz="2400" b="1" dirty="0" smtClean="0"/>
              <a:t>Two </a:t>
            </a:r>
            <a:r>
              <a:rPr lang="en-AU" sz="2400" b="1" dirty="0" smtClean="0"/>
              <a:t>Way Tables CLASS WORK</a:t>
            </a:r>
            <a:endParaRPr lang="en-AU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61572" y="1640732"/>
            <a:ext cx="5347479" cy="500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1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1012</Words>
  <Application>Microsoft Office PowerPoint</Application>
  <PresentationFormat>Widescreen</PresentationFormat>
  <Paragraphs>344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Back! </dc:title>
  <dc:creator>Megan Levitt</dc:creator>
  <cp:lastModifiedBy>YOST Amie [Harrisdale Senior High School]</cp:lastModifiedBy>
  <cp:revision>23</cp:revision>
  <cp:lastPrinted>2019-11-11T06:40:49Z</cp:lastPrinted>
  <dcterms:created xsi:type="dcterms:W3CDTF">2019-11-04T23:32:38Z</dcterms:created>
  <dcterms:modified xsi:type="dcterms:W3CDTF">2021-07-19T07:21:34Z</dcterms:modified>
</cp:coreProperties>
</file>