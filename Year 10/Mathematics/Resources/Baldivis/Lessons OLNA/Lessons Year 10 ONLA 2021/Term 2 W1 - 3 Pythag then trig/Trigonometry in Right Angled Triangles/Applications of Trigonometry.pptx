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399" r:id="rId5"/>
    <p:sldId id="400" r:id="rId6"/>
    <p:sldId id="402" r:id="rId7"/>
    <p:sldId id="403" r:id="rId8"/>
    <p:sldId id="40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5F06-BD32-40E0-9F5A-2E6329F23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Applications of </a:t>
            </a:r>
            <a:r>
              <a:rPr lang="en-AU" dirty="0" err="1"/>
              <a:t>TRigonometry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2F24E-75C4-4654-A887-1F50A6EB58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195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D4F312-54EA-489D-B13C-5A0DA699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Solving Right Angle Triangle Problems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45D81-2E00-4508-8087-27A682AE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84" y="2202609"/>
            <a:ext cx="5079991" cy="483051"/>
          </a:xfrm>
        </p:spPr>
        <p:txBody>
          <a:bodyPr/>
          <a:lstStyle/>
          <a:p>
            <a:r>
              <a:rPr lang="en-AU" dirty="0"/>
              <a:t>Pythagoras Theorem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5EF59C-A411-4465-A38A-0AF062016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12708"/>
            <a:ext cx="5105400" cy="483050"/>
          </a:xfrm>
        </p:spPr>
        <p:txBody>
          <a:bodyPr/>
          <a:lstStyle/>
          <a:p>
            <a:r>
              <a:rPr lang="en-AU" dirty="0"/>
              <a:t>Trigonometry Ratios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699ECD-62D7-45C1-9D41-044F5FD70F7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430218" y="2572498"/>
            <a:ext cx="2863970" cy="4285502"/>
          </a:xfrm>
          <a:prstGeom prst="rect">
            <a:avLst/>
          </a:prstGeom>
        </p:spPr>
      </p:pic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4A7646FA-A637-4687-B05C-5773D669E67E}"/>
              </a:ext>
            </a:extLst>
          </p:cNvPr>
          <p:cNvSpPr/>
          <p:nvPr/>
        </p:nvSpPr>
        <p:spPr>
          <a:xfrm>
            <a:off x="1606859" y="3025391"/>
            <a:ext cx="293853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3FA16AE8-BCA1-49E3-ACBE-54FFFBBEDCD0}"/>
              </a:ext>
            </a:extLst>
          </p:cNvPr>
          <p:cNvGrpSpPr>
            <a:grpSpLocks/>
          </p:cNvGrpSpPr>
          <p:nvPr/>
        </p:nvGrpSpPr>
        <p:grpSpPr bwMode="auto">
          <a:xfrm>
            <a:off x="1606859" y="3926758"/>
            <a:ext cx="324000" cy="222307"/>
            <a:chOff x="1680" y="3120"/>
            <a:chExt cx="240" cy="240"/>
          </a:xfrm>
        </p:grpSpPr>
        <p:sp>
          <p:nvSpPr>
            <p:cNvPr id="21" name="Line 5">
              <a:extLst>
                <a:ext uri="{FF2B5EF4-FFF2-40B4-BE49-F238E27FC236}">
                  <a16:creationId xmlns:a16="http://schemas.microsoft.com/office/drawing/2014/main" id="{3931D66C-E682-434F-A607-EA2462934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1DB6FB60-20B8-4685-9F41-B928C069F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D90C0EF-F819-455D-8EE6-2E66A1FB119A}"/>
              </a:ext>
            </a:extLst>
          </p:cNvPr>
          <p:cNvSpPr txBox="1"/>
          <p:nvPr/>
        </p:nvSpPr>
        <p:spPr>
          <a:xfrm flipH="1">
            <a:off x="2649697" y="4149065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4A6948-68F4-4534-BEDE-9824755877E7}"/>
              </a:ext>
            </a:extLst>
          </p:cNvPr>
          <p:cNvSpPr txBox="1"/>
          <p:nvPr/>
        </p:nvSpPr>
        <p:spPr>
          <a:xfrm flipH="1">
            <a:off x="1159952" y="3402562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39A3BA-10B0-4107-ADDE-C2761419F85E}"/>
              </a:ext>
            </a:extLst>
          </p:cNvPr>
          <p:cNvSpPr txBox="1"/>
          <p:nvPr/>
        </p:nvSpPr>
        <p:spPr>
          <a:xfrm flipH="1">
            <a:off x="2722834" y="3115516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A0667B6-E935-48B7-9E02-FFB3EA498817}"/>
                  </a:ext>
                </a:extLst>
              </p:cNvPr>
              <p:cNvSpPr/>
              <p:nvPr/>
            </p:nvSpPr>
            <p:spPr>
              <a:xfrm>
                <a:off x="1832806" y="4601841"/>
                <a:ext cx="16337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A0667B6-E935-48B7-9E02-FFB3EA498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806" y="4601841"/>
                <a:ext cx="16337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36010F1-92A5-46ED-AC86-43F17F3ED21D}"/>
                  </a:ext>
                </a:extLst>
              </p:cNvPr>
              <p:cNvSpPr txBox="1"/>
              <p:nvPr/>
            </p:nvSpPr>
            <p:spPr>
              <a:xfrm>
                <a:off x="635919" y="5050432"/>
                <a:ext cx="48804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To find the shorter sides: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36010F1-92A5-46ED-AC86-43F17F3ED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19" y="5050432"/>
                <a:ext cx="4880414" cy="923330"/>
              </a:xfrm>
              <a:prstGeom prst="rect">
                <a:avLst/>
              </a:prstGeom>
              <a:blipFill>
                <a:blip r:embed="rId4"/>
                <a:stretch>
                  <a:fillRect l="-999" t="-32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23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apply trigonometry to solve right angled triangle problems?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angle of elevation?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34055B-51BF-4E33-9D49-BF574EC9A01E}"/>
              </a:ext>
            </a:extLst>
          </p:cNvPr>
          <p:cNvSpPr/>
          <p:nvPr/>
        </p:nvSpPr>
        <p:spPr>
          <a:xfrm>
            <a:off x="2582175" y="1949512"/>
            <a:ext cx="53253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angle of elevation </a:t>
            </a:r>
            <a:r>
              <a:rPr lang="en-AU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an object as seen by an observer is the angle between the horizontal and the line from the object to the observer's eye (the line of sight). 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45F86D-810E-4755-BCFC-12670E9D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68" y="3360208"/>
            <a:ext cx="4177252" cy="18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apply trigonometry to solve right angled triangle problems?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angle of depression?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A4F913-7959-416B-B473-BC48B34DF5C6}"/>
              </a:ext>
            </a:extLst>
          </p:cNvPr>
          <p:cNvSpPr/>
          <p:nvPr/>
        </p:nvSpPr>
        <p:spPr>
          <a:xfrm>
            <a:off x="2520280" y="2029932"/>
            <a:ext cx="52626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object is below the level of the observer, then the angle between the horizontal and the observer's line of sight is called the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angle of depression</a:t>
            </a:r>
            <a:r>
              <a:rPr lang="en-AU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FADB37-EC61-4141-99B5-ECE9FCF0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71" y="3630734"/>
            <a:ext cx="4337467" cy="215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86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18993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10054614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apply trigonometry to solve right angled triangle problems?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0" y="1975655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apply a trigonometry ratio?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70A2CB-6CBE-4985-95F6-66A69E049A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0"/>
          <a:stretch/>
        </p:blipFill>
        <p:spPr>
          <a:xfrm>
            <a:off x="2127369" y="2050046"/>
            <a:ext cx="7777191" cy="7161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48A4BC-9112-4CA1-970B-737365B84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437" y="2766218"/>
            <a:ext cx="3200400" cy="1543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505989-82C5-483A-ADF6-FC7178C08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905" y="2909093"/>
            <a:ext cx="2714625" cy="628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696A87-7A8D-46CD-BA65-FD5F7AE05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076" y="3552135"/>
            <a:ext cx="1371600" cy="581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4B99C5-783C-404B-B7DE-6836DAC8D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479" y="4309268"/>
            <a:ext cx="2543175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6AFD7E-89D4-4BE9-9E36-8108CDD087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600" y="5266635"/>
            <a:ext cx="28194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1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apply trigonometry to solve right angled triangle problems?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apply a trigonometry ratio?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7BBD3-DD2C-4F34-AE81-8526C7F736A8}"/>
              </a:ext>
            </a:extLst>
          </p:cNvPr>
          <p:cNvSpPr/>
          <p:nvPr/>
        </p:nvSpPr>
        <p:spPr>
          <a:xfrm>
            <a:off x="2582174" y="2052935"/>
            <a:ext cx="5279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</a:rPr>
              <a:t>From the top of a vertical cliff, the angle of depression of a ship on the surface of the ocean level with the base of the cliff is 34º. The ship is 60m away from the cliff. How high is the cliff?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16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FC543-A752-477B-A4DC-9FAFDE3C2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be given a selection of right angle triangle related problems in an envelope.</a:t>
            </a:r>
          </a:p>
          <a:p>
            <a:r>
              <a:rPr lang="en-AU" dirty="0"/>
              <a:t>Working with a partner:</a:t>
            </a:r>
          </a:p>
          <a:p>
            <a:pPr lvl="1"/>
            <a:r>
              <a:rPr lang="en-AU" dirty="0"/>
              <a:t>Sort the problems into two piles according to whether you would use Pythagoras or a trigonometric ratio to answer the question.</a:t>
            </a:r>
          </a:p>
          <a:p>
            <a:pPr lvl="1"/>
            <a:r>
              <a:rPr lang="en-AU" dirty="0"/>
              <a:t>Answer each question.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EA6A3BB-8AE8-4755-B774-C0E6DD9A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0437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28</TotalTime>
  <Words>355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Century Gothic</vt:lpstr>
      <vt:lpstr>Times New Roman</vt:lpstr>
      <vt:lpstr>Vapor Trail</vt:lpstr>
      <vt:lpstr>Applications of TRigonometry</vt:lpstr>
      <vt:lpstr>PowerPoint Presentation</vt:lpstr>
      <vt:lpstr>Solving Right Angle Triangle Problems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TRigonometry</dc:title>
  <dc:creator>LUM Magdeline [Baldivis Secondary College]</dc:creator>
  <cp:lastModifiedBy>LUM Magdeline [Baldivis Secondary College]</cp:lastModifiedBy>
  <cp:revision>4</cp:revision>
  <dcterms:created xsi:type="dcterms:W3CDTF">2018-09-11T16:31:02Z</dcterms:created>
  <dcterms:modified xsi:type="dcterms:W3CDTF">2018-09-11T16:59:20Z</dcterms:modified>
</cp:coreProperties>
</file>