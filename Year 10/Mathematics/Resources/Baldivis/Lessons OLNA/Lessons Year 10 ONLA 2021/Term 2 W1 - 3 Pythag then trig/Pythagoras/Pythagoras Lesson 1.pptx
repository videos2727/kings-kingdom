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322" r:id="rId2"/>
    <p:sldId id="257" r:id="rId3"/>
    <p:sldId id="331" r:id="rId4"/>
    <p:sldId id="333" r:id="rId5"/>
    <p:sldId id="267" r:id="rId6"/>
    <p:sldId id="332" r:id="rId7"/>
    <p:sldId id="334" r:id="rId8"/>
    <p:sldId id="260" r:id="rId9"/>
    <p:sldId id="30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322"/>
            <p14:sldId id="257"/>
            <p14:sldId id="331"/>
            <p14:sldId id="333"/>
            <p14:sldId id="267"/>
            <p14:sldId id="332"/>
            <p14:sldId id="334"/>
            <p14:sldId id="260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5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3/09/2018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1E7I7_r3Cw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9AC4A-4382-4AAA-8564-DC695DE4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2527" y="722439"/>
            <a:ext cx="12897855" cy="969771"/>
          </a:xfrm>
        </p:spPr>
        <p:txBody>
          <a:bodyPr>
            <a:normAutofit/>
          </a:bodyPr>
          <a:lstStyle/>
          <a:p>
            <a:r>
              <a:rPr lang="en-AU" sz="3200" dirty="0"/>
              <a:t>Topic: Pythagoras Theorem</a:t>
            </a:r>
            <a:br>
              <a:rPr lang="en-AU" sz="4800" dirty="0"/>
            </a:br>
            <a:r>
              <a:rPr lang="en-AU" sz="2400" dirty="0"/>
              <a:t>EQ: What is the Pythagoras Theorem?</a:t>
            </a:r>
            <a:endParaRPr lang="en-AU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6099-D343-42A3-A2D1-E66D219F6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29" y="2413217"/>
            <a:ext cx="6035844" cy="3960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Steps to be successful this lesson: </a:t>
            </a:r>
          </a:p>
          <a:p>
            <a:pPr>
              <a:buAutoNum type="arabicPeriod"/>
            </a:pPr>
            <a:r>
              <a:rPr lang="en-AU" sz="2000" dirty="0"/>
              <a:t>Get materials out (notebook, pen, pencil, ruler, scientific calculator)</a:t>
            </a:r>
          </a:p>
          <a:p>
            <a:pPr>
              <a:buAutoNum type="arabicPeriod"/>
            </a:pPr>
            <a:r>
              <a:rPr lang="en-AU" sz="2000" dirty="0"/>
              <a:t>Rule up notebook and write Topic and EQ</a:t>
            </a:r>
          </a:p>
          <a:p>
            <a:pPr>
              <a:buAutoNum type="arabicPeriod"/>
            </a:pPr>
            <a:r>
              <a:rPr lang="en-AU" sz="2000" dirty="0"/>
              <a:t>Start on review questions </a:t>
            </a:r>
            <a:r>
              <a:rPr lang="en-AU" sz="2000" dirty="0">
                <a:latin typeface="Century Gothic" panose="020B0502020202020204" pitchFamily="34" charset="0"/>
              </a:rPr>
              <a:t>→</a:t>
            </a:r>
            <a:endParaRPr lang="en-AU" sz="2000" dirty="0"/>
          </a:p>
          <a:p>
            <a:pPr>
              <a:buAutoNum type="arabicPeriod"/>
            </a:pPr>
            <a:r>
              <a:rPr lang="en-AU" sz="2000" dirty="0"/>
              <a:t>Check your answers with someone sitting next to you </a:t>
            </a:r>
          </a:p>
          <a:p>
            <a:pPr>
              <a:buAutoNum type="arabicPeriod"/>
            </a:pPr>
            <a:r>
              <a:rPr lang="en-AU" sz="2000" dirty="0"/>
              <a:t>Is your notebook up to date? (Contents page, glossary</a:t>
            </a:r>
            <a:r>
              <a:rPr lang="en-AU" sz="2000"/>
              <a:t>, summary, </a:t>
            </a:r>
            <a:r>
              <a:rPr lang="en-AU" sz="2000" dirty="0"/>
              <a:t>review notes etc.) </a:t>
            </a:r>
          </a:p>
        </p:txBody>
      </p:sp>
      <p:sp>
        <p:nvSpPr>
          <p:cNvPr id="4" name="AutoShape 2" descr="Image result for work hard meme">
            <a:extLst>
              <a:ext uri="{FF2B5EF4-FFF2-40B4-BE49-F238E27FC236}">
                <a16:creationId xmlns:a16="http://schemas.microsoft.com/office/drawing/2014/main" id="{0A6F0259-A35B-4236-92C7-CE1C5DC232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CC7E7-14F7-4DC3-8913-B2FD7A220F02}"/>
              </a:ext>
            </a:extLst>
          </p:cNvPr>
          <p:cNvSpPr txBox="1"/>
          <p:nvPr/>
        </p:nvSpPr>
        <p:spPr>
          <a:xfrm>
            <a:off x="6210300" y="1970631"/>
            <a:ext cx="5160787" cy="419467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Review questions </a:t>
            </a:r>
            <a:r>
              <a:rPr lang="en-AU" dirty="0"/>
              <a:t>(on LHS)</a:t>
            </a:r>
          </a:p>
          <a:p>
            <a:pPr>
              <a:lnSpc>
                <a:spcPct val="150000"/>
              </a:lnSpc>
            </a:pPr>
            <a:r>
              <a:rPr lang="en-AU" dirty="0"/>
              <a:t>Copy and complete this table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 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84DD7-2799-4D1D-8E5C-4B4EBA6E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322" y="3001618"/>
            <a:ext cx="6145278" cy="19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96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Pythagoras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Finding the Hypotenuse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63200"/>
            <a:ext cx="8610600" cy="1293028"/>
          </a:xfrm>
        </p:spPr>
        <p:txBody>
          <a:bodyPr/>
          <a:lstStyle/>
          <a:p>
            <a:r>
              <a:rPr lang="en-AU" dirty="0"/>
              <a:t>Who Was Pythagoras?</a:t>
            </a:r>
            <a:endParaRPr lang="en-GB" dirty="0"/>
          </a:p>
        </p:txBody>
      </p:sp>
      <p:pic>
        <p:nvPicPr>
          <p:cNvPr id="4" name="Online Media 3" title="What was up with Pythagoras?">
            <a:hlinkClick r:id="" action="ppaction://media"/>
            <a:extLst>
              <a:ext uri="{FF2B5EF4-FFF2-40B4-BE49-F238E27FC236}">
                <a16:creationId xmlns:a16="http://schemas.microsoft.com/office/drawing/2014/main" id="{998D31BB-2301-4276-9958-B951C4B4D41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28767" y="1762298"/>
            <a:ext cx="7880004" cy="44325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61C49C-F173-45E4-8461-E184C5617254}"/>
              </a:ext>
            </a:extLst>
          </p:cNvPr>
          <p:cNvSpPr/>
          <p:nvPr/>
        </p:nvSpPr>
        <p:spPr>
          <a:xfrm>
            <a:off x="3207228" y="6292334"/>
            <a:ext cx="5777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https://www.youtube.com/watch?v=X1E7I7_r3Cw</a:t>
            </a:r>
          </a:p>
        </p:txBody>
      </p:sp>
    </p:spTree>
    <p:extLst>
      <p:ext uri="{BB962C8B-B14F-4D97-AF65-F5344CB8AC3E}">
        <p14:creationId xmlns:p14="http://schemas.microsoft.com/office/powerpoint/2010/main" val="109477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The square on the hypotenuse is equal to the sum of the squares on the other two sides</a:t>
            </a:r>
          </a:p>
          <a:p>
            <a:pPr algn="ctr"/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460" y="5738794"/>
            <a:ext cx="2438400" cy="942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003" y="2917087"/>
            <a:ext cx="2701315" cy="2677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CB6FF2-0137-44B3-9E6D-379740192DDE}"/>
              </a:ext>
            </a:extLst>
          </p:cNvPr>
          <p:cNvSpPr txBox="1"/>
          <p:nvPr/>
        </p:nvSpPr>
        <p:spPr>
          <a:xfrm>
            <a:off x="7154110" y="2890266"/>
            <a:ext cx="3696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hypotenuse is the longest side of a right-angled triangle.</a:t>
            </a:r>
          </a:p>
          <a:p>
            <a:endParaRPr lang="en-AU" dirty="0"/>
          </a:p>
          <a:p>
            <a:r>
              <a:rPr lang="en-AU" dirty="0"/>
              <a:t>It is opposite the right angle.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84BA58-6A46-44EF-9DCB-C36CC072C4F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27913" y="3490431"/>
            <a:ext cx="2726197" cy="682558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/09/2018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For any right-angled triangle: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The square on the hypotenuse is equal to the sum of the squares on the other two sides</a:t>
            </a:r>
          </a:p>
          <a:p>
            <a:pPr algn="ctr"/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054BB3-9BA4-4BAD-8B48-67FAFEAA4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903" y="3313556"/>
            <a:ext cx="3791928" cy="2937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D06CD7-F7DD-4D15-A5C3-0CC52A008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460" y="5738794"/>
            <a:ext cx="2438400" cy="942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36445-8D2B-4572-9743-C7713F103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1003" y="2917087"/>
            <a:ext cx="2701315" cy="2677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CB6FF2-0137-44B3-9E6D-379740192DDE}"/>
              </a:ext>
            </a:extLst>
          </p:cNvPr>
          <p:cNvSpPr txBox="1"/>
          <p:nvPr/>
        </p:nvSpPr>
        <p:spPr>
          <a:xfrm>
            <a:off x="7192903" y="2632364"/>
            <a:ext cx="280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793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Pythagoras Theorem?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4168" y="1477460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Worked Example:</a:t>
            </a:r>
          </a:p>
          <a:p>
            <a:r>
              <a:rPr lang="en-AU" sz="2000" dirty="0"/>
              <a:t>Find the length of the hypotenuse in this right-angled triangle.</a:t>
            </a:r>
          </a:p>
          <a:p>
            <a:pPr algn="ctr"/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9CB8EA-C260-4345-9676-8B6B8CDD7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261" y="2370012"/>
            <a:ext cx="9966288" cy="24397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75FF2D-7024-4599-BC57-F9CBC690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44" y="2787229"/>
            <a:ext cx="1564735" cy="375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E35CEB-F94C-48B5-A64F-F9E68EF7D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220" y="3195627"/>
            <a:ext cx="1759093" cy="3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51ABA2-0489-4B8F-B5DE-6227B4FB5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44" y="3481169"/>
            <a:ext cx="1610474" cy="3440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A4BF0B-BC6B-41DF-B39F-64E05A8F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705" y="3890326"/>
            <a:ext cx="1610474" cy="3440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E1A33E-C67A-4EE4-8926-7E51782AF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911" y="4310003"/>
            <a:ext cx="1610474" cy="3440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C56DF5-40B7-4AFA-A2E6-10A8775A703A}"/>
              </a:ext>
            </a:extLst>
          </p:cNvPr>
          <p:cNvSpPr txBox="1"/>
          <p:nvPr/>
        </p:nvSpPr>
        <p:spPr>
          <a:xfrm>
            <a:off x="99391" y="2186609"/>
            <a:ext cx="17667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find the length of the hypotenuse?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985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5955-A969-4757-9D5D-15C872D2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C00000"/>
                </a:solidFill>
              </a:rPr>
              <a:t>We Do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A147-F502-4888-AB78-93CDB093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side is the hypotenuse?</a:t>
            </a:r>
          </a:p>
          <a:p>
            <a:r>
              <a:rPr lang="en-AU" dirty="0"/>
              <a:t>Determine the length of the hypotenuse.</a:t>
            </a:r>
            <a:endParaRPr lang="en-GB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20A2D32-70E8-48DB-BAE5-983F2D5F293A}"/>
              </a:ext>
            </a:extLst>
          </p:cNvPr>
          <p:cNvSpPr/>
          <p:nvPr/>
        </p:nvSpPr>
        <p:spPr>
          <a:xfrm rot="9517399">
            <a:off x="999807" y="4282763"/>
            <a:ext cx="5194852" cy="2703444"/>
          </a:xfrm>
          <a:prstGeom prst="rt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0148A-6AF7-482F-86FF-0952D2C96725}"/>
              </a:ext>
            </a:extLst>
          </p:cNvPr>
          <p:cNvSpPr/>
          <p:nvPr/>
        </p:nvSpPr>
        <p:spPr>
          <a:xfrm rot="20356816">
            <a:off x="5095460" y="3507356"/>
            <a:ext cx="516835" cy="4041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13036-2295-4CBD-B9C2-51761330097E}"/>
              </a:ext>
            </a:extLst>
          </p:cNvPr>
          <p:cNvSpPr txBox="1"/>
          <p:nvPr/>
        </p:nvSpPr>
        <p:spPr>
          <a:xfrm>
            <a:off x="2266121" y="3837290"/>
            <a:ext cx="147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 = 12cm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2EC5E-BC19-4D88-8CFD-E014CB73F749}"/>
              </a:ext>
            </a:extLst>
          </p:cNvPr>
          <p:cNvSpPr txBox="1"/>
          <p:nvPr/>
        </p:nvSpPr>
        <p:spPr>
          <a:xfrm>
            <a:off x="6029739" y="4258845"/>
            <a:ext cx="110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 = 5cm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0282A-1D36-4E71-859B-8AEFE4AFD4B2}"/>
              </a:ext>
            </a:extLst>
          </p:cNvPr>
          <p:cNvSpPr txBox="1"/>
          <p:nvPr/>
        </p:nvSpPr>
        <p:spPr>
          <a:xfrm>
            <a:off x="3259302" y="5637653"/>
            <a:ext cx="33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2C21F-CE3E-4D1E-B974-65386641B2E6}"/>
              </a:ext>
            </a:extLst>
          </p:cNvPr>
          <p:cNvSpPr txBox="1"/>
          <p:nvPr/>
        </p:nvSpPr>
        <p:spPr>
          <a:xfrm>
            <a:off x="7248274" y="2913960"/>
            <a:ext cx="46043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Answers</a:t>
            </a:r>
          </a:p>
          <a:p>
            <a:endParaRPr lang="en-AU" sz="2000" dirty="0"/>
          </a:p>
          <a:p>
            <a:r>
              <a:rPr lang="en-AU" sz="2000" dirty="0"/>
              <a:t>The hypotenuse is side f.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/>
              <p:nvPr/>
            </p:nvSpPr>
            <p:spPr>
              <a:xfrm>
                <a:off x="7248275" y="4113314"/>
                <a:ext cx="4604331" cy="2721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=144+25</m:t>
                      </m:r>
                    </m:oMath>
                  </m:oMathPara>
                </a14:m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69</m:t>
                      </m:r>
                    </m:oMath>
                  </m:oMathPara>
                </a14:m>
                <a:endParaRPr lang="en-A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169</m:t>
                          </m:r>
                        </m:e>
                      </m:rad>
                    </m:oMath>
                  </m:oMathPara>
                </a14:m>
                <a:endParaRPr lang="en-A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sz="2400" dirty="0"/>
                  <a:t> cm</a:t>
                </a:r>
                <a:endParaRPr lang="en-AU" sz="2400" b="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6E78AB-77CE-4D27-A91B-61665709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275" y="4113314"/>
                <a:ext cx="4604331" cy="2721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79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Excel Worksheets</a:t>
            </a:r>
          </a:p>
          <a:p>
            <a:pPr marL="0" indent="0">
              <a:buNone/>
            </a:pPr>
            <a:r>
              <a:rPr lang="en-AU" dirty="0"/>
              <a:t>Naming the Hypotenuse</a:t>
            </a:r>
          </a:p>
          <a:p>
            <a:pPr marL="0" indent="0">
              <a:buNone/>
            </a:pPr>
            <a:r>
              <a:rPr lang="en-AU" dirty="0"/>
              <a:t>Find the Length of the Hypotenuse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6488</TotalTime>
  <Words>338</Words>
  <Application>Microsoft Office PowerPoint</Application>
  <PresentationFormat>Widescreen</PresentationFormat>
  <Paragraphs>77</Paragraphs>
  <Slides>9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BSC Theme</vt:lpstr>
      <vt:lpstr>Topic: Pythagoras Theorem EQ: What is the Pythagoras Theorem?</vt:lpstr>
      <vt:lpstr>Pythagoras Finding the Hypotenuse</vt:lpstr>
      <vt:lpstr>Who Was Pythagoras?</vt:lpstr>
      <vt:lpstr>PowerPoint Presentation</vt:lpstr>
      <vt:lpstr>PowerPoint Presentation</vt:lpstr>
      <vt:lpstr>PowerPoint Presentation</vt:lpstr>
      <vt:lpstr>We Do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LUM Magdeline [Baldivis Secondary College]</cp:lastModifiedBy>
  <cp:revision>41</cp:revision>
  <dcterms:created xsi:type="dcterms:W3CDTF">2017-10-15T23:31:24Z</dcterms:created>
  <dcterms:modified xsi:type="dcterms:W3CDTF">2018-09-02T17:18:23Z</dcterms:modified>
</cp:coreProperties>
</file>