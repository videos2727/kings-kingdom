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322" r:id="rId2"/>
    <p:sldId id="338" r:id="rId3"/>
    <p:sldId id="257" r:id="rId4"/>
    <p:sldId id="331" r:id="rId5"/>
    <p:sldId id="337" r:id="rId6"/>
    <p:sldId id="333" r:id="rId7"/>
    <p:sldId id="335" r:id="rId8"/>
    <p:sldId id="336" r:id="rId9"/>
    <p:sldId id="260" r:id="rId10"/>
    <p:sldId id="334" r:id="rId11"/>
    <p:sldId id="30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22"/>
            <p14:sldId id="338"/>
            <p14:sldId id="257"/>
            <p14:sldId id="331"/>
            <p14:sldId id="337"/>
            <p14:sldId id="333"/>
            <p14:sldId id="335"/>
            <p14:sldId id="336"/>
            <p14:sldId id="260"/>
            <p14:sldId id="33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13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aj0XcLtN5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Solve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8" name="Picture 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914EB96-FF4B-4D18-B9CB-B8048EFA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00" y="2075861"/>
            <a:ext cx="4525241" cy="46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32328" y="1692209"/>
            <a:ext cx="5427657" cy="502567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Solve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6" name="Picture 5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3381200C-9621-43FD-99A4-AEB24F478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475" y="2150225"/>
            <a:ext cx="4312631" cy="455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1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Calculating the Shorter Side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/>
          <a:lstStyle/>
          <a:p>
            <a:r>
              <a:rPr lang="en-AU" dirty="0"/>
              <a:t>Pythagoras Theorem</a:t>
            </a:r>
            <a:endParaRPr lang="en-GB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D68A154-AAE4-493A-A0A5-2E80A8C20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989138"/>
            <a:ext cx="2808288" cy="3455987"/>
          </a:xfrm>
          <a:prstGeom prst="rtTriangle">
            <a:avLst/>
          </a:prstGeom>
          <a:solidFill>
            <a:srgbClr val="C0C0C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383B3C6-B630-41C1-A196-8B3C902F2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51815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a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64934C2-CC2C-4E37-B7C9-E32B32F50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3357563"/>
            <a:ext cx="546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b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CCCDFED-BD14-4BF9-A66A-B6EBB3580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844" y="3017043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 dirty="0"/>
              <a:t>c</a:t>
            </a: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F89458D0-9E7E-444C-BBAD-93A25725A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096" y="1900508"/>
            <a:ext cx="3529012" cy="2017712"/>
          </a:xfrm>
          <a:prstGeom prst="cloudCallout">
            <a:avLst>
              <a:gd name="adj1" fmla="val 18375"/>
              <a:gd name="adj2" fmla="val 122148"/>
            </a:avLst>
          </a:prstGeom>
          <a:noFill/>
          <a:ln w="5715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sz="1800">
              <a:latin typeface="Tahoma" charset="0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0E534BD4-62DB-4019-AD99-18376AB3A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082845"/>
              </p:ext>
            </p:extLst>
          </p:nvPr>
        </p:nvGraphicFramePr>
        <p:xfrm>
          <a:off x="5867896" y="2333275"/>
          <a:ext cx="2921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799920" imgH="203040" progId="Equation.DSMT4">
                  <p:embed/>
                </p:oleObj>
              </mc:Choice>
              <mc:Fallback>
                <p:oleObj name="Equation" r:id="rId3" imgW="799920" imgH="203040" progId="Equation.DSMT4">
                  <p:embed/>
                  <p:pic>
                    <p:nvPicPr>
                      <p:cNvPr id="3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896" y="2333275"/>
                        <a:ext cx="2921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E7B6C-73E6-4C53-B1BD-F7CD024CA267}"/>
              </a:ext>
            </a:extLst>
          </p:cNvPr>
          <p:cNvCxnSpPr/>
          <p:nvPr/>
        </p:nvCxnSpPr>
        <p:spPr>
          <a:xfrm>
            <a:off x="2771775" y="5157192"/>
            <a:ext cx="3600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710493-F8AF-48B6-ACE4-21CF2F7AA5DA}"/>
              </a:ext>
            </a:extLst>
          </p:cNvPr>
          <p:cNvCxnSpPr/>
          <p:nvPr/>
        </p:nvCxnSpPr>
        <p:spPr>
          <a:xfrm>
            <a:off x="3131840" y="5157192"/>
            <a:ext cx="0" cy="287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8E38-9953-4396-B527-9744D7E0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Pythagoras Theorem Video</a:t>
            </a:r>
            <a:endParaRPr lang="en-GB" dirty="0"/>
          </a:p>
        </p:txBody>
      </p:sp>
      <p:pic>
        <p:nvPicPr>
          <p:cNvPr id="4" name="Online Media 3" title="Pythagoras in 2 minutes 2">
            <a:hlinkClick r:id="" action="ppaction://media"/>
            <a:extLst>
              <a:ext uri="{FF2B5EF4-FFF2-40B4-BE49-F238E27FC236}">
                <a16:creationId xmlns:a16="http://schemas.microsoft.com/office/drawing/2014/main" id="{CB0359E2-1DEA-4542-A310-2AE3149081E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9364" y="1738996"/>
            <a:ext cx="7913272" cy="44512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64FB14-56DC-4736-9F5A-34BFC0CAC80F}"/>
              </a:ext>
            </a:extLst>
          </p:cNvPr>
          <p:cNvSpPr/>
          <p:nvPr/>
        </p:nvSpPr>
        <p:spPr>
          <a:xfrm>
            <a:off x="3072622" y="6333096"/>
            <a:ext cx="5780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https://www.youtube.com/watch?v=uaj0XcLtN5c</a:t>
            </a:r>
          </a:p>
        </p:txBody>
      </p:sp>
    </p:spTree>
    <p:extLst>
      <p:ext uri="{BB962C8B-B14F-4D97-AF65-F5344CB8AC3E}">
        <p14:creationId xmlns:p14="http://schemas.microsoft.com/office/powerpoint/2010/main" val="269653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/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Pythagoras Theorem is about right angles triangles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 </a:t>
                </a:r>
              </a:p>
              <a:p>
                <a:r>
                  <a:rPr lang="en-AU" dirty="0"/>
                  <a:t>                                 </a:t>
                </a:r>
              </a:p>
              <a:p>
                <a:endParaRPr lang="en-AU" dirty="0"/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blipFill>
                <a:blip r:embed="rId3"/>
                <a:stretch>
                  <a:fillRect l="-772" t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FCC68339-3BFF-4BE6-A9A2-3788DD076167}"/>
              </a:ext>
            </a:extLst>
          </p:cNvPr>
          <p:cNvSpPr/>
          <p:nvPr/>
        </p:nvSpPr>
        <p:spPr>
          <a:xfrm>
            <a:off x="4710953" y="1866168"/>
            <a:ext cx="293853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6EF103EF-61FA-409D-911E-4D1B509315C4}"/>
              </a:ext>
            </a:extLst>
          </p:cNvPr>
          <p:cNvGrpSpPr>
            <a:grpSpLocks/>
          </p:cNvGrpSpPr>
          <p:nvPr/>
        </p:nvGrpSpPr>
        <p:grpSpPr bwMode="auto">
          <a:xfrm>
            <a:off x="4710953" y="2767535"/>
            <a:ext cx="324000" cy="222307"/>
            <a:chOff x="1680" y="3120"/>
            <a:chExt cx="240" cy="240"/>
          </a:xfrm>
        </p:grpSpPr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45050F84-951C-4B1D-BDAD-9B1C1D77B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6500B82F-E5E5-4A23-A918-D02A389B1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0F2956-21F7-4187-920D-0667F34C6028}"/>
              </a:ext>
            </a:extLst>
          </p:cNvPr>
          <p:cNvSpPr txBox="1"/>
          <p:nvPr/>
        </p:nvSpPr>
        <p:spPr>
          <a:xfrm flipH="1">
            <a:off x="5753791" y="2989842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E3E46F-5C4A-4B56-8886-CF1DB4F85FE0}"/>
              </a:ext>
            </a:extLst>
          </p:cNvPr>
          <p:cNvSpPr txBox="1"/>
          <p:nvPr/>
        </p:nvSpPr>
        <p:spPr>
          <a:xfrm flipH="1">
            <a:off x="4264046" y="2243339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73ADDE-4AC2-4835-A6EA-94824C86A17D}"/>
              </a:ext>
            </a:extLst>
          </p:cNvPr>
          <p:cNvSpPr txBox="1"/>
          <p:nvPr/>
        </p:nvSpPr>
        <p:spPr>
          <a:xfrm flipH="1">
            <a:off x="5826928" y="1956293"/>
            <a:ext cx="35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/>
              <p:nvPr/>
            </p:nvSpPr>
            <p:spPr>
              <a:xfrm>
                <a:off x="3136401" y="4051761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Therefore to find the shorter sides: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CE336C-6C5A-4563-B7DA-C9DDEBE6A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01" y="4051761"/>
                <a:ext cx="6087638" cy="923330"/>
              </a:xfrm>
              <a:prstGeom prst="rect">
                <a:avLst/>
              </a:prstGeom>
              <a:blipFill>
                <a:blip r:embed="rId4"/>
                <a:stretch>
                  <a:fillRect l="-902" t="-39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/>
              <p:nvPr/>
            </p:nvSpPr>
            <p:spPr>
              <a:xfrm>
                <a:off x="3136401" y="5267497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AF369D4-DCF8-46B9-B684-F7E01EF26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01" y="5267497"/>
                <a:ext cx="2768380" cy="4054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10B2D7-C3B5-4700-8ABA-F0C87926ADA3}"/>
                  </a:ext>
                </a:extLst>
              </p:cNvPr>
              <p:cNvSpPr txBox="1"/>
              <p:nvPr/>
            </p:nvSpPr>
            <p:spPr>
              <a:xfrm>
                <a:off x="6227894" y="5296383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10B2D7-C3B5-4700-8ABA-F0C87926A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894" y="5296383"/>
                <a:ext cx="1445011" cy="345416"/>
              </a:xfrm>
              <a:prstGeom prst="rect">
                <a:avLst/>
              </a:prstGeom>
              <a:blipFill>
                <a:blip r:embed="rId6"/>
                <a:stretch>
                  <a:fillRect l="-3797" r="-844"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01326C-33D6-4A2A-A376-DE6C17D02383}"/>
                  </a:ext>
                </a:extLst>
              </p:cNvPr>
              <p:cNvSpPr txBox="1"/>
              <p:nvPr/>
            </p:nvSpPr>
            <p:spPr>
              <a:xfrm>
                <a:off x="8275090" y="5298692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01326C-33D6-4A2A-A376-DE6C17D0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090" y="5298692"/>
                <a:ext cx="1446743" cy="343107"/>
              </a:xfrm>
              <a:prstGeom prst="rect">
                <a:avLst/>
              </a:prstGeom>
              <a:blipFill>
                <a:blip r:embed="rId7"/>
                <a:stretch>
                  <a:fillRect l="-2101" r="-840"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75B-8D2E-45FB-AF99-CD7720D2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Calculating Hypotenuse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EED2D86A-C129-4897-B9A6-2D619521569D}"/>
              </a:ext>
            </a:extLst>
          </p:cNvPr>
          <p:cNvSpPr/>
          <p:nvPr/>
        </p:nvSpPr>
        <p:spPr>
          <a:xfrm>
            <a:off x="2895600" y="3036530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312A18-8B5B-4622-BE4C-E8755B9C96EA}"/>
                  </a:ext>
                </a:extLst>
              </p:cNvPr>
              <p:cNvSpPr txBox="1"/>
              <p:nvPr/>
            </p:nvSpPr>
            <p:spPr>
              <a:xfrm>
                <a:off x="2247528" y="3618110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312A18-8B5B-4622-BE4C-E8755B9C9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528" y="3618110"/>
                <a:ext cx="536172" cy="276999"/>
              </a:xfrm>
              <a:prstGeom prst="rect">
                <a:avLst/>
              </a:prstGeom>
              <a:blipFill>
                <a:blip r:embed="rId2"/>
                <a:stretch>
                  <a:fillRect l="-10227" r="-568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69F1E4-97CA-4FD5-BA1C-23DAAEF045F4}"/>
                  </a:ext>
                </a:extLst>
              </p:cNvPr>
              <p:cNvSpPr txBox="1"/>
              <p:nvPr/>
            </p:nvSpPr>
            <p:spPr>
              <a:xfrm>
                <a:off x="3615680" y="4607966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69F1E4-97CA-4FD5-BA1C-23DAAEF04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680" y="4607966"/>
                <a:ext cx="536172" cy="276999"/>
              </a:xfrm>
              <a:prstGeom prst="rect">
                <a:avLst/>
              </a:prstGeom>
              <a:blipFill>
                <a:blip r:embed="rId3"/>
                <a:stretch>
                  <a:fillRect l="-9091" r="-5682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5C9222-02CB-4172-8777-9C3B5EB086C5}"/>
                  </a:ext>
                </a:extLst>
              </p:cNvPr>
              <p:cNvSpPr txBox="1"/>
              <p:nvPr/>
            </p:nvSpPr>
            <p:spPr>
              <a:xfrm>
                <a:off x="3968532" y="3341111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5C9222-02CB-4172-8777-9C3B5EB08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532" y="3341111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20000" r="-13333"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D720EC-A840-4345-B5E1-09C8D4E364D2}"/>
                  </a:ext>
                </a:extLst>
              </p:cNvPr>
              <p:cNvSpPr txBox="1"/>
              <p:nvPr/>
            </p:nvSpPr>
            <p:spPr>
              <a:xfrm>
                <a:off x="6558742" y="3100711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D720EC-A840-4345-B5E1-09C8D4E36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742" y="3100711"/>
                <a:ext cx="1765035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DFE42D-FF8D-455E-90DD-335BEBF5FB3C}"/>
                  </a:ext>
                </a:extLst>
              </p:cNvPr>
              <p:cNvSpPr txBox="1"/>
              <p:nvPr/>
            </p:nvSpPr>
            <p:spPr>
              <a:xfrm>
                <a:off x="6727910" y="4132293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DFE42D-FF8D-455E-90DD-335BEBF5F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910" y="4132293"/>
                <a:ext cx="1176028" cy="684546"/>
              </a:xfrm>
              <a:prstGeom prst="rect">
                <a:avLst/>
              </a:prstGeom>
              <a:blipFill>
                <a:blip r:embed="rId6"/>
                <a:stretch>
                  <a:fillRect r="-5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4">
            <a:extLst>
              <a:ext uri="{FF2B5EF4-FFF2-40B4-BE49-F238E27FC236}">
                <a16:creationId xmlns:a16="http://schemas.microsoft.com/office/drawing/2014/main" id="{F96079EB-B05F-479C-ABB3-6D10AA437DD4}"/>
              </a:ext>
            </a:extLst>
          </p:cNvPr>
          <p:cNvGrpSpPr>
            <a:grpSpLocks/>
          </p:cNvGrpSpPr>
          <p:nvPr/>
        </p:nvGrpSpPr>
        <p:grpSpPr bwMode="auto">
          <a:xfrm>
            <a:off x="2919919" y="4188658"/>
            <a:ext cx="263713" cy="288032"/>
            <a:chOff x="1680" y="3120"/>
            <a:chExt cx="240" cy="240"/>
          </a:xfrm>
        </p:grpSpPr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23EE13BF-A1B0-4757-896A-330EE4FC2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33" name="Line 6">
              <a:extLst>
                <a:ext uri="{FF2B5EF4-FFF2-40B4-BE49-F238E27FC236}">
                  <a16:creationId xmlns:a16="http://schemas.microsoft.com/office/drawing/2014/main" id="{772ADB5E-57B1-42A4-B72B-D63437DAF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EDAAF37-A6FD-4B1F-B590-B79D64B31B91}"/>
              </a:ext>
            </a:extLst>
          </p:cNvPr>
          <p:cNvSpPr txBox="1"/>
          <p:nvPr/>
        </p:nvSpPr>
        <p:spPr>
          <a:xfrm>
            <a:off x="1540625" y="1995055"/>
            <a:ext cx="932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remind ourselves with how we can calculate the length of the hypotenuse of a right-angled triangle.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7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C0149A5-3E55-4EF3-8BDD-49D6987110FB}"/>
              </a:ext>
            </a:extLst>
          </p:cNvPr>
          <p:cNvSpPr/>
          <p:nvPr/>
        </p:nvSpPr>
        <p:spPr>
          <a:xfrm rot="7484576">
            <a:off x="2794480" y="2695455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/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blipFill>
                <a:blip r:embed="rId3"/>
                <a:stretch>
                  <a:fillRect l="-5797" r="-362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/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blipFill>
                <a:blip r:embed="rId4"/>
                <a:stretch>
                  <a:fillRect l="-6838" r="-4274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/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/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blipFill>
                <a:blip r:embed="rId6"/>
                <a:stretch>
                  <a:fillRect r="-9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/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blipFill>
                <a:blip r:embed="rId7"/>
                <a:stretch>
                  <a:fillRect r="-4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4">
            <a:extLst>
              <a:ext uri="{FF2B5EF4-FFF2-40B4-BE49-F238E27FC236}">
                <a16:creationId xmlns:a16="http://schemas.microsoft.com/office/drawing/2014/main" id="{662CB7C9-AF15-4287-8BEA-478DD6E252B3}"/>
              </a:ext>
            </a:extLst>
          </p:cNvPr>
          <p:cNvGrpSpPr>
            <a:grpSpLocks/>
          </p:cNvGrpSpPr>
          <p:nvPr/>
        </p:nvGrpSpPr>
        <p:grpSpPr bwMode="auto">
          <a:xfrm rot="2013339" flipV="1">
            <a:off x="4110639" y="2017256"/>
            <a:ext cx="322796" cy="293250"/>
            <a:chOff x="1680" y="3120"/>
            <a:chExt cx="240" cy="240"/>
          </a:xfrm>
        </p:grpSpPr>
        <p:sp>
          <p:nvSpPr>
            <p:cNvPr id="41" name="Line 5">
              <a:extLst>
                <a:ext uri="{FF2B5EF4-FFF2-40B4-BE49-F238E27FC236}">
                  <a16:creationId xmlns:a16="http://schemas.microsoft.com/office/drawing/2014/main" id="{B04EA6FC-48EE-4958-8528-FE1E32618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F62D536F-AC6C-4F67-82F6-5EF4835E7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7E23117-3407-4DE4-83E3-E3F4946156E0}"/>
              </a:ext>
            </a:extLst>
          </p:cNvPr>
          <p:cNvSpPr txBox="1"/>
          <p:nvPr/>
        </p:nvSpPr>
        <p:spPr>
          <a:xfrm>
            <a:off x="3359382" y="4088114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hypotenuse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2250D0-D888-4458-8971-7636360FE05A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4126628" y="3487543"/>
            <a:ext cx="64363" cy="7076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5141AC1-56F8-483E-8D6A-0AE371647AE8}"/>
              </a:ext>
            </a:extLst>
          </p:cNvPr>
          <p:cNvSpPr txBox="1"/>
          <p:nvPr/>
        </p:nvSpPr>
        <p:spPr>
          <a:xfrm>
            <a:off x="2324191" y="1902195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shorter side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DEC7D5-2C9C-4506-A66A-F416014D6AB6}"/>
              </a:ext>
            </a:extLst>
          </p:cNvPr>
          <p:cNvCxnSpPr>
            <a:endCxn id="22" idx="3"/>
          </p:cNvCxnSpPr>
          <p:nvPr/>
        </p:nvCxnSpPr>
        <p:spPr>
          <a:xfrm>
            <a:off x="2859578" y="2253093"/>
            <a:ext cx="616178" cy="783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58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Determine the length of the unknown side of this right-angled triangle.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8 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3165092" y="5724295"/>
            <a:ext cx="142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 = 10 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=100−64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Excel Worksheets</a:t>
            </a:r>
          </a:p>
          <a:p>
            <a:pPr marL="0" indent="0">
              <a:buNone/>
            </a:pPr>
            <a:r>
              <a:rPr lang="en-AU" dirty="0"/>
              <a:t>Finding the Length of a Side</a:t>
            </a:r>
          </a:p>
          <a:p>
            <a:pPr marL="0" indent="0">
              <a:buNone/>
            </a:pPr>
            <a:r>
              <a:rPr lang="en-AU" dirty="0"/>
              <a:t>Miscellaneous Questions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6542</TotalTime>
  <Words>415</Words>
  <Application>Microsoft Office PowerPoint</Application>
  <PresentationFormat>Widescreen</PresentationFormat>
  <Paragraphs>116</Paragraphs>
  <Slides>11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Comic Sans MS</vt:lpstr>
      <vt:lpstr>DJB Fancy Nancy</vt:lpstr>
      <vt:lpstr>Kiwi School Handwriting</vt:lpstr>
      <vt:lpstr>Tahoma</vt:lpstr>
      <vt:lpstr>BSC Theme</vt:lpstr>
      <vt:lpstr>Equation</vt:lpstr>
      <vt:lpstr>Topic: Pythagoras Theorem EQ: What is the Pythagoras Theorem?</vt:lpstr>
      <vt:lpstr>Topic: Pythagoras Theorem EQ: What is the Pythagoras Theorem?</vt:lpstr>
      <vt:lpstr>Pythagoras Calculating the Shorter Side</vt:lpstr>
      <vt:lpstr>Pythagoras Theorem</vt:lpstr>
      <vt:lpstr>Pythagoras Theorem Video</vt:lpstr>
      <vt:lpstr>PowerPoint Presentation</vt:lpstr>
      <vt:lpstr>Calculating Hypotenuse</vt:lpstr>
      <vt:lpstr>PowerPoint Presentation</vt:lpstr>
      <vt:lpstr>PowerPoint Presentation</vt:lpstr>
      <vt:lpstr>We Do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LUM Magdeline [Baldivis Secondary College]</cp:lastModifiedBy>
  <cp:revision>49</cp:revision>
  <dcterms:created xsi:type="dcterms:W3CDTF">2017-10-15T23:31:24Z</dcterms:created>
  <dcterms:modified xsi:type="dcterms:W3CDTF">2018-09-02T17:21:56Z</dcterms:modified>
</cp:coreProperties>
</file>