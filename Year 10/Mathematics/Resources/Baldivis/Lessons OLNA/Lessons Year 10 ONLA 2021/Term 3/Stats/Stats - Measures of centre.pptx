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60" r:id="rId2"/>
    <p:sldId id="305" r:id="rId3"/>
    <p:sldId id="307" r:id="rId4"/>
    <p:sldId id="306" r:id="rId5"/>
    <p:sldId id="308" r:id="rId6"/>
    <p:sldId id="309" r:id="rId7"/>
    <p:sldId id="310" r:id="rId8"/>
    <p:sldId id="311" r:id="rId9"/>
    <p:sldId id="313" r:id="rId10"/>
    <p:sldId id="312" r:id="rId11"/>
    <p:sldId id="314" r:id="rId12"/>
    <p:sldId id="315" r:id="rId13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23" r:id="rId21"/>
    <p:sldId id="301" r:id="rId22"/>
    <p:sldId id="292" r:id="rId23"/>
    <p:sldId id="291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8401" autoAdjust="0"/>
  </p:normalViewPr>
  <p:slideViewPr>
    <p:cSldViewPr>
      <p:cViewPr varScale="1">
        <p:scale>
          <a:sx n="72" d="100"/>
          <a:sy n="72" d="100"/>
        </p:scale>
        <p:origin x="1320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invertIfNegative val="0"/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0B-422C-B8E7-BCFB72E523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1049088"/>
        <c:axId val="41100032"/>
      </c:barChart>
      <c:catAx>
        <c:axId val="4104908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41100032"/>
        <c:crosses val="autoZero"/>
        <c:auto val="1"/>
        <c:lblAlgn val="ctr"/>
        <c:lblOffset val="100"/>
        <c:noMultiLvlLbl val="0"/>
      </c:catAx>
      <c:valAx>
        <c:axId val="4110003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41049088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8A-4355-8B81-96490ABE15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8/08/2021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8268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4323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4323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8/08/2021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8/08/2021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8/08/2021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8/08/2021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8/08/2021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8/08/2021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8/08/2021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8/08/2021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8/08/2021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8/08/2021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8/08/2021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8/08/2021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e4047095\AppData\Local\Microsoft\Windows\Temporary Internet Files\Content.IE5\UN5YM58D\Line_Graph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0" y="1556792"/>
            <a:ext cx="3793604" cy="2927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260648"/>
            <a:ext cx="7772400" cy="1470025"/>
          </a:xfrm>
        </p:spPr>
        <p:txBody>
          <a:bodyPr/>
          <a:lstStyle/>
          <a:p>
            <a:r>
              <a:rPr lang="en-AU" dirty="0"/>
              <a:t>My Statistics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0844" y="446767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</a:t>
            </a:r>
          </a:p>
          <a:p>
            <a:pPr algn="l"/>
            <a:r>
              <a:rPr lang="en-AU" dirty="0"/>
              <a:t>Teacher </a:t>
            </a:r>
          </a:p>
          <a:p>
            <a:pPr algn="l"/>
            <a:r>
              <a:rPr lang="en-AU" dirty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graphicFrame>
        <p:nvGraphicFramePr>
          <p:cNvPr id="16" name="Chart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4940676"/>
              </p:ext>
            </p:extLst>
          </p:nvPr>
        </p:nvGraphicFramePr>
        <p:xfrm>
          <a:off x="5369199" y="1700808"/>
          <a:ext cx="3654152" cy="1803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7" name="Char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5245832"/>
              </p:ext>
            </p:extLst>
          </p:nvPr>
        </p:nvGraphicFramePr>
        <p:xfrm>
          <a:off x="4283968" y="3212976"/>
          <a:ext cx="4248472" cy="2599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051720" y="180750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Measures of Centre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differences between the different types of averages.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FDE5AD-6BB1-4557-87A6-D9593913FA8C}"/>
              </a:ext>
            </a:extLst>
          </p:cNvPr>
          <p:cNvSpPr txBox="1"/>
          <p:nvPr/>
        </p:nvSpPr>
        <p:spPr>
          <a:xfrm>
            <a:off x="2699791" y="3193705"/>
            <a:ext cx="53285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highlight>
                  <a:srgbClr val="FFFF00"/>
                </a:highlight>
              </a:rPr>
              <a:t>Who can remember the different types of averages we use with data / statistics?</a:t>
            </a:r>
            <a:endParaRPr lang="en-AU" sz="28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72162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Measures of Centre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differences between the different types of averages.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is a measure of centre?</a:t>
            </a:r>
          </a:p>
        </p:txBody>
      </p:sp>
    </p:spTree>
    <p:extLst>
      <p:ext uri="{BB962C8B-B14F-4D97-AF65-F5344CB8AC3E}">
        <p14:creationId xmlns:p14="http://schemas.microsoft.com/office/powerpoint/2010/main" val="2417001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Measures of Centre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differences between the different types of averages.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is a measure of centre?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This finds the average value for a group of data</a:t>
            </a:r>
          </a:p>
        </p:txBody>
      </p:sp>
    </p:spTree>
    <p:extLst>
      <p:ext uri="{BB962C8B-B14F-4D97-AF65-F5344CB8AC3E}">
        <p14:creationId xmlns:p14="http://schemas.microsoft.com/office/powerpoint/2010/main" val="683166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Measures of Centre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differences between the different types of averages.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is a measure of centre?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This finds the average value for a group of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are the averages?</a:t>
            </a:r>
          </a:p>
        </p:txBody>
      </p:sp>
    </p:spTree>
    <p:extLst>
      <p:ext uri="{BB962C8B-B14F-4D97-AF65-F5344CB8AC3E}">
        <p14:creationId xmlns:p14="http://schemas.microsoft.com/office/powerpoint/2010/main" val="2410648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Measures of Centre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differences between the different types of averages.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is a measure of centre?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This finds the average value for a group of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Mean , Median Mode</a:t>
            </a:r>
          </a:p>
        </p:txBody>
      </p:sp>
    </p:spTree>
    <p:extLst>
      <p:ext uri="{BB962C8B-B14F-4D97-AF65-F5344CB8AC3E}">
        <p14:creationId xmlns:p14="http://schemas.microsoft.com/office/powerpoint/2010/main" val="2188310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Measures of Centre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differences between the different types of averages.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is a measure of centre?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This finds the average value for a group of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Mean , Median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146" y="2924944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How do I find the mean?</a:t>
            </a:r>
          </a:p>
        </p:txBody>
      </p:sp>
    </p:spTree>
    <p:extLst>
      <p:ext uri="{BB962C8B-B14F-4D97-AF65-F5344CB8AC3E}">
        <p14:creationId xmlns:p14="http://schemas.microsoft.com/office/powerpoint/2010/main" val="4212074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Measures of Centre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differences between the different types of averages.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is a measure of centre?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This finds the average value for a group of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Mean , Median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146" y="2924944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How do I find the mean?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1599" y="2924944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Add all the values together and divide by the number of values</a:t>
            </a:r>
          </a:p>
        </p:txBody>
      </p:sp>
    </p:spTree>
    <p:extLst>
      <p:ext uri="{BB962C8B-B14F-4D97-AF65-F5344CB8AC3E}">
        <p14:creationId xmlns:p14="http://schemas.microsoft.com/office/powerpoint/2010/main" val="410124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Measures of Centre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differences between the different types of averages.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is a measure of centre?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This finds the average value for a group of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Mean , Median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146" y="2924944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How do I find the mean?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1599" y="2924944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Add all the values together and divide by the number of values</a:t>
            </a:r>
          </a:p>
        </p:txBody>
      </p:sp>
    </p:spTree>
    <p:extLst>
      <p:ext uri="{BB962C8B-B14F-4D97-AF65-F5344CB8AC3E}">
        <p14:creationId xmlns:p14="http://schemas.microsoft.com/office/powerpoint/2010/main" val="2022637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Measures of Centre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differences between the different types of averages.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is a measure of centre?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This finds the average value for a group of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Mean , Median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146" y="2924944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How do I find the mean?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1599" y="2924944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Add all the values together and divide by the number of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610" y="3308660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accent1"/>
                </a:solidFill>
              </a:rPr>
              <a:t>How do I find the median?</a:t>
            </a:r>
          </a:p>
        </p:txBody>
      </p:sp>
    </p:spTree>
    <p:extLst>
      <p:ext uri="{BB962C8B-B14F-4D97-AF65-F5344CB8AC3E}">
        <p14:creationId xmlns:p14="http://schemas.microsoft.com/office/powerpoint/2010/main" val="3874960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Measures of Centre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differences between the different types of averages.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is a measure of centre?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This finds the average value for a group of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Mean , Median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146" y="2924944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How do I find the mean?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1599" y="2924944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Add all the values together and divide by the number of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610" y="3308660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accent1"/>
                </a:solidFill>
              </a:rPr>
              <a:t>How do I find the median?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87083" y="3354826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>
                <a:solidFill>
                  <a:schemeClr val="accent1"/>
                </a:solidFill>
              </a:rPr>
              <a:t>If there are two middle values add together and divide by two </a:t>
            </a:r>
          </a:p>
        </p:txBody>
      </p:sp>
    </p:spTree>
    <p:extLst>
      <p:ext uri="{BB962C8B-B14F-4D97-AF65-F5344CB8AC3E}">
        <p14:creationId xmlns:p14="http://schemas.microsoft.com/office/powerpoint/2010/main" val="2379334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Measures of Centre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differences between the different types of averages.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is a measure of centre?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This finds the average value for a group of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Mean , Median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146" y="2924944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How do I find the mean?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1599" y="2924944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Add all the values together and divide by the number of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610" y="3308660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accent1"/>
                </a:solidFill>
              </a:rPr>
              <a:t>How do I find the median?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87083" y="3354826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>
                <a:solidFill>
                  <a:schemeClr val="accent1"/>
                </a:solidFill>
              </a:rPr>
              <a:t>If there are two middle values add together and divide by two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610" y="4103784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How do I find the mode?</a:t>
            </a:r>
          </a:p>
        </p:txBody>
      </p:sp>
    </p:spTree>
    <p:extLst>
      <p:ext uri="{BB962C8B-B14F-4D97-AF65-F5344CB8AC3E}">
        <p14:creationId xmlns:p14="http://schemas.microsoft.com/office/powerpoint/2010/main" val="3104189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Measures of Centre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differences between the different types of averages.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is a measure of centre?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This finds the average value for a group of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Mean , Median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146" y="2924944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How do I find the mean?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9347" y="2939328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Add all the values together and divide by the number of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610" y="3308660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accent1"/>
                </a:solidFill>
              </a:rPr>
              <a:t>How do I find the median?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87083" y="3354826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>
                <a:solidFill>
                  <a:schemeClr val="accent1"/>
                </a:solidFill>
              </a:rPr>
              <a:t>If there are two middle values add together and divide by two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610" y="4103784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How do I find the mode?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7589" y="4103784"/>
            <a:ext cx="61705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>
                <a:solidFill>
                  <a:srgbClr val="00B050"/>
                </a:solidFill>
              </a:rPr>
              <a:t>A data set could have 1 mode or 2 modes (bimodal) or no mode</a:t>
            </a:r>
          </a:p>
          <a:p>
            <a:r>
              <a:rPr lang="en-AU" dirty="0">
                <a:solidFill>
                  <a:srgbClr val="00B05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09270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Measures of Centre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differences between the different types of averages.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11" y="2033397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How do I find the mean?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0788" y="2062741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Add all the values together and divide by the number of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175" y="2417113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accent1"/>
                </a:solidFill>
              </a:rPr>
              <a:t>How do I find the median?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2648" y="2463279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>
                <a:solidFill>
                  <a:schemeClr val="accent1"/>
                </a:solidFill>
              </a:rPr>
              <a:t>If there are two middle values add together and divide by two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175" y="3212237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How do I find the mode?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3154" y="3212237"/>
            <a:ext cx="6170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>
                <a:solidFill>
                  <a:srgbClr val="00B050"/>
                </a:solidFill>
              </a:rPr>
              <a:t>A data set could have 1 mode or 2 modes (bimodal) or no mode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0939" y="3950901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Example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6638" y="3933568"/>
            <a:ext cx="601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Find the mean, median and mode for the following set of data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220362"/>
              </p:ext>
            </p:extLst>
          </p:nvPr>
        </p:nvGraphicFramePr>
        <p:xfrm>
          <a:off x="2941141" y="436510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06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Measures of Centre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differences between the different types of averages.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11" y="2033397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How do I find the mean?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0788" y="2062741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Add all the values together and divide by the number of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175" y="2417113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accent1"/>
                </a:solidFill>
              </a:rPr>
              <a:t>How do I find the median?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2648" y="2463279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>
                <a:solidFill>
                  <a:schemeClr val="accent1"/>
                </a:solidFill>
              </a:rPr>
              <a:t>If there are two middle values add together and divide by two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175" y="3212237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How do I find the mode?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3154" y="3212237"/>
            <a:ext cx="6170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>
                <a:solidFill>
                  <a:srgbClr val="00B050"/>
                </a:solidFill>
              </a:rPr>
              <a:t>A data set could have 1 mode or 2 modes (bimodal) or no mode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0939" y="3950901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Example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6638" y="3933568"/>
            <a:ext cx="601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Find the mean, median and mode for the following set of data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052520"/>
              </p:ext>
            </p:extLst>
          </p:nvPr>
        </p:nvGraphicFramePr>
        <p:xfrm>
          <a:off x="2941141" y="436510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Mean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2+3+3+4+5+7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24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=4</m:t>
                    </m:r>
                  </m:oMath>
                </a14:m>
                <a:r>
                  <a:rPr lang="en-AU" dirty="0"/>
                  <a:t>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blipFill rotWithShape="1">
                <a:blip r:embed="rId2"/>
                <a:stretch>
                  <a:fillRect l="-1584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1230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Measures of Centre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differences between the different types of averages.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11" y="2033397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How do I find the mean?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0788" y="2062741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Add all the values together and divide by the number of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175" y="2417113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accent1"/>
                </a:solidFill>
              </a:rPr>
              <a:t>How do I find the median?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2648" y="2463279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>
                <a:solidFill>
                  <a:schemeClr val="accent1"/>
                </a:solidFill>
              </a:rPr>
              <a:t>If there are two middle values add together and divide by two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175" y="3212237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How do I find the mode?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3154" y="3212237"/>
            <a:ext cx="6170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>
                <a:solidFill>
                  <a:srgbClr val="00B050"/>
                </a:solidFill>
              </a:rPr>
              <a:t>A data set could have 1 mode or 2 modes (bimodal) or no mode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0939" y="3950901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Example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6638" y="3933568"/>
            <a:ext cx="601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Find the mean, median and mode for the following set of data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541408"/>
              </p:ext>
            </p:extLst>
          </p:nvPr>
        </p:nvGraphicFramePr>
        <p:xfrm>
          <a:off x="2941141" y="436510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Mean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2+3+3+4+5+7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24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=4</m:t>
                    </m:r>
                  </m:oMath>
                </a14:m>
                <a:r>
                  <a:rPr lang="en-AU" dirty="0"/>
                  <a:t>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blipFill rotWithShape="1">
                <a:blip r:embed="rId2"/>
                <a:stretch>
                  <a:fillRect l="-1584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040788" y="5548590"/>
            <a:ext cx="1125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70C0"/>
                </a:solidFill>
              </a:rPr>
              <a:t>Median = </a:t>
            </a:r>
          </a:p>
        </p:txBody>
      </p:sp>
    </p:spTree>
    <p:extLst>
      <p:ext uri="{BB962C8B-B14F-4D97-AF65-F5344CB8AC3E}">
        <p14:creationId xmlns:p14="http://schemas.microsoft.com/office/powerpoint/2010/main" val="1115205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Measures of Centre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differences between the different types of averages.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11" y="2033397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How do I find the mean?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0788" y="2062741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Add all the values together and divide by the number of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175" y="2417113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accent1"/>
                </a:solidFill>
              </a:rPr>
              <a:t>How do I find the median?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2648" y="2463279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>
                <a:solidFill>
                  <a:schemeClr val="accent1"/>
                </a:solidFill>
              </a:rPr>
              <a:t>If there are two middle values add together and divide by two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175" y="3212237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How do I find the mode?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3154" y="3212237"/>
            <a:ext cx="6170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>
                <a:solidFill>
                  <a:srgbClr val="00B050"/>
                </a:solidFill>
              </a:rPr>
              <a:t>A data set could have 1 mode or 2 modes (bimodal) or no mode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0939" y="3950901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Example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6638" y="3933568"/>
            <a:ext cx="601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Find the mean, median and mode for the following set of data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288015"/>
              </p:ext>
            </p:extLst>
          </p:nvPr>
        </p:nvGraphicFramePr>
        <p:xfrm>
          <a:off x="2941141" y="436510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Mean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2+3+3+4+5+7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24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=4</m:t>
                    </m:r>
                  </m:oMath>
                </a14:m>
                <a:r>
                  <a:rPr lang="en-AU" dirty="0"/>
                  <a:t>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blipFill rotWithShape="1">
                <a:blip r:embed="rId2"/>
                <a:stretch>
                  <a:fillRect l="-1584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040788" y="5548590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70C0"/>
                </a:solidFill>
              </a:rPr>
              <a:t>Median =  </a:t>
            </a:r>
          </a:p>
        </p:txBody>
      </p:sp>
      <p:sp>
        <p:nvSpPr>
          <p:cNvPr id="8" name="Oval 7"/>
          <p:cNvSpPr/>
          <p:nvPr/>
        </p:nvSpPr>
        <p:spPr>
          <a:xfrm>
            <a:off x="5220072" y="4322466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/>
          <p:cNvSpPr/>
          <p:nvPr/>
        </p:nvSpPr>
        <p:spPr>
          <a:xfrm>
            <a:off x="6228184" y="4325182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508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Measures of Centre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differences between the different types of averages.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11" y="2033397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How do I find the mean?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0788" y="2062741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Add all the values together and divide by the number of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175" y="2417113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accent1"/>
                </a:solidFill>
              </a:rPr>
              <a:t>How do I find the median?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2648" y="2463279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>
                <a:solidFill>
                  <a:schemeClr val="accent1"/>
                </a:solidFill>
              </a:rPr>
              <a:t>If there are two middle values add together and divide by two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175" y="3212237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How do I find the mode?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3154" y="3212237"/>
            <a:ext cx="6170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>
                <a:solidFill>
                  <a:srgbClr val="00B050"/>
                </a:solidFill>
              </a:rPr>
              <a:t>A data set could have 1 mode or 2 modes (bimodal) or no mode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0939" y="3950901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Example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6638" y="3933568"/>
            <a:ext cx="601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Find the mean, median and mode for the following set of data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390018"/>
              </p:ext>
            </p:extLst>
          </p:nvPr>
        </p:nvGraphicFramePr>
        <p:xfrm>
          <a:off x="2941141" y="436510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Mean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2+3+3+4+5+7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24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=4</m:t>
                    </m:r>
                  </m:oMath>
                </a14:m>
                <a:r>
                  <a:rPr lang="en-AU" dirty="0"/>
                  <a:t>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blipFill rotWithShape="1">
                <a:blip r:embed="rId2"/>
                <a:stretch>
                  <a:fillRect l="-1584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40788" y="5548590"/>
                <a:ext cx="2154757" cy="4840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>
                    <a:solidFill>
                      <a:srgbClr val="0070C0"/>
                    </a:solidFill>
                  </a:rPr>
                  <a:t>Median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3+4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</a:rPr>
                      <m:t>=3.5</m:t>
                    </m:r>
                  </m:oMath>
                </a14:m>
                <a:r>
                  <a:rPr lang="en-AU" dirty="0">
                    <a:solidFill>
                      <a:srgbClr val="0070C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0788" y="5548590"/>
                <a:ext cx="2154757" cy="484043"/>
              </a:xfrm>
              <a:prstGeom prst="rect">
                <a:avLst/>
              </a:prstGeom>
              <a:blipFill rotWithShape="1">
                <a:blip r:embed="rId3"/>
                <a:stretch>
                  <a:fillRect l="-2550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/>
          <p:cNvSpPr/>
          <p:nvPr/>
        </p:nvSpPr>
        <p:spPr>
          <a:xfrm>
            <a:off x="5220072" y="4322466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/>
          <p:cNvSpPr/>
          <p:nvPr/>
        </p:nvSpPr>
        <p:spPr>
          <a:xfrm>
            <a:off x="6228184" y="4325182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28983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Measures of Centre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differences between the different types of averages.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11" y="2033397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How do I find the mean?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0788" y="2062741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Add all the values together and divide by the number of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175" y="2417113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accent1"/>
                </a:solidFill>
              </a:rPr>
              <a:t>How do I find the median?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2648" y="2463279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>
                <a:solidFill>
                  <a:schemeClr val="accent1"/>
                </a:solidFill>
              </a:rPr>
              <a:t>If there are two middle values add together and divide by two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175" y="3212237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How do I find the mode?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3154" y="3212237"/>
            <a:ext cx="6170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>
                <a:solidFill>
                  <a:srgbClr val="00B050"/>
                </a:solidFill>
              </a:rPr>
              <a:t>A data set could have 1 mode or 2 modes (bimodal) or no mode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0939" y="3950901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Example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6638" y="3933568"/>
            <a:ext cx="601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Find the mean, median and mode for the following set of data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117699"/>
              </p:ext>
            </p:extLst>
          </p:nvPr>
        </p:nvGraphicFramePr>
        <p:xfrm>
          <a:off x="2941141" y="436510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Mean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2+3+3+4+5+7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24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=4</m:t>
                    </m:r>
                  </m:oMath>
                </a14:m>
                <a:r>
                  <a:rPr lang="en-AU" dirty="0"/>
                  <a:t>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blipFill rotWithShape="1">
                <a:blip r:embed="rId3"/>
                <a:stretch>
                  <a:fillRect l="-1584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40788" y="5548590"/>
                <a:ext cx="4706930" cy="4840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>
                    <a:solidFill>
                      <a:srgbClr val="0070C0"/>
                    </a:solidFill>
                  </a:rPr>
                  <a:t>Median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3+4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</a:rPr>
                      <m:t>=3.5</m:t>
                    </m:r>
                  </m:oMath>
                </a14:m>
                <a:r>
                  <a:rPr lang="en-AU" dirty="0">
                    <a:solidFill>
                      <a:srgbClr val="0070C0"/>
                    </a:solidFill>
                  </a:rPr>
                  <a:t> (halfway between 3 and 4) 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0788" y="5548590"/>
                <a:ext cx="4706930" cy="484043"/>
              </a:xfrm>
              <a:prstGeom prst="rect">
                <a:avLst/>
              </a:prstGeom>
              <a:blipFill rotWithShape="1">
                <a:blip r:embed="rId4"/>
                <a:stretch>
                  <a:fillRect l="-1166" r="-130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/>
          <p:cNvSpPr/>
          <p:nvPr/>
        </p:nvSpPr>
        <p:spPr>
          <a:xfrm>
            <a:off x="5220072" y="4322466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/>
          <p:cNvSpPr/>
          <p:nvPr/>
        </p:nvSpPr>
        <p:spPr>
          <a:xfrm>
            <a:off x="6228184" y="4325182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39539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Measures of Centre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differences between the different types of averages.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11" y="2033397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How do I find the mean?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0788" y="2062741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Add all the values together and divide by the number of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175" y="2417113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accent1"/>
                </a:solidFill>
              </a:rPr>
              <a:t>How do I find the median?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2648" y="2463279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>
                <a:solidFill>
                  <a:schemeClr val="accent1"/>
                </a:solidFill>
              </a:rPr>
              <a:t>If there are two middle values add together and divide by two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175" y="3212237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How do I find the mode?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3154" y="3212237"/>
            <a:ext cx="6170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>
                <a:solidFill>
                  <a:srgbClr val="00B050"/>
                </a:solidFill>
              </a:rPr>
              <a:t>A data set could have 1 mode or 2 modes (bimodal) or no mode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0939" y="3950901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Example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6638" y="3933568"/>
            <a:ext cx="601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Find the mean, median and mode for the following set of data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995358"/>
              </p:ext>
            </p:extLst>
          </p:nvPr>
        </p:nvGraphicFramePr>
        <p:xfrm>
          <a:off x="2941141" y="436510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Mean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2+3+3+4+5+7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24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=4</m:t>
                    </m:r>
                  </m:oMath>
                </a14:m>
                <a:r>
                  <a:rPr lang="en-AU" dirty="0"/>
                  <a:t>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blipFill rotWithShape="1">
                <a:blip r:embed="rId3"/>
                <a:stretch>
                  <a:fillRect l="-1584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40788" y="5548590"/>
                <a:ext cx="4706930" cy="4840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>
                    <a:solidFill>
                      <a:srgbClr val="0070C0"/>
                    </a:solidFill>
                  </a:rPr>
                  <a:t>Median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3+4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</a:rPr>
                      <m:t>=3.5</m:t>
                    </m:r>
                  </m:oMath>
                </a14:m>
                <a:r>
                  <a:rPr lang="en-AU" dirty="0">
                    <a:solidFill>
                      <a:srgbClr val="0070C0"/>
                    </a:solidFill>
                  </a:rPr>
                  <a:t> (halfway between 3 and 4) 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0788" y="5548590"/>
                <a:ext cx="4706930" cy="484043"/>
              </a:xfrm>
              <a:prstGeom prst="rect">
                <a:avLst/>
              </a:prstGeom>
              <a:blipFill rotWithShape="1">
                <a:blip r:embed="rId4"/>
                <a:stretch>
                  <a:fillRect l="-1166" r="-130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/>
          <p:cNvSpPr/>
          <p:nvPr/>
        </p:nvSpPr>
        <p:spPr>
          <a:xfrm>
            <a:off x="5220072" y="4322466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/>
          <p:cNvSpPr/>
          <p:nvPr/>
        </p:nvSpPr>
        <p:spPr>
          <a:xfrm>
            <a:off x="6228184" y="4325182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Box 12"/>
          <p:cNvSpPr txBox="1"/>
          <p:nvPr/>
        </p:nvSpPr>
        <p:spPr>
          <a:xfrm>
            <a:off x="3154707" y="6304002"/>
            <a:ext cx="110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Mode is 3</a:t>
            </a:r>
          </a:p>
        </p:txBody>
      </p:sp>
    </p:spTree>
    <p:extLst>
      <p:ext uri="{BB962C8B-B14F-4D97-AF65-F5344CB8AC3E}">
        <p14:creationId xmlns:p14="http://schemas.microsoft.com/office/powerpoint/2010/main" val="772867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Questions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58E3F5-5007-4D83-AE24-F0416EE2CF57}"/>
              </a:ext>
            </a:extLst>
          </p:cNvPr>
          <p:cNvSpPr txBox="1"/>
          <p:nvPr/>
        </p:nvSpPr>
        <p:spPr>
          <a:xfrm>
            <a:off x="827584" y="1268760"/>
            <a:ext cx="71287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Find mean, median and mode for:</a:t>
            </a:r>
          </a:p>
          <a:p>
            <a:endParaRPr lang="en-GB" dirty="0"/>
          </a:p>
          <a:p>
            <a:r>
              <a:rPr lang="en-GB" sz="2400" dirty="0"/>
              <a:t>                 1  6  9  3  5  9  5 2  5 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1678</TotalTime>
  <Words>1772</Words>
  <Application>Microsoft Office PowerPoint</Application>
  <PresentationFormat>On-screen Show (4:3)</PresentationFormat>
  <Paragraphs>349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Cambria Math</vt:lpstr>
      <vt:lpstr>Office Theme</vt:lpstr>
      <vt:lpstr>My Statistics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jodi wilding</cp:lastModifiedBy>
  <cp:revision>66</cp:revision>
  <dcterms:created xsi:type="dcterms:W3CDTF">2014-05-14T02:58:57Z</dcterms:created>
  <dcterms:modified xsi:type="dcterms:W3CDTF">2021-08-08T12:48:14Z</dcterms:modified>
</cp:coreProperties>
</file>