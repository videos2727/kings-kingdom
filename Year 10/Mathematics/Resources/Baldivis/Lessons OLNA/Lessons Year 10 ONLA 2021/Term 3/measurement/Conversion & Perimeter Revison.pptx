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72" r:id="rId2"/>
    <p:sldId id="270" r:id="rId3"/>
    <p:sldId id="261" r:id="rId4"/>
    <p:sldId id="269" r:id="rId5"/>
    <p:sldId id="273" r:id="rId6"/>
    <p:sldId id="271" r:id="rId7"/>
    <p:sldId id="266" r:id="rId8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8883-BEFD-4F6D-83EC-295F5EFC0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7EC75-4A8C-4B7E-97AC-77BAB7FA0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C939-7EF4-4D41-B400-F2F2C338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3FDEC-4E08-4745-B2E3-CB4F0E20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94F4-4E97-4903-86CC-382AD3B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7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250D-717A-404F-8C6C-38C8D193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D2E12-57C0-42DA-A287-057548AF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9D3EB-30E1-4D3B-AC7D-6B6FEB4B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A7A06-38AF-4926-BE7D-76FAD1CA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1B1F-76D8-4AC6-B287-B0B9FB12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63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60B5-4B66-48F3-985E-35FEDDBB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B4B8-8AAE-4F51-A45D-BD8449B8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6C63-FB40-4AFD-B377-CCB2C5CA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0052-BCFA-408C-B596-F316C1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2071-7068-4F31-A29C-10A99A2A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2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E59D-016D-49C6-BE62-FB1FFDAB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9E4B-A350-41CC-AE6F-41B36A88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410D3-DCF3-4C12-B788-2FC779D79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49265-9C0D-4B44-B657-37B1C63B6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0ADA9-D7F0-4909-A9F0-728445F3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E229A-386A-46AC-83C4-E5D7DC26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99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5EA7-54E4-40B5-B15A-84BBF864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86D3-E3CC-4649-9661-7B93CD7C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DC95F-DFD4-42CB-80AF-F68BE5AE1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B0011-932B-40CE-886E-C69B6C37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C9476-9EE7-4F99-9308-2CC05BD96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7567C-06F4-4A0E-8093-FBA16E6F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456EE-406A-4E4F-8D1A-D829176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60659-0F68-4C09-AA59-61D260F2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1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46D5-3E0F-4E4F-9FE3-D81432E2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CF8D-B1F0-4437-8EE6-239D40A43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C111E-4074-4932-B8D2-556064A1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B0CDB-458E-4CC4-9D0A-DA50C06B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77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7C0FF-EF15-4DA6-8D22-5EEB1554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EDE9B-02B9-4FD7-B1FB-160A31A0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9AA2-FB3D-48D4-B3EA-374829B8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52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EFCD-95BC-4B40-ABD1-EA7FDC06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2B95-CA90-4A6F-87D5-97B86471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98837-EE70-4DDE-A8D0-86D2105C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598E1-88F6-42B0-B2F7-3C821EAA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2049-CDE5-4040-AF89-A77C0A2A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7E52-A6F6-4FEB-882A-F6F3CCC0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C4B5-D212-4D21-A4C6-81134909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090D4-0224-4991-A26A-DCF088A58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A6373-BFAE-4F2B-94DA-73E727050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CDE5-F891-42BD-96E7-7AF878E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F2D0-AA47-4CCB-8BC3-1FFBB4FA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B8933-FE4F-482C-8FAA-9B61E9FA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2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8098-58C8-4B8E-B666-A4A4AE4D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87DE-AA9F-4831-8957-D54E67BE1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02DA-4F82-4462-B7F8-6AEEF583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B4F8-2CF1-4B23-B091-8AE2C472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5983-0C93-4CF4-9AA7-334D976F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6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39158-9A4D-4235-9674-564EDF077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B278B-B2A9-4E9C-9671-04750DCB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9F63-13FD-44B2-A99C-65CBBECE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E633-AA87-4CBB-9CDE-39F44AFE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E907-DA4A-4216-97EE-87C77D83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5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36888-3455-4FEB-905C-B9A309C7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56F58-1126-4420-B0AE-0A32278E2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3952-0D67-4D4D-95BC-B9220DB9C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BB206-D65A-4FA2-9F7B-41CDBE8AB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3AE9-AA71-4A73-B12A-ABB4CB19C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0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3A63-5C7B-4215-962F-3FCB7AE18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Times tables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74483-2169-4926-9975-1578E2D73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Topic: Measurement</a:t>
            </a:r>
          </a:p>
          <a:p>
            <a:r>
              <a:rPr lang="en-GB" dirty="0"/>
              <a:t>EQ: How do I convert units and find perimeter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7174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2309560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convert units and find perimeter?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9727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How do I convert units of length and capacity?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EDCD0E55-EDA3-4203-B6AE-14B11B2B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38371"/>
            <a:ext cx="6541619" cy="40021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5F2247-C66A-449C-A138-A565525100B8}"/>
              </a:ext>
            </a:extLst>
          </p:cNvPr>
          <p:cNvSpPr txBox="1"/>
          <p:nvPr/>
        </p:nvSpPr>
        <p:spPr>
          <a:xfrm>
            <a:off x="9352698" y="1275945"/>
            <a:ext cx="230587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6000m =                   km</a:t>
            </a:r>
          </a:p>
          <a:p>
            <a:r>
              <a:rPr lang="en-GB" dirty="0"/>
              <a:t>14500m =                 km</a:t>
            </a:r>
          </a:p>
          <a:p>
            <a:endParaRPr lang="en-GB" dirty="0"/>
          </a:p>
          <a:p>
            <a:r>
              <a:rPr lang="en-GB" dirty="0"/>
              <a:t>0.9km =                    m</a:t>
            </a:r>
          </a:p>
          <a:p>
            <a:endParaRPr lang="en-GB" dirty="0"/>
          </a:p>
          <a:p>
            <a:r>
              <a:rPr lang="en-GB" dirty="0"/>
              <a:t>200cm =                   m</a:t>
            </a:r>
          </a:p>
          <a:p>
            <a:r>
              <a:rPr lang="en-GB" dirty="0"/>
              <a:t>340cm =                   m</a:t>
            </a:r>
          </a:p>
          <a:p>
            <a:endParaRPr lang="en-GB" dirty="0"/>
          </a:p>
          <a:p>
            <a:r>
              <a:rPr lang="en-GB" dirty="0"/>
              <a:t>1.2m =                     cm</a:t>
            </a:r>
          </a:p>
          <a:p>
            <a:r>
              <a:rPr lang="en-GB" dirty="0"/>
              <a:t>0.8m =                     cm</a:t>
            </a:r>
          </a:p>
          <a:p>
            <a:endParaRPr lang="en-GB" dirty="0"/>
          </a:p>
          <a:p>
            <a:r>
              <a:rPr lang="en-GB" dirty="0"/>
              <a:t>22cm =                    mm</a:t>
            </a:r>
          </a:p>
          <a:p>
            <a:r>
              <a:rPr lang="en-GB" dirty="0"/>
              <a:t>5cm =                      mm</a:t>
            </a:r>
          </a:p>
          <a:p>
            <a:endParaRPr lang="en-GB" dirty="0"/>
          </a:p>
          <a:p>
            <a:r>
              <a:rPr lang="en-GB" dirty="0"/>
              <a:t>70mm =                  cm</a:t>
            </a:r>
          </a:p>
          <a:p>
            <a:r>
              <a:rPr lang="en-GB" dirty="0"/>
              <a:t>105mm =                cm</a:t>
            </a:r>
          </a:p>
          <a:p>
            <a:endParaRPr lang="en-GB" dirty="0"/>
          </a:p>
          <a:p>
            <a:r>
              <a:rPr lang="en-GB" dirty="0"/>
              <a:t>2000mL =               L</a:t>
            </a:r>
          </a:p>
          <a:p>
            <a:r>
              <a:rPr lang="en-GB" dirty="0"/>
              <a:t>1570mL =               L</a:t>
            </a:r>
          </a:p>
          <a:p>
            <a:r>
              <a:rPr lang="en-GB" dirty="0"/>
              <a:t>0.95L =                    ml</a:t>
            </a:r>
          </a:p>
          <a:p>
            <a:endParaRPr lang="en-GB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4D408-BB3D-4750-87CC-711CF80C07FB}"/>
              </a:ext>
            </a:extLst>
          </p:cNvPr>
          <p:cNvSpPr txBox="1"/>
          <p:nvPr/>
        </p:nvSpPr>
        <p:spPr>
          <a:xfrm>
            <a:off x="2796208" y="5698435"/>
            <a:ext cx="254441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ighlight>
                  <a:srgbClr val="FFFF00"/>
                </a:highlight>
              </a:rPr>
              <a:t>1000 ml = 1L</a:t>
            </a:r>
          </a:p>
          <a:p>
            <a:r>
              <a:rPr lang="en-GB" sz="2800" dirty="0">
                <a:highlight>
                  <a:srgbClr val="FFFF00"/>
                </a:highlight>
              </a:rPr>
              <a:t>1000L = 1 </a:t>
            </a:r>
            <a:r>
              <a:rPr lang="en-GB" sz="2800" dirty="0" err="1">
                <a:highlight>
                  <a:srgbClr val="FFFF00"/>
                </a:highlight>
              </a:rPr>
              <a:t>kL</a:t>
            </a:r>
            <a:endParaRPr lang="en-GB" sz="2800" dirty="0">
              <a:highlight>
                <a:srgbClr val="FFFF00"/>
              </a:highlight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015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0 Minute Countdown Timer - Simple Format Ten Minute (1)">
            <a:hlinkClick r:id="" action="ppaction://media"/>
            <a:extLst>
              <a:ext uri="{FF2B5EF4-FFF2-40B4-BE49-F238E27FC236}">
                <a16:creationId xmlns:a16="http://schemas.microsoft.com/office/drawing/2014/main" id="{C5FC881A-6BD2-4F36-AF14-58253A96904C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11700" y="1762125"/>
            <a:ext cx="1733550" cy="1300163"/>
          </a:xfrm>
        </p:spPr>
      </p:pic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CC9AAFEC-9FAF-489B-B331-ABFC7A3A4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14" y="709233"/>
            <a:ext cx="7106642" cy="5439534"/>
          </a:xfrm>
          <a:prstGeom prst="rect">
            <a:avLst/>
          </a:prstGeom>
        </p:spPr>
      </p:pic>
      <p:pic>
        <p:nvPicPr>
          <p:cNvPr id="15" name="Picture 14" descr="Table&#10;&#10;Description automatically generated">
            <a:extLst>
              <a:ext uri="{FF2B5EF4-FFF2-40B4-BE49-F238E27FC236}">
                <a16:creationId xmlns:a16="http://schemas.microsoft.com/office/drawing/2014/main" id="{989200C4-3558-4A8D-A7AC-7031B7C2C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855" y="1054065"/>
            <a:ext cx="3191320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1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2309560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I convert units and find perimeter?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is Perimeter?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C23093C-1A6F-4C49-A1CC-B126718EF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91011" y="1773911"/>
            <a:ext cx="9653261" cy="3611118"/>
          </a:xfrm>
        </p:spPr>
        <p:txBody>
          <a:bodyPr>
            <a:normAutofit/>
          </a:bodyPr>
          <a:lstStyle/>
          <a:p>
            <a:r>
              <a:rPr lang="en-AU" sz="2000" dirty="0"/>
              <a:t>Perimeter is the length around the outside edge of the shape. It is a linear (one dimensional) measurement so the units are always mm, cm, m, km etc.</a:t>
            </a:r>
          </a:p>
          <a:p>
            <a:r>
              <a:rPr lang="en-AU" sz="2000" dirty="0"/>
              <a:t>To determine the perimeter:</a:t>
            </a:r>
          </a:p>
          <a:p>
            <a:pPr lvl="1"/>
            <a:r>
              <a:rPr lang="en-AU" sz="1800" dirty="0"/>
              <a:t>Add up the lengths of each side</a:t>
            </a:r>
          </a:p>
          <a:p>
            <a:pPr lvl="1"/>
            <a:r>
              <a:rPr lang="en-AU" sz="1800" dirty="0"/>
              <a:t>Use an appropriate formula</a:t>
            </a:r>
          </a:p>
          <a:p>
            <a:pPr lvl="1"/>
            <a:r>
              <a:rPr lang="en-AU" sz="1800" dirty="0"/>
              <a:t>Use your knowledge of shapes to help**</a:t>
            </a:r>
          </a:p>
          <a:p>
            <a:pPr marL="457200" lvl="1" indent="0">
              <a:buNone/>
            </a:pPr>
            <a:r>
              <a:rPr lang="en-AU" sz="1800" dirty="0"/>
              <a:t>**Especially for missing dimensions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FCF5E0-0994-40BB-B2B3-1A1A0C10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444" y="3137286"/>
            <a:ext cx="4243184" cy="3353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499A26-BB29-414C-BB67-5255000D520B}"/>
                  </a:ext>
                </a:extLst>
              </p:cNvPr>
              <p:cNvSpPr txBox="1"/>
              <p:nvPr/>
            </p:nvSpPr>
            <p:spPr>
              <a:xfrm>
                <a:off x="2616315" y="5170063"/>
                <a:ext cx="4351074" cy="13786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𝑃𝑒𝑟𝑖𝑚𝑒𝑡𝑒𝑟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AU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𝑃𝑒𝑟𝑖𝑚𝑒𝑡𝑒𝑟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499A26-BB29-414C-BB67-5255000D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315" y="5170063"/>
                <a:ext cx="4351074" cy="1378647"/>
              </a:xfrm>
              <a:prstGeom prst="rect">
                <a:avLst/>
              </a:prstGeom>
              <a:blipFill>
                <a:blip r:embed="rId3"/>
                <a:stretch>
                  <a:fillRect l="-1961" r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0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F7DA2A0D-CC01-4292-BC62-A3053BEC5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9" y="263943"/>
            <a:ext cx="7920928" cy="63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3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1944922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I find the area of rectangles, squares and triangles?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9727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is area?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ACC6E87-E5B9-4D36-8CA0-A0E65D67C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30940" y="1501599"/>
            <a:ext cx="4304221" cy="3526536"/>
          </a:xfrm>
        </p:spPr>
        <p:txBody>
          <a:bodyPr>
            <a:normAutofit/>
          </a:bodyPr>
          <a:lstStyle/>
          <a:p>
            <a:r>
              <a:rPr lang="en-AU" sz="2000" dirty="0"/>
              <a:t>Area is the amount of flat space a 2-dimensional shape takes up. </a:t>
            </a:r>
          </a:p>
          <a:p>
            <a:r>
              <a:rPr lang="en-AU" sz="2000" dirty="0"/>
              <a:t>units, mm</a:t>
            </a:r>
            <a:r>
              <a:rPr lang="en-AU" sz="2000" baseline="30000" dirty="0"/>
              <a:t>2</a:t>
            </a:r>
            <a:r>
              <a:rPr lang="en-AU" sz="2000" dirty="0"/>
              <a:t>, cm</a:t>
            </a:r>
            <a:r>
              <a:rPr lang="en-AU" sz="2000" baseline="30000" dirty="0"/>
              <a:t>2</a:t>
            </a:r>
            <a:r>
              <a:rPr lang="en-AU" sz="2000" dirty="0"/>
              <a:t>, m</a:t>
            </a:r>
            <a:r>
              <a:rPr lang="en-AU" sz="2000" baseline="30000" dirty="0"/>
              <a:t>2</a:t>
            </a:r>
            <a:r>
              <a:rPr lang="en-AU" sz="2000" dirty="0"/>
              <a:t>, km</a:t>
            </a:r>
            <a:r>
              <a:rPr lang="en-AU" sz="2000" baseline="30000" dirty="0"/>
              <a:t>2</a:t>
            </a:r>
            <a:r>
              <a:rPr lang="en-AU" sz="2000" dirty="0"/>
              <a:t> etc.</a:t>
            </a:r>
          </a:p>
          <a:p>
            <a:r>
              <a:rPr lang="en-AU" sz="2000" dirty="0"/>
              <a:t>Determine area using formula</a:t>
            </a:r>
          </a:p>
          <a:p>
            <a:r>
              <a:rPr lang="en-AU" sz="2000" dirty="0"/>
              <a:t>Make sure you know triangles and rectangles (use for squares as well)</a:t>
            </a:r>
          </a:p>
          <a:p>
            <a:r>
              <a:rPr lang="en-AU" sz="2000" dirty="0">
                <a:highlight>
                  <a:srgbClr val="FFFF00"/>
                </a:highlight>
              </a:rPr>
              <a:t>Hint to help remember – a triangle is just half the area of a rectangle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ADACB-C8FF-4EB8-8DF7-863640C5EF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70" b="47117"/>
          <a:stretch/>
        </p:blipFill>
        <p:spPr>
          <a:xfrm>
            <a:off x="6670072" y="1347588"/>
            <a:ext cx="5305073" cy="53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8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E42813-5E32-46CE-A16E-116D3FF43E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38" t="24936" r="39479" b="49172"/>
          <a:stretch/>
        </p:blipFill>
        <p:spPr>
          <a:xfrm>
            <a:off x="331304" y="219170"/>
            <a:ext cx="6617482" cy="4379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065A43-C668-4622-99E4-0264A503BC32}"/>
              </a:ext>
            </a:extLst>
          </p:cNvPr>
          <p:cNvSpPr txBox="1"/>
          <p:nvPr/>
        </p:nvSpPr>
        <p:spPr>
          <a:xfrm>
            <a:off x="6948786" y="2027583"/>
            <a:ext cx="47263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 a square has an area of 25cm squared, what is the length of its sides?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If a rectangle has an area of 48cm squared and one side with length 6cm, what is the length of the other side?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If a triangle has an area of 40cm squared and a height of 5cm, what is the base length of the triangle?</a:t>
            </a:r>
          </a:p>
          <a:p>
            <a:endParaRPr lang="en-GB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12817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47D7542-FA61-477F-9DB3-780558FE82E0}" vid="{06BC9E12-6029-4E00-88E2-4AEC887A1A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558</TotalTime>
  <Words>363</Words>
  <Application>Microsoft Office PowerPoint</Application>
  <PresentationFormat>Widescreen</PresentationFormat>
  <Paragraphs>63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Theme1</vt:lpstr>
      <vt:lpstr>Times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 Mathematics</dc:title>
  <dc:creator>GLASS Samuel [Joseph Banks Secondary College]</dc:creator>
  <cp:lastModifiedBy>jodi wilding</cp:lastModifiedBy>
  <cp:revision>21</cp:revision>
  <cp:lastPrinted>2021-08-21T13:16:53Z</cp:lastPrinted>
  <dcterms:created xsi:type="dcterms:W3CDTF">2020-02-04T00:28:49Z</dcterms:created>
  <dcterms:modified xsi:type="dcterms:W3CDTF">2021-08-21T13:22:35Z</dcterms:modified>
</cp:coreProperties>
</file>