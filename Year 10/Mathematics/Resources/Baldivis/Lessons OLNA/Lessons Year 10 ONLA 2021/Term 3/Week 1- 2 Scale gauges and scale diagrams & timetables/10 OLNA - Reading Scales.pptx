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82" r:id="rId3"/>
    <p:sldId id="283" r:id="rId4"/>
    <p:sldId id="256" r:id="rId5"/>
    <p:sldId id="284" r:id="rId6"/>
    <p:sldId id="285" r:id="rId7"/>
    <p:sldId id="289" r:id="rId8"/>
    <p:sldId id="292" r:id="rId9"/>
    <p:sldId id="291" r:id="rId10"/>
    <p:sldId id="286" r:id="rId11"/>
    <p:sldId id="288" r:id="rId12"/>
    <p:sldId id="290" r:id="rId13"/>
    <p:sldId id="29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74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972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6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5927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330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7008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14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014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208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861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D939-D8F6-4B20-8F05-CE65450F8062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077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ED939-D8F6-4B20-8F05-CE65450F8062}" type="datetimeFigureOut">
              <a:rPr lang="en-AU" smtClean="0"/>
              <a:t>25/07/2021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8884B-1492-4425-9107-49256D4820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807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84655" y="1185627"/>
            <a:ext cx="8678" cy="5672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3597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Reading Scales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645612"/>
              </p:ext>
            </p:extLst>
          </p:nvPr>
        </p:nvGraphicFramePr>
        <p:xfrm>
          <a:off x="75334" y="664438"/>
          <a:ext cx="10177030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how do we read different scales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4BC5F28-C43B-4E63-83F6-67277F09F271}"/>
              </a:ext>
            </a:extLst>
          </p:cNvPr>
          <p:cNvSpPr txBox="1"/>
          <p:nvPr/>
        </p:nvSpPr>
        <p:spPr>
          <a:xfrm>
            <a:off x="3114261" y="2160104"/>
            <a:ext cx="75277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Times tables Starter!</a:t>
            </a:r>
          </a:p>
          <a:p>
            <a:endParaRPr lang="en-GB" sz="4400" dirty="0"/>
          </a:p>
          <a:p>
            <a:r>
              <a:rPr lang="en-GB" sz="4400" dirty="0"/>
              <a:t>10 x 10 grid</a:t>
            </a:r>
            <a:endParaRPr lang="en-AU" sz="4400" dirty="0"/>
          </a:p>
        </p:txBody>
      </p:sp>
    </p:spTree>
    <p:extLst>
      <p:ext uri="{BB962C8B-B14F-4D97-AF65-F5344CB8AC3E}">
        <p14:creationId xmlns:p14="http://schemas.microsoft.com/office/powerpoint/2010/main" val="1456850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3597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Reading Scales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230826"/>
              </p:ext>
            </p:extLst>
          </p:nvPr>
        </p:nvGraphicFramePr>
        <p:xfrm>
          <a:off x="75334" y="664438"/>
          <a:ext cx="10177030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how do we read different scales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5FFE51-08DB-4180-9295-E1E2D5AB0E01}"/>
              </a:ext>
            </a:extLst>
          </p:cNvPr>
          <p:cNvCxnSpPr>
            <a:cxnSpLocks/>
          </p:cNvCxnSpPr>
          <p:nvPr/>
        </p:nvCxnSpPr>
        <p:spPr>
          <a:xfrm>
            <a:off x="2720772" y="1177615"/>
            <a:ext cx="0" cy="5411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637A7DA-8039-43B4-A280-F35297747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4" y="2324626"/>
            <a:ext cx="11909327" cy="11043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F7C489-EFDB-4580-B20B-9226F644DD77}"/>
              </a:ext>
            </a:extLst>
          </p:cNvPr>
          <p:cNvSpPr txBox="1"/>
          <p:nvPr/>
        </p:nvSpPr>
        <p:spPr>
          <a:xfrm>
            <a:off x="75334" y="1444487"/>
            <a:ext cx="237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an interval?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4A860E-5BFE-4C65-A106-E37BF851A4E2}"/>
              </a:ext>
            </a:extLst>
          </p:cNvPr>
          <p:cNvSpPr txBox="1"/>
          <p:nvPr/>
        </p:nvSpPr>
        <p:spPr>
          <a:xfrm>
            <a:off x="2941983" y="1444487"/>
            <a:ext cx="8176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space between the adjacent markers on a scale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A589E7-50D4-4A89-9A3D-9707DEF12E9D}"/>
              </a:ext>
            </a:extLst>
          </p:cNvPr>
          <p:cNvSpPr txBox="1"/>
          <p:nvPr/>
        </p:nvSpPr>
        <p:spPr>
          <a:xfrm>
            <a:off x="75333" y="4015409"/>
            <a:ext cx="2539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Find out how much each interval is worth above.  </a:t>
            </a:r>
            <a:r>
              <a:rPr lang="en-GB" dirty="0">
                <a:highlight>
                  <a:srgbClr val="FFFF00"/>
                </a:highlight>
              </a:rPr>
              <a:t>How did you work it out?</a:t>
            </a:r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8403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3597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Reading Scales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737418"/>
              </p:ext>
            </p:extLst>
          </p:nvPr>
        </p:nvGraphicFramePr>
        <p:xfrm>
          <a:off x="75334" y="664438"/>
          <a:ext cx="10177030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how do we ready different scales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5FFE51-08DB-4180-9295-E1E2D5AB0E01}"/>
              </a:ext>
            </a:extLst>
          </p:cNvPr>
          <p:cNvCxnSpPr>
            <a:cxnSpLocks/>
          </p:cNvCxnSpPr>
          <p:nvPr/>
        </p:nvCxnSpPr>
        <p:spPr>
          <a:xfrm>
            <a:off x="2720772" y="1177615"/>
            <a:ext cx="0" cy="5411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DF69B39-ADD5-4CE9-B71F-C2BDC7CC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57" y="1318918"/>
            <a:ext cx="10063007" cy="555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D9373F-EC52-494D-9110-2B39DE6F2B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90" t="36940" r="38903" b="26752"/>
          <a:stretch/>
        </p:blipFill>
        <p:spPr>
          <a:xfrm rot="5400000">
            <a:off x="2450639" y="230252"/>
            <a:ext cx="6831175" cy="63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46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3597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Reading Scales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48880"/>
              </p:ext>
            </p:extLst>
          </p:nvPr>
        </p:nvGraphicFramePr>
        <p:xfrm>
          <a:off x="75334" y="664438"/>
          <a:ext cx="10177030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how do we read different scales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5FFE51-08DB-4180-9295-E1E2D5AB0E01}"/>
              </a:ext>
            </a:extLst>
          </p:cNvPr>
          <p:cNvCxnSpPr>
            <a:cxnSpLocks/>
          </p:cNvCxnSpPr>
          <p:nvPr/>
        </p:nvCxnSpPr>
        <p:spPr>
          <a:xfrm>
            <a:off x="2720772" y="1177615"/>
            <a:ext cx="0" cy="5411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7321FC0-E4EB-4FCB-820F-C3BDAC042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89" y="1253003"/>
            <a:ext cx="10620260" cy="53165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069CD7-A8FE-4EB9-9947-BBB92900C1D8}"/>
              </a:ext>
            </a:extLst>
          </p:cNvPr>
          <p:cNvSpPr txBox="1"/>
          <p:nvPr/>
        </p:nvSpPr>
        <p:spPr>
          <a:xfrm>
            <a:off x="75333" y="2504661"/>
            <a:ext cx="16739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Let’s do problem 1 together</a:t>
            </a:r>
          </a:p>
          <a:p>
            <a:endParaRPr lang="en-GB" dirty="0"/>
          </a:p>
          <a:p>
            <a:r>
              <a:rPr lang="en-GB" dirty="0">
                <a:highlight>
                  <a:srgbClr val="00FF00"/>
                </a:highlight>
              </a:rPr>
              <a:t>Then do 2-10 independently</a:t>
            </a:r>
          </a:p>
          <a:p>
            <a:r>
              <a:rPr lang="en-GB" dirty="0">
                <a:highlight>
                  <a:srgbClr val="00FF00"/>
                </a:highlight>
              </a:rPr>
              <a:t>(worksheet)</a:t>
            </a:r>
            <a:endParaRPr lang="en-AU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6856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3597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Reading Scales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168259"/>
              </p:ext>
            </p:extLst>
          </p:nvPr>
        </p:nvGraphicFramePr>
        <p:xfrm>
          <a:off x="75334" y="664438"/>
          <a:ext cx="10177030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how do we read different scales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5FFE51-08DB-4180-9295-E1E2D5AB0E01}"/>
              </a:ext>
            </a:extLst>
          </p:cNvPr>
          <p:cNvCxnSpPr>
            <a:cxnSpLocks/>
          </p:cNvCxnSpPr>
          <p:nvPr/>
        </p:nvCxnSpPr>
        <p:spPr>
          <a:xfrm>
            <a:off x="2720772" y="1177615"/>
            <a:ext cx="0" cy="5411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A131A8C-AEE4-4933-921F-A72D88E49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107" y="1211846"/>
            <a:ext cx="8772090" cy="564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21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3597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Reading Scales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038335"/>
              </p:ext>
            </p:extLst>
          </p:nvPr>
        </p:nvGraphicFramePr>
        <p:xfrm>
          <a:off x="75334" y="664438"/>
          <a:ext cx="10177030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how do we read different scales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5FFE51-08DB-4180-9295-E1E2D5AB0E01}"/>
              </a:ext>
            </a:extLst>
          </p:cNvPr>
          <p:cNvCxnSpPr>
            <a:cxnSpLocks/>
          </p:cNvCxnSpPr>
          <p:nvPr/>
        </p:nvCxnSpPr>
        <p:spPr>
          <a:xfrm>
            <a:off x="2840042" y="1286860"/>
            <a:ext cx="0" cy="5411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7DFBBA4-5807-4006-878E-DE4A87909D6A}"/>
              </a:ext>
            </a:extLst>
          </p:cNvPr>
          <p:cNvSpPr txBox="1"/>
          <p:nvPr/>
        </p:nvSpPr>
        <p:spPr>
          <a:xfrm>
            <a:off x="165185" y="1358754"/>
            <a:ext cx="2539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read an electricity  meter?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F5B9E7-3E9D-4913-8E0D-E2A3AEB6F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865" y="1286860"/>
            <a:ext cx="5494847" cy="3908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B96653-EA05-4AC5-A5AD-6F7521902ADE}"/>
              </a:ext>
            </a:extLst>
          </p:cNvPr>
          <p:cNvSpPr txBox="1"/>
          <p:nvPr/>
        </p:nvSpPr>
        <p:spPr>
          <a:xfrm>
            <a:off x="3193774" y="5393635"/>
            <a:ext cx="7991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GB" dirty="0"/>
              <a:t>The needle represents the smallest of the two numbers it is between</a:t>
            </a:r>
          </a:p>
          <a:p>
            <a:pPr marL="342900" indent="-342900">
              <a:buAutoNum type="arabicParenR"/>
            </a:pPr>
            <a:r>
              <a:rPr lang="en-GB" dirty="0"/>
              <a:t>If the needle is between 9 and 0, 9 is the smallest number (zero = 10)</a:t>
            </a:r>
          </a:p>
          <a:p>
            <a:pPr marL="342900" indent="-342900">
              <a:buAutoNum type="arabicParenR"/>
            </a:pPr>
            <a:r>
              <a:rPr lang="en-GB" dirty="0"/>
              <a:t>But if the needle is between 0 and 1, 0 is the smallest number (zero = 0)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7706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3597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Reading Scales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334" y="664438"/>
          <a:ext cx="10177030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how do we read different scales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5FFE51-08DB-4180-9295-E1E2D5AB0E01}"/>
              </a:ext>
            </a:extLst>
          </p:cNvPr>
          <p:cNvCxnSpPr>
            <a:cxnSpLocks/>
          </p:cNvCxnSpPr>
          <p:nvPr/>
        </p:nvCxnSpPr>
        <p:spPr>
          <a:xfrm>
            <a:off x="2840042" y="1286860"/>
            <a:ext cx="0" cy="5411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7DFBBA4-5807-4006-878E-DE4A87909D6A}"/>
              </a:ext>
            </a:extLst>
          </p:cNvPr>
          <p:cNvSpPr txBox="1"/>
          <p:nvPr/>
        </p:nvSpPr>
        <p:spPr>
          <a:xfrm>
            <a:off x="165185" y="1358754"/>
            <a:ext cx="2539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read a water meter?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B96653-EA05-4AC5-A5AD-6F7521902ADE}"/>
              </a:ext>
            </a:extLst>
          </p:cNvPr>
          <p:cNvSpPr txBox="1"/>
          <p:nvPr/>
        </p:nvSpPr>
        <p:spPr>
          <a:xfrm>
            <a:off x="3114261" y="3816626"/>
            <a:ext cx="7991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Water meter is in </a:t>
            </a:r>
            <a:r>
              <a:rPr lang="en-GB" dirty="0" err="1"/>
              <a:t>kL</a:t>
            </a:r>
            <a:r>
              <a:rPr lang="en-GB" dirty="0"/>
              <a:t> (kilolitres)</a:t>
            </a:r>
          </a:p>
          <a:p>
            <a:pPr marL="285750" indent="-285750">
              <a:buFontTx/>
              <a:buChar char="-"/>
            </a:pPr>
            <a:r>
              <a:rPr lang="en-GB" dirty="0"/>
              <a:t>Red digits are the decimal places</a:t>
            </a:r>
          </a:p>
          <a:p>
            <a:pPr marL="285750" indent="-285750">
              <a:buFontTx/>
              <a:buChar char="-"/>
            </a:pPr>
            <a:r>
              <a:rPr lang="en-GB" dirty="0"/>
              <a:t>To find water usage the before reading is subtracted from the after reading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479590-7423-42B5-8593-42E65C795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165" y="1547414"/>
            <a:ext cx="4950387" cy="173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1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3597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Reading Scales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334" y="664438"/>
          <a:ext cx="10177030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how do we read different scales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5FFE51-08DB-4180-9295-E1E2D5AB0E01}"/>
              </a:ext>
            </a:extLst>
          </p:cNvPr>
          <p:cNvCxnSpPr>
            <a:cxnSpLocks/>
          </p:cNvCxnSpPr>
          <p:nvPr/>
        </p:nvCxnSpPr>
        <p:spPr>
          <a:xfrm>
            <a:off x="2840042" y="1286860"/>
            <a:ext cx="0" cy="5411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4D7398C-78BF-4CCE-8FD0-4E364ADB6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37" y="1886201"/>
            <a:ext cx="11232866" cy="2966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446FC2-0CD3-4A6E-A26B-B0EB25046380}"/>
              </a:ext>
            </a:extLst>
          </p:cNvPr>
          <p:cNvSpPr txBox="1"/>
          <p:nvPr/>
        </p:nvSpPr>
        <p:spPr>
          <a:xfrm>
            <a:off x="255036" y="1286860"/>
            <a:ext cx="406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00FF00"/>
                </a:highlight>
              </a:rPr>
              <a:t>Let’s do these from worksheet together</a:t>
            </a:r>
            <a:endParaRPr lang="en-AU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41477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3597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Reading Scales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95599"/>
              </p:ext>
            </p:extLst>
          </p:nvPr>
        </p:nvGraphicFramePr>
        <p:xfrm>
          <a:off x="75334" y="664438"/>
          <a:ext cx="10177030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how do we read different scales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5FFE51-08DB-4180-9295-E1E2D5AB0E01}"/>
              </a:ext>
            </a:extLst>
          </p:cNvPr>
          <p:cNvCxnSpPr>
            <a:cxnSpLocks/>
          </p:cNvCxnSpPr>
          <p:nvPr/>
        </p:nvCxnSpPr>
        <p:spPr>
          <a:xfrm>
            <a:off x="2720772" y="1177615"/>
            <a:ext cx="0" cy="5411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7DFBBA4-5807-4006-878E-DE4A87909D6A}"/>
              </a:ext>
            </a:extLst>
          </p:cNvPr>
          <p:cNvSpPr txBox="1"/>
          <p:nvPr/>
        </p:nvSpPr>
        <p:spPr>
          <a:xfrm>
            <a:off x="75334" y="1470991"/>
            <a:ext cx="233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measure using a ruler?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B5AE0-CD7C-4647-8BE5-E741656F11DD}"/>
              </a:ext>
            </a:extLst>
          </p:cNvPr>
          <p:cNvSpPr txBox="1"/>
          <p:nvPr/>
        </p:nvSpPr>
        <p:spPr>
          <a:xfrm>
            <a:off x="2870625" y="1177615"/>
            <a:ext cx="93213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Rulers have both cm and mm on them, so you use the one that is asked for.</a:t>
            </a:r>
          </a:p>
          <a:p>
            <a:r>
              <a:rPr lang="en-GB" dirty="0"/>
              <a:t>To convert there is 10mm in 1cm.</a:t>
            </a:r>
          </a:p>
          <a:p>
            <a:endParaRPr lang="en-GB" dirty="0"/>
          </a:p>
          <a:p>
            <a:r>
              <a:rPr lang="en-GB" dirty="0"/>
              <a:t>How many mm in 2cm?</a:t>
            </a:r>
          </a:p>
          <a:p>
            <a:r>
              <a:rPr lang="en-GB" dirty="0"/>
              <a:t>How many mm in 12cm?</a:t>
            </a:r>
          </a:p>
          <a:p>
            <a:r>
              <a:rPr lang="en-GB" dirty="0"/>
              <a:t>How many mm in 4.6cm?</a:t>
            </a:r>
          </a:p>
          <a:p>
            <a:r>
              <a:rPr lang="en-GB" dirty="0"/>
              <a:t>How many mm in 14.3cm?</a:t>
            </a:r>
          </a:p>
          <a:p>
            <a:r>
              <a:rPr lang="en-GB" dirty="0"/>
              <a:t>How many cm in 50mm?</a:t>
            </a:r>
          </a:p>
          <a:p>
            <a:r>
              <a:rPr lang="en-GB" dirty="0"/>
              <a:t>How many cm in 110mm?</a:t>
            </a:r>
          </a:p>
          <a:p>
            <a:r>
              <a:rPr lang="en-GB" dirty="0"/>
              <a:t>How many cm in 67mm?</a:t>
            </a:r>
          </a:p>
          <a:p>
            <a:r>
              <a:rPr lang="en-GB" dirty="0"/>
              <a:t>How many cm in 157mm?</a:t>
            </a:r>
          </a:p>
          <a:p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D42469-36BA-42EB-A66E-24D76B04D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772" y="4402628"/>
            <a:ext cx="8294849" cy="35818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CBAAB0-1273-4AD8-A9B7-7CE1BC8B1AC1}"/>
              </a:ext>
            </a:extLst>
          </p:cNvPr>
          <p:cNvSpPr txBox="1"/>
          <p:nvPr/>
        </p:nvSpPr>
        <p:spPr>
          <a:xfrm>
            <a:off x="75334" y="4593935"/>
            <a:ext cx="24955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00FF00"/>
                </a:highlight>
              </a:rPr>
              <a:t>Get a ruler and do the worksheet, note what the instructions say at the top of the columns</a:t>
            </a:r>
            <a:endParaRPr lang="en-AU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69683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3597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Reading Scales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10265"/>
              </p:ext>
            </p:extLst>
          </p:nvPr>
        </p:nvGraphicFramePr>
        <p:xfrm>
          <a:off x="75334" y="664438"/>
          <a:ext cx="10177030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how do we read different scales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5FFE51-08DB-4180-9295-E1E2D5AB0E01}"/>
              </a:ext>
            </a:extLst>
          </p:cNvPr>
          <p:cNvCxnSpPr>
            <a:cxnSpLocks/>
          </p:cNvCxnSpPr>
          <p:nvPr/>
        </p:nvCxnSpPr>
        <p:spPr>
          <a:xfrm>
            <a:off x="3396633" y="1286860"/>
            <a:ext cx="0" cy="5411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7DFBBA4-5807-4006-878E-DE4A87909D6A}"/>
              </a:ext>
            </a:extLst>
          </p:cNvPr>
          <p:cNvSpPr txBox="1"/>
          <p:nvPr/>
        </p:nvSpPr>
        <p:spPr>
          <a:xfrm>
            <a:off x="512655" y="1286860"/>
            <a:ext cx="2539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each interval worth on the weight scale shown?</a:t>
            </a: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8936A9-62BA-4805-A815-345BBB6EC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4" y="2408825"/>
            <a:ext cx="3197115" cy="31672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11E70E-1E22-4248-A8D0-DD68661B1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623" y="2395393"/>
            <a:ext cx="3385312" cy="32942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C114D3-038B-4FCE-8F8C-E5C699299F00}"/>
              </a:ext>
            </a:extLst>
          </p:cNvPr>
          <p:cNvSpPr txBox="1"/>
          <p:nvPr/>
        </p:nvSpPr>
        <p:spPr>
          <a:xfrm>
            <a:off x="3988904" y="1286860"/>
            <a:ext cx="2994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the weight shown in the scale? (red pointer)</a:t>
            </a:r>
            <a:endParaRPr lang="en-A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5B1E37-F156-4472-AAD3-959C370BFB37}"/>
              </a:ext>
            </a:extLst>
          </p:cNvPr>
          <p:cNvCxnSpPr>
            <a:cxnSpLocks/>
          </p:cNvCxnSpPr>
          <p:nvPr/>
        </p:nvCxnSpPr>
        <p:spPr>
          <a:xfrm>
            <a:off x="7498181" y="1223975"/>
            <a:ext cx="0" cy="5411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F8E53E31-D199-4810-939A-397B0FE0A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860" y="1929878"/>
            <a:ext cx="3390113" cy="37408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676E674-218F-4CF8-B67F-FA9E5DA7D35E}"/>
              </a:ext>
            </a:extLst>
          </p:cNvPr>
          <p:cNvSpPr txBox="1"/>
          <p:nvPr/>
        </p:nvSpPr>
        <p:spPr>
          <a:xfrm>
            <a:off x="7842711" y="1286860"/>
            <a:ext cx="3587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Where would the pointer go to show: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0CFD29-6F7D-416F-9887-2C6A53465A7C}"/>
              </a:ext>
            </a:extLst>
          </p:cNvPr>
          <p:cNvSpPr txBox="1"/>
          <p:nvPr/>
        </p:nvSpPr>
        <p:spPr>
          <a:xfrm>
            <a:off x="2994994" y="6337732"/>
            <a:ext cx="718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00FF00"/>
                </a:highlight>
              </a:rPr>
              <a:t>Now do the worksheet on reading weight scales </a:t>
            </a:r>
            <a:r>
              <a:rPr lang="en-GB" dirty="0">
                <a:highlight>
                  <a:srgbClr val="00FF00"/>
                </a:highlight>
                <a:sym typeface="Wingdings" panose="05000000000000000000" pitchFamily="2" charset="2"/>
              </a:rPr>
              <a:t></a:t>
            </a:r>
            <a:endParaRPr lang="en-AU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95140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3597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Reading Scales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353896"/>
              </p:ext>
            </p:extLst>
          </p:nvPr>
        </p:nvGraphicFramePr>
        <p:xfrm>
          <a:off x="75334" y="664438"/>
          <a:ext cx="10177030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how do we read different scales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5FFE51-08DB-4180-9295-E1E2D5AB0E01}"/>
              </a:ext>
            </a:extLst>
          </p:cNvPr>
          <p:cNvCxnSpPr>
            <a:cxnSpLocks/>
          </p:cNvCxnSpPr>
          <p:nvPr/>
        </p:nvCxnSpPr>
        <p:spPr>
          <a:xfrm>
            <a:off x="2840042" y="1286860"/>
            <a:ext cx="0" cy="5411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7DFBBA4-5807-4006-878E-DE4A87909D6A}"/>
              </a:ext>
            </a:extLst>
          </p:cNvPr>
          <p:cNvSpPr txBox="1"/>
          <p:nvPr/>
        </p:nvSpPr>
        <p:spPr>
          <a:xfrm>
            <a:off x="165185" y="1358754"/>
            <a:ext cx="2539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read a fuel gauge?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B96653-EA05-4AC5-A5AD-6F7521902ADE}"/>
              </a:ext>
            </a:extLst>
          </p:cNvPr>
          <p:cNvSpPr txBox="1"/>
          <p:nvPr/>
        </p:nvSpPr>
        <p:spPr>
          <a:xfrm>
            <a:off x="6932581" y="1915612"/>
            <a:ext cx="50942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Fuel gauge indicates how much fuel in car</a:t>
            </a:r>
          </a:p>
          <a:p>
            <a:pPr marL="285750" indent="-285750">
              <a:buFontTx/>
              <a:buChar char="-"/>
            </a:pPr>
            <a:r>
              <a:rPr lang="en-GB" dirty="0"/>
              <a:t>Usually shows ¼, ½, 3/4, empty and full</a:t>
            </a:r>
          </a:p>
          <a:p>
            <a:pPr marL="285750" indent="-285750">
              <a:buFontTx/>
              <a:buChar char="-"/>
            </a:pPr>
            <a:r>
              <a:rPr lang="en-GB" dirty="0"/>
              <a:t>To read between these we use ‘eighths’, but these aren’t usually seen on your gauge</a:t>
            </a:r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034D40-C184-4525-BC36-C88F0BEBE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451" y="1358754"/>
            <a:ext cx="3957130" cy="40226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D43D70-36FC-42F2-969C-544848A30AA5}"/>
              </a:ext>
            </a:extLst>
          </p:cNvPr>
          <p:cNvSpPr txBox="1"/>
          <p:nvPr/>
        </p:nvSpPr>
        <p:spPr>
          <a:xfrm>
            <a:off x="6932581" y="3882887"/>
            <a:ext cx="5153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Often we look at this to decide when to stop for fuel and mentally calculate how many km left</a:t>
            </a:r>
          </a:p>
          <a:p>
            <a:endParaRPr lang="en-GB" dirty="0"/>
          </a:p>
          <a:p>
            <a:r>
              <a:rPr lang="en-GB" dirty="0"/>
              <a:t>Newer cars can actually tell you this!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441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23597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Reading Scales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334" y="664438"/>
          <a:ext cx="10177030" cy="503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503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how do we read different scales</a:t>
                      </a:r>
                      <a:r>
                        <a:rPr lang="en-AU" sz="2400" b="0" baseline="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5FFE51-08DB-4180-9295-E1E2D5AB0E01}"/>
              </a:ext>
            </a:extLst>
          </p:cNvPr>
          <p:cNvCxnSpPr>
            <a:cxnSpLocks/>
          </p:cNvCxnSpPr>
          <p:nvPr/>
        </p:nvCxnSpPr>
        <p:spPr>
          <a:xfrm>
            <a:off x="2840042" y="1286860"/>
            <a:ext cx="0" cy="5411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C0CCA58-503F-4A26-A290-0A8A00250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1" y="1681920"/>
            <a:ext cx="10831437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239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2815</TotalTime>
  <Words>519</Words>
  <Application>Microsoft Office PowerPoint</Application>
  <PresentationFormat>Widescreen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jodi wilding</cp:lastModifiedBy>
  <cp:revision>39</cp:revision>
  <dcterms:created xsi:type="dcterms:W3CDTF">2020-04-06T03:13:32Z</dcterms:created>
  <dcterms:modified xsi:type="dcterms:W3CDTF">2021-07-26T11:36:18Z</dcterms:modified>
</cp:coreProperties>
</file>