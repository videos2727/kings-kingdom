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</p:sldMasterIdLst>
  <p:notesMasterIdLst>
    <p:notesMasterId r:id="rId6"/>
  </p:notesMasterIdLst>
  <p:handoutMasterIdLst>
    <p:handoutMasterId r:id="rId7"/>
  </p:handoutMasterIdLst>
  <p:sldIdLst>
    <p:sldId id="258" r:id="rId2"/>
    <p:sldId id="287" r:id="rId3"/>
    <p:sldId id="293" r:id="rId4"/>
    <p:sldId id="292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66FF33"/>
    <a:srgbClr val="3333FF"/>
    <a:srgbClr val="FF0066"/>
    <a:srgbClr val="FCFCFC"/>
    <a:srgbClr val="1F7B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CFD196-8689-4BCC-BB1F-7E38FB3D85B7}" v="12" dt="2019-08-07T02:32:00.474"/>
  </p1510:revLst>
</p1510:revInfo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56" y="2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UMMING Mitchell [Baldivis Secondary College]" userId="6a5f9c56-f125-4db9-9fa6-885c27b61951" providerId="ADAL" clId="{2DCFD196-8689-4BCC-BB1F-7E38FB3D85B7}"/>
    <pc:docChg chg="undo custSel addSld delSld modSld sldOrd">
      <pc:chgData name="CUMMING Mitchell [Baldivis Secondary College]" userId="6a5f9c56-f125-4db9-9fa6-885c27b61951" providerId="ADAL" clId="{2DCFD196-8689-4BCC-BB1F-7E38FB3D85B7}" dt="2019-08-07T02:32:00.437" v="224"/>
      <pc:docMkLst>
        <pc:docMk/>
      </pc:docMkLst>
      <pc:sldChg chg="add del">
        <pc:chgData name="CUMMING Mitchell [Baldivis Secondary College]" userId="6a5f9c56-f125-4db9-9fa6-885c27b61951" providerId="ADAL" clId="{2DCFD196-8689-4BCC-BB1F-7E38FB3D85B7}" dt="2019-08-07T02:31:53.418" v="222" actId="2696"/>
        <pc:sldMkLst>
          <pc:docMk/>
          <pc:sldMk cId="1732698309" sldId="258"/>
        </pc:sldMkLst>
      </pc:sldChg>
      <pc:sldChg chg="del">
        <pc:chgData name="CUMMING Mitchell [Baldivis Secondary College]" userId="6a5f9c56-f125-4db9-9fa6-885c27b61951" providerId="ADAL" clId="{2DCFD196-8689-4BCC-BB1F-7E38FB3D85B7}" dt="2019-08-07T02:25:47.970" v="10" actId="2696"/>
        <pc:sldMkLst>
          <pc:docMk/>
          <pc:sldMk cId="3868531298" sldId="285"/>
        </pc:sldMkLst>
      </pc:sldChg>
      <pc:sldChg chg="del">
        <pc:chgData name="CUMMING Mitchell [Baldivis Secondary College]" userId="6a5f9c56-f125-4db9-9fa6-885c27b61951" providerId="ADAL" clId="{2DCFD196-8689-4BCC-BB1F-7E38FB3D85B7}" dt="2019-08-07T02:26:08.525" v="12" actId="2696"/>
        <pc:sldMkLst>
          <pc:docMk/>
          <pc:sldMk cId="147385150" sldId="286"/>
        </pc:sldMkLst>
      </pc:sldChg>
      <pc:sldChg chg="modSp add del">
        <pc:chgData name="CUMMING Mitchell [Baldivis Secondary College]" userId="6a5f9c56-f125-4db9-9fa6-885c27b61951" providerId="ADAL" clId="{2DCFD196-8689-4BCC-BB1F-7E38FB3D85B7}" dt="2019-08-07T02:31:53.416" v="221" actId="2696"/>
        <pc:sldMkLst>
          <pc:docMk/>
          <pc:sldMk cId="3987061169" sldId="287"/>
        </pc:sldMkLst>
        <pc:spChg chg="mod">
          <ac:chgData name="CUMMING Mitchell [Baldivis Secondary College]" userId="6a5f9c56-f125-4db9-9fa6-885c27b61951" providerId="ADAL" clId="{2DCFD196-8689-4BCC-BB1F-7E38FB3D85B7}" dt="2019-08-07T02:26:27.773" v="16" actId="6549"/>
          <ac:spMkLst>
            <pc:docMk/>
            <pc:sldMk cId="3987061169" sldId="287"/>
            <ac:spMk id="3" creationId="{00000000-0000-0000-0000-000000000000}"/>
          </ac:spMkLst>
        </pc:spChg>
      </pc:sldChg>
      <pc:sldChg chg="add del">
        <pc:chgData name="CUMMING Mitchell [Baldivis Secondary College]" userId="6a5f9c56-f125-4db9-9fa6-885c27b61951" providerId="ADAL" clId="{2DCFD196-8689-4BCC-BB1F-7E38FB3D85B7}" dt="2019-08-07T02:26:30.750" v="17" actId="2696"/>
        <pc:sldMkLst>
          <pc:docMk/>
          <pc:sldMk cId="3002865760" sldId="288"/>
        </pc:sldMkLst>
      </pc:sldChg>
      <pc:sldChg chg="add del">
        <pc:chgData name="CUMMING Mitchell [Baldivis Secondary College]" userId="6a5f9c56-f125-4db9-9fa6-885c27b61951" providerId="ADAL" clId="{2DCFD196-8689-4BCC-BB1F-7E38FB3D85B7}" dt="2019-08-07T02:25:58.062" v="11" actId="2696"/>
        <pc:sldMkLst>
          <pc:docMk/>
          <pc:sldMk cId="2610073814" sldId="289"/>
        </pc:sldMkLst>
      </pc:sldChg>
      <pc:sldChg chg="add del">
        <pc:chgData name="CUMMING Mitchell [Baldivis Secondary College]" userId="6a5f9c56-f125-4db9-9fa6-885c27b61951" providerId="ADAL" clId="{2DCFD196-8689-4BCC-BB1F-7E38FB3D85B7}" dt="2019-08-07T02:26:34.078" v="18" actId="2696"/>
        <pc:sldMkLst>
          <pc:docMk/>
          <pc:sldMk cId="1369955741" sldId="290"/>
        </pc:sldMkLst>
      </pc:sldChg>
      <pc:sldChg chg="add del ord">
        <pc:chgData name="CUMMING Mitchell [Baldivis Secondary College]" userId="6a5f9c56-f125-4db9-9fa6-885c27b61951" providerId="ADAL" clId="{2DCFD196-8689-4BCC-BB1F-7E38FB3D85B7}" dt="2019-08-07T02:26:22.600" v="14" actId="2696"/>
        <pc:sldMkLst>
          <pc:docMk/>
          <pc:sldMk cId="4007432787" sldId="291"/>
        </pc:sldMkLst>
      </pc:sldChg>
      <pc:sldChg chg="modSp add del">
        <pc:chgData name="CUMMING Mitchell [Baldivis Secondary College]" userId="6a5f9c56-f125-4db9-9fa6-885c27b61951" providerId="ADAL" clId="{2DCFD196-8689-4BCC-BB1F-7E38FB3D85B7}" dt="2019-08-07T02:31:53.414" v="219" actId="2696"/>
        <pc:sldMkLst>
          <pc:docMk/>
          <pc:sldMk cId="571107606" sldId="292"/>
        </pc:sldMkLst>
        <pc:graphicFrameChg chg="mod modGraphic">
          <ac:chgData name="CUMMING Mitchell [Baldivis Secondary College]" userId="6a5f9c56-f125-4db9-9fa6-885c27b61951" providerId="ADAL" clId="{2DCFD196-8689-4BCC-BB1F-7E38FB3D85B7}" dt="2019-08-07T02:31:31.188" v="212" actId="14100"/>
          <ac:graphicFrameMkLst>
            <pc:docMk/>
            <pc:sldMk cId="571107606" sldId="292"/>
            <ac:graphicFrameMk id="14" creationId="{00E38D40-52AE-4303-8DF2-2544D440755C}"/>
          </ac:graphicFrameMkLst>
        </pc:graphicFrameChg>
      </pc:sldChg>
      <pc:sldChg chg="add del">
        <pc:chgData name="CUMMING Mitchell [Baldivis Secondary College]" userId="6a5f9c56-f125-4db9-9fa6-885c27b61951" providerId="ADAL" clId="{2DCFD196-8689-4BCC-BB1F-7E38FB3D85B7}" dt="2019-08-07T02:24:34.878" v="2" actId="2696"/>
        <pc:sldMkLst>
          <pc:docMk/>
          <pc:sldMk cId="2276232641" sldId="293"/>
        </pc:sldMkLst>
      </pc:sldChg>
      <pc:sldChg chg="delSp modSp add del">
        <pc:chgData name="CUMMING Mitchell [Baldivis Secondary College]" userId="6a5f9c56-f125-4db9-9fa6-885c27b61951" providerId="ADAL" clId="{2DCFD196-8689-4BCC-BB1F-7E38FB3D85B7}" dt="2019-08-07T02:31:53.415" v="220" actId="2696"/>
        <pc:sldMkLst>
          <pc:docMk/>
          <pc:sldMk cId="2582952443" sldId="293"/>
        </pc:sldMkLst>
        <pc:spChg chg="del">
          <ac:chgData name="CUMMING Mitchell [Baldivis Secondary College]" userId="6a5f9c56-f125-4db9-9fa6-885c27b61951" providerId="ADAL" clId="{2DCFD196-8689-4BCC-BB1F-7E38FB3D85B7}" dt="2019-08-07T02:26:53.285" v="22" actId="478"/>
          <ac:spMkLst>
            <pc:docMk/>
            <pc:sldMk cId="2582952443" sldId="293"/>
            <ac:spMk id="3" creationId="{00000000-0000-0000-0000-000000000000}"/>
          </ac:spMkLst>
        </pc:spChg>
        <pc:spChg chg="mod">
          <ac:chgData name="CUMMING Mitchell [Baldivis Secondary College]" userId="6a5f9c56-f125-4db9-9fa6-885c27b61951" providerId="ADAL" clId="{2DCFD196-8689-4BCC-BB1F-7E38FB3D85B7}" dt="2019-08-07T02:30:04.201" v="200" actId="27636"/>
          <ac:spMkLst>
            <pc:docMk/>
            <pc:sldMk cId="2582952443" sldId="293"/>
            <ac:spMk id="8" creationId="{00000000-0000-0000-0000-000000000000}"/>
          </ac:spMkLst>
        </pc:spChg>
        <pc:spChg chg="mod">
          <ac:chgData name="CUMMING Mitchell [Baldivis Secondary College]" userId="6a5f9c56-f125-4db9-9fa6-885c27b61951" providerId="ADAL" clId="{2DCFD196-8689-4BCC-BB1F-7E38FB3D85B7}" dt="2019-08-07T02:27:01.074" v="26" actId="20577"/>
          <ac:spMkLst>
            <pc:docMk/>
            <pc:sldMk cId="2582952443" sldId="293"/>
            <ac:spMk id="9" creationId="{00000000-0000-0000-0000-000000000000}"/>
          </ac:spMkLst>
        </pc:spChg>
        <pc:spChg chg="mod">
          <ac:chgData name="CUMMING Mitchell [Baldivis Secondary College]" userId="6a5f9c56-f125-4db9-9fa6-885c27b61951" providerId="ADAL" clId="{2DCFD196-8689-4BCC-BB1F-7E38FB3D85B7}" dt="2019-08-07T02:29:55.617" v="195" actId="14100"/>
          <ac:spMkLst>
            <pc:docMk/>
            <pc:sldMk cId="2582952443" sldId="293"/>
            <ac:spMk id="13" creationId="{63A8F8A3-3D4A-4C92-AFB7-62A12087A11C}"/>
          </ac:spMkLst>
        </pc:spChg>
        <pc:cxnChg chg="del">
          <ac:chgData name="CUMMING Mitchell [Baldivis Secondary College]" userId="6a5f9c56-f125-4db9-9fa6-885c27b61951" providerId="ADAL" clId="{2DCFD196-8689-4BCC-BB1F-7E38FB3D85B7}" dt="2019-08-07T02:30:14.122" v="201" actId="478"/>
          <ac:cxnSpMkLst>
            <pc:docMk/>
            <pc:sldMk cId="2582952443" sldId="293"/>
            <ac:cxnSpMk id="12" creationId="{00000000-0000-0000-0000-000000000000}"/>
          </ac:cxnSpMkLst>
        </pc:cxnChg>
      </pc:sldChg>
      <pc:sldChg chg="add del">
        <pc:chgData name="CUMMING Mitchell [Baldivis Secondary College]" userId="6a5f9c56-f125-4db9-9fa6-885c27b61951" providerId="ADAL" clId="{2DCFD196-8689-4BCC-BB1F-7E38FB3D85B7}" dt="2019-08-07T02:32:00.437" v="224"/>
        <pc:sldMkLst>
          <pc:docMk/>
          <pc:sldMk cId="1338387794" sldId="29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8/7/2019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8/7/2019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8/7/2019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813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0284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8/7/2019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3772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2614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8/7/2019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3689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8/7/2019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1981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8/7/2019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6038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1258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8030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8/7/2019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861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8/7/2019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3193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8/7/2019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345344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8/7/2019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2892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8/7/2019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3773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pPr/>
              <a:t>8/7/2019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8500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 smtClean="0"/>
              <a:t>8/7/2019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894445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2CCFE9AC-F15C-4FA0-A6F1-298829FA691D}" type="datetimeFigureOut">
              <a:rPr lang="en-US" smtClean="0"/>
              <a:t>8/7/2019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BD266BE7-899D-4075-917F-DBDE33B6B69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0987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8/7/2019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4124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  <p:sldLayoutId id="2147483834" r:id="rId12"/>
    <p:sldLayoutId id="2147483835" r:id="rId13"/>
    <p:sldLayoutId id="2147483836" r:id="rId14"/>
    <p:sldLayoutId id="2147483837" r:id="rId15"/>
    <p:sldLayoutId id="2147483838" r:id="rId16"/>
    <p:sldLayoutId id="2147483839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/>
              <a:t>Measures of Centre and Spread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211" y="4394039"/>
            <a:ext cx="11930743" cy="1117687"/>
          </a:xfrm>
        </p:spPr>
        <p:txBody>
          <a:bodyPr/>
          <a:lstStyle/>
          <a:p>
            <a:pPr algn="l"/>
            <a:r>
              <a:rPr lang="en-US" dirty="0"/>
              <a:t>EQ – Describe the different methods for finding a measure of </a:t>
            </a:r>
            <a:r>
              <a:rPr lang="en-US" dirty="0" err="1"/>
              <a:t>centre</a:t>
            </a:r>
            <a:r>
              <a:rPr lang="en-US" dirty="0"/>
              <a:t> for a data set? </a:t>
            </a:r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60960" y="1950720"/>
            <a:ext cx="2577737" cy="398546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How do you find the mean?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How do you find the median?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</p:txBody>
      </p:sp>
      <p:cxnSp>
        <p:nvCxnSpPr>
          <p:cNvPr id="12" name="Straight Connector 11"/>
          <p:cNvCxnSpPr/>
          <p:nvPr/>
        </p:nvCxnSpPr>
        <p:spPr>
          <a:xfrm>
            <a:off x="2638697" y="1982834"/>
            <a:ext cx="26126" cy="49334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267131" y="121921"/>
            <a:ext cx="924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Writing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643154" y="3008811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2638698" y="2073199"/>
            <a:ext cx="9553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  <a:p>
            <a:endParaRPr lang="en-AU" dirty="0"/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65463" y="970669"/>
            <a:ext cx="9628632" cy="1362113"/>
          </a:xfrm>
        </p:spPr>
        <p:txBody>
          <a:bodyPr>
            <a:noAutofit/>
          </a:bodyPr>
          <a:lstStyle/>
          <a:p>
            <a:br>
              <a:rPr lang="en-US" sz="2800" dirty="0"/>
            </a:br>
            <a:br>
              <a:rPr lang="en-US" sz="2800" dirty="0"/>
            </a:b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5659966" y="3005666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AU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317863" y="1123069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800" dirty="0"/>
              <a:t>Measures of Centre and Spread</a:t>
            </a:r>
            <a:br>
              <a:rPr lang="en-AU" sz="2800" dirty="0"/>
            </a:br>
            <a:r>
              <a:rPr lang="en-US" sz="2800" dirty="0"/>
              <a:t>EQ –  Describe the different methods for finding a measure of </a:t>
            </a:r>
            <a:r>
              <a:rPr lang="en-US" sz="2800" dirty="0" err="1"/>
              <a:t>centre</a:t>
            </a:r>
            <a:r>
              <a:rPr lang="en-US" sz="2800" dirty="0"/>
              <a:t> for a data set? </a:t>
            </a:r>
            <a:br>
              <a:rPr lang="en-US" sz="2800" dirty="0"/>
            </a:br>
            <a:br>
              <a:rPr lang="en-US" sz="2800" dirty="0"/>
            </a:br>
            <a:endParaRPr lang="en-AU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2664824" y="1950720"/>
            <a:ext cx="47863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Add all numbers together and divide by how many you added.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The median is the middle number of an </a:t>
            </a:r>
            <a:r>
              <a:rPr lang="en-AU" b="1" u="sng" dirty="0"/>
              <a:t>ordered</a:t>
            </a:r>
            <a:r>
              <a:rPr lang="en-AU" dirty="0"/>
              <a:t> data set.</a:t>
            </a:r>
            <a:endParaRPr lang="en-AU" sz="2400" dirty="0"/>
          </a:p>
          <a:p>
            <a:endParaRPr lang="en-AU" dirty="0"/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7524206" y="1950720"/>
            <a:ext cx="26125" cy="49072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63A8F8A3-3D4A-4C92-AFB7-62A12087A11C}"/>
              </a:ext>
            </a:extLst>
          </p:cNvPr>
          <p:cNvSpPr/>
          <p:nvPr/>
        </p:nvSpPr>
        <p:spPr>
          <a:xfrm>
            <a:off x="7603547" y="2211516"/>
            <a:ext cx="4485255" cy="44223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706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>
          <a:xfrm>
            <a:off x="60960" y="1950720"/>
            <a:ext cx="7310846" cy="398546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/>
              <a:t>Find the mean and median for these data sets: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3, 5, 6, 8, 9.</a:t>
            </a:r>
          </a:p>
          <a:p>
            <a:pPr marL="342900" indent="-342900">
              <a:buFont typeface="+mj-lt"/>
              <a:buAutoNum type="arabicPeriod"/>
            </a:pPr>
            <a:endParaRPr lang="en-US" sz="2800" dirty="0"/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13, 8, 12, 18, 14.</a:t>
            </a:r>
          </a:p>
          <a:p>
            <a:pPr marL="342900" indent="-342900">
              <a:buFont typeface="+mj-lt"/>
              <a:buAutoNum type="arabicPeriod"/>
            </a:pPr>
            <a:endParaRPr lang="en-US" sz="2800" dirty="0"/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112, 136, 188, 173, 144.</a:t>
            </a:r>
          </a:p>
          <a:p>
            <a:pPr marL="342900" indent="-342900">
              <a:buFont typeface="+mj-lt"/>
              <a:buAutoNum type="arabicPeriod"/>
            </a:pPr>
            <a:endParaRPr lang="en-US" sz="2800" dirty="0"/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2, 4, 7, 9.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/>
          </a:p>
        </p:txBody>
      </p:sp>
      <p:sp>
        <p:nvSpPr>
          <p:cNvPr id="15" name="TextBox 14"/>
          <p:cNvSpPr txBox="1"/>
          <p:nvPr/>
        </p:nvSpPr>
        <p:spPr>
          <a:xfrm>
            <a:off x="11267131" y="121921"/>
            <a:ext cx="924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Writing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643154" y="3008811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2638698" y="2073199"/>
            <a:ext cx="9553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  <a:p>
            <a:endParaRPr lang="en-AU" dirty="0"/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65463" y="970669"/>
            <a:ext cx="9628632" cy="1362113"/>
          </a:xfrm>
        </p:spPr>
        <p:txBody>
          <a:bodyPr>
            <a:noAutofit/>
          </a:bodyPr>
          <a:lstStyle/>
          <a:p>
            <a:br>
              <a:rPr lang="en-US" sz="2800" dirty="0"/>
            </a:br>
            <a:br>
              <a:rPr lang="en-US" sz="2800" dirty="0"/>
            </a:b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5659966" y="3005666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AU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317863" y="1123069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800" dirty="0"/>
              <a:t>Measures of Centre and Spread</a:t>
            </a:r>
            <a:br>
              <a:rPr lang="en-AU" sz="2800" dirty="0"/>
            </a:br>
            <a:r>
              <a:rPr lang="en-US" sz="2800" dirty="0"/>
              <a:t>EQ –  Describe the different methods for finding a measure of </a:t>
            </a:r>
            <a:r>
              <a:rPr lang="en-US" sz="2800" dirty="0" err="1"/>
              <a:t>centre</a:t>
            </a:r>
            <a:r>
              <a:rPr lang="en-US" sz="2800" dirty="0"/>
              <a:t> for a data set? </a:t>
            </a:r>
            <a:br>
              <a:rPr lang="en-US" sz="2800" dirty="0"/>
            </a:br>
            <a:br>
              <a:rPr lang="en-US" sz="2800" dirty="0"/>
            </a:br>
            <a:endParaRPr lang="en-AU" sz="2800" dirty="0"/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7524206" y="1950720"/>
            <a:ext cx="26125" cy="49072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63A8F8A3-3D4A-4C92-AFB7-62A12087A11C}"/>
              </a:ext>
            </a:extLst>
          </p:cNvPr>
          <p:cNvSpPr/>
          <p:nvPr/>
        </p:nvSpPr>
        <p:spPr>
          <a:xfrm>
            <a:off x="4985657" y="2211516"/>
            <a:ext cx="7103146" cy="4422366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2952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43154" y="3008811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AU" dirty="0"/>
          </a:p>
        </p:txBody>
      </p:sp>
      <p:sp>
        <p:nvSpPr>
          <p:cNvPr id="4" name="TextBox 3"/>
          <p:cNvSpPr txBox="1"/>
          <p:nvPr/>
        </p:nvSpPr>
        <p:spPr>
          <a:xfrm>
            <a:off x="2638698" y="2073199"/>
            <a:ext cx="95533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  <a:p>
            <a:endParaRPr lang="en-AU" dirty="0"/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65463" y="970669"/>
            <a:ext cx="9628632" cy="1362113"/>
          </a:xfrm>
        </p:spPr>
        <p:txBody>
          <a:bodyPr>
            <a:noAutofit/>
          </a:bodyPr>
          <a:lstStyle/>
          <a:p>
            <a:br>
              <a:rPr lang="en-US" sz="2800" dirty="0"/>
            </a:br>
            <a:br>
              <a:rPr lang="en-US" sz="2800" dirty="0"/>
            </a:b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5659966" y="3005666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AU" dirty="0"/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317863" y="1123069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800" dirty="0"/>
              <a:t>Measures of Centre and Spread</a:t>
            </a:r>
            <a:br>
              <a:rPr lang="en-AU" sz="2800" dirty="0"/>
            </a:br>
            <a:r>
              <a:rPr lang="en-US" sz="2800" dirty="0"/>
              <a:t>EQ – How can we determine the mean of a data set? </a:t>
            </a:r>
          </a:p>
          <a:p>
            <a:br>
              <a:rPr lang="en-US" sz="2800" dirty="0"/>
            </a:br>
            <a:br>
              <a:rPr lang="en-US" sz="2800" dirty="0"/>
            </a:br>
            <a:endParaRPr lang="en-AU" sz="2800" dirty="0"/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00E38D40-52AE-4303-8DF2-2544D44075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4058867"/>
              </p:ext>
            </p:extLst>
          </p:nvPr>
        </p:nvGraphicFramePr>
        <p:xfrm>
          <a:off x="449451" y="2184408"/>
          <a:ext cx="11273470" cy="46304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5912">
                  <a:extLst>
                    <a:ext uri="{9D8B030D-6E8A-4147-A177-3AD203B41FA5}">
                      <a16:colId xmlns:a16="http://schemas.microsoft.com/office/drawing/2014/main" val="398387405"/>
                    </a:ext>
                  </a:extLst>
                </a:gridCol>
                <a:gridCol w="1163062">
                  <a:extLst>
                    <a:ext uri="{9D8B030D-6E8A-4147-A177-3AD203B41FA5}">
                      <a16:colId xmlns:a16="http://schemas.microsoft.com/office/drawing/2014/main" val="742775361"/>
                    </a:ext>
                  </a:extLst>
                </a:gridCol>
                <a:gridCol w="1163062">
                  <a:extLst>
                    <a:ext uri="{9D8B030D-6E8A-4147-A177-3AD203B41FA5}">
                      <a16:colId xmlns:a16="http://schemas.microsoft.com/office/drawing/2014/main" val="2525855981"/>
                    </a:ext>
                  </a:extLst>
                </a:gridCol>
                <a:gridCol w="1163062">
                  <a:extLst>
                    <a:ext uri="{9D8B030D-6E8A-4147-A177-3AD203B41FA5}">
                      <a16:colId xmlns:a16="http://schemas.microsoft.com/office/drawing/2014/main" val="3564200701"/>
                    </a:ext>
                  </a:extLst>
                </a:gridCol>
                <a:gridCol w="1163062">
                  <a:extLst>
                    <a:ext uri="{9D8B030D-6E8A-4147-A177-3AD203B41FA5}">
                      <a16:colId xmlns:a16="http://schemas.microsoft.com/office/drawing/2014/main" val="3361026981"/>
                    </a:ext>
                  </a:extLst>
                </a:gridCol>
                <a:gridCol w="1163062">
                  <a:extLst>
                    <a:ext uri="{9D8B030D-6E8A-4147-A177-3AD203B41FA5}">
                      <a16:colId xmlns:a16="http://schemas.microsoft.com/office/drawing/2014/main" val="1933190427"/>
                    </a:ext>
                  </a:extLst>
                </a:gridCol>
                <a:gridCol w="1163062">
                  <a:extLst>
                    <a:ext uri="{9D8B030D-6E8A-4147-A177-3AD203B41FA5}">
                      <a16:colId xmlns:a16="http://schemas.microsoft.com/office/drawing/2014/main" val="1519338993"/>
                    </a:ext>
                  </a:extLst>
                </a:gridCol>
                <a:gridCol w="1163062">
                  <a:extLst>
                    <a:ext uri="{9D8B030D-6E8A-4147-A177-3AD203B41FA5}">
                      <a16:colId xmlns:a16="http://schemas.microsoft.com/office/drawing/2014/main" val="1026435217"/>
                    </a:ext>
                  </a:extLst>
                </a:gridCol>
                <a:gridCol w="1163062">
                  <a:extLst>
                    <a:ext uri="{9D8B030D-6E8A-4147-A177-3AD203B41FA5}">
                      <a16:colId xmlns:a16="http://schemas.microsoft.com/office/drawing/2014/main" val="2903384396"/>
                    </a:ext>
                  </a:extLst>
                </a:gridCol>
                <a:gridCol w="1163062">
                  <a:extLst>
                    <a:ext uri="{9D8B030D-6E8A-4147-A177-3AD203B41FA5}">
                      <a16:colId xmlns:a16="http://schemas.microsoft.com/office/drawing/2014/main" val="1226357397"/>
                    </a:ext>
                  </a:extLst>
                </a:gridCol>
              </a:tblGrid>
              <a:tr h="1374462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Person 1</a:t>
                      </a:r>
                    </a:p>
                    <a:p>
                      <a:r>
                        <a:rPr lang="en-AU" dirty="0"/>
                        <a:t>height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Person 2 height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Person 3 height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Person 4 height</a:t>
                      </a:r>
                    </a:p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Person 5 height</a:t>
                      </a:r>
                    </a:p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Total</a:t>
                      </a:r>
                    </a:p>
                    <a:p>
                      <a:r>
                        <a:rPr lang="en-AU" dirty="0"/>
                        <a:t>(height added together)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Number of people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Mean</a:t>
                      </a:r>
                    </a:p>
                    <a:p>
                      <a:r>
                        <a:rPr lang="en-AU" dirty="0"/>
                        <a:t>(total </a:t>
                      </a:r>
                      <a:r>
                        <a:rPr lang="en-AU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÷ number of people)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Median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3713040"/>
                  </a:ext>
                </a:extLst>
              </a:tr>
              <a:tr h="1055798">
                <a:tc>
                  <a:txBody>
                    <a:bodyPr/>
                    <a:lstStyle/>
                    <a:p>
                      <a:r>
                        <a:rPr lang="en-AU" dirty="0"/>
                        <a:t>Test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5242734"/>
                  </a:ext>
                </a:extLst>
              </a:tr>
              <a:tr h="1055798">
                <a:tc>
                  <a:txBody>
                    <a:bodyPr/>
                    <a:lstStyle/>
                    <a:p>
                      <a:r>
                        <a:rPr lang="en-AU" dirty="0"/>
                        <a:t>Test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8348851"/>
                  </a:ext>
                </a:extLst>
              </a:tr>
              <a:tr h="1055798">
                <a:tc>
                  <a:txBody>
                    <a:bodyPr/>
                    <a:lstStyle/>
                    <a:p>
                      <a:r>
                        <a:rPr lang="en-AU" dirty="0"/>
                        <a:t>Test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93657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1107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Berlin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1302</TotalTime>
  <Words>164</Words>
  <Application>Microsoft Office PowerPoint</Application>
  <PresentationFormat>Widescreen</PresentationFormat>
  <Paragraphs>53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Trebuchet MS</vt:lpstr>
      <vt:lpstr>Berlin</vt:lpstr>
      <vt:lpstr>Measures of Centre and Spread</vt:lpstr>
      <vt:lpstr>  </vt:lpstr>
      <vt:lpstr>  </vt:lpstr>
      <vt:lpstr>  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Revision of Area</dc:title>
  <dc:creator>RUST Joanne [Baldivis Secondary College]</dc:creator>
  <cp:lastModifiedBy>CUMMING Mitchell [Baldivis Secondary College]</cp:lastModifiedBy>
  <cp:revision>62</cp:revision>
  <dcterms:created xsi:type="dcterms:W3CDTF">2019-03-18T23:45:29Z</dcterms:created>
  <dcterms:modified xsi:type="dcterms:W3CDTF">2019-08-07T02:32:03Z</dcterms:modified>
</cp:coreProperties>
</file>