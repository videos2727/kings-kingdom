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72" r:id="rId3"/>
    <p:sldId id="263" r:id="rId4"/>
    <p:sldId id="273" r:id="rId5"/>
    <p:sldId id="264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A0A80-2416-4105-9194-957AB021F7B7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245F-7E2F-49C2-ADE6-024564AA4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54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640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1415-30E5-4412-91DF-29EA50D12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9E403-CB74-417A-AE9F-EA49ADF7A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041EE-0F3A-40E8-8BBE-6D3578B5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1EA0E-F5DE-495D-932C-1914E4E8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D153-2299-422F-A07C-0620E581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080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411F-EA95-4E91-B0C9-77CC55A1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9327-0041-4A59-9D13-9C42857F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9F78F-A6E9-40E6-B2DB-D7D14FA9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6D272-0714-4A25-A5F4-6C2B9C11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A1FC-3E89-40E6-97C8-AFECC866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29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B2EC-E39D-4523-8A2A-83F5F8BF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84F1-5FF9-484D-B011-D46F4E30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7FE86-B46D-4555-ABC0-F96CCEB2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73BF-8001-4EBA-8C15-473E28E3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E5938-F8B0-4C8A-BB20-0DD8D4AB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80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896-DE1A-4D03-B9FB-8AD545D8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28B97-BC74-411F-8E5F-2E7F798A1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47D3E-D898-428F-9A6E-FFBECE71D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26A01-BDC8-4CD6-A09C-86906D21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AB4CA-1609-4DAD-B63E-95D9455F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6D26E-CCC3-4FB3-97A1-557A3DAB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37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F364-097C-43BE-8D79-AF85FE1B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6172E-6B95-4787-8AB5-3B20B04C2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4CB6A-97A2-4EB8-B986-0C7C8311B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AE5FD-6B86-4BFD-B831-EAE560273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2CD59-3510-4E7A-BB8D-2197B3901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60809-9525-44D8-974E-B7F2939E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22F41-52B2-4E12-A27F-AFCA3EE1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2A7B4-97DD-4A94-B455-502A7106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93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CE2B-B0CA-47AE-B0F4-1BCCD8B1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758BE-9642-431F-9B4D-8663D81B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6D1B2-27CE-4CC1-8FE3-936A5956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EBFD5-15D9-4844-A789-C47A0FF8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393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B11E9-0BC5-409D-BEE3-8ED923AF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5DB47-890B-4307-A8F5-12534FE3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A34F2-B2C5-4105-B641-DF8CF915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872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E846-6DEB-471D-B58C-6B8C74B2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01A7E-F378-4D1B-8184-4DF2DC1A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6A4F5-0581-4796-98D9-D5A5C88FE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2E40D-B748-40E1-8D05-A7EC141E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175CC-F1FB-4F3F-A930-9AEA3CCE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A75F4-0D0C-4BBC-A740-8EBDC1B8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261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44C1-F2BE-4410-8A61-E5B29E17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8EB08-1F3A-4DE7-B57A-CF9658B2F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F385-C4F0-4FD8-A36B-F82BCB1D3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21AA9-10A7-4B2D-8021-04ABE621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7D5B2-9069-4710-A5D6-176F3E05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C3181-423E-434A-9C66-2FC0BE35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415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1FDD-DC18-4772-871E-2D4073ED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B2E93-865A-41DA-84B0-D695F456E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628A-E234-4370-A50B-3AAD9ADD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B2BC-DF17-4B5A-9BE8-7F534D8B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5353-E338-4718-9357-BB5D343A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88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066DA-DDF5-404B-8916-9CC0DCAE2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CA164-23FF-472A-9573-0F7674FFB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9371D-D25E-459B-8632-052CC95D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D9A90-46D5-4A5C-AF33-FAB7DDE8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32A6F-FC6B-4C3A-885B-F67D4B19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88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75437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9265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738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2FEFA-0755-4094-AFDF-ECDC6CA64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5EFD3-1D02-4328-9436-ECBB7D311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3D155-9513-44A9-8950-F5018DD0D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1C972-83B8-403C-A483-DE14B141E98B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D7461-6AD7-44CE-A80F-D88614310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C43BF-7E95-4E92-8969-61480B506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1C03E-0AA9-4288-BDC5-A138A4E14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145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10 OLNA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Number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Estimation and Rounding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estimate numbers and round money?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8AF4026-9E1B-49E1-A8EF-3A5394DC66AD}"/>
              </a:ext>
            </a:extLst>
          </p:cNvPr>
          <p:cNvSpPr/>
          <p:nvPr/>
        </p:nvSpPr>
        <p:spPr>
          <a:xfrm>
            <a:off x="8791303" y="548979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389CD3-6D7E-4F8A-BA74-C8365DF98C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40"/>
          <a:stretch/>
        </p:blipFill>
        <p:spPr>
          <a:xfrm>
            <a:off x="0" y="1680822"/>
            <a:ext cx="12192000" cy="26558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5630D-3D27-4DFA-9706-F8CCEB685E07}"/>
              </a:ext>
            </a:extLst>
          </p:cNvPr>
          <p:cNvSpPr txBox="1"/>
          <p:nvPr/>
        </p:nvSpPr>
        <p:spPr>
          <a:xfrm>
            <a:off x="245518" y="458042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do we round Money?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766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0454E-3D6C-45D4-8CD5-D2F91F04FE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66" r="2004"/>
          <a:stretch/>
        </p:blipFill>
        <p:spPr>
          <a:xfrm>
            <a:off x="583986" y="828694"/>
            <a:ext cx="10254344" cy="56246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A386D-450F-494F-9DC2-DFF9701A2D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64"/>
          <a:stretch/>
        </p:blipFill>
        <p:spPr>
          <a:xfrm>
            <a:off x="0" y="1583822"/>
            <a:ext cx="12052907" cy="281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0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5447C2-7292-4019-869D-D79ED47B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638"/>
            <a:ext cx="12192000" cy="30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7EBB1F-3408-4DA1-BAF2-725AA9B6C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91" y="0"/>
            <a:ext cx="10907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4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BBE929-532A-4B9F-B5D7-74132F840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117"/>
          <a:stretch/>
        </p:blipFill>
        <p:spPr>
          <a:xfrm>
            <a:off x="406657" y="0"/>
            <a:ext cx="9308843" cy="5894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C645F3-CE60-45FB-8832-6F6E8ECC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0027"/>
            <a:ext cx="12192000" cy="114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2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1745EA-5762-4ECA-89B6-DAF9BD4B7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185"/>
            <a:ext cx="12192000" cy="626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7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</Words>
  <Application>Microsoft Office PowerPoint</Application>
  <PresentationFormat>Widescreen</PresentationFormat>
  <Paragraphs>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Harrington</vt:lpstr>
      <vt:lpstr>Office Theme</vt:lpstr>
      <vt:lpstr>Number</vt:lpstr>
      <vt:lpstr>PowerPoint Presentation</vt:lpstr>
      <vt:lpstr>Practice</vt:lpstr>
      <vt:lpstr>Practice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</dc:title>
  <dc:creator>Nine Stretch</dc:creator>
  <cp:lastModifiedBy>Nine Stretch</cp:lastModifiedBy>
  <cp:revision>3</cp:revision>
  <dcterms:created xsi:type="dcterms:W3CDTF">2019-02-08T00:23:32Z</dcterms:created>
  <dcterms:modified xsi:type="dcterms:W3CDTF">2019-02-08T01:01:22Z</dcterms:modified>
</cp:coreProperties>
</file>