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2" r:id="rId5"/>
    <p:sldId id="260" r:id="rId6"/>
    <p:sldId id="263" r:id="rId7"/>
    <p:sldId id="261" r:id="rId8"/>
    <p:sldId id="264" r:id="rId9"/>
    <p:sldId id="265" r:id="rId10"/>
    <p:sldId id="266" r:id="rId11"/>
    <p:sldId id="267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 autoAdjust="0"/>
    <p:restoredTop sz="94660"/>
  </p:normalViewPr>
  <p:slideViewPr>
    <p:cSldViewPr snapToGrid="0">
      <p:cViewPr varScale="1">
        <p:scale>
          <a:sx n="81" d="100"/>
          <a:sy n="81" d="100"/>
        </p:scale>
        <p:origin x="57" y="3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14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638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55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29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12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7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15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90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12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94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81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03BB1E7-8238-4CF9-8605-CA454F637640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41BB9A0-8A68-4690-8B3F-170020273C2B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85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Vbcra3rCqc" TargetMode="External"/><Relationship Id="rId2" Type="http://schemas.openxmlformats.org/officeDocument/2006/relationships/hyperlink" Target="https://www.youtube.com/watch?v=sZHjuf75u2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A62F-951F-4917-A5D0-6E1850A481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Multiplication Grid </a:t>
            </a:r>
            <a:r>
              <a:rPr lang="en-AU" dirty="0" err="1"/>
              <a:t>HAcks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FB4DB-F892-4DE3-9E39-22FF58024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103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Fill in the 1’s Column First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You’ve already got the answers.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Anything multiplied by 1 is itself.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7238509" y="2235855"/>
            <a:ext cx="4313412" cy="3709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30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2’s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Double the value.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7669162" y="1574155"/>
            <a:ext cx="3882759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7" y="1574155"/>
            <a:ext cx="769430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03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10’s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Add a zero.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10782491" y="1574155"/>
            <a:ext cx="769430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7" y="1574155"/>
            <a:ext cx="3884288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3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5’s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Halve the values in the 10 column.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10748625" y="1574155"/>
            <a:ext cx="803295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6" y="1574155"/>
            <a:ext cx="1937501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9F75BA-1F6B-4D71-B420-B2A102867421}"/>
              </a:ext>
            </a:extLst>
          </p:cNvPr>
          <p:cNvSpPr/>
          <p:nvPr/>
        </p:nvSpPr>
        <p:spPr>
          <a:xfrm>
            <a:off x="8807737" y="1574155"/>
            <a:ext cx="1563329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18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4’s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Double the values in the 2 column.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8413900" y="1574155"/>
            <a:ext cx="3138021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7" y="1574155"/>
            <a:ext cx="769430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518173-0361-4284-B165-9431F4A6F23E}"/>
              </a:ext>
            </a:extLst>
          </p:cNvPr>
          <p:cNvSpPr/>
          <p:nvPr/>
        </p:nvSpPr>
        <p:spPr>
          <a:xfrm>
            <a:off x="7658784" y="1574155"/>
            <a:ext cx="358439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69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8’s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Double the value in the 4’s column.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If you double something three times it is the same as multiplying by 8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9996947" y="1574155"/>
            <a:ext cx="1554974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7" y="1574155"/>
            <a:ext cx="769430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9F75BA-1F6B-4D71-B420-B2A102867421}"/>
              </a:ext>
            </a:extLst>
          </p:cNvPr>
          <p:cNvSpPr/>
          <p:nvPr/>
        </p:nvSpPr>
        <p:spPr>
          <a:xfrm>
            <a:off x="7672602" y="1574155"/>
            <a:ext cx="352979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98D6F-4B1E-4042-AFB9-49ACC2672EF4}"/>
              </a:ext>
            </a:extLst>
          </p:cNvPr>
          <p:cNvSpPr/>
          <p:nvPr/>
        </p:nvSpPr>
        <p:spPr>
          <a:xfrm>
            <a:off x="8436076" y="1574155"/>
            <a:ext cx="1150376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49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3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Count up in 3’s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8039727" y="1574155"/>
            <a:ext cx="3512194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6" y="1574155"/>
            <a:ext cx="1150375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11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6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Double the values in the 3 column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9226591" y="1574155"/>
            <a:ext cx="2325330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6" y="1574155"/>
            <a:ext cx="1150375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6BB972-DE22-408B-9EED-F468EE07F42C}"/>
              </a:ext>
            </a:extLst>
          </p:cNvPr>
          <p:cNvSpPr/>
          <p:nvPr/>
        </p:nvSpPr>
        <p:spPr>
          <a:xfrm>
            <a:off x="8054530" y="1574155"/>
            <a:ext cx="769430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347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9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C66E5-0419-4667-8551-E345A807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  <a:hlinkClick r:id="rId2"/>
              </a:rPr>
              <a:t>https://www.youtube.com/watch?v=sZHjuf75u20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OR</a:t>
            </a:r>
          </a:p>
          <a:p>
            <a:r>
              <a:rPr lang="en-US" dirty="0">
                <a:solidFill>
                  <a:srgbClr val="FFFFFF"/>
                </a:solidFill>
                <a:hlinkClick r:id="rId3"/>
              </a:rPr>
              <a:t>https://www.youtube.com/watch?v=CVbcra3rCqc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10401545" y="1574155"/>
            <a:ext cx="1150375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6" y="1574155"/>
            <a:ext cx="3453636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08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D689-F360-4AF7-B7E6-D6181CB3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7 Column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56C66E5-0419-4667-8551-E345A8070E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9" y="2286000"/>
                <a:ext cx="3791711" cy="393192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You’ve got the answers to a lot of them in other columns.</a:t>
                </a:r>
              </a:p>
              <a:p>
                <a:endParaRPr lang="en-US" dirty="0">
                  <a:solidFill>
                    <a:srgbClr val="FFFFFF"/>
                  </a:solidFill>
                </a:endParaRPr>
              </a:p>
              <a:p>
                <a:r>
                  <a:rPr lang="en-US" dirty="0">
                    <a:solidFill>
                      <a:srgbClr val="FFFFFF"/>
                    </a:solidFill>
                  </a:rPr>
                  <a:t>Remember, </a:t>
                </a:r>
              </a:p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AU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4=28</m:t>
                    </m:r>
                  </m:oMath>
                </a14:m>
                <a:endParaRPr lang="en-US" dirty="0">
                  <a:solidFill>
                    <a:srgbClr val="FFFFFF"/>
                  </a:solidFill>
                </a:endParaRPr>
              </a:p>
              <a:p>
                <a:r>
                  <a:rPr lang="en-US" dirty="0">
                    <a:solidFill>
                      <a:srgbClr val="FFFFFF"/>
                    </a:solidFill>
                  </a:rPr>
                  <a:t>It’s only</a:t>
                </a:r>
              </a:p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</a:rPr>
                  <a:t> that are new ones to fill in.</a:t>
                </a:r>
              </a:p>
              <a:p>
                <a:endParaRPr lang="en-US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56C66E5-0419-4667-8551-E345A8070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9" y="2286000"/>
                <a:ext cx="3791711" cy="3931920"/>
              </a:xfrm>
              <a:blipFill>
                <a:blip r:embed="rId2"/>
                <a:stretch>
                  <a:fillRect l="-3215" t="-18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05383D-3C21-47F8-9E0C-E39803033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8BFBB-E335-4AF1-B534-636419746CDF}"/>
              </a:ext>
            </a:extLst>
          </p:cNvPr>
          <p:cNvSpPr/>
          <p:nvPr/>
        </p:nvSpPr>
        <p:spPr>
          <a:xfrm>
            <a:off x="9610049" y="1574155"/>
            <a:ext cx="1941871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8AB39-8550-40B2-AFAB-E1C14F1079EB}"/>
              </a:ext>
            </a:extLst>
          </p:cNvPr>
          <p:cNvSpPr/>
          <p:nvPr/>
        </p:nvSpPr>
        <p:spPr>
          <a:xfrm>
            <a:off x="6492676" y="1574155"/>
            <a:ext cx="2704418" cy="437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279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0AFD2-4E5F-4D2E-8D02-821A4443C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Line of Symmetry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E5C83D7-2F47-432F-A076-B43379EE4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9" y="2286000"/>
                <a:ext cx="3791711" cy="393192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The values on either side of the red squares are the same.</a:t>
                </a:r>
              </a:p>
              <a:p>
                <a:endParaRPr lang="en-US" dirty="0">
                  <a:solidFill>
                    <a:srgbClr val="FFFFFF"/>
                  </a:solidFill>
                </a:endParaRPr>
              </a:p>
              <a:p>
                <a:r>
                  <a:rPr lang="en-US" dirty="0">
                    <a:solidFill>
                      <a:srgbClr val="FFFFFF"/>
                    </a:solidFill>
                  </a:rPr>
                  <a:t>You only really need to remember half of your times tables.</a:t>
                </a:r>
              </a:p>
              <a:p>
                <a:r>
                  <a:rPr lang="en-US" dirty="0">
                    <a:solidFill>
                      <a:srgbClr val="FFFFFF"/>
                    </a:solidFill>
                  </a:rPr>
                  <a:t>Remember,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2×8=16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8×</m:t>
                    </m:r>
                    <m:r>
                      <a:rPr lang="en-AU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2=16</m:t>
                    </m:r>
                  </m:oMath>
                </a14:m>
                <a:endParaRPr lang="en-US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E5C83D7-2F47-432F-A076-B43379EE4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9" y="2286000"/>
                <a:ext cx="3791711" cy="3931920"/>
              </a:xfrm>
              <a:blipFill>
                <a:blip r:embed="rId2"/>
                <a:stretch>
                  <a:fillRect l="-3215" t="-1860" r="-14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F40CEF5-5E57-43AB-B5B6-F0F64B866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12456"/>
            <a:ext cx="5455921" cy="503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27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199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Cambria Math</vt:lpstr>
      <vt:lpstr>Tw Cen MT</vt:lpstr>
      <vt:lpstr>Tw Cen MT Condensed</vt:lpstr>
      <vt:lpstr>Wingdings 3</vt:lpstr>
      <vt:lpstr>Integral</vt:lpstr>
      <vt:lpstr>Multiplication Grid HAcks</vt:lpstr>
      <vt:lpstr>Fill in the 1’s Column First</vt:lpstr>
      <vt:lpstr>The 2’s Column</vt:lpstr>
      <vt:lpstr>The 10’s Column</vt:lpstr>
      <vt:lpstr>The 5’s Column</vt:lpstr>
      <vt:lpstr>The 4’s Column</vt:lpstr>
      <vt:lpstr>The 8’s Column</vt:lpstr>
      <vt:lpstr>The 3 Column</vt:lpstr>
      <vt:lpstr>The 6 Column</vt:lpstr>
      <vt:lpstr>The 9 Column</vt:lpstr>
      <vt:lpstr>The 7 Column</vt:lpstr>
      <vt:lpstr>Line of Symmetry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Multiplication Grid HAcks</dc:title>
  <dc:creator>PARLEVLIET Magdeline [Baldivis Secondary College]</dc:creator>
  <cp:lastModifiedBy>PARLEVLIET Magdeline [Baldivis Secondary College]</cp:lastModifiedBy>
  <cp:revision>8</cp:revision>
  <dcterms:created xsi:type="dcterms:W3CDTF">2019-02-06T04:47:43Z</dcterms:created>
  <dcterms:modified xsi:type="dcterms:W3CDTF">2019-02-06T16:48:22Z</dcterms:modified>
</cp:coreProperties>
</file>