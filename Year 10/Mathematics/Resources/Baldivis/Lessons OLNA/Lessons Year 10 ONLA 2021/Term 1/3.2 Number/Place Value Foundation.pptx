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73" r:id="rId3"/>
    <p:sldId id="274" r:id="rId4"/>
    <p:sldId id="275" r:id="rId5"/>
    <p:sldId id="276" r:id="rId6"/>
    <p:sldId id="277" r:id="rId7"/>
    <p:sldId id="391" r:id="rId8"/>
    <p:sldId id="280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2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45BA1-980A-4507-BE5A-5C1E7C2FFD8F}" type="datetimeFigureOut">
              <a:rPr lang="en-US"/>
              <a:t>2/8/2019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03411-58E2-43FD-AE1D-AD77DFF8CB2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191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3416D-7FED-43BC-AA7C-D92DBA01ED64}" type="datetimeFigureOut">
              <a:rPr lang="en-US"/>
              <a:t>2/8/2019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C57A8-AE18-4654-B6AF-04B3577165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1397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70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305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17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480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91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88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5611" y="1752600"/>
            <a:ext cx="6858002" cy="182880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5610" y="3733800"/>
            <a:ext cx="6858002" cy="9144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8120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2/8/2019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63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5613" y="1828800"/>
            <a:ext cx="6858002" cy="18288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5610" y="3733800"/>
            <a:ext cx="6858002" cy="914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9257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5212" y="1825625"/>
            <a:ext cx="4954588" cy="41879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951414" cy="41879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2/8/2019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275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1681163"/>
            <a:ext cx="4956048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505075"/>
            <a:ext cx="4956048" cy="3476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956048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956048" cy="3476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2/8/2019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857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2/8/2019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281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2/8/2019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7874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2" y="304799"/>
            <a:ext cx="10058402" cy="12161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1052422" y="1733550"/>
            <a:ext cx="4360503" cy="305003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10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3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4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5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6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6" name="Picture Placeholder 33" descr="An empty placeholder to add an image. Click on the placeholder and select the image that you wish to add."/>
          <p:cNvSpPr>
            <a:spLocks noGrp="1" noChangeAspect="1"/>
          </p:cNvSpPr>
          <p:nvPr>
            <p:ph type="pic" sz="quarter" idx="17"/>
          </p:nvPr>
        </p:nvSpPr>
        <p:spPr>
          <a:xfrm>
            <a:off x="1265028" y="1900210"/>
            <a:ext cx="3935536" cy="2571736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39" name="Text Placeholder 3"/>
          <p:cNvSpPr>
            <a:spLocks noGrp="1"/>
          </p:cNvSpPr>
          <p:nvPr>
            <p:ph type="body" sz="half" idx="2"/>
          </p:nvPr>
        </p:nvSpPr>
        <p:spPr>
          <a:xfrm>
            <a:off x="1052423" y="4935990"/>
            <a:ext cx="4368980" cy="100761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763111" y="1733550"/>
            <a:ext cx="4360503" cy="305003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23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4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7" name="Picture Placeholder 33" descr="An empty placeholder to add an image. Click on the placeholder and select the image that you wish to add."/>
          <p:cNvSpPr>
            <a:spLocks noGrp="1" noChangeAspect="1"/>
          </p:cNvSpPr>
          <p:nvPr>
            <p:ph type="pic" sz="quarter" idx="18"/>
          </p:nvPr>
        </p:nvSpPr>
        <p:spPr>
          <a:xfrm>
            <a:off x="6975717" y="1900210"/>
            <a:ext cx="3935536" cy="2571736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0" name="Text Placeholder 3"/>
          <p:cNvSpPr>
            <a:spLocks noGrp="1"/>
          </p:cNvSpPr>
          <p:nvPr>
            <p:ph type="body" sz="half" idx="19"/>
          </p:nvPr>
        </p:nvSpPr>
        <p:spPr>
          <a:xfrm>
            <a:off x="6742908" y="4935990"/>
            <a:ext cx="4368980" cy="100761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pPr/>
              <a:t>‹#›</a:t>
            </a:fld>
            <a:endParaRPr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pPr/>
              <a:t>2/8/2019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8274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52" name="Group 51"/>
          <p:cNvGrpSpPr>
            <a:grpSpLocks noChangeAspect="1"/>
          </p:cNvGrpSpPr>
          <p:nvPr/>
        </p:nvGrpSpPr>
        <p:grpSpPr>
          <a:xfrm rot="5400000">
            <a:off x="1045139" y="1678105"/>
            <a:ext cx="3123347" cy="3089730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53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4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5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6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7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8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9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0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1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2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3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4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79" name="Picture Placeholder 33" descr="An empty placeholder to add an image. Click on the placeholder and select the image that you wish to add."/>
          <p:cNvSpPr>
            <a:spLocks noGrp="1"/>
          </p:cNvSpPr>
          <p:nvPr>
            <p:ph type="pic" sz="quarter" idx="19"/>
          </p:nvPr>
        </p:nvSpPr>
        <p:spPr>
          <a:xfrm>
            <a:off x="1249168" y="1824285"/>
            <a:ext cx="2715289" cy="277630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81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5212" y="4947405"/>
            <a:ext cx="2743200" cy="9144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84" name="Group 83"/>
          <p:cNvGrpSpPr>
            <a:grpSpLocks noChangeAspect="1"/>
          </p:cNvGrpSpPr>
          <p:nvPr userDrawn="1"/>
        </p:nvGrpSpPr>
        <p:grpSpPr>
          <a:xfrm rot="5400000">
            <a:off x="4517135" y="1678105"/>
            <a:ext cx="3123347" cy="3089730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85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6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7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8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9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0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1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2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3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4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5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6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78" name="Picture Placeholder 33" descr="An empty placeholder to add an image. Click on the placeholder and select the image that you wish to add."/>
          <p:cNvSpPr>
            <a:spLocks noGrp="1"/>
          </p:cNvSpPr>
          <p:nvPr>
            <p:ph type="pic" sz="quarter" idx="18"/>
          </p:nvPr>
        </p:nvSpPr>
        <p:spPr>
          <a:xfrm>
            <a:off x="4720924" y="1824285"/>
            <a:ext cx="2715768" cy="277630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82" name="Text Placeholder 3"/>
          <p:cNvSpPr>
            <a:spLocks noGrp="1"/>
          </p:cNvSpPr>
          <p:nvPr>
            <p:ph type="body" sz="half" idx="21"/>
          </p:nvPr>
        </p:nvSpPr>
        <p:spPr>
          <a:xfrm>
            <a:off x="4707208" y="4947405"/>
            <a:ext cx="2743200" cy="9144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97" name="Group 96"/>
          <p:cNvGrpSpPr>
            <a:grpSpLocks noChangeAspect="1"/>
          </p:cNvGrpSpPr>
          <p:nvPr userDrawn="1"/>
        </p:nvGrpSpPr>
        <p:grpSpPr>
          <a:xfrm rot="5400000">
            <a:off x="8019009" y="1678105"/>
            <a:ext cx="3123347" cy="3089730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98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9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0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1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2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3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4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5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6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7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8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9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80" name="Picture Placeholder 33" descr="An empty placeholder to add an image. Click on the placeholder and select the image that you wish to add."/>
          <p:cNvSpPr>
            <a:spLocks noGrp="1"/>
          </p:cNvSpPr>
          <p:nvPr>
            <p:ph type="pic" sz="quarter" idx="20"/>
          </p:nvPr>
        </p:nvSpPr>
        <p:spPr>
          <a:xfrm>
            <a:off x="8222798" y="1824285"/>
            <a:ext cx="2715768" cy="277630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83" name="Text Placeholder 3"/>
          <p:cNvSpPr>
            <a:spLocks noGrp="1"/>
          </p:cNvSpPr>
          <p:nvPr>
            <p:ph type="body" sz="half" idx="22"/>
          </p:nvPr>
        </p:nvSpPr>
        <p:spPr>
          <a:xfrm>
            <a:off x="8209082" y="4947405"/>
            <a:ext cx="2743200" cy="9144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pPr/>
              <a:t>‹#›</a:t>
            </a:fld>
            <a:endParaRPr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pPr/>
              <a:t>2/8/2019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19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6214" y="421594"/>
            <a:ext cx="2286000" cy="188550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84" name="Group 83"/>
          <p:cNvGrpSpPr>
            <a:grpSpLocks noChangeAspect="1"/>
          </p:cNvGrpSpPr>
          <p:nvPr/>
        </p:nvGrpSpPr>
        <p:grpSpPr>
          <a:xfrm rot="16200000" flipV="1">
            <a:off x="274315" y="1102304"/>
            <a:ext cx="5053664" cy="4411852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85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6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7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8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9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0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1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2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3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4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5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6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97" name="Picture Placeholder 33" descr="An empty placeholder to add an image. Click on the placeholder and select the image that you wish to add."/>
          <p:cNvSpPr>
            <a:spLocks noGrp="1"/>
          </p:cNvSpPr>
          <p:nvPr>
            <p:ph type="pic" sz="quarter" idx="17"/>
          </p:nvPr>
        </p:nvSpPr>
        <p:spPr>
          <a:xfrm>
            <a:off x="840795" y="1020193"/>
            <a:ext cx="3886200" cy="4572000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grpSp>
        <p:nvGrpSpPr>
          <p:cNvPr id="98" name="Group 97"/>
          <p:cNvGrpSpPr/>
          <p:nvPr/>
        </p:nvGrpSpPr>
        <p:grpSpPr>
          <a:xfrm>
            <a:off x="5322489" y="319177"/>
            <a:ext cx="3389607" cy="271083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99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0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1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2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3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4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5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6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7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8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9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0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111" name="Picture Placeholder 33" descr="An empty placeholder to add an image. Click on the placeholder and select the image that you wish to add."/>
          <p:cNvSpPr>
            <a:spLocks noGrp="1" noChangeAspect="1"/>
          </p:cNvSpPr>
          <p:nvPr>
            <p:ph type="pic" sz="quarter" idx="18"/>
          </p:nvPr>
        </p:nvSpPr>
        <p:spPr>
          <a:xfrm>
            <a:off x="5546780" y="529603"/>
            <a:ext cx="2993366" cy="230533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grpSp>
        <p:nvGrpSpPr>
          <p:cNvPr id="112" name="Group 111"/>
          <p:cNvGrpSpPr/>
          <p:nvPr/>
        </p:nvGrpSpPr>
        <p:grpSpPr>
          <a:xfrm>
            <a:off x="5322489" y="3245640"/>
            <a:ext cx="3389607" cy="271083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113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4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5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6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7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8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9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0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1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2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3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4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125" name="Picture Placeholder 33" descr="An empty placeholder to add an image. Click on the placeholder and select the image that you wish to add."/>
          <p:cNvSpPr>
            <a:spLocks noGrp="1" noChangeAspect="1"/>
          </p:cNvSpPr>
          <p:nvPr>
            <p:ph type="pic" sz="quarter" idx="19"/>
          </p:nvPr>
        </p:nvSpPr>
        <p:spPr>
          <a:xfrm>
            <a:off x="5546780" y="3456066"/>
            <a:ext cx="2993366" cy="230533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126" name="Text Placeholder 3"/>
          <p:cNvSpPr>
            <a:spLocks noGrp="1"/>
          </p:cNvSpPr>
          <p:nvPr>
            <p:ph type="body" sz="half" idx="21"/>
          </p:nvPr>
        </p:nvSpPr>
        <p:spPr>
          <a:xfrm>
            <a:off x="9066214" y="2484992"/>
            <a:ext cx="2286000" cy="3248729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pPr/>
              <a:t>‹#›</a:t>
            </a:fld>
            <a:endParaRPr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pPr/>
              <a:t>2/8/2019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742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1732" y="1330347"/>
            <a:ext cx="384048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13" y="914400"/>
            <a:ext cx="6172201" cy="5029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11732" y="3555523"/>
            <a:ext cx="3840480" cy="238807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65213" y="6019801"/>
            <a:ext cx="762000" cy="228600"/>
          </a:xfrm>
        </p:spPr>
        <p:txBody>
          <a:bodyPr/>
          <a:lstStyle>
            <a:lvl1pPr algn="l">
              <a:defRPr/>
            </a:lvl1pPr>
          </a:lstStyle>
          <a:p>
            <a:fld id="{022B156B-59AE-415F-B24B-8756D48BB977}" type="slidenum">
              <a:rPr/>
              <a:pPr/>
              <a:t>‹#›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75611" y="6019801"/>
            <a:ext cx="1396260" cy="228600"/>
          </a:xfrm>
        </p:spPr>
        <p:txBody>
          <a:bodyPr/>
          <a:lstStyle/>
          <a:p>
            <a:fld id="{4CF99945-0A15-4715-AB6C-F5E56CF20F70}" type="datetimeFigureOut">
              <a:rPr lang="en-US"/>
              <a:t>2/8/2019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76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2891" y="1330347"/>
            <a:ext cx="384048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grpSp>
        <p:nvGrpSpPr>
          <p:cNvPr id="8" name="Group 7"/>
          <p:cNvGrpSpPr/>
          <p:nvPr/>
        </p:nvGrpSpPr>
        <p:grpSpPr>
          <a:xfrm>
            <a:off x="595546" y="781398"/>
            <a:ext cx="6433398" cy="5053665"/>
            <a:chOff x="5162444" y="781398"/>
            <a:chExt cx="6433398" cy="5053665"/>
          </a:xfrm>
        </p:grpSpPr>
        <p:sp>
          <p:nvSpPr>
            <p:cNvPr id="9" name="Freeform 42"/>
            <p:cNvSpPr>
              <a:spLocks/>
            </p:cNvSpPr>
            <p:nvPr/>
          </p:nvSpPr>
          <p:spPr bwMode="auto">
            <a:xfrm rot="16200000" flipV="1">
              <a:off x="3342557" y="3275021"/>
              <a:ext cx="3827994" cy="17568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" name="Freeform 43"/>
            <p:cNvSpPr>
              <a:spLocks/>
            </p:cNvSpPr>
            <p:nvPr/>
          </p:nvSpPr>
          <p:spPr bwMode="auto">
            <a:xfrm rot="16200000" flipV="1">
              <a:off x="9565728" y="3299447"/>
              <a:ext cx="3836876" cy="17568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5814205" y="859113"/>
              <a:ext cx="5129146" cy="4880471"/>
              <a:chOff x="7856559" y="859113"/>
              <a:chExt cx="3086791" cy="4880471"/>
            </a:xfrm>
          </p:grpSpPr>
          <p:sp>
            <p:nvSpPr>
              <p:cNvPr id="20" name="Freeform 41"/>
              <p:cNvSpPr>
                <a:spLocks/>
              </p:cNvSpPr>
              <p:nvPr/>
            </p:nvSpPr>
            <p:spPr bwMode="auto">
              <a:xfrm rot="16200000" flipV="1">
                <a:off x="9392183" y="4188416"/>
                <a:ext cx="15544" cy="3086791"/>
              </a:xfrm>
              <a:custGeom>
                <a:avLst/>
                <a:gdLst>
                  <a:gd name="T0" fmla="*/ 3 w 5"/>
                  <a:gd name="T1" fmla="*/ 0 h 868"/>
                  <a:gd name="T2" fmla="*/ 4 w 5"/>
                  <a:gd name="T3" fmla="*/ 217 h 868"/>
                  <a:gd name="T4" fmla="*/ 3 w 5"/>
                  <a:gd name="T5" fmla="*/ 326 h 868"/>
                  <a:gd name="T6" fmla="*/ 4 w 5"/>
                  <a:gd name="T7" fmla="*/ 434 h 868"/>
                  <a:gd name="T8" fmla="*/ 4 w 5"/>
                  <a:gd name="T9" fmla="*/ 651 h 868"/>
                  <a:gd name="T10" fmla="*/ 4 w 5"/>
                  <a:gd name="T11" fmla="*/ 760 h 868"/>
                  <a:gd name="T12" fmla="*/ 3 w 5"/>
                  <a:gd name="T13" fmla="*/ 868 h 868"/>
                  <a:gd name="T14" fmla="*/ 2 w 5"/>
                  <a:gd name="T15" fmla="*/ 868 h 868"/>
                  <a:gd name="T16" fmla="*/ 1 w 5"/>
                  <a:gd name="T17" fmla="*/ 760 h 868"/>
                  <a:gd name="T18" fmla="*/ 0 w 5"/>
                  <a:gd name="T19" fmla="*/ 651 h 868"/>
                  <a:gd name="T20" fmla="*/ 1 w 5"/>
                  <a:gd name="T21" fmla="*/ 434 h 868"/>
                  <a:gd name="T22" fmla="*/ 2 w 5"/>
                  <a:gd name="T23" fmla="*/ 326 h 868"/>
                  <a:gd name="T24" fmla="*/ 1 w 5"/>
                  <a:gd name="T25" fmla="*/ 217 h 868"/>
                  <a:gd name="T26" fmla="*/ 2 w 5"/>
                  <a:gd name="T27" fmla="*/ 0 h 868"/>
                  <a:gd name="T28" fmla="*/ 3 w 5"/>
                  <a:gd name="T29" fmla="*/ 0 h 8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" h="868">
                    <a:moveTo>
                      <a:pt x="3" y="0"/>
                    </a:moveTo>
                    <a:cubicBezTo>
                      <a:pt x="4" y="73"/>
                      <a:pt x="4" y="145"/>
                      <a:pt x="4" y="217"/>
                    </a:cubicBezTo>
                    <a:cubicBezTo>
                      <a:pt x="4" y="253"/>
                      <a:pt x="3" y="290"/>
                      <a:pt x="3" y="326"/>
                    </a:cubicBezTo>
                    <a:cubicBezTo>
                      <a:pt x="3" y="362"/>
                      <a:pt x="3" y="398"/>
                      <a:pt x="4" y="434"/>
                    </a:cubicBezTo>
                    <a:cubicBezTo>
                      <a:pt x="4" y="507"/>
                      <a:pt x="5" y="579"/>
                      <a:pt x="4" y="651"/>
                    </a:cubicBezTo>
                    <a:cubicBezTo>
                      <a:pt x="5" y="687"/>
                      <a:pt x="4" y="724"/>
                      <a:pt x="4" y="760"/>
                    </a:cubicBezTo>
                    <a:cubicBezTo>
                      <a:pt x="4" y="796"/>
                      <a:pt x="3" y="832"/>
                      <a:pt x="3" y="868"/>
                    </a:cubicBezTo>
                    <a:cubicBezTo>
                      <a:pt x="2" y="868"/>
                      <a:pt x="2" y="868"/>
                      <a:pt x="2" y="868"/>
                    </a:cubicBezTo>
                    <a:cubicBezTo>
                      <a:pt x="2" y="832"/>
                      <a:pt x="1" y="796"/>
                      <a:pt x="1" y="760"/>
                    </a:cubicBezTo>
                    <a:cubicBezTo>
                      <a:pt x="1" y="724"/>
                      <a:pt x="0" y="687"/>
                      <a:pt x="0" y="651"/>
                    </a:cubicBezTo>
                    <a:cubicBezTo>
                      <a:pt x="0" y="579"/>
                      <a:pt x="1" y="507"/>
                      <a:pt x="1" y="434"/>
                    </a:cubicBezTo>
                    <a:cubicBezTo>
                      <a:pt x="2" y="398"/>
                      <a:pt x="2" y="362"/>
                      <a:pt x="2" y="326"/>
                    </a:cubicBezTo>
                    <a:cubicBezTo>
                      <a:pt x="2" y="290"/>
                      <a:pt x="1" y="253"/>
                      <a:pt x="1" y="217"/>
                    </a:cubicBezTo>
                    <a:cubicBezTo>
                      <a:pt x="0" y="145"/>
                      <a:pt x="1" y="73"/>
                      <a:pt x="2" y="0"/>
                    </a:cubicBez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/>
              </a:p>
            </p:txBody>
          </p:sp>
          <p:sp>
            <p:nvSpPr>
              <p:cNvPr id="21" name="Freeform 44"/>
              <p:cNvSpPr>
                <a:spLocks/>
              </p:cNvSpPr>
              <p:nvPr/>
            </p:nvSpPr>
            <p:spPr bwMode="auto">
              <a:xfrm rot="16200000" flipV="1">
                <a:off x="9366943" y="-651271"/>
                <a:ext cx="13322" cy="3034090"/>
              </a:xfrm>
              <a:custGeom>
                <a:avLst/>
                <a:gdLst>
                  <a:gd name="T0" fmla="*/ 2 w 4"/>
                  <a:gd name="T1" fmla="*/ 853 h 853"/>
                  <a:gd name="T2" fmla="*/ 0 w 4"/>
                  <a:gd name="T3" fmla="*/ 640 h 853"/>
                  <a:gd name="T4" fmla="*/ 1 w 4"/>
                  <a:gd name="T5" fmla="*/ 533 h 853"/>
                  <a:gd name="T6" fmla="*/ 1 w 4"/>
                  <a:gd name="T7" fmla="*/ 427 h 853"/>
                  <a:gd name="T8" fmla="*/ 0 w 4"/>
                  <a:gd name="T9" fmla="*/ 213 h 853"/>
                  <a:gd name="T10" fmla="*/ 0 w 4"/>
                  <a:gd name="T11" fmla="*/ 107 h 853"/>
                  <a:gd name="T12" fmla="*/ 2 w 4"/>
                  <a:gd name="T13" fmla="*/ 0 h 853"/>
                  <a:gd name="T14" fmla="*/ 2 w 4"/>
                  <a:gd name="T15" fmla="*/ 0 h 853"/>
                  <a:gd name="T16" fmla="*/ 3 w 4"/>
                  <a:gd name="T17" fmla="*/ 107 h 853"/>
                  <a:gd name="T18" fmla="*/ 4 w 4"/>
                  <a:gd name="T19" fmla="*/ 213 h 853"/>
                  <a:gd name="T20" fmla="*/ 3 w 4"/>
                  <a:gd name="T21" fmla="*/ 427 h 853"/>
                  <a:gd name="T22" fmla="*/ 2 w 4"/>
                  <a:gd name="T23" fmla="*/ 533 h 853"/>
                  <a:gd name="T24" fmla="*/ 3 w 4"/>
                  <a:gd name="T25" fmla="*/ 640 h 853"/>
                  <a:gd name="T26" fmla="*/ 2 w 4"/>
                  <a:gd name="T27" fmla="*/ 853 h 8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" h="853">
                    <a:moveTo>
                      <a:pt x="2" y="853"/>
                    </a:moveTo>
                    <a:cubicBezTo>
                      <a:pt x="0" y="782"/>
                      <a:pt x="0" y="711"/>
                      <a:pt x="0" y="640"/>
                    </a:cubicBezTo>
                    <a:cubicBezTo>
                      <a:pt x="0" y="604"/>
                      <a:pt x="1" y="569"/>
                      <a:pt x="1" y="533"/>
                    </a:cubicBezTo>
                    <a:cubicBezTo>
                      <a:pt x="1" y="498"/>
                      <a:pt x="1" y="462"/>
                      <a:pt x="1" y="427"/>
                    </a:cubicBezTo>
                    <a:cubicBezTo>
                      <a:pt x="0" y="356"/>
                      <a:pt x="0" y="284"/>
                      <a:pt x="0" y="213"/>
                    </a:cubicBezTo>
                    <a:cubicBezTo>
                      <a:pt x="0" y="178"/>
                      <a:pt x="0" y="142"/>
                      <a:pt x="0" y="107"/>
                    </a:cubicBezTo>
                    <a:cubicBezTo>
                      <a:pt x="1" y="71"/>
                      <a:pt x="1" y="36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36"/>
                      <a:pt x="3" y="71"/>
                      <a:pt x="3" y="107"/>
                    </a:cubicBezTo>
                    <a:cubicBezTo>
                      <a:pt x="4" y="142"/>
                      <a:pt x="4" y="178"/>
                      <a:pt x="4" y="213"/>
                    </a:cubicBezTo>
                    <a:cubicBezTo>
                      <a:pt x="4" y="284"/>
                      <a:pt x="3" y="356"/>
                      <a:pt x="3" y="427"/>
                    </a:cubicBezTo>
                    <a:cubicBezTo>
                      <a:pt x="3" y="462"/>
                      <a:pt x="2" y="498"/>
                      <a:pt x="2" y="533"/>
                    </a:cubicBezTo>
                    <a:cubicBezTo>
                      <a:pt x="3" y="569"/>
                      <a:pt x="3" y="604"/>
                      <a:pt x="3" y="640"/>
                    </a:cubicBezTo>
                    <a:cubicBezTo>
                      <a:pt x="4" y="711"/>
                      <a:pt x="3" y="782"/>
                      <a:pt x="2" y="853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/>
              </a:p>
            </p:txBody>
          </p:sp>
        </p:grpSp>
        <p:sp>
          <p:nvSpPr>
            <p:cNvPr id="12" name="Freeform 45"/>
            <p:cNvSpPr>
              <a:spLocks noEditPoints="1"/>
            </p:cNvSpPr>
            <p:nvPr/>
          </p:nvSpPr>
          <p:spPr bwMode="auto">
            <a:xfrm rot="16200000" flipV="1">
              <a:off x="5186001" y="5323012"/>
              <a:ext cx="477390" cy="524504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3" name="Freeform 46"/>
            <p:cNvSpPr>
              <a:spLocks noEditPoints="1"/>
            </p:cNvSpPr>
            <p:nvPr/>
          </p:nvSpPr>
          <p:spPr bwMode="auto">
            <a:xfrm rot="16200000" flipV="1">
              <a:off x="5197295" y="5324846"/>
              <a:ext cx="477390" cy="511956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4" name="Freeform 47"/>
            <p:cNvSpPr>
              <a:spLocks noEditPoints="1"/>
            </p:cNvSpPr>
            <p:nvPr/>
          </p:nvSpPr>
          <p:spPr bwMode="auto">
            <a:xfrm rot="16200000" flipV="1">
              <a:off x="11076843" y="5321082"/>
              <a:ext cx="508476" cy="519485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5" name="Freeform 48"/>
            <p:cNvSpPr>
              <a:spLocks noEditPoints="1"/>
            </p:cNvSpPr>
            <p:nvPr/>
          </p:nvSpPr>
          <p:spPr bwMode="auto">
            <a:xfrm rot="16200000" flipV="1">
              <a:off x="11093207" y="5321324"/>
              <a:ext cx="470728" cy="534543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6" name="Freeform 49"/>
            <p:cNvSpPr>
              <a:spLocks noEditPoints="1"/>
            </p:cNvSpPr>
            <p:nvPr/>
          </p:nvSpPr>
          <p:spPr bwMode="auto">
            <a:xfrm rot="16200000" flipV="1">
              <a:off x="11051654" y="771453"/>
              <a:ext cx="468508" cy="519485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50"/>
            <p:cNvSpPr>
              <a:spLocks noEditPoints="1"/>
            </p:cNvSpPr>
            <p:nvPr/>
          </p:nvSpPr>
          <p:spPr bwMode="auto">
            <a:xfrm rot="16200000" flipV="1">
              <a:off x="11044126" y="786511"/>
              <a:ext cx="468508" cy="489370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51"/>
            <p:cNvSpPr>
              <a:spLocks noEditPoints="1"/>
            </p:cNvSpPr>
            <p:nvPr/>
          </p:nvSpPr>
          <p:spPr bwMode="auto">
            <a:xfrm rot="16200000" flipV="1">
              <a:off x="5232723" y="721157"/>
              <a:ext cx="424100" cy="544581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52"/>
            <p:cNvSpPr>
              <a:spLocks noEditPoints="1"/>
            </p:cNvSpPr>
            <p:nvPr/>
          </p:nvSpPr>
          <p:spPr bwMode="auto">
            <a:xfrm rot="16200000" flipV="1">
              <a:off x="5241796" y="749729"/>
              <a:ext cx="428541" cy="491879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836613" y="1031195"/>
            <a:ext cx="5943600" cy="4572000"/>
          </a:xfr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92891" y="3555521"/>
            <a:ext cx="3840480" cy="216851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2/8/2019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957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2/8/2019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793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24268" y="304800"/>
            <a:ext cx="1729531" cy="5676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04800"/>
            <a:ext cx="8633671" cy="56769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2/8/2019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5803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5212" y="304800"/>
            <a:ext cx="10058402" cy="121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4" y="1752600"/>
            <a:ext cx="10058400" cy="4229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213" y="6019801"/>
            <a:ext cx="7620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022B156B-59AE-415F-B24B-8756D48BB9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79613" y="6019801"/>
            <a:ext cx="594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1" y="6019801"/>
            <a:ext cx="139626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4CF99945-0A15-4715-AB6C-F5E56CF20F70}" type="datetimeFigureOut">
              <a:rPr lang="en-US" smtClean="0"/>
              <a:pPr/>
              <a:t>2/8/2019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30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61" r:id="rId9"/>
    <p:sldLayoutId id="2147483662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3464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T5Qf0qSSJFI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Place Value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Year 10 </a:t>
            </a:r>
            <a:r>
              <a:rPr lang="en-US" dirty="0"/>
              <a:t>Mathematics</a:t>
            </a:r>
          </a:p>
          <a:p>
            <a:r>
              <a:rPr lang="en-US" dirty="0" err="1"/>
              <a:t>Mrs</a:t>
            </a:r>
            <a:r>
              <a:rPr lang="en-US" dirty="0"/>
              <a:t> Parlevliet</a:t>
            </a:r>
          </a:p>
        </p:txBody>
      </p:sp>
    </p:spTree>
    <p:extLst>
      <p:ext uri="{BB962C8B-B14F-4D97-AF65-F5344CB8AC3E}">
        <p14:creationId xmlns:p14="http://schemas.microsoft.com/office/powerpoint/2010/main" val="769675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3359696" y="1500144"/>
            <a:ext cx="0" cy="5357856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18397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Place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6758" y="15957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What is place value?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468480" y="1682201"/>
            <a:ext cx="2404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are digits?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4CCA79-F371-4929-8C49-C0D163BE6070}"/>
              </a:ext>
            </a:extLst>
          </p:cNvPr>
          <p:cNvSpPr txBox="1"/>
          <p:nvPr/>
        </p:nvSpPr>
        <p:spPr>
          <a:xfrm>
            <a:off x="3513826" y="1559090"/>
            <a:ext cx="8287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digits we use today are:</a:t>
            </a:r>
          </a:p>
          <a:p>
            <a:pPr algn="ctr"/>
            <a:r>
              <a:rPr lang="en-AU" sz="2400" dirty="0"/>
              <a:t>0, 1, 2, 3, 4, 5, 6, 7, 8, 9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9CF21C-7B5F-42A8-AC6C-055539E25403}"/>
              </a:ext>
            </a:extLst>
          </p:cNvPr>
          <p:cNvSpPr txBox="1"/>
          <p:nvPr/>
        </p:nvSpPr>
        <p:spPr>
          <a:xfrm>
            <a:off x="3513826" y="2449033"/>
            <a:ext cx="8287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We can use them to count up to 9.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86A50B-25A4-43BF-955C-E588BE19B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482" y="2909709"/>
            <a:ext cx="3019592" cy="357895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BD70E00-A435-4235-9850-98572739DC7D}"/>
              </a:ext>
            </a:extLst>
          </p:cNvPr>
          <p:cNvSpPr txBox="1"/>
          <p:nvPr/>
        </p:nvSpPr>
        <p:spPr>
          <a:xfrm>
            <a:off x="7657381" y="3820275"/>
            <a:ext cx="3838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happens after 9?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/>
      <p:bldP spid="30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3359696" y="1500144"/>
            <a:ext cx="0" cy="5357856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18397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Place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6758" y="15957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What is place value?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126539" y="1682201"/>
            <a:ext cx="3168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happens after 9?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4CCA79-F371-4929-8C49-C0D163BE6070}"/>
              </a:ext>
            </a:extLst>
          </p:cNvPr>
          <p:cNvSpPr txBox="1"/>
          <p:nvPr/>
        </p:nvSpPr>
        <p:spPr>
          <a:xfrm>
            <a:off x="3513826" y="1559090"/>
            <a:ext cx="82871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Ten or more…</a:t>
            </a:r>
          </a:p>
          <a:p>
            <a:r>
              <a:rPr lang="en-AU" sz="2400" dirty="0"/>
              <a:t>When we have more than 9 we need to start another column. This is the tens columns. It tells us how many lots of tens are in a number.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4CF04F-F9E9-4EE1-B2E8-25A6CD3520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342" t="67017" r="27781" b="5159"/>
          <a:stretch/>
        </p:blipFill>
        <p:spPr>
          <a:xfrm>
            <a:off x="5354129" y="3782098"/>
            <a:ext cx="3525328" cy="5693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6CD484F-E369-4066-8CD0-8451FA0035EC}"/>
              </a:ext>
            </a:extLst>
          </p:cNvPr>
          <p:cNvSpPr txBox="1"/>
          <p:nvPr/>
        </p:nvSpPr>
        <p:spPr>
          <a:xfrm>
            <a:off x="3513826" y="3196324"/>
            <a:ext cx="8287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We write:</a:t>
            </a:r>
          </a:p>
        </p:txBody>
      </p:sp>
    </p:spTree>
    <p:extLst>
      <p:ext uri="{BB962C8B-B14F-4D97-AF65-F5344CB8AC3E}">
        <p14:creationId xmlns:p14="http://schemas.microsoft.com/office/powerpoint/2010/main" val="3859916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3359696" y="1500144"/>
            <a:ext cx="0" cy="5357856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18397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Place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6758" y="15957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What is place value?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468480" y="1682201"/>
            <a:ext cx="24045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How do we write numbers larger than 9?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4CCA79-F371-4929-8C49-C0D163BE6070}"/>
              </a:ext>
            </a:extLst>
          </p:cNvPr>
          <p:cNvSpPr txBox="1"/>
          <p:nvPr/>
        </p:nvSpPr>
        <p:spPr>
          <a:xfrm>
            <a:off x="3513826" y="1559090"/>
            <a:ext cx="8287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Let’s look at how we write the number 12.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7918B9-7F25-4F4D-B518-985F349F8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912" y="2202457"/>
            <a:ext cx="1926287" cy="27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28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3359696" y="1500144"/>
            <a:ext cx="0" cy="5357856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18397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Place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6758" y="15957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What is place value?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468479" y="1559090"/>
            <a:ext cx="24045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How do we write numbers larger than 9?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4CCA79-F371-4929-8C49-C0D163BE6070}"/>
              </a:ext>
            </a:extLst>
          </p:cNvPr>
          <p:cNvSpPr txBox="1"/>
          <p:nvPr/>
        </p:nvSpPr>
        <p:spPr>
          <a:xfrm>
            <a:off x="3512232" y="3466605"/>
            <a:ext cx="22025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There is one group of 10.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C7C8A2-DE43-4132-958A-2E5525849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219" y="1612445"/>
            <a:ext cx="2884437" cy="4451291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AC28BE6-1A5C-488F-930C-6AB2B467BDC0}"/>
              </a:ext>
            </a:extLst>
          </p:cNvPr>
          <p:cNvCxnSpPr/>
          <p:nvPr/>
        </p:nvCxnSpPr>
        <p:spPr>
          <a:xfrm>
            <a:off x="5687683" y="3838089"/>
            <a:ext cx="86839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DA5A13-9662-43DB-808F-5D5DFA4D663D}"/>
              </a:ext>
            </a:extLst>
          </p:cNvPr>
          <p:cNvCxnSpPr>
            <a:cxnSpLocks/>
          </p:cNvCxnSpPr>
          <p:nvPr/>
        </p:nvCxnSpPr>
        <p:spPr>
          <a:xfrm flipV="1">
            <a:off x="5280602" y="2472906"/>
            <a:ext cx="1367489" cy="9560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DF3A175-742B-4A90-BD5B-84A3221BCE7A}"/>
              </a:ext>
            </a:extLst>
          </p:cNvPr>
          <p:cNvSpPr txBox="1"/>
          <p:nvPr/>
        </p:nvSpPr>
        <p:spPr>
          <a:xfrm>
            <a:off x="9525640" y="3529228"/>
            <a:ext cx="22025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There is one group of 2 units.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763D799-7B9E-4B79-84E8-4EE24772405C}"/>
              </a:ext>
            </a:extLst>
          </p:cNvPr>
          <p:cNvCxnSpPr>
            <a:cxnSpLocks/>
          </p:cNvCxnSpPr>
          <p:nvPr/>
        </p:nvCxnSpPr>
        <p:spPr>
          <a:xfrm flipH="1">
            <a:off x="8528649" y="4082504"/>
            <a:ext cx="93521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A84B35-66D4-4B6B-A270-BBCD5BB41CA1}"/>
              </a:ext>
            </a:extLst>
          </p:cNvPr>
          <p:cNvCxnSpPr>
            <a:cxnSpLocks/>
          </p:cNvCxnSpPr>
          <p:nvPr/>
        </p:nvCxnSpPr>
        <p:spPr>
          <a:xfrm flipH="1" flipV="1">
            <a:off x="8333117" y="2472906"/>
            <a:ext cx="1736785" cy="99369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281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3359696" y="1500144"/>
            <a:ext cx="0" cy="5357856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18397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Place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6758" y="15957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What is place value?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468479" y="1559090"/>
            <a:ext cx="24045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How do we write numbers larger than 9?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4CCA79-F371-4929-8C49-C0D163BE6070}"/>
              </a:ext>
            </a:extLst>
          </p:cNvPr>
          <p:cNvSpPr txBox="1"/>
          <p:nvPr/>
        </p:nvSpPr>
        <p:spPr>
          <a:xfrm>
            <a:off x="3512232" y="3466605"/>
            <a:ext cx="22025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There is one group of 10.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C7C8A2-DE43-4132-958A-2E5525849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219" y="1612445"/>
            <a:ext cx="2884437" cy="4451291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AC28BE6-1A5C-488F-930C-6AB2B467BDC0}"/>
              </a:ext>
            </a:extLst>
          </p:cNvPr>
          <p:cNvCxnSpPr/>
          <p:nvPr/>
        </p:nvCxnSpPr>
        <p:spPr>
          <a:xfrm>
            <a:off x="5687683" y="3838089"/>
            <a:ext cx="86839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DA5A13-9662-43DB-808F-5D5DFA4D663D}"/>
              </a:ext>
            </a:extLst>
          </p:cNvPr>
          <p:cNvCxnSpPr>
            <a:cxnSpLocks/>
          </p:cNvCxnSpPr>
          <p:nvPr/>
        </p:nvCxnSpPr>
        <p:spPr>
          <a:xfrm flipV="1">
            <a:off x="5280602" y="2472906"/>
            <a:ext cx="1367489" cy="9560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DF3A175-742B-4A90-BD5B-84A3221BCE7A}"/>
              </a:ext>
            </a:extLst>
          </p:cNvPr>
          <p:cNvSpPr txBox="1"/>
          <p:nvPr/>
        </p:nvSpPr>
        <p:spPr>
          <a:xfrm>
            <a:off x="9525640" y="3529228"/>
            <a:ext cx="22025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There is one group of 2 units.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763D799-7B9E-4B79-84E8-4EE24772405C}"/>
              </a:ext>
            </a:extLst>
          </p:cNvPr>
          <p:cNvCxnSpPr>
            <a:cxnSpLocks/>
          </p:cNvCxnSpPr>
          <p:nvPr/>
        </p:nvCxnSpPr>
        <p:spPr>
          <a:xfrm flipH="1">
            <a:off x="8528649" y="4082504"/>
            <a:ext cx="93521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A84B35-66D4-4B6B-A270-BBCD5BB41CA1}"/>
              </a:ext>
            </a:extLst>
          </p:cNvPr>
          <p:cNvCxnSpPr>
            <a:cxnSpLocks/>
          </p:cNvCxnSpPr>
          <p:nvPr/>
        </p:nvCxnSpPr>
        <p:spPr>
          <a:xfrm flipH="1" flipV="1">
            <a:off x="8333117" y="2472906"/>
            <a:ext cx="1736785" cy="99369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337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18864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8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Place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1173" y="55559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86691" y="1435425"/>
            <a:ext cx="1109512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/>
              <a:t>The following 10 digits: 0,1,2,3,4,5,6,7,8,9. These digits can be combined to create numbers both large and small, using the </a:t>
            </a:r>
            <a:r>
              <a:rPr lang="en-AU" sz="2399" b="1" i="1" dirty="0"/>
              <a:t>place value system</a:t>
            </a:r>
            <a:r>
              <a:rPr lang="en-AU" sz="2399" b="1" dirty="0"/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389" y="3808631"/>
            <a:ext cx="8343900" cy="2082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75685" y="2635369"/>
            <a:ext cx="113053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CA" sz="2400" dirty="0"/>
              <a:t>Place value system </a:t>
            </a:r>
            <a:r>
              <a:rPr lang="mr-IN" sz="2400" dirty="0"/>
              <a:t>–</a:t>
            </a:r>
            <a:r>
              <a:rPr lang="en-CA" sz="2400" dirty="0"/>
              <a:t> The place in which you write a digit affects its value. The larger place values are on the left and each place is 10 times as big as the one before it.</a:t>
            </a:r>
            <a:endParaRPr lang="en-AU" sz="2400" dirty="0"/>
          </a:p>
        </p:txBody>
      </p:sp>
      <p:sp>
        <p:nvSpPr>
          <p:cNvPr id="15" name="Rectangle 14"/>
          <p:cNvSpPr/>
          <p:nvPr/>
        </p:nvSpPr>
        <p:spPr>
          <a:xfrm>
            <a:off x="997527" y="5958169"/>
            <a:ext cx="113053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CA" sz="2400" dirty="0"/>
              <a:t>Each group of three numbers is a ‘house’. Inside each house the numbers go from one to nine hundred and ninety-nine</a:t>
            </a:r>
            <a:endParaRPr lang="en-AU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83A64F9-F0C7-49B8-B6B9-8E163C5921E4}"/>
              </a:ext>
            </a:extLst>
          </p:cNvPr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3BFC77D-F44A-413E-9023-C4D100E0DA28}"/>
              </a:ext>
            </a:extLst>
          </p:cNvPr>
          <p:cNvCxnSpPr/>
          <p:nvPr/>
        </p:nvCxnSpPr>
        <p:spPr>
          <a:xfrm>
            <a:off x="-7831" y="1371809"/>
            <a:ext cx="12188825" cy="0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A9EA6A7-D211-4D1F-B698-2A5FE08F38CE}"/>
              </a:ext>
            </a:extLst>
          </p:cNvPr>
          <p:cNvCxnSpPr>
            <a:cxnSpLocks/>
          </p:cNvCxnSpPr>
          <p:nvPr/>
        </p:nvCxnSpPr>
        <p:spPr>
          <a:xfrm>
            <a:off x="886691" y="1371809"/>
            <a:ext cx="0" cy="5357856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1E8ECD1-792E-4155-907B-7F48873C0D38}"/>
              </a:ext>
            </a:extLst>
          </p:cNvPr>
          <p:cNvSpPr txBox="1"/>
          <p:nvPr/>
        </p:nvSpPr>
        <p:spPr>
          <a:xfrm>
            <a:off x="0" y="87849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What is place value?</a:t>
            </a:r>
          </a:p>
        </p:txBody>
      </p:sp>
    </p:spTree>
    <p:extLst>
      <p:ext uri="{BB962C8B-B14F-4D97-AF65-F5344CB8AC3E}">
        <p14:creationId xmlns:p14="http://schemas.microsoft.com/office/powerpoint/2010/main" val="139349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2" grpId="0"/>
      <p:bldP spid="15" grpId="0"/>
      <p:bldP spid="1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D7204-DE93-407F-A70B-7C5A7E0B6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Math Antics – Place Value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36691-B00E-4C02-A784-6A9C25538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hlinkClick r:id="rId2"/>
              </a:rPr>
              <a:t>https://www.youtube.com/watch?v=T5Qf0qSSJFI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16946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Place Value Task</a:t>
            </a:r>
            <a:endParaRPr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Use the place value card sets to show what the place values of digits in these numbers are.</a:t>
            </a:r>
          </a:p>
          <a:p>
            <a:pPr marL="457200" lvl="1" indent="0">
              <a:buNone/>
            </a:pPr>
            <a:endParaRPr lang="en-AU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0AE6254-FD8E-41B8-9802-0A9A16F9E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596890"/>
              </p:ext>
            </p:extLst>
          </p:nvPr>
        </p:nvGraphicFramePr>
        <p:xfrm>
          <a:off x="2030413" y="2755500"/>
          <a:ext cx="8128000" cy="29667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1720051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582271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28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060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85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748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607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5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123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878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2453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074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9841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944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7095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622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37398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929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107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Nature Illustration 16x9">
  <a:themeElements>
    <a:clrScheme name="Nature Illustration">
      <a:dk1>
        <a:srgbClr val="9A5315"/>
      </a:dk1>
      <a:lt1>
        <a:srgbClr val="FFFFFF"/>
      </a:lt1>
      <a:dk2>
        <a:srgbClr val="000000"/>
      </a:dk2>
      <a:lt2>
        <a:srgbClr val="D1E5F9"/>
      </a:lt2>
      <a:accent1>
        <a:srgbClr val="F3771A"/>
      </a:accent1>
      <a:accent2>
        <a:srgbClr val="8BBEF1"/>
      </a:accent2>
      <a:accent3>
        <a:srgbClr val="6DC025"/>
      </a:accent3>
      <a:accent4>
        <a:srgbClr val="9A5315"/>
      </a:accent4>
      <a:accent5>
        <a:srgbClr val="F1471F"/>
      </a:accent5>
      <a:accent6>
        <a:srgbClr val="DA6FDF"/>
      </a:accent6>
      <a:hlink>
        <a:srgbClr val="6DC025"/>
      </a:hlink>
      <a:folHlink>
        <a:srgbClr val="9A5315"/>
      </a:folHlink>
    </a:clrScheme>
    <a:fontScheme name="Segoe Print">
      <a:majorFont>
        <a:latin typeface="Segoe Print"/>
        <a:ea typeface=""/>
        <a:cs typeface=""/>
      </a:majorFont>
      <a:minorFont>
        <a:latin typeface="Segoe Prin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31377.potx" id="{56A48130-F36A-41C3-8C0C-0EF853C6708B}" vid="{0432F83B-7085-406B-BFE7-677E72A6CADA}"/>
    </a:ext>
  </a:extLst>
</a:theme>
</file>

<file path=ppt/theme/theme2.xml><?xml version="1.0" encoding="utf-8"?>
<a:theme xmlns:a="http://schemas.openxmlformats.org/drawingml/2006/main" name="Office Theme">
  <a:themeElements>
    <a:clrScheme name="Nature Illustration">
      <a:dk1>
        <a:srgbClr val="9A5315"/>
      </a:dk1>
      <a:lt1>
        <a:srgbClr val="FFFFFF"/>
      </a:lt1>
      <a:dk2>
        <a:srgbClr val="000000"/>
      </a:dk2>
      <a:lt2>
        <a:srgbClr val="D1E5F9"/>
      </a:lt2>
      <a:accent1>
        <a:srgbClr val="F3771A"/>
      </a:accent1>
      <a:accent2>
        <a:srgbClr val="8BBEF1"/>
      </a:accent2>
      <a:accent3>
        <a:srgbClr val="6DC025"/>
      </a:accent3>
      <a:accent4>
        <a:srgbClr val="9A5315"/>
      </a:accent4>
      <a:accent5>
        <a:srgbClr val="F1471F"/>
      </a:accent5>
      <a:accent6>
        <a:srgbClr val="DA6FDF"/>
      </a:accent6>
      <a:hlink>
        <a:srgbClr val="6DC025"/>
      </a:hlink>
      <a:folHlink>
        <a:srgbClr val="9A5315"/>
      </a:folHlink>
    </a:clrScheme>
    <a:fontScheme name="Segoe Print">
      <a:majorFont>
        <a:latin typeface="Segoe Print"/>
        <a:ea typeface=""/>
        <a:cs typeface=""/>
      </a:majorFont>
      <a:minorFont>
        <a:latin typeface="Segoe Prin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Nature Illustration">
      <a:dk1>
        <a:srgbClr val="9A5315"/>
      </a:dk1>
      <a:lt1>
        <a:srgbClr val="FFFFFF"/>
      </a:lt1>
      <a:dk2>
        <a:srgbClr val="000000"/>
      </a:dk2>
      <a:lt2>
        <a:srgbClr val="D1E5F9"/>
      </a:lt2>
      <a:accent1>
        <a:srgbClr val="F3771A"/>
      </a:accent1>
      <a:accent2>
        <a:srgbClr val="8BBEF1"/>
      </a:accent2>
      <a:accent3>
        <a:srgbClr val="6DC025"/>
      </a:accent3>
      <a:accent4>
        <a:srgbClr val="9A5315"/>
      </a:accent4>
      <a:accent5>
        <a:srgbClr val="F1471F"/>
      </a:accent5>
      <a:accent6>
        <a:srgbClr val="DA6FDF"/>
      </a:accent6>
      <a:hlink>
        <a:srgbClr val="6DC025"/>
      </a:hlink>
      <a:folHlink>
        <a:srgbClr val="9A5315"/>
      </a:folHlink>
    </a:clrScheme>
    <a:fontScheme name="Segoe Print">
      <a:majorFont>
        <a:latin typeface="Segoe Print"/>
        <a:ea typeface=""/>
        <a:cs typeface=""/>
      </a:majorFont>
      <a:minorFont>
        <a:latin typeface="Segoe Prin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Rainbow presentation</Template>
  <TotalTime>134</TotalTime>
  <Words>458</Words>
  <Application>Microsoft Office PowerPoint</Application>
  <PresentationFormat>Widescreen</PresentationFormat>
  <Paragraphs>92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Print</vt:lpstr>
      <vt:lpstr>Nature Illustration 16x9</vt:lpstr>
      <vt:lpstr>Place Value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Math Antics – Place Value Video</vt:lpstr>
      <vt:lpstr>Place Value 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 Value</dc:title>
  <dc:creator>PARLEVLIET Magdeline [Baldivis Secondary College]</dc:creator>
  <cp:lastModifiedBy>PARLEVLIET Magdeline [Baldivis Secondary College]</cp:lastModifiedBy>
  <cp:revision>11</cp:revision>
  <dcterms:created xsi:type="dcterms:W3CDTF">2019-02-06T14:26:27Z</dcterms:created>
  <dcterms:modified xsi:type="dcterms:W3CDTF">2019-02-07T16:47:25Z</dcterms:modified>
</cp:coreProperties>
</file>