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65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D940-338B-48B6-8AA7-8A9B44B9858F}" type="datetimeFigureOut">
              <a:rPr lang="en-AU" smtClean="0"/>
              <a:t>17/08/2017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00B-326A-49DF-8CC1-803185A112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265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D940-338B-48B6-8AA7-8A9B44B9858F}" type="datetimeFigureOut">
              <a:rPr lang="en-AU" smtClean="0"/>
              <a:t>17/08/2017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00B-326A-49DF-8CC1-803185A112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086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D940-338B-48B6-8AA7-8A9B44B9858F}" type="datetimeFigureOut">
              <a:rPr lang="en-AU" smtClean="0"/>
              <a:t>17/08/2017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00B-326A-49DF-8CC1-803185A112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4599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D940-338B-48B6-8AA7-8A9B44B9858F}" type="datetimeFigureOut">
              <a:rPr lang="en-AU" smtClean="0"/>
              <a:t>17/08/2017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00B-326A-49DF-8CC1-803185A112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793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D940-338B-48B6-8AA7-8A9B44B9858F}" type="datetimeFigureOut">
              <a:rPr lang="en-AU" smtClean="0"/>
              <a:t>17/08/2017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00B-326A-49DF-8CC1-803185A112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6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D940-338B-48B6-8AA7-8A9B44B9858F}" type="datetimeFigureOut">
              <a:rPr lang="en-AU" smtClean="0"/>
              <a:t>17/08/2017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00B-326A-49DF-8CC1-803185A112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022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D940-338B-48B6-8AA7-8A9B44B9858F}" type="datetimeFigureOut">
              <a:rPr lang="en-AU" smtClean="0"/>
              <a:t>17/08/2017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00B-326A-49DF-8CC1-803185A112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540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D940-338B-48B6-8AA7-8A9B44B9858F}" type="datetimeFigureOut">
              <a:rPr lang="en-AU" smtClean="0"/>
              <a:t>17/08/2017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00B-326A-49DF-8CC1-803185A112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1853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D940-338B-48B6-8AA7-8A9B44B9858F}" type="datetimeFigureOut">
              <a:rPr lang="en-AU" smtClean="0"/>
              <a:t>17/08/2017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00B-326A-49DF-8CC1-803185A112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124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D940-338B-48B6-8AA7-8A9B44B9858F}" type="datetimeFigureOut">
              <a:rPr lang="en-AU" smtClean="0"/>
              <a:t>17/08/2017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00B-326A-49DF-8CC1-803185A112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6517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D940-338B-48B6-8AA7-8A9B44B9858F}" type="datetimeFigureOut">
              <a:rPr lang="en-AU" smtClean="0"/>
              <a:t>17/08/2017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00B-326A-49DF-8CC1-803185A112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8695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FD940-338B-48B6-8AA7-8A9B44B9858F}" type="datetimeFigureOut">
              <a:rPr lang="en-AU" smtClean="0"/>
              <a:t>17/08/2017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0000B-326A-49DF-8CC1-803185A112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2406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8HK9H9gNxs" TargetMode="External"/><Relationship Id="rId2" Type="http://schemas.openxmlformats.org/officeDocument/2006/relationships/hyperlink" Target="https://www.youtube.com/watch?v=l01nl93K2P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Area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How do I find are of rectangles  and triangles?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3771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Area of rectangles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Area of rectangle = L x W</a:t>
            </a:r>
          </a:p>
          <a:p>
            <a:r>
              <a:rPr lang="en-AU" dirty="0" smtClean="0"/>
              <a:t>The units must be the same.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PRACTISE TIME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312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Triangles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hlinkClick r:id="rId2"/>
              </a:rPr>
              <a:t>https://www.youtube.com/watch?v=l01nl93K2Pk</a:t>
            </a:r>
            <a:endParaRPr lang="en-AU" dirty="0" smtClean="0"/>
          </a:p>
          <a:p>
            <a:r>
              <a:rPr lang="en-AU" dirty="0" smtClean="0">
                <a:hlinkClick r:id="rId3"/>
              </a:rPr>
              <a:t>https://www.youtube.com/watch?v=-8HK9H9gNxs</a:t>
            </a:r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6492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</Words>
  <Application>Microsoft Office PowerPoint</Application>
  <PresentationFormat>On-screen Show 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Area</vt:lpstr>
      <vt:lpstr>Area of rectangles</vt:lpstr>
      <vt:lpstr>Triangles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</dc:title>
  <dc:creator>MILLER Belinda</dc:creator>
  <cp:lastModifiedBy>MILLER Belinda</cp:lastModifiedBy>
  <cp:revision>1</cp:revision>
  <dcterms:created xsi:type="dcterms:W3CDTF">2017-08-17T00:35:17Z</dcterms:created>
  <dcterms:modified xsi:type="dcterms:W3CDTF">2017-08-17T00:41:07Z</dcterms:modified>
</cp:coreProperties>
</file>