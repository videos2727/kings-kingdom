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8EB2B706-F509-437D-AE95-A60A256CE4FD}"/>
    <pc:docChg chg="addSld modSld">
      <pc:chgData name="Sarah James" userId="e5e3e68366f0feb3" providerId="LiveId" clId="{8EB2B706-F509-437D-AE95-A60A256CE4FD}" dt="2018-06-18T12:25:14.146" v="465" actId="20577"/>
      <pc:docMkLst>
        <pc:docMk/>
      </pc:docMkLst>
      <pc:sldChg chg="addSp modSp">
        <pc:chgData name="Sarah James" userId="e5e3e68366f0feb3" providerId="LiveId" clId="{8EB2B706-F509-437D-AE95-A60A256CE4FD}" dt="2018-06-18T12:25:14.146" v="465" actId="20577"/>
        <pc:sldMkLst>
          <pc:docMk/>
          <pc:sldMk cId="3195048380" sldId="256"/>
        </pc:sldMkLst>
        <pc:spChg chg="add mod">
          <ac:chgData name="Sarah James" userId="e5e3e68366f0feb3" providerId="LiveId" clId="{8EB2B706-F509-437D-AE95-A60A256CE4FD}" dt="2018-06-18T12:25:14.146" v="465" actId="20577"/>
          <ac:spMkLst>
            <pc:docMk/>
            <pc:sldMk cId="3195048380" sldId="256"/>
            <ac:spMk id="4" creationId="{2EBD496B-C20F-410B-80EC-87BAC8E7B15A}"/>
          </ac:spMkLst>
        </pc:spChg>
      </pc:sldChg>
      <pc:sldChg chg="modSp">
        <pc:chgData name="Sarah James" userId="e5e3e68366f0feb3" providerId="LiveId" clId="{8EB2B706-F509-437D-AE95-A60A256CE4FD}" dt="2018-06-18T11:59:10.130" v="0" actId="20577"/>
        <pc:sldMkLst>
          <pc:docMk/>
          <pc:sldMk cId="1589854449" sldId="263"/>
        </pc:sldMkLst>
        <pc:spChg chg="mod">
          <ac:chgData name="Sarah James" userId="e5e3e68366f0feb3" providerId="LiveId" clId="{8EB2B706-F509-437D-AE95-A60A256CE4FD}" dt="2018-06-18T11:59:10.130" v="0" actId="20577"/>
          <ac:spMkLst>
            <pc:docMk/>
            <pc:sldMk cId="1589854449" sldId="263"/>
            <ac:spMk id="5" creationId="{2CA3ACFA-45EE-429E-AE15-1AE135C245E4}"/>
          </ac:spMkLst>
        </pc:spChg>
      </pc:sldChg>
      <pc:sldChg chg="modSp add">
        <pc:chgData name="Sarah James" userId="e5e3e68366f0feb3" providerId="LiveId" clId="{8EB2B706-F509-437D-AE95-A60A256CE4FD}" dt="2018-06-18T12:10:15.423" v="441" actId="20577"/>
        <pc:sldMkLst>
          <pc:docMk/>
          <pc:sldMk cId="1298253623" sldId="264"/>
        </pc:sldMkLst>
        <pc:spChg chg="mod">
          <ac:chgData name="Sarah James" userId="e5e3e68366f0feb3" providerId="LiveId" clId="{8EB2B706-F509-437D-AE95-A60A256CE4FD}" dt="2018-06-18T12:09:17.282" v="414" actId="20577"/>
          <ac:spMkLst>
            <pc:docMk/>
            <pc:sldMk cId="1298253623" sldId="264"/>
            <ac:spMk id="2" creationId="{CE3DBF3D-BE6C-43C9-9F06-336BA6210A55}"/>
          </ac:spMkLst>
        </pc:spChg>
        <pc:spChg chg="mod">
          <ac:chgData name="Sarah James" userId="e5e3e68366f0feb3" providerId="LiveId" clId="{8EB2B706-F509-437D-AE95-A60A256CE4FD}" dt="2018-06-18T12:10:15.423" v="441" actId="20577"/>
          <ac:spMkLst>
            <pc:docMk/>
            <pc:sldMk cId="1298253623" sldId="264"/>
            <ac:spMk id="3" creationId="{3E8F1117-A75C-4BCA-9F12-50057043FC4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1999E72-FE06-4BFA-B80B-37A1FD46F2BE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Rounding and estimating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 err="1">
                <a:solidFill>
                  <a:srgbClr val="FF0000"/>
                </a:solidFill>
              </a:rPr>
              <a:t>EQ:</a:t>
            </a:r>
            <a:r>
              <a:rPr lang="en-AU" dirty="0" err="1"/>
              <a:t>How</a:t>
            </a:r>
            <a:r>
              <a:rPr lang="en-AU" dirty="0"/>
              <a:t> do we round and estimate and how do we know when to use each?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BD496B-C20F-410B-80EC-87BAC8E7B15A}"/>
              </a:ext>
            </a:extLst>
          </p:cNvPr>
          <p:cNvSpPr txBox="1"/>
          <p:nvPr/>
        </p:nvSpPr>
        <p:spPr>
          <a:xfrm>
            <a:off x="3275856" y="908720"/>
            <a:ext cx="266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for lesson 2-3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504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95" y="326089"/>
            <a:ext cx="8229600" cy="1143000"/>
          </a:xfrm>
        </p:spPr>
        <p:txBody>
          <a:bodyPr/>
          <a:lstStyle/>
          <a:p>
            <a:r>
              <a:rPr lang="en-AU" dirty="0"/>
              <a:t>rounding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105854"/>
            <a:ext cx="7632848" cy="5724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16216" y="404664"/>
            <a:ext cx="2160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This is for rounding whole numbers. We do the same thing when we have decimal places too.</a:t>
            </a:r>
          </a:p>
        </p:txBody>
      </p:sp>
    </p:spTree>
    <p:extLst>
      <p:ext uri="{BB962C8B-B14F-4D97-AF65-F5344CB8AC3E}">
        <p14:creationId xmlns:p14="http://schemas.microsoft.com/office/powerpoint/2010/main" val="248466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AutoShape 2" descr="Image result for Rounding numb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77500" cy="809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60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Round 6.93247 to 4dp </a:t>
            </a:r>
          </a:p>
          <a:p>
            <a:r>
              <a:rPr lang="en-AU" dirty="0"/>
              <a:t>-this means I want exactly 4 decimal places in my answer.</a:t>
            </a:r>
          </a:p>
          <a:p>
            <a:r>
              <a:rPr lang="en-AU" dirty="0"/>
              <a:t>6.93247</a:t>
            </a:r>
          </a:p>
          <a:p>
            <a:r>
              <a:rPr lang="en-AU" dirty="0"/>
              <a:t>6.9325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Rounding to a number of decimal places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123728" y="2659224"/>
            <a:ext cx="0" cy="14401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83768" y="3356992"/>
            <a:ext cx="1296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Is the 7 five or more?</a:t>
            </a:r>
          </a:p>
          <a:p>
            <a:r>
              <a:rPr lang="en-AU" dirty="0"/>
              <a:t>Yes then the 4 will indeed become a 5.</a:t>
            </a:r>
          </a:p>
        </p:txBody>
      </p:sp>
      <p:pic>
        <p:nvPicPr>
          <p:cNvPr id="2052" name="Picture 4" descr="Image result for Rounding number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781003"/>
            <a:ext cx="5276114" cy="407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85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Round to 10, 100, 1000 excel spreadsheet</a:t>
            </a:r>
          </a:p>
          <a:p>
            <a:r>
              <a:rPr lang="en-US" dirty="0"/>
              <a:t>Rounding to decimal places excel spreadsheet</a:t>
            </a:r>
          </a:p>
          <a:p>
            <a:r>
              <a:rPr lang="en-US" dirty="0"/>
              <a:t>Rounding off decimals worksheet- 2 sides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Rounding Practise</a:t>
            </a:r>
          </a:p>
        </p:txBody>
      </p:sp>
    </p:spTree>
    <p:extLst>
      <p:ext uri="{BB962C8B-B14F-4D97-AF65-F5344CB8AC3E}">
        <p14:creationId xmlns:p14="http://schemas.microsoft.com/office/powerpoint/2010/main" val="206776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When we pay in cash we round money to the nearest 5 cents at the end of the transaction.</a:t>
            </a:r>
          </a:p>
          <a:p>
            <a:r>
              <a:rPr lang="en-AU" dirty="0"/>
              <a:t>But if we are paying for items on card we will pay the exact amount.</a:t>
            </a:r>
          </a:p>
          <a:p>
            <a:pPr marL="0" indent="0">
              <a:buNone/>
            </a:pPr>
            <a:r>
              <a:rPr lang="en-AU" dirty="0"/>
              <a:t>$3.98 =$4.00 if you are paying cash</a:t>
            </a:r>
          </a:p>
          <a:p>
            <a:pPr marL="0" indent="0">
              <a:buNone/>
            </a:pPr>
            <a:r>
              <a:rPr lang="en-AU" dirty="0"/>
              <a:t>Now if I buy 3 items at $3.98 </a:t>
            </a:r>
          </a:p>
          <a:p>
            <a:pPr marL="0" indent="0">
              <a:buNone/>
            </a:pPr>
            <a:r>
              <a:rPr lang="en-AU" dirty="0"/>
              <a:t>how much will I pay if using cash? Card?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Money</a:t>
            </a:r>
            <a:br>
              <a:rPr lang="en-AU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7290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do I use estimation to help my calculations?</a:t>
            </a:r>
          </a:p>
          <a:p>
            <a:r>
              <a:rPr lang="en-AU" dirty="0"/>
              <a:t>Sometimes I don’t need exact answers. I just want an approximate answer?</a:t>
            </a:r>
          </a:p>
          <a:p>
            <a:pPr marL="0" indent="0">
              <a:buNone/>
            </a:pPr>
            <a:r>
              <a:rPr lang="en-AU" dirty="0"/>
              <a:t>Estimate 198 x 12</a:t>
            </a:r>
          </a:p>
          <a:p>
            <a:pPr marL="0" indent="0">
              <a:buNone/>
            </a:pPr>
            <a:r>
              <a:rPr lang="en-AU" dirty="0"/>
              <a:t>198 is almost 200 and 12 is pretty close to 10</a:t>
            </a:r>
          </a:p>
          <a:p>
            <a:pPr marL="0" indent="0">
              <a:buNone/>
            </a:pPr>
            <a:r>
              <a:rPr lang="en-AU" dirty="0"/>
              <a:t>So it is approx. 200x 10.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Estimation</a:t>
            </a:r>
          </a:p>
        </p:txBody>
      </p:sp>
    </p:spTree>
    <p:extLst>
      <p:ext uri="{BB962C8B-B14F-4D97-AF65-F5344CB8AC3E}">
        <p14:creationId xmlns:p14="http://schemas.microsoft.com/office/powerpoint/2010/main" val="3915417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CA3ACFA-45EE-429E-AE15-1AE135C24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2_MONEY worksheet</a:t>
            </a:r>
          </a:p>
        </p:txBody>
      </p:sp>
    </p:spTree>
    <p:extLst>
      <p:ext uri="{BB962C8B-B14F-4D97-AF65-F5344CB8AC3E}">
        <p14:creationId xmlns:p14="http://schemas.microsoft.com/office/powerpoint/2010/main" val="158985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3DBF3D-BE6C-43C9-9F06-336BA6210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Using a variety of questions from the following worksheets, students working in pairs write their answers on mini whiteboards.</a:t>
            </a:r>
          </a:p>
          <a:p>
            <a:r>
              <a:rPr lang="en-US" sz="2000" dirty="0"/>
              <a:t>They get 20 sec (timed using a timer) to write their answers.</a:t>
            </a:r>
          </a:p>
          <a:p>
            <a:r>
              <a:rPr lang="en-US" sz="2000" dirty="0"/>
              <a:t>Correct answers- students get to choose if they want to shoot a goal from 1 point mark in classroom or 3 </a:t>
            </a:r>
            <a:r>
              <a:rPr lang="en-US" sz="2000" dirty="0" err="1"/>
              <a:t>pt</a:t>
            </a:r>
            <a:r>
              <a:rPr lang="en-US" sz="2000" dirty="0"/>
              <a:t> or 5 pt. Teacher to keep scoreboard</a:t>
            </a:r>
          </a:p>
          <a:p>
            <a:r>
              <a:rPr lang="en-US" sz="2000" dirty="0"/>
              <a:t>Worksheets:</a:t>
            </a:r>
          </a:p>
          <a:p>
            <a:pPr lvl="1"/>
            <a:r>
              <a:rPr lang="en-US" sz="1600" dirty="0"/>
              <a:t>2_Money 1 workhseet.pdf</a:t>
            </a:r>
          </a:p>
          <a:p>
            <a:pPr lvl="1"/>
            <a:r>
              <a:rPr lang="en-US" sz="1600" dirty="0"/>
              <a:t>2_Money 2 workhseet.pdf</a:t>
            </a:r>
          </a:p>
          <a:p>
            <a:pPr lvl="1"/>
            <a:r>
              <a:rPr lang="en-US" sz="1600" dirty="0"/>
              <a:t>2_Rounding questions</a:t>
            </a:r>
          </a:p>
          <a:p>
            <a:endParaRPr lang="en-A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8F1117-A75C-4BCA-9F12-50057043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 BASKETBALL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82536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102</TotalTime>
  <Words>318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Lucida Sans Unicode</vt:lpstr>
      <vt:lpstr>Verdana</vt:lpstr>
      <vt:lpstr>Wingdings 2</vt:lpstr>
      <vt:lpstr>Wingdings 3</vt:lpstr>
      <vt:lpstr>Concourse</vt:lpstr>
      <vt:lpstr>Rounding and estimating</vt:lpstr>
      <vt:lpstr>rounding</vt:lpstr>
      <vt:lpstr>PowerPoint Presentation</vt:lpstr>
      <vt:lpstr>Rounding to a number of decimal places</vt:lpstr>
      <vt:lpstr>Rounding Practise</vt:lpstr>
      <vt:lpstr>Money </vt:lpstr>
      <vt:lpstr>Estimation</vt:lpstr>
      <vt:lpstr>PowerPoint Presentation</vt:lpstr>
      <vt:lpstr>Practice BASKETBALL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Rounding and estimating</dc:title>
  <dc:creator>MILLER Belinda</dc:creator>
  <cp:lastModifiedBy>JAMES Sarah [Baldivis Secondary College]</cp:lastModifiedBy>
  <cp:revision>8</cp:revision>
  <dcterms:created xsi:type="dcterms:W3CDTF">2017-07-30T23:51:16Z</dcterms:created>
  <dcterms:modified xsi:type="dcterms:W3CDTF">2018-06-18T12:25:23Z</dcterms:modified>
</cp:coreProperties>
</file>