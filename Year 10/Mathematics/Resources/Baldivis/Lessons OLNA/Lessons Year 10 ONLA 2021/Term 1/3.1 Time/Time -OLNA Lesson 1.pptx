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04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67C0C-D798-4D62-9A3D-9224417AB980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02717-B109-4F44-BFCD-41168F4877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166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Teachers</a:t>
            </a:r>
            <a:r>
              <a:rPr lang="en-AU" baseline="0" dirty="0" smtClean="0"/>
              <a:t> to use clock on wall as well to ask students questions about time. Hand out clock sheet for students to draw this on and glue into their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602717-B109-4F44-BFCD-41168F48776C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7311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602717-B109-4F44-BFCD-41168F48776C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0271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883EB668-DB82-4DBF-B378-7428100A4B0E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nline-stopwatch.com/countdown-timer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Time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EQ: </a:t>
            </a:r>
            <a:r>
              <a:rPr lang="en-AU" dirty="0" smtClean="0"/>
              <a:t>What time facts do you need to solve problems for OLNA? How do you know how long you have worked in a week?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6441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Time facts</a:t>
            </a:r>
            <a:endParaRPr lang="en-A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484784"/>
            <a:ext cx="4824536" cy="51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218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OLNA Questions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/>
              <a:t>How many hours in 2 days 8 hours</a:t>
            </a:r>
            <a:r>
              <a:rPr lang="en-AU" b="1" dirty="0" smtClean="0"/>
              <a:t>?</a:t>
            </a:r>
            <a:r>
              <a:rPr lang="en-AU" b="1" dirty="0"/>
              <a:t> </a:t>
            </a:r>
            <a:endParaRPr lang="en-AU" b="1" dirty="0" smtClean="0"/>
          </a:p>
          <a:p>
            <a:endParaRPr lang="en-AU" b="1" dirty="0" smtClean="0"/>
          </a:p>
          <a:p>
            <a:r>
              <a:rPr lang="en-AU" b="1" dirty="0" smtClean="0"/>
              <a:t>How </a:t>
            </a:r>
            <a:r>
              <a:rPr lang="en-AU" b="1" dirty="0"/>
              <a:t>many seconds in 2 minutes 45 seconds</a:t>
            </a:r>
            <a:r>
              <a:rPr lang="en-AU" b="1" dirty="0" smtClean="0"/>
              <a:t>?</a:t>
            </a:r>
          </a:p>
          <a:p>
            <a:pPr marL="0" indent="0">
              <a:buNone/>
            </a:pPr>
            <a:r>
              <a:rPr lang="en-AU" b="1" dirty="0"/>
              <a:t> </a:t>
            </a:r>
            <a:endParaRPr lang="en-AU" b="1" dirty="0" smtClean="0"/>
          </a:p>
          <a:p>
            <a:r>
              <a:rPr lang="en-AU" b="1" dirty="0"/>
              <a:t>How many minutes in 1.5 hours?</a:t>
            </a:r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b="1" dirty="0" smtClean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680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" t="8485" r="30455" b="11667"/>
          <a:stretch/>
        </p:blipFill>
        <p:spPr bwMode="auto">
          <a:xfrm>
            <a:off x="1" y="332656"/>
            <a:ext cx="9701782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92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AU" dirty="0" smtClean="0"/>
              <a:t>Can you tell the time?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56792"/>
            <a:ext cx="7920494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404664"/>
            <a:ext cx="1979712" cy="67403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2400" b="1" dirty="0" smtClean="0"/>
              <a:t>This is how we speak time from an analogue clock.</a:t>
            </a:r>
          </a:p>
          <a:p>
            <a:endParaRPr lang="en-AU" sz="2400" b="1" dirty="0"/>
          </a:p>
          <a:p>
            <a:r>
              <a:rPr lang="en-AU" sz="2400" b="1" dirty="0" smtClean="0"/>
              <a:t>Draw this onto the clock face hand out and stick it onto your notes page. You have </a:t>
            </a:r>
            <a:r>
              <a:rPr lang="en-AU" sz="2400" b="1" dirty="0"/>
              <a:t>5</a:t>
            </a:r>
            <a:r>
              <a:rPr lang="en-AU" sz="2400" b="1" dirty="0" smtClean="0"/>
              <a:t> minutes!</a:t>
            </a:r>
          </a:p>
          <a:p>
            <a:endParaRPr lang="en-AU" sz="2400" b="1" dirty="0"/>
          </a:p>
          <a:p>
            <a:r>
              <a:rPr lang="en-AU" sz="2400" b="1" dirty="0" smtClean="0"/>
              <a:t>HURRY UP ALREADY!!!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407572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Write the digital time and say the time in words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9" t="16333" r="4680" b="33676"/>
          <a:stretch/>
        </p:blipFill>
        <p:spPr bwMode="auto">
          <a:xfrm>
            <a:off x="683568" y="1563025"/>
            <a:ext cx="7488832" cy="5313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763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CARD MATCH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619672" y="2132856"/>
            <a:ext cx="439248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Match the digital time with the analogue clock and the time written in words. </a:t>
            </a:r>
          </a:p>
          <a:p>
            <a:endParaRPr lang="en-AU" sz="2400" dirty="0"/>
          </a:p>
          <a:p>
            <a:r>
              <a:rPr lang="en-AU" sz="2400" dirty="0" smtClean="0"/>
              <a:t>Set the timer You have 4.5 minutes. How long is that?</a:t>
            </a:r>
          </a:p>
          <a:p>
            <a:endParaRPr lang="en-AU" sz="2400" dirty="0" smtClean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1835696" y="486916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 smtClean="0">
                <a:hlinkClick r:id="rId2"/>
              </a:rPr>
              <a:t>http://www.online-stopwatch.com/countdown-timer/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6089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Elapsed time</a:t>
            </a:r>
            <a:endParaRPr lang="en-AU" dirty="0"/>
          </a:p>
        </p:txBody>
      </p:sp>
      <p:sp>
        <p:nvSpPr>
          <p:cNvPr id="6" name="Rectangle 5"/>
          <p:cNvSpPr/>
          <p:nvPr/>
        </p:nvSpPr>
        <p:spPr>
          <a:xfrm>
            <a:off x="827584" y="1628800"/>
            <a:ext cx="60304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AU" dirty="0"/>
              <a:t>A plane leaves Melbourne at </a:t>
            </a:r>
            <a:r>
              <a:rPr lang="en-AU" b="1" dirty="0"/>
              <a:t>09:35</a:t>
            </a:r>
            <a:r>
              <a:rPr lang="en-AU" dirty="0"/>
              <a:t> and arrives in Tokyo at </a:t>
            </a:r>
            <a:r>
              <a:rPr lang="en-AU" b="1" dirty="0"/>
              <a:t>20:05</a:t>
            </a:r>
            <a:r>
              <a:rPr lang="en-AU" dirty="0"/>
              <a:t> (Melbourne time).</a:t>
            </a:r>
          </a:p>
          <a:p>
            <a:pPr fontAlgn="base"/>
            <a:r>
              <a:rPr lang="en-AU" b="1" dirty="0"/>
              <a:t>How long did the flight take?</a:t>
            </a:r>
            <a:endParaRPr lang="en-AU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187624" y="4017248"/>
            <a:ext cx="6552728" cy="7200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31640" y="4365104"/>
            <a:ext cx="5832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Start at 9:35 add on one hour at a time. Write the times under each arrow, until you add the next hour and it will go too far. Then start counting  in 5 minute lots. </a:t>
            </a:r>
            <a:endParaRPr lang="en-AU" dirty="0"/>
          </a:p>
        </p:txBody>
      </p:sp>
      <p:sp>
        <p:nvSpPr>
          <p:cNvPr id="12" name="Curved Down Arrow 11"/>
          <p:cNvSpPr/>
          <p:nvPr/>
        </p:nvSpPr>
        <p:spPr>
          <a:xfrm>
            <a:off x="2267744" y="3645024"/>
            <a:ext cx="936104" cy="36004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400" y="3629704"/>
            <a:ext cx="950913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Curved Down Arrow 13"/>
          <p:cNvSpPr/>
          <p:nvPr/>
        </p:nvSpPr>
        <p:spPr>
          <a:xfrm>
            <a:off x="5128933" y="3653839"/>
            <a:ext cx="936104" cy="36004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5" name="Curved Down Arrow 14"/>
          <p:cNvSpPr/>
          <p:nvPr/>
        </p:nvSpPr>
        <p:spPr>
          <a:xfrm>
            <a:off x="4192829" y="3657208"/>
            <a:ext cx="936104" cy="36004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511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Your practise time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619672" y="2060848"/>
            <a:ext cx="5976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have 6 minutes to complete the worksheet on elapsed time. Your teacher will work through the first one on the board for you. – the easy way!!</a:t>
            </a:r>
          </a:p>
          <a:p>
            <a:endParaRPr lang="en-AU" dirty="0"/>
          </a:p>
          <a:p>
            <a:r>
              <a:rPr lang="en-AU" dirty="0" smtClean="0"/>
              <a:t>Staple it into your note book on the LHS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919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0"/>
            <a:ext cx="8003232" cy="1052736"/>
          </a:xfrm>
        </p:spPr>
        <p:txBody>
          <a:bodyPr/>
          <a:lstStyle/>
          <a:p>
            <a:r>
              <a:rPr lang="en-AU" dirty="0" smtClean="0"/>
              <a:t>OLNA questions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547664" y="1700808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83568" y="1052736"/>
            <a:ext cx="7848872" cy="8217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AU" sz="2000" dirty="0" smtClean="0"/>
              <a:t>1. A </a:t>
            </a:r>
            <a:r>
              <a:rPr lang="en-AU" sz="2000" dirty="0"/>
              <a:t>hard-disc recorder was set to begin taping a show at </a:t>
            </a:r>
            <a:r>
              <a:rPr lang="en-AU" sz="2000" b="1" dirty="0"/>
              <a:t>18:35</a:t>
            </a:r>
            <a:r>
              <a:rPr lang="en-AU" sz="2000" dirty="0"/>
              <a:t>.</a:t>
            </a:r>
          </a:p>
          <a:p>
            <a:pPr fontAlgn="base"/>
            <a:r>
              <a:rPr lang="en-AU" sz="2000" dirty="0"/>
              <a:t>It ended at </a:t>
            </a:r>
            <a:r>
              <a:rPr lang="en-AU" sz="2000" b="1" dirty="0"/>
              <a:t>20:15</a:t>
            </a:r>
            <a:r>
              <a:rPr lang="en-AU" sz="2000" dirty="0"/>
              <a:t>. </a:t>
            </a:r>
            <a:r>
              <a:rPr lang="en-AU" sz="2000" b="1" dirty="0"/>
              <a:t>How long was the show?</a:t>
            </a:r>
            <a:endParaRPr lang="en-AU" sz="2000" dirty="0"/>
          </a:p>
          <a:p>
            <a:pPr fontAlgn="base"/>
            <a:endParaRPr lang="en-AU" sz="2000" dirty="0" smtClean="0"/>
          </a:p>
          <a:p>
            <a:pPr fontAlgn="base"/>
            <a:endParaRPr lang="en-AU" sz="2000" dirty="0"/>
          </a:p>
          <a:p>
            <a:pPr fontAlgn="base"/>
            <a:r>
              <a:rPr lang="en-AU" sz="2000" dirty="0" smtClean="0"/>
              <a:t>2. Chloe </a:t>
            </a:r>
            <a:r>
              <a:rPr lang="en-AU" sz="2000" dirty="0"/>
              <a:t>works the following hours at her part time job on the weekend.</a:t>
            </a:r>
          </a:p>
          <a:p>
            <a:pPr fontAlgn="base"/>
            <a:r>
              <a:rPr lang="en-AU" sz="2000" b="1" dirty="0"/>
              <a:t>Sat: 9 am until 4 pm, with one hour break for lunch.</a:t>
            </a:r>
            <a:endParaRPr lang="en-AU" sz="2000" dirty="0"/>
          </a:p>
          <a:p>
            <a:pPr fontAlgn="base"/>
            <a:r>
              <a:rPr lang="en-AU" sz="2000" b="1" dirty="0"/>
              <a:t>Sun: 8:30 am until 5:30 pm, with a one hour break for lunch.</a:t>
            </a:r>
            <a:endParaRPr lang="en-AU" sz="2000" dirty="0"/>
          </a:p>
          <a:p>
            <a:pPr fontAlgn="base"/>
            <a:r>
              <a:rPr lang="en-AU" sz="2000" b="1" dirty="0"/>
              <a:t>For how many hours does Chloe get paid if she does not get paid for lunch?</a:t>
            </a:r>
            <a:endParaRPr lang="en-AU" sz="2000" dirty="0"/>
          </a:p>
          <a:p>
            <a:pPr fontAlgn="base"/>
            <a:r>
              <a:rPr lang="en-AU" sz="2000" b="1" dirty="0"/>
              <a:t> </a:t>
            </a:r>
            <a:endParaRPr lang="en-AU" sz="2000" b="1" dirty="0" smtClean="0"/>
          </a:p>
          <a:p>
            <a:pPr fontAlgn="base"/>
            <a:endParaRPr lang="en-AU" sz="2000" dirty="0"/>
          </a:p>
          <a:p>
            <a:pPr fontAlgn="base"/>
            <a:r>
              <a:rPr lang="en-AU" sz="2000" dirty="0" smtClean="0"/>
              <a:t>3. Study</a:t>
            </a:r>
            <a:r>
              <a:rPr lang="en-AU" sz="2000" dirty="0"/>
              <a:t> this </a:t>
            </a:r>
            <a:r>
              <a:rPr lang="en-AU" sz="2000" dirty="0" err="1"/>
              <a:t>paysheet</a:t>
            </a:r>
            <a:r>
              <a:rPr lang="en-AU" sz="2000" dirty="0"/>
              <a:t> for Kate and work out</a:t>
            </a:r>
          </a:p>
          <a:p>
            <a:pPr fontAlgn="base"/>
            <a:r>
              <a:rPr lang="en-AU" sz="2000" b="1" dirty="0"/>
              <a:t>for how many hours she will be paid. She is not paid for her lunch breaks.</a:t>
            </a:r>
            <a:endParaRPr lang="en-AU" sz="2000" dirty="0"/>
          </a:p>
          <a:p>
            <a:pPr fontAlgn="base"/>
            <a:r>
              <a:rPr lang="en-AU" sz="2000" b="1" dirty="0"/>
              <a:t>Monday: Start at 8:30, Finish at 5:30 with 1 hour for lunch</a:t>
            </a:r>
            <a:endParaRPr lang="en-AU" sz="2000" dirty="0"/>
          </a:p>
          <a:p>
            <a:pPr fontAlgn="base"/>
            <a:r>
              <a:rPr lang="en-AU" sz="2000" b="1" dirty="0"/>
              <a:t>Tuesday: Start at 8:00, Finish at 5:00 with 1 hour for lunch.</a:t>
            </a:r>
            <a:endParaRPr lang="en-AU" sz="2000" dirty="0"/>
          </a:p>
          <a:p>
            <a:pPr fontAlgn="base"/>
            <a:r>
              <a:rPr lang="en-AU" sz="2000" b="1" dirty="0"/>
              <a:t>Wednesday: Start at 8:45, Finish at 12:45.</a:t>
            </a:r>
            <a:endParaRPr lang="en-AU" sz="2000" dirty="0"/>
          </a:p>
          <a:p>
            <a:pPr fontAlgn="base"/>
            <a:r>
              <a:rPr lang="en-AU" sz="2000" dirty="0"/>
              <a:t> </a:t>
            </a:r>
          </a:p>
          <a:p>
            <a:pPr fontAlgn="base"/>
            <a:endParaRPr lang="en-AU" sz="2000" dirty="0" smtClean="0"/>
          </a:p>
          <a:p>
            <a:pPr fontAlgn="base"/>
            <a:endParaRPr lang="en-AU" dirty="0"/>
          </a:p>
          <a:p>
            <a:pPr fontAlgn="base"/>
            <a:endParaRPr lang="en-AU" dirty="0" smtClean="0"/>
          </a:p>
          <a:p>
            <a:pPr fontAlgn="base"/>
            <a:endParaRPr lang="en-AU" dirty="0"/>
          </a:p>
          <a:p>
            <a:pPr fontAlgn="base"/>
            <a:endParaRPr lang="en-AU" dirty="0" smtClean="0"/>
          </a:p>
          <a:p>
            <a:pPr fontAlgn="base"/>
            <a:endParaRPr lang="en-AU" dirty="0"/>
          </a:p>
          <a:p>
            <a:pPr fontAlgn="base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7074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1037</TotalTime>
  <Words>273</Words>
  <Application>Microsoft Office PowerPoint</Application>
  <PresentationFormat>On-screen Show (4:3)</PresentationFormat>
  <Paragraphs>58</Paragraphs>
  <Slides>10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Executive</vt:lpstr>
      <vt:lpstr>Time</vt:lpstr>
      <vt:lpstr>Time facts</vt:lpstr>
      <vt:lpstr>OLNA Questions </vt:lpstr>
      <vt:lpstr>PowerPoint Presentation</vt:lpstr>
      <vt:lpstr>Can you tell the time?</vt:lpstr>
      <vt:lpstr>Write the digital time and say the time in words</vt:lpstr>
      <vt:lpstr>CARD MATCH</vt:lpstr>
      <vt:lpstr>Elapsed time</vt:lpstr>
      <vt:lpstr>Your practise time</vt:lpstr>
      <vt:lpstr>OLNA questions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MILLER Belinda</dc:creator>
  <cp:lastModifiedBy>MILLER Belinda</cp:lastModifiedBy>
  <cp:revision>11</cp:revision>
  <cp:lastPrinted>2017-07-19T02:48:18Z</cp:lastPrinted>
  <dcterms:created xsi:type="dcterms:W3CDTF">2017-07-18T09:31:09Z</dcterms:created>
  <dcterms:modified xsi:type="dcterms:W3CDTF">2017-07-19T02:48:32Z</dcterms:modified>
</cp:coreProperties>
</file>