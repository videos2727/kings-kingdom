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8" r:id="rId3"/>
    <p:sldId id="263" r:id="rId4"/>
    <p:sldId id="269" r:id="rId5"/>
    <p:sldId id="270" r:id="rId6"/>
    <p:sldId id="271" r:id="rId7"/>
    <p:sldId id="265" r:id="rId8"/>
    <p:sldId id="272" r:id="rId9"/>
    <p:sldId id="264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64E22-9069-4E70-AA22-4580BE5F8264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387BE-95D0-47C6-A5B3-85385AF03E8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641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9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97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00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10A90-8D80-4C54-8292-EA26FDB160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2887E8-EC9C-4847-92CF-FF29246A9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951F7-F403-45AA-84A7-3037E19F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BB29B-440A-4B72-9008-0A2E7901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68F74-31B4-43A5-BE24-65FAA802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35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0BDDE-BFDF-49EE-AB52-012EF152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B4789-B58C-4AD2-9E45-5849AF92D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7CCEA-6D60-4A38-B0F6-4F152FC41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F816-6C61-48A6-913A-4C2131D3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FFD9B-DEC9-4A77-95DA-BB872AF8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453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10F06-6FC3-49BA-85D3-3A1A2BE5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59458-FFEF-4C3A-9828-58E31D09E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1811-2048-4128-8472-52B546BB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F082C-9A1C-403F-B3EF-DCFD9722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CC3FA-8E10-438A-8202-35A564AB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300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8DA3-F23E-4A65-8043-70C2F3F4B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90635-21AB-4A10-9E0D-61F18FA9B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39C8B-0365-411B-AB99-30AACDA9E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A32C52-D554-40EC-85C6-301ED23F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6A022-2FCF-42B2-A4FA-43A5D1BB2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EDB82-D229-4A7B-B19E-79EC0392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1321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CF2BB-E914-4E1C-B801-EC5BAED5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FA798-B13B-4CEF-AD95-8837AAD10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C9B54-1624-4AD9-9EE1-3C9336165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02113-05C5-4209-BA6F-D97B03436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BFABB-7AF4-4404-99FA-6FCF0CA70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24F0AF-93CA-4CBD-847D-B9393733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377712-5A2B-4A0C-A39C-6135F17E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E40D4-7DE4-4843-B6DD-D3925CC6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62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7D16D-2F17-483A-B82B-33DC6156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B3497-0A58-4C0C-AF23-A3AA9167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4314FB-8A75-4ED0-ADA3-C2151175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3926F0-8E59-4DCB-8A78-358965F3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941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19C536-82B7-460C-A434-7C7A2973F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F89DCD-2752-453D-B0C9-E657ED0B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183B4-070D-41F8-8BFC-05F215631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3790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E37B-6574-4D32-A2D1-E1015B83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A697C-184A-4B82-8F3D-FCAC177B90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C8B34-05D4-42AB-9A08-479D24817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B9803-6DBD-4047-B1D4-1A7077235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B10D7-CF32-40D2-8A7F-6255A889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7AD2E-CB07-4ECD-AFEC-DDAD365C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114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2E50-CA37-447E-B895-33CDC807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2B516-9B0B-4E17-B944-E0336480CF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DB145-53FE-4A89-9BC9-3C98E6FDF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E1760-3B03-4AA7-B7CC-89240FDD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B534-7018-4406-8CCE-400D5540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182EA-F8F0-4A05-B358-B1282C810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209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C71E-A9A2-4A2A-9069-6F86A30C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F201C-8D64-4B89-BFBC-CB2D537D2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B9CE4-AEC5-4AD2-86E8-0902F83E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33AFF-2197-414E-9663-750C081E1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5CE31-F107-45DD-B938-AC9DB797E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3731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31B71F-281E-47DD-AD34-B99DAB963D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C0D5A-BEE7-4598-B87A-12A3872086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7AEF3-3031-4AED-BBA0-D39FF6FB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DC4A-015E-4C3C-BA9C-E4AAF9F13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EDAE1-51DC-4881-9EB0-1CD6746BD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6204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99614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64283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1332040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9553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99869-DB8D-4E19-A5A8-929E79D04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95596-4801-4DE1-9139-C5CCDBC2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B28AD-A85F-407C-9638-BB7C6AD13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9F3C9-AB22-469B-A208-90F118A672BD}" type="datetimeFigureOut">
              <a:rPr lang="en-AU" smtClean="0"/>
              <a:t>10/02/2019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08BA4-86A3-4465-996C-197CB5AE1D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FABFA-90C0-4364-A230-431B780CA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3F8A5-F40E-4CAF-9E96-B77BFEA650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565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10 OLNA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Number Strategies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692524" y="3181487"/>
            <a:ext cx="10845051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Subtraction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What strategies can we use to subtract numbers and money?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65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Subtraction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Mental Strategy 1</a:t>
            </a:r>
          </a:p>
          <a:p>
            <a:pPr algn="ctr" defTabSz="914126"/>
            <a:endParaRPr lang="en-US" sz="28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Jump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strategies can we use to subtract numbers and money?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B56B98C-81E9-49BE-8B36-25154E1BB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634" y="1423916"/>
            <a:ext cx="10193780" cy="31778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1E4139A-E2E1-4846-BB62-B0D969DAECCC}"/>
              </a:ext>
            </a:extLst>
          </p:cNvPr>
          <p:cNvSpPr/>
          <p:nvPr/>
        </p:nvSpPr>
        <p:spPr>
          <a:xfrm>
            <a:off x="2246508" y="2030506"/>
            <a:ext cx="3596238" cy="329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78103-553A-4442-A7F5-1A9972B4AB2D}"/>
              </a:ext>
            </a:extLst>
          </p:cNvPr>
          <p:cNvSpPr/>
          <p:nvPr/>
        </p:nvSpPr>
        <p:spPr>
          <a:xfrm>
            <a:off x="2246508" y="2390503"/>
            <a:ext cx="3596238" cy="329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E4B77A-3AE1-4771-80D2-67FD96EE1294}"/>
              </a:ext>
            </a:extLst>
          </p:cNvPr>
          <p:cNvSpPr/>
          <p:nvPr/>
        </p:nvSpPr>
        <p:spPr>
          <a:xfrm>
            <a:off x="2246508" y="2795934"/>
            <a:ext cx="9405368" cy="11171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277FF7-AE46-4D1B-9A0E-DB1256464AC2}"/>
              </a:ext>
            </a:extLst>
          </p:cNvPr>
          <p:cNvSpPr/>
          <p:nvPr/>
        </p:nvSpPr>
        <p:spPr>
          <a:xfrm>
            <a:off x="5417773" y="3989072"/>
            <a:ext cx="3596238" cy="329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DA027F-7732-4AC0-BDFF-AA076479BD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99" b="3443"/>
          <a:stretch/>
        </p:blipFill>
        <p:spPr>
          <a:xfrm>
            <a:off x="141194" y="234763"/>
            <a:ext cx="9984441" cy="627236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703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391A55-5C88-4363-B5B2-1F30D4379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12"/>
            <a:ext cx="12192000" cy="2517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CE599D-3E88-4513-98C2-E57314591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6334"/>
            <a:ext cx="12192000" cy="193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83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222AAB-9E68-4B63-983A-4136AA7573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895"/>
          <a:stretch/>
        </p:blipFill>
        <p:spPr>
          <a:xfrm>
            <a:off x="0" y="427456"/>
            <a:ext cx="12192000" cy="18770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5D6DC9-A5C0-4EC8-9872-3C5EC27F6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128"/>
          <a:stretch/>
        </p:blipFill>
        <p:spPr>
          <a:xfrm>
            <a:off x="0" y="3429000"/>
            <a:ext cx="12192000" cy="2063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15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7648C7-2390-4E32-AED2-59DDF93E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242"/>
            <a:ext cx="12192000" cy="527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78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2ECF74-1904-4EB2-9A74-23894DDD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206" y="1429175"/>
            <a:ext cx="10165975" cy="3146123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653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Subtraction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Mental Strategy 2</a:t>
            </a:r>
          </a:p>
          <a:p>
            <a:pPr algn="ctr" defTabSz="914126"/>
            <a:endParaRPr lang="en-US" sz="2800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Split Method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strategies can we use to subtract numbers and money? 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0C78103-553A-4442-A7F5-1A9972B4AB2D}"/>
              </a:ext>
            </a:extLst>
          </p:cNvPr>
          <p:cNvSpPr/>
          <p:nvPr/>
        </p:nvSpPr>
        <p:spPr>
          <a:xfrm>
            <a:off x="2132208" y="2930836"/>
            <a:ext cx="2312045" cy="1278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F34E7E-8F9A-46B6-BDAA-A03CEB5A1A4A}"/>
              </a:ext>
            </a:extLst>
          </p:cNvPr>
          <p:cNvSpPr/>
          <p:nvPr/>
        </p:nvSpPr>
        <p:spPr>
          <a:xfrm>
            <a:off x="1934393" y="1422062"/>
            <a:ext cx="6839813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9A0BB0-0DF4-459C-8F41-7E8395DF166E}"/>
              </a:ext>
            </a:extLst>
          </p:cNvPr>
          <p:cNvSpPr/>
          <p:nvPr/>
        </p:nvSpPr>
        <p:spPr>
          <a:xfrm>
            <a:off x="4444253" y="2930836"/>
            <a:ext cx="2064123" cy="912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5EAD67-AE75-4066-9C5B-24CF005D9977}"/>
              </a:ext>
            </a:extLst>
          </p:cNvPr>
          <p:cNvSpPr/>
          <p:nvPr/>
        </p:nvSpPr>
        <p:spPr>
          <a:xfrm>
            <a:off x="6508376" y="2930836"/>
            <a:ext cx="1875865" cy="9125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717AB9-FB1B-4236-AEC1-1E605A1C2308}"/>
              </a:ext>
            </a:extLst>
          </p:cNvPr>
          <p:cNvSpPr/>
          <p:nvPr/>
        </p:nvSpPr>
        <p:spPr>
          <a:xfrm>
            <a:off x="8399930" y="3320120"/>
            <a:ext cx="1503830" cy="4652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253C35-C87B-4028-B2BD-7DB6469A795B}"/>
              </a:ext>
            </a:extLst>
          </p:cNvPr>
          <p:cNvSpPr/>
          <p:nvPr/>
        </p:nvSpPr>
        <p:spPr>
          <a:xfrm>
            <a:off x="6096000" y="3850454"/>
            <a:ext cx="1875864" cy="46522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4662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7286232-DF4F-44BC-9BDA-B7697F5A7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580"/>
            <a:ext cx="12192000" cy="14285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E67B64-8365-4308-9879-B19F7641A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85538"/>
            <a:ext cx="12192000" cy="478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56EB183-890B-43E5-9B09-363C7EECA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5086"/>
            <a:ext cx="12192000" cy="5827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7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72</Words>
  <Application>Microsoft Office PowerPoint</Application>
  <PresentationFormat>Widescreen</PresentationFormat>
  <Paragraphs>26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Office Theme</vt:lpstr>
      <vt:lpstr>Number Strategies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Strategies</dc:title>
  <dc:creator>Nine Stretch</dc:creator>
  <cp:lastModifiedBy>Nine Stretch</cp:lastModifiedBy>
  <cp:revision>8</cp:revision>
  <dcterms:created xsi:type="dcterms:W3CDTF">2019-02-10T02:48:40Z</dcterms:created>
  <dcterms:modified xsi:type="dcterms:W3CDTF">2019-02-10T03:01:45Z</dcterms:modified>
</cp:coreProperties>
</file>