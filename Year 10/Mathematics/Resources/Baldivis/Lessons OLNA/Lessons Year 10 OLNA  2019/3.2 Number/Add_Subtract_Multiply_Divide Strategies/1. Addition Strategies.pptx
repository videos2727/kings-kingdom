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1" r:id="rId3"/>
    <p:sldId id="268" r:id="rId4"/>
    <p:sldId id="263" r:id="rId5"/>
    <p:sldId id="269" r:id="rId6"/>
    <p:sldId id="270" r:id="rId7"/>
    <p:sldId id="271" r:id="rId8"/>
    <p:sldId id="272" r:id="rId9"/>
    <p:sldId id="273" r:id="rId10"/>
    <p:sldId id="265" r:id="rId11"/>
    <p:sldId id="274" r:id="rId12"/>
    <p:sldId id="26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75484" autoAdjust="0"/>
  </p:normalViewPr>
  <p:slideViewPr>
    <p:cSldViewPr snapToGrid="0">
      <p:cViewPr varScale="1">
        <p:scale>
          <a:sx n="71" d="100"/>
          <a:sy n="71" d="100"/>
        </p:scale>
        <p:origin x="69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3063E-93ED-41AA-B14D-9155B5B15A82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3E76-90C3-4B11-9A5D-4E383F84D5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569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9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85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Write on board:</a:t>
            </a:r>
          </a:p>
          <a:p>
            <a:pPr marL="228600" indent="-228600">
              <a:buAutoNum type="arabicPeriod"/>
            </a:pPr>
            <a:r>
              <a:rPr lang="en-AU" dirty="0"/>
              <a:t>Flies from </a:t>
            </a:r>
            <a:r>
              <a:rPr lang="en-AU" dirty="0" err="1"/>
              <a:t>Lotor</a:t>
            </a:r>
            <a:r>
              <a:rPr lang="en-AU" dirty="0"/>
              <a:t> to Villa then to Seaport</a:t>
            </a:r>
          </a:p>
          <a:p>
            <a:pPr marL="228600" indent="-228600">
              <a:buAutoNum type="arabicPeriod"/>
            </a:pPr>
            <a:r>
              <a:rPr lang="en-AU" dirty="0"/>
              <a:t>Flies from Sept to </a:t>
            </a:r>
            <a:r>
              <a:rPr lang="en-AU" dirty="0" err="1"/>
              <a:t>Lotor</a:t>
            </a:r>
            <a:r>
              <a:rPr lang="en-AU" dirty="0"/>
              <a:t> then to Villa</a:t>
            </a:r>
          </a:p>
          <a:p>
            <a:pPr marL="228600" indent="-228600">
              <a:buAutoNum type="arabicPeriod"/>
            </a:pPr>
            <a:r>
              <a:rPr lang="en-AU" dirty="0"/>
              <a:t>Flies from Seaport to </a:t>
            </a:r>
            <a:r>
              <a:rPr lang="en-AU" dirty="0" err="1"/>
              <a:t>Effe</a:t>
            </a:r>
            <a:r>
              <a:rPr lang="en-AU" dirty="0"/>
              <a:t> then to Kia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Use split method to work out distances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3E76-90C3-4B11-9A5D-4E383F84D502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240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65E1-DD4C-4647-9132-88C6B4876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B2441-EBBF-4FBC-B784-154E2CF68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B55F3-88F5-45E5-8B5B-08A35F14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B78B-968F-4CAD-ABEA-3360C777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7E47F-9E94-4B3F-8E7F-7530059A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654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A3B2-28DF-4714-A70A-370C5D07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6E88-1ECB-4C45-9E66-ABCF1C3B8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96F65-7DFC-40EE-ACEB-EF13EDE2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80628-6727-4BD5-B6E3-4613EDF8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539E0-9002-4DE3-B616-75E4EB16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73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8E15-0B1E-46E9-A412-1A1C53A0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329A2-29B1-4F0F-AF80-93D2AC0ED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D4C3D-EEAB-45F0-9E2F-4C7AEA57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D345-F7A4-48DD-AA3D-8805D560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8A9C-652D-4D76-AEC4-6A19A029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62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A7A9-9894-443D-B65A-35BC9977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0C5A9-EFC4-4BFF-AE39-E15AF8024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A7B19-27A0-4F5E-A696-197FEC5D0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05B11-0209-46D0-86D4-9B8A6E83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4D3D-10FF-476E-B7C5-12F2602C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68240-EC47-4C2C-8FD4-F7621A8E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77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042F-24D1-44B9-BC1B-1FB1B970F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B0D44-3DE4-44EF-A520-B9416810B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17283-6EF2-4B7A-BB0A-E8E6A0F2E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6603B-BF58-4840-B05D-380BE43E4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1C97BA-89D8-434E-A101-7D3F73CA2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7BF6E-3DCA-4B46-8779-37547101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677A7-08FB-4AC0-A523-1E38D65B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337B96-5666-4A7C-8F3C-042DBE03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70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B74B-2E79-4A38-AB48-AEB7156B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DFC1A-C3ED-4BB8-B03B-129713DF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CF290-1352-4627-8B56-7D3129EE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32C62-83A8-4A77-AA15-A9AE0CD1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95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038FC-DBEA-45D5-916B-EA2A9A3E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C4CBF-3536-457E-84CB-1B53F681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82E4-B52F-4137-BE20-4B5A2E9D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62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061F-20C6-4C71-AA2D-1F8FE592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D0227-4D81-4AC9-9B6E-0484C9DF5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3C3BA-6D8B-4AF7-A57E-8F8327AC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60810-6407-499C-A722-2552FF97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66E38-41F2-4A59-9E5C-24B978F62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97D79-946C-4381-B454-268DD6EF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73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08E5-24EA-4076-B03D-7A6884D2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E3A0D-44B0-4658-BDFA-9A8071940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A82FE-F6E1-4C2A-86CC-A9CB91D2B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8184C-9F06-4BEA-891B-654719B3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55C0B-19C4-42F6-B718-6D1BE1F3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99C1-FE95-4A64-93B4-614D9B86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38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D6CB-4D68-4229-A7DE-BAB3D435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D7052-E3BD-4F4A-B42D-B4D50B5B8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0E5B9-ABF7-477B-97C7-7C6B7D1C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507EB-AA52-4F72-860E-2375A841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05BEB-52E7-497E-B606-DBB3C830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463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82C0E-CD4E-433E-8182-ED9BD5A6C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AC4A1-A0FA-4796-AE52-763122C98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7449-CC7C-4E4B-86D4-16627F05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85AAF-0448-49E2-B47C-6E92E061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0D22-336E-4568-938C-A7C05EAB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4476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96598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019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28489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54095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373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F9BA5-C75A-4095-AB22-4750FFEA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5750A-203C-4BFE-BB2F-0350F8B1E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BDDB-2E11-4D04-A47D-6EB0DC25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CD7A3-147D-4760-BD0F-0BD395C6C53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95EC-11D7-42D3-8358-6749B6D25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22CE8-8BAE-4CDE-9673-4B35007E3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ADD15-F69A-4A97-9276-FF75671AFAB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82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10 OLNA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Number Strategies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813547" y="3181487"/>
            <a:ext cx="10549218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Addition 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What strategies can we use to add numbers and money?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912" y="2864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Last Week Recap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470EA-CD1B-47E3-B2E6-41D8F687FDB0}"/>
              </a:ext>
            </a:extLst>
          </p:cNvPr>
          <p:cNvSpPr txBox="1"/>
          <p:nvPr/>
        </p:nvSpPr>
        <p:spPr>
          <a:xfrm>
            <a:off x="540738" y="1544959"/>
            <a:ext cx="111105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+mj-lt"/>
              <a:buAutoNum type="arabicPeriod"/>
            </a:pPr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Round to 4 decimal places: 36.49184628 ________________</a:t>
            </a:r>
          </a:p>
          <a:p>
            <a:pPr marL="457200" indent="-457200" defTabSz="914126">
              <a:buFont typeface="+mj-lt"/>
              <a:buAutoNum type="arabicPeriod"/>
            </a:pPr>
            <a:endParaRPr lang="en-AU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Round to the nearest 5 cents: $49.33 ___________________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58.382 x 100 = __________________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0.038 x 10 = _______________________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481.48 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÷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1000 = _______________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092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Mental Strategy 1</a:t>
            </a:r>
          </a:p>
          <a:p>
            <a:pPr algn="ctr" defTabSz="914126"/>
            <a:endParaRPr lang="en-US" sz="28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Jump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strategies can we use to add numbers and money?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D645007-99F2-4B5A-B564-F324E30F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39" y="1404060"/>
            <a:ext cx="10213176" cy="31881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1E4F8A-B3FD-4172-AAF8-46777409C789}"/>
              </a:ext>
            </a:extLst>
          </p:cNvPr>
          <p:cNvSpPr/>
          <p:nvPr/>
        </p:nvSpPr>
        <p:spPr>
          <a:xfrm>
            <a:off x="2299447" y="2003612"/>
            <a:ext cx="3381935" cy="316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0269F-1434-44CC-9361-CF4EF6DFE868}"/>
              </a:ext>
            </a:extLst>
          </p:cNvPr>
          <p:cNvSpPr/>
          <p:nvPr/>
        </p:nvSpPr>
        <p:spPr>
          <a:xfrm>
            <a:off x="2299447" y="2719955"/>
            <a:ext cx="9486900" cy="1603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02BDE3-5AF8-4D3D-A1B8-A6FB10D27C8A}"/>
              </a:ext>
            </a:extLst>
          </p:cNvPr>
          <p:cNvSpPr/>
          <p:nvPr/>
        </p:nvSpPr>
        <p:spPr>
          <a:xfrm>
            <a:off x="2299447" y="2354181"/>
            <a:ext cx="3381935" cy="316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FD8EFF-DA96-477D-B46A-B5871F795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7702" y="3843341"/>
            <a:ext cx="1860853" cy="30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021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C5555D-AE4C-40E9-9498-BAFB4AD2D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3028"/>
            <a:ext cx="12192000" cy="501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5B99B-401B-473D-8DC7-FDA56DDE0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50"/>
            <a:ext cx="12192000" cy="3094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EE2707-E48E-4F79-B56A-FA5946E63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6855"/>
            <a:ext cx="121920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2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C400BF-BE55-46E9-98EB-ACBC3184D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726"/>
            <a:ext cx="12192000" cy="249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18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5167A-724B-41EC-BD27-7DF6B2B1A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7"/>
          <a:stretch/>
        </p:blipFill>
        <p:spPr>
          <a:xfrm>
            <a:off x="0" y="73958"/>
            <a:ext cx="12192000" cy="653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5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5167A-724B-41EC-BD27-7DF6B2B1A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" b="38560"/>
          <a:stretch/>
        </p:blipFill>
        <p:spPr>
          <a:xfrm>
            <a:off x="0" y="0"/>
            <a:ext cx="12192000" cy="39467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9F2B59-7CA3-4E0C-B75B-B8A0A6D5F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0056"/>
            <a:ext cx="12192000" cy="110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9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5167A-724B-41EC-BD27-7DF6B2B1A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" b="38560"/>
          <a:stretch/>
        </p:blipFill>
        <p:spPr>
          <a:xfrm>
            <a:off x="0" y="0"/>
            <a:ext cx="12192000" cy="394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C74B50-0987-4523-A791-4A825076B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3946713"/>
            <a:ext cx="1146810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0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092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Mental Strategy 2</a:t>
            </a:r>
          </a:p>
          <a:p>
            <a:pPr algn="ctr" defTabSz="914126"/>
            <a:endParaRPr lang="en-US" sz="28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Split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strategies can we use to add numbers and money?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D28A091-6E4D-4FFC-ABC8-016C57C0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60" y="1357597"/>
            <a:ext cx="10175320" cy="31471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48B450E-9D0C-4976-AD81-F64C03664827}"/>
              </a:ext>
            </a:extLst>
          </p:cNvPr>
          <p:cNvSpPr/>
          <p:nvPr/>
        </p:nvSpPr>
        <p:spPr>
          <a:xfrm>
            <a:off x="1887561" y="1357598"/>
            <a:ext cx="649667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E4F8A-B3FD-4172-AAF8-46777409C789}"/>
              </a:ext>
            </a:extLst>
          </p:cNvPr>
          <p:cNvSpPr/>
          <p:nvPr/>
        </p:nvSpPr>
        <p:spPr>
          <a:xfrm>
            <a:off x="2000910" y="2876784"/>
            <a:ext cx="2268532" cy="1278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9B451-56DE-42E8-B3AE-0442A8EE470D}"/>
              </a:ext>
            </a:extLst>
          </p:cNvPr>
          <p:cNvSpPr/>
          <p:nvPr/>
        </p:nvSpPr>
        <p:spPr>
          <a:xfrm>
            <a:off x="4309473" y="2876784"/>
            <a:ext cx="2037539" cy="8278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985E2D-E098-4A75-8F5B-CBF82FB426BC}"/>
              </a:ext>
            </a:extLst>
          </p:cNvPr>
          <p:cNvSpPr/>
          <p:nvPr/>
        </p:nvSpPr>
        <p:spPr>
          <a:xfrm>
            <a:off x="6387043" y="2876784"/>
            <a:ext cx="1929963" cy="8278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2496CD-4373-4F4D-9AB7-2AA32ACAEFBA}"/>
              </a:ext>
            </a:extLst>
          </p:cNvPr>
          <p:cNvSpPr/>
          <p:nvPr/>
        </p:nvSpPr>
        <p:spPr>
          <a:xfrm>
            <a:off x="8357038" y="3267634"/>
            <a:ext cx="1432422" cy="3697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8DD743-C5D2-4BF5-9E6D-99776928D598}"/>
              </a:ext>
            </a:extLst>
          </p:cNvPr>
          <p:cNvSpPr/>
          <p:nvPr/>
        </p:nvSpPr>
        <p:spPr>
          <a:xfrm>
            <a:off x="5833473" y="3785346"/>
            <a:ext cx="1929962" cy="450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716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A4E764-787E-430F-A71C-D10BF561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8277"/>
            <a:ext cx="12192000" cy="491243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151" y="42825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C16E78-29E6-41E8-B3EA-9709061CB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30"/>
          <a:stretch/>
        </p:blipFill>
        <p:spPr>
          <a:xfrm>
            <a:off x="0" y="0"/>
            <a:ext cx="12094072" cy="593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0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092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Mental Strategy 2</a:t>
            </a:r>
          </a:p>
          <a:p>
            <a:pPr algn="ctr" defTabSz="914126"/>
            <a:endParaRPr lang="en-US" sz="28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Split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strategies can we use to add numbers and money?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A1E4F8A-B3FD-4172-AAF8-46777409C789}"/>
              </a:ext>
            </a:extLst>
          </p:cNvPr>
          <p:cNvSpPr/>
          <p:nvPr/>
        </p:nvSpPr>
        <p:spPr>
          <a:xfrm>
            <a:off x="2000910" y="2876784"/>
            <a:ext cx="2268532" cy="12783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95490F-E099-47D2-948C-9A22299AA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206" y="1423916"/>
            <a:ext cx="10275793" cy="23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9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FB1FCA-23A6-4369-96F3-CE196D54A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5128"/>
            <a:ext cx="12192000" cy="378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3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169</Words>
  <Application>Microsoft Office PowerPoint</Application>
  <PresentationFormat>Widescreen</PresentationFormat>
  <Paragraphs>54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Fragment Core</vt:lpstr>
      <vt:lpstr>Office Theme</vt:lpstr>
      <vt:lpstr>Number Strategies</vt:lpstr>
      <vt:lpstr>Last Week Recap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Strategies</dc:title>
  <dc:creator>Nine Stretch</dc:creator>
  <cp:lastModifiedBy>Nine Stretch</cp:lastModifiedBy>
  <cp:revision>10</cp:revision>
  <dcterms:created xsi:type="dcterms:W3CDTF">2019-02-10T01:50:29Z</dcterms:created>
  <dcterms:modified xsi:type="dcterms:W3CDTF">2019-02-10T02:46:54Z</dcterms:modified>
</cp:coreProperties>
</file>