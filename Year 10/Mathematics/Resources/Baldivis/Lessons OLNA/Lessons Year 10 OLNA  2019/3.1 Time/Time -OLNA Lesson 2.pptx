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1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262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70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61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67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04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38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44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09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80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0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98B50-5D4B-4729-A12B-076BB1F268A9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17CB0-1CA9-4A08-A602-6C019CC6C0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96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tofmanliness.com/2012/10/11/how-to-tell-time-like-a-soldier/" TargetMode="External"/><Relationship Id="rId2" Type="http://schemas.openxmlformats.org/officeDocument/2006/relationships/hyperlink" Target="https://www.youtube.com/watch?v=2fYMRDZfrO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Time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I use 24 hour time? What are </a:t>
            </a:r>
            <a:r>
              <a:rPr lang="en-AU" dirty="0" err="1" smtClean="0"/>
              <a:t>timezones</a:t>
            </a:r>
            <a:r>
              <a:rPr lang="en-AU" dirty="0" smtClean="0"/>
              <a:t> and what do they mean to 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423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24 hour time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Write notes  that you need so you will know it!!</a:t>
            </a:r>
            <a:endParaRPr lang="en-AU" dirty="0"/>
          </a:p>
          <a:p>
            <a:pPr marL="0" indent="0">
              <a:buNone/>
            </a:pPr>
            <a:endParaRPr lang="en-AU" dirty="0" smtClean="0">
              <a:hlinkClick r:id="rId2"/>
            </a:endParaRPr>
          </a:p>
          <a:p>
            <a:r>
              <a:rPr lang="en-AU" dirty="0" smtClean="0">
                <a:hlinkClick r:id="rId2"/>
              </a:rPr>
              <a:t>https://www.youtube.com/watch?v=2fYMRDZfrOI</a:t>
            </a:r>
            <a:r>
              <a:rPr lang="en-AU" dirty="0" smtClean="0"/>
              <a:t> </a:t>
            </a:r>
          </a:p>
          <a:p>
            <a:endParaRPr lang="en-AU" dirty="0" smtClean="0"/>
          </a:p>
          <a:p>
            <a:r>
              <a:rPr lang="en-AU" dirty="0" smtClean="0"/>
              <a:t>One for the MEN!!</a:t>
            </a:r>
          </a:p>
          <a:p>
            <a:pPr marL="0" indent="0">
              <a:buNone/>
            </a:pPr>
            <a:r>
              <a:rPr lang="en-AU" dirty="0" smtClean="0">
                <a:hlinkClick r:id="rId3"/>
              </a:rPr>
              <a:t>http://www.artofmanliness.com/2012/10/11/how-to-tell-time-like-a-soldier/</a:t>
            </a:r>
            <a:r>
              <a:rPr lang="en-AU" dirty="0" smtClean="0"/>
              <a:t>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537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time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Do your work sheet</a:t>
            </a:r>
          </a:p>
          <a:p>
            <a:r>
              <a:rPr lang="en-AU" dirty="0" smtClean="0"/>
              <a:t>You need to read your answers to a partner using past and to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658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EXTRA TIME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Go through test 1 on the board </a:t>
            </a:r>
            <a:r>
              <a:rPr lang="en-AU" smtClean="0"/>
              <a:t>from OLNAWA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80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79</Words>
  <Application>Microsoft Office PowerPoint</Application>
  <PresentationFormat>On-screen Show (4:3)</PresentationFormat>
  <Paragraphs>14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Time</vt:lpstr>
      <vt:lpstr>24 hour time</vt:lpstr>
      <vt:lpstr>Practise time</vt:lpstr>
      <vt:lpstr>EXTRA TIME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</dc:title>
  <dc:creator>MILLER Belinda</dc:creator>
  <cp:lastModifiedBy>MILLER Belinda</cp:lastModifiedBy>
  <cp:revision>5</cp:revision>
  <dcterms:created xsi:type="dcterms:W3CDTF">2017-07-19T09:48:58Z</dcterms:created>
  <dcterms:modified xsi:type="dcterms:W3CDTF">2017-07-20T00:16:54Z</dcterms:modified>
</cp:coreProperties>
</file>